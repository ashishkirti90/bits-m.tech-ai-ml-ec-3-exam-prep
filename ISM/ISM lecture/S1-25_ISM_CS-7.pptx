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entation.xml" ContentType="application/vnd.openxmlformats-officedocument.presentationml.presentation.main+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slideLayouts/slideLayout22.xml" ContentType="application/vnd.openxmlformats-officedocument.presentationml.slideLayout+xml"/>
  <Override PartName="/ppt/notesSlides/notesSlide14.xml" ContentType="application/vnd.openxmlformats-officedocument.presentationml.notesSlide+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30.xml" ContentType="application/vnd.openxmlformats-officedocument.presentationml.notesSlide+xml"/>
  <Override PartName="/ppt/slideLayouts/slideLayout25.xml" ContentType="application/vnd.openxmlformats-officedocument.presentationml.slideLayout+xml"/>
  <Override PartName="/ppt/notesSlides/notesSlide22.xml" ContentType="application/vnd.openxmlformats-officedocument.presentationml.notesSlide+xml"/>
  <Override PartName="/ppt/slideLayouts/slideLayout26.xml" ContentType="application/vnd.openxmlformats-officedocument.presentationml.slideLayout+xml"/>
  <Override PartName="/ppt/notesSlides/notesSlide32.xml" ContentType="application/vnd.openxmlformats-officedocument.presentationml.notesSlide+xml"/>
  <Override PartName="/ppt/slideLayouts/slideLayout27.xml" ContentType="application/vnd.openxmlformats-officedocument.presentationml.slideLayout+xml"/>
  <Override PartName="/ppt/notesSlides/notesSlide16.xml" ContentType="application/vnd.openxmlformats-officedocument.presentationml.notesSlide+xml"/>
  <Override PartName="/ppt/slideLayouts/slideLayout28.xml" ContentType="application/vnd.openxmlformats-officedocument.presentationml.slideLayout+xml"/>
  <Override PartName="/ppt/notesSlides/notesSlide17.xml" ContentType="application/vnd.openxmlformats-officedocument.presentationml.notesSlide+xml"/>
  <Override PartName="/ppt/slideLayouts/slideLayout29.xml" ContentType="application/vnd.openxmlformats-officedocument.presentationml.slideLayout+xml"/>
  <Override PartName="/ppt/notesSlides/notesSlide18.xml" ContentType="application/vnd.openxmlformats-officedocument.presentationml.notesSlide+xml"/>
  <Override PartName="/ppt/slideLayouts/slideLayout30.xml" ContentType="application/vnd.openxmlformats-officedocument.presentationml.slideLayout+xml"/>
  <Override PartName="/ppt/notesSlides/notesSlide19.xml" ContentType="application/vnd.openxmlformats-officedocument.presentationml.notesSlide+xml"/>
  <Override PartName="/ppt/slideLayouts/slideLayout31.xml" ContentType="application/vnd.openxmlformats-officedocument.presentationml.slideLayout+xml"/>
  <Override PartName="/ppt/notesSlides/notesSlide25.xml" ContentType="application/vnd.openxmlformats-officedocument.presentationml.notesSlide+xml"/>
  <Override PartName="/ppt/slideLayouts/slideLayout32.xml" ContentType="application/vnd.openxmlformats-officedocument.presentationml.slideLayou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slideLayouts/slideLayout2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notesSlides/notesSlide20.xml" ContentType="application/vnd.openxmlformats-officedocument.presentationml.notesSlide+xml"/>
  <Override PartName="/ppt/notesSlides/notesSlide64.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slideLayouts/slideLayout33.xml" ContentType="application/vnd.openxmlformats-officedocument.presentationml.slideLayout+xml"/>
  <Override PartName="/ppt/notesSlides/notesSlide33.xml" ContentType="application/vnd.openxmlformats-officedocument.presentationml.notesSlide+xml"/>
  <Override PartName="/ppt/slideLayouts/slideLayout1.xml" ContentType="application/vnd.openxmlformats-officedocument.presentationml.slideLayout+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9.xml" ContentType="application/vnd.openxmlformats-officedocument.presentationml.notesSlide+xml"/>
  <Override PartName="/ppt/slideLayouts/slideLayout2.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3.xml" ContentType="application/vnd.openxmlformats-officedocument.presentationml.slideLayout+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26.xml" ContentType="application/vnd.openxmlformats-officedocument.presentationml.notesSlide+xml"/>
  <Override PartName="/ppt/slideLayouts/slideLayout15.xml" ContentType="application/vnd.openxmlformats-officedocument.presentationml.slideLayout+xml"/>
  <Override PartName="/ppt/notesSlides/notesSlide9.xml" ContentType="application/vnd.openxmlformats-officedocument.presentationml.notesSlide+xml"/>
  <Override PartName="/ppt/slideLayouts/slideLayout16.xml" ContentType="application/vnd.openxmlformats-officedocument.presentationml.slideLayout+xml"/>
  <Override PartName="/ppt/notesSlides/notesSlide10.xml" ContentType="application/vnd.openxmlformats-officedocument.presentationml.notesSlid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1.xml" ContentType="application/vnd.openxmlformats-officedocument.presentationml.notesSlide+xml"/>
  <Override PartName="/ppt/slideLayouts/slideLayout19.xml" ContentType="application/vnd.openxmlformats-officedocument.presentationml.slideLayout+xml"/>
  <Override PartName="/ppt/notesSlides/notesSlide12.xml" ContentType="application/vnd.openxmlformats-officedocument.presentationml.notesSlide+xml"/>
  <Override PartName="/ppt/notesSlides/notesSlide24.xml" ContentType="application/vnd.openxmlformats-officedocument.presentationml.notesSlide+xml"/>
  <Override PartName="/ppt/slideLayouts/slideLayout20.xml" ContentType="application/vnd.openxmlformats-officedocument.presentationml.slideLayout+xml"/>
  <Override PartName="/ppt/notesSlides/notesSlide31.xml" ContentType="application/vnd.openxmlformats-officedocument.presentationml.notesSlide+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notesMasters/notesMaster1.xml" ContentType="application/vnd.openxmlformats-officedocument.presentationml.notesMaster+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theme/theme1.xml" ContentType="application/vnd.openxmlformats-officedocument.theme+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 id="2147483682" r:id="rId2"/>
    <p:sldMasterId id="2147483683" r:id="rId3"/>
    <p:sldMasterId id="2147483684" r:id="rId4"/>
    <p:sldMasterId id="2147483685" r:id="rId5"/>
    <p:sldMasterId id="2147483686" r:id="rId6"/>
    <p:sldMasterId id="2147483687" r:id="rId7"/>
    <p:sldMasterId id="2147483688" r:id="rId8"/>
    <p:sldMasterId id="2147483689" r:id="rId9"/>
    <p:sldMasterId id="2147483690" r:id="rId10"/>
    <p:sldMasterId id="2147483691" r:id="rId11"/>
    <p:sldMasterId id="2147483692" r:id="rId12"/>
    <p:sldMasterId id="2147483693" r:id="rId13"/>
    <p:sldMasterId id="2147483694" r:id="rId14"/>
    <p:sldMasterId id="2147483695" r:id="rId15"/>
    <p:sldMasterId id="2147483696" r:id="rId16"/>
    <p:sldMasterId id="2147483697" r:id="rId17"/>
    <p:sldMasterId id="2147483698" r:id="rId18"/>
    <p:sldMasterId id="2147483699" r:id="rId19"/>
    <p:sldMasterId id="2147483700" r:id="rId20"/>
    <p:sldMasterId id="2147483701" r:id="rId21"/>
    <p:sldMasterId id="2147483702" r:id="rId22"/>
  </p:sldMasterIdLst>
  <p:notesMasterIdLst>
    <p:notesMasterId r:id="rId87"/>
  </p:notesMasterIdLst>
  <p:sldIdLst>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10" r:id="rId77"/>
    <p:sldId id="311" r:id="rId78"/>
    <p:sldId id="312" r:id="rId79"/>
    <p:sldId id="313" r:id="rId80"/>
    <p:sldId id="314" r:id="rId81"/>
    <p:sldId id="315" r:id="rId82"/>
    <p:sldId id="316" r:id="rId83"/>
    <p:sldId id="317" r:id="rId84"/>
    <p:sldId id="318" r:id="rId85"/>
    <p:sldId id="319" r:id="rId8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3EF211-E8B0-4F73-B020-F0332A32C9B0}">
  <a:tblStyle styleId="{1B3EF211-E8B0-4F73-B020-F0332A32C9B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4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4.xml"/><Relationship Id="rId21" Type="http://schemas.openxmlformats.org/officeDocument/2006/relationships/slideMaster" Target="slideMasters/slideMaster21.xml"/><Relationship Id="rId42" Type="http://schemas.openxmlformats.org/officeDocument/2006/relationships/slide" Target="slides/slide20.xml"/><Relationship Id="rId47" Type="http://schemas.openxmlformats.org/officeDocument/2006/relationships/slide" Target="slides/slide25.xml"/><Relationship Id="rId63" Type="http://schemas.openxmlformats.org/officeDocument/2006/relationships/slide" Target="slides/slide41.xml"/><Relationship Id="rId68" Type="http://schemas.openxmlformats.org/officeDocument/2006/relationships/slide" Target="slides/slide46.xml"/><Relationship Id="rId84" Type="http://schemas.openxmlformats.org/officeDocument/2006/relationships/slide" Target="slides/slide62.xml"/><Relationship Id="rId89" Type="http://schemas.openxmlformats.org/officeDocument/2006/relationships/viewProps" Target="viewProp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10.xml"/><Relationship Id="rId37" Type="http://schemas.openxmlformats.org/officeDocument/2006/relationships/slide" Target="slides/slide15.xml"/><Relationship Id="rId53" Type="http://schemas.openxmlformats.org/officeDocument/2006/relationships/slide" Target="slides/slide31.xml"/><Relationship Id="rId58" Type="http://schemas.openxmlformats.org/officeDocument/2006/relationships/slide" Target="slides/slide36.xml"/><Relationship Id="rId74" Type="http://schemas.openxmlformats.org/officeDocument/2006/relationships/slide" Target="slides/slide52.xml"/><Relationship Id="rId79" Type="http://schemas.openxmlformats.org/officeDocument/2006/relationships/slide" Target="slides/slide57.xml"/><Relationship Id="rId5" Type="http://schemas.openxmlformats.org/officeDocument/2006/relationships/slideMaster" Target="slideMasters/slideMaster5.xml"/><Relationship Id="rId90" Type="http://schemas.openxmlformats.org/officeDocument/2006/relationships/theme" Target="theme/theme1.xml"/><Relationship Id="rId22" Type="http://schemas.openxmlformats.org/officeDocument/2006/relationships/slideMaster" Target="slideMasters/slideMaster22.xml"/><Relationship Id="rId27" Type="http://schemas.openxmlformats.org/officeDocument/2006/relationships/slide" Target="slides/slide5.xml"/><Relationship Id="rId43" Type="http://schemas.openxmlformats.org/officeDocument/2006/relationships/slide" Target="slides/slide21.xml"/><Relationship Id="rId48" Type="http://schemas.openxmlformats.org/officeDocument/2006/relationships/slide" Target="slides/slide26.xml"/><Relationship Id="rId64" Type="http://schemas.openxmlformats.org/officeDocument/2006/relationships/slide" Target="slides/slide42.xml"/><Relationship Id="rId69" Type="http://schemas.openxmlformats.org/officeDocument/2006/relationships/slide" Target="slides/slide47.xml"/><Relationship Id="rId8" Type="http://schemas.openxmlformats.org/officeDocument/2006/relationships/slideMaster" Target="slideMasters/slideMaster8.xml"/><Relationship Id="rId51" Type="http://schemas.openxmlformats.org/officeDocument/2006/relationships/slide" Target="slides/slide29.xml"/><Relationship Id="rId72" Type="http://schemas.openxmlformats.org/officeDocument/2006/relationships/slide" Target="slides/slide50.xml"/><Relationship Id="rId80" Type="http://schemas.openxmlformats.org/officeDocument/2006/relationships/slide" Target="slides/slide58.xml"/><Relationship Id="rId85" Type="http://schemas.openxmlformats.org/officeDocument/2006/relationships/slide" Target="slides/slide63.xml"/><Relationship Id="rId93" Type="http://schemas.openxmlformats.org/officeDocument/2006/relationships/customXml" Target="../customXml/item2.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3.xml"/><Relationship Id="rId33" Type="http://schemas.openxmlformats.org/officeDocument/2006/relationships/slide" Target="slides/slide11.xml"/><Relationship Id="rId38" Type="http://schemas.openxmlformats.org/officeDocument/2006/relationships/slide" Target="slides/slide16.xml"/><Relationship Id="rId46" Type="http://schemas.openxmlformats.org/officeDocument/2006/relationships/slide" Target="slides/slide24.xml"/><Relationship Id="rId59" Type="http://schemas.openxmlformats.org/officeDocument/2006/relationships/slide" Target="slides/slide37.xml"/><Relationship Id="rId67" Type="http://schemas.openxmlformats.org/officeDocument/2006/relationships/slide" Target="slides/slide45.xml"/><Relationship Id="rId20" Type="http://schemas.openxmlformats.org/officeDocument/2006/relationships/slideMaster" Target="slideMasters/slideMaster20.xml"/><Relationship Id="rId41" Type="http://schemas.openxmlformats.org/officeDocument/2006/relationships/slide" Target="slides/slide19.xml"/><Relationship Id="rId54" Type="http://schemas.openxmlformats.org/officeDocument/2006/relationships/slide" Target="slides/slide32.xml"/><Relationship Id="rId62" Type="http://schemas.openxmlformats.org/officeDocument/2006/relationships/slide" Target="slides/slide40.xml"/><Relationship Id="rId70" Type="http://schemas.openxmlformats.org/officeDocument/2006/relationships/slide" Target="slides/slide48.xml"/><Relationship Id="rId75" Type="http://schemas.openxmlformats.org/officeDocument/2006/relationships/slide" Target="slides/slide53.xml"/><Relationship Id="rId83" Type="http://schemas.openxmlformats.org/officeDocument/2006/relationships/slide" Target="slides/slide6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slide" Target="slides/slide14.xml"/><Relationship Id="rId49" Type="http://schemas.openxmlformats.org/officeDocument/2006/relationships/slide" Target="slides/slide27.xml"/><Relationship Id="rId57" Type="http://schemas.openxmlformats.org/officeDocument/2006/relationships/slide" Target="slides/slide35.xml"/><Relationship Id="rId10" Type="http://schemas.openxmlformats.org/officeDocument/2006/relationships/slideMaster" Target="slideMasters/slideMaster10.xml"/><Relationship Id="rId31" Type="http://schemas.openxmlformats.org/officeDocument/2006/relationships/slide" Target="slides/slide9.xml"/><Relationship Id="rId44" Type="http://schemas.openxmlformats.org/officeDocument/2006/relationships/slide" Target="slides/slide22.xml"/><Relationship Id="rId52" Type="http://schemas.openxmlformats.org/officeDocument/2006/relationships/slide" Target="slides/slide30.xml"/><Relationship Id="rId60" Type="http://schemas.openxmlformats.org/officeDocument/2006/relationships/slide" Target="slides/slide38.xml"/><Relationship Id="rId65" Type="http://schemas.openxmlformats.org/officeDocument/2006/relationships/slide" Target="slides/slide43.xml"/><Relationship Id="rId73" Type="http://schemas.openxmlformats.org/officeDocument/2006/relationships/slide" Target="slides/slide51.xml"/><Relationship Id="rId78" Type="http://schemas.openxmlformats.org/officeDocument/2006/relationships/slide" Target="slides/slide56.xml"/><Relationship Id="rId81" Type="http://schemas.openxmlformats.org/officeDocument/2006/relationships/slide" Target="slides/slide59.xml"/><Relationship Id="rId86" Type="http://schemas.openxmlformats.org/officeDocument/2006/relationships/slide" Target="slides/slide64.xml"/><Relationship Id="rId94" Type="http://schemas.openxmlformats.org/officeDocument/2006/relationships/customXml" Target="../customXml/item3.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7.xml"/><Relationship Id="rId34" Type="http://schemas.openxmlformats.org/officeDocument/2006/relationships/slide" Target="slides/slide12.xml"/><Relationship Id="rId50" Type="http://schemas.openxmlformats.org/officeDocument/2006/relationships/slide" Target="slides/slide28.xml"/><Relationship Id="rId55" Type="http://schemas.openxmlformats.org/officeDocument/2006/relationships/slide" Target="slides/slide33.xml"/><Relationship Id="rId76" Type="http://schemas.openxmlformats.org/officeDocument/2006/relationships/slide" Target="slides/slide54.xml"/><Relationship Id="rId7" Type="http://schemas.openxmlformats.org/officeDocument/2006/relationships/slideMaster" Target="slideMasters/slideMaster7.xml"/><Relationship Id="rId71" Type="http://schemas.openxmlformats.org/officeDocument/2006/relationships/slide" Target="slides/slide49.xml"/><Relationship Id="rId92" Type="http://schemas.openxmlformats.org/officeDocument/2006/relationships/customXml" Target="../customXml/item1.xml"/><Relationship Id="rId2" Type="http://schemas.openxmlformats.org/officeDocument/2006/relationships/slideMaster" Target="slideMasters/slideMaster2.xml"/><Relationship Id="rId29" Type="http://schemas.openxmlformats.org/officeDocument/2006/relationships/slide" Target="slides/slide7.xml"/><Relationship Id="rId24" Type="http://schemas.openxmlformats.org/officeDocument/2006/relationships/slide" Target="slides/slide2.xml"/><Relationship Id="rId40" Type="http://schemas.openxmlformats.org/officeDocument/2006/relationships/slide" Target="slides/slide18.xml"/><Relationship Id="rId45" Type="http://schemas.openxmlformats.org/officeDocument/2006/relationships/slide" Target="slides/slide23.xml"/><Relationship Id="rId66" Type="http://schemas.openxmlformats.org/officeDocument/2006/relationships/slide" Target="slides/slide44.xml"/><Relationship Id="rId87" Type="http://schemas.openxmlformats.org/officeDocument/2006/relationships/notesMaster" Target="notesMasters/notesMaster1.xml"/><Relationship Id="rId61" Type="http://schemas.openxmlformats.org/officeDocument/2006/relationships/slide" Target="slides/slide39.xml"/><Relationship Id="rId82" Type="http://schemas.openxmlformats.org/officeDocument/2006/relationships/slide" Target="slides/slide60.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8.xml"/><Relationship Id="rId35" Type="http://schemas.openxmlformats.org/officeDocument/2006/relationships/slide" Target="slides/slide13.xml"/><Relationship Id="rId56" Type="http://schemas.openxmlformats.org/officeDocument/2006/relationships/slide" Target="slides/slide34.xml"/><Relationship Id="rId77" Type="http://schemas.openxmlformats.org/officeDocument/2006/relationships/slide" Target="slides/slide5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06.258"/>
    </inkml:context>
    <inkml:brush xml:id="br0">
      <inkml:brushProperty name="width" value="0.025" units="cm"/>
      <inkml:brushProperty name="height" value="0.025" units="cm"/>
    </inkml:brush>
  </inkml:definitions>
  <inkml:trace contextRef="#ctx0" brushRef="#br0">145 114 6089,'-1'0'124,"0"-1"0,1 1-1,-1 0 1,1 0 0,-1-1 0,0 1 0,1 0 0,-1-1 0,1 1 0,-1 0 0,1-1 0,0 1 0,-1-1 0,1 1 0,-1-1 0,1 1 0,0-1 0,-1 1 0,1-1 0,0 1 0,-1-1 0,1 1 0,0-1 0,0 0 0,-1 0 0,14-7 2333,-6 4-3247,-5 3 1117,-24 5 948,13-3 3388,20-6-2438,6-1-1642,-14 5 448,15-2-271,-1 0-457,-13 2-29,0 1-34,42-3 399,84 5 1,-85 1-471,52-3 1,-29-2 36,258 6 31,65-4-24,148-4-141,-367-3-73,313-17 74,-142-3-157,-282 21 126,80-3-36,-138 9 3,2 0-20,39 0-13,-40 0 64,-1 0-58,16-1-119,-2 1 1095,-32 1-371,-89 1-273,9-1-247,-205 24-54,-222 9 19,171-16-21,-400 69-409,287-13 406,228-42 89,25-5-21,208-26-98,-1-1 16,-18 2-56,-33 6 0,52-8 35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11.883"/>
    </inkml:context>
    <inkml:brush xml:id="br0">
      <inkml:brushProperty name="width" value="0.025" units="cm"/>
      <inkml:brushProperty name="height" value="0.025" units="cm"/>
    </inkml:brush>
  </inkml:definitions>
  <inkml:trace contextRef="#ctx0" brushRef="#br0">1 29 7069,'0'0'14036,"3"0"-13380,22 3 795,30-1 1,2 0-199,167 4 983,-45-3-1282,32 0-335,-71-2-368,626-4 509,-737 1-665,-16 0 61,1 1 1,-1 1-1,14 2 1,-7-1 107,0-1 1,37-4 0,0 0 71,-54 4-251,-7 0-2447,-5-1 1565,0 0-1,1 0 0,-1-1 0,1 0 0,0 0 1,-1-1-1,1 0 0,0 0 0,-8-6 0,11 6-165,-2-1-204,3 3-5941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13.222"/>
    </inkml:context>
    <inkml:brush xml:id="br0">
      <inkml:brushProperty name="width" value="0.025" units="cm"/>
      <inkml:brushProperty name="height" value="0.025" units="cm"/>
    </inkml:brush>
  </inkml:definitions>
  <inkml:trace contextRef="#ctx0" brushRef="#br0">11 68 5104,'0'0'6570,"-1"3"-5891,-8 25 7943,24-38-7519,-9 7-850,1 0 0,-1 1 0,1 0 0,0 0 0,0 1 0,-1-1 0,1 2 0,0-1 0,8 1 0,14-2 356,723-32 4503,-122 42-4215,-280 0-696,-206-9 224,-48-1-2520,-114-7-628,15 8 2144,1 0 0,-1 0 0,0 0 0,1-1 0,-1 1 0,1-1 0,0 1 0,-1-1 0,1 0-1,0 0 1,0 0 0,0 0 0,-2-3 0,-10-10-5566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14.213"/>
    </inkml:context>
    <inkml:brush xml:id="br0">
      <inkml:brushProperty name="width" value="0.025" units="cm"/>
      <inkml:brushProperty name="height" value="0.025" units="cm"/>
    </inkml:brush>
  </inkml:definitions>
  <inkml:trace contextRef="#ctx0" brushRef="#br0">1 63 27080,'1530'-63'0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3.370"/>
    </inkml:context>
    <inkml:brush xml:id="br0">
      <inkml:brushProperty name="width" value="0.025" units="cm"/>
      <inkml:brushProperty name="height" value="0.025" units="cm"/>
    </inkml:brush>
  </inkml:definitions>
  <inkml:trace contextRef="#ctx0" brushRef="#br0">1623 1 7505,'-17'24'12658,"13"-24"-12412,-15 2 72,-1 1 0,2 0 0,-25 8 0,-25 5 421,15-8-365,-97 2-1,56-4-76,34-1-107,-228 20 672,192-5-802,72-16 24,0 1 1,-30 10-1,-14 3 107,48-12 2,0 1 0,1 1 0,-19 9 0,-18 8 74,38-18-171,1 1 1,0 0-1,1 1 0,0 1 0,1 1 0,0 0 1,0 1-1,-12 14 0,12-13-44,9-7-12,0-1 1,1 1 0,-8 9-1,-97 144 264,106-154-300,1 1 0,0 0 1,0 0-1,1 0 1,-3 10-1,-4 6 16,8-19-26,0 0 0,-1 0 0,1 0 0,0 1-1,1-1 1,-2 6 0,-2 14 59,-1-4-8,0 0 0,2 0 0,1 1 1,0-1-1,1 0 0,1 1 0,4 27 1,-2-16 65,-2-27-108,0 0 1,0-1-1,0 1 0,1-1 1,-1 1-1,1 0 1,0-1-1,2 7 1,1-1 32,-1 1 0,0-1 1,4 19-1,-7-26-35,1 0-1,0 0 1,0 0 0,0 1 0,0-1 0,0 0-1,0 0 1,1 0 0,-1-1 0,1 1 0,-1 0-1,1 0 1,1 1 0,3 3 15,4 6-3,1 1 1,1-1-1,-1-1 0,2 0 0,0-1 1,0 0-1,0-1 0,1-1 0,1 0 1,0 0-1,0-2 0,0 0 0,30 7 1,8 0 20,-37-8-41,0-1 1,1 0-1,-1-2 0,1 0 0,23 0 1,132 4-12,-109-2 48,117-8-83,-143 1 71,14 2-86,-32 2 81,0-2 0,31-5 0,39-4-65,-58 7 68,32-6 0,-34 4-81,-9 1 97,37-12-1,16-14-67,38-9 73,-2 3-62,-77 23 55,-23 8-33,2 1 1,-1 0 0,16-4-1,-8 3 1,0 0-1,0-2 1,28-14-1,19-6 7,-62 26-3,0 0 1,-1-1 0,1 1 0,0 0-1,0-1 1,-1 0 0,1 0 0,3-3 0,-3 3 3,-1 0 1,0 0 0,1 0 0,0 1-1,-1-1 1,1 1 0,0-1 0,4 0 0,1-2-20,0 1 1,0-1 0,11-8 0,-17 11 48,-1-1-30,1 0 0,-1 1 1,1-1-1,-1 1 0,1 0 0,0-1 0,0 1 0,-1 0 0,1 0 0,3-1 0,-4 1-1,2 0 12,-3 0-12,1 0 0,0 0 0,-1 0 0,1 0-1,0 0 1,0 0 0,0 0 0,0 0 0,0 0-1,0 0 1,0 0 0,0 1 0,0-1 0,2 0 0,8-8 16,9-8-71,-17 15 78,-1 0-9,21-22-7,-20 22-32,8-12 72,-9 11-1,-1 0-1,1 0 1,0 0 0,-1 0-1,0 0 1,0 0 0,0 0-1,0 0 1,0-1 0,-1 1 0,1 0-1,-1-1 1,0 1 0,-1-7-1,1 8-91,0-2 307,4-14-178,9-41 133,-12 56-130,-1 2-79,1-1 0,-1 1 0,1 0 0,-1-1 0,1 1 0,-1 0 0,0-1 0,0 1 0,0 0 0,0-1 0,0-2 0,0-1 3,1-5 32,-1 0-1,0 0 0,-1-1 1,-2-12-1,3 20 10,0-1-3,-7-73 128,7 74-144,-7-35 143,7 34-138,-2 1-30,0 0 0,1 0-1,0 0 1,-1 0 0,1 0 0,0-1 0,0-2 0,-1-2 6,1 5 10,-8-10 15,5 9-38,-1-5 7,1 1-1,-2 0 1,1 1-1,-1-1 1,0 1-1,-1 0 1,-9-8-1,14 14 36,1 0-43,0 0 0,0-1-1,0 1 1,0 0 0,1 0-1,-1 0 1,1 0 0,-1 0-1,0-1 1,1 1 0,0 0-1,-1-2 1,0-1 4,-5-8 8,-1 0 1,0 1-1,0 0 1,-1 0-1,-1 1 1,0 0-1,0 0 1,-1 1-1,0 0 1,0 1-1,-1 0 1,0 1-1,-19-10 1,-12-8-6,-8-5 18,25 21 14,1 0-1,-1 1 1,-1 1 0,0 2-1,0 1 1,-42-2 0,23 5 47,1 2 0,0 2-1,-50 10 1,19 1-432,48-8-177,22-5-22,1 1 1,-1-1-1,1-1 0,-1 1 1,1-1-1,-8 0 0,9 0 55,0 0 0,0-1 0,0 1 0,0-1 1,0 0-1,0 0 0,0 0 0,-4-2 0,-11-11-7811,4 1-3425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17.493"/>
    </inkml:context>
    <inkml:brush xml:id="br0">
      <inkml:brushProperty name="width" value="0.025" units="cm"/>
      <inkml:brushProperty name="height" value="0.025" units="cm"/>
    </inkml:brush>
  </inkml:definitions>
  <inkml:trace contextRef="#ctx0" brushRef="#br0">29 0 824,'-28'7'-284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4.556"/>
    </inkml:context>
    <inkml:brush xml:id="br0">
      <inkml:brushProperty name="width" value="0.025" units="cm"/>
      <inkml:brushProperty name="height" value="0.025" units="cm"/>
    </inkml:brush>
  </inkml:definitions>
  <inkml:trace contextRef="#ctx0" brushRef="#br0">1 318 5893,'0'0'8496,"1"-3"-6950,1-5-1007,1 1 0,1 0 0,-1 0 0,1 0 0,0 0 0,0 1 0,1-1 1,0 1-1,0 0 0,1 0 0,0 1 0,-1 0 0,14-9 0,30-21 1177,39-25 1055,-30 29-1172,1 3 1,88-30-1,-146 58-1599,1-1 0,-1 0 0,1 1 0,-1-1 0,1 1 0,-1 0 0,1-1 0,-1 1 0,1 0 0,0 0 0,-1 0 0,1 0 0,-1 0 0,1 0 0,0 0 0,-1 1 0,1-1 0,-1 0 0,1 1 0,-1 0 0,1-1 0,-1 1 0,1 0 0,-1 0 0,0 0 0,1-1 0,-1 1 0,0 1 0,0-1 0,0 0 0,0 0 0,0 0 0,0 1 0,0-1 0,0 0 0,0 1 0,-1-1 0,1 1 0,0-1 0,-1 1 0,1-1 0,-1 1 0,0-1 0,1 3 0,-1 7 0,-1 0 0,1 0 0,-2 0 0,0 0 0,0 0 0,-1 0 0,-7 18 0,5-12 0,-66 160 4,24-65-27,8-15-422,-56 94 0,79-150 791,16-40-325,0 0 0,0 0 0,0 0 0,0 0 0,0 0 0,0-1 1,0 1-1,0 0 0,1 0 0,-1 0 0,0 0 0,1-1 0,-1 1 0,0 0 1,1 0-1,-1 0 0,1-1 0,-1 1 0,1 0 0,-1-1 0,1 1 0,0 0 1,0 0-1,1 1 22,-1-1-42,0 0 0,0 1-1,0-1 1,0 0 0,0 0 0,0 0 0,1 0 0,-1 0 0,0 0 0,1 0 0,-1 0 0,1-1 0,-1 1 0,0 0 0,1-1-1,0 0 1,1 1 0,32-1-4,133-26 3,-58 8 0,56-12 0,-76 12 0,-32 4 0,-33 10-133,-19 3-979,-10 0-1957,-2 0 1548,0 0 1,1 0 0,-1 0 0,0 1-1,0 0 1,0 0 0,-10 2 0,-28 5-11787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5.968"/>
    </inkml:context>
    <inkml:brush xml:id="br0">
      <inkml:brushProperty name="width" value="0.025" units="cm"/>
      <inkml:brushProperty name="height" value="0.025" units="cm"/>
    </inkml:brush>
  </inkml:definitions>
  <inkml:trace contextRef="#ctx0" brushRef="#br0">226 177 10377,'0'0'8283,"-2"-1"-7683,1 0-558,0 0 1,0 0-1,1 0 0,-1 0 0,0 0 0,0 0 0,0 1 0,0-1 0,-1 0 0,1 1 0,0-1 0,0 1 0,0-1 0,0 1 0,-1 0 0,1-1 1,0 1-1,0 0 0,-1 0 0,1 0 0,0 0 0,0 0 0,-2 0 0,0 2 31,0-1 1,0 0-1,0 1 1,1 0-1,-1-1 0,0 1 1,-3 4-1,-8 4 74,-4 6 79,1 0 1,0 1-1,1 1 1,1 0-1,0 1 1,2 0-1,-14 27 0,23-41-144,3-3-8,0-1 1,-1 1-1,1 0 0,0-1 1,0 1-1,0 0 0,0 0 1,0 0-1,1-1 0,-1 1 0,0 0 1,1 0-1,0 0 0,-1 0 1,1 1-1,0-1 0,0 0 0,0 0 1,0 0-1,0 0 0,1 0 1,-1 0-1,1 0 0,-1 0 1,1 0-1,0 0 0,0-1 0,-1 1 1,1 0-1,1 0 0,-1-1 1,2 4-1,2 1 123,-1 0 0,1 0-1,1-1 1,-1 0 0,1 0 0,0 0 0,0 0-1,0-1 1,1 0 0,0 0 0,-1-1 0,1 0-1,1 0 1,-1 0 0,14 2 0,11 1 162,0 0 1,45 0-1,-75-6-344,12 1-238,0-2 0,-1 1 0,1-2 0,25-5 0,-35 6-757,-9-8 424,1 0 1,-1 1-1,-1 0 1,0-1 0,0 2-1,-1-1 1,1 1-1,-2 0 1,-10-8-1,-9-7-356,11 9 450,0 1-1,-25-15 0,7 8 1984,-56-40 0,88 57-1344,0 0 0,1 0 0,-1 0 0,0 0 0,1 0 0,0 0 1,-1 0-1,1-1 0,0 1 0,-1-3 0,0 0 215,0 2 451,5 0-108,24-26 407,-25 26-420,1 0-611,1 1 0,-1-1 0,0 0 0,-1 0 0,5-5 0,-4 5 182,-1 2-232,1-1-49,1 0 1,-1 0-1,1 0 0,0 1 1,0-1-1,0 1 1,0 0-1,0 0 1,0 1-1,0-1 1,0 1-1,0 0 1,0 0-1,7 1 0,6-1-11,95-6 90,-89 4-84,34-8 1,-39 6 6,1 0 1,33 0 0,33 1 20,29 0-7,-100 4-25,0 0 0,0 1-1,0 1 1,0 0-1,22 8 1,-31-9-1,-1 1 1,0-1 0,-1 1-1,1 0 1,0 0-1,-1 0 1,0 0 0,1 1-1,-1-1 1,-1 1 0,1 0-1,0 0 1,-1 0-1,0 0 1,0 1 0,0-1-1,1 7 1,3 8 4,-1 0-1,4 35 1,-6 15-2,-3-66-6,1 0 0,-1 1-1,1-1 1,-1 0 0,1 0-1,0 1 1,2 3 0,0 2-17,1-4 25,28 12 38,-23-15-28,20-5-26,0-1 0,32-9 0,-30 5 26,-24 6-53,0 1-1,-1-1 0,1 0 0,0 0 1,-1-1-1,0 0 0,0 0 1,1-1-1,7-5 0,-13 7-50,1 1 1,0 0-1,-1 0 0,0-1 0,1 1 0,-1-1 0,0 1 0,1-1 1,-1 0-1,0 1 0,0-1 0,0 0 0,-1 0 0,1 0 0,0 0 0,-1 0 1,1 0-1,-1 0 0,1 0 0,-1 0 0,0 0 0,0 0 0,0 0 1,0 0-1,-1 0 0,1 0 0,0 0 0,-1 0 0,1 0 0,-1 0 0,0 0 1,0 1-1,1-1 0,-1 0 0,-1 0 0,1 1 0,0-1 0,0 0 0,0 1 1,-4-3-1,-12-11-542,-2 1 0,0 1 1,0 1-1,-34-16 1,-92-33-1341,107 47 2260,-57-13 1,92 26 366,4-3-284,0 0-311,0 1 9,-1 0 0,1 0 1,-1 1-1,1-1 0,0 0 0,0 0 0,0 1 1,1-1-1,-1 1 0,1-1 0,-1 1 1,1 0-1,0-1 0,0 1 0,0 0 1,0 0-1,0 0 0,0 1 0,1-1 0,-1 0 1,0 1-1,1 0 0,0-1 0,2 0 1,44-13 853,0 3 1,1 1-1,64-5 1,-101 15-840,0 0 1,0 0-1,0 1 0,1 1 1,-1 0-1,-1 1 0,1 0 1,16 5-1,-20-3-66,0 0 0,-1 0 0,0 0 0,0 1 0,0 1 0,0-1 0,-1 1 0,0 0 0,0 1 0,0 0 0,9 12 0,-5-2-6,0 1-1,0 0 1,9 24-1,-2-4-85,-14-30 60,0 0 1,1 0-1,0 0 0,0-1 1,1 0-1,0 0 1,0 0-1,1-1 1,0 0-1,0 0 0,0 0 1,1-1-1,0 0 1,0-1-1,0 0 1,0 0-1,1-1 0,0 0 1,-1 0-1,1-1 1,0 0-1,0-1 1,1 0-1,-1 0 0,0-1 1,10-1-1,16-3 41,0-1 0,-1-2 1,0-2-1,0-1 0,-1-1 0,0-2 0,-1-2 0,46-27 0,-44 19 66,-32 22-89,-1 0 0,1-1 0,-1 1 0,1 0 0,-1-1 0,1 1 1,-1-1-1,0 0 0,1 1 0,-1-1 0,0 0 0,0 0 0,0 1 0,-1-1 0,1 0 0,1-4 0,-2 4-4,0 1-1,0-1 1,0 0-1,-1 1 0,1-1 1,0 0-1,-1 1 1,1-1-1,-1 0 1,1 1-1,-1-1 0,0 1 1,0-1-1,1 1 1,-1-1-1,-2 0 1,-2-4-9,0 1 0,-1 0 0,1 0 0,-1 1 1,0 0-1,-1 0 0,-8-4 0,-6-2-97,-1 2 0,0 0-1,-31-6 1,-71-9-986,119 22 1016,-32-3-758,-49 1-1,-30-3-6511,93 5 1310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6.912"/>
    </inkml:context>
    <inkml:brush xml:id="br0">
      <inkml:brushProperty name="width" value="0.025" units="cm"/>
      <inkml:brushProperty name="height" value="0.025" units="cm"/>
    </inkml:brush>
  </inkml:definitions>
  <inkml:trace contextRef="#ctx0" brushRef="#br0">46 305 7713,'-45'-7'14744,"48"8"-14216,31 2 327,0-2 1,52-3-1,0 0-303,-27 3-216,106 0 508,380-7 369,-81 2-636,333-13 31,-641 16-565,155-5 31,-138-1-51,242-14-14,-11-2 170,-350 20-174,350-21 185,-219 16-126,198-5-15,405-24 17,-529 22-55,345-16-9,-439 27 3,37-3-3,-94 4 10,41-5 268,-88 6-33,-47 2-193,0 0 0,1-1 0,-1-1 0,27-6 0,-38 8-56,0 0-1,-1-1 0,1 1 1,0 0-1,0 0 0,0 1 1,-1-1-1,1 1 1,0-1-1,0 1 0,3 1 1,-1 0-89,-1-2-370,-7-3-4574,-2-3 3510,-21-23-8157,4 11-1721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7.996"/>
    </inkml:context>
    <inkml:brush xml:id="br0">
      <inkml:brushProperty name="width" value="0.025" units="cm"/>
      <inkml:brushProperty name="height" value="0.025" units="cm"/>
    </inkml:brush>
  </inkml:definitions>
  <inkml:trace contextRef="#ctx0" brushRef="#br0">0 260 7465,'0'0'7468,"3"-2"-5954,63-45 2402,-48 32-2956,1 1 0,0 1 1,30-15-1,50-16 1927,110-32 1,-188 67-2600,-19 8-248,2-1-1,-1 0 1,0 1 0,0 0 0,0 0-1,0 0 1,1 0 0,-1 1-1,0-1 1,1 1 0,-1 0 0,1 0-1,-1 0 1,5 1 0,-7-1-31,0 0-1,0 0 1,0 1 0,0-1-1,0 0 1,0 1 0,-1-1 0,1 1-1,0-1 1,0 1 0,-1-1-1,1 1 1,0 0 0,-1-1 0,1 1-1,0 0 1,-1-1 0,1 1-1,-1 0 1,1 0 0,-1 0 0,0 0-1,1-1 1,-1 1 0,1 1-1,-2 28 74,1-27-75,-4 20-60,0 0 0,-1 0 1,-2-1-1,-10 25 0,-44 90-537,42-98 445,-16 34-104,-55 126 254,90-198 40,0 0 0,0 0 0,0 0 0,-1 0 0,1 0 0,1-1 0,-1 1-1,0 0 1,0 0 0,0 0 0,0 0 0,1 0 0,-1-1 0,0 1 0,1 0 0,-1 0-1,0 0 1,1-1 0,-1 1 0,1 0 0,-1-1 0,1 1 0,1 1 0,0 0 160,-1 0-165,1 0-1,-1 0 0,1 0 1,-1 0-1,1-1 0,0 1 1,-1-1-1,1 1 0,0-1 1,0 0-1,0 1 0,1-1 1,-1 0-1,0-1 0,0 1 1,0 0-1,1 0 0,-1-1 1,0 0-1,5 1 0,7 0 182,-1-1-1,24-4 1,-15 2-160,344-47-61,-238 25 0,-129 24-2,1 0 0,0-1 0,0 1 0,-1 0 0,1 0 0,0 0 0,0 0 0,0 0 0,-1 0 0,1-1 0,0 1 0,0 0 0,0 0 0,-1 0 0,1-1 0,0 1 0,0 0 0,0 0 0,0 0 0,0-1 0,0 1 0,-1 0 0,1 0 0,0-1 0,0 1 0,0 0 0,0 0 0,0-1 0,0 1 0,0 0 0,0 0 0,0-1 0,0 1 0,0 0 0,0 0 0,0-1 0,0 1 0,1 0 0,-1 0 0,0-1 0,0 1 0,0 0-1,0 0 1,0 0 0,0-1 0,1 1 0,-1 0 0,0 0 0,0 0 0,0 0 0,1-1 0,-1 1 0,0 0 0,0 0 0,0 0 0,1 0 0,-1 0 0,0 0 0,0-1 0,1 1 0,-1 0 0,0 0 0,0 0 0,1 0 0,-1 0 0,0 0 0,1 0 0,-27-14-801,13 8-136,0-2 24,2 1-39,0 1-1,0 0 0,0 0 1,-1 1-1,0 1 0,-17-5 1,23 9-127,-1 0 0,0 0 1,1 0-1,-8 2 0,3-1-1093,-38 1-10555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8.543"/>
    </inkml:context>
    <inkml:brush xml:id="br0">
      <inkml:brushProperty name="width" value="0.025" units="cm"/>
      <inkml:brushProperty name="height" value="0.025" units="cm"/>
    </inkml:brush>
  </inkml:definitions>
  <inkml:trace contextRef="#ctx0" brushRef="#br0">67 0 8065,'-35'12'1956,"28"-10"2803,4 0-3510,2-2-1079,-1 0 0,1 1 0,0-1 0,0 1 1,-1 0-1,1-1 0,0 1 0,0 0 0,0 0 1,0 0-1,0 0 0,0 0 0,0 0 0,0 0 0,0 0 1,0 0-1,0 0 0,0 2 0,1-1-49,0-1-1,0 1 1,-1 0-1,2-1 1,-1 1-1,0 0 1,0 0-1,0-1 1,1 1-1,-1-1 1,1 1-1,-1 0 1,1-1-1,0 1 1,0-1-1,1 3 1,2 2 194,0 0 0,1 0 0,0 0 0,0-1 0,0 0 1,1 0-1,-1 0 0,1-1 0,0 0 0,1 0 0,-1 0 1,1-1-1,0 0 0,-1 0 0,10 2 0,13 3 337,-1-2 0,45 5-1,-42-7-187,46 7 465,88 2 1,-161-13-902,0 0 1,0 0 0,0 1-1,0 0 1,0 0-1,5 1 1,15 3-272,-28-7-184,-69-27-2269,-152-41 1,176 58 2139,-81-20-1324,52 7-2168,73 23 1482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9.032"/>
    </inkml:context>
    <inkml:brush xml:id="br0">
      <inkml:brushProperty name="width" value="0.025" units="cm"/>
      <inkml:brushProperty name="height" value="0.025" units="cm"/>
    </inkml:brush>
  </inkml:definitions>
  <inkml:trace contextRef="#ctx0" brushRef="#br0">144 61 6025,'-10'5'8896,"-7"-9"-8231,6 0 1513,4 3 3298,8 5-4796,1 1-515,0 0 0,1 0 0,-1 0 0,1 0 0,0-1 0,0 1 0,1-1 0,0 1 0,-1-1 0,1 0 0,1-1 0,-1 1 0,0-1 0,1 0 0,0 0 0,0 0 0,6 2 0,10 6 179,2-2 1,-1-1-1,1-1 0,24 5 1,100 13 562,-145-25-899,39 3 105,-37-3-227,-6-4-705,-1-4 533,1 3 101,0 0 0,0 0 0,-1 0 0,0 0 0,0 1 0,0-1 0,0 1 0,0 0 0,-1 0 0,-6-6 0,-4 0-96,0 1-1,0 0 1,-1 1-1,0 0 1,-1 1-1,1 1 1,-1 1-1,-25-6 1,-32-9-622,38 9-344,-1 2 0,-46-6-1,64 13-1456,-33-9-1,48 10-1552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9.439"/>
    </inkml:context>
    <inkml:brush xml:id="br0">
      <inkml:brushProperty name="width" value="0.025" units="cm"/>
      <inkml:brushProperty name="height" value="0.025" units="cm"/>
    </inkml:brush>
  </inkml:definitions>
  <inkml:trace contextRef="#ctx0" brushRef="#br0">102 116 6053,'-1'1'39,"1"0"1,-1 0 0,1 0 0,-1-1-1,1 1 1,-1 0 0,0-1 0,1 1-1,-1-1 1,0 1 0,0-1 0,1 1-1,-1-1 1,0 1 0,0-1-1,0 0 1,0 1 0,0-1 0,1 0-1,-1 0 1,0 0 0,0 0 0,0 0-1,0 0 1,-1 0 0,-6 1 2746,-2 2 5377,15 17-6598,-4-17-1392,0-1 0,0 1 0,1 0 0,-1-1 0,1 1 0,-1-1 0,1 1 0,0-1 0,0 0 0,1 0 0,-1 0 0,0 0 0,1 0 0,-1 0 0,1-1 0,-1 1 0,1-1 0,0 0 0,-1 0 0,1 0 0,0 0 0,0 0 0,3 0 0,11 2 538,0-1 0,34 1 0,-27-2-30,90-3 615,-40 0-509,-73 1-793,-1 1 0,1 0 0,0 0 1,-1-1-1,1 1 0,-1 0 0,1-1 0,-1 1 0,1 0 0,-1-1 0,1 1 0,-1-1 0,1 1 0,-1-1 0,1 1 0,-1-1 0,0 1 0,1-1 0,-1 1 0,0-1 0,0 1 0,1-1 0,-1 0 0,0 0 1,1-1-57,-1 1 21,1 1-1,-1-1 1,1 0-1,-1 0 1,1 0-1,-1 1 1,0-1-1,0 0 1,1 0-1,-1 0 1,0 0-1,0 0 1,0 1-1,0-1 1,0 0-1,0 0 1,0 0-1,0 0 1,0 0-1,-1 0 1,1 0-1,0 1 1,0-1-1,-1-1 1,-1-1-51,1 1-1,-1 0 1,0 0 0,0-1-1,0 1 1,0 0 0,0 0-1,-3-1 1,-8-6-290,0 1 0,-20-9 0,19 10 119,-19-8-582,0 2 0,-1 1 0,-1 2-1,0 1 1,-40-5 0,60 11 316,-52-8-5608,62 8 1973,-4-9-2113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29.722"/>
    </inkml:context>
    <inkml:brush xml:id="br0">
      <inkml:brushProperty name="width" value="0.025" units="cm"/>
      <inkml:brushProperty name="height" value="0.025" units="cm"/>
    </inkml:brush>
  </inkml:definitions>
  <inkml:trace contextRef="#ctx0" brushRef="#br0">1 71 15349,'23'0'2657,"-18"0"-228,-3-3-136,5-1-1533,0 0 1,-1 0-1,1 0 0,1 1 1,-1 0-1,0 0 0,1 1 0,14-3 1,70-5 1419,-49 6-1309,296-17-726,-298 24-8762,-69-3 736,-1 0-5404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0.096"/>
    </inkml:context>
    <inkml:brush xml:id="br0">
      <inkml:brushProperty name="width" value="0.025" units="cm"/>
      <inkml:brushProperty name="height" value="0.025" units="cm"/>
    </inkml:brush>
  </inkml:definitions>
  <inkml:trace contextRef="#ctx0" brushRef="#br0">234 18 14081,'-2'-2'329,"-1"0"-1,0 0 0,0 1 0,0-1 0,-1 1 1,1 0-1,0-1 0,-1 1 0,1 1 1,0-1-1,-1 1 0,1-1 0,-7 1 1,0-1 493,5 1 2468,4 3-2600,-6 31-105,-2-1 0,-17 39-1,-8 31-77,7-10-301,9-32-98,2 1-1,-13 107 0,29-143-979,1 0 1,1 0-1,1 0 0,10 33 0,-13-59 785,0 1 0,0-1-1,-1 0 1,2 0 0,-1 1 0,0-1 0,0 0 0,0 0 0,0 1 0,0-1 0,0 0 0,0 0 0,0 0 0,0 1 0,0-1-1,0 0 1,1 0 0,-1 0 0,0 1 0,0-1 0,0 0 0,0 0 0,1 0 0,-1 0 0,0 1 0,0-1 0,0 0 0,1 0-1,-1 0 1,0 0 0,0 0 0,0 0 0,1 0 0,-1 1 0,21 3-5974,14-6-3755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0.567"/>
    </inkml:context>
    <inkml:brush xml:id="br0">
      <inkml:brushProperty name="width" value="0.025" units="cm"/>
      <inkml:brushProperty name="height" value="0.025" units="cm"/>
    </inkml:brush>
  </inkml:definitions>
  <inkml:trace contextRef="#ctx0" brushRef="#br0">393 0 8901,'-3'2'1467,"-12"8"127,0 0 0,-13 13 0,7-4-798,2 1 1,0 1-1,2 0 0,-24 37 1,-38 49 974,58-82-1193,0 2 0,2 0-1,2 0 1,-19 38 0,32-55-267,0 0 0,1 0 0,0 1 0,0-1 0,-1 15 0,4-20-197,0 1 0,0-1 0,0 0 0,0 0 0,1 1 0,0-1 0,0 0 0,1 0-1,-1 0 1,1 0 0,0 0 0,0-1 0,5 8 0,-1-5 2,-1 1-1,1-1 1,1 0 0,-1-1-1,1 0 1,0 0-1,1 0 1,0-1 0,-1 0-1,2 0 1,-1-1-1,0 0 1,1-1-1,0 1 1,13 2 0,28 4 230,0-3 1,0-1-1,62-1 1,-45-12-403,-64 7-277,-6-3-354,-4-1 285,-1-2-13,0 1-1,0 0 0,-1 0 1,0 1-1,-17-6 1,-34-6-1588,0 3 1,-98-8 0,142 20 992,1-1 0,-22-6 0,-5-7-6087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1.020"/>
    </inkml:context>
    <inkml:brush xml:id="br0">
      <inkml:brushProperty name="width" value="0.025" units="cm"/>
      <inkml:brushProperty name="height" value="0.025" units="cm"/>
    </inkml:brush>
  </inkml:definitions>
  <inkml:trace contextRef="#ctx0" brushRef="#br0">81 1 5877,'-15'20'1484,"12"-16"-136,-14 6 1135,-12 4 4159,14-7-5675,13-6 252,2 3-716,0 34 369,0-35-495,1 2-36,-1-3-316,0 3 70,0-1-1,1 1 0,0 0 1,0-1-1,0 1 1,0-1-1,1 0 0,-1 1 1,1-1-1,0 0 0,1 0 1,-1 0-1,1 0 0,-1-1 1,1 1-1,0-1 1,4 4-1,8 5 381,0 0 0,0-1 1,1-1-1,0 0 0,1-1 1,25 9-1,6-2 341,51 11-1,-72-21-589,-23-4-218,0-4-224,28-16-1166,-32 18 1362,0 0-1,1 0 1,-1 0-1,0 0 1,0 0-1,0 0 1,0 0 0,0-1-1,1 1 1,-1 0-1,0 0 1,0 0-1,0 0 1,0 0-1,0-1 1,0 1-1,0 0 1,1 0 0,-1 0-1,0 0 1,0-1-1,0 1 1,0 0-1,0 0 1,0 0-1,0-1 1,0 1 0,0 0-1,0 0 1,0 0-1,0-1 1,0 1-1,0 0 1,0 0-1,0 0 1,0 0-1,0-1 1,0 1 0,-1 0-1,1-5-137,0 0 47,-1 1-1,1 0 1,-1 0 0,0-1-1,0 1 1,0 0 0,0 0 0,-1 0-1,0 0 1,0 0 0,0 1-1,0-1 1,0 0 0,-1 1-1,1-1 1,-1 1 0,0 0 0,-4-3-1,-17-15-682,0 1 0,-1 2 0,-1 0 0,0 2 0,-43-20 0,56 31-303,1 0 0,-20-12 1,28 15 85,0-1-1,0 0 1,0 0 0,1 0-1,0-1 1,-4-4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1.482"/>
    </inkml:context>
    <inkml:brush xml:id="br0">
      <inkml:brushProperty name="width" value="0.025" units="cm"/>
      <inkml:brushProperty name="height" value="0.025" units="cm"/>
    </inkml:brush>
  </inkml:definitions>
  <inkml:trace contextRef="#ctx0" brushRef="#br0">68 21 8449,'0'0'7649,"-2"3"-6945,-9 20 614,10-21-131,1 2-626,-1 0-452,1 0-1,0 0 1,0 0 0,0 0 0,1-1 0,-1 1-1,1 0 1,0 0 0,0-1 0,0 1-1,1 0 1,-1-1 0,1 1 0,0-1 0,0 0-1,0 0 1,0 0 0,5 5 0,23 27 979,-24-27-781,0 0 0,0-1 0,1 0 0,-1-1-1,15 11 1,-7-8 138,1-1 0,0 0 0,1-1-1,31 10 1,69 8 1198,-51-22-700,-64-3-946,-1 0 1,1-1-1,-1 1 0,1 0 0,-1 0 1,1-1-1,-1 1 0,1 0 1,-1-1-1,0 1 0,1 0 0,-1-1 1,0 1-1,1-1 0,-1 1 0,0 0 1,1-1-1,-1 1 0,0-1 1,0 1-1,0-1 0,1 1 0,-1-1 1,0 1-1,0-1 0,0 1 1,0-1-1,0 1 0,0-1 0,0 0 1,0-1-33,1-1-86,0-1 1,-1 0-1,1 0 1,-1 0-1,0 0 1,0 0-1,-1 0 1,1 0-1,-1 1 0,0-1 1,0 0-1,0 0 1,0 1-1,-1-1 1,-3-5-1,1 0-166,-1 0-1,-1 1 0,0 0 0,0 1 0,-8-9 1,3 6-97,-1 1 0,0 0 0,0 0 1,-1 1-1,0 1 0,0 0 1,-27-9-1,-102-23-2709,142 39 3082,-66-19-1795,22 6-1066,16 7-2119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1.924"/>
    </inkml:context>
    <inkml:brush xml:id="br0">
      <inkml:brushProperty name="width" value="0.025" units="cm"/>
      <inkml:brushProperty name="height" value="0.025" units="cm"/>
    </inkml:brush>
  </inkml:definitions>
  <inkml:trace contextRef="#ctx0" brushRef="#br0">175 97 7841,'-74'45'4013,"71"-44"-1645,0 0-1381,-65 25 2772,66-25-3169,-1 1-400,0 0 0,1 0-1,-1 0 1,1 0-1,0 1 1,-4 4-1,4-4 71,0-2 202,3 3-42,2 1-273,-1 0 1,1 0 0,0 0 0,0 0-1,1 0 1,-1-1 0,1 1-1,0-1 1,0 0 0,1 0 0,-1-1-1,1 1 1,9 4 0,10 5 706,43 17 0,-52-24-530,13 3 183,0-1 0,1-2-1,0 0 1,53 2 0,-28-3-34,18-5 197,-69 0-678,-1 0 1,0-1-1,1 1 0,-1-1 0,0 0 0,0 0 1,1 0-1,-1 0 0,0 0 0,0-1 1,0 1-1,0 0 0,0-1 0,-1 0 1,1 1-1,3-5 0,-5 4-72,0 1 0,0-1 0,0 0 0,0 0 0,0 0 0,0 0 0,-1 0 0,1 1 0,0-1 0,-1 0 0,0 0 0,1 0 0,-1 1 0,0-1 0,-2-3 0,-19-27-1154,8 16 689,-1 0 0,0 1 0,-1 1 0,0 0 0,-1 1 0,-1 1 0,-32-16-1,-142-54-2817,172 75 2961,-1-1-1761,-34-19 1,29 10-3717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2.223"/>
    </inkml:context>
    <inkml:brush xml:id="br0">
      <inkml:brushProperty name="width" value="0.025" units="cm"/>
      <inkml:brushProperty name="height" value="0.025" units="cm"/>
    </inkml:brush>
  </inkml:definitions>
  <inkml:trace contextRef="#ctx0" brushRef="#br0">60 14 14137,'-49'9'2329,"39"-8"92,14-3-123,3-2-1670,0 1 0,0 0 1,1 1-1,-1 0 1,1 0-1,-1 0 0,1 1 1,0 0-1,0 1 1,-1-1-1,11 2 0,38-1 1523,-7-2-1564,0 3-1,79 11 1,-125-11-1430,0-2-301,1 1-1,0-1 1,-1 0 0,1 0 0,-1 0 0,5-2-1,-5 1-461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2.694"/>
    </inkml:context>
    <inkml:brush xml:id="br0">
      <inkml:brushProperty name="width" value="0.025" units="cm"/>
      <inkml:brushProperty name="height" value="0.025" units="cm"/>
    </inkml:brush>
  </inkml:definitions>
  <inkml:trace contextRef="#ctx0" brushRef="#br0">18 0 7737,'0'0'14186,"-1"3"-13300,-1 0-655,0 0-1,0 1 0,0-1 0,1 1 1,-1-1-1,1 1 0,0-1 0,0 1 1,1 0-1,-1 4 0,0 42 1320,1-30-1360,1 10 139,2-1-1,1 1 1,9 36-1,5 28 77,20 84-685,-37-171-122,1-1 0,0 0 1,0-1-1,1 1 0,0 0 0,0-1 1,7 11-1,-8-13-1798,-2 2-2332,2 2 1993,0-1-219,1 15-7536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3.162"/>
    </inkml:context>
    <inkml:brush xml:id="br0">
      <inkml:brushProperty name="width" value="0.025" units="cm"/>
      <inkml:brushProperty name="height" value="0.025" units="cm"/>
    </inkml:brush>
  </inkml:definitions>
  <inkml:trace contextRef="#ctx0" brushRef="#br0">97 0 14341,'-21'6'1072,"-1"1"346,2-6 5529,21-1-6835,0 0 0,0 0 1,0 0-1,0 0 1,0 0-1,0 0 1,0 0-1,0 1 1,0-1-1,0 0 1,0 1-1,0-1 0,0 0 1,0 1-1,-1-1 1,1 1-1,0-1 1,0 1-1,0 0 1,-1-1-1,1 1 0,0 0 1,0 0-1,-1-1 1,1 1-1,-1 0 1,1 0-1,-1 0 1,1 0-1,-1 0 1,1 0-1,-1 0 0,0 0 1,1 1-1,-1 3 9,0 0-1,0 0 0,0 0 1,-1 0-1,-1 10 0,-1 4 338,-46 392 1199,46-387-2965,1 45 1,6-15-4771,-3-50-986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4.212"/>
    </inkml:context>
    <inkml:brush xml:id="br0">
      <inkml:brushProperty name="width" value="0.025" units="cm"/>
      <inkml:brushProperty name="height" value="0.025" units="cm"/>
    </inkml:brush>
  </inkml:definitions>
  <inkml:trace contextRef="#ctx0" brushRef="#br0">182 53 8421,'0'0'5038,"-3"1"-4220,-3 0-598,1 1 0,-1 0-1,1 0 1,0 0 0,0 1 0,0 0-1,0 0 1,0 0 0,0 1-1,1-1 1,0 1 0,0 0-1,0 0 1,0 1 0,-3 5 0,-8 12 373,0 1 1,-10 25 0,14-28-299,7-12-92,-1 1 0,1 0 0,1 0 0,0 1 0,0-1 0,-2 17 0,3-8 45,0-11-109,1 1 0,0-1 0,1 0 0,0 1 0,0-1 0,0 0-1,1 1 1,0-1 0,1 0 0,-1 1 0,5 8 0,-2-6 22,25 54 1499,-25-57-1450,0-1 0,0 0-1,0 1 1,1-1-1,0-1 1,0 1 0,10 8-1,0-5 11,0 0-1,0-1 1,1-1-1,-1 0 1,2-1-1,-1-1 1,1 0-1,0-1 1,0-1-1,0-1 1,19 1-1,-34-3-231,1 0-1,-1 0 1,0-1-1,1 1 1,-1 0-1,0-1 0,0 0 1,1 1-1,-1-1 1,0 0-1,0 0 1,0 0-1,0 0 0,0-1 1,0 1-1,-1-1 1,1 1-1,0-1 1,-1 1-1,1-1 0,-1 0 1,1 0-1,1-4 1,-1 2-188,0-1 1,0 0-1,0 0 1,-1 0-1,0 0 1,0-1 0,0 1-1,-1 0 1,0 0-1,0-8 1,-2 1-202,0 0 0,-1 1 0,0-1 0,0 1 0,-2 0 1,1 0-1,-1 0 0,-1 0 0,0 1 0,0 0 0,-15-16 0,2 3-430,-1 1-1,-1 1 0,-36-27 0,42 37 1245,-1 1 0,0 1-1,0 0 1,-27-9-1,40 16-254,1 1 0,-1-1 0,0 0 0,0 0 0,1 0 0,-1 0 0,1-1 0,-3-2 0,0 0 1212,19-9 428,-12 12-1690,-1 0 0,1 0-1,0 1 1,0-1 0,0 0 0,0 1-1,0 0 1,0 0 0,0 0 0,1-1-1,-1 2 1,0-1 0,5-1 0,33-2 647,-20 3-403,39-6 411,0 3 1,0 3-1,0 2 0,72 10 0,-126-10-759,1-1 1,-1 1 0,1 0-1,-1 1 1,0 0-1,0 0 1,0 0-1,0 0 1,0 1-1,0-1 1,-1 1 0,1 1-1,-1-1 1,0 0-1,0 1 1,0 0-1,0 0 1,0 0-1,-1 1 1,0-1 0,0 1-1,0 0 1,2 7-1,2 5-98,-1 1 0,-1-1 0,-1 1 0,2 20 0,-2-14-3,12 42 0,-14-59 88,1 0 1,0-1-1,0 1 1,1-1-1,-1 1 1,1-1-1,1 0 0,-1-1 1,1 1-1,7 5 1,-6-6 14,0-1 1,0-1 0,1 1 0,-1-1-1,1 0 1,0 0 0,0-1 0,0 0 0,1 0-1,-1-1 1,0 0 0,1 0 0,-1-1-1,15 0 1,0-2 26,0 0 0,0-2 0,34-9 1,-55 12-35,40-14-133,-39 15 100,-1-1 1,1 0 0,-1 0 0,1 0 0,-1 0 0,1 0-1,-1 0 1,1 0 0,-1 0 0,0-1 0,0 1 0,0 0-1,0-1 1,0 1 0,0-1 0,0 1 0,0-1 0,-1 0-1,1 1 1,0-4 0,-1 0-107,0 1 0,-1 0 0,0 0 0,1 0 0,-2 0 0,1 0 0,0 0 0,-1 0 0,0 1 0,0-1 0,0 0 0,0 1 0,-4-5 0,-36-41-1485,41 47 1603,-24-22-582,-2 1 0,0 1 0,-1 1 0,-1 1-1,-1 2 1,-1 1 0,-42-17 0,58 26 1009,0-1 1,1 0-1,-23-19 0,33 24-256,4 4-133,0 0 0,0 0-1,0 0 1,0 0 0,0 0 0,1 0-1,-1 0 1,0 0 0,0 0-1,0 0 1,0 0 0,0 0 0,0 0-1,0 0 1,0 0 0,0 0 0,0 0-1,0 0 1,0 0 0,1 0-1,-1 0 1,0-1 0,0 1 0,0 0-1,0 0 1,0 0 0,0 0 0,0 0-1,0 0 1,0 0 0,0 0-1,0 0 1,0 0 0,0 0 0,0-1-1,0 1 1,0 0 0,0 0 0,0 0-1,0 0 1,0 0 0,0 0-1,0 0 1,0 0 0,0-1 0,129-5 2755,-39 3-1694,-17 1-66,-1 3-1,112 16 1,-182-16-993,20 2 163,1 1 1,25 8-1,-43-11-170,0 1-1,0 0 1,-1 0-1,1 0 1,0 1 0,-1-1-1,0 1 1,0 0-1,0 1 1,0-1 0,0 1-1,-1-1 1,1 1-1,-1 0 1,4 6 0,-5-5-30,0 0 1,0 1 0,0-1 0,-1 0-1,1 1 1,-1 0 0,-1-1 0,1 1-1,-1 0 1,0 8 0,-2 7-279,-8 31 0,3-13-4,6-35 273,1 1 0,0 0-1,0 0 1,1-1 0,-1 1-1,1 0 1,2 4 0,-1 1-6,-2-10 33,0 0 0,0 0 0,0 1 0,0-1 0,0 0-1,0 0 1,0 1 0,0-1 0,0 0 0,0 0 0,0 1 0,0-1-1,0 0 1,0 0 0,0 0 0,0 1 0,1-1 0,-1 0 0,0 0 0,0 0-1,0 1 1,0-1 0,0 0 0,1 0 0,-1 0 0,0 0 0,0 0 0,0 1-1,1-1 1,-1 0 0,0 0 0,0 0 0,1 0 0,-1 0 0,0 0-1,7 3-8,-4-1 9,1 0-1,0-1 1,-1 1-1,1-1 1,0 0 0,0 0-1,0-1 1,0 1-1,0-1 1,0 0 0,0 0-1,7 0 1,23-8 110,-1-2-1,-1-1 1,1-1 0,-2-2 0,0-1-1,31-20 1,-58 33-78,0-1 0,0 1 0,0-1-1,-1 0 1,1 0 0,-1-1 0,1 1-1,-1-1 1,0 1 0,0-1 0,-1 0 0,5-7-1,-7 9-47,1-1 0,0 1 0,-1 0 0,0 0 0,1 0 0,-1-1 0,0 1-1,0 0 1,0-1 0,0 1 0,-1 0 0,1 0 0,-1 0 0,1-1 0,-1 1-1,0 0 1,1 0 0,-1 0 0,0 0 0,-1 0 0,1 0 0,0 0 0,-1 0-1,1 1 1,-1-1 0,1 0 0,-3-1 0,-27-22-753,-1 1 0,-1 2 1,-70-36-1,60 38-326,-18-10-824,-12-3-3844,68 30 4775,-7-5-71,5 5-5351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35.584"/>
    </inkml:context>
    <inkml:brush xml:id="br0">
      <inkml:brushProperty name="width" value="0.025" units="cm"/>
      <inkml:brushProperty name="height" value="0.025" units="cm"/>
    </inkml:brush>
  </inkml:definitions>
  <inkml:trace contextRef="#ctx0" brushRef="#br0">1201 0 6205,'0'0'3602,"-3"3"-2799,-3 2-553,0 0 1,0 0-1,-1-1 0,1 0 1,-1 0-1,0-1 1,0 1-1,-1-2 1,1 1-1,-11 2 1,-44 12 1466,0 3 1,1 3 0,-61 32-1,93-39-1469,0 2 0,1 1 0,2 1 0,0 2 0,1 0 0,-40 47 0,-52 88 418,79-103-475,-7 15 159,2 2-1,3 3 1,-42 109 0,-61 246 1403,122-344-1320,3 1 1,5 0 0,3 1 0,2 135 0,9-171-203,2 1 1,2-1 0,3 0-1,21 78 1,-16-90-93,0-1 0,3 0 0,1-1 0,2-1 1,1-1-1,32 42 0,-15-30 121,2-3 0,83 74 1,-53-62 41,93 58 1,-116-86-202,-18-12-113,32 26 0,-39-22-426,-18-17 206,0 1 0,0-1 0,0 0 0,0 0 0,1-1 0,-1 1 0,1-1 0,5 3 0,-9-5 165,0 1 0,1-1 0,-1 0-1,0 0 1,1 1 0,-1-1 0,1 0 0,-1 0 0,0 0 0,1 0-1,-1 0 1,1 0 0,-1 0 0,0 0 0,1 0 0,-1 0-1,1 0 1,-1 0 0,0 0 0,1 0 0,-1 0 0,1 0 0,-1 0-1,0 0 1,1 0 0,-1 0 0,1-1 0,-1 1 0,0 0 0,1 0-1,-1-1 1,0 1 0,1 0 0,-1 0 0,0-1 0,0 1-1,1 0 1,-1-1 0,0 1 0,0 0 0,1-1 0,-1 1 0,0-1-1,0 1 1,0 0 0,0-1 0,0 1 0,0-1 0,0 1 0,0 0-1,1-1 1,-2 0 0,0-35-4459,-2 2-2526,3-15-4045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6.122"/>
    </inkml:context>
    <inkml:brush xml:id="br0">
      <inkml:brushProperty name="width" value="0.035" units="cm"/>
      <inkml:brushProperty name="height" value="0.035" units="cm"/>
    </inkml:brush>
  </inkml:definitions>
  <inkml:trace contextRef="#ctx0" brushRef="#br0">0 55 7533,'2'-2'2019,"17"-20"5861,-16 20-6873,2-1-685,0 0 1,1 0-1,-1 0 0,1 1 1,0 0-1,0 0 0,0 1 1,9-2-1,-3 2-16,25-3 743,-33 3-919,1 1-1,0-1 0,0 1 0,0 1 1,0-1-1,0 0 0,0 1 0,0 0 1,-1 0-1,1 1 0,0-1 0,-1 1 0,1 0 1,-1 0-1,8 5 0,6 5 210,-1 0 1,18 16-1,-35-27-335,42 36 763,58 69 1,25 50 232,-60-69-654,-5 4-1,-3 2 1,-4 3 0,-5 1-1,68 198 1,-86-202-249,-4 1 0,-5 2 0,-3 0 1,-5 0-1,1 195 0,-35-3-28,11-224-52,-2-2-1,-31 91 1,4-49-62,-4-3 0,-82 140 1,62-136-153,-87 109 0,103-152 144,15-18-32,-53 56 1,37-43 93,34-39-25,12-15 14,0 0 0,-1 1 0,2-1 0,-1 1-1,0-1 1,-1 7 0,-9 12 23,-65 67 46,69-76-73,-10 6-90,11-13 18,6-4 38,-1-1 1,1 0-1,-1 0 0,0 0 1,1 0-1,-1 0 0,0 0 0,0 0 1,1-1-1,-1 1 0,0-1 0,0 1 1,-3-1-1,-5 1-3259,10-5 1696,-5-25-1049,-1 0-63,4 1-3741,1-4-3511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6.726"/>
    </inkml:context>
    <inkml:brush xml:id="br0">
      <inkml:brushProperty name="width" value="0.035" units="cm"/>
      <inkml:brushProperty name="height" value="0.035" units="cm"/>
    </inkml:brush>
  </inkml:definitions>
  <inkml:trace contextRef="#ctx0" brushRef="#br0">386 1 11301,'-2'2'2204,"-3"2"-896,-1 2-543,0 0-1,0 1 1,1-1 0,0 1-1,0 0 1,1 0 0,-6 11 0,-46 126 1790,16-63-1689,-66 146 913,77-156-2199,-27 99 0,41-112-1814,2-80-2978,2-6-524,6-11-3389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6.930"/>
    </inkml:context>
    <inkml:brush xml:id="br0">
      <inkml:brushProperty name="width" value="0.035" units="cm"/>
      <inkml:brushProperty name="height" value="0.035" units="cm"/>
    </inkml:brush>
  </inkml:definitions>
  <inkml:trace contextRef="#ctx0" brushRef="#br0">1 0 17090,'5'3'2627,"183"89"6469,-104-49-7275,104 54 254,-45-21-1998,-119-61-121,-1 1-1,-1 1 1,35 35 0,-39-33-1635,21 30 0,-13-4-9736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7.559"/>
    </inkml:context>
    <inkml:brush xml:id="br0">
      <inkml:brushProperty name="width" value="0.035" units="cm"/>
      <inkml:brushProperty name="height" value="0.035" units="cm"/>
    </inkml:brush>
  </inkml:definitions>
  <inkml:trace contextRef="#ctx0" brushRef="#br0">52 0 11965,'0'0'7399,"-1"3"-5876,-5 6-1010,1 1-1,1-1 1,0 1-1,0 1 1,1-1-1,0 0 0,1 1 1,0 0-1,0-1 1,1 17-1,-4 11 307,-1 31 173,3 0 0,7 90 0,1-87-585,2 37-75,-6-68-1137,2 0 0,10 55 1,-11-91 339,-1 1 1,1-1-1,0 0 1,0 0-1,1 0 1,-1 0-1,4 5 1,-5-9 192,0 0 1,0 0-1,0 0 1,0 0 0,0 0-1,0 0 1,0 0-1,0-1 1,0 1-1,0 0 1,0-1 0,2 2-1,-2-2-32,0 0 1,-1 0-1,1 0 0,0 0 1,-1 0-1,1 0 0,0 0 0,-1 0 1,1 0-1,0 0 0,-1-1 1,1 1-1,0 0 0,-1 0 0,1-1 1,0 1-1,-1 0 0,1-1 1,-1 1-1,1 0 0,-1-1 0,1 1 1,0-2-1,19-20-10822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7.797"/>
    </inkml:context>
    <inkml:brush xml:id="br0">
      <inkml:brushProperty name="width" value="0.035" units="cm"/>
      <inkml:brushProperty name="height" value="0.035" units="cm"/>
    </inkml:brush>
  </inkml:definitions>
  <inkml:trace contextRef="#ctx0" brushRef="#br0">1 12 14065,'9'-11'1696,"-3"16"502,-6-4-1994,1 0 1,0 0 0,0 1 0,0-1 0,-1 0-1,1 0 1,0 0 0,0-1 0,0 1 0,1 0-1,-1 0 1,0 0 0,0-1 0,2 1 0,8 2 912,-1-1 1,1-1-1,16 1 0,-2 0 231,90 2 1826,-72-4-1802,45 5 1,-65-3-1365,32-2-1,-34-1-32,0 1-1,27 3 0,-45-2-632,-18-14-11131,2-6-5485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8.251"/>
    </inkml:context>
    <inkml:brush xml:id="br0">
      <inkml:brushProperty name="width" value="0.035" units="cm"/>
      <inkml:brushProperty name="height" value="0.035" units="cm"/>
    </inkml:brush>
  </inkml:definitions>
  <inkml:trace contextRef="#ctx0" brushRef="#br0">122 1 11165,'21'31'10144,"-23"-27"-9840,-23 30-71,3 1 1,1 1-1,1 1 1,-22 59-1,31-57 120,11-38-312,0-1 1,0 1-1,0 0 1,0 0 0,1 0-1,-1 0 1,0 0-1,0 0 1,0 0-1,1 0 1,-1-1 0,0 1-1,1 0 1,-1 0-1,1 0 1,-1-1-1,1 1 1,0 0-1,0 0 1,2 3 176,-1 0-79,0 0 0,0-1-1,1 1 1,0-1 0,-1 0-1,1 0 1,0 0 0,1 0-1,-1-1 1,0 1 0,1-1-1,0 1 1,-1-1 0,1-1-1,8 4 1,4 0 282,1 0 0,28 4 0,309 43 3195,-338-49-3406,0 1 0,0 0 0,16 7 0,-28-10-178,0 1 0,-1-1 1,0 1-1,1-1 1,-1 1-1,0 0 0,0 1 1,0-1-1,0 0 0,0 1 1,-1-1-1,1 1 0,-1 0 1,0 0-1,1 0 1,-1 0-1,-1 0 0,1 1 1,2 6-1,-3-4-65,-1-1-1,1 1 1,-1 0-1,-1 0 1,1 0-1,-1 0 1,0-1-1,0 1 1,-1 0-1,0-1 1,0 1 0,0-1-1,-1 0 1,1 0-1,-6 7 1,-6 8-386,-1 0 1,-24 23-1,37-40 363,-11 12-710,-1 0-1,0-1 1,-1-1 0,-1 0-1,0-1 1,0 0 0,-1-2-1,-22 11 1,-97 30-9798,82-38 89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9.114"/>
    </inkml:context>
    <inkml:brush xml:id="br0">
      <inkml:brushProperty name="width" value="0.035" units="cm"/>
      <inkml:brushProperty name="height" value="0.035" units="cm"/>
    </inkml:brush>
  </inkml:definitions>
  <inkml:trace contextRef="#ctx0" brushRef="#br0">240 1 4008,'-13'10'933,"11"-7"-636,-1-1 0,0 0-1,1 0 1,-1 0 0,0 0 0,0 0-1,0-1 1,0 0 0,-5 2 0,-9 1 623,13-3 105,-13 8 1201,12-7-1660,1-1-1,0 0 1,-1 0 0,1-1 0,0 1-1,-1-1 1,1 0 0,-9-1 0,1 1-425,9 0 1364,-11 11-261,11-8-1050,0 0-1,1 1 1,-1-1 0,1 1 0,0-1 0,0 1 0,-2 6-1,2-6-101,0 0-1,1 0 0,-2-1 0,1 1 1,-5 6-1,2-4 87,1 1 1,-1 0-1,1 0 1,1 0-1,-1 0 0,1 0 1,0 1-1,1 0 0,0-1 1,0 1-1,1 0 0,-1 16 1,1-13 98,1 1 1,1-1 0,0 0-1,0 1 1,1-1-1,0 0 1,1 1 0,6 13-1,-5-17-141,0 0 1,0-1-1,1 1 0,0-1 0,1 0 0,0 0 1,0-1-1,0 0 0,0 0 0,1 0 0,0-1 1,1 0-1,13 8 0,-4-5-1,0-1-1,0-1 1,1 0-1,0-1 1,24 3-1,-41-7-145,1-1 0,-1 0 0,0 0 0,0 0-1,1 0 1,-1-1 0,0 1 0,0 0-1,0 0 1,1-1 0,-1 1 0,0-1 0,0 1-1,0-1 1,0 1 0,2-2 0,3-1-108,-3 2-24,1 0 0,-1 0 1,0 0-1,0-1 0,0 1 0,0-1 1,0 0-1,0 1 0,-1-1 0,1-1 1,-1 1-1,1 0 0,-1-1 0,0 1 1,0-1-1,0 1 0,0-1 0,2-4 0,-2 2-55,-1 1-1,1-1 1,-1 0-1,0 0 1,-1 0-1,1 0 0,-1 0 1,0 1-1,0-1 1,-1 0-1,1 0 1,-1 0-1,-1-5 1,-3-12-287,2 6 136,-1-1-1,0 1 1,-1 0-1,0 0 1,-2 1-1,-10-20 1,3 16 160,-1 1 1,-24-23 0,22 23 775,-29-36 1,40 47-351,0 0 0,0 0 0,-1 1 0,-7-5-1,-8-8 4083,47 20-3790,0 2-1,-1 0 1,40 12 0,5 0-252,-37-9-205,-4-1-27,0 0-1,0 2 0,50 20 0,-50-15-31,-1 0 4,47 27-1,-28-9-6,2-2 0,1-3 0,0-1 0,81 26 0,-98-42 4,0-2 0,0-1 0,36 1 1,-61-5-6,57 8 237,-64-9-244,0 0 1,0 0 0,0 1-1,0-1 1,1 0-1,-1 0 1,0 0 0,0 0-1,0 0 1,1 0-1,-1 0 1,0 0 0,0 0-1,0 0 1,0 0 0,1 0-1,-1-1 1,0 1-1,0 0 1,0 0 0,1 0-1,-1 0 1,0 0-1,0 0 1,0 0 0,0 0-1,0-1 1,1 1-1,-1 0 1,0 0 0,0 0-1,0 0 1,0 0 0,0-1-1,0 1 1,2-2 3,0 0 1,-1 0 0,1 0-1,-1 0 1,0 0-1,0-1 1,0 1 0,0 0-1,0-1 1,0 1-1,-1-1 1,1 1 0,-1-1-1,1 1 1,-1-4-1,-1 3-11,1-1 0,-1 1 0,0 0 0,0-1 0,0 1 0,-1 0-1,1 0 1,-1 0 0,0 0 0,0 0 0,-4-5 0,-2-2-18,0 1 0,-1 0 0,-1 0 1,1 1-1,-13-8 0,-58-32-348,10 6-763,52 31-341,-1 1 0,-1 1 0,0 0 0,-37-10 0,11 4-7470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9.680"/>
    </inkml:context>
    <inkml:brush xml:id="br0">
      <inkml:brushProperty name="width" value="0.035" units="cm"/>
      <inkml:brushProperty name="height" value="0.035" units="cm"/>
    </inkml:brush>
  </inkml:definitions>
  <inkml:trace contextRef="#ctx0" brushRef="#br0">1 22 16606,'0'0'101,"-1"0"1,1 0-1,0-1 1,0 1 0,0 0-1,0 0 1,0 0 0,0 0-1,0-1 1,0 1 0,0 0-1,0 0 1,1 0-1,-1-1 1,0 1 0,0 0-1,0 0 1,0 0 0,0 0-1,0-1 1,0 1 0,0 0-1,0 0 1,1 0-1,-1 0 1,0 0 0,0 0-1,0-1 1,0 1 0,0 0-1,1 0 1,-1 0 0,0 0-1,0 0 1,0 0-1,0 0 1,1 0 0,-1 0-1,0 0 1,0 0 0,0 0-1,0 0 1,1 0 0,-1 0-1,0 0 1,21-7 2505,-11 4-1807,0 1-1,0 0 1,15 0 0,25 2 1003,199 7 1521,-175-6-6712,-61-2 364,-23 3-2210,-4 5 2398,2 0-96,-37 16-8884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49.837"/>
    </inkml:context>
    <inkml:brush xml:id="br0">
      <inkml:brushProperty name="width" value="0.035" units="cm"/>
      <inkml:brushProperty name="height" value="0.035" units="cm"/>
    </inkml:brush>
  </inkml:definitions>
  <inkml:trace contextRef="#ctx0" brushRef="#br0">1 67 20238,'112'-25'2612,"-56"22"-312,-11-4-372,4 3-431,0 1-313,1 3-276,-1 3-280,-28-3-612,17-3-748,-3-4-896,-14 3-1101,0-6-519,-45 6-16742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1.311"/>
    </inkml:context>
    <inkml:brush xml:id="br0">
      <inkml:brushProperty name="width" value="0.035" units="cm"/>
      <inkml:brushProperty name="height" value="0.035" units="cm"/>
    </inkml:brush>
  </inkml:definitions>
  <inkml:trace contextRef="#ctx0" brushRef="#br0">81 25 8377,'3'-20'2159,"-2"16"1364,-15 15-722,11-9-2626,1 1-1,0 0 1,-1-1 0,1 1 0,1 0 0,-1 0 0,0 1 0,1-1 0,-1 0 0,1 0 0,-1 7 0,-6 43 714,3-15-267,-8 38 214,4 1 1,0 116-1,7-143-531,1-38-142,0-1 0,1 1 0,0-1 0,1 0 0,4 22 0,-4-32-105,-1 1 1,0 0-1,1-1 1,0 1-1,-1-1 1,1 1-1,0 0 1,-1-1 0,1 0-1,0 1 1,0-1-1,0 0 1,1 1-1,-1-1 1,0 0-1,0 0 1,1 0-1,1 1 1,-2-1-31,0-1 0,1 0-1,-1 0 1,0 1 0,0-1 0,1 0-1,-1 0 1,0 0 0,0 0 0,1-1-1,-1 1 1,0 0 0,0 0 0,0-1-1,1 1 1,-1-1 0,0 1 0,2-2-1,4-3 30,0 0 0,-1-1 0,1 0 0,-1 0 0,7-9 0,-11 13-28,19-24 68,-1-1 0,-1-1 1,-2-1-1,-1 0 0,22-55 1,-33 69-196,0 0 1,-1 0-1,-1 0 1,0-1-1,1-29 0,-4 44 84,0 0-1,0 0 0,0 0 1,0 0-1,0 0 1,0-1-1,-1 1 0,1 0 1,0 0-1,0 0 0,-1 0 1,1 0-1,-1 0 0,1 0 1,-1 0-1,0 0 0,1 0 1,-1 0-1,-1-1 1,-20-6-261,20 8 255,-1 0-4,-1 0 0,1 1 0,0-1 0,0 1 1,0-1-1,0 1 0,1 0 0,-1 0 0,0 0 0,0 1 0,-3 1 0,1-1-48,3 0-51,-1-1 1,0 1-1,0-1 1,0 1-1,1 0 1,-1 0-1,1 0 1,0 0 0,0 0-1,-1 1 1,1-1-1,1 1 1,-1-1-1,0 1 1,1 0-1,-1 0 1,1 0-1,0-1 1,0 1 0,-1 5-1,4-5-378,1 0 0,-1 1-1,1-1 1,0-1 0,6 5-1,-7-4-712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1.768"/>
    </inkml:context>
    <inkml:brush xml:id="br0">
      <inkml:brushProperty name="width" value="0.035" units="cm"/>
      <inkml:brushProperty name="height" value="0.035" units="cm"/>
    </inkml:brush>
  </inkml:definitions>
  <inkml:trace contextRef="#ctx0" brushRef="#br0">180 0 12537,'0'0'3571,"1"4"-2267,3 14-764,-1-1 1,0 1 0,-1 0 0,-1-1-1,-3 31 1,-16 95 419,-5-9-24,-11 75 223,0 25-157,-25 197 185,37 2-1783,22-355 173,-1-30-838,2 1-1,12 79 1,-13-127 1104,0 0 0,0 0 0,1 0 0,-1 1 1,0-1-1,0 0 0,1 0 0,-1 0 0,1 0 0,-1 0 0,1 0 0,0 0 0,-1 0 0,1 0 0,0 0 0,1 1 0,-1-2-87,-1 0 0,1 0 1,0 0-1,0 0 0,-1 0 0,1 0 0,0 0 0,0 0 0,-1-1 1,1 1-1,0 0 0,0 0 0,-1-1 0,1 1 0,0 0 0,-1-1 0,1 1 1,-1-1-1,1 1 0,0 0 0,-1-1 0,1 0 0,0 0 0,22-23-9348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1.955"/>
    </inkml:context>
    <inkml:brush xml:id="br0">
      <inkml:brushProperty name="width" value="0.035" units="cm"/>
      <inkml:brushProperty name="height" value="0.035" units="cm"/>
    </inkml:brush>
  </inkml:definitions>
  <inkml:trace contextRef="#ctx0" brushRef="#br0">151 0 14881,'-10'19'253,"-52"103"2433,54-101-1958,0 0 0,1 0 0,1 0 0,-4 32 0,-19 339 5251,25 3-3510,4-334-2113,18 366 418,-6-219-1843,-8-153 170,-2-30-483,-1 0-1,-2 40 1,1-63 924,-1 0 1,1 0-1,0-1 0,0 1 1,-1 0-1,1 0 1,-1 0-1,0 0 0,1-1 1,-1 1-1,0 0 0,0-1 1,0 1-1,0 0 0,0-1 1,0 1-1,-1-1 0,1 0 1,-1 1-1,1-1 1,-1 0-1,-1 1 0,-18 12-10955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2.143"/>
    </inkml:context>
    <inkml:brush xml:id="br0">
      <inkml:brushProperty name="width" value="0.035" units="cm"/>
      <inkml:brushProperty name="height" value="0.035" units="cm"/>
    </inkml:brush>
  </inkml:definitions>
  <inkml:trace contextRef="#ctx0" brushRef="#br0">1 225 18938,'47'-21'2462,"2"3"1,93-22 0,106-4 3945,-233 41-6375,308-42 90,44-8-746,-364 52-2167,-22 23-10231,-21 2-451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2.331"/>
    </inkml:context>
    <inkml:brush xml:id="br0">
      <inkml:brushProperty name="width" value="0.035" units="cm"/>
      <inkml:brushProperty name="height" value="0.035" units="cm"/>
    </inkml:brush>
  </inkml:definitions>
  <inkml:trace contextRef="#ctx0" brushRef="#br0">1 231 21730,'158'-45'3096,"-71"20"-371,-6 8-453,-8-1-448,4 1-704,4 3-1120,7 0 0,-1 3 0,-6 1 0,-8-1 0,-6 1 0,-15 6-1604,-13-17-2024,-15 7 23,-3 18-3435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2.930"/>
    </inkml:context>
    <inkml:brush xml:id="br0">
      <inkml:brushProperty name="width" value="0.035" units="cm"/>
      <inkml:brushProperty name="height" value="0.035" units="cm"/>
    </inkml:brush>
  </inkml:definitions>
  <inkml:trace contextRef="#ctx0" brushRef="#br0">8 538 14977,'-7'18'5991,"10"-17"-5166,35 7 351,-36-7-1105,0 0-1,0 0 1,0 0 0,-1 0-1,1 0 1,0 0 0,0 0 0,-1 0-1,1 0 1,-1 1 0,0-1 0,3 4-1,-2-3 58,-1-1-110,0 0 1,0 0 0,0 0 0,-1 0 0,1 0-1,0 0 1,-1 0 0,1 0 0,-1 0 0,1 0 0,-1 0-1,0 0 1,1 0 0,-1 0 0,0 1 0,0 1 0,2 4 35,0-2-22,1 1 1,-1-1 0,0 1 0,-1 0 0,0 0 0,0 0 0,0 0-1,-1 0 1,1 0 0,-1 0 0,-1 0 0,1 0 0,-1 0 0,0 0-1,-1 0 1,1 0 0,-4 6 0,2 1 57,-1 13-29,3-23-40,-10-17 38,9 12-64,0-1 0,0 0 0,0 0 0,1 0 0,-1 0 0,1 0 0,-1 0 0,1-1 0,0 1 0,0 0 0,0-6 0,-3-44-57,3 33 14,-3-26-259,4 43 268,0 1 0,0-1 1,1 0-1,-1 0 0,1 1 0,-1-1 0,1 0 1,0 0-1,0 1 0,0-1 0,0 1 0,2-3 1,0-1-68,-2 3-47,-1 0-106,1-2 233,0 0 0,0 1 1,1-1-1,0 1 0,-1-1 0,1 1 1,1 0-1,-1-1 0,1 1 0,-1 1 1,1-1-1,0 0 0,0 1 0,1-1 1,-1 1-1,1 0 0,4-3 0,94-67-29,-56 42 156,-2-3 0,66-62 0,-59 41 736,82-79 3860,-79 95-1906,-53 39-2780,-1-1 0,0 1 0,1 0-1,-1-1 1,0 1 0,1 0 0,-1-1 0,0 1-1,1 0 1,-1 0 0,0 0 0,1-1 0,-1 1-1,1 0 1,-1 0 0,1 0 0,-1 0-1,0 0 1,1 0 0,-1 0 0,1 0 0,-1 0-1,1 0 1,-1 0 0,1 0 0,-1 0 0,0 0-1,1 0 1,-1 0 0,1 1 0,-1-1 0,0 0-1,1 0 1,0 1 0,0 0 16,0 0 0,0 0 0,0 1 0,-1-1 1,1 0-1,0 1 0,-1-1 0,1 1 0,-1-1 0,1 3 0,6 46 242,-7-50-269,1 47 0,-9 86 0,-18 48 0,12-90 0,-15 107 19,-81 477-215,79-482-3354,23-133-573,7-56 523,22-14-14733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3.294"/>
    </inkml:context>
    <inkml:brush xml:id="br0">
      <inkml:brushProperty name="width" value="0.035" units="cm"/>
      <inkml:brushProperty name="height" value="0.035" units="cm"/>
    </inkml:brush>
  </inkml:definitions>
  <inkml:trace contextRef="#ctx0" brushRef="#br0">347 38 10633,'-2'1'2278,"5"-4"-2271,2-1 1819,0-1 4115,-9 4-5200,-11-5-505,0 2-1,0-1 1,-1 2-1,1 0 1,-1 1-1,0 1 1,0 0-1,0 1 1,-19 2 0,-98 18 196,132-20-409,0 0-1,0 1 1,0-1 0,0 0-1,0 0 1,0 1 0,0-1-1,0 1 1,0-1-1,1 1 1,-1-1 0,0 1-1,0 0 1,0-1 0,0 1-1,1 0 1,-2 1 0,-2 2 111,2-3-74,1 0 1,-1 0-1,0 0 1,1 0-1,-1 1 1,1-1 0,0 0-1,-1 1 1,1-1-1,0 1 1,0-1-1,0 1 1,0-1 0,0 1-1,0 0 1,1 0-1,-1-1 1,1 1-1,-1 0 1,1 0-1,-1 0 1,1 0 0,0 0-1,0 0 1,0-1-1,0 1 1,0 0-1,1 0 1,-1 0 0,0 0-1,1 0 1,-1 0-1,1-1 1,0 1-1,0 0 1,0-1 0,0 1-1,0 0 1,0-1-1,0 1 1,0-1-1,2 2 1,7 8 245,1-1 1,0 0-1,0-1 0,20 12 1,-18-12 6,-9-6-231,103 76 1519,-91-66-1408,0 1 0,-1 1 0,0 1 0,13 19 1,-23-28-178,-1 1 1,1 0-1,-1 0 1,-1 0-1,1 0 1,-1 1-1,-1-1 1,0 1-1,0 0 1,-1 0-1,0-1 1,0 1-1,-1 0 1,0 0-1,0 0 1,-1 0-1,-3 12 1,1-10-379,0-1-1,-1 0 1,1-1 0,-2 1 0,0-1 0,0 0-1,-1 0 1,0 0 0,0-1 0,-1 0 0,0 0-1,0 0 1,-1-1 0,-13 10 0,15-13-181,-1-1 0,1 1 0,-1-1-1,0 0 1,0 0 0,0-1 0,-1 0 0,-10 2 0,12-3-598,0-1 0,-1 0-1,1 1 1,-1-2 0,1 1 0,-10-3-1,-22-11-9715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4.616"/>
    </inkml:context>
    <inkml:brush xml:id="br0">
      <inkml:brushProperty name="width" value="0.035" units="cm"/>
      <inkml:brushProperty name="height" value="0.035" units="cm"/>
    </inkml:brush>
  </inkml:definitions>
  <inkml:trace contextRef="#ctx0" brushRef="#br0">339 828 8753,'-11'-2'860,"0"0"362,1 3 7073,7 0-8080,1 0 0,-1 0 0,0 0 0,1 0 0,-1 1 0,1 0 0,0-1 0,-4 4 0,-13 8 380,-35 7 187,27-10-519,-1 0 0,2 2 0,-28 17-1,47-25-160,0 1-1,1-1 0,-1 1 0,1 1 0,0-1 0,0 1 1,1 0-1,0 0 0,0 1 0,-7 12 0,12-12 82,2-3-143,0 1 0,0-1-1,1 0 1,-1 0 0,1 0 0,0 0 0,0 0 0,1-1-1,-1 0 1,1 1 0,0-1 0,-1 0 0,2-1 0,-1 1-1,8 3 1,16 4-104,-1 0 0,1-2-1,1-2 1,0 0-1,0-2 1,44 1 0,-27 4-619,-42-8 147,-3-4-35,16-26-506,-16 29 1065,-1 0-1,0-1 1,0 1-1,0 0 1,0 0-1,1 0 1,-1 0-1,0-1 0,0 1 1,0 0-1,0 0 1,0 0-1,0-1 1,0 1-1,0 0 1,0 0-1,0-1 1,0 1-1,0 0 1,0 0-1,0-1 0,0 1 1,0 0-1,0 0 1,0 0-1,0-1 1,0 1-1,0 0 1,0 0-1,0-1 1,0 1-1,-12-41-554,12 40 577,-1 0 0,1 0 1,-1-1-1,1 1 1,-1 0-1,1 0 0,-1 0 1,0 0-1,0 0 0,1 0 1,-1 0-1,0 1 1,0-1-1,0 0 0,0 0 1,0 1-1,0-1 1,-2-1-1,-9-6 783,9 4-591,1 1 1,-1 0-1,0 0 1,0 0 0,-5-4-1,28 2-80,-19 4-119,0 1-1,0-1 0,0 1 0,1-1 1,-1 1-1,0-1 0,0 1 0,0 0 1,1 0-1,-1 0 0,0-1 0,1 1 1,-1 1-1,0-1 0,0 0 0,1 0 1,-1 0-1,0 1 0,0-1 0,1 0 1,-1 1-1,1 0 0,11 6 30,-1 0 1,0 2-1,0-1 0,13 14 1,9 6-61,12 9 152,-29-22-497,37 25 1,-52-38-50,1-4-168,8-1 437,-9 2 136,0 0 0,1 1 0,-1-1 0,0 0 0,0 0 0,0 0 0,0 0 0,0 0 0,-1 0 0,1-1 0,0 1-1,-1-1 1,1 1 0,0-1 0,-1 1 0,0-1 0,1 0 0,0-2 0,11-19 227,20-28 0,-19 32 284,12-26-1,-24 42-385,-1 0 0,1-1-1,-1 1 1,0-1-1,-1 0 1,2-4 0,0-5 183,0 10 781,-8 3-973,-50 3 38,56-3-133,-1 0 0,1 1 0,-1-1 0,0 0 1,1 1-1,-1-1 0,1 1 0,-1-1 0,1 1 1,0-1-1,-1 1 0,1-1 0,-1 1 0,1-1 0,0 1 1,0 0-1,-1-1 0,1 1 0,0-1 0,0 1 1,0 0-1,-1-1 0,1 1 0,0 0 0,0-1 1,0 1-1,0 0 0,0-1 0,1 2 0,-1-1 5,-2 3-6,1-1 0,0 1 0,-1-1 0,0 1 0,1-1 1,-6 6-1,-1 4 3,7-11-4,6-3-57,3-1 43,-2 1 4,-1 0 1,0-1-1,1 1 0,-1-1 1,0 0-1,0-1 1,0 1-1,0-1 0,-1 0 1,1 0-1,7-7 1,2-3-10,1 2 0,0 0 0,28-15 0,60-24-117,-38 19 3,-60 28 87,0 1-1,0 0 1,0 0 0,0 1-1,0 0 1,0 0 0,0 0-1,1 0 1,-1 1 0,0-1-1,0 1 1,1 1 0,-1-1-1,0 1 1,7 2 0,-8-2 11,0 0 0,-1 1 0,1 0 0,0 0 0,-1 0 1,1 0-1,-1 1 0,0-1 0,0 1 0,0 0 0,0 0 0,0 0 0,-1 0 1,1 0-1,-1 1 0,0-1 0,0 1 0,0 0 0,0-1 0,1 7 1,-1-2-42,19 43-697,-20-48 703,0 0 0,1 1 0,-1-1 0,-1 0 0,1 0 0,0 0 0,-1 1 0,0-1 0,0 5 0,1 0-92,0-4-60,8-5 153,0 1 0,0-2 0,0 1 1,-1-2-1,1 1 0,0-1 0,-1 0 0,1-1 1,8-4-1,11-9 115,32-24 0,-10 7 105,-9 9 326,86-40-1,-127 65-476,0 0-1,0 0 0,0 0 0,0 0 0,0 0 0,0 0 0,1 0 0,-1 0 1,0 0-1,0-1 0,0 1 0,0 0 0,0 0 0,0 0 0,0 0 1,0 0-1,1 0 0,-1 0 0,0 0 0,0 0 0,0 0 0,0 0 1,0 0-1,0 0 0,1 0 0,-1 0 0,0 0 0,0 0 0,0 0 0,0 0 1,0 0-1,0 0 0,1 0 0,-1 0 0,0 0 0,0 1 0,0-1 1,0 0-1,0 0 0,0 0 0,0 0 0,0 0 0,0 0 0,1 0 1,-1 0-1,0 0 0,0 0 0,0 1 0,0-1 0,0 0 0,0 0 0,0 0 1,0 0-1,0 0 0,0 0 0,0 1 0,0-1 0,0 0 0,0 0 1,0 0-1,2 6 11,-1-1 1,0 1-1,0-1 1,0 1-1,0 0 0,-1-1 1,0 1-1,-1 7 1,-13 48-251,11-53 138,1-1 0,0 1 1,0 0-1,1 0 0,0 0 0,0-1 1,1 1-1,0 0 0,0 0 1,1 0-1,0 0 0,0 0 0,1 0 1,0-1-1,5 14 0,-1-19-43,15-2 96,-1-2 0,1-1 0,-1-1 1,0 0-1,0-1 0,0-2 0,-1 0 1,1-1-1,-2 0 0,1-2 0,18-13 0,-18 10 74,0-1 0,-1 0-1,0-2 1,-2 0 0,0-1-1,-1-1 1,0 0 0,-1-1-1,21-39 1,-10 3 282,-2 0-1,-3-2 1,-2 0-1,-2-1 1,11-93-1,-24 122 139,-1 0-1,-2 0 1,-1-1-1,-1 1 1,-2 0-1,0 0 1,-12-35-1,-2-7 1505,18 71-1945,0 0 1,0 0-1,0 0 0,0 0 1,0 0-1,0 0 0,0 0 0,-1 0 1,1 0-1,0 0 0,0 1 0,0-1 1,0 0-1,0 0 0,0 0 0,0 0 1,0 0-1,-1 0 0,1 0 0,0 0 1,0 0-1,0 0 0,0 0 1,0 0-1,0 0 0,0 0 0,-1 0 1,1 0-1,0 0 0,0 0 0,0 0 1,0 0-1,0 0 0,0 0 0,0 0 1,-1-1-1,1 1 0,0 0 1,0 0-1,0 0 0,0 0 0,0 0 1,0 0-1,0 0 0,0 0 0,0 0 1,0 0-1,0 0 0,0-1 0,-1 1 1,1 0-1,0 0 0,0 0 1,0 0-1,0 0 0,0 0 0,0 0 1,0-1-1,0 1 0,0 0 0,0 0 1,0 0-1,0 0 0,0 0 0,0 0 1,0 0-1,0-1 0,-5 5 57,0 0-1,-1 1 1,1 0-1,1-1 1,-1 1-1,1 1 1,0-1-1,0 1 1,0 0-1,1 0 1,-5 12-1,0 5 18,1 0-1,-5 30 1,8-35-39,-16 93 126,5 2-1,0 133 0,21 228 331,38 60-121,-24-340-297,-1 83 14,-5-45-677,-13-219 75,1 0 0,0 0-1,6 19 1,-6-29 56,0-7 18,2-6 165,1-1 0,-2 1 0,1-1 0,-2 0 0,1 0 0,0-18 0,-1-73-992,-3 58 752,41-750-2425,-28 709 3460,4 1 0,29-87 1,-35 137-336,-6 19-24,1 0 0,9-18 0,-12 29-48,-3 11-282,1-1 1,-1 0-1,-1 0 0,-3 11 0,3-10-209,1-4 189,1-1 1,-1 0-1,0 0 0,0 0 0,0 0 0,0 0 0,0-1 0,-1 1 0,1 0 0,-1-1 0,1 1 1,-1 0-1,1-1 0,-1 0 0,0 1 0,0-1 0,0 0 0,-2 1 0,-8 6-919,-25 20-4263,13-2-3266</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4.838"/>
    </inkml:context>
    <inkml:brush xml:id="br0">
      <inkml:brushProperty name="width" value="0.035" units="cm"/>
      <inkml:brushProperty name="height" value="0.035" units="cm"/>
    </inkml:brush>
  </inkml:definitions>
  <inkml:trace contextRef="#ctx0" brushRef="#br0">358 1 15157,'-117'84'1614,"112"-80"-1444,0 0-1,0 0 1,0 0 0,1 1-1,0 0 1,0-1 0,0 2-1,1-1 1,-1 0 0,1 1-1,0-1 1,-3 12 0,-1 0 189,-19 48 1135,-26 101 0,-2 75 684,15 98-146,37-313-1911,-3 78 322,5-89-491,1 1 0,0 0 0,1-1 0,6 21 0,-7-32-165,0 0-1,0 0 0,1 0 1,0 0-1,-1-1 0,1 1 1,0 0-1,1-1 0,-1 0 1,1 1-1,-1-1 0,1 0 1,0 0-1,0-1 0,1 1 0,-1-1 1,0 1-1,1-1 0,-1 0 1,1 0-1,0-1 0,0 1 1,0-1-1,-1 0 0,1 0 1,0 0-1,1 0 0,-1-1 1,7 0-1,-7 0-517,-1 0 1,1-1-1,-1 0 1,1 0-1,-1 0 1,1 0-1,-1-1 1,5-2-1,27-19-10158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5.309"/>
    </inkml:context>
    <inkml:brush xml:id="br0">
      <inkml:brushProperty name="width" value="0.035" units="cm"/>
      <inkml:brushProperty name="height" value="0.035" units="cm"/>
    </inkml:brush>
  </inkml:definitions>
  <inkml:trace contextRef="#ctx0" brushRef="#br0">28 1 15101,'-1'2'1795,"-11"28"1461,12-30-3143,0 1-1,0 0 1,1 0 0,-1 0 0,0-1-1,0 1 1,0 0 0,0 0-1,1-1 1,-1 1 0,0 0 0,1 0-1,-1-1 1,1 1 0,-1 0 0,1-1-1,-1 1 1,1-1 0,-1 1 0,2 0-1,-1 1 258,10 17 1517,-6-9-1285,0 0 0,1 0 1,0 0-1,15 16 0,-18-24-86,-3-1-507,0 0 0,1 0 0,-1 0 0,1 0 0,-1 0 0,0-1 0,1 1 1,0 0-1,-1 0 0,1 0 0,-1-1 0,1 1 0,0 0 0,0-1 0,-1 1 0,2 0 0,-1 0-53,0-1 0,0 1 0,0-1 0,-1 1 0,1 0 0,0-1 0,-1 1 0,1 0 0,0 0 0,-1 0 0,1-1 1,-1 1-1,0 0 0,1 0 0,-1 0 0,1 1 0,-15 12-1330,-38 47-936,18-16 1265,32-42 951,3 16 95,-1-17 4,0-1 0,0 1 1,-1-1-1,1 1 0,1-1 0,-1 1 0,0-1 1,0 1-1,1-1 0,-1 1 0,0-1 0,1 1 0,0-1 1,-1 1-1,1-1 0,0 0 0,0 1 0,-1-1 0,1 0 1,0 0-1,0 0 0,1 0 0,-1 1 0,0-1 1,2 1-1,17 11 59,1-2 0,1 0 0,-1-1 0,1-1 0,26 7 0,119 19-15,-154-32-53,-5-2-45,0 0-1,0-1 1,0 0-1,-1 0 1,1-1-1,0 0 1,0-1 0,0 1-1,-1-1 1,1-1-1,-1 1 1,0-1-1,1-1 1,-1 1-1,-1-1 1,13-10 0,-7 5 62,0-2 1,-1 0-1,0 0 0,0-1 1,-1 0-1,-1-1 1,10-18-1,-14 21 407,0 1 0,-1-1-1,-1-1 1,5-20 0,-6 21 162,0 0 1,1 1-1,0-1 1,0 1 0,10-18-1,-13 27-505,1-1 0,-1 0 0,0 1 0,1-1 0,-1 1 0,0-1-1,1 1 1,-1-1 0,0 1 0,1-1 0,-1 1 0,1-1 0,-1 1-1,1 0 1,-1-1 0,1 1 0,-1 0 0,1-1 0,-1 1 0,1 0 0,0 0-1,-1-1 1,1 1 0,-1 0 0,1 0 0,0 0 0,-1 0 0,1 0 0,-1 0-1,1 0 1,0 0 0,-1 0 0,1 0 0,0 0 0,-1 0 0,1 1 0,-1-1-1,1 0 1,0 0 0,-1 1 0,1-1 0,-1 0 0,1 1 0,-1-1 0,1 0-1,-1 1 1,1 0 0,2 1-332,0 0 286,-1 0 0,0 0 0,0 0 0,0 0 0,0 1 0,0-1 0,0 1 0,-1-1 0,1 1-1,-1 0 1,0 0 0,0 0 0,0 0 0,0 0 0,0-1 0,-1 2 0,1-1 0,-1 0 0,0 0 0,0 4 0,0 6 61,0 1 0,-1-1 1,-4 19-1,2-16-744,-1 0 0,-1 0 0,0-1 0,-1 1-1,-1-2 1,0 1 0,-1-1 0,-1 0 0,0 0 0,-1-1 0,0 0 0,-1-1 0,0 0 0,-1-1-1,-14 10 1,21-17-825,0-1 0,-1 1 0,1-1 0,-11 4 0,8-5-1514,-1 0 0,1-1 0,-14 1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5.856"/>
    </inkml:context>
    <inkml:brush xml:id="br0">
      <inkml:brushProperty name="width" value="0.035" units="cm"/>
      <inkml:brushProperty name="height" value="0.035" units="cm"/>
    </inkml:brush>
  </inkml:definitions>
  <inkml:trace contextRef="#ctx0" brushRef="#br0">0 1456 10981,'0'1'128,"0"-1"1,1 0-1,-1 1 1,0-1-1,0 0 1,0 1-1,1-1 1,-1 0-1,0 1 0,0-1 1,1 0-1,-1 1 1,0-1-1,1 0 1,-1 0-1,0 0 1,1 1-1,-1-1 0,0 0 1,1 0-1,-1 0 1,0 0-1,1 0 1,-1 1-1,0-1 1,1 0-1,-1 0 0,1 0 1,-1 0-1,0 0 1,1 0-1,0-1 1,4-11 1496,-5-27 12,-4-19 386,-1-89 1430,68-470 1076,-44 509-4162,4 1 0,71-197 1,-91 296-473,0 0-1,0 0 1,1 0 0,1 1 0,5-9 0,-9 14 58,1 1 0,-1 0 0,0 0 0,0 0 0,0 0 0,1 0 0,-1 0 0,1 0 0,-1 0 1,1 1-1,-1-1 0,1 1 0,-1-1 0,1 1 0,-1-1 0,1 1 0,0 0 0,-1 0 0,1 0 0,0 0 0,-1 0 0,1 0 0,-1 0 0,1 0 0,0 1 0,-1-1 0,1 0 0,-1 1 0,1 0 0,1 0 1,2 2-175,0-1 1,0 1 0,0 0 0,-1 1 0,1-1 0,-1 1-1,0 0 1,0 0 0,0 0 0,0 1 0,-1-1 0,0 1-1,0 0 1,0-1 0,-1 2 0,4 8 0,1 7-1875,-1 1 1,-1-1-1,2 24 1,-3-19-662,9 40-6886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6.251"/>
    </inkml:context>
    <inkml:brush xml:id="br0">
      <inkml:brushProperty name="width" value="0.035" units="cm"/>
      <inkml:brushProperty name="height" value="0.035" units="cm"/>
    </inkml:brush>
  </inkml:definitions>
  <inkml:trace contextRef="#ctx0" brushRef="#br0">1 78 16129,'15'-3'1107,"2"-1"-812,-16 1 2007,-6-1 3159,5 22-4783,1-14-641,1 0-1,-1 0 0,1 0 1,-1 0-1,1 0 0,0-1 1,1 1-1,-1-1 0,1 1 1,-1-1-1,1 0 0,0 0 1,0 0-1,1 0 0,2 2 1,16 16 39,91 95 214,-24-26-184,81 94 759,-160-174-305,1 1 0,18 12 0,-26-22-150,14-11-146,-16 8-255,1 1 0,0-1-1,-1 0 1,1 1 0,-1-1 0,1 0-1,-1 0 1,0 0 0,0 0-1,0 0 1,0 0 0,0-1-1,1-3 1,4-34 19,-4 27-16,7-51 41,-5 25-43,3 0-1,16-57 1,-7 42 18,-9 27-290,12-31-1,-16 50-110,1 0 0,0 1 0,0 0 0,1 0 0,-1 0 0,1 0 1,1 1-1,8-9 0,2-2-2213,-1 2-1540,-2 5-1723,6 0-5242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6.911"/>
    </inkml:context>
    <inkml:brush xml:id="br0">
      <inkml:brushProperty name="width" value="0.035" units="cm"/>
      <inkml:brushProperty name="height" value="0.035" units="cm"/>
    </inkml:brush>
  </inkml:definitions>
  <inkml:trace contextRef="#ctx0" brushRef="#br0">41 162 16069,'0'0'77,"-1"1"0,1-1 0,-1 1 0,1-1 0,-1 1 0,1-1 0,-1 1 0,1-1 0,-1 1 0,0-1 0,1 0 0,-1 1 0,0-1 0,1 0 0,-1 0 0,0 0 0,0 1 0,1-1 0,-1 0 0,0 0 0,0 0 0,1 0-1,-1 0 1,0 0 0,1 0 0,-1-1 0,0 1 0,0 0 0,1 0 0,-1-1 0,0 1 0,1 0 0,-2-1 0,-13-3 2280,15 8-1212,-1 31 121,0-14-805,1-1 0,1 0 0,0 0 0,6 24 1,-3-27-319,-2-6-55,1 1-1,0-1 1,1 0-1,0 0 1,7 13 0,-9-22-80,0 1 0,0 0 1,0-1-1,0 1 0,1-1 1,-1 1-1,1-1 0,-1 0 1,1 0-1,0 0 1,0 0-1,0-1 0,0 1 1,0-1-1,0 0 0,0 0 1,0 0-1,1 0 0,-1 0 1,0-1-1,1 0 0,-1 1 1,4-1-1,-3-1 3,1 0 0,-1 0 0,0 0 0,0 0-1,0-1 1,0 1 0,0-1 0,7-5 0,-1 2 10,-3 1-86,0 0 0,-1 0 1,0 0-1,0-1 0,0 0 1,0 0-1,-1-1 0,0 1 1,0-1-1,-1 0 0,1-1 1,-1 1-1,-1-1 0,1 0 1,3-10-1,-5 14-12,-1 0-1,0 0 1,0 0-1,0-1 1,0 1 0,-1 0-1,1 0 1,-1-1 0,0 1-1,0 0 1,0-1-1,0 1 1,-1 0 0,1-1-1,-1 1 1,0 0-1,0 0 1,0 0 0,0 0-1,-2-4 1,0 4 31,1 0 0,-1 0 1,0 0-1,0 1 0,0-1 0,-1 1 0,1-1 1,-1 1-1,1 0 0,-1 1 0,1-1 0,-1 1 1,0-1-1,0 1 0,0 0 0,-5 0 0,-5-2-45,-32-4-270,44 6 359,0 1 0,0 0 0,0-1-1,0 1 1,0-1 0,0 0 0,0 0 0,0 0-1,1 0 1,-3-1 0,-5-3 68,7 5 96,-21-23 1295,23 23-1444,0 0-1,0 0 1,0 0 0,0 0-1,0 0 1,0 0-1,-1 0 1,1 0 0,0 0-1,0 0 1,0 0-1,0 0 1,0-1-1,0 1 1,0 0 0,0 0-1,0 0 1,0 0-1,0 0 1,0 0 0,0 0-1,0 0 1,0 0-1,0-1 1,0 1-1,0 0 1,0 0 0,0 0-1,0 0 1,0 0-1,0 0 1,0 0 0,0 0-1,0 0 1,0-1-1,0 1 1,0 0-1,0 0 1,0 0 0,1 0-1,-1 0 1,0 0-1,0 0 1,0 0 0,0 0-1,0 0 1,0 0-1,0 0 1,0 0 0,0-1-1,0 1 1,1 0-1,-1 0 1,0 0-1,0 0 1,0 0 0,0 0-1,0 0 1,0 0-1,0 0 1,0 0 0,0 0-1,1 0 1,-1 0-1,98-36 2933,-90 33-2768,0 1 0,1-1 0,-1 2-1,1-1 1,0 1 0,-1 0 0,1 1 0,0 0-1,9 1 1,10 0 176,-8 1-105,0 0 0,0 1 0,29 9 0,-44-11-223,-1 0 0,1 1 0,-1-1-1,0 1 1,0 0 0,0 0 0,0 0 0,0 1 0,0-1-1,0 1 1,-1 0 0,1 0 0,-1 0 0,0 1-1,0-1 1,0 1 0,0-1 0,-1 1 0,0 0 0,1 0-1,0 5 1,0-1-154,-2 0-1,1 0 0,-1 1 1,0-1-1,-1 0 1,0 0-1,-1 1 0,1-1 1,-5 16-1,5-18-128,-1 0 0,1 0 1,0 0-1,0 0 0,1 0 0,-1 0 0,1 0 0,1-1 1,-1 1-1,1 0 0,0-1 0,0 1 0,1-1 0,3 6 0,-4-32-385,-2 13 616,1 1 0,0-1 0,0 1 0,1 0 0,0-1 0,0 1 0,5-10 0,28-48 291,-16 34 73,-9 13-21,0 0 0,1 1 0,1 1-1,1 0 1,0 0 0,1 1-1,27-21 1,-34 30-179,1 0 0,0 0-1,0 1 1,1 0 0,16-7 0,-23 11-122,0 1 0,0-1 0,-1 1 0,1-1 0,0 1 0,0 0 0,0 0 0,0-1 0,-1 1 0,1 1 0,0-1 0,0 0 0,0 0 0,0 1 0,-1-1 0,1 1 0,0-1 0,0 1 0,-1 0 0,1 0 0,0 0 0,-1 0 0,1 0 0,-1 0 0,1 0 0,-1 0 0,0 0 0,1 1 0,-1-1 0,0 1 0,0-1 0,0 1 0,0-1 0,0 1 0,0 0 0,-1-1 0,1 1 0,-1 0 0,2 3 0,-1 3-41,1-1 1,-1 1-1,0 0 1,-1 1-1,1-1 1,-2 0-1,1 0 1,-1 0-1,0 0 1,-1 0-1,-4 13 1,-2 10-320,3 34-1232,4-52 1417,1-13 156,0 1 1,0-1-1,0 0 1,0 0-1,0 0 1,0 0-1,0 0 0,0 0 1,0 0-1,1 0 1,-1 0-1,0 0 1,0 1-1,0-1 0,0 0 1,0 0-1,0 0 1,0 0-1,0 0 1,0 0-1,0 0 0,0 0 1,0 0-1,0 0 1,1 0-1,-1 0 1,0 0-1,0 0 0,0 0 1,0 0-1,0 0 1,0 0-1,0 0 1,0 0-1,0 0 0,1 0 1,-1 0-1,0 0 1,0 0-1,0 0 1,0 0-1,0 0 0,0 0 1,0 0-1,0 0 1,0 0-1,0 0 1,1 0-1,-1 0 0,0 0 1,0 0-1,0 0 1,17-20-136,14-30 414,-26 39-166,1 1 1,1-1-1,0 1 1,9-11-1,0 4 171,0 1-1,1 1 0,0 1 0,1 0 1,0 1-1,2 1 0,-1 1 1,1 1-1,33-12 0,-48 20-253,-1 1 0,1 0 0,0 0-1,0 0 1,0 0 0,0 1 0,0 0 0,0 0-1,0 0 1,-1 1 0,1-1 0,0 1 0,0 0-1,0 1 1,-1-1 0,1 1 0,0 0-1,-1 0 1,0 0 0,1 1 0,-1 0 0,0-1-1,0 2 1,-1-1 0,1 0 0,-1 1 0,1-1-1,-1 1 1,0 0 0,0 0 0,2 6 0,3 5 38,-1 0 0,0 0 0,-2 1 0,0-1 0,0 1 1,-1 1-1,-1-1 0,0 19 0,0 35-2541,-9 87 1,4-115 1364,1-38-141,1 1 1,0-1-1,-1 1 1,0-1-1,0 1 1,0-1-1,-1 0 1,-2 6-1,-3 8-11192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7.194"/>
    </inkml:context>
    <inkml:brush xml:id="br0">
      <inkml:brushProperty name="width" value="0.035" units="cm"/>
      <inkml:brushProperty name="height" value="0.035" units="cm"/>
    </inkml:brush>
  </inkml:definitions>
  <inkml:trace contextRef="#ctx0" brushRef="#br0">46 0 14557,'1'13'790,"0"-1"0,-1 1 0,0-1-1,-1 1 1,-3 20 0,-3 33 1747,-4 330 5235,-4-99-5513,12-214-1890,-4 191-2845,11-221-126,-1-29-437,-3 1-6432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7.492"/>
    </inkml:context>
    <inkml:brush xml:id="br0">
      <inkml:brushProperty name="width" value="0.035" units="cm"/>
      <inkml:brushProperty name="height" value="0.035" units="cm"/>
    </inkml:brush>
  </inkml:definitions>
  <inkml:trace contextRef="#ctx0" brushRef="#br0">277 0 8025,'-24'12'427,"17"-9"-228,0 0 0,1 0 0,0 1 0,0 0 0,0 0 0,0 1 0,-7 7 0,11-10-28,0-1 0,1 1 1,0 0-1,-1 0 1,1 0-1,0 0 0,0 1 1,0-1-1,-1 3 1,0 0 223,1-2 1288,-3-1-678,-14 6-73,-28 15 4459,44-21-3556,-1-1-874,-26 11 799,28-12-1747,1 0 0,0 0 0,0 0-1,0 0 1,0 0 0,0 0 0,0 0-1,0 0 1,0 0 0,-1 0 0,1 0 0,0 0-1,0 0 1,0 0 0,0 0 0,0 0-1,0 0 1,0 0 0,0 1 0,0-1-1,0 0 1,-1 0 0,1 0 0,0 0-1,0 0 1,0 0 0,0 0 0,0 0 0,0 0-1,0 1 1,0-1 0,0 0 0,0 0-1,0 0 1,0 0 0,0 0 0,0 0-1,0 0 1,0 1 0,0-1 0,0 0-1,0 0 1,0 0 0,0 0 0,0 0 0,0 0-1,0 0 1,0 0 0,0 1 0,0-1-1,1 0 1,-1 0 0,0 0 0,0 0-1,0 0 1,0 0 0,0 0 0,0 0 0,0 0-1,0 0 1,13 27 901,60 107 1204,-69-125-2080,0 0-1,0 0 1,0 0-1,-1 1 1,-1-1-1,0 1 1,0 0-1,-1 0 1,0-1-1,0 1 1,-2 11-1,2-8-13,-1 3-54,-1 1 0,0 0-1,-1-1 1,-8 32 0,-28 57-1899,32-93 1226,1-1-1,-1-1 1,-1 1 0,0-1-1,-1 0 1,-16 17 0,-30 20-8561,34-33-1490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7.779"/>
    </inkml:context>
    <inkml:brush xml:id="br0">
      <inkml:brushProperty name="width" value="0.035" units="cm"/>
      <inkml:brushProperty name="height" value="0.035" units="cm"/>
    </inkml:brush>
  </inkml:definitions>
  <inkml:trace contextRef="#ctx0" brushRef="#br0">67 1 14765,'-63'13'7061,"62"-13"-6954,1 1 1,0-1-1,-1 1 0,1-1 1,0 1-1,0-1 0,0 1 1,-1-1-1,1 1 1,0-1-1,0 1 0,0-1 1,0 1-1,0-1 0,0 1 1,0-1-1,0 1 0,0 0 1,0-1-1,0 1 0,1-1 1,-1 1-1,0-1 0,0 1 1,0-1-1,1 2 1,0-1 268,5 45 968,-2 0 0,-2 1 0,-6 76 1,0 17-413,38 392-1393,-27-410-3367,-7-116 2931,-1-1 0,0 1-1,0 0 1,0 0 0,-1-1-1,0 1 1,0-1 0,0 1 0,-1-1-1,1 0 1,-1 0 0,-1 0-1,-3 4 1,6-7 236,-16 15-10253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7.932"/>
    </inkml:context>
    <inkml:brush xml:id="br0">
      <inkml:brushProperty name="width" value="0.035" units="cm"/>
      <inkml:brushProperty name="height" value="0.035" units="cm"/>
    </inkml:brush>
  </inkml:definitions>
  <inkml:trace contextRef="#ctx0" brushRef="#br0">1 74 18218,'10'-24'2352,"-3"6"-344,32 8-368,17-4-316,-7 7-328,3 7-167,-3 7-357,7-7-852,-3 0-801,-29 0-1447,8 3-324,17 11-3181,-31-3-5448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8.295"/>
    </inkml:context>
    <inkml:brush xml:id="br0">
      <inkml:brushProperty name="width" value="0.035" units="cm"/>
      <inkml:brushProperty name="height" value="0.035" units="cm"/>
    </inkml:brush>
  </inkml:definitions>
  <inkml:trace contextRef="#ctx0" brushRef="#br0">431 1 6529,'-13'13'295,"-1"0"0,0-1 1,-21 13-1,30-21-314,-1-1 1,1 1-1,0 0 0,1 0 1,-8 9-1,9-10 8,0-1 0,0 1 0,0-1 0,0 0 0,0 0 0,0 0 0,0 0 0,-1-1 0,1 1 0,-1-1 0,1 0 0,-1 0 0,-5 1 0,1 0 577,-3 2 1791,0 1-1,-19 12 1,29-17-2190,0 1-1,-1-1 0,1 1 1,0-1-1,0 0 1,0 1-1,0-1 1,0 0-1,0 0 1,-1 0-1,1 0 0,0 0 1,0 0-1,0 0 1,0 0-1,0 0 1,-2-1-1,-2 0 368,-13 1 911,14 0-77,0 0-118,-40 0 750,40 0-607,0 1-1234,1 0 0,-1-1 0,0 1 0,1-1 0,-1 0 0,-4 0 1,-1 0 69,6 1 87,-7 32 550,10-20-741,1 0 1,1 0 0,0 0 0,1 0 0,0 0 0,7 16 0,-4-10-44,17 50 105,-5-15 80,13 65 0,-28-103-349,-1 1 1,0 0-1,-1 0 1,-1 0-1,0 0 0,-1 0 1,-1-1-1,-5 23 1,5-29-353,-1-1 0,1 0 0,-1 0 0,-1 0 0,0-1 0,0 1 0,0-1 0,-1 0 0,-1 0 0,1 0 0,-1-1 0,-10 10 0,-53 33-10187,51-40 327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8.513"/>
    </inkml:context>
    <inkml:brush xml:id="br0">
      <inkml:brushProperty name="width" value="0.035" units="cm"/>
      <inkml:brushProperty name="height" value="0.035" units="cm"/>
    </inkml:brush>
  </inkml:definitions>
  <inkml:trace contextRef="#ctx0" brushRef="#br0">429 0 20394,'-6'21'896,"3"-11"-216,0 0 0,0 0 0,-1 0 0,-7 11 0,0 6 235,1 1 0,2 0 0,-8 42 0,-5 18 14,-83 325 1017,-15 55-1836,47-181-4875,68-276 3245,1-1-1,-1 1 0,-1-1 0,-7 12 0,2-5-3838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8.797"/>
    </inkml:context>
    <inkml:brush xml:id="br0">
      <inkml:brushProperty name="width" value="0.035" units="cm"/>
      <inkml:brushProperty name="height" value="0.035" units="cm"/>
    </inkml:brush>
  </inkml:definitions>
  <inkml:trace contextRef="#ctx0" brushRef="#br0">1 35 18378,'0'0'4568,"5"2"-2608,5 2-1371,1 1 0,-1 0 0,1 0 0,-1 1 0,-1 0 0,17 14 0,151 156 2684,-169-167-3183,2 0-23,2 4 10,1 1 0,-2 0 0,15 22 0,-20-27-233,0-1 1,0 0-1,1 0 1,11 10-1,9 12-393,-26-28 291,4-3-5,-1 0 220,0-1 0,0 1 0,0-1 0,0 0 0,0 0 0,0 0 0,0-1 0,-1 1 0,5-4 0,-2-1 5,0-1-1,-1 0 1,0 0-1,5-10 0,0 0 16,20-34-58,-20 33 12,0 1 1,2 0-1,0 0 1,0 1-1,2 1 1,19-19-1,-5 14-1064,1 0 0,1 2 0,46-22 0,-63 34 444,11-6-820,-15 8-654,0-1 0,0 2 0,0-1 0,16-4 0,3 2-7020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9.328"/>
    </inkml:context>
    <inkml:brush xml:id="br0">
      <inkml:brushProperty name="width" value="0.035" units="cm"/>
      <inkml:brushProperty name="height" value="0.035" units="cm"/>
    </inkml:brush>
  </inkml:definitions>
  <inkml:trace contextRef="#ctx0" brushRef="#br0">249 999 14249,'-1'1'108,"1"1"0,-1-1 0,0 0 0,1 0-1,-1 0 1,0 0 0,1 0 0,-1 0 0,0 0 0,0 0-1,0 0 1,0 0 0,0-1 0,0 1 0,0 0 0,0-1-1,0 1 1,0 0 0,-1-1 0,1 1 0,0-1 0,0 0-1,-2 1 1,-34 0 2693,9-1-1600,19 2-963,0-1 0,1 2 0,-1-1 0,0 1-1,1 1 1,0-1 0,-1 2 0,-8 5 0,12-7-22,-1 1 0,1 0 0,0 0 0,0 1 0,0-1 0,1 1 0,0 0 0,0 0 0,0 1 0,0-1 0,-4 11 0,7-13 304,0 0-357,0 1 1,0 0-1,0-1 1,0 1 0,0-1-1,-3 4 1,1 0 50,3-7-209,0 0 0,0 0 0,0 0 1,0 0-1,0 0 0,-1 0 0,1 1 0,0-1 0,0 0 0,0 0 0,0 0 0,0 0 0,0 0 0,0 0 1,0 1-1,0-1 0,0 0 0,0 0 0,0 0 0,0 0 0,0 0 0,0 0 0,0 0 0,0 1 0,0-1 1,0 0-1,0 0 0,1 0 0,-1 0 0,0 0 0,0 0 0,0 0 0,0 0 0,0 1 0,0-1 0,0 0 1,0 0-1,0 0 0,0 0 0,1 0 0,-1 0 0,0 0 0,0 0 0,0 0 0,0 0 0,0 0 0,0 0 1,0 0-1,0 0 0,1 0 0,-1 0 0,0 0 0,0 0 0,0 0 0,0 0 0,0 0 0,0 0 0,1 0 1,-1 0-1,0 0 0,0 0 0,0 0 0,0 0 0,0 0 0,0 0 0,20 3 218,-12-1-146,0-1 0,0 0 1,0 0-1,0-1 0,15-1 0,151-22 385,-64 10-278,-68 10-182,-38 3 6,-7 2-530,-22 17 171,26-16 325,1 0 22,-1-1 0,1 1 0,0 0-1,0-1 1,0 0 0,0 1 0,0-1 0,0 0 0,5 4 0,-4-5-1,0 0 1,0 0 0,0 0-1,1 0 1,-1-1 0,0 1-1,0-1 1,1 0 0,-1 0-1,0 0 1,5 0 0,35-4-290,0-1 0,-1-2 0,1-2 0,-1-2 0,-1-1 1,49-23-1,-74 27 123,-2 0 0,1-1 0,-1 0 0,-1-1 0,0-1 0,0 0 0,-1-1 0,12-14 0,-11 9 18,-1 0 0,-1-1 0,-1 0 1,0-1-1,-1 0 0,7-23 0,8-35 49,-4-2 0,-3 1 0,12-134 0,-26 162 812,-3-1-1,-1 0 1,-10-55 0,8 91-279,1 0 1,1 0-1,1 0 1,0-1-1,0 1 1,2 0-1,4-20 1,-5 31-9,-1 8 57,-36 512 1800,12-256-2037,16-152-339,-27 253-4623,32-344 3507,-1 0 0,0 1 0,-12 26 0,-13 12-7582,16-35-2489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4:59.501"/>
    </inkml:context>
    <inkml:brush xml:id="br0">
      <inkml:brushProperty name="width" value="0.035" units="cm"/>
      <inkml:brushProperty name="height" value="0.035" units="cm"/>
    </inkml:brush>
  </inkml:definitions>
  <inkml:trace contextRef="#ctx0" brushRef="#br0">0 48 16153,'2'0'164,"-1"-1"-1,1 1 0,0-1 0,-1 0 1,1 1-1,-1-1 0,1 0 0,-1 0 0,1 0 1,-1 0-1,0 0 0,0 0 0,1 0 1,-1 0-1,0 0 0,0-1 0,0 1 0,0 0 1,0-1-1,0 1 0,-1-1 0,1 1 1,0-1-1,-1 0 0,1-2 0,-1 4-122,0 0 0,0-1 0,0 1 0,0 0 0,0 0 0,0 0 0,0 0 0,0-1 0,0 1 0,0 0 0,0 0-1,0 0 1,0 0 0,0-1 0,0 1 0,1 0 0,-1 0 0,0 0 0,0 0 0,0 0 0,0-1 0,0 1 0,0 0 0,0 0 0,0 0 0,1 0-1,-1 0 1,0 0 0,0 0 0,0 0 0,0-1 0,1 1 0,-1 0 0,0 0 0,0 0 0,0 0 0,0 0 0,0 0 0,1 0 0,-1 0 0,0 0 0,0 0-1,0 0 1,1 0 0,24-4 1689,-13 2-1335,-1 0 0,1 0 1,0 1-1,0 1 0,0 0 0,0 1 0,0 0 1,13 3-1,0 2-82,-1 2 0,45 20 1,-59-23-970,0 0 0,-1 1 1,0 0-1,0 0 0,0 1 0,-1 0 1,0 1-1,-1 0 0,8 9 1,-10-7-3823,-6 1 1983,0-6 377,1 19-7716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5:00.007"/>
    </inkml:context>
    <inkml:brush xml:id="br0">
      <inkml:brushProperty name="width" value="0.035" units="cm"/>
      <inkml:brushProperty name="height" value="0.035" units="cm"/>
    </inkml:brush>
  </inkml:definitions>
  <inkml:trace contextRef="#ctx0" brushRef="#br0">151 0 6061,'-2'1'38,"-1"-1"26,0 1 0,0 0 0,1-1 0,-1 1 0,0 0 0,1 0-1,-1 0 1,1 1 0,-1-1 0,1 0 0,0 1 0,-1 0 0,1 0 0,0-1 0,0 1 0,0 1-1,0-1 1,1 0 0,-1 0 0,0 1 0,1-1 0,0 0 0,-2 4 0,0 4-318,-2-1 1,1 0 0,-1 0-1,0 0 1,-1 0 0,0-1-1,-1 0 1,-12 13-1,18-20 301,0 0-1,0 0 0,1 0 0,-1 0 0,1 0 1,-1 0-1,1 0 0,-1 0 0,1 0 0,-1 0 1,1 0-1,0 0 0,0 0 0,0 1 0,0-1 1,0 0-1,0 0 0,0 2 0,0 3 315,-4 14 2745,-1-1 1,0 1 0,-9 19 0,17-37-2215,43 31 1525,-19-13-455,27 23-1,-51-40-1795,-2 0 23,0-3-168,0 3 6,0 0 0,0 0 0,1-1 0,0 1 0,-1-1-1,1 1 1,4 3 0,-3-4-750,26 12-167,-26-12 535,0-2-422,35 0 647,-37 0 134,0 0 0,0 0 0,0 0 0,0-1 0,0 1 1,0 0-1,0 0 0,0-1 0,-1 1 0,1 0 0,0-1 0,0 1 0,0-1 0,-1 1 0,1-1 0,0 0 0,0 1 0,-1-1 0,1 0 0,-1 1 0,1-1 0,-1 0 0,1 0 0,0-1 1,0 1 7,-1 0 1,1 1 0,-1-1-1,1 0 1,-1 0 0,1 0 0,0 1-1,0-1 1,-1 0 0,1 1 0,0-1-1,0 1 1,0-1 0,0 1 0,0-1-1,-1 1 1,3-1 0,24-8 270,-25 8-11,1 0 50,26-11 284,-26 11 1915,-7 0-2341,-28-4-35,0-2-1,1-2 1,-35-14-1,63 22-185,3 0-775,0 0 722,-1 0 0,1 0 0,0 0-1,0 0 1,-1 0 0,1 0 0,-1 1 0,1-1 0,-1 0 0,1 0 0,-1 0 0,1 0-1,-2-1 1,-6-10-1215,5-2-2865,1-17 476,1 10-1683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5:00.839"/>
    </inkml:context>
    <inkml:brush xml:id="br0">
      <inkml:brushProperty name="width" value="0.035" units="cm"/>
      <inkml:brushProperty name="height" value="0.035" units="cm"/>
    </inkml:brush>
  </inkml:definitions>
  <inkml:trace contextRef="#ctx0" brushRef="#br0">74 19 8089,'0'0'5004,"-4"1"-3624,1-1-1232,0 0 1,0 0-1,0 1 0,0 0 1,0-1-1,0 1 1,1 0-1,-1 0 0,0 1 1,1-1-1,-1 1 1,0-1-1,1 1 1,0 0-1,-1 0 0,1 0 1,0 0-1,0 0 1,0 0-1,1 0 1,-1 1-1,0-1 0,1 1 1,-1 0-1,1-1 1,0 1-1,0 0 1,0 0-1,0 0 0,1-1 1,-1 1-1,1 0 1,0 3-1,-3 19 1428,2 34 0,1-46-947,1-9-530,-1-1-1,1 1 1,0-1-1,0 1 1,0-1-1,1 0 1,-1 0 0,1 1-1,0-1 1,-1 0-1,2 0 1,-1 0-1,0-1 1,0 1-1,1-1 1,0 1-1,-1-1 1,1 0 0,0 0-1,0 0 1,0 0-1,5 2 1,4 2 60,0 0 0,1-1 0,0-1 0,20 6 0,-18-7-372,0-1 1,0 0-1,0 0 0,0-2 1,0 0-1,0 0 1,0-2-1,0 0 0,0 0 1,0-1-1,0-1 1,-1-1-1,0 0 0,0-1 1,14-8-1,-23 11-150,-1 0 0,1 0 0,-1-1 0,0 1 0,0-1 0,-1 0 0,1-1 0,-1 1 0,0 0 0,0-1 0,0 0 0,-1 0 0,4-8 0,-1-2-514,-1-1-1,6-30 1,-10 44 842,1-1 93,-1-1 238,6-34 970,-5 34 2500,-1 9-3267,0 113 1370,0-96-1489,1 0 1,1 0 0,7 33 0,-6-17 0,-3-33-333,0 0 0,1-1 0,-1 1 0,1 0 0,-1-1 0,2 1 0,-1 0 0,0-1 0,1 0 0,0 1 0,0-1 0,0 0 0,4 5 0,-5-6-90,1-1 0,0 0 0,-1 0 0,1-1 0,0 1 0,0 0 0,1 0 0,-1-1-1,0 0 1,0 1 0,1-1 0,-1 0 0,1 0 0,-1 0 0,1 0 0,-1-1 0,1 1 0,0-1 0,-1 1 0,1-1 0,0 0 0,-1 0 0,1 0 0,0-1-1,-1 1 1,1-1 0,0 1 0,-1-1 0,1 0 0,-1 0 0,1 0 0,-1 0 0,0 0 0,1-1 0,-1 1 0,0-1 0,0 1 0,0-1 0,0 0 0,0 0-1,0 0 1,0 0 0,-1 0 0,1 0 0,1-4 0,23-43-607,-14 28 749,-1-1-1,0 0 1,10-35-1,-20 54-26,1 0-1,0-1 1,-1 1-1,1 0 0,1 0 1,-1 0-1,0 1 1,1-1-1,-1 0 0,4-2 1,0 0-26,-4 3 438,-2 6-316,-3 11-92,-1 0-1,0 0 1,-2 0-1,1-1 1,-1 0-1,-15 23 1,5-2-1,13-29-70,1 0 0,-1-1 0,0 1 1,0 0-1,0-1 0,-1 1 0,0-1 0,0 0 0,-8 7 0,10-11-30,9-15-208,86-119 14,-72 99 182,11-12 12,-14 27 115,24-20-1,-25 25 342,-1-1 0,0-1 1,16-22-1,4-5 1056,-36 43-1481,0 0-1,0 1 1,0-1 0,0 0 0,0 0-1,0 0 1,0 0 0,0 0 0,0 0-1,0 0 1,0 0 0,0 0 0,0 0-1,0 1 1,0-1 0,1 0 0,-1 0-1,0 0 1,0 0 0,0 0 0,0 0-1,0 0 1,0 0 0,0 0-1,0 0 1,0 0 0,0 0 0,0 0-1,0 0 1,0 0 0,1 0 0,-1 0-1,0 0 1,0 0 0,0 0 0,0 0-1,0 0 1,0 0 0,0 0 0,0 0-1,0 0 1,0 0 0,0 0 0,1 0-1,-1 0 1,0 0 0,0 0 0,0 0-1,0 0 1,0 0 0,0 0 0,0 0-1,0 0 1,0 0 0,0 0-1,0 0 1,0 0 0,1 0 0,-1 0-1,0 0 1,0 0 0,2 7 89,0 0 0,-1 0 0,1 1-1,-2-1 1,1 1 0,-1-1 0,0 1 0,0-1 0,-1 1 0,-2 11 0,-2-3-43,0-1 0,0 0 1,-1 0-1,-10 17 0,9-18-128,0 1-1,1-1 0,-6 19 1,10-25 19,-1 0 1,0 0 0,-1-1-1,0 0 1,-5 8 0,5-8 15,2-4-30,13-13-29,-6 5 82,140-133-126,-111 110 414,1 1 0,60-34 0,-76 49-143,-6 5 123,0-1-1,0 2 0,14-6 1,-24 11-171,1 0 1,0 0-1,-1 0 1,1 0-1,-1 1 1,1-1-1,0 1 0,-1 0 1,1 0-1,0 0 1,-1 1-1,1 0 1,-1-1-1,1 1 1,0 0-1,-1 0 1,5 3-1,-5-2-61,0 1-1,0-1 1,-1 1-1,1 0 1,-1 0-1,0-1 1,0 2-1,0-1 1,0 0 0,-1 0-1,1 0 1,-1 1-1,0-1 1,1 1-1,0 7 1,1 5-274,2 34 1,-7 4-2864,2-48 279</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35:06.055"/>
    </inkml:context>
    <inkml:brush xml:id="br0">
      <inkml:brushProperty name="width" value="0.035" units="cm"/>
      <inkml:brushProperty name="height" value="0.035" units="cm"/>
    </inkml:brush>
  </inkml:definitions>
  <inkml:trace contextRef="#ctx0" brushRef="#br0">0 301 6657,'0'0'9666,"4"1"-8686,33 2 825,-32-3-1055,-3 2-48,2 0-565,0 0-1,1 0 1,-1 0 0,0-1 0,1 1-1,0-1 1,-1 0 0,1 0 0,0-1-1,-1 1 1,1-1 0,0 0 0,-1-1 0,1 1-1,0-1 1,5-1 0,16-4 192,43-15 0,-26 7-164,64-12 247,155-18 0,487-24-170,-577 57-235,348-15 20,-116 15 161,-228 4-212,47 0 45,209 9 1184,-388-2-1037,-27-2-56,0 2 0,-1 0 1,1 1-1,0 1 0,-1 0 1,19 6-1,-30-7 3,0 0 0,1 0 0,-1 0 0,1-1 0,-1 0-1,0 0 1,1 0 0,-1-1 0,10-1 0,23-1 347,-34 3-282,0 0-42,31 6 39,-32-5-139,-3-3-1315,0 0 1015,-1 1 0,1-1 1,-1 1-1,1-1 0,-1 1 1,0-1-1,0 1 0,1-1 1,-1 1-1,0 0 0,0-1 0,-3-1 1,4 2 118,-4-3-526,0 0 0,0 0 1,-1 0-1,1 1 0,-1-1 0,-9-4 0,-22-9-5350,-9-6-4770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19.927"/>
    </inkml:context>
    <inkml:brush xml:id="br0">
      <inkml:brushProperty name="width" value="0.035" units="cm"/>
      <inkml:brushProperty name="height" value="0.035" units="cm"/>
    </inkml:brush>
  </inkml:definitions>
  <inkml:trace contextRef="#ctx0" brushRef="#br0">303 246 9709,'-11'4'531,"0"0"-1,0 0 1,0 2 0,1-1-1,0 1 1,0 1 0,0-1 0,-16 17-1,-1 9-136,1 2-1,1 1 0,2 1 0,-21 46 1,32-58-120,-11 33 1,20-48-49,1-1 1,0 0-1,0 0 0,0 1 0,2-1 0,-1 1 0,1-1 0,1 12 0,0-16-140,0-1-1,0 0 1,0 1-1,1-1 1,-1 0-1,1 0 0,0 0 1,0-1-1,0 1 1,1 0-1,-1-1 1,1 1-1,-1-1 1,1 0-1,0 0 0,0 0 1,0 0-1,0 0 1,0-1-1,5 3 1,3 1 64,-9-3-101,0-1-1,1 1 1,0-1 0,-1 0 0,1 0 0,0 0 0,-1 0 0,1 0 0,0-1 0,0 1 0,0-1 0,0 0 0,0 0 0,-1 0 0,1 0 0,5-1 0,9-1 104,32-2 280,-1-2 0,74-19 0,-67 10-312,42-12 220,-84 22-363,-1 0 1,1-1-1,-1 0 1,23-16-1,-33 20-27,0 0-1,0 0 0,0 0 0,-1 0 1,1 0-1,0 0 0,-1 0 0,0-1 1,1 1-1,-1-1 0,0 1 0,0-1 1,-1 1-1,1-1 0,0 0 0,-1 0 1,0 1-1,1-1 0,-1 0 0,0 1 1,-1-1-1,1 0 0,0 0 0,-2-4 1,1 1-58,-1 0 0,0 0 0,0 0 1,-1 0-1,1 1 0,-1-1 0,0 1 0,-1 0 1,-4-6-1,0 4 1,0 0 0,0 1 0,-1 1 0,0-1 0,0 1 0,0 1 0,-1 0 0,-9-3 0,1 0 3,-16-7 266,0 2 1,-1 2-1,-62-11 1,92 20 20,0-1 0,0 1 0,0-1 0,0 1 0,0-2 0,1 1 0,-1 0 0,0-1 0,-7-6 0,11 8-105,1 0 0,0 0 0,-1 0 0,1 1 0,0-1 0,0 0 0,-1 0 0,1 0 0,0 0 0,0 0 0,0 0 0,0 0 0,0 0-1,1 0 1,-1 0 0,0 1 0,0-1 0,1 0 0,-1 0 0,0 0 0,1 0 0,-1 0 0,1 1 0,0-3 0,0 1 173,2-3-58,0 1-1,0-1 1,0 0 0,1 1-1,-1 0 1,1 0 0,0 0 0,0 0-1,1 1 1,-1-1 0,11-4-1,7-5 802,34-11-1,-29 12-423,429-163 2341,-410 162-2953,-45 13 13,-1 0-1,0 0 1,0 0 0,0 0-1,0-1 1,0 1-1,0 0 1,1 0-1,-1 0 1,0 0-1,0-1 1,0 1 0,0 0-1,0 0 1,0 0-1,0-1 1,0 1-1,0 0 1,0 0-1,0 0 1,0-1 0,0 1-1,0 0 1,0 0-1,0 0 1,0-1-1,0 1 1,0 0-1,-1 0 1,1 0-1,0-1 1,0 1 0,0 0-1,0 0 1,0 0-1,0 0 1,-1-1-1,1 1 1,0 0-1,0 0 1,0 0 0,0 0-1,-1 0 1,1 0-1,0-1 1,-9-7-1013,5 5 538,0 1 0,-1-1 0,0 1 0,0 0 0,1 0 0,-1 0 0,-1 1 0,1 0 0,0 0 0,0 0 0,0 1 0,0-1 0,-6 2 0,-38-7-7058,-6-12-5229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0.636"/>
    </inkml:context>
    <inkml:brush xml:id="br0">
      <inkml:brushProperty name="width" value="0.035" units="cm"/>
      <inkml:brushProperty name="height" value="0.035" units="cm"/>
    </inkml:brush>
  </inkml:definitions>
  <inkml:trace contextRef="#ctx0" brushRef="#br0">1 251 7925,'14'-8'1401,"-1"-1"0,16-12 0,4-3 728,-5 6-520,23-15 944,2 1 1,1 3-1,75-29 1,-79 39-1674,-42 19-576,-6 1-276,0 0 0,0 0 1,0 0-1,0 0 0,0 0 0,0 0 1,0 1-1,0-1 0,-1 1 1,1-1-1,0 1 0,-1-1 0,0 1 1,2 2-1,-3-1-16,1-1-1,-1 1 1,0-1-1,0 1 1,0-1 0,-1 1-1,1 0 1,-1-1-1,1 1 1,-1-1 0,0 0-1,0 1 1,0-1-1,-2 4 1,-29 60-125,-2-2-1,-3-1 1,-3-2 0,-79 93 0,102-136 244,17-18-126,-1 0 0,1 0-1,0 0 1,0 0 0,0 0-1,0 0 1,0 0 0,0 0-1,0 0 1,-1 0 0,1 0-1,0 0 1,0 1 0,0-1-1,0 0 1,0 0 0,0 0-1,0 0 1,0 0 0,0 0-1,-1 0 1,1 0 0,0 0-1,0 0 1,0 1 0,0-1-1,0 0 1,0 0 0,0 0-1,0 0 1,0 0 0,0 0-1,0 0 1,0 1 0,0-1-1,0 0 1,0 0 0,0 0-1,0 0 1,0 0 0,0 0-1,0 0 1,0 1 0,0-1-1,0 0 1,0 0 0,0 0-1,0 0 1,0 0 0,0 0-1,0 0 1,1 0 0,-1 1-1,0-1 1,0 0 0,0 0-1,0 0 1,0 0 0,0 0-1,0 0 1,0 0 0,0 0-1,1 0 1,-1 0 0,0 0-1,0 0 1,0 0 0,5 3 79,0-1 0,0 0 0,0 0 0,0-1 0,1 0 0,-1 0 0,0 0 0,1 0 0,-1-1 0,1 0 0,-1 0 0,1 0 0,5-2 0,13-2 266,39-12 1,-45 11-184,145-41 1084,140-39 361,48 5-1497,-328 77-1659,-45 7-1350,-99 21-3654,37 0-620,-2 3-4461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1.326"/>
    </inkml:context>
    <inkml:brush xml:id="br0">
      <inkml:brushProperty name="width" value="0.035" units="cm"/>
      <inkml:brushProperty name="height" value="0.035" units="cm"/>
    </inkml:brush>
  </inkml:definitions>
  <inkml:trace contextRef="#ctx0" brushRef="#br0">172 0 4868,'-2'2'1231,"-45"57"4277,35-42-4388,10-14 431,-8 11-171,-20 19 2692,28-31-3051,-24 14 133,24-15 616,-1-1-1206,-29-6 871,28 5-611,9 1 11,205 1 167,468-5 3430,-304 5-4432,-204 2 0,320 10 0,71 1 0,-400-11 0,198-9 0,-354 6-42,-1-1 1,1 1-1,-1-1 1,1 0-1,-1 0 1,0-1-1,1 1 1,5-4-1,-10 5 29,1 0-1,-1-1 1,0 1 0,0 0-1,1 0 1,-1 0 0,0-1-1,0 1 1,0 0-1,0 0 1,1-1 0,-1 1-1,0 0 1,0-1 0,0 1-1,0 0 1,0 0-1,0-1 1,0 1 0,0 0-1,0-1 1,0 1 0,0 0-1,0 0 1,0-1-1,0 1 1,0 0 0,0-1-1,0 1 1,0 0 0,0-1-1,0 1 1,0 0-1,0 0 1,-1-1 0,1 1-1,0-1 1,-2 0-71,0-1-1,1 1 1,-1-1 0,0 1-1,0 0 1,0-1 0,0 1-1,-4-1 1,-13-6-1241,0 1-1,0 2 1,-1 0-1,-30-4 1,-83-1-9322,67 9-221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1.947"/>
    </inkml:context>
    <inkml:brush xml:id="br0">
      <inkml:brushProperty name="width" value="0.035" units="cm"/>
      <inkml:brushProperty name="height" value="0.035" units="cm"/>
    </inkml:brush>
  </inkml:definitions>
  <inkml:trace contextRef="#ctx0" brushRef="#br0">15 62 6081,'0'0'13487,"-1"4"-13351,-10 112 470,9-78-426,1-24-27,1 0 0,1 1-1,0-1 1,1 0 0,1 0 0,0-1 0,0 1-1,1-1 1,9 20 0,-11-30 238,2-5-237,-3 2-150,4-2 25,1 0 0,-1-1 0,0 1 0,0-1 0,0 0 0,-1 0-1,1-1 1,-1 0 0,1 1 0,-1-1 0,0-1 0,5-7 0,16-26 14,2-4 1,1 3 0,57-65-1,-49 65 10,-20 20 85,22-19-1,-37 37-122,0 0-1,0 0 0,0 1 0,0-1 0,0 0 0,0 0 0,1 1 0,-1-1 0,0 1 0,0-1 0,1 1 0,-1-1 0,0 1 0,0 0 0,1 0 0,-1 0 1,1 0-1,-1 0 0,0 0 0,1 0 0,-1 0 0,3 1 0,-2 0 18,0 0 0,1 0 1,-1 0-1,0 1 0,0-1 0,0 1 0,0 0 1,0-1-1,0 1 0,0 0 0,1 3 0,4 5 89,-1-1-1,0 2 0,-1-1 1,6 16-1,0 4 71,-2 0 0,10 48 0,8 35-518,-15-66-1901,-10-43 27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4.802"/>
    </inkml:context>
    <inkml:brush xml:id="br0">
      <inkml:brushProperty name="width" value="0.035" units="cm"/>
      <inkml:brushProperty name="height" value="0.035" units="cm"/>
    </inkml:brush>
  </inkml:definitions>
  <inkml:trace contextRef="#ctx0" brushRef="#br0">3049 45 5797,'9'-8'1187,"-10"19"-334,1-11-835,-1 4 1951,8 13-979,-6-15-1055,1 5 5696,-15-18-1298,1 5-5749,-207-27 1593,208 32-221,-61-3 143,49 3-32,-38-5-1,13 0 54,-83 2-1,7 1 34,32 0-109,1 5 0,0 3-1,-94 19 1,87-4-9,-114 40 0,3 14 25,178-63-43,-37 20 1,-17 6-5,32-15 73,-20 7 58,5-7-23,1 3 0,-71 38 0,53-11-100,61-38-9,1 0 0,0 2-1,-25 23 1,5-1-11,33-30-14,1 0 0,0 1 1,0 0-1,1 0 0,-12 18 0,1 2 4,-48 81 42,62-98-40,0 0-1,0 1 1,1 0 0,-3 19 0,-7 23 44,6-32-24,3-12-24,1 0 1,0 1 0,1 0-1,-3 21 1,-5 188 103,9-179-59,0-1-15,-1-1 0,-10 48-1,-23 102 155,-5 8 170,32-149-315,7-30-1,-2 0 1,-8 25 0,10-39-24,-7 21 96,-6 33-1,6-24-36,-1 0-1,-2-1 1,-20 41-1,8-19-14,10-20-22,1 1-1,-14 75 0,23-89-28,-3 9 31,3 1 0,-2 41 1,6-62-24,0 0 0,0 0 0,1 1 0,1-1 0,0 0 0,0 0-1,1 0 1,8 17 0,15 34 1,-18-43-1,0 0 0,1 0 0,1-1 0,1-1 0,16 21 0,-3-12 2,2-1 0,44 34 0,-25-22-9,-18-18 1,57 35-1,-24-19 14,-31-18 12,-18-12-27,-1 1 1,1 0 0,16 15-1,54 48 9,-25-21 0,-17-17-47,-2-5 77,-28-21-35,-1-1 1,0 1-1,0 1 0,-1 0 1,9 9-1,-6-5 0,1 0 0,0-1 0,20 15 0,-16-13 3,-1-1 0,21 23-1,-27-25-6,-5-5 5,0 0-1,1 0 1,0-1 0,0 1-1,0-1 1,0 0 0,8 5-1,44 30 75,-42-28-61,0 0 0,1 0-1,0-2 1,0 0 0,22 8-1,61 8 57,-50-13-47,-27-7-7,-1-2 0,22 2 0,14 0 22,-28-1-30,0-1-1,0-2 1,0-1-1,0-1 1,34-8-1,17 0 9,-69 9-12,23-3-16,0-1 0,37-10-1,-27 4 11,56-7-1,-7 2 21,102-25-27,-2 1 6,-101 23 25,-14 3-24,-35 8 130,-1-2 0,75-25-1,-95 24-102,0-2-1,-1-1 0,0 0 1,0-1-1,-2-1 0,0-1 0,32-34 1,-4-4-7,51-77 0,-74 95 62,-1 0 0,-2-2 0,-2-1 0,-1 0 0,22-75 0,7-82 1042,-40 166-872,5-42 1,-4 18-128,-1 2 291,-2-1 0,-6-101 1,5-60 420,-2 111-645,2 33-133,11-95 249,-7 106-189,17-64 136,-17 83-194,1 0 0,16-49 0,10-44 91,-29 105-89,13-113 180,-17 121-225,-1 1 0,-1 0 0,0 0 0,-2 1 0,-8-34 0,-74-170 31,30 85 2,31 54 39,10 30 21,-21-43 333,33 91-439,0 1 0,-1-1 0,1 1-1,-1 0 1,0 0 0,0 0 0,0 0 0,-1 0 0,1 1 0,-1-1 0,1 1 0,-6-2 0,0-2 5,-72-36 25,59 31 7,-1 0 0,-28-20 0,26 9 106,23 21 76,2-4-129,0-4-29,1 1 1,0-1 0,0 0 0,1 1 0,0-1 0,0 1 0,6-12 0,-7 17 303,5-32 159,-6 33-512,-1 0 1,0 1-1,0-1 0,0 1 0,0-1 0,0 1 0,0-1 0,0 1 0,0 0 0,-1 0 1,1-1-1,0 1 0,-1 0 0,1 0 0,-1 0 0,-2-1 0,-7-2-13,1 0 0,0 1-1,-1 0 1,1 0 0,-23-1-1,-59 0-5,-140 11-660,213-6 80,16 0 366,-1 0-1,1-1 0,-1 0 0,0 1 0,1-1 0,-1-1 0,1 1 0,-1 0 0,0-1 0,1 0 0,-1 0 1,1 0-1,-1 0 0,1 0 0,0-1 0,0 1 0,-1-1 0,-2-3 0,2 2-26,2 2-153,0-1 1,0 1-1,1-1 1,-1 0-1,0 0 1,1 0-1,-1 1 1,1-1-1,0-1 1,-2-2-1,3 5 244,0-1 0,0 1 0,0 0 0,0-1 0,0 1 0,0-1 0,0 1 0,0-1 0,0 1 0,0 0-1,1-1 1,-1 1 0,0-1 0,0 1 0,0 0 0,1-1 0,-1 1 0,0 0 0,0-1 0,1 1 0,-1 0 0,0-1-1,1 1 1,0-1 0,19-7-4778,28-5-6102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5.760"/>
    </inkml:context>
    <inkml:brush xml:id="br0">
      <inkml:brushProperty name="width" value="0.035" units="cm"/>
      <inkml:brushProperty name="height" value="0.035" units="cm"/>
    </inkml:brush>
  </inkml:definitions>
  <inkml:trace contextRef="#ctx0" brushRef="#br0">50 315 10497,'9'-7'-161,"1"0"6203,-15 15-2183,2-4-3669,0 1-1,0 0 1,1 0-1,0 0 1,0 0-1,0 1 1,1-1 0,-1 0-1,0 8 1,-1 3 109,-11 66 932,2 1 1,1 91-1,9-104-796,4 0-1,2 1 1,3-2 0,20 83 0,-24-139-332,1 1-1,0-2 1,1 1 0,0 0 0,1-1-1,10 16 1,-14-24-43,1 0 0,0 0 1,0-1-1,1 1 0,-1-1 0,1 0 0,-1 0 0,1 0 0,0-1 1,0 1-1,1-1 0,-1 0 0,0 0 0,1 0 0,-1-1 0,1 0 0,-1 1 1,1-2-1,0 1 0,0 0 0,5-1 0,0-1 35,0 0 0,-1-1 0,1 0-1,0 0 1,-1-1 0,0 0 0,0-1 0,0 0-1,0 0 1,0-1 0,-1 0 0,0-1 0,0 0-1,0 0 1,9-10 0,4-5 45,-1-2-1,-1 0 1,28-45 0,-24 28-67,-2 0 0,33-88 1,14-93 53,-59 190-125,55-229-465,-58 224 288,-1 0 0,-2 0 1,-1 0-1,-2-1 0,-6-47 1,5 74-187,-1 0 1,0 0 0,0 0-1,-1 0 1,-1 0 0,1 1 0,-10-17-1,12 25 170,0-1 0,0 0 1,-1 0-1,1 1 0,-1-1 0,1 1 0,-1 0 0,0-1 0,1 1 0,-1 0 0,0 0 0,0 0 1,0 0-1,0 0 0,0 0 0,0 1 0,0-1 0,0 1 0,0-1 0,0 1 0,0 0 0,0 0 1,0 0-1,0 0 0,0 0 0,-4 1 0,3-1-355,0 1 0,0 0 1,0 0-1,0 0 0,0 1 0,0-1 1,0 1-1,0 0 0,1-1 0,-1 1 1,1 0-1,-1 1 0,1-1 1,0 0-1,0 1 0,-2 2 0,-14 28-10411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6.546"/>
    </inkml:context>
    <inkml:brush xml:id="br0">
      <inkml:brushProperty name="width" value="0.035" units="cm"/>
      <inkml:brushProperty name="height" value="0.035" units="cm"/>
    </inkml:brush>
  </inkml:definitions>
  <inkml:trace contextRef="#ctx0" brushRef="#br0">356 144 6537,'-10'2'645,"0"-1"0,0 2 0,0-1 0,0 2-1,0-1 1,1 1 0,-17 9 0,-2 1 613,0-2-1,-30 9 1,23-9 240,-33 16 0,64-25-1345,0 0 1,0 0-1,-1 0 1,2 0-1,-1 0 1,0 1-1,1 0 0,-6 7 1,9-11-115,-1 1 0,1 0 0,-1 0 0,1 0 0,0 0 0,-1 0 0,1 0 0,0 0 0,0 0 1,0 0-1,0 0 0,0 0 0,0 0 0,0 0 0,0 0 0,0 0 0,0 0 0,1 1 0,-1 2 89,0-1-90,1-1 1,-1 0 0,0 0-1,1 0 1,-1 0-1,1 0 1,0 0 0,-1 0-1,1 0 1,0 0-1,0 0 1,0 0 0,1 0-1,-1 0 1,0-1-1,2 2 1,1 1 28,0-1 0,0 0 0,0 0-1,1 0 1,-1 0 0,8 3 0,4 0 67,-1-1 0,1-1 0,30 5 0,-18-5-87,1-2-1,0-1 1,0-1-1,-1-2 1,1-1 0,0-1-1,-1-1 1,0-1-1,29-11 1,-51 14-107,0 0-1,1 0 0,-1 0 1,-1-1-1,1 0 1,-1 0-1,1 0 0,-1-1 1,0 1-1,0-1 1,-1-1-1,0 1 1,0 0-1,0-1 0,0 0 1,3-8-1,-7 13 54,1 0-16,0-1 0,-1 1 0,1 0 0,0-1 0,-1 1 0,1-1 0,-1 1 0,0-1 1,1 1-1,-1-1 0,0 1 0,0-1 0,0 1 0,0-3 0,0-4-33,0 6 34,0-1-1,0 1 1,0-1-1,0 0 1,0 1-1,0-1 1,-1 1-1,0-1 1,1 1 0,-1-1-1,0 1 1,0-1-1,0 1 1,-2-3-1,-25-27 80,28 32-55,-2-2 134,-1 1 8,-2-3-197,-11-4 554,14 12-154,8 9-176,0-4-84,0-1-1,1 0 0,0 0 0,15 13 0,13 15 80,-18-16-97,0-1-1,2-1 0,0-1 1,23 17-1,60 61-98,-100-94 19,1 3-179,-2-8-1252,4-9 1218,-2 0 0,0 0 0,0 0 0,-2 0 0,1 0 0,-2-23 0,0 29 282,0 0-1,0 0 0,0 1 1,1-1-1,0 0 1,0 1-1,1-1 1,0 0-1,0 1 0,0 0 1,1-1-1,0 1 1,5-8-1,-2 6 120,0 2 0,0-1 1,0 1-1,1 0 0,-1 0 0,1 0 0,1 1 0,-1 0 1,15-6-1,-12 6 53,0 1 0,1 0 1,-1 1-1,1 0 0,0 1 0,0 0 1,-1 0-1,14 1 0,-3 1 370,0 1 1,0 1-1,25 6 0,-43-7-190,45-1-256,-47 0-178,0 0 1,0 0 0,0 0-1,0-1 1,0 1-1,0 0 1,0 0 0,0-1-1,0 1 1,0 0-1,0-1 1,0 1-1,-1-1 1,1 1 0,0-1-1,0 0 1,1-1-1,3-1-84,2-2-58,0-1-1,0 0 1,11-12-1,11-10-176,-10 16 46,0 0 0,1 2 0,0 0-1,1 1 1,33-9 0,2-2-2036,-3 4-1914,-26 11-1651,-4 2-3002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6.861"/>
    </inkml:context>
    <inkml:brush xml:id="br0">
      <inkml:brushProperty name="width" value="0.035" units="cm"/>
      <inkml:brushProperty name="height" value="0.035" units="cm"/>
    </inkml:brush>
  </inkml:definitions>
  <inkml:trace contextRef="#ctx0" brushRef="#br0">825 0 7797,'-18'3'890,"1"1"1,0 0-1,0 1 1,0 1 0,0 0-1,-19 12 1,-15 12 752,2 2 1,2 2 0,-85 78-1,90-69-876,1 2-1,3 1 0,-57 92 1,67-91-541,2 2 0,2 1 0,2 1-1,3 1 1,1 1 0,4 0 0,1 1 0,3 1 0,2 0 0,0 83 0,9-100-152,1-1 0,2 0 0,2 0 1,1-1-1,2 1 0,2-2 0,17 41 0,-16-47-248,2-1 0,2 0-1,0-2 1,1 1 0,2-2-1,1 0 1,1-1 0,40 35-1,-49-49-331,2 0 0,0-1 0,0 0 0,0-1 0,1-1 0,0 0 0,25 7-1,-18-8-1984,-1-2 0,40 5-1,26-7-8181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7.113"/>
    </inkml:context>
    <inkml:brush xml:id="br0">
      <inkml:brushProperty name="width" value="0.035" units="cm"/>
      <inkml:brushProperty name="height" value="0.035" units="cm"/>
    </inkml:brush>
  </inkml:definitions>
  <inkml:trace contextRef="#ctx0" brushRef="#br0">699 1 12009,'-33'13'747,"21"-8"-226,1-1-1,0 1 1,-19 13 0,21-12-209,1 1 0,0 1 0,1-1 0,-12 17 1,-1 0 68,-30 30 898,-72 104-1,-91 195 727,171-281-1716,17-31-97,-19 46 0,18-40-49,18-37-1060,14-28-2653,12-20-2026,0-1-3496</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7.314"/>
    </inkml:context>
    <inkml:brush xml:id="br0">
      <inkml:brushProperty name="width" value="0.035" units="cm"/>
      <inkml:brushProperty name="height" value="0.035" units="cm"/>
    </inkml:brush>
  </inkml:definitions>
  <inkml:trace contextRef="#ctx0" brushRef="#br0">5 0 15617,'-2'9'519,"2"-7"-320,-1 1 0,1-1 0,-1 1 0,1-1 0,0 0 0,0 1 0,0-1 0,0 1 0,0-1 0,0 1 0,1-1 0,-1 0 0,1 1 0,0-1 0,0 0 0,0 1 0,0-1 0,0 0 0,0 0 0,0 0 0,1 0 0,-1 0 0,3 2 0,44 54 3862,50 54 576,147 139-1496,-53-46-4185,-169-181-202,-14-15-762,-1 0-1,0 0 0,8 12 0,-5-6-5287</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7.752"/>
    </inkml:context>
    <inkml:brush xml:id="br0">
      <inkml:brushProperty name="width" value="0.035" units="cm"/>
      <inkml:brushProperty name="height" value="0.035" units="cm"/>
    </inkml:brush>
  </inkml:definitions>
  <inkml:trace contextRef="#ctx0" brushRef="#br0">1 91 11633,'0'0'10354,"1"-2"-8507,-1 1-1803,1-1 127,-1 0-1,1 1 1,-1-1-1,1 0 1,0 0-1,0 1 1,0-1 0,0 0-1,0 1 1,0-1-1,0 1 1,1-1-1,-1 1 1,0 0-1,1-1 1,-1 1 0,1 0-1,0 0 1,-1 0-1,1 0 1,0 1-1,0-1 1,-1 0-1,1 1 1,0-1 0,0 1-1,0-1 1,0 1-1,0 0 1,2 0-1,447-19 3191,-346 16-3120,-20 3-241,-22 0 0,80-10 0,-127 7-79,-16 3 75,0 0 0,0 0 0,0 0 0,0 0 0,1 0 0,-1 0 0,0 0 0,0 0 0,0 0 0,0 0 0,0 0 0,0 0 0,0 0 1,0 0-1,0 0 0,0 0 0,0 0 0,0-1 0,0 1 0,0 0 0,0 0 0,0 0 0,1 0 0,-1 0 0,0 0 0,0 0 0,0 0 0,0 0 0,0 0 0,0 0 1,0 0-1,0 0 0,0 0 0,0 0 0,0 0 0,0-1 0,0 1 0,0 0 0,0 0 0,0 0 0,0 0 0,0 0 0,0 0 0,0 0 0,0 0 0,0 0 0,0 0 1,0 0-1,0 0 0,0 0 0,0 0 0,0-1 0,-1 1 0,1 0 0,0 0 0,0 0 0,0 0 0,0 0 0,0 0 0,0 0 0,0 0 0,0 0 0,0 0 0,0 0 1,0 0-1,0 0 0,0 0 0,-14-3-1279,14 2 1058,-44 0-3564,4 0-4669,-5-8-7223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8.097"/>
    </inkml:context>
    <inkml:brush xml:id="br0">
      <inkml:brushProperty name="width" value="0.035" units="cm"/>
      <inkml:brushProperty name="height" value="0.035" units="cm"/>
    </inkml:brush>
  </inkml:definitions>
  <inkml:trace contextRef="#ctx0" brushRef="#br0">232 38 14177,'-6'-22'1360,"6"21"-1281,0 1 0,0-1 0,0 1 0,0-1 0,0 1 0,0-1 0,0 1 0,0-1 0,0 1 0,0-1 0,0 1 0,0-1 0,1 1 0,-1-1 0,0 1 0,0-1 0,1 1 0,-1-1 0,0 1 0,1 0 0,-1-1 0,3 0 224,0 0 1,-1 0-1,1 1 0,0-1 0,-1 1 0,1 0 0,0 0 0,0 0 0,-1 0 0,1 0 0,3 1 1,9 0 470,-8-1-496,21 1 1415,54 9 1,-71-8-1438,-1 1 0,1 0 0,-1 1 0,0 0 0,0 1 0,-1 0 0,0 0 0,17 13 0,-10-3-9,0 0 0,-1 1 1,-1 1-1,0 0 0,-2 1 0,0 0 1,0 1-1,-2 0 0,-1 1 0,9 25 1,-1 4 102,-3 2 0,-1 0 0,5 61 0,-8-15-245,-5 0 1,-4 1 0,-4-1-1,-5 1 1,-20 98 0,-137 471 251,84-404-3520,-11-4 0,-143 281 0,173-422-4435,7-19-5098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8.613"/>
    </inkml:context>
    <inkml:brush xml:id="br0">
      <inkml:brushProperty name="width" value="0.035" units="cm"/>
      <inkml:brushProperty name="height" value="0.035" units="cm"/>
    </inkml:brush>
  </inkml:definitions>
  <inkml:trace contextRef="#ctx0" brushRef="#br0">1 54 10921,'4'-9'2339,"-8"18"5594,8-9-5724,215-18 2931,11 0-915,-99 15-4279,-127 3-577,-21-12-5049,11 11 4870,0 0 1,1 0-1,-1 1 0,0 0 0,1 0 0,-1 1 0,1 0 0,-1 0 0,0 0 0,1 0 0,-7 3 0,4-2-771,-47 12-10537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28.786"/>
    </inkml:context>
    <inkml:brush xml:id="br0">
      <inkml:brushProperty name="width" value="0.035" units="cm"/>
      <inkml:brushProperty name="height" value="0.035" units="cm"/>
    </inkml:brush>
  </inkml:definitions>
  <inkml:trace contextRef="#ctx0" brushRef="#br0">0 106 20358,'116'-35'3228,"-60"35"-264,7 7-455,-4-14-445,-6 0-420,-4 0-1644,11 3 0,-8-3 0,-3 7 0,-28 4 0,7-15 0,0 4 0,-35-7-7537,-21-3 141,-24 17-7454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50.800"/>
    </inkml:context>
    <inkml:brush xml:id="br0">
      <inkml:brushProperty name="width" value="0.035" units="cm"/>
      <inkml:brushProperty name="height" value="0.035" units="cm"/>
    </inkml:brush>
  </inkml:definitions>
  <inkml:trace contextRef="#ctx0" brushRef="#br0">575 0 2844,'-9'9'153,"-15"10"181,23-18-312,1-1 0,-1 1 0,0-1 0,0 0 0,0 1 0,0-1 0,0 0 0,0 0 0,0 0 0,0 0 0,0 0 0,0 0 0,0 0 0,0 0 0,0 0 0,0 0 0,0-1 0,0 1 0,0 0 0,0-1 0,0 1 0,0 0-1,0-1 1,0 1 0,0-1 0,0 0 0,-1-1 38,0 1 0,0 0 0,0 0-1,0 1 1,0-1 0,0 0 0,0 1-1,0-1 1,-1 1 0,1-1 0,0 1-1,0 0 1,0 0 0,0 0 0,-1 1-1,-2-1 1,-40 12 418,17-4 35,14-5-7,0-2 1,0 0-1,0-1 1,-15-1 0,13 0 29,0 1 0,-25 3 0,9 1 60,1 1 0,0 2-1,0 2 1,-49 19 0,78-26 477,-37 1 6458,40-1-7335,1 1-167,-1-1-1,1 1 1,0-1-1,0 0 1,0 0-1,0 0 1,0 0-1,0 0 1,1-1-1,-1 1 1,1-1-1,-1 1 1,1-1-1,0 0 1,-1 0-1,1 0 1,0 0-1,3 0 1,8 2 58,1-1 1,21 0 0,-7 0 0,26 5 61,-9-1 32,84 1 0,82-2 22,-44 1-110,174 9-8,-124-2-45,-68-6-23,174 3 27,72-2-61,-146 0 49,86 1-75,546 28 85,-812-33-70,227 8 94,-103-6-150,-121-2 62,189 2-40,205-5 70,-280 3-19,35-1 11,39-4-4,-63 2 34,82 4-49,-132 0 18,91 4-11,135 0 102,-228-8-114,48-2 28,-77-3 68,175-13-120,-34-9 146,-20 3-154,195-3 87,3 33-29,-232-2-7,334 13 15,195-2-27,-435-21-6,-102 0 7,219-3 25,281-1 7,-128 2 11,-331-3-16,-129 7 5,-77 4-10,0-2 1,43-7-1,-67 8-40,0-1 1,1 1-1,-1 0 0,0 1 1,1 0-1,7 2 0,-1-1-280,-14-2 298,0 0 1,0 0-1,0 0 1,0 0-1,1 1 0,-1-1 1,0 0-1,0 0 0,0 0 1,0 0-1,0 0 0,0 0 1,0 0-1,1 0 0,-1 0 1,0 0-1,0 0 0,0 0 1,0 0-1,0 0 0,0 0 1,1 0-1,-1 0 0,0 0 1,0 0-1,0 0 0,0-1 1,0 1-1,0 0 0,0 0 1,0 0-1,1 0 0,-1 0 1,0 0-1,0 0 0,0 0 1,0 0-1,0 0 0,0-1 1,0 1-1,0 0 1,0 0-1,0 0 0,0 0 1,0 0-1,0 0 0,0 0 1,0-1-1,0 1 0,0 0 1,0 0-1,0 0 0,0 0 1,0 0-1,0 0 0,0 0 1,0-1-1,0 1 0,0 0 1,0 0-1,0 0 0,0 0 1,0 0-1,1-8-814,-1 4-296,1 0-1,-1 1 1,0-1 0,0 0-1,0 0 1,-2-6-1,-12-5-9450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52.255"/>
    </inkml:context>
    <inkml:brush xml:id="br0">
      <inkml:brushProperty name="width" value="0.035" units="cm"/>
      <inkml:brushProperty name="height" value="0.035" units="cm"/>
    </inkml:brush>
  </inkml:definitions>
  <inkml:trace contextRef="#ctx0" brushRef="#br0">138 246 8665,'-47'9'1376,"37"-7"744,-34-9 891,39 7 111,3 1-2675,-2 1-184,1 0-116,1-1 0,-1 0 0,1 1 0,-1-1 0,1 0 0,-1 0 0,-4 1 0,10 0 240,0 2-295,1-2 1,-1 1 0,1 0 0,-1-1 0,1 1 0,0-1 0,0 0 0,1 0-1,7 2 1,44 5 433,-50-8-499,211 16 1255,-2-9-510,-97-6-419,953-8 815,-834 0-1061,1574-62 319,-1026 29-193,-372 21-202,481-20-108,144 15 195,-955 22-103,562 0-30,-342 1 69,151 8-45,141-1 600,-387-5-70,-101 2 328,172-18-1,-93-4 712,-146 13-1091,17 0 332,-28 9-446,1 2-308,-30-6-73,0 0 0,0 0 1,0 0-1,-1 0 0,1 0 0,0 0 1,0 0-1,0 0 0,0 0 0,0 0 0,0-1 1,0 1-1,0 0 0,0 0 0,0 0 1,0 0-1,0 0 0,0 0 0,0 0 1,0 0-1,0 0 0,0 0 0,0-1 0,0 1 1,0 0-1,0 0 0,0 0 0,0 0 1,0 0-1,0 0 0,0 0 0,0 0 0,0 0 1,0 0-1,0 0 0,0-1 0,0 1 1,1 0-1,-1 0 0,0 0 0,0 0 0,0 0 1,0 0-1,0 0 0,0 0 0,0 0 1,0 0-1,0 0 0,0 0 0,0 0 0,1 0 1,-1 0-1,0 0 0,0 0 0,0 0 1,0 0-1,0 0 0,0 0 0,0 0 1,0 0-1,1 0 0,-2-4-396,-1 0 0,1 0 1,0 0-1,-1 0 0,0 1 1,0-1-1,0 1 0,0-1 0,0 1 1,-1 0-1,0 0 0,1 0 0,-1 0 1,0 0-1,0 1 0,-1-1 0,1 1 1,-1 0-1,-3-2 0,-41-23-7440,-2 4-5498</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55.516"/>
    </inkml:context>
    <inkml:brush xml:id="br0">
      <inkml:brushProperty name="width" value="0.035" units="cm"/>
      <inkml:brushProperty name="height" value="0.035" units="cm"/>
    </inkml:brush>
  </inkml:definitions>
  <inkml:trace contextRef="#ctx0" brushRef="#br0">95 120 7245,'-9'4'90,"-3"2"724,-1-1 0,1-1 1,-15 4-1,6-7 11913,26-1-12236,61-3 797,33 0-485,414 24 844,12 1-1303,331 1-205,-672-21-179,661-13 123,-491-2-22,50 1-65,245 0-24,-153 25 90,-384-11-30,133 7-111,64-3 134,-131-5-100,60-4 121,-56-1-95,112-8 54,-57-1-108,12-1 86,1 0-60,-9 3 69,76-2-63,-146 8 53,-45-1-20,162-8 64,-124 4-97,414-4-161,-42 25-30,-269-11 4,-73-2 189,93-3-28,58-8 15,-159 9 51,10 0-33,192-3 41,72-4-100,-265 2 49,-143 9 62,56-1-84,46-6 128,-14 0-10,78 13-51,-1 2 15,315 23-125,-400-24 141,-51-3-108,111 1 151,36 3-40,-104-4 14,5 0-25,161 10-22,-115-7-27,180 3 5,-170-7 26,522 26-115,-405 2 183,102 10-98,-381-38 24,-21-3 0,247 20 1,488-10-25,-32-44-60,-462 10 46,172-4 20,-286 23 6,381-3-104,-138 5 198,-260 2-89,39-1 16,239-4-52,-99 4 71,-32-8-64,211 4 109,-46 2-103,-15 0-16,-19-17-28,-176 5 80,-79 4-28,-82 8 21,158-6 2,-93 8 53,71 1-1,-55 8-85,300 13-5,1-23 99,-57-13 51,197 28 1125,-256 2-344,-119-17 128,-48 0 396,-119 3-906,37 6 1,-68-6-470,0 0 0,1 0 1,-1 0-1,0 0 1,0 0-1,1-1 0,-1 1 1,0-1-1,0 0 0,4-1 1,4 0-3934,-59-17 97,37 13 2588,-1 1 0,1 1-1,-20-5 1,-17 3-5445,-11-4-4293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56.764"/>
    </inkml:context>
    <inkml:brush xml:id="br0">
      <inkml:brushProperty name="width" value="0.035" units="cm"/>
      <inkml:brushProperty name="height" value="0.035" units="cm"/>
    </inkml:brush>
  </inkml:definitions>
  <inkml:trace contextRef="#ctx0" brushRef="#br0">35 188 7673,'-35'18'15357,"38"-21"-14596,1 0-561,0 1 1,0-1-1,1 1 1,-1 0-1,0 0 1,1 0-1,-1 1 1,1-1-1,0 1 1,7-1-1,49 1 493,-27 1-380,824-31 2634,-265 6-2357,-374 19-482,249-12 106,-140 8-132,-16 0 105,495-35 1293,-396 26-1323,-350 16-157,48-4 0,-77 2 0,-25 5 0,34 1 0,5-1-5656,-81 7-6968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0:59.312"/>
    </inkml:context>
    <inkml:brush xml:id="br0">
      <inkml:brushProperty name="width" value="0.035" units="cm"/>
      <inkml:brushProperty name="height" value="0.035" units="cm"/>
    </inkml:brush>
  </inkml:definitions>
  <inkml:trace contextRef="#ctx0" brushRef="#br0">1 312 7537,'0'0'4123,"1"-2"-3224,14-22 732,-14 22-969,2 0-123,58-29 1646,-57 29-1962,1 0-1,0 0 1,0 1-1,0 0 0,0 0 1,0 0-1,0 0 1,0 1-1,0 0 0,0 0 1,0 0-1,6 2 1,20-1 390,-9-2-96,29 2-1,2 1 37,145 4 122,60-2 80,194-2-137,-166 0-400,73 5 9,-145 0-185,40 0 34,205 1 22,-227-1-85,38 7-88,-5-1 23,356-8 142,-180-24-108,-79 11 15,-54-3 35,-76 4-16,-23 3 63,-17-1-122,15-1 160,203 4 76,-189 7 367,322-12 241,-203 3-671,-156-8-160,44 0 40,-89 11 21,120 1-114,14-5 79,-140 0 88,136-14 31,57 0-36,-174 17-20,154 4 15,-96 1-65,-13 0-42,105 1-127,188 6 150,-123-40-12,-342 27 36,293-10-377,-143 10-81,-117-1 234,-33 1 118,31 1 1,54 6-84,56 3-45,177-16 0,-189 1 126,46-5 111,0-5-28,-36 5 81,-82 8-109,101 5 0,-69 2 116,31 3-162,32 0 115,214-6 360,-188 2-129,150 28-79,-53-2-231,-115-17-125,73 1-44,-62-4 178,3 0 48,-72-2-47,61-3 72,16-1-24,-83 2 43,70 5-88,-55-1 99,-23 3-116,-45-3 34,116 15 56,8 0-90,189 16 57,-52-16 22,58-1-51,-209-15 78,372-7-7,-487 0-48,919-2-59,-563 3 160,274-33-143,-613 27 10,38-1-12,143-4 37,-53 0-44,-37-2 6,48 0 0,368 14 279,-279-3-70,-107-10-35,-94 3-139,-24 0 61,98-24-1,-125 22-48,-4 0 45,80-14 158,-69 13 49,-39 6 58,41-3 1,-5-1 125,-44 6-273,-1 2 0,31-3-1,42 2 160,-43 1-126,52 4 1,75 5 184,16 3 659,-183-10-850,-1 0-31,55-7-498,-58 7 280,-1 0 0,0 0-1,1 0 1,-1 0 0,0 0 0,0 0 0,1 0 0,-1 0 0,0 0 0,1-1-1,-1 1 1,0 0 0,1 0 0,-1 0 0,0-1 0,0 1 0,1 0 0,-1 0-1,0-1 1,0 1 0,0 0 0,1 0 0,-1-1 0,0 1 0,0 0 0,0-1 0,0 1-1,0 0 1,0-1 0,1 1 0,-1 0 0,0-1 0,0 0 0,-6-14-1286,-26-25-3314,12 17-2754,-3-10-4647</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2:57.363"/>
    </inkml:context>
    <inkml:brush xml:id="br0">
      <inkml:brushProperty name="width" value="0.035" units="cm"/>
      <inkml:brushProperty name="height" value="0.035" units="cm"/>
    </inkml:brush>
  </inkml:definitions>
  <inkml:trace contextRef="#ctx0" brushRef="#br0">209 95 4836,'0'0'3897,"-3"1"-3344,-28 11 367,15 0 815,16-11-1371,-1 0 0,0 0-1,1 0 1,-1 0-1,0 0 1,1 0 0,0 0-1,-1 0 1,1 0 0,-1 0-1,1 1 1,0-1 0,0 2-1,-18 4 843,4-1-661,11-5-36,-1 0-28,-31 8 280,32-8 592,-1 0-1095,-37 8 272,37-9 349,-22-11 2735,38 6-3302,-1 2 0,1-1 0,0 2 0,0-1 0,20 0 0,-6 0-92,450-36 1442,-377 42-1800,-93-3-125,-2 0-186,11-1 664,7 0-4460,-20-2 2187,-13-2 1289,-55-15-897,62 19 1290,2-2 85,0 1 0,0 0 1,0 0-1,0 0 0,0 0 1,-1 0-1,1 1 0,-3-2 1,5 2 95,-1 1-12,1-1 0,0 0 0,0 0 0,0 0 1,0 0-1,0 0 0,0 0 0,0 0 0,0 0 0,1 0 1,-1 1-1,0-1 0,1 0 0,-1 0 0,0 0 1,1 0-1,-1 1 0,1-1 0,0-1 0,0 1-399,10-18-3663,5 7-2097</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2:58.231"/>
    </inkml:context>
    <inkml:brush xml:id="br0">
      <inkml:brushProperty name="width" value="0.035" units="cm"/>
      <inkml:brushProperty name="height" value="0.035" units="cm"/>
    </inkml:brush>
  </inkml:definitions>
  <inkml:trace contextRef="#ctx0" brushRef="#br0">14 60 8109,'0'18'5980,"-1"-21"-4784,-1-5-143,-4-11-568,1 10 8648,12 9-8376,147 0 1100,462 11 689,-262 9-2047,-192-16-1225,-158-3 271,0-1 1,0 1-1,1 0 1,-1 0-1,6 3 1,-6-2-131,-4-2 545,0-1-1,0 1 1,0 0-1,0 0 1,0 0-1,0 0 1,0 0-1,0 0 1,0 0-1,0 0 1,0 0-1,0 0 1,0-1-1,0 1 1,0 0-1,0 0 1,0 0-1,0 0 1,0 0-1,0 0 1,0 0-1,0 0 1,0 0-1,0 0 1,0 0-1,0-1 1,0 1-1,0 0 1,0 0-1,0 0 1,0 0-1,0 0 1,0 0-1,1 0 1,-1 0-1,0 0 1,0 0-1,0 0 1,0 0-1,0 0 1,0 0-1,0 0 1,0 0-1,0 0 1,0 0-1,0 0 1,1 0-1,-20-35-5541,2 10-1659,5 5-2585</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02.615"/>
    </inkml:context>
    <inkml:brush xml:id="br0">
      <inkml:brushProperty name="width" value="0.035" units="cm"/>
      <inkml:brushProperty name="height" value="0.035" units="cm"/>
    </inkml:brush>
  </inkml:definitions>
  <inkml:trace contextRef="#ctx0" brushRef="#br0">1303 407 6621,'0'1'207,"-1"0"0,0 1 0,1-1 1,-1 0-1,0 0 0,0 1 1,0-1-1,0 0 0,0 0 0,0 0 1,-1 0-1,1 0 0,0-1 0,0 1 1,-1 0-1,1 0 0,-1-1 1,1 1-1,0-1 0,-1 1 0,1-1 1,-1 0-1,1 0 0,-3 1 0,5-2-116,0 1-1,0 0 0,0-1 0,-1 1 1,1 0-1,0-1 0,0 0 1,0 1-1,0-1 0,-1 1 0,1-1 1,0 0-1,-1 1 0,1-1 0,0 0 1,0-1-1,-1 1 84,1 0 0,0 1 0,-1-1 0,1 0 1,-1 1-1,1-1 0,0 0 0,0 1 0,0-1 0,-1 0 1,1 1-1,0-1 0,0 1 0,0 0 0,0-1 0,1 1 0,-3-4 324,-2-34 350,3 37-825,0 0 1,0 0-1,0 0 1,-1 0-1,1 0 0,0 0 1,-1 0-1,1 0 0,-1 0 1,1 0-1,-1 0 1,1 0-1,-1 1 0,0-1 1,1 0-1,-1 0 1,0 1-1,0-1 0,-1 0 1,-1-2 47,-5-5 14,-1 0-1,0 0 1,0 1-1,-1 0 1,0 1-1,0 0 0,-1 0 1,1 1-1,-1 0 1,-15-3-1,-13-3 82,-66-8 0,48 13 14,-1 3 0,1 2 0,-114 14 0,0 19 18,151-26-190,1 0 0,0 2 0,0 0 0,1 1 0,0 1 0,1 1 0,0 0-1,0 2 1,-18 17 0,9-5 5,2 1 0,1 0 0,2 2 0,-30 47 0,24-26 36,2 1-1,2 1 0,-30 98 1,45-118 3,1-1 0,2 1 0,-3 43 1,7-53-1,1 1-1,1-1 1,1 1 0,1-1 0,9 38 0,-7-44-17,1 0 1,0-1 0,1 0 0,0 0-1,1 0 1,1-1 0,0 0-1,1-1 1,15 15 0,-8-11-11,0-1-1,2 0 1,0-2 0,0 0 0,35 16-1,4-5 11,0-3-1,1-2 1,111 19 0,-43-16-5,1-6 1,177-1 0,-246-17-27,-1-3 0,0-3 0,0-1-1,64-21 1,221-86 14,-282 94-17,7-3 45,-1-2 0,-2-4 0,102-63 0,-149 81 34,0-1-1,-1 0 1,-1-1-1,0-1 1,-1 0-1,-1-2 1,0 1-1,-1-2 1,-2 0-1,0 0 1,0-1-1,-2 0 1,0-1-1,-2 1 1,0-2-1,-2 1 1,0-1-1,-1 0 1,-1 0-1,-1-24 1,-2 6 98,-1 0 0,-3 0 1,-1 0-1,-2 1 0,-2 0 1,-1 0-1,-2 1 0,-2 0 0,-37-71 1,39 89-157,-1 0 1,0 1-1,-2 0 0,0 1 1,-1 1-1,-1 1 1,-1 0-1,0 1 1,-1 1-1,-28-16 0,5 8-33,0 1 0,-1 3 0,-2 1 0,-56-13 0,36 16-143,-1 2 1,0 2-1,0 4 0,-81 3 1,-270 31-3950,359-23 2974,11-1 16,-118 15-6211,72-2-1076</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04.617"/>
    </inkml:context>
    <inkml:brush xml:id="br0">
      <inkml:brushProperty name="width" value="0.035" units="cm"/>
      <inkml:brushProperty name="height" value="0.035" units="cm"/>
    </inkml:brush>
  </inkml:definitions>
  <inkml:trace contextRef="#ctx0" brushRef="#br0">925 262 5633,'0'0'12703,"-3"-2"-12608,-18-6-52,1 0-1,-1 1 0,0 1 1,-1 1-1,1 1 1,-1 1-1,-30 0 1,1 2-72,0 3 0,-54 8 0,82-6 34,0 0-1,0 2 1,0 0-1,1 1 0,0 2 1,1 0-1,0 1 1,0 2-1,1 0 0,1 1 1,0 0-1,-33 33 1,34-30 2,1 2 0,1 0 1,0 1-1,2 0 0,0 1 1,-12 24-1,10-9 16,2 1 0,2 0 1,1 1-1,1 0 0,3 0 0,1 1 0,-2 59 0,7-55 43,2 1-1,2-1 1,2-1-1,12 52 1,-12-72-1,1-1-1,1 0 1,1 0-1,0 0 1,2-1 0,0-1-1,1 0 1,1 0-1,1-1 1,20 21-1,-22-28-30,0-1-1,2 0 0,-1-1 1,1 0-1,0-1 0,0 0 1,1-1-1,0-1 0,0 0 0,0-1 1,21 4-1,9-1 31,0-2-1,70-1 1,-14-7 4,0-4 1,174-36 0,-166 15-29,-1-4 0,126-58 0,-177 64-33,-2-3 0,-1-2-1,-1-2 1,-2-3 0,59-54-1,-86 70 67,-1-2 0,-1-1 1,-2-1-1,0 0 0,-1-2 0,-1 0 0,-2-1 0,0 0 0,-2-1 0,-1-1 0,-2 0 1,0 0-1,-2-1 0,-2 0 0,0-1 0,-2 1 0,-1-1 0,-2 0 0,-4-50 0,0 46 69,-2 1 0,-2 0 0,-17-54-1,20 76-123,-1 1 0,0 0 0,0 1 0,-1-1 0,-1 1 0,0 0 0,0 1-1,-1-1 1,0 1 0,0 1 0,-1 0 0,0 0 0,-1 0 0,-11-6 0,-6 0-13,-1 0 0,-1 2 1,0 1-1,0 2 0,-1 1 0,0 1 0,0 1 1,-1 2-1,0 1 0,1 1 0,-1 2 1,0 1-1,-33 5 0,-4 5-89,-1 4 0,2 2 0,0 3 0,-114 52 0,92-29-1199,2 4 0,-147 107 0,32 15-6375,113-84-775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06.697"/>
    </inkml:context>
    <inkml:brush xml:id="br0">
      <inkml:brushProperty name="width" value="0.035" units="cm"/>
      <inkml:brushProperty name="height" value="0.035" units="cm"/>
    </inkml:brush>
  </inkml:definitions>
  <inkml:trace contextRef="#ctx0" brushRef="#br0">235 0 4564,'10'50'14114,"-20"-34"-13762,7-8-302,0 0-1,0 1 1,1-1-1,0 0 1,0 1-1,1-1 1,-1 11-1,-1 11 58,-1-5-21,-24 229 690,29 159 466,-2 72-599,-44 256-462,32-613-206,-2 75 66,13-161-19,-13 71-1,0-6 16,-5 57-4,19-133-39,2-21 3,-2 0 0,1 0 1,-3 11-1,-1 9 13,-1 34 1,0-2-9,5-57-19,-1-2-3,-2 32 29,3-31-3,0 0 1,0 28 11,-2-1-1,-6 35 1,8-61-8,-1 1 0,1-1-1,0 0 1,0 0 0,1 0 0,1 9 0,0-4 8,1 4 5,-3-10-15,1 0 0,0 0 0,-1 0 0,1 0 0,-1 0-1,0 0 1,-1 0 0,1 0 0,-2 6 0,1-6 2,0 0 0,1 0 0,-1 0 0,1 0 1,0 0-1,0 0 0,0 0 0,2 6 0,-2-7-6,1 0-1,-1 1 0,0-1 1,0 0-1,0 1 1,0-1-1,0 0 0,-1 1 1,-1 5-1,1-6-3,1 0 0,-1 0 0,1 0 0,0 0 0,0 0 0,0-1 0,0 1 0,1 0 0,-1 0 0,1 0 0,1 3 0,2 15 33,-6-1-11,2-16-21,-1-1 0,1 1-1,0 0 1,0-1 0,0 1 0,0 0 0,1-1 0,-1 1 0,1-1-1,0 1 1,0-1 0,1 1 0,1 3 0,-2-3 954,-1-6-2169,0 0 981,0 0 0,-1 0 0,1 0 0,-1 0 0,1 0 0,-1 0 0,1 0 0,-1 1 0,-1-3 0,-4-9-526,-1-12-1974,2 1 0,-6-44 0,4-7-5751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07.613"/>
    </inkml:context>
    <inkml:brush xml:id="br0">
      <inkml:brushProperty name="width" value="0.035" units="cm"/>
      <inkml:brushProperty name="height" value="0.035" units="cm"/>
    </inkml:brush>
  </inkml:definitions>
  <inkml:trace contextRef="#ctx0" brushRef="#br0">365 0 2380,'0'0'14755,"-3"3"-14346,-16 19 90,11-13-352,0 0 0,1 0 1,-8 14-1,-26 46 453,-68 130 723,60-100-839,-7 17 40,47-95-389,2-5 17,0 1-1,2-1 1,-6 22-1,5-18 74,1-2-70,23-24-50,-13 3-96,1 0 1,-1 0 0,0-1-1,0 1 1,0-1 0,0 0-1,-1-1 1,0 1 0,0-1-1,0 0 1,0 0 0,5-10-1,7-7 6,5-10-1,-2 0-1,-1-1 0,23-61 0,-19 40-28,84-160 1,-96 194 16,0 0 1,21-29-1,-29 47 10,-1-1-7,1 0 1,-1 1-1,1-1 0,0 1 1,0-1-1,0 1 0,3-3 0,-3 2 4,-2 3-9,0 0 1,0 0-1,0 0 1,0 0-1,0 0 0,0 0 1,1-1-1,-1 1 1,0 0-1,0 0 1,0 0-1,0 0 0,0 0 1,0 0-1,0 0 1,0 0-1,1 0 1,-1 0-1,0 0 0,0 0 1,0 0-1,0 0 1,0-1-1,0 1 1,1 0-1,-1 0 1,0 0-1,0 0 0,0 0 1,0 0-1,0 0 1,0 1-1,1-1 1,-1 0-1,0 0 0,0 0 1,0 0-1,0 0 1,0 0-1,0 0 1,0 0-1,1 0 0,-1 0 1,0 0-1,0 0 1,0 0-1,0 1 1,0-1-1,14 5 26,-11-4-2,0 0 1,1 1 0,-1-1 0,0 1 0,0-1 0,0 1 0,0 0-1,0 0 1,5 5 0,34 46 240,44 74 1,6 8-57,-53-80-163,10 12-826,-14-27-9245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11.043"/>
    </inkml:context>
    <inkml:brush xml:id="br0">
      <inkml:brushProperty name="width" value="0.035" units="cm"/>
      <inkml:brushProperty name="height" value="0.035" units="cm"/>
    </inkml:brush>
  </inkml:definitions>
  <inkml:trace contextRef="#ctx0" brushRef="#br0">56 98 5509,'7'18'10212,"-9"-20"-9382,-20-14 5247,18 15-5430,-28-8 782,29 9 1363,7-1-2348,48-12 191,0 2 0,87-5 0,115 8 61,-108 5-461,-30 4-3,32-2-91,-124-2 45,29-2 767,-18 11-518,1 2-434,-33-8-233,-14-21-20722,1 0 12400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14.364"/>
    </inkml:context>
    <inkml:brush xml:id="br0">
      <inkml:brushProperty name="width" value="0.035" units="cm"/>
      <inkml:brushProperty name="height" value="0.035" units="cm"/>
    </inkml:brush>
  </inkml:definitions>
  <inkml:trace contextRef="#ctx0" brushRef="#br0">53 14 5773,'-21'-14'15457,"25"21"-15113,-2-3-305,0-1 0,-1 0 0,1 1 0,-1-1 0,0 1 0,0 0 0,-1-1 0,1 1 0,-1 0 0,1 5 0,-6 43 120,1-21-57,3 116 149,3-43-85,12 459 206,-11-513-366,2 59 10,21 286 90,-23-317-16,-4-61-140,2-1-1,0 1 1,0 0 0,2 0 0,0 0 0,6 19-1,-9-36 36,0 1 0,1 0 0,-1 0 0,0 0 0,0 0 0,0 0 0,0-1 0,0 1 0,0 0 0,-1 0 0,1 0 0,0-1 0,0 1 0,-1 0 0,1 0 0,0 0 0,-1-1 0,1 1 0,-1 1 0,-1 1-51,-6 29-554,-5 41 0,11-64 550,3-2 26,9 22-56,-2-5-20,-8-24 113,0 0 0,0 1 1,0-1-1,0 0 0,0 0 0,0 0 0,0 0 1,0 0-1,0 0 0,0 0 0,0 1 0,0-1 0,0 0 1,0 0-1,0 0 0,0 0 0,0 0 0,0 0 1,0 0-1,0 1 0,0-1 0,0 0 0,0 0 1,0 0-1,1 0 0,-1 0 0,0 0 0,0 0 0,0 0 1,0 0-1,0 1 0,0-1 0,0 0 0,0 0 1,0 0-1,0 0 0,1 0 0,-1 0 0,0 0 1,0 0-1,0 0 0,0 0 0,0 0 0,0 0 0,0 0 1,1 0-1,-1 0 0,0 0 0,0 0 0,0 0 1,0 0-1,0 0 0,0 0 0,1 0 0,-1 0 1,0 0-1,0 0 0,0 0 0,0 0 0,0-1 0,0 1 1,0 0-1,0 0 0,1-3-140,-2-1 0,1 1 0,0-1 0,-1 1 0,1-1-1,-1 1 1,0 0 0,-2-4 0,-26-72-2490,-21-60-5110,33 81 1896</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14.947"/>
    </inkml:context>
    <inkml:brush xml:id="br0">
      <inkml:brushProperty name="width" value="0.035" units="cm"/>
      <inkml:brushProperty name="height" value="0.035" units="cm"/>
    </inkml:brush>
  </inkml:definitions>
  <inkml:trace contextRef="#ctx0" brushRef="#br0">222 1 5681,'-20'24'3128,"-6"11"-611,-15 65-882,20-45-1136,-25 87 593,10-24-137,28-92-63,-8 41 1,16-63-424,-1-1-4,-5 36 1417,7-41-1844,0 1-1,0 0 1,0 0 0,1 0 0,-1 0-1,0 0 1,1 0 0,-1 0 0,1 0-1,2-1 1,-3 1 18,10-5 86,-2-1 1,1 0 0,-1 0-1,0-1 1,-1-1 0,13-14-1,0-6-25,-1-1-1,-2-1 1,16-37 0,-3 8-90,-18 37 135,2 0 1,0 0-1,2 1 1,0 1 0,39-35-1,-48 50-99,0 0-1,0 1 1,0 0 0,1 0-1,0 1 1,0 0 0,13-4-1,-15 6-29,2-1 15,0 2 0,-1-1 1,1 1-1,0 0 0,0 1 0,0 0 0,0 0 0,0 1 0,0 0 0,0 1 1,15 4-1,-14-3-31,14 4 52,-1 1-1,0 2 1,0 0-1,27 18 1,-30-17-17,39 25 160,-2 3 1,83 72 0,-91-73-194,18 17-98,-56-45-345,0-1-1,18 12 0,7-3-4895,-35-18 5229,-1 0 1,0 0-1,0 0 0,0 0 0,0 0 0,0 0 0,0 0 0,1 1 0,-1-1 0,0 0 0,0 0 1,0 0-1,0 0 0,0 0 0,1 0 0,-1 0 0,0 0 0,0 0 0,0 0 0,0-1 1,0 1-1,0 0 0,1 0 0,-1 0 0,0 0 0,0 0 0,0 0 0,0 0 0,0 0 0,0 0 1,0 0-1,1 0 0,-1 0 0,0-1 0,0 1 0,0 0 0,0 0 0,0 0 0,0 0 0,0 0 1,0 0-1,0-1 0,0 1 0,0 0 0,0 0 0,0 0 0,0 0 0,0 0 0,0 0 0,0-1 1,0 1-1,0 0 0,0 0 0,0 0 0,0 0 0,0 0 0,0-1 0,0 1 0,0 0 1,0 0-1,0 0 0,0 0 0,0 0 0,0 0 0,0-1 0,2-28-9480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16.363"/>
    </inkml:context>
    <inkml:brush xml:id="br0">
      <inkml:brushProperty name="width" value="0.035" units="cm"/>
      <inkml:brushProperty name="height" value="0.035" units="cm"/>
    </inkml:brush>
  </inkml:definitions>
  <inkml:trace contextRef="#ctx0" brushRef="#br0">244 197 8017,'-13'3'262,"7"-2"-60,-1 0-1,1 1 0,-1 0 1,1 0-1,0 1 0,0-1 1,0 1-1,0 1 1,-6 4-1,0-1 610,0-1 1,0 1-1,0-2 1,-1 0-1,-18 5 0,-4 2 582,32-11 166,-30 6 2035,84-32-2257,0 2 1,2 2 0,78-21 0,175-26 210,-267 60-1317,480-80 1121,-335 76-1139,-183 12-212,-1 0 0,0 0 0,0 0 0,1 0 0,-1 0 0,0 0 0,0 0 0,1 0 0,-1 0 0,0 0 0,0 0 0,1 0 0,-1 1-1,0-1 1,0 0 0,1 0 0,-1 0 0,0 0 0,0 1 0,0-1 0,0 0 0,1 0 0,-1 0 0,0 1 0,0-1 0,0 0 0,0 0 0,0 1 0,0-1 0,0 0 0,1 0 0,-1 1 0,0-1 0,0 0-1,0 1 1,0-1 0,0 0 0,0 0 0,0 1 0,-3 11-10,3-11 7,-2 4-12,-1 0-1,1 0 1,-1 0 0,0 0 0,0 0 0,-1-1 0,1 0-1,-1 1 1,0-1 0,0-1 0,-1 1 0,1 0-1,-1-1 1,1 0 0,-11 5 0,-11 5-89,-51 17-1,57-22 64,-54 16-130,-131 27-1,-79-6 21,127-22 57,77-16-655,54 1-1293,25-8 1802,-1 1 1,1 0 0,-1-1 0,0 1 0,1-1-1,-1 1 1,1-1 0,-1 0 0,0 0 0,1 0-1,-1 0 1,0 0 0,1 0 0,-1 0 0,0 0-1,1-1 1,-3 0 0,-8-1-1085,-13-4-2039,10-1-1677,0-8-4547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23.998"/>
    </inkml:context>
    <inkml:brush xml:id="br0">
      <inkml:brushProperty name="width" value="0.035" units="cm"/>
      <inkml:brushProperty name="height" value="0.035" units="cm"/>
    </inkml:brush>
  </inkml:definitions>
  <inkml:trace contextRef="#ctx0" brushRef="#br0">22 440 5921,'0'0'1158,"-3"2"-88,-8 6 9,3-2 2997,16-12-1678,6-2-1570,-1 0 1,1 0-1,29-9 0,11-6 145,84-47 813,125-55 37,150-21-355,-359 127-1370,-35 12-25,38-9 0,-50 15-49,0 0 1,1 1-1,11 1 1,-9-1-96,-5 0-237,9 15-2079,-11-10 1854,1 3-479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24.575"/>
    </inkml:context>
    <inkml:brush xml:id="br0">
      <inkml:brushProperty name="width" value="0.035" units="cm"/>
      <inkml:brushProperty name="height" value="0.035" units="cm"/>
    </inkml:brush>
  </inkml:definitions>
  <inkml:trace contextRef="#ctx0" brushRef="#br0">1 330 8997,'0'0'6585,"3"-2"-5400,5-3-866,0 0 0,1 0 0,0 1 0,0 0 0,0 0 0,0 1 0,0 1-1,1 0 1,10-2 0,22-5 202,450-117 3672,-10 34-2039,-292 50-1411,-162 32-644,-24 8-107,0 1-1,0-1 1,1 1-1,-1 0 1,0 0-1,7-1 1,0 15-1165,-10-13 1109,-1 1-1,0-1 1,1 0-1,-1 0 1,1 1-1,-1-1 0,0 0 1,1 1-1,-1-1 1,0 0-1,0 1 1,1-1-1,-1 1 1,0-1-1,0 0 0,1 1 1,-1-1-1,0 1 1,0-1-1,0 1 1,0-1-1,0 0 1,0 1-1,0-1 0,0 1 1,0-1-1,0 1 1,0-1-1,0 1 1,0-1-1,0 1 0,0-1 1,0 1-1,0-1 1,0 0-1,-1 1 1,1 0-1,-2 0-307,0 0-1,0 0 0,0 0 1,0 0-1,0 0 1,0-1-1,0 1 0,0-1 1,-5 1-1,-30 0-8461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27.661"/>
    </inkml:context>
    <inkml:brush xml:id="br0">
      <inkml:brushProperty name="width" value="0.035" units="cm"/>
      <inkml:brushProperty name="height" value="0.035" units="cm"/>
    </inkml:brush>
  </inkml:definitions>
  <inkml:trace contextRef="#ctx0" brushRef="#br0">288 239 5737,'2'-5'361,"0"0"-1,1 0 1,0 1 0,0-1 0,0 1 0,9-10 2626,-16 15-2650,-34 7 109,34-6 7,1-4-473,-1 1-3,-1-1-11,1 1-1,-1-1 1,0 1 0,0 0 0,-6 0-1,10-3 18,-6-12 481,2 0 0,0 0 0,1 0 0,1-1 0,0 0 0,1 1 0,1-27 0,1 39 973,-1 2-793,-11-24 435,11 23 187,-7 23-715,1 5-358,1 0 0,2 1 0,0 0 0,2-1 1,0 28-1,-4 39 146,-18 324 435,17-233-581,0 183 187,4-103-213,-8 396 345,7-330-331,-3 81-28,3-259-153,-6 97-144,9-214-24,0 1 0,10 65 0,-8-62-222,-2-28 261,1-6-18,0 0-89,-6 31 38,5-32 71,-1-1-2453,0-1 2546,0 1 1,0 0-1,1 0 0,-1 0 0,0 0 0,1 0 0,-1 0 1,1 0-1,0 0 0,-2 5 0,2-4-231,0 0 1,1 0-1,-1 0 0,0 0 1,0 0-1,0 0 0,-3 5 1,-8-29-3081,-3-13-939,7-10-2565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28.586"/>
    </inkml:context>
    <inkml:brush xml:id="br0">
      <inkml:brushProperty name="width" value="0.035" units="cm"/>
      <inkml:brushProperty name="height" value="0.035" units="cm"/>
    </inkml:brush>
  </inkml:definitions>
  <inkml:trace contextRef="#ctx0" brushRef="#br0">236 151 4420,'0'0'2065,"2"1"-1346,24 12 4583,-23-14-4832,2 0-289,0 0 0,0-1 1,-1 1-1,1-1 0,0 0 1,-1-1-1,1 1 0,-1-1 1,0 0-1,0 0 0,0 0 1,0 0-1,-1-1 0,1 1 1,-1-1-1,3-5 0,2-2 394,-2 0 0,1-1 0,-2 0 0,1 0 0,3-13 0,-8 21 230,15-22 45,-15 24-692,-4 4-80,-11 9-36,0 0-1,1 1 1,0 0-1,1 1 1,0 1-1,1-1 1,-10 18-1,-61 117 1,45-77 16,-90 199-20,118-250-30,-21 59 174,29-75-84,3-6-21,14-16-32,-1-2 0,-2 1 0,1-1 0,-2-1 0,14-34 0,-5 13-13,194-377 343,-212 412-365,1 1-1,-1 0 1,1 0 0,0 0 0,0 0 0,9-8-1,-13 14-9,0 0 0,0 0 0,0 0 0,0 0 0,1 0 0,-1-1 0,0 1 0,0 0-1,0 0 1,0 0 0,1 0 0,-1 0 0,0 0 0,0 0 0,0 0 0,0 0 0,1 0-1,-1 0 1,0 0 0,0 0 0,0 0 0,1 0 0,-1 0 0,0 0 0,0 0 0,0 0-1,0 0 1,1 0 0,-1 0 0,0 0 0,0 0 0,0 0 0,0 0 0,1 0 0,-1 0 0,0 0-1,0 1 1,0-1 0,0 0 0,0 0 0,1 0 0,-1 0 0,10 6 1,-1 0 0,1 0 1,-1 1-1,-1 0 0,1 1 1,8 9-1,46 61 98,-44-51-88,2-2-1,25 24 1,28 16-429,86 58 0,-157-121-496,7 6 1254,-7-7-3390,12-14-12621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54.372"/>
    </inkml:context>
    <inkml:brush xml:id="br0">
      <inkml:brushProperty name="width" value="0.035" units="cm"/>
      <inkml:brushProperty name="height" value="0.035" units="cm"/>
    </inkml:brush>
  </inkml:definitions>
  <inkml:trace contextRef="#ctx0" brushRef="#br0">1751 105 6441,'1'1'63,"0"-1"0,-1 0 0,1 0 0,-1 1 1,1-1-1,-1 0 0,1 0 0,-1 1 1,1-1-1,-1 1 0,1-1 0,-1 0 0,1 1 1,-1-1-1,0 1 0,1-1 0,-1 1 0,0-1 1,1 1-1,-1-1 0,0 1 0,0 0 1,1-1-1,-1 1 0,0-1 0,0 1 0,0 0 1,0-1-1,0 1 0,0-1 0,0 1 0,0 0 1,0-1-1,0 1 0,0-1 0,0 1 1,-1 0-1,1-1 0,-3 6 6653,6-7-6435,26-7 270,-25 6 1531,-7 1-1949,-20-14 168,20 14-150,1 0 0,-14-5-46,0 2 0,0 0 0,0 0 0,0 2 0,-18-2 0,-1-1 115,12 1-118,-14 1 118,-53-4 415,31 3-284,24 3-236,-44 2 197,55 0-143,-1-1-1,-41-6 1,21 1 17,29 3-114,1 0 0,-1 0 1,-28-10-1,37 10-45,1 1 1,-1-1-1,0 1 1,1 0-1,-1 1 0,-9 0 1,-1-1-25,-4 1-9,17 0 0,0-1 4,-86-2 6,44-4 92,11 1-76,31 5 40,1 1-37,-32 0 64,31 0-119,0 0-36,-34 0 74,35 0-11,-15 4-4,-23 5 14,29-7 20,0 1-1,0 0 0,-14 6 1,0-1-44,-4-1 80,-32 10 0,51-13-64,-1-1 1,-21 4-1,-1 0 21,6 2 11,1 1 0,0 1 1,-32 18-1,56-27 40,-12 12-51,8-7-7,-1-1 0,-1 0 0,-9 5 0,15-9 1,0 0-1,0 1 1,1-1 0,-1 0 0,1 1 0,0 0-1,0-1 1,0 1 0,-2 4 0,0-2-7,-4 9 25,0 0 1,-9 22-1,-3 7 2,-20 25-119,38-64 83,0 0-1,0 0 1,1 0-1,0 0 1,0 0-1,0 1 0,-1 8 1,-2 11-8,2-18 31,1 0 0,0-1 0,0 1 0,0 0 0,1 0 0,-1-1 0,1 1 0,1 0 0,-1 0 0,1 0 0,3 8 0,-1-3 9,0 0 1,1-1-1,1 0 0,0 0 1,7 11-1,1 2-53,-10-16 17,1 0 0,0 0 0,1-1 0,5 7 0,67 84 90,-30-37-150,-42-54 69,1 0 0,0-1 0,0 0 0,0 0 0,10 4 0,-9-4-2,1 0-1,-1 1 0,11 9 0,-1 4-11,0-1 0,1-1-1,1-1 1,1 0 0,0-2-1,27 15 1,-17-14 4,0-1 1,0-2-1,2-1 1,-1-2-1,1-1 1,1-1-1,-1-2 1,45 1-1,-23-1-32,-31-3 31,1 0-1,-1-1 1,1-2-1,31-4 1,-28 2 2,1 1 1,31 2-1,19-2 18,151-30-7,77-6 103,-296 37-117,0-1-1,0 0 1,-1-1 0,1 0 0,14-7-1,-13 6-6,0 0-1,17-5 1,4 2-3,-1-2 1,37-16-1,-32 15 54,-30 9-37,1 0 1,-1-1 0,0 0-1,10-4 1,63-26 23,-65 27-42,-9 3 6,-1 2 36,0-1 0,0 0 1,0 0-1,0-1 1,6-3-1,-2 2-32,-4 2-15,-1-1 1,32-9 7,-31 10 133,-2-1-114,50-42-124,-51 41 121,1 1 1,0 0 0,-1 0-1,1-1 1,-1 1 0,1 0-1,0-5 1,3-2-9,-4 7 1,10-15 66,-7 10-46,-2 3-13,1 1 1,-1 0-1,1 0 0,0 0 1,0 0-1,0 1 1,0-1-1,7-3 1,-9 5 8,1-1 0,-1 1 0,0-1 0,0 0 0,1 1 0,-1-1 1,0 0-1,0 0 0,-1 0 0,1 0 0,1-3 0,-1 1-7,1 2-16,5-16 28,-5 12-1,0 1 0,0-1 0,0 0 1,-1 0-1,0 0 0,-1 0 0,1 0 0,-1 0 1,0 0-1,0 0 0,-1 0 0,0 0 0,0 0 0,0 0 1,-3-7-1,0 3 27,0 0-1,0 0 1,-1 1 0,0-1 0,0 1 0,-1 0-1,-13-15 1,-29-35 378,37 44-304,-1 0 0,0 0 0,-1 2 0,-1-1-1,-17-12 1,14 15-71,0 1 0,0 1 0,-1 1 0,0 0 0,0 1 0,-1 1 0,0 1 0,-27-4 0,-17 1-1,-80 1 0,113 7-21,-320 9-699,258-7-874,2-9-4118,67 2-34,5-4-3551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56.054"/>
    </inkml:context>
    <inkml:brush xml:id="br0">
      <inkml:brushProperty name="width" value="0.035" units="cm"/>
      <inkml:brushProperty name="height" value="0.035" units="cm"/>
    </inkml:brush>
  </inkml:definitions>
  <inkml:trace contextRef="#ctx0" brushRef="#br0">847 21 6801,'0'1'89,"1"-1"1,-1 1 0,0 0-1,1-1 1,-1 1 0,0-1-1,0 1 1,0 0 0,1-1-1,-1 1 1,0 0 0,0-1-1,0 1 1,0 0-1,0-1 1,0 1 0,0 0-1,0-1 1,-7 6 8000,7-6-8050,-1 0 1,1-1 0,-1 1 0,1 0 0,0-1-1,-1 1 1,1 0 0,-1-1 0,1 1 0,0 0-1,-1-1 1,1 1 0,0-1 0,-1 1 0,1 0-1,0-1 1,0 1 0,0-1 0,-1 1 0,1-1-1,0 1 1,0-1 0,0 0 0,0 0-3,0 1 0,-1-1-1,1 0 1,0 0 0,0 1 0,-1-1 0,1 0 0,0 1 0,-1-1 0,1 0 0,-1 1 0,1-1 0,-1 1 0,1-1-1,-1 1 1,1-1 0,-1 1 0,0-1 0,1 1 0,-1-1 0,1 1 0,-1 0 0,0-1 0,0 1 0,1 0-1,-2-1 1,-75 5 1395,-83 15-1,107-7-1205,34-7-103,-1-1 0,-22 2 0,11-2-28,-1 1-1,1 2 1,1 0 0,0 3-1,-54 23 1,69-26-76,1 0 0,0 1 0,0 1 0,1 0 0,0 0 0,1 2-1,-18 18 1,22-21-7,1 1-1,0-1 1,1 1-1,0 1 0,0-1 1,1 1-1,0 0 1,1 1-1,0-1 0,1 1 1,-4 20-1,-1 17 3,4-22 37,-3 39-1,7-56-49,0 1 0,1-1 0,0 0 0,0 1 0,1-1 0,1 0 0,6 17 0,-4-11-5,2-1-1,0 0 0,0 0 1,1 0-1,1-1 1,0-1-1,1 0 0,1 0 1,13 12-1,-8-10 0,0-1-1,1-1 1,1 0 0,0-2-1,22 10 1,98 38-49,110 34 113,-120-47-61,-53-20 23,-56-19-38,1-1 1,-1-1-1,24 2 0,7 1 6,-11 2-9,-25-6 12,0 0 0,0 0 1,25 0-1,15 0-18,-38-1 15,0-1 0,0-1 0,0 0 0,0-1 0,0-1 0,19-5-1,-23 4 23,1 1-1,-1 0 1,23-1-1,17-1 7,125-25-185,-140 25 160,40-7 3,-18 4-7,-8 3 10,89-10-42,67-17 36,-198 29 5,-1 0 1,0-1-1,0 1 1,0-2-1,0 1 1,0-1-1,0 0 0,-1-1 1,13-10-1,-16 12 9,0 1 0,0 0 0,0 0 0,0 0 0,6-2 0,-2 1 3,-7 3-12,0-1 0,0 0 0,0 1 0,-1-1 0,1 0 0,0 1 0,0-1 0,0 0 0,-1 0 0,1 0 0,0 1 0,-1-1 0,1 0 0,-1 0 0,1-2 0,10-11 57,15-4 32,-23 17-27,0-2 50,41-38-35,-42 39-58,0-2-6,-1 0 0,1-1-1,0 1 1,0 0 0,1 0-1,-1 0 1,1 1-1,3-5 1,3-4 30,-3 0 49,0-1 0,0 1 1,-1-1-1,-1 0 0,0 0 0,-1 0 0,-1-1 1,0 1-1,0-1 0,-1 1 0,-1-1 0,0 1 0,-1-1 1,-1 0-1,-5-20 0,-6-75 781,12 104-820,0 0 1,-1 0-1,0 0 1,0 0-1,0 0 1,0 1 0,-1-1-1,0 0 1,0 1-1,-6-7 1,-8-13 185,8 10-137,-1 2 1,0-1-1,-1 1 0,-1 1 1,0 0-1,-16-12 1,-86-49 224,65 42-266,26 15-38,-1 2 0,0 0 0,-1 1 0,-33-11 0,47 20-15,-34-10 10,0 1 0,-1 2-1,-88-7 1,1 19 36,-192 26 0,112-5 2,70-11-77,-181 40 0,307-47-14,0 0 1,1 2 0,0 0 0,-17 9-1,-59 42-1288,67-43 195,0 0 0,-36 15 0,-12-3-8372,52-21-802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3:57.513"/>
    </inkml:context>
    <inkml:brush xml:id="br0">
      <inkml:brushProperty name="width" value="0.035" units="cm"/>
      <inkml:brushProperty name="height" value="0.035" units="cm"/>
    </inkml:brush>
  </inkml:definitions>
  <inkml:trace contextRef="#ctx0" brushRef="#br0">1278 77 6397,'0'0'15350,"-3"1"-15163,-10 0-60,0 0 0,0-1 0,-23-3 0,-16 0 47,-285 13 112,276-5-293,-51 4 4,-198 42 0,151-6 8,125-30 15,11-3 52,17-10-76,0 1 0,0-1 1,0 1-1,1 0 0,-1 1 0,1-1 0,0 1 1,0 0-1,0 1 0,-4 4 0,2 1-6,1-1-1,1 1 0,-1 0 1,2 1-1,0-1 1,-4 14-1,7-20 15,0 0 1,-5 40-9,6-41 1,0-1-1,0 0 1,1 1 0,-1-1 0,0 1 0,1-1 0,0 0 0,-1 0-1,1 1 1,0-1 0,3 4 0,0 4 5,5 19 19,0 0 0,2-1-1,2 0 1,0-1 0,27 40 0,58 73-62,-86-124 41,8 11-3,1-2 0,26 24-1,-27-30-1,0-1-1,2 0 0,0-2 1,1-1-1,1 0 0,0-2 1,1-1-1,27 10 0,33 2 13,1-3 0,0-4 0,145 10-1,111-20 14,-281-7 4,127-8-76,-55-2 48,-97 8-4,0-2-1,54-12 0,-47 7-20,138-40 0,-22 3-22,86-15 50,-230 55 17,0 0 0,-1-2 0,0 0 0,0 0 0,23-19 0,-16 4 11,-14 15-5,-6 7-16,0 0-1,0 0 1,0 0-1,-1 0 1,1 0-1,0 0 1,-1 0-1,1 0 1,-1 0-1,1-1 1,-1 1-1,0 0 1,0 0-1,1 0 1,-1-2-1,2-5 17,2 3 1,-3 4-15,0 0 0,0 0 0,-1 0-1,1 0 1,0 0 0,-1 0 0,1 0-1,-1 0 1,1 0 0,-1 0 0,1 0-1,-1 0 1,0 0 0,0 0 0,1-1-1,-1 1 1,0-2 0,0-15 52,1 4 93,-1-1 0,-2-18 0,-3 9 39,-1 0 0,-2 0 0,0 1 0,-16-32 0,4 8 99,-1 1-72,12 31-150,-2-4 55,-2 0 1,-23-27-1,14 21 3,5 4-19,-1 2 0,-1 0 0,-26-20 0,6 13-35,0 2 1,-2 2-1,-1 2 0,0 2 1,-1 1-1,-89-20 1,-1 10-17,-147-10-1,-203 13-354,150 30-2355,223 1-965,1 3-3420,32-2-3147</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17.381"/>
    </inkml:context>
    <inkml:brush xml:id="br0">
      <inkml:brushProperty name="width" value="0.035" units="cm"/>
      <inkml:brushProperty name="height" value="0.035" units="cm"/>
    </inkml:brush>
  </inkml:definitions>
  <inkml:trace contextRef="#ctx0" brushRef="#br0">1 1 448</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17.736"/>
    </inkml:context>
    <inkml:brush xml:id="br0">
      <inkml:brushProperty name="width" value="0.035" units="cm"/>
      <inkml:brushProperty name="height" value="0.035" units="cm"/>
    </inkml:brush>
  </inkml:definitions>
  <inkml:trace contextRef="#ctx0" brushRef="#br0">28 66 5725,'-28'28'15963,"32"-27"-15694,8 2-129,-1-1-1,1-1 1,0 0 0,0 0 0,22-2 0,67-13 409,-16 2-66,537-39 1682,5 29-1393,-512 20-712,117 3 141,-169 0-290,-57-1 41,-45 3-16601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20.406"/>
    </inkml:context>
    <inkml:brush xml:id="br0">
      <inkml:brushProperty name="width" value="0.035" units="cm"/>
      <inkml:brushProperty name="height" value="0.035" units="cm"/>
    </inkml:brush>
  </inkml:definitions>
  <inkml:trace contextRef="#ctx0" brushRef="#br0">25 143 7009,'-25'25'11517,"29"-24"-10924,25 7-108,1-1 0,0-1 0,0-2 0,1-1 0,33-1 0,161-13 704,-161 6-804,822-77 1747,-389 33-1633,-92 15-171,-357 30-180,38-6 288,-80 9-300,-2 1-32,24-2-358,-26 1-125,-4 2-28,-15 2-286,2-1-547,-1 0-1,-29 0 1,-6-4-4000,25 0 758,-11-1-4744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21.238"/>
    </inkml:context>
    <inkml:brush xml:id="br0">
      <inkml:brushProperty name="width" value="0.035" units="cm"/>
      <inkml:brushProperty name="height" value="0.035" units="cm"/>
    </inkml:brush>
  </inkml:definitions>
  <inkml:trace contextRef="#ctx0" brushRef="#br0">44 64 6637,'-1'-1'28,"1"1"1,0-1-1,0 0 1,-1 1-1,1-1 1,0 1-1,-1-1 1,1 1-1,-1-1 1,1 1 0,-1-1-1,1 1 1,-1-1-1,1 1 1,-1-1-1,1 1 1,-1 0-1,1-1 1,-1 1-1,0 0 1,1 0-1,-1-1 1,0 1 0,1 0-1,-1 0 1,1 0-1,-1 0 1,0 0-1,1 0 1,-1 0-1,0 0 1,1 0-1,-1 0 1,0 0-1,1 0 1,-1 1 0,0-1-1,1 0 1,-1 0-1,0 1 1,1-1-1,-1 0 1,1 1-1,-1 0 1,-8 2 3213,0-2 5182,38 5-7532,0-2-1,50 2 0,388-23 2222,102-14-1645,-281 17-1176,153 7 285,-440 7-576,10 0 15,-1-1 0,1 0-1,17-4 1,-26 5-53,0 0 0,0 0 0,0 0 0,0 0 0,0 0 0,0 0-1,1 0 1,-1 0 0,0 1 0,0-1 0,0 1 0,-1 0 0,1 0 0,0 0-1,0-1 1,0 2 0,3 1 0,-5-3-16,1 1-1,-1-1 0,1 1 1,-1 0-1,1-1 1,-1 1-1,1-1 0,-1 1 1,0 0-1,1 0 1,-1-1-1,0 1 1,1 0-1,-1-1 0,0 1 1,0 0-1,0 0 1,0-1-1,0 1 1,0 1-1,0-1-62,0 1 0,-1-1 1,1 0-1,-1 1 0,1-1 0,-1 0 1,0 0-1,0 0 0,1 0 0,-1 0 1,0 0-1,0 0 0,0 0 0,0 0 1,0 0-1,-1 1 0,-2 0-342,1 0 0,0 0-1,0 0 1,-1 0 0,1 0 0,-1-1 0,0 0-1,-6 2 1,7-2-315,-1-1 0,1 0 0,0 1 0,0-2-1,0 1 1,-1 0 0,1 0 0,-4-2 0,-32-10-9175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38.072"/>
    </inkml:context>
    <inkml:brush xml:id="br0">
      <inkml:brushProperty name="width" value="0.035" units="cm"/>
      <inkml:brushProperty name="height" value="0.035" units="cm"/>
    </inkml:brush>
  </inkml:definitions>
  <inkml:trace contextRef="#ctx0" brushRef="#br0">977 162 7365,'-40'8'1520,"31"-6"8447,7-4-9697,-9-4-40,0-1 0,0 2 1,0-1-1,-1 2 1,0-1-1,0 2 0,-17-4 1,-14-2 97,0 2 0,0 2 0,-63 1 0,69 5-290,0 2 0,0 1-1,0 2 1,1 2-1,0 1 1,-47 19 0,61-20-23,14-6-15,0 1 1,1 0-1,-1 0 1,1 1-1,0 0 1,-9 7-1,-6 7 27,2 0 0,1 2 0,0 0 0,1 2 0,-22 34 0,33-43-5,1 0 0,1 1 0,-7 20 0,7-17-6,-1 5 30,1 1 0,1-1 0,1 1 0,-1 39 0,4-44-63,0 14 29,1 1 0,2-1 1,2 1-1,10 40 0,-11-59-5,0 0 1,1-1-1,0 0 1,1 0 0,0-1-1,1 1 1,1-1-1,0-1 1,0 1-1,1-1 1,1-1-1,0 0 1,0 0-1,1-1 1,0 0-1,1-1 1,0 0 0,14 6-1,17 5 6,1-3-1,1-2 0,0-1 1,1-3-1,0-2 1,0-1-1,1-3 0,-1-1 1,68-6-1,-67-3-2,-1-2 0,0-2 1,83-29-1,-76 20 73,-1-3 1,85-49-1,-114 56 63,-1-1 0,-1-1 0,-1-1 1,0 0-1,19-25 0,-11 9 343,-1-1 1,28-52-1,-48 75-315,-1-1 0,-1 0 0,0 0-1,-1 0 1,-1-1 0,0 1 0,0-1-1,-1 0 1,-1 0 0,-1 1-1,-1-23 1,-1 24-66,0 0 0,-2 1-1,1-1 1,-1 1 0,-1 0-1,-6-12 1,-1-2-2,2 5-59,0 0 0,-1 1 0,-1 1 0,-1 0 0,-1 1 0,0 0 0,-1 1 0,-1 0 0,0 2 1,-1 0-1,-21-13 0,10 9-49,-2 1 1,0 2-1,0 1 1,-1 1-1,-1 1 1,-51-10-1,-66-7-1216,114 24-435,1 2 0,-51 1 0,50 3-621,-50 5-6778,47 0 38</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40.684"/>
    </inkml:context>
    <inkml:brush xml:id="br0">
      <inkml:brushProperty name="width" value="0.035" units="cm"/>
      <inkml:brushProperty name="height" value="0.035" units="cm"/>
    </inkml:brush>
  </inkml:definitions>
  <inkml:trace contextRef="#ctx0" brushRef="#br0">1842 208 6517,'13'-4'1762,"-13"4"-1708,0 0-1,0 0 0,0 0 0,1 0 0,-1 0 1,0 0-1,0 0 0,0 0 0,0 0 0,0 0 1,0 0-1,0 0 0,0 0 0,0 0 0,0 0 1,0-1-1,0 1 0,0 0 0,0 0 0,0 0 1,0 0-1,0 0 0,0 0 0,0 0 1,0 0-1,0 0 0,0 0 0,0 0 0,0-1 1,0 1-1,0 0 0,0 0 0,0 0 0,0 0 1,0 0-1,0 0 0,0 0 0,0 0 0,0 0 1,0 0-1,0 0 0,0 0 0,0 0 0,-1-1 1,1 1-1,0 0 0,0 0 0,0 0 0,0 0 1,0 0-1,0 0 0,0 0 0,0 0 1,0 0-1,0 0 0,0 0 0,0 0 0,0 0 1,-1 0-1,1 0 0,-22-5 3631,17 4-4416,2 0 2868,1-2-1913,0 0 1,0 0-1,-1 0 0,0 1 1,1-1-1,-6-3 0,1 3 17,0 0-1,0 0 0,-1 1 0,1 0 0,-1 0 1,0 0-1,-13 0 0,-21-4 604,-65-22 338,-255-54-289,276 68-845,-1 3 0,-171 1 0,209 12-23,-80 14 0,79-6 73,-159 39 283,188-43-387,-11 4 13,-38 17-1,59-22-4,1 0-1,0 1 1,0 1 0,0 0-1,1 0 1,0 1 0,-10 10 0,10-6-3,0-1 0,0 2 1,1-1-1,1 1 1,0 1-1,-7 19 1,-23 90 40,32-106-25,-6 33-6,2 0 1,2 1 0,3 0 0,2 1 0,2-1 0,12 96 0,-11-136-3,0 0 0,0-1 0,1 1 0,1 0 0,0-1 0,0 0 0,1 0 0,0 0 1,1 0-1,0 0 0,7 9 0,-8-14-10,9 13-14,1 0 1,1-2-1,1 1 1,18 14-1,121 73 45,-129-89-42,2-2 0,-1 0 0,1-2-1,35 9 1,25 10 0,-61-20 19,-1 0 1,32 6 0,-17-8 7,1-1 0,-1-2 0,1-2 0,0-2 0,76-7 1,-31-5-58,137-24 93,-171 23-60,77-17 57,169-61 1,-159 23-97,-129 60 53,-1-1 0,0 0 0,0 0 0,-1-1 1,0 0-1,0 0 0,-1-1 0,8-12 0,-8 12-3,4-10 76,-1 1-1,0-2 1,-1 0 0,-2 0-1,11-37 1,-9 26 297,-5 19-192,-1 0 0,0 0 0,-1-1 0,0 1 0,-1-1 0,-1 0 0,0 0 0,-1 1 1,0-1-1,-2 0 0,1 0 0,-5-17 0,-4-4 100,-2 0 0,-1 1 0,-2 0 0,-1 1 0,-2 1 0,-1 0 0,-1 1 0,-40-45 0,37 51-226,-2 1-1,0 1 1,-38-25-1,49 39-249,-1 0 0,0 2 0,-1-1-1,0 2 1,0 0 0,0 1 0,0 1 0,-29-5 0,1 5-1353,1 2 1,0 2 0,-72 8 0,-48 21-7127,57-7-1442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53.586"/>
    </inkml:context>
    <inkml:brush xml:id="br0">
      <inkml:brushProperty name="width" value="0.035" units="cm"/>
      <inkml:brushProperty name="height" value="0.035" units="cm"/>
    </inkml:brush>
  </inkml:definitions>
  <inkml:trace contextRef="#ctx0" brushRef="#br0">42 8 4692,'21'-6'975,"-17"5"-21,-8 1-148,-4 2-42,1 0-1,-1 1 1,1 0-1,0 0 0,0 1 1,-12 7 9029,36-6-9586,-12-3-172,19 4 53,1-1-1,0-2 1,32 2-1,10 0 23,105 9-13,-94-9-50,90 14-1,3-1 10,-113-13-23,142 4 22,-118-8-61,195-5 3,-99 3 24,-97 2-48,-14-1 23,90 13 1,-121-9 10,56-1 1,-18-2 41,302 19-133,-102-17 85,-49-2-10,128 5-20,-87-16 165,-190 7-156,34 1 29,-32-1-31,4 1 28,59 2-16,-4 0-1,52 7 15,-138-5-18,72 6-29,-85-4 56,50-2 0,-17-1 68,97-1-107,-58-3 23,265 3-11,-198 1-50,-88 0 100,-27 1-28,228 5-26,-135-13 52,-151 5-27,84-3 10,119 8 0,-35-2-45,-86-4 38,398-2-79,-400 3 85,71 2-9,52-7 40,-44-2-22,-132 9-29,17-1-19,57-7 1,23 0 54,-25 3-18,-67 3-6,37 3-1,24 0-48,293-7 79,-269 6-7,317-14 278,-136 6-376,-30 0 37,-108 3 34,78 1 11,-176 6-9,272 18 60,-98-16-29,-141-6-50,69 1 66,-113 0 3,157-6 52,-71 3-81,-42 2-9,-20 4-21,-58-2 34,0 0-1,26-2 1,-18-1 9,42 4 1,-36-1 52,35-2 0,67 3-88,263-13 112,-307 6-152,100-3 201,-150 8-147,154-3 276,-93 2-233,-51-1 118,54 4 1,-71-1-30,22 1 38,120 5 983,-65 0 439,-108-6-1329,12 3 197,-9-2-274,0-1-1,0 0 0,1 0 1,13-1-1,12 1 38,111 3 351,-106-4-387,74-11 941,-112 11-1328,1-1 0,-1 1-1,0-1 1,1 0 0,-1 0 0,0 0 0,1 0 0,-1 0 0,0 0-1,0 0 1,0 0 0,0 0 0,0 0 0,0-1 0,0 1 0,0 0-1,-1-1 1,1 1 0,0 0 0,-1-1 0,1 1 0,0-3 0,-2 1-382,1 1 1,-1-1 0,1 1 0,-1-1-1,0 1 1,0-1 0,0 1 0,0 0-1,-1-1 1,-1-2 0,-2-4-4103,-6-12-9306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56.899"/>
    </inkml:context>
    <inkml:brush xml:id="br0">
      <inkml:brushProperty name="width" value="0.035" units="cm"/>
      <inkml:brushProperty name="height" value="0.035" units="cm"/>
    </inkml:brush>
  </inkml:definitions>
  <inkml:trace contextRef="#ctx0" brushRef="#br0">1 106 4608,'0'0'3211,"2"-2"-2587,20-17 2579,-3 20-2451,0 1-358,-15-2 1677,1 0-1713,38-6 378,-38 5-430,-1 1 87,381-1 2616,-233-1-2816,78 1 113,-68 4-134,155 6 104,98 9 218,-119-8-366,-191-7-102,72 6-1,34-1-6,-16-1-49,-8-2 139,0 0-62,-3-1 59,-64-4-128,155 1 80,-150-1-131,-62-3 113,29 2-6,131 3-3,-57-3-6,582-6-3,-720 7-24,274-6 79,442-24-36,-440 10 53,-23 1 82,252-18 71,-328 25-203,-96 4 68,112-5 104,-18 11 39,105 0 33,28 19 191,-144 2 255,-68-5 266,74 11 302,-63-6-649,-100-15-348,-31-3 214,-1 0-380,11 5-45,-2-1-55,-24-10-383,-6 0-400,0 0-1,-18-2 1,-3-1-361,1 0-1567,-42-3 0,1 0-3804,2-8-3501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4:59.924"/>
    </inkml:context>
    <inkml:brush xml:id="br0">
      <inkml:brushProperty name="width" value="0.035" units="cm"/>
      <inkml:brushProperty name="height" value="0.035" units="cm"/>
    </inkml:brush>
  </inkml:definitions>
  <inkml:trace contextRef="#ctx0" brushRef="#br0">0 421 24172,'16838'-420'0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5:06.475"/>
    </inkml:context>
    <inkml:brush xml:id="br0">
      <inkml:brushProperty name="width" value="0.035" units="cm"/>
      <inkml:brushProperty name="height" value="0.035" units="cm"/>
    </inkml:brush>
  </inkml:definitions>
  <inkml:trace contextRef="#ctx0" brushRef="#br0">0 378 27740,'2407'-378'0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5:07.795"/>
    </inkml:context>
    <inkml:brush xml:id="br0">
      <inkml:brushProperty name="width" value="0.035" units="cm"/>
      <inkml:brushProperty name="height" value="0.035" units="cm"/>
    </inkml:brush>
  </inkml:definitions>
  <inkml:trace contextRef="#ctx0" brushRef="#br0">172 78 7529,'-9'1'795,"0"0"0,0-1 0,0 0 0,0-1 0,0 0 0,0 0 0,-14-4 0,18 4 985,2 0-1090,-17-1-578,-37-2 11040,60 3-10723,30-2-105,0 2 1,62 4-1,-47 0-168,71 2 123,427 28 864,257 53 233,-317-32-789,-417-44-471,41 5-31,-79-12-85,0 2 0,38 10 0,-67-14 0,0 0 0,0 0 0,0-1 0,0 1 0,0 0 0,0-1 0,0 0 0,1 1 0,-1-1 0,0 0 0,0 0 0,3 0 0,-3-1 0,1 1 0,0-1 0,-1 1 0,1 0 0,-1 0 0,1 0 0,-1 0 0,1 1 0,-1-1 0,1 1 0,3 1 0,15 1 0,-9-4 18,-10-3 12,-13-8-80,4 6-174,-10-22-2523,1-1 0,2-1 0,-15-46 0,11 22-4235,4-7-4605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45:54.553"/>
    </inkml:context>
    <inkml:brush xml:id="br0">
      <inkml:brushProperty name="width" value="0.035" units="cm"/>
      <inkml:brushProperty name="height" value="0.035" units="cm"/>
    </inkml:brush>
  </inkml:definitions>
  <inkml:trace contextRef="#ctx0" brushRef="#br0">29 7137 4008,'-9'-13'478,"-1"-1"678,1 3 12170,9 32-12128,3 0-240,1-21-572,20 4 36,0-2 1,1-1-1,38-4 0,78-15 106,-47 4-165,369-49 148,117-69-286,-458 99-258,584-181 72,-689 208-48,177-56 22,-40 8-73,125-48-20,5-14 114,-136 52-22,201-91 43,-110 45-116,-159 74 84,82-33-47,531-239 17,-627 271-16,70-51-1,-79 49 16,27-11 3,19-14 11,115-72 31,-40 28 15,-75 47-88,7-5 153,266-173-140,-357 228 16,392-266-69,-196 123 53,-82 63 139,-9 7-183,-84 55 58,10-7 6,-2-2 1,53-53-1,-3 1 53,-65 62-52,-2-1 0,32-37 0,143-148 49,-55 63 20,-34 28-144,77-88 97,7-9-78,-24 27 0,-120 133 58,78-64 0,-55 53-32,53-37 60,-29 26-40,52-30 38,-5 4-27,40-36 62,-34 29-93,232-159 73,-137 103 10,-58 34-181,-16 15 131,118-89 200,-209 148-358,106-59 1,-34 40 34,-52 29 62,82-33 79,-40 21-113,-109 46 91,65-19 0,-103 37 1,98-32-10,1 5 0,1 3 1,120-11-1,-96 20-30,60-4 47,67 3-75,-164 9 61,67-2 24,-11 7-28,76 2-5,16 9 113,-9 3-69,-115 1-71,7 0 100,-42-5 3,0 3 1,96 26-1,-11-2 18,-134-27-69,0 2 1,0 1-1,53 28 1,-30-14 65,3 0-88,78 47 0,-51-27 74,-52-29-73,37 23 1,43 26 51,-71-43-37,52 36 1,-25-13 39,-36-25-45,0 2 1,34 31 0,27 25 58,-60-53-47,0 2 0,47 53 1,-36-32 5,58 49 1,-22-21-42,35 27 96,-50-47-91,173 148 3,-148-139 53,-20-15 23,-46-32-71,402 285-9,-155-134 97,-94-56-151,186 105 100,-245-137-39,45 29 66,67 31 66,-199-124-118,-12-7-15,-1 0-1,-1 1 0,30 23 0,54 46 72,-72-59-62,-1 0-1,0 2 1,25 27-1,-8-5 16,3-2 0,2-2 0,52 34 0,34 27 28,-50-36-77,50 44 119,-74-57 42,109 70-1,-141-103-139,75 45 46,159 72 0,-251-131-17,298 148 65,-54-20 70,-83-46-75,48 26-5,-98-53 29,-30-16-36,98 42-11,-65-32-14,102 36 1,-132-54-21,128 43-51,-83-30 138,81 38-75,-12-7-8,-94-34 36,77 36-33,-82-34 13,78 40 70,-111-54-106,124 47 108,5-10-105,316 95 58,102-25-93,138-15-98,-612-104 148,223 36-51,-162-24 86,32 6 47,-78-14-11,-36-7 71,-55-9 467,-50-8-231,35 8 0,42 7 693,-92-16-969,-1 1 1,0-2-1,16 1 1,-23-5-496,1 1 223,-1 0 0,0 0 0,0 0 0,-1 0 0,1-1 0,0 1 0,-1 0 0,0-1 0,0 1 0,0 0 0,0-1 0,-1 1 0,1 0 0,-1 0-1,0-1 1,0 1 0,0 0 0,0 0 0,-1 0 0,1 0 0,-1 0 0,-4-5 0,-5-7-1605,0 1-1,-2 0 1,-16-14-1,18 17-613,-56-53-10809</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8.014"/>
    </inkml:context>
    <inkml:brush xml:id="br0">
      <inkml:brushProperty name="width" value="0.035" units="cm"/>
      <inkml:brushProperty name="height" value="0.035" units="cm"/>
    </inkml:brush>
  </inkml:definitions>
  <inkml:trace contextRef="#ctx0" brushRef="#br0">40 0 11853,'-1'4'1894,"-16"83"2948,7-27-3394,4-8-646,1 0 1,4 87 0,2-69-447,0-46-33,5 38 0,11-93-971,-15 22 188,0-1-1,-1 0 0,0 0 1,-1 0-1,1 1 0,-2-1 0,1 0 1,-5-17-1,-6-19-6558,4 21-1631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8.329"/>
    </inkml:context>
    <inkml:brush xml:id="br0">
      <inkml:brushProperty name="width" value="0.035" units="cm"/>
      <inkml:brushProperty name="height" value="0.035" units="cm"/>
    </inkml:brush>
  </inkml:definitions>
  <inkml:trace contextRef="#ctx0" brushRef="#br0">1 57 6825,'8'1'850,"0"0"500,0 0 6105,-6-1-7116,-1-1 0,0 1 0,1-1 0,-1 1 1,0-1-1,1 0 0,-1 0 0,0 0 1,0 1-1,0-1 0,2-2 0,1 0 406,4-1-112,0 1 0,1 0 0,-1 0 0,0 1 0,1 0 0,0 1 0,-1 0 0,15 0 0,-1 0 179,259-5 3383,-168 8-3427,106-1-768,247-3 0,-454 2 5,8-1-48,0-1-1,0 0 1,21-6-1,-38 8-1206,-64-3-7909,16 2 3271,-10-3-7429</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6.094"/>
    </inkml:context>
    <inkml:brush xml:id="br0">
      <inkml:brushProperty name="width" value="0.035" units="cm"/>
      <inkml:brushProperty name="height" value="0.035" units="cm"/>
    </inkml:brush>
  </inkml:definitions>
  <inkml:trace contextRef="#ctx0" brushRef="#br0">71 249 7053,'-38'-15'1422,"30"12"2245,-1 6-3923,-6 7 10236,22-23-8191,-5 11-1752,-1 0 0,1 0 0,0-1 0,0 1 0,0 1-1,1-1 1,-1 0 0,0 0 0,1 1 0,-1 0-1,1-1 1,-1 1 0,1 0 0,4-1 0,45-8 307,-23 5-184,15-2 158,80-4-1,-30 4-236,74-6 101,-56 10-226,9-2 45,243-19 529,35-2 405,-249 6-801,5-1-40,55-1-120,195-9-3,-49 39 76,-252 3-53,-72-6 4,-1-1 1,37-1-1,131-10 13,131-3-29,-326 10 18,372 6-47,-242-3 65,35 3-125,312 18 119,-50-3-90,800 24 40,-686-50 78,-421 3 2,299-16 71,-340 13-73,-54 2-303,0 1 0,0 1 0,0 2 0,0 1-1,30 5 1,-76-22-3147,7 11 2366,0 1-1,0 0 1,0 1-1,0 0 1,-19-1 0,5 0-1796,-51-9-7310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6.710"/>
    </inkml:context>
    <inkml:brush xml:id="br0">
      <inkml:brushProperty name="width" value="0.035" units="cm"/>
      <inkml:brushProperty name="height" value="0.035" units="cm"/>
    </inkml:brush>
  </inkml:definitions>
  <inkml:trace contextRef="#ctx0" brushRef="#br0">33 1 9577,'-1'0'7062,"0"3"-3604,3 22-3028,1-5-11,-2 1-1,-1-1 1,0 0-1,-4 22 0,0 22 406,-16 276 1828,13-240-2227,6-54-356,5 66 0,-2-94-692,1-1-1,0 1 1,8 19 0,-9-33-1401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7.309"/>
    </inkml:context>
    <inkml:brush xml:id="br0">
      <inkml:brushProperty name="width" value="0.035" units="cm"/>
      <inkml:brushProperty name="height" value="0.035" units="cm"/>
    </inkml:brush>
  </inkml:definitions>
  <inkml:trace contextRef="#ctx0" brushRef="#br0">440 10 5589,'10'-10'6206,"-24"19"-40,-1-3-7048,-2-1 1164,0 0 1,1 2-1,0 0 1,0 1-1,1 0 1,0 2-1,0 0 1,1 0-1,0 1 1,-18 19-1,-13 18 673,-56 75-1,101-122-946,-21 25 267,10-13-107,2-1 1,0 1-1,-8 15 0,-3 0 875,20-28-1003,1 1 0,0 0 0,0 0 0,0-1 0,0 1 0,0 0 0,0-1-1,0 1 1,0-1 0,0 1 0,0-1 0,0 1 0,2-1 0,0 1-6,-1-1-1,1 0 1,0 1-1,0-1 1,0-1-1,-1 1 1,1 0 0,0-1-1,0 1 1,-1-1-1,1 0 1,0 0 0,-1 0-1,1 0 1,-1 0-1,4-3 1,39-27 259,-40 27-282,3-4-2,-1 0 0,1 0 0,-1 0 0,0-1-1,-1 0 1,0-1 0,-1 1 0,0-1-1,7-18 1,-3 9-5,11-21-225,-14 30 118,-1 1 1,0-1-1,0 0 1,-1 0-1,-1-1 1,1 1-1,-2-1 1,1 0-1,0-11 1,-3 27 98,1-1 0,0 1 0,1-1 1,-1 1-1,1-1 0,0 0 0,0 0 1,4 7-1,1 1-14,4 13 10,1-1 0,2 0 0,0-1 0,2-1 0,0 0 0,1-1 0,2-1 1,0 0-1,1-2 0,27 21 0,-20-21-303,1-1 0,43 20 0,-56-31-713,0-1 1,23 6 0,-25-9-864,-1 0 0,1 0 0,22-2 0,8-2-7813</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7.546"/>
    </inkml:context>
    <inkml:brush xml:id="br0">
      <inkml:brushProperty name="width" value="0.035" units="cm"/>
      <inkml:brushProperty name="height" value="0.035" units="cm"/>
    </inkml:brush>
  </inkml:definitions>
  <inkml:trace contextRef="#ctx0" brushRef="#br0">1 0 11001,'0'0'1856,"1"4"-101,4 7-624,-3-7-645,0 0-1,0 0 1,-1 1-1,0-1 1,1 0 0,-1 5-1,15 2 2526,-9-7-2563,0 0 0,0-1 0,1 1 1,0-2-1,-1 1 0,1-1 0,0 0 1,0-1-1,1 0 0,12 0 0,15-1 615,38-5-1,-59 4-840,25-3 103,54-3 202,-36 10-2984,-54-2 447,-32-1-20821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7.719"/>
    </inkml:context>
    <inkml:brush xml:id="br0">
      <inkml:brushProperty name="width" value="0.035" units="cm"/>
      <inkml:brushProperty name="height" value="0.035" units="cm"/>
    </inkml:brush>
  </inkml:definitions>
  <inkml:trace contextRef="#ctx0" brushRef="#br0">0 39 16149,'18'-7'2761,"-1"0"-505,29 0-288,17 0-384,-24 7-332,10-7-304,-25 4-187,22 3-157,20 0-96,-45 0-240,11 0-544,-1 0-808,-6 7-401,6-4-1023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8.148"/>
    </inkml:context>
    <inkml:brush xml:id="br0">
      <inkml:brushProperty name="width" value="0.035" units="cm"/>
      <inkml:brushProperty name="height" value="0.035" units="cm"/>
    </inkml:brush>
  </inkml:definitions>
  <inkml:trace contextRef="#ctx0" brushRef="#br0">150 1 6441,'-9'7'942,"0"0"0,0 1 0,1-1 0,0 2 0,0-1 0,-10 17 0,15-21-714,1-2 778,-9 10 693,8-10-1416,-4 4 184,1 1 1,0-1 0,1 1-1,0 1 1,0-1 0,0 1-1,1 0 1,0 0-1,1 0 1,-6 17 0,8-19-370,0 1 1,1 0-1,0 0 1,0-1-1,0 1 1,1 0-1,0 0 1,2 10-1,1 3 12,4 20-134,-6-30-491,0 0 0,0 0 0,0 1 0,-2-1 1,1 12-1,-5 25-7283,-2-32-698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8.509"/>
    </inkml:context>
    <inkml:brush xml:id="br0">
      <inkml:brushProperty name="width" value="0.035" units="cm"/>
      <inkml:brushProperty name="height" value="0.035" units="cm"/>
    </inkml:brush>
  </inkml:definitions>
  <inkml:trace contextRef="#ctx0" brushRef="#br0">106 91 4828,'-1'8'1148,"1"1"-1,0 0 0,0-1 1,3 14-1,-2-19 1562,0 0-1342,4 23 1374,-4-23 650,6 14-1060,-6-15-2206,0 0 0,1-1 0,-1 1 1,1-1-1,-1 0 0,1 1 0,-1-1 0,1 0 0,0 0 0,-1 0 0,1 0 0,0 0 0,0 0 1,0 0-1,0-1 0,0 1 0,0-1 0,0 1 0,0-1 0,0 0 0,0 0 0,0 0 0,0 0 1,3-1-1,12 1 279,32-7 0,-46 7-314,72-13 558,0-2-1,121-43 1,-193 57-656,0-1-1,1 1 0,-1 0 0,0-1 0,0 0 1,0 0-1,-1 0 0,1 0 0,0 0 1,-1-1-1,0 1 0,1-1 0,1-2 1,-3 3-19,0 0 0,-1 1 0,1-1 0,-1 0 1,0 0-1,1 0 0,-1 1 0,0-1 1,0 0-1,0 0 0,0 0 0,0 1 1,-1-1-1,1 0 0,0 0 0,-1 1 1,0-1-1,1 0 0,-1 1 0,0-1 0,0 0 1,0 1-1,0-1 0,0 1 0,-2-3 1,0 0-75,-1 0 0,0 0 1,-1 0-1,1 0 0,0 1 1,-1 0-1,0 0 0,0 0 1,0 0-1,0 1 0,0 0 1,-1 0-1,1 0 0,-1 1 1,1 0-1,-1 0 0,-9-1 1,-10 1-423,0 1 1,-44 6 0,38-3 124,-4 2-452,0 1 0,1 1 1,0 2-1,-49 19 1,49-13-4247,-65 36 1,82-41-1960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9.154"/>
    </inkml:context>
    <inkml:brush xml:id="br0">
      <inkml:brushProperty name="width" value="0.035" units="cm"/>
      <inkml:brushProperty name="height" value="0.035" units="cm"/>
    </inkml:brush>
  </inkml:definitions>
  <inkml:trace contextRef="#ctx0" brushRef="#br0">35 1 9909,'-6'4'719,"5"-3"-456,-1 0 1,1 0-1,0 0 0,0 0 1,0 0-1,-1-1 1,1 1-1,0 0 0,-1-1 1,1 1-1,-1-1 1,-1 1 1706,6 1-503,-1-2-1371,0 1 0,-1 0 0,1 0 0,0 0 0,-1 0 0,1 1 0,-1-1 0,0 0 0,1 1 0,-1-1 0,0 1 0,0-1 0,0 1 0,0-1 0,0 1 0,0 0 0,0 0 0,-1-1 0,1 1 0,0 0 0,-1 0 0,0 0 0,1 0 0,-1 0 0,0-1 0,0 1 0,0 0 0,0 0 1,0 0-1,-1 0 0,1 0 0,-1 2 0,-5 41 1048,-26 257 2719,35-111-2879,-2-159-938,1-7-567,1-1 1,1 1 0,13 38-1,-16-56-550,1 0-1,-1 0 0,0 0 1,0 0-1,-1 0 0,-1 11 1,1-5-3029</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9.623"/>
    </inkml:context>
    <inkml:brush xml:id="br0">
      <inkml:brushProperty name="width" value="0.035" units="cm"/>
      <inkml:brushProperty name="height" value="0.035" units="cm"/>
    </inkml:brush>
  </inkml:definitions>
  <inkml:trace contextRef="#ctx0" brushRef="#br0">137 122 9721,'-6'-53'7358,"5"50"-5951,1-1-168,-7-41 2233,-6 34-1707,13 11-1734,-1-1 0,1 1 0,0 0 1,0-1-1,-1 1 0,1 0 0,0-1 0,0 1 0,-1 0 0,1-1 0,0 1 0,-1 0 0,1 0 0,0-1 0,-1 1 0,1 0 0,-1 0 0,1 0 1,0-1-1,-1 1 0,1 0 0,-1 0 0,1 0 0,-1 0 0,1 0 0,0 0 0,-1 0 0,1 0 0,-1 0 0,1 0 0,-1 0 0,1 0 0,-1 0 1,1 1-1,0-1 0,-1 0 0,1 0 0,-1 0 0,1 1 0,0-1 0,-1 0 0,1 0 0,0 1 0,-1-1 0,1 0 0,0 1 0,0-1 0,-1 0 0,1 1 1,0-1-1,0 0 0,-1 1 0,1-1 0,0 1 0,0-1 0,0 0 0,0 1 0,0-1 0,-1 1 0,-1 3-137,-3 7 183,0 1 1,0 0-1,1-1 1,1 1 0,0 0-1,1 1 1,-2 18-1,0-3 8,-7 47 15,4 1 1,2 0-1,8 91 1,10-104 217,-9-57-101,2-3-133,1 0-1,0-1 1,0 1 0,0-1-1,0-1 1,0 1-1,0-1 1,1-1 0,-1 1-1,0-1 1,1 0 0,12-3-1,29-8 145,-37 8-197,0 0-1,1 0 0,23-1 0,-37 9-101,-11 25-663,-1 1 0,-1-1-1,-2-1 1,0-1 0,-2 0-1,-31 36 1,-47 42-6595,96-106 7286,0 0 1,0 0-1,0 0 0,0 0 0,0 0 0,0 1 1,0-1-1,-1 0 0,1 0 0,0 0 0,0 0 1,0 0-1,0 0 0,0 0 0,0 0 0,0 1 1,0-1-1,-1 0 0,1 0 0,0 0 0,0 0 1,0 0-1,0 0 0,0 0 0,0 0 0,-1 0 1,1 0-1,0 0 0,0 0 0,0 0 0,0 0 1,0 0-1,0 0 0,-1 0 0,1 0 0,0 0 1,0 0-1,0 0 0,0 0 0,0 0 0,0 0 1,-1-1-1,1 1 0,0 0 0,0 0 0,0 0 1,0 0-1,0 0 0,0 0 0,0 0 0,0 0 1,0-1-1,-1 1 0,1 0 0,0 0 0,0 0 1,-15-15-4548,-5-2-2655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09.905"/>
    </inkml:context>
    <inkml:brush xml:id="br0">
      <inkml:brushProperty name="width" value="0.035" units="cm"/>
      <inkml:brushProperty name="height" value="0.035" units="cm"/>
    </inkml:brush>
  </inkml:definitions>
  <inkml:trace contextRef="#ctx0" brushRef="#br0">32 34 12809,'-26'-17'2850,"20"13"11,12 2-1888,-1 0-1,0 0 1,1 0 0,-1 1 0,1 0 0,5-1-1,10 1 1104,33 2 0,-18 1-320,-10-3-1076,-7 0-255,40 3 0,-50-1-684,18 2-4697,-27-3 4903,0 0 0,0 0 0,0 0 0,0 0 1,1 0-1,-1 0 0,0 0 0,0 0 0,0 0 0,0 0 0,0 0 0,0 0 0,0 1 0,0-1 1,0 0-1,0 0 0,0 0 0,0 0 0,0 0 0,1 0 0,-1 0 0,0 0 0,0 0 1,0 0-1,0 0 0,0 0 0,0 0 0,0 1 0,0-1 0,0 0 0,0 0 0,0 0 1,0 0-1,0 0 0,0 0 0,0 0 0,0 0 0,0 0 0,0 0 0,0 1 0,0-1 0,0 0 1,0 0-1,0 0 0,0 0 0,0 0 0,-1 0 0,1 0 0,0 0 0,0 0 0,0 0 1,0 0-1,0 0 0,0 1 0,0-1 0,0 0 0,0 0 0,0 0 0,0 0 0,0 0 1,0 0-1,-1 0 0,1 0 0,-15 6-2834,-13 4-4121,-3 1-4280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0.049"/>
    </inkml:context>
    <inkml:brush xml:id="br0">
      <inkml:brushProperty name="width" value="0.035" units="cm"/>
      <inkml:brushProperty name="height" value="0.035" units="cm"/>
    </inkml:brush>
  </inkml:definitions>
  <inkml:trace contextRef="#ctx0" brushRef="#br0">0 53 16834,'64'-10'2836,"-12"-15"-452,-3 18-352,-3 0-384,-4 7-396,7-3-247,-4 3-221,1 0-184,-8 3-280,-17-3-600,4 4-976,3-4-765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0.643"/>
    </inkml:context>
    <inkml:brush xml:id="br0">
      <inkml:brushProperty name="width" value="0.035" units="cm"/>
      <inkml:brushProperty name="height" value="0.035" units="cm"/>
    </inkml:brush>
  </inkml:definitions>
  <inkml:trace contextRef="#ctx0" brushRef="#br0">22 119 7653,'-21'-28'12891,"21"25"-11502,2-8-640,-2 10-651,0-1 0,0 1 0,0-1 0,0 1 0,0-1 0,1 1 0,-1 0 0,1-1 0,-1 1 0,1-1 0,-1 1 0,1 0 0,0-1 0,0 1 0,-1 0 0,1 0 0,0 0 0,0 0 0,0-1 0,1 1 0,-1 0 1,0 1-1,0-1 0,0 0 0,1 0 0,-1 1 0,0-1 0,1 0 0,-1 1 0,1-1 0,-1 1 0,1 0 0,2-1 0,0 0-47,125-32 3667,-115 31-3345,-1 0 0,1 1 0,-1 0-1,1 1 1,0 0 0,0 2 0,23 4 0,-34-6-405,-1 1 0,0 0 0,0-1 0,1 1 0,-1 0 0,0 0 0,0 0 0,0 1 0,0-1 0,0 0 0,-1 1 0,1-1 0,0 1 0,-1-1 0,1 1 0,-1 0 0,1 0 0,-1 0 0,0 0 0,0 0 0,0 0 0,0 0 0,0 0 0,0 0 0,0 0 0,-1 1 0,1-1 0,-1 0 0,0 1 0,0-1 0,0 0 0,0 0 0,0 1 0,0-1 0,0 0 0,-2 4 0,-1 7-359,-1 0 0,0 0 1,-1 0-1,-13 22 1,15-29 268,-11 17-1025,-1 0 0,-1-2 0,-34 37 0,29-36 319,2 1 0,-29 45 1,44-63 999,0 0 0,0 0 0,-1 0 1,1 0-1,-1-1 0,-8 7 0,35-5 1890,-11-5-1624,1 1 0,0-2-1,-1 0 1,1 0 0,19-4-1,1 1 226,335-11 3111,-365 14-3774,0 0 0,1 0 0,-1 0 0,0 0 0,0 1 0,1-1 0,-1 1 0,0-1 0,0 1 0,0 0 0,0 0 0,2 1 0,-3-1 0,0 0 0,-1 0 0,1-1 0,0 1 0,-1 0 0,1 0 0,-1 0 0,1-1 0,-1 1 0,0 0 0,1 0 0,-1 0 0,0 0 0,0 0 0,1 0 0,-1 0 0,0 0 0,0 0 0,0 0 0,0 0 0,0 0 0,-1 0 0,1 0 0,0 0 0,0 0 0,-1 0 0,1 0 0,0 0 0,-1-1 0,1 1 0,-1 0 0,0 1 0,-5 6-17,1-1 0,-1 0 0,-1-1 0,1 1 0,-1-1 0,0 0 0,-12 7 0,15-10-48,-20 12-1302,-1 0 1,-1-2-1,0-1 0,-40 13 0,-3 2-2510,6 1-3217,6-9-4683</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1.085"/>
    </inkml:context>
    <inkml:brush xml:id="br0">
      <inkml:brushProperty name="width" value="0.035" units="cm"/>
      <inkml:brushProperty name="height" value="0.035" units="cm"/>
    </inkml:brush>
  </inkml:definitions>
  <inkml:trace contextRef="#ctx0" brushRef="#br0">351 0 6333,'-4'4'717,"2"-3"-430,1 1 1,-1-1-1,0 1 1,1 0 0,-1-1-1,1 1 1,0 0-1,-1 0 1,1 0-1,-1 2 2894,1-2-2276,-5 20 447,4-18-1089,1 0 0,-1 0-1,1 0 1,0 0 0,0 0 0,1 0-1,-1 0 1,1 0 0,0 1-1,0-1 1,0 0 0,0 0-1,1 0 1,0 0 0,0 1-1,0-1 1,0 0 0,4 6 0,1 0 111,1 0 1,0 0 0,1 0 0,0-1-1,1-1 1,0 1 0,0-1-1,1-1 1,0 0 0,0 0 0,0-1-1,1 0 1,0-1 0,23 8 0,7-1 741,0-2 0,79 9 0,-80-13-634,-38-6-462,-1 0-1,0 1 1,0-1-1,0 0 1,1 0 0,-1 0-1,0 0 1,1 0-1,-1 0 1,0 0 0,0 0-1,0-1 1,1 1-1,-1 0 1,0-1-1,0 1 1,0-1 0,1 1-1,-1-1 1,2-1-1,-3 1-29,0 1 0,0-1 0,0 0 0,0 1 0,0-1 0,0 0 0,-1 1 0,1-1 0,0 0 0,0 1 0,0-1-1,-1 0 1,1 1 0,0-1 0,0 1 0,-1-1 0,1 0 0,-1 1 0,1-1 0,-1 1 0,1-1 0,-1 1 0,1 0-1,-1-1 1,1 1 0,-1-1 0,1 1 0,-1 0 0,0-1 0,1 1 0,-1 0 0,0-1 0,-16-7-458,1-1 0,-1 2 0,-34-11 0,-60-7-1296,24 5 763,-173-52-3507,144 37-372,76 22 51,15 5-3218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2.426"/>
    </inkml:context>
    <inkml:brush xml:id="br0">
      <inkml:brushProperty name="width" value="0.035" units="cm"/>
      <inkml:brushProperty name="height" value="0.035" units="cm"/>
    </inkml:brush>
  </inkml:definitions>
  <inkml:trace contextRef="#ctx0" brushRef="#br0">1 1 104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4.130"/>
    </inkml:context>
    <inkml:brush xml:id="br0">
      <inkml:brushProperty name="width" value="0.035" units="cm"/>
      <inkml:brushProperty name="height" value="0.035" units="cm"/>
    </inkml:brush>
  </inkml:definitions>
  <inkml:trace contextRef="#ctx0" brushRef="#br0">7 2487 2508,'-7'28'13891,"10"-28"-13789,1 1-1,-1 0 1,0 0 0,0 0-1,0 0 1,5 4 0,0-1 3888,-7-33-3473,9-47 1,6-9-375,-5 32-53,7-84 0,2-72-43,2-36 0,-14 103-72,-2 70 55,-6-95 1,1 49-45,1 84 30,-5-60 0,1 59-23,3-58 0,1 0 25,-2 64-20,2-1-1,8-46 0,2-27 49,-10 74-42,1-1 1,12-47 0,-13 68 1,-1 1 1,0 0-1,0-13 0,2-11 23,3 15-19,-5 13 0,-1 1-16,41-162-10,-37 139-7,-3 6-4,2-18 29,-3 34-12,1 1 26,14-26-5,-14 26-20,-14 14-641,9-5 646,0-1 1,1 1 0,-1-1 0,1 1 0,-3 8-1,5-11-6,-7 12-266,8-14-98,-1 0 0,0 1 0,1-1 0,-1 0 0,1 1 0,-1-1 0,1 1 0,-1-1 0,1 1 0,0-1 0,0 1 0,0-1 0,0 1 0,0-1 0,0 1 0,0-1 0,1 0 0,-1 1 0,0-1 0,1 1 0,0 1 0,9 12 5947,22-18-4176,-29 3-697,0 0-407,5 2-151,0 0 1,0 0-1,0 0 0,0 1 0,-1 0 1,11 6-1,-17-9-130,-1 1 0,1-1-1,0 0 1,0 1 0,0-1-1,0 0 1,0 1 0,0-1 0,0 0-1,0 0 1,0 0 0,0 0-1,0 0 1,0 0 0,0 0 0,0 0-1,0 0 1,1-1 0,2 0 27,39 3 337,-29-1-288,0-1 0,24-1-1,56-11 293,96-12 183,-144 16-420,157-20 407,141 0-49,-256 22-373,61-2-88,127-5 45,-59 1-107,-116 7 102,35-1-159,82 1 108,228-34 0,-276 29-137,-25 2 99,168-2-188,-237 11 225,441 1-102,-449-5 93,30 0-57,301 24 7,-155-8 61,-147-13-52,46 4 38,-13-4-10,-85-1-4,68 6 0,-27-2-43,-64-3 39,1 0 0,-1 1 0,26 6 1,-25-3 6,43 1 1,-43-4 8,1 1 0,23 5-1,-31-4-14,-1-1 0,1-1 0,0 0 0,18-2 0,-1 0-6,-3 3-13,14-1 35,-26-3-14,0 0 1,0 2-1,1 0 1,-1 1-1,21 4 1,-25-3 19,1-2 1,18 0-1,-12-1-36,-17 1-16,15 4 4,-8-1-11,-9 0-5,-19 7-122,4-4 18,-40 14-1941,3-1-4058,43-17 834,-11-2-3154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4.854"/>
    </inkml:context>
    <inkml:brush xml:id="br0">
      <inkml:brushProperty name="width" value="0.035" units="cm"/>
      <inkml:brushProperty name="height" value="0.035" units="cm"/>
    </inkml:brush>
  </inkml:definitions>
  <inkml:trace contextRef="#ctx0" brushRef="#br0">45 0 2984,'0'0'1772,"-3"1"-1158,-6 1 280,-8 1-705,4-2 11862,13 3-11651,-2 14 93,1 0 0,2 19 0,-2 20 130,2-43-501,-1-1 0,2 0 0,-1 1 0,6 17 0,3 21 120,8 54 30,7 49-35,20 273 139,-40-382-359,10 122 38,7 127-24,-22-270-26,0 1 0,-5 38 0,-1 19 1,4 7-15,3 77 23,1-127 2,-6 80 1,4-114-20,-1-1 0,1 0 0,1 1 0,-1-1 0,2 6 1,-1 18-3,-11 80 20,9-105-17,1-2-6,0 0-1,0 0 1,-1 0-1,1 0 1,-1-1-1,0 1 1,1 0-1,-1 0 1,-1 2-1,-6 17-981,-6-32-1743,12 10 2027,0-1-1,0 0 0,0 0 0,1 0 1,-1 0-1,0 0 0,1 0 1,-1-1-1,1 1 0,-3-5 0,-3-8-7623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5.296"/>
    </inkml:context>
    <inkml:brush xml:id="br0">
      <inkml:brushProperty name="width" value="0.035" units="cm"/>
      <inkml:brushProperty name="height" value="0.035" units="cm"/>
    </inkml:brush>
  </inkml:definitions>
  <inkml:trace contextRef="#ctx0" brushRef="#br0">0 2327 10145,'13'-22'3240,"-12"20"-2985,1 0 0,-1 0-1,1 0 1,-1-1 0,0 1-1,1-1 1,-1 1 0,0-4-1,1 0 172,45-198 4416,-38 147-4505,5-30 166,5-141 0,-17 126-319,0 43-47,-2-1 0,-3 1 0,-10-59 0,-20-138 321,18 155-357,9 69 6,1 0 0,-1-62 0,8 55-47,0 14-28,-1-1-1,-3-25 1,0 22 19,2-1 0,1 1 1,5-30-1,-2 31-32,-2 0 0,-2-56 1,-2 72-73,1 0 0,0 0 0,1-1 1,1 1-1,0 0 0,0-1 0,2 1 1,2-12-1,-1 8-464,-1 1 0,0-1-1,-2 0 1,0 1 0,0-1 0,-2 0 0,0 0 0,0 1 0,-2-1-1,-4-17 1,6 30 161,-6-17-2014,-3 8-2292,-4 2-3120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5.626"/>
    </inkml:context>
    <inkml:brush xml:id="br0">
      <inkml:brushProperty name="width" value="0.035" units="cm"/>
      <inkml:brushProperty name="height" value="0.035" units="cm"/>
    </inkml:brush>
  </inkml:definitions>
  <inkml:trace contextRef="#ctx0" brushRef="#br0">81 1 6161,'7'59'1472,"-28"11"-124,4-14-316,10-3-288,0 7-160,0 6-140,0 11-140,3 0-348,-3-3-792,4 3-2476,-4-7-1601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8.815"/>
    </inkml:context>
    <inkml:brush xml:id="br0">
      <inkml:brushProperty name="width" value="0.035" units="cm"/>
      <inkml:brushProperty name="height" value="0.035" units="cm"/>
    </inkml:brush>
  </inkml:definitions>
  <inkml:trace contextRef="#ctx0" brushRef="#br0">15 102 6325,'-13'-7'1330,"12"9"-93,1-2-1153,1 0 0,-1 0 0,1 0 0,-1 1 0,0-1 0,1 0 0,-1 0 1,1 0-1,-1 0 0,1 0 0,-1 0 0,1 0 0,-1 0 0,1 0 0,-1 0 0,1 0 0,-1 0 0,1 0 1,-1-1-1,1 1 0,-1 0 0,1 0 0,-1 0 0,1-1 0,-1 1 0,0 0 0,1-1 0,-1 1 1,1 0-1,-1-1 0,0 1 0,1 0 0,-1-1 0,0 0 0,2-1 459,0 1 0,-1-1 0,1 1 0,0-1 0,0 1-1,0-1 1,0 1 0,4-2 0,31-5 1936,-31 8-1883,0-1 0,0 0 0,0-1 0,0 1 0,0-1 0,0 0 0,6-4 0,2-2 112,0 1 1,0 0 0,1 1 0,0 0 0,0 1-1,0 1 1,1 1 0,-1 0 0,27-1 0,-41 4-689,0 0 1,0 1 0,1 0-1,-1-1 1,0 1 0,0 0-1,0 0 1,0-1 0,0 1-1,0 0 1,0 0 0,0 0-1,0 0 1,-1 0 0,1 0-1,0 1 1,0-1 0,-1 0-1,1 0 1,-1 1 0,1 0-1,-2 6-43,-1 0 0,0 1 0,-1-1 0,1-1 0,-1 1 0,-1 0 0,0-1 1,-7 11-1,-69 104-695,9-10 127,62-98 532,6-11 93,0 1 1,0 0-1,1-1 0,0 1 1,0 0-1,0 0 1,-3 9-1,5-12-16,0 0 0,0 0 0,0 0 0,0-1-1,0 1 1,0 0 0,0 0 0,0 0 0,1 0 0,-1 0 0,0-1 0,0 1 0,1 0 0,-1 0 0,1 0 0,-1-1-1,1 1 1,0 1 0,0-1 22,1 1 0,0-1 0,0 0 0,-1 0 0,1 1 0,0-1 0,0 0 0,0-1 0,0 1 0,3 1 1,12 1 29,-1 0 1,1-2 0,0 1 0,-1-2 0,1 0-1,27-5 1,-3 2 6,230-21-2580,-250 23 1512,16-3-3020,-13-6-4512,-4-4-4029</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19.287"/>
    </inkml:context>
    <inkml:brush xml:id="br0">
      <inkml:brushProperty name="width" value="0.035" units="cm"/>
      <inkml:brushProperty name="height" value="0.035" units="cm"/>
    </inkml:brush>
  </inkml:definitions>
  <inkml:trace contextRef="#ctx0" brushRef="#br0">260 7 6033,'-125'11'2147,"124"-12"-2124,0 1 0,0 0 0,0 1 1,0-1-1,0 0 0,0 0 0,0 0 0,0 1 0,0-1 0,0 0 1,1 1-1,-1-1 0,0 0 0,0 1 0,0-1 0,1 1 0,-2 1 1,-3 1 52,-8-1 2679,14-9 5617,10-6-1176,-5 6-9959,-4 5 3120,6 3-261,0 1 0,1 0 0,-1 0 0,0 1 0,-1 0 0,1 1 0,14 8 0,29 21 149,-33-20-155,28 14 0,-33-20 154,1 0 0,1-1 0,-1 0 0,1-2 0,0 0 0,0 0 0,1-1 0,20 1 0,-7-5 366,51-7 0,1-1 1168,-73 8-1557,-1 0 0,1-1-1,-1 0 1,0 0-1,11-6 1,-9 5 4,-6-2-18,-2-2-195,0 6-14,0-1 1,-1 0-1,0 1 0,1-1 0,-1 0 0,0 1 1,0-1-1,0 0 0,0 0 0,0 1 0,0-1 0,0 0 1,-1 1-1,1-1 0,-1 0 0,1 1 0,-1-1 0,0 1 1,1-1-1,-1 1 0,0-1 0,0 1 0,0-1 0,0 1 1,0 0-1,-1-1 0,1 1 0,0 0 0,-1 0 0,1 0 1,0 0-1,-3-1 0,-10-5-238,0 0 1,-1 1-1,1 0 1,-1 1-1,0 1 1,0 1-1,-1 0 1,1 0-1,-22 1 1,-22 1-1451,-66 8-1,-102 17-4294,128-10-3389,75-11 808</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0.722"/>
    </inkml:context>
    <inkml:brush xml:id="br0">
      <inkml:brushProperty name="width" value="0.035" units="cm"/>
      <inkml:brushProperty name="height" value="0.035" units="cm"/>
    </inkml:brush>
  </inkml:definitions>
  <inkml:trace contextRef="#ctx0" brushRef="#br0">302 2411 5196,'-6'35'908,"5"-28"4043,3-3-4518,0-1 0,0 0 0,0 0 0,1 0-1,-1-1 1,9 8 5917,-11-6-6113,3 37 269,-2-37 162,3 11 60,0-6-23,-1-8-238,1-17-43,-2-36-151,12-201 205,-4 14-440,-5 70-20,9-443-154,-15 297 160,-1 244-79,-7-103-36,0 29 153,1 3-141,0 93 53,4 27 68,-1-41 0,4 43-77,0-1 0,-7-34 0,7 48 47,0 0 0,1 0-1,0-1 1,1-7 0,0-10-51,-1 25 25,0-1-1,0 1 1,0-1 0,0 1 0,0-1 0,0 0 0,0 1 0,0-1 0,0 1 0,0-1 0,0 1 0,0-1 0,-1 1 0,1-1 0,0 1 0,0 0 0,0-1 0,-1 1 0,1-1 0,0 1 0,-1-1 0,1 1 0,0 0 0,-1-1 0,0 1-1,-7 8-429,3-2 573,-6 9-135,1 1 0,0 0 1,-8 19-1,-13 21-19,-10 16 19,-63 152 0,92-190 37,8-21-13,-1 1 0,0-1 1,-1 0-1,-1 0 0,-8 12 0,13-22 59,-8 8-14,7-4-99,-2-3 243,0-13-56,4 7-158,0 1 5,1 0 0,-1 0-1,1 0 1,0 0 0,-1 0-1,1 0 1,0-1-1,0 1 1,0 0 0,-1 0-1,1 0 1,0 0 0,1 0-1,-1-1 1,0 1 0,0 0-1,0 0 1,1 0 0,-1 0-1,1 0 1,-1 0 0,1 0-1,-1 0 1,2-2 0,3-8-19,8-23-61,11-52 0,6-21 18,54-106-23,-58 162 78,-20 41 11,-1 0 0,0 0 0,0 0 0,3-12 1,-7 16 21,1 0 1,0 1 0,0-1 0,1 1 0,-1-1 0,6-7 0,-6 11 163,0 2-96,1-1 1,0 1-1,0 0 0,0 0 1,0 1-1,0-1 0,0 1 0,0-1 1,-1 1-1,1 0 0,0 0 0,0 0 1,-1 0-1,1 1 0,-1-1 0,1 1 1,-1 0-1,0-1 0,1 1 0,-1 0 1,0 0-1,0 1 0,0-1 1,-1 0-1,4 5 0,260 397 3472,-104-174-3196,-143-206-1250,2-1 0,1-1 0,39 32-1,-56-51 126,1-1-1,-1 1 0,1-1 0,0 0 0,0-1 0,-1 1 1,1-1-1,1 0 0,-1 0 0,0-1 0,0 1 0,0-1 1,0 0-1,0-1 0,0 1 0,9-3 0,16-8-10243</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2.663"/>
    </inkml:context>
    <inkml:brush xml:id="br0">
      <inkml:brushProperty name="width" value="0.035" units="cm"/>
      <inkml:brushProperty name="height" value="0.035" units="cm"/>
    </inkml:brush>
  </inkml:definitions>
  <inkml:trace contextRef="#ctx0" brushRef="#br0">462 0 8953,'-12'14'2919,"-19"24"0,-19 42-192,2-3-1401,-77 115 130,19-27-3225,32-60-4394,74-105 6103,0 0 0,0 0 0,0 0 0,0 0 0,0 0 0,0 0 0,0 0 0,0 0 1,-1 1-1,1-1 0,0 0 0,0 0 0,0 0 0,0 0 0,0 0 0,0 0 0,0 0 0,0 0 0,0 0 0,0 0 0,0 0 0,0 0 0,0 0 0,-1 0 0,1 0 0,0 0 0,0 0 0,0 0 0,0 0 0,0 0 0,0 1 0,0-1 0,0-1 0,0 1 0,-1 0 0,1 0 0,0 0 0,0 0 0,0 0 0,0 0 0,0 0 0,0 0 0,0 0 0,0 0 0,0 0 0,0 0 0,-1 0 0,1 0 0,0 0 0,0 0 0,0 0 0,0 0 0,0 0 0,0 0 0,0 0 0,0-1 0,0 1 0,0 0 0,0 0 0,0 0 0,0 0 0,0 0 0,0 0 0,-12-12-5485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2.920"/>
    </inkml:context>
    <inkml:brush xml:id="br0">
      <inkml:brushProperty name="width" value="0.035" units="cm"/>
      <inkml:brushProperty name="height" value="0.035" units="cm"/>
    </inkml:brush>
  </inkml:definitions>
  <inkml:trace contextRef="#ctx0" brushRef="#br0">0 22 11997,'4'-8'840,"3"-5"3135,-3 14-1564,157 72 5637,72 67-5256,-186-106-2977,-1 3 0,60 62-1,-27-24-8206,-62-58 1553</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3.312"/>
    </inkml:context>
    <inkml:brush xml:id="br0">
      <inkml:brushProperty name="width" value="0.035" units="cm"/>
      <inkml:brushProperty name="height" value="0.035" units="cm"/>
    </inkml:brush>
  </inkml:definitions>
  <inkml:trace contextRef="#ctx0" brushRef="#br0">389 1 6145,'-3'3'182,"-9"10"1530,-25 21 1,28-24-610,0 0 0,1 0 0,0 1-1,-10 19 1,6-11-429,-132 229 4235,124-216-5042,-26 33 1,25-36-1828,21-29 1905,0 1-1,0-1 0,0 0 0,-1 0 0,1 0 1,0 0-1,0 1 0,0-1 0,0 0 0,0 0 1,0 0-1,0 0 0,0 0 0,0 1 0,0-1 1,-1 0-1,1 0 0,0 0 0,0 0 0,0 0 1,0 0-1,0 0 0,0 0 0,-1 1 0,1-1 1,0 0-1,0 0 0,0 0 0,0 0 0,-1 0 0,1 0 1,0 0-1,0 0 0,0 0 0,0 0 0,-1 0 1,1 0-1,0 0 0,0 0 0,0 0 0,0 0 1,-1 0-1,1 0 0,0-1 0,0 1 0,-15-5-4992,-6 1-2977</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3.515"/>
    </inkml:context>
    <inkml:brush xml:id="br0">
      <inkml:brushProperty name="width" value="0.035" units="cm"/>
      <inkml:brushProperty name="height" value="0.035" units="cm"/>
    </inkml:brush>
  </inkml:definitions>
  <inkml:trace contextRef="#ctx0" brushRef="#br0">2 1 15185,'0'0'169,"-1"1"0,1 0 0,0 0 0,0 0 0,0 0 0,-1 0-1,1-1 1,0 1 0,0 0 0,0 0 0,0 0 0,0 0 0,1 0-1,-1 0 1,0-1 0,0 1 0,1 0 0,-1 0 0,0 0 0,1 0-1,-1-1 1,1 1 0,-1 0 0,1 0 0,-1-1 0,1 1 0,-1 0-1,1-1 1,0 1 0,-1-1 0,1 1 0,0-1 0,0 1 0,-1-1-1,2 1 1,38 17 3188,-19-10-1918,11 9 125,56 40 1,-28-16-739,-37-25-633,0 1-1,22 24 1,8 5-1518,-39-35-254,0-1 0,19 10 0,-17-10-509,20 9-6223,-9-17-2837</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3.829"/>
    </inkml:context>
    <inkml:brush xml:id="br0">
      <inkml:brushProperty name="width" value="0.035" units="cm"/>
      <inkml:brushProperty name="height" value="0.035" units="cm"/>
    </inkml:brush>
  </inkml:definitions>
  <inkml:trace contextRef="#ctx0" brushRef="#br0">494 11 14189,'-49'-10'1956,"63"20"-307,0-3 491,-28 14-1392,-17 14-200,3-3-248,-7 6-296,-7-3-524,-7 11-396,3-4-408,1 4-288,-8-4-309,7-4-527,1-3-1272,6-7-2369</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4.082"/>
    </inkml:context>
    <inkml:brush xml:id="br0">
      <inkml:brushProperty name="width" value="0.035" units="cm"/>
      <inkml:brushProperty name="height" value="0.035" units="cm"/>
    </inkml:brush>
  </inkml:definitions>
  <inkml:trace contextRef="#ctx0" brushRef="#br0">0 0 16582,'21'6'1444,"-1"-1"1,1 0 0,32 1 0,-26-2 337,0 1-1,0 2 0,41 15 1,-33-11-789,17 6 80,379 142-844,-410-150-2616,1-2-9190,-2 0-3257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4.523"/>
    </inkml:context>
    <inkml:brush xml:id="br0">
      <inkml:brushProperty name="width" value="0.035" units="cm"/>
      <inkml:brushProperty name="height" value="0.035" units="cm"/>
    </inkml:brush>
  </inkml:definitions>
  <inkml:trace contextRef="#ctx0" brushRef="#br0">438 0 12093,'-49'15'2306,"39"-12"-295,-5 11 937,5-4-2440,0 1 0,1 0-1,0 1 1,-12 20 0,-7 12 106,-63 98 95,32-44-1338,32-54-502,19-28 314,-2-1 0,-13 17 0,17-25-1235,-1 0 0,0 0 0,-14 9-1,3-2-5763</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4.807"/>
    </inkml:context>
    <inkml:brush xml:id="br0">
      <inkml:brushProperty name="width" value="0.035" units="cm"/>
      <inkml:brushProperty name="height" value="0.035" units="cm"/>
    </inkml:brush>
  </inkml:definitions>
  <inkml:trace contextRef="#ctx0" brushRef="#br0">41 26 14757,'-1'0'163,"-30"-9"1746,22 3-610,9 6-1229,0-1-1,0 1 1,0 0-1,0-1 0,1 1 1,-1 0-1,0 0 0,0-1 1,0 1-1,0 0 0,0-1 1,0 1-1,1 0 0,-1 0 1,0-1-1,0 1 1,0 0-1,1 0 0,-1-1 1,0 1-1,0 0 0,1 0 1,-1 0-1,0 0 0,1-1 1,-1 1-1,0 0 0,0 0 1,1 0-1,-1 0 1,1 0-1,3-1 361,0 0 0,0 0 0,0 1 0,1-1 0,-1 1 1,0 0-1,0 0 0,0 1 0,1-1 0,-1 1 0,0 0 0,0 0 0,0 0 0,0 1 1,5 2-1,11 5 779,28 17 0,-35-19-1035,13 9 302,15 5-268,-1 3-1,-2 1 1,60 51-1,-42-28-2950,-10-9-4225,-26-23 35,-2-10-4567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5.169"/>
    </inkml:context>
    <inkml:brush xml:id="br0">
      <inkml:brushProperty name="width" value="0.035" units="cm"/>
      <inkml:brushProperty name="height" value="0.035" units="cm"/>
    </inkml:brush>
  </inkml:definitions>
  <inkml:trace contextRef="#ctx0" brushRef="#br0">604 6 14069,'-3'-1'144,"1"0"0,0 0 0,-1 1-1,1-1 1,-1 0 0,1 1 0,-1 0-1,1-1 1,-1 1 0,1 0 0,-1 0 0,1 0-1,-1 1 1,1-1 0,-1 1 0,1-1-1,-1 1 1,1 0 0,-1 0 0,1 0-1,0 0 1,0 0 0,-1 1 0,1-1 0,0 1-1,0-1 1,1 1 0,-1 0 0,-2 2-1,-116 136 2348,35-37-2025,52-67-462,-9 10-617,-48 69 0,79-99 189,0-1 0,-24 25 1,29-35-145,0 1 0,-1-1 0,-10 6 1,11-7-788,0-1 1,0 0 0,-1-1 0,-12 4 0,-5 0-5466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25.374"/>
    </inkml:context>
    <inkml:brush xml:id="br0">
      <inkml:brushProperty name="width" value="0.035" units="cm"/>
      <inkml:brushProperty name="height" value="0.035" units="cm"/>
    </inkml:brush>
  </inkml:definitions>
  <inkml:trace contextRef="#ctx0" brushRef="#br0">0 1 17230,'0'0'2732,"32"3"-276,17 11-176,-18 4-428,5 3-443,6 7-161,7 0-220,10 3-216,8 1-136,-4 3-140,3 0-132,-3 3-592,-3-3-632,-7-10-988,-29-11-1177,15 0-467,-1 0-3444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33.544"/>
    </inkml:context>
    <inkml:brush xml:id="br0">
      <inkml:brushProperty name="width" value="0.035" units="cm"/>
      <inkml:brushProperty name="height" value="0.035" units="cm"/>
    </inkml:brush>
  </inkml:definitions>
  <inkml:trace contextRef="#ctx0" brushRef="#br0">134 231 3280,'-47'9'774,"38"-7"1092,9 16-2037,3-1 275,-3-14 2134,3-4-2081,0 0-1,0-1 1,-1 0-1,1 0 1,-1 0-1,1 0 1,2-3-1,-3 3 10,0 0 1857,-34 12-1211,29-9 309,-1 0-871,-1-1 17,0 1 0,0-1 0,0 0 1,0 0-1,0-1 0,0 0 1,0 1-1,0-2 0,0 1 1,0 0-1,-7-4 0,10 3 2451,6 2-2169,348-66 1917,-53 7-1606,530-39 339,-751 94-1073,52-6-1589,-140 11 561,0 0 0,-1-1 1,1 0-1,-18-3 0,-19-5-5013,-5-5-4054</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1:56.269"/>
    </inkml:context>
    <inkml:brush xml:id="br0">
      <inkml:brushProperty name="width" value="0.035" units="cm"/>
      <inkml:brushProperty name="height" value="0.035" units="cm"/>
    </inkml:brush>
  </inkml:definitions>
  <inkml:trace contextRef="#ctx0" brushRef="#br0">46 98 3144,'0'0'7176,"-2"2"-6800,-17 21 1969,17-23-2265,0 1 1,1 0 0,-1 0 0,1 0 0,-1 1-1,1-1 1,-1 0 0,1 0 0,0 1 0,0-1-1,0 1 1,0-1 0,-5 8 7836,58-12-7338,0-2 0,73-17 0,-4 0-70,184-13 143,84 10-359,-201 18-177,-131 4-46,96 8 0,-130-3-59,-1-2 1,26-3-1,-25 1 220,0 1 0,42 3 0,-44 0 308,1-1 0,0-1 1,24-2-1,-42 1 9,14 5-215,-1-1-174,-13-3 218,-9 0-431,5 0 51,-16 0-560,1 0 0,0 2-1,-22 3 1,28-4-86,-1 0 0,1 0 0,-1-1 1,0 0-1,1-1 0,-1 0 0,1-1 0,-1 0 0,-15-5 1,3 1-910,-28-7-4801,16 0-3698</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2:05.568"/>
    </inkml:context>
    <inkml:brush xml:id="br0">
      <inkml:brushProperty name="width" value="0.035" units="cm"/>
      <inkml:brushProperty name="height" value="0.035" units="cm"/>
    </inkml:brush>
  </inkml:definitions>
  <inkml:trace contextRef="#ctx0" brushRef="#br0">1560 262 5364,'20'-4'-561,"17"-5"11155,-23 4-8855,3 0-907,-14 3 3024,-6 1-3574,-39-12 29,-1 1 1,-84-11-1,-82-6-209,174 25-60,-195-16 0,201 20-49,-1 1 0,1 1 0,0 1 0,0 1 0,-50 15-1,49-9 2,3-2 1,1 2 0,-1 0 1,2 2-1,-26 15 0,8 2 4,2 2-1,2 1 0,0 2 0,-49 59 0,36-29-5,2 1 0,-42 76-1,75-106 8,1 0 0,1 1 0,2 0 0,-10 51 0,19-74 0,-1 8 6,0 0 0,2 1 0,0-1 0,1 1-1,2 0 1,0-1 0,5 35 0,-3-42 4,1 0-1,1 0 1,0 0 0,0-1-1,2 0 1,0 1 0,0-2-1,1 1 1,1-1 0,0 0-1,0-1 1,16 16 0,3 0 10,0-2 1,2-1-1,1-2 1,0 0-1,2-2 1,50 23-1,-29-19-23,1-3 0,1-2 1,1-2-1,1-3 0,0-2 0,0-3 0,1-3 0,0-1 0,78-6 0,-35-7-3,142-30-1,95-49 0,-284 70 12,-1-2 0,-1-3-1,71-39 1,-98 46-4,-1-1 1,-1-1 0,0-1-1,-1-1 1,-1-1-1,-1 0 1,-1-2 0,27-38-1,-30 36 13,-1 0 1,-2 0-1,0-2 0,-1 0 1,-2 0-1,-1-1 0,-1 0 1,-1 0-1,4-34 0,-7 20 145,-2 0 0,-2 0 0,-2 0 0,-2 0-1,-13-61 1,9 69 37,-1 1 0,-1 0 0,-26-52 1,27 67-131,-1 1 1,-1-1-1,0 2 0,-1-1 1,-1 2-1,0-1 1,-29-22-1,7 11-8,-2 2 0,-73-37-1,-89-21 68,131 60-199,0 3 0,-2 3 0,0 3 0,-1 3 0,-98-1 0,89 14-1247,-95 14-1,87 2-4532,57-11 25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2:07.167"/>
    </inkml:context>
    <inkml:brush xml:id="br0">
      <inkml:brushProperty name="width" value="0.035" units="cm"/>
      <inkml:brushProperty name="height" value="0.035" units="cm"/>
    </inkml:brush>
  </inkml:definitions>
  <inkml:trace contextRef="#ctx0" brushRef="#br0">1081 271 5348,'27'-7'2647,"48"-20"-1,-72 26-899,23 8 346,-17-4 2475,-12-5-4175,-3-3-252,2 2-61,0-1 0,0 1 0,0 0-1,0 0 1,-1 1 0,1 0-1,-1-1 1,1 1 0,-1 1-1,0-1 1,0 1 0,-5-1-1,-258-26 1570,159 18-1190,-64-2 214,143 12-594,0 1-1,0 1 0,-49 11 1,62-7-55,1 0 0,-1 1 0,1 1 0,1 1 0,0 0 0,0 1 0,-25 22 0,23-19 102,1 1-137,1 0 0,0 1 1,1 0-1,-13 20 0,-44 73 7,53-80 40,5-7-26,1 0 0,1 1 1,1 1-1,1 0 0,1 0 1,-7 33-1,13-45-6,0 1 1,0-1-1,1 1 0,1-1 1,0 1-1,0-1 0,1 1 0,1-1 1,2 12-1,5 12 93,16 45 1,-20-67-91,2 1 0,-1-1 0,2-1 1,-1 1-1,2-1 0,11 13 0,15 14 9,3 0-1,1-3 0,58 42 1,-55-48-20,70 35 0,-85-52 6,1-1 0,1-1 0,0-1 0,0-2 1,1-1-1,0-1 0,0-2 0,1 0 1,-1-3-1,1 0 0,31-5 0,72-10-3,-2-6-1,212-61 1,-316 73 0,34-16 0,-1 0 116,218-93-125,-251 104-11,63-34-14,24-9 46,-97 47 4,-1 0 1,0-1 0,-1-1-1,0-1 1,0 0 0,17-19-1,-26 24-20,1-1 37,0 0 1,-1 0 0,-1-1 0,0-1 0,0 1 0,0-1 0,6-17 0,0-4 163,10-40 0,-21 62-177,0 0 1,0 0-1,-1 0 0,0 1 1,0-1-1,-1 0 0,-3-13 1,-16-56 49,14 61-59,-1 1-1,-1 0 1,0 1-1,0 0 1,-2 0-1,0 1 1,-13-14-1,2 4-8,-2 2 0,-47-38 0,37 37 0,-2 1 1,0 2 0,-59-25 0,-120-34 13,135 53 9,-2 4 0,-1 3 0,0 4-1,-120-7 1,98 21-132,-142 15 1,-5 33-1482,25-2-4762,157-36 749,2-1-3364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2:53.839"/>
    </inkml:context>
    <inkml:brush xml:id="br0">
      <inkml:brushProperty name="width" value="0.035" units="cm"/>
      <inkml:brushProperty name="height" value="0.035" units="cm"/>
    </inkml:brush>
  </inkml:definitions>
  <inkml:trace contextRef="#ctx0" brushRef="#br0">1302 54 7129,'0'0'174,"0"0"-1,0 0 1,1 0 0,-1 0 0,0 0 0,1 0 0,-1-1 0,0 1-1,0 0 1,0 0 0,1 0 0,-1 0 0,0-1 0,0 1 0,0 0-1,1 0 1,-1 0 0,0-1 0,0 1 0,0 0 0,0 0 0,1-1-1,-1 1 1,0 0 0,0-1 0,0 1 0,0 0 0,0 0 0,0-1 0,0 1-1,0 0 1,0-1 0,0 1 0,0 0 0,0 0 0,0-1 0,0 1-1,0 0 1,0 0 0,-1-1 0,1 1 0,0 0 0,0-1 0,-7 1 5322,0 0-5206,4 0-1955,-225 10 4172,34-5-2084,153-2-308,-73 14-1,26-2-32,65-11-75,1 1-1,0 1 0,0 1 0,1 1 0,0 1 1,0 1-1,1 0 0,-30 22 0,10-2-3,1 1 0,-67 71-1,81-76-7,1 2-1,2 0 1,1 2-1,1 0 1,-21 44-1,29-49 12,1 1-1,2 1 1,0-1 0,1 1-1,-4 36 1,11-53 9,0 1 1,0 0-1,1 0 0,1 0 0,0 0 1,0 0-1,1-1 0,0 1 0,1 0 1,0-1-1,1 0 0,0 0 0,1 0 1,0 0-1,0 0 0,10 12 0,8 4 8,1 0-1,1-1 1,2-2 0,0 0-1,1-2 1,1-1-1,1-2 1,0 0-1,45 17 1,-17-9 4,-33-13-29,0-2 0,1-1 0,0-1 1,43 9-1,-32-13 6,1-1 0,-1-1 0,1-3 1,0-1-1,-1-2 0,64-12 0,108-34 15,-3-9 0,378-161 0,-546 201-13,-1-3 0,-1 0 0,35-29 0,-62 43 16,0-1 1,0 0 0,-1-1-1,0 1 1,-1-1 0,0-1-1,0 0 1,-1 0-1,0 0 1,-1 0 0,0-1-1,0 0 1,-1 0 0,-1 0-1,0-1 1,-1 1 0,3-24-1,-6 12 50,-1 1 1,-1-1-1,-1 1 0,-1 0 1,-1 0-1,-1 1 1,0 0-1,-2 0 0,0 0 1,-2 1-1,0 1 0,-1-1 1,-1 2-1,-1 0 0,0 1 1,-2 0-1,-24-21 0,2 10-89,0 2-1,-2 2 0,-1 2 0,0 1 1,-2 2-1,0 3 0,-1 1 0,0 2 1,-85-14-1,-191-3-2173,159 34-1330,113 0-173,-62 15 1,25 1-4575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2:55.364"/>
    </inkml:context>
    <inkml:brush xml:id="br0">
      <inkml:brushProperty name="width" value="0.035" units="cm"/>
      <inkml:brushProperty name="height" value="0.035" units="cm"/>
    </inkml:brush>
  </inkml:definitions>
  <inkml:trace contextRef="#ctx0" brushRef="#br0">7 256 7117,'-6'4'5820,"18"-8"1280,21-8-5473,0 2 0,0 1 0,68-9 0,-53 11-1021,616-73 2470,-126 73-2466,-117 14-695,-421-7 84,4 0-513,14-7-1717,-17 6 1986,0 0 0,1 0 0,-1 0 1,0 0-1,0 0 0,1 0 0,-1 0 0,0 0 0,0 0 1,0 0-1,0-1 0,-1 1 0,1 0 0,0-1 0,-1 1 1,1-1-1,0 1 0,-1 0 0,0-1 0,1 0 0,-1 1 1,0-1-1,0-2 0,-1-42-5701,0 34 2059,-2-9-5426</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2:56.197"/>
    </inkml:context>
    <inkml:brush xml:id="br0">
      <inkml:brushProperty name="width" value="0.035" units="cm"/>
      <inkml:brushProperty name="height" value="0.035" units="cm"/>
    </inkml:brush>
  </inkml:definitions>
  <inkml:trace contextRef="#ctx0" brushRef="#br0">15 169 8345,'-14'10'5183,"23"-10"3622,1-2-6847,3 0-3720,303-23 7771,190-13-3503,240 25-1429,-709 13-1066,265 4 492,-215 6-371,-39-7-132,-40-3 0,33 4 0,-17-1 0,-1-2-105,-22-1 23,0 0-1,0 0 0,0 0 1,0 0-1,0 0 0,0-1 0,0 1 1,0 0-1,-1-1 0,1 1 1,0 0-1,0-1 0,0 0 1,0 1-1,-1-1 0,1 1 1,0-1-1,0 0 0,-1 1 1,1-1-1,-1 0 0,1 0 0,-1 0 1,1 1-1,-1-1 0,1-1 1,-1 0-152,0 1-1,0-1 1,0 0 0,0 1 0,0-1 0,-1 1 0,1-1-1,0 1 1,-1-1 0,0 1 0,1-1 0,-1 1 0,0 0 0,-1-3-1,-5-5-2712,0 0-1,0 1 0,-16-14 1,-19-14-9196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3:02.078"/>
    </inkml:context>
    <inkml:brush xml:id="br0">
      <inkml:brushProperty name="width" value="0.035" units="cm"/>
      <inkml:brushProperty name="height" value="0.035" units="cm"/>
    </inkml:brush>
  </inkml:definitions>
  <inkml:trace contextRef="#ctx0" brushRef="#br0">684 148 4952,'-1'13'855,"4"-13"-6,9-20 11713,-14 18-12450,-2-3 41,0 1 0,-1 0 0,1 0 0,-1 0 0,0 1 0,-11-7 0,8 6-231,5 2 376,0 1-273,-1 0 1,1 1 0,0-2 0,0 1 0,0 0-1,-5-3 1,3 1-8,2 2 8,-15-6 18,6 4-18,7 2-7,0 0 0,1-1 0,-1 0 0,0 0 0,-5-3 0,7 3 22,-1 2-10,-1-1 1,1 0-1,-1 0 0,1 0 1,-9-4-1,13 5-24,-3-1 37,0 1-31,0 0 0,0 0 0,1-1 0,-1 1 0,0-1 0,0 1 0,1-1 0,-5-1 0,3 0 14,2 2 63,-2-1-60,-28-8 7,29 8-22,0 0 12,-11-2 9,1 1 0,0 0 0,-24 0 1,33 2-1,-11 1-15,9 1-18,-12-2 0,15 0 23,-15 7-9,-25 13-69,30-13 86,10-6-7,0 0-27,-1-1-1,1 1 1,0 0-1,0 0 1,0 0-1,-1 0 1,1 0-1,1 1 1,-1-1-1,0 1 1,0 0-1,-4 3 1,-10 7-55,15-11 89,-1 2-17,-6 5 11,2-2-36,1 0 0,0 0-1,1 1 1,-1 0-1,-4 7 1,10-13 10,-1 0 1,1 0-1,-1 0 0,0-1 1,1 1-1,-1 0 0,0 0 1,0 0-1,1-1 0,-1 1 1,0-1-1,0 1 0,0-1 1,0 1-1,0-1 1,0 1-1,-2 0 0,2-1-3,0 0 0,0 1-1,-1-1 1,1 1 0,0 0-1,0-1 1,0 1 0,0 0-1,0 0 1,0 0 0,0-1 0,0 1-1,0 0 1,0 0 0,-1 2-1,-5 9 12,0-1 0,-1 0 0,-12 14 0,18-22-9,0-1 1,0 1-1,1 0 0,-1 0 0,1 1 0,-1-1 0,1 0 0,-1 7 1,-5 10 31,5-14-29,0 0 0,0 0-1,0 0 1,1 0 0,0 0-1,1 0 1,-1 0-1,1 0 1,1 10 0,-2 12-58,1-24 39,0 0 13,2 10-59,6 59 44,-7-69 26,-1 0 0,1 0 0,0 0 0,0 0 0,1 0 0,-1-1 0,1 1 0,0 0 0,0-1 1,3 5-1,5 10 6,-6-8-13,1 1-1,1-2 1,0 1 0,14 17-1,-7-10 12,-7-11-23,-1-1 0,0 1 0,1-1 1,0-1-1,0 1 0,1-1 1,9 6-1,-7-5-2,-2-2-10,0 0 0,0 0 0,0 0 0,0-1 0,0 0-1,14 2 1,3 1-25,-21-4-25,2-1 44,-3 0 32,47 0-202,53-7 0,-81 4 92,36-11 0,-19 6 109,-30 8-18,-1-2-1,1 1 0,-1-1 0,0 0 0,1-1 0,10-5 0,66-28-58,-28 3 111,-43 27-82,-1 1 0,20-15 0,2 0 42,-25 14 4,1 1 0,-1-2 0,13-11 1,-12 9-2,-3 2 74,-7 5-75,1 0 0,-1 1 0,1-1 0,0 0 0,-1 1 0,1-1 0,0 1 0,0-1 0,0 1 0,0-1 0,0 1 0,0 0 0,3-3 0,4-6-2,4-6 16,1-1 0,1 2 0,17-16 1,-29 30 40,14-25 156,-14 24 734,-2-3-822,-3-32 90,2 33-47,1 1-134,-3-32 93,3 31 2,-1 0-95,-2-31 99,3 32 307,0-1-408,-3-34 28,3 34 42,-3 2-88,0 0 0,1 0 0,0 0 0,0 0 0,-1-1-1,1 1 1,0-1 0,-1-3 0,2 5 7,-6-7 63,1 0 1,-2 0 0,1 1 0,-1 0 0,0 0 0,0 1 0,-1 0 0,0 1 0,0 0 0,-14-6 0,-5 1-19,0 1-1,-38-6 1,43 10-29,-93-11 27,70 11-97,19 3-109,-28 2 0,23 1-361,14 0-273,0 1-1,1 1 0,0 0 1,0 2-1,-22 7 1,12-3-1112,-21 7-3697,-1 6-3356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7.268"/>
    </inkml:context>
    <inkml:brush xml:id="br0">
      <inkml:brushProperty name="width" value="0.035" units="cm"/>
      <inkml:brushProperty name="height" value="0.035" units="cm"/>
    </inkml:brush>
  </inkml:definitions>
  <inkml:trace contextRef="#ctx0" brushRef="#br0">420 14 6065,'40'-10'9990,"-23"6"-5027,-19 7-4649,-103 153 857,47-66-997,-69 89 93,44-64-88,13-33 56,54-58-233,15-19-24,1 0-4,-4 4-959,0-8 57,0-19-832,1-30-1926,4 13-1335,2 0-2927</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7.549"/>
    </inkml:context>
    <inkml:brush xml:id="br0">
      <inkml:brushProperty name="width" value="0.035" units="cm"/>
      <inkml:brushProperty name="height" value="0.035" units="cm"/>
    </inkml:brush>
  </inkml:definitions>
  <inkml:trace contextRef="#ctx0" brushRef="#br0">1 1 7477,'13'21'12274,"15"5"-9007,-8-10-831,37 27-256,-37-29-1319,27 24 0,-4 1-65,-19-18-571,0 1-1,-1 1 1,-2 0 0,26 38 0,-19-20-1202,0-1-3160,-23-32 1170,-1 0 0,0 0 0,4 13 0,-1 0-8343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8.003"/>
    </inkml:context>
    <inkml:brush xml:id="br0">
      <inkml:brushProperty name="width" value="0.035" units="cm"/>
      <inkml:brushProperty name="height" value="0.035" units="cm"/>
    </inkml:brush>
  </inkml:definitions>
  <inkml:trace contextRef="#ctx0" brushRef="#br0">38 25 15753,'-26'-21'2345,"21"17"1535,5 8-2383,4 39 20,-3 1 0,-8 79 0,2-58-1297,5-50-763,1 0-1,1 0 1,0-1 0,7 28 0,1 4-3526,-10-41 353</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8.298"/>
    </inkml:context>
    <inkml:brush xml:id="br0">
      <inkml:brushProperty name="width" value="0.035" units="cm"/>
      <inkml:brushProperty name="height" value="0.035" units="cm"/>
    </inkml:brush>
  </inkml:definitions>
  <inkml:trace contextRef="#ctx0" brushRef="#br0">57 25 14409,'-47'-20'2875,"38"16"2174,82 11 3980,35 7-7758,-64-7-1137,-18-4-134,312 53 0,-249-40-3225,-89-16 3094,0 0 0,0 0 0,1 0-1,-1 0 1,0 0 0,0 0 0,0-1 0,0 1 0,1 0-1,-1 0 1,0 0 0,0 0 0,0-1 0,0 1-1,0 0 1,0 0 0,1 0 0,-1-1 0,0 1 0,0 0-1,0 0 1,0 0 0,0-1 0,0 1 0,0 0 0,0 0-1,0 0 1,0-1 0,0 1 0,0 0 0,0 0 0,0-1-1,0 1 1,0 0 0,0 0 0,-1 0 0,1-1 0,0 1-1,0 0 1,0 0 0,0-1 0,-4-10-1686,-4-8-5904,-1 10-3790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8.626"/>
    </inkml:context>
    <inkml:brush xml:id="br0">
      <inkml:brushProperty name="width" value="0.035" units="cm"/>
      <inkml:brushProperty name="height" value="0.035" units="cm"/>
    </inkml:brush>
  </inkml:definitions>
  <inkml:trace contextRef="#ctx0" brushRef="#br0">151 1 12501,'0'0'7590,"-1"3"-6892,-45 147 1359,16-43-1774,14-47-104,3 1 0,-8 76 0,-2 15-4081,22-146 1044</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8.954"/>
    </inkml:context>
    <inkml:brush xml:id="br0">
      <inkml:brushProperty name="width" value="0.035" units="cm"/>
      <inkml:brushProperty name="height" value="0.035" units="cm"/>
    </inkml:brush>
  </inkml:definitions>
  <inkml:trace contextRef="#ctx0" brushRef="#br0">486 0 14321,'-94'108'5812,"78"-88"-5268,1 1 0,0 0 0,2 1 0,0 0 1,-12 31-1,-10 17 248,-165 311-248,199-379-691,1 0 0,-1-1 1,0 1-1,1 0 0,-1-1 0,0 1 0,0-1 0,0 1 0,0-1 0,-1 0 0,1 1 0,0-1 0,0 0 1,-1 0-1,1 0 0,-1 0 0,1 0 0,-1 0 0,0 0 0,1-1 0,-1 1 0,-3 1 0,3-3-365,1 1 0,-1-1 0,0 1 0,1-1 0,-1 1 0,0-1 0,1 0 0,-1 0 0,1 0 0,-1 0 0,1 0 0,0 0 0,-1 0 0,1-1 0,0 1 0,0 0 0,0-1 0,-2-1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9.157"/>
    </inkml:context>
    <inkml:brush xml:id="br0">
      <inkml:brushProperty name="width" value="0.035" units="cm"/>
      <inkml:brushProperty name="height" value="0.035" units="cm"/>
    </inkml:brush>
  </inkml:definitions>
  <inkml:trace contextRef="#ctx0" brushRef="#br0">1 36 18314,'2'-29'2455,"-1"23"-171,5 21 1476,9 9-2517,-13-22-908,36 49 993,59 58 0,28 37 392,-8 3-4404,-85-109 1475,-14-8-12861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29.673"/>
    </inkml:context>
    <inkml:brush xml:id="br0">
      <inkml:brushProperty name="width" value="0.035" units="cm"/>
      <inkml:brushProperty name="height" value="0.035" units="cm"/>
    </inkml:brush>
  </inkml:definitions>
  <inkml:trace contextRef="#ctx0" brushRef="#br0">0 45 5661,'4'6'520,"3"5"3251,7-21-973,-9 7-2388,-1 1 0,1 0 0,0 0 0,0 0 0,0 1 0,0-1 1,0 1-1,6 0 0,26-8 1677,-15 2-1092,0 2-1,0 0 1,0 1-1,1 1 0,-1 2 1,1 0-1,0 1 0,33 5 1,-54-5-969,-1 0 0,1 0 1,0 0-1,0 1 0,-1-1 0,1 1 1,0-1-1,-1 1 0,1-1 0,-1 1 1,1 0-1,0 0 0,-1 0 0,0 0 1,1 0-1,-1 0 0,0 1 0,1-1 1,-1 0-1,0 1 0,0-1 0,0 1 1,0-1-1,-1 1 0,1-1 0,0 1 1,0 0-1,-1-1 0,1 1 0,-1 0 1,1 2-1,-1 3-144,-1 1-1,1-1 1,-1 0 0,-1 1 0,0-1-1,-2 9 1,0-3-105,-6 22-303,-2-1 1,-1 0-1,-2 0 0,-1-1 1,-21 31-1,14-25 347,21-36 407,3 0-66,0-1 0,0 0 0,0 0 0,0 1 0,0-1 0,0 0 0,1 0 0,-1-1 0,1 1 0,-1 0 0,1 0 0,3 2 0,1-3 7,0 0 1,1 0 0,-1 0-1,0-1 1,0 0 0,1-1-1,-1 1 1,0-1-1,10-3 1,4 1 69,313-60 879,-328 62-1368,-1 0-1,0 0 1,1 0 0,-1-1 0,0 0 0,7-4 0,-9 5 56,-1 0 1,0-1-1,0 1 1,1 0-1,-1-1 1,0 1-1,0-1 1,-1 1-1,1-1 0,0 0 1,0 1-1,-1-1 1,1 0-1,-1 1 1,1-1-1,-1 0 1,0 0-1,0-3 1,0 3-437,1 0 1,-1 1-1,0-1 0,0 0 1,-1 0-1,1 0 0,0 0 1,0 1-1,-1-1 0,1 0 1,-2-2-1,0 1-1019,0 1 0,0 0 0,0-1 0,-1 1 0,1 0 0,0 0 0,-3-1 1,4 3 1486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30.303"/>
    </inkml:context>
    <inkml:brush xml:id="br0">
      <inkml:brushProperty name="width" value="0.035" units="cm"/>
      <inkml:brushProperty name="height" value="0.035" units="cm"/>
    </inkml:brush>
  </inkml:definitions>
  <inkml:trace contextRef="#ctx0" brushRef="#br0">70 12 6345,'-15'2'3683,"-12"10"6776,25-12-10305,1-1 1,-1 1-1,1 0 0,-1-1 0,1 0 0,0 1 0,-1-1 1,1 0-1,0 0 0,-2-2 0,-8-2 3570,57 1-1654,58 2-1,-9 1-539,633-4-655,0 32-559,-502-16-316,276 9 0,-253-12 28,209 1-199,-415-12-1582,76-14 1,-115 17 1312,1-1-1,-1-1 1,0 1 0,1-1 0,-1 1 0,0-1 0,0 0-1,0-1 1,0 1 0,7-7 0,-9 8 69,-16-12-8280,-4-1-3620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30.772"/>
    </inkml:context>
    <inkml:brush xml:id="br0">
      <inkml:brushProperty name="width" value="0.035" units="cm"/>
      <inkml:brushProperty name="height" value="0.035" units="cm"/>
    </inkml:brush>
  </inkml:definitions>
  <inkml:trace contextRef="#ctx0" brushRef="#br0">26 78 9965,'-2'0'204,"0"0"1,0 1 0,1-1-1,-1 0 1,0 0-1,0 0 1,1 0-1,-1 0 1,0 0-1,0-1 1,1 1 0,-4-2-1,5 2-34,1-1 0,-1 0 0,0 0-1,1 0 1,-1 0 0,1 0 0,0 1 0,-1-1 0,1 0-1,-1 1 1,1-1 0,0 0 0,0 1 0,-1-1-1,1 1 1,0-1 0,0 1 0,0-1 0,0 1 0,-1 0-1,3-1 1,0-1 3263,-3 1-3149,1-1-1,0 1 1,1 0-1,-1-1 1,0 1 0,0 0-1,0 0 1,1 0-1,-1 0 1,1 0-1,-1 0 1,1 0 0,-1 1-1,1-1 1,2 0-1,28-6 1082,-25 5-950,41-5 1203,62-12 1626,-91 15-2949,0 2 1,0 1-1,27 0 0,-30 2-607,-16-1 256,0 1 0,0 0 0,1 0 1,-1 0-1,0-1 0,0 1 0,0 0 0,0 0 0,0 0 1,0 0-1,-1-1 0,1 1 0,0 0 0,0 0 0,-1-1 1,1 1-1,0 0 0,-1 0 0,1-1 0,-1 2 0,1-2-40,-13 31-980,-1 0 1,-1-1-1,-2-1 0,-1-1 0,-39 47 1,19-26 2476,38-48-1363,-1-1 0,1 0 0,0 0 0,-1 1 0,1-1 0,0 0 0,-1 1 0,1-1 1,0 1-1,0-1 0,-1 0 0,1 1 0,0-1 0,0 1 0,0-1 0,0 1 0,0-1 0,-1 0 0,1 1 0,0-1 0,0 1 0,0-1 0,0 1 0,0-1 0,0 1 1,0-1-1,0 1 0,1-1 0,-1 1 0,13 7 1168,36-1 802,-36-6-1670,125 8 939,206-14 0,-179 1-1277,-159 4 16,-6 0-24,1 0 0,0 0 0,-1 0 0,1 0 0,0 1 0,0-1 0,-1 0 1,1 0-1,0-1 0,-1 1 0,1 0 0,0 0 0,0 0 0,-1 0 0,1-1 0,0 1 0,-1 0 0,1-1 0,-1 1 0,1 0 0,0-1 0,-1 1 0,1-1 0,-1 1 0,1-1 0,-1 1 0,1-1 0,-1 1 0,0-1 1,1 0-1,-1 1 0,1-1 0,-1 1 0,0-1 0,0 0 0,1 1 0,-1-1 0,0 0 0,0 0 0,0 1 0,0-1 0,0 0 0,0 1 0,0-1 0,0 0 0,0 0 0,0 1 0,0-1 0,-1 0 0,1 1 1,0-2-1,-1-2-295,0 1 0,1-1 0,-1 0 0,-1 1 0,1-1 1,0 1-1,-1-1 0,0 1 0,0 0 0,0-1 0,0 1 0,-3-3 1,1 3-627,0-1 0,0 2 0,0-1 0,0 0 0,-1 1 0,1-1 0,-1 1 0,1 1 0,-1-1 0,0 1 0,-5-2 0,-62-13-13372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14.356"/>
    </inkml:context>
    <inkml:brush xml:id="br0">
      <inkml:brushProperty name="width" value="0.035" units="cm"/>
      <inkml:brushProperty name="height" value="0.035" units="cm"/>
    </inkml:brush>
  </inkml:definitions>
  <inkml:trace contextRef="#ctx0" brushRef="#br0">561 39 5112,'-29'3'964,"23"-2"375,-11 3-444,-57 30 965,57-27-1062,0 1 0,-27 17 0,38-21-585,3-2 1377,-20 0-350,19-1-941,0 0 1,0-1-1,0 0 1,-1 0-1,1 0 0,0 0 1,-4-1-1,-13-2 43,1 1-1,0 1 1,-1 1-1,1 1 1,-1 1 0,1 1-1,-35 8 1,32-4 372,-39 16 0,58-22-187,9 0-236,43 1 328,0-2 0,1-3-1,62-10 1,-46 5-141,241-32 926,296-27-272,544 77-365,-666 31-623,-86-27 2017,-390-14-1975,-21 8-1610,14-7 1241,0 0-1,0 0 1,0 0 0,0 0-1,0-1 1,0 1 0,0-1-1,0 0 1,0 0 0,0 0-1,0 0 1,0-1 0,1 1-1,-1-1 1,-5-1 0,-3-2-798,0-1 0,-17-9 0,5 3-163,-39-21-2857,0 0-3258,20 12-1781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59.307"/>
    </inkml:context>
    <inkml:brush xml:id="br0">
      <inkml:brushProperty name="width" value="0.035" units="cm"/>
      <inkml:brushProperty name="height" value="0.035" units="cm"/>
    </inkml:brush>
  </inkml:definitions>
  <inkml:trace contextRef="#ctx0" brushRef="#br0">294 71 6177,'26'-29'1232,"-21"23"2131,-1 5-2321,13-6 1329,36-20 4039,-49 44-5689,-3-13-681,-1-1 1,1 0-1,-1 1 0,0-1 1,0 0-1,0 0 1,0 1-1,-1-1 0,1 0 1,-1 1-1,0-1 1,-1 4-1,-19 38 152,10-25-100,-56 132 367,-45 95-89,91-203-332,-22 43 40,-32 92 0,73-173-208,0 1 1,-1-1-1,0 0 0,0 0 0,-1 0 1,1 0-1,-7 7 0,10-13 111,0 0-1,0 0 1,-1 0-1,1-1 1,0 1-1,0 0 1,0 0-1,0 0 1,0 0-1,0 0 1,0 0-1,0 0 1,0 0-1,0 0 1,0-1-1,0 1 1,0 0-1,0 0 1,0 0-1,0 0 1,0 0-1,0 0 1,0 0-1,-1 0 1,1 0-1,0 0 1,0 0-1,0 0 1,0 0-1,0 0 1,0 0-1,0 0 1,0 0-1,0 0 1,-1 0-1,1 0 1,0 0-1,0 0 1,0 0-1,0 0 1,0 0-1,0 0 1,0 0-1,0 0 1,0 0-1,-1 0 1,1 0-1,0 0 1,0 0-1,0 0 1,0 0-1,0 0 1,0 0-1,0 0 1,0 0-1,0 0 1,0 0-1,0 0 1,0 1-1,-1-1 1,-2-9-1041,0 1 0,1 0 1,0-1-1,0 0 0,1 1 1,0-1-1,0 0 0,1-9 1,3-42-7341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59.594"/>
    </inkml:context>
    <inkml:brush xml:id="br0">
      <inkml:brushProperty name="width" value="0.035" units="cm"/>
      <inkml:brushProperty name="height" value="0.035" units="cm"/>
    </inkml:brush>
  </inkml:definitions>
  <inkml:trace contextRef="#ctx0" brushRef="#br0">0 0 5721,'0'0'4924,"3"1"-3664,78 12 6291,-67-11-7040,0 1 1,-1 1-1,1 0 0,-1 1 1,0 1-1,-1 0 0,23 14 1,-14-6-188,-1 2-1,0 0 1,23 26 0,32 41 87,91 133 0,-80-68-3727,-83-141 2920,0-1-748,0 0 0,0 0 0,-1 1 0,1-1 0,-2 1 0,3 10 0,-3-9-302,6 31-8068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4:59.951"/>
    </inkml:context>
    <inkml:brush xml:id="br0">
      <inkml:brushProperty name="width" value="0.035" units="cm"/>
      <inkml:brushProperty name="height" value="0.035" units="cm"/>
    </inkml:brush>
  </inkml:definitions>
  <inkml:trace contextRef="#ctx0" brushRef="#br0">1 24 10117,'1'-2'583,"12"-14"768,-9 10 2609,-1 48-2110,-4 70-1,-1 3-1040,1-35-375,-1-57-588,1 1 0,2 0-1,0-1 1,5 25 0,6-21-864,-4-11-1410,-5-4-3060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0.183"/>
    </inkml:context>
    <inkml:brush xml:id="br0">
      <inkml:brushProperty name="width" value="0.035" units="cm"/>
      <inkml:brushProperty name="height" value="0.035" units="cm"/>
    </inkml:brush>
  </inkml:definitions>
  <inkml:trace contextRef="#ctx0" brushRef="#br0">0 193 16418,'104'-45'4615,"-42"17"-597,71-21 0,-73 30-3283,1 3 1,1 2 0,79-7 0,-95 21-3734,-43 0 1769,-6 3-310,-59 45-10040,23-22-104</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0.603"/>
    </inkml:context>
    <inkml:brush xml:id="br0">
      <inkml:brushProperty name="width" value="0.035" units="cm"/>
      <inkml:brushProperty name="height" value="0.035" units="cm"/>
    </inkml:brush>
  </inkml:definitions>
  <inkml:trace contextRef="#ctx0" brushRef="#br0">22 1 9213,'-21'5'2050,"21"-4"-1903,0 0 0,0-1 1,0 1-1,0 0 0,0-1 0,0 1 1,0 0-1,0-1 0,0 1 0,1 0 0,-1-1 1,0 1-1,0 0 0,1-1 0,-1 1 1,0-1-1,1 1 0,-1-1 0,1 1 0,-1-1 1,0 1-1,1-1 0,0 1 0,0 0 97,2 5 203,0 0 1,-1 1-1,1-1 0,-1 1 1,0 0-1,-1 0 1,1 0-1,-2 0 0,1 0 1,-1 0-1,0 11 0,2 20 499,32 224 613,-31-242-2462,-1 0 1,-1 22-1,-6 9-6736,1-19-1943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0.916"/>
    </inkml:context>
    <inkml:brush xml:id="br0">
      <inkml:brushProperty name="width" value="0.035" units="cm"/>
      <inkml:brushProperty name="height" value="0.035" units="cm"/>
    </inkml:brush>
  </inkml:definitions>
  <inkml:trace contextRef="#ctx0" brushRef="#br0">523 1 14765,'-12'9'626,"1"1"0,0 0 0,0 0 0,1 1-1,1 1 1,0 0 0,-14 24 0,1 7 154,-18 49 0,16-34-349,-62 147 260,-88 185-3173,160-365 950,-18 26 1,8-20-5706,14-20 549</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1.151"/>
    </inkml:context>
    <inkml:brush xml:id="br0">
      <inkml:brushProperty name="width" value="0.035" units="cm"/>
      <inkml:brushProperty name="height" value="0.035" units="cm"/>
    </inkml:brush>
  </inkml:definitions>
  <inkml:trace contextRef="#ctx0" brushRef="#br0">1 1 15669,'0'0'7082,"3"0"-5118,32 10-633,0 1 0,0 2 0,42 23 0,-59-28-1033,31 18 312,51 35 1,-88-54-555,9 8-50,-1 1 1,-1 0-1,0 2 0,-1 0 0,18 23 1,32 54-2984,-62-82 1495,0-1-1,0 1 0,-1-1 1,-1 2-1,0-1 0,3 20 0,-3-13-1894,2 9-8558</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2.124"/>
    </inkml:context>
    <inkml:brush xml:id="br0">
      <inkml:brushProperty name="width" value="0.035" units="cm"/>
      <inkml:brushProperty name="height" value="0.035" units="cm"/>
    </inkml:brush>
  </inkml:definitions>
  <inkml:trace contextRef="#ctx0" brushRef="#br0">0 112 9669,'8'-10'606,"-7"8"-392,1-1 0,0 0 0,0 1 0,0 0 0,0-1 0,0 1 1,1 0-1,-1 0 0,0 0 0,1 1 0,0-1 0,-1 0 0,1 1 1,0 0-1,0 0 0,0 0 0,0 0 0,6-1 0,11 1 1794,-12-2-155,-1-4-1359,-1 0 322,0 1 0,1 0 0,-1 0 0,1 0 0,0 1 0,14-7 0,-18 11-134,15-3 240,-1 1-595,-16 4-309,-1-1 0,1 1-1,-1-1 1,1 1 0,-1 0 0,1-1-1,-1 1 1,1-1 0,-1 1 0,0 0-1,1 0 1,-1-1 0,0 1 0,0 0-1,1-1 1,-1 1 0,0 0 0,0 0-1,0 0 1,0-1 0,0 1 0,0 1-1,0-1 29,0 7-13,0-1-1,0 1 1,-1-1 0,0 1-1,0-1 1,-1 1-1,0-1 1,0 0-1,-5 10 1,0 4-22,-2 6-39,0-1 11,1 0-1,2 1 1,0 0-1,-3 45 0,9-70 59,0 0-1,0 1 1,0-1-1,1 0 1,-1 0-1,1 0 0,-1 1 1,1-1-1,0 0 1,0 0-1,0 0 1,0 0-1,0 0 0,0 0 1,0 0-1,1-1 1,-1 1-1,1 0 1,-1-1-1,1 1 0,0-1 1,0 1-1,0-1 1,-1 0-1,1 0 1,0 0-1,1 0 0,-1 0 1,0 0-1,0-1 1,0 1-1,0-1 1,1 1-1,-1-1 0,0 0 1,5 0-1,7 0 120,1-1-1,-1 0 0,1-1 0,20-5 0,-19 4-114,212-46 303,-226 49-382,33-11-1697,-34 11 1576,1-1 0,-1 0 0,0 1 0,0-1 0,0 0 0,0 0 0,0 0 0,0 0 0,0 0 0,0 0 0,0 0 0,0 0 0,0-1 0,-1 1 0,1 0-1,-1 0 1,1-1 0,-1 1 0,1 0 0,-1-1 0,0 1 0,1-3 0,-1 4 25,0-1-1,0 0 1,0 1-1,0-1 1,0 0-1,0 1 1,0-1-1,0 1 1,0-1-1,0 0 1,0 1-1,0-1 1,-1 1-1,1-1 0,0 1 1,0-1-1,-1 0 1,1 1-1,0-1 1,-1 1-1,1 0 1,0-1-1,-1 1 1,1-1-1,-1 1 1,1-1-1,-1 1 1,0-1-1,-20-2-6383,-15 0-4573</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2.565"/>
    </inkml:context>
    <inkml:brush xml:id="br0">
      <inkml:brushProperty name="width" value="0.035" units="cm"/>
      <inkml:brushProperty name="height" value="0.035" units="cm"/>
    </inkml:brush>
  </inkml:definitions>
  <inkml:trace contextRef="#ctx0" brushRef="#br0">42 56 13353,'-41'-23'2792,"56"25"3276,24-6-2785,-10 1-1449,164-16 3272,-166 15-5010,0 1 0,46 1 1,-55 2-102,-12 1-369,0-1-1,0 1 1,0-1-1,0 2 1,6 1-1,-4-1-3792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2.897"/>
    </inkml:context>
    <inkml:brush xml:id="br0">
      <inkml:brushProperty name="width" value="0.035" units="cm"/>
      <inkml:brushProperty name="height" value="0.035" units="cm"/>
    </inkml:brush>
  </inkml:definitions>
  <inkml:trace contextRef="#ctx0" brushRef="#br0">186 22 15745,'7'-21'7673,"-21"52"-6957,0 22-32,-3 3-260,-1 3-44,1 8-316,-1 3-452,4 0-164,0 0-632,-3-7-560,-1-7-732,1-10-3285,3-8-4836</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3.040"/>
    </inkml:context>
    <inkml:brush xml:id="br0">
      <inkml:brushProperty name="width" value="0.035" units="cm"/>
      <inkml:brushProperty name="height" value="0.035" units="cm"/>
    </inkml:brush>
  </inkml:definitions>
  <inkml:trace contextRef="#ctx0" brushRef="#br0">57 0 13777,'-56'22'3989,"63"-5"-5778,0 1 25,7-25-2328,0 3-3045</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3.199"/>
    </inkml:context>
    <inkml:brush xml:id="br0">
      <inkml:brushProperty name="width" value="0.035" units="cm"/>
      <inkml:brushProperty name="height" value="0.035" units="cm"/>
    </inkml:brush>
  </inkml:definitions>
  <inkml:trace contextRef="#ctx0" brushRef="#br0">77 0 12061,'-77'18'3576</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3.543"/>
    </inkml:context>
    <inkml:brush xml:id="br0">
      <inkml:brushProperty name="width" value="0.035" units="cm"/>
      <inkml:brushProperty name="height" value="0.035" units="cm"/>
    </inkml:brush>
  </inkml:definitions>
  <inkml:trace contextRef="#ctx0" brushRef="#br0">587 0 9781,'0'0'8202,"-3"3"-7238,-13 8-568,0 2 0,1 0 0,1 1 0,0 0 0,-12 17 1,-57 88 135,53-73-261,29-46-268,-63 94 358,-76 151 0,21-5-735,108-218-1051,-9 31 1,6-15-6240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3.753"/>
    </inkml:context>
    <inkml:brush xml:id="br0">
      <inkml:brushProperty name="width" value="0.035" units="cm"/>
      <inkml:brushProperty name="height" value="0.035" units="cm"/>
    </inkml:brush>
  </inkml:definitions>
  <inkml:trace contextRef="#ctx0" brushRef="#br0">0 18 18054,'11'-18'6202,"-8"21"-4669,16 13-454,58 43 903,-31-25-1188,60 58 0,-67-57-559,96 102-809,-110-107-1488,27 41 1,-46-61 313,-1 0 1,7 19 0,-4-10-4130,2 0-5996</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4.097"/>
    </inkml:context>
    <inkml:brush xml:id="br0">
      <inkml:brushProperty name="width" value="0.035" units="cm"/>
      <inkml:brushProperty name="height" value="0.035" units="cm"/>
    </inkml:brush>
  </inkml:definitions>
  <inkml:trace contextRef="#ctx0" brushRef="#br0">22 95 13441,'-1'0'105,"0"0"0,0 0 0,1 0-1,-1 0 1,0 1 0,1-1 0,-1 0-1,0-1 1,0 1 0,1 0 0,-1 0-1,0 0 1,1 0 0,-1 0 0,0-1-1,1 1 1,-1 0 0,0-1 0,1 1-1,-1 0 1,1-1 0,-1 1 0,1-1-1,-1 1 1,0-1 0,1 1 0,0-1-1,-1 0 1,1 1 0,-1-1 0,1 1-1,0-1 1,-1 0 0,1 1 0,0-1 0,0 0-1,0 1 1,-1-1 0,1 0 0,0 0-1,0 1 1,0-1 0,0-1 0,1 0 199,0 0 0,-1 0 1,1 0-1,0 0 1,0 0-1,0 0 1,1 0-1,-1 0 1,0 0-1,1 0 1,-1 1-1,1-1 0,0 1 1,3-3-1,2-1 470,0 1 0,1-1 0,0 2 0,-1-1 0,10-2 0,4 0 114,43-7 0,-60 12-882,35 8-3035,-36-7 1715,-5 5-2772,1-3 3600,0 0 1,0 1-1,0-1 1,0 0-1,-1 0 0,1 0 1,-1 0-1,1 0 1,-1 0-1,0-1 1,1 1-1,-1 0 1,0-1-1,0 0 1,-1 1-1,1-1 0,0 0 1,0 0-1,-1 0 1,1 0-1,0-1 1,-4 2-1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4.299"/>
    </inkml:context>
    <inkml:brush xml:id="br0">
      <inkml:brushProperty name="width" value="0.035" units="cm"/>
      <inkml:brushProperty name="height" value="0.035" units="cm"/>
    </inkml:brush>
  </inkml:definitions>
  <inkml:trace contextRef="#ctx0" brushRef="#br0">81 13 9601,'2'3'948,"-6"-6"910,-18-8 1656,19 10-3232,0 1 1,0-1-1,0 1 0,0 0 1,0 0-1,0 1 0,0-1 1,0 1-1,0-1 1,0 1-1,-3 1 0,-8 2-143,11-4 307,3 4 5,-1 4-175,1 0 0,1-1 0,-1 1 0,1-1 0,1 1 0,-1-1 0,1 1 1,1-1-1,-1 0 0,1 0 0,7 12 0,11 11 713,2-2-1,30 29 1,-12-13-225,-33-36-655,-2 0 0,1 1 1,-1 0-1,0 0 0,-1 0 1,5 13-1,-8-16-131,0-1 1,0 0-1,-1 0 0,0 1 1,0-1-1,0 1 1,-1-1-1,0 0 1,0 1-1,0-1 0,-1 1 1,0-1-1,-3 11 1,2-9-350,-1 1 0,0 0 0,-1-1 0,1 0 0,-1 0 0,-1 0 0,0 0 0,0-1 0,0 1 1,0-1-1,-1-1 0,0 1 0,-1-1 0,1 0 0,-1 0 0,-11 5 0,8-5-1951,-1-1-1,-23 6 1,-28 2-9272</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5.074"/>
    </inkml:context>
    <inkml:brush xml:id="br0">
      <inkml:brushProperty name="width" value="0.035" units="cm"/>
      <inkml:brushProperty name="height" value="0.035" units="cm"/>
    </inkml:brush>
  </inkml:definitions>
  <inkml:trace contextRef="#ctx0" brushRef="#br0">25 95 9053,'-8'3'563,"-9"1"10792,21-5-10748,16-1 146,0 2 1,24 1-1,14 1 567,597-27 3961,15 1-3608,683 62-1018,-475-5-655,-133-46 0,-693 11 0,734-54-53,-578 38-51,-197 17-469,0 0-1,0-1 0,0 0 1,0-1-1,11-4 1,-18 6-1687,-9 0-1426,-25-4-3842,-22-7-5183</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5.468"/>
    </inkml:context>
    <inkml:brush xml:id="br0">
      <inkml:brushProperty name="width" value="0.035" units="cm"/>
      <inkml:brushProperty name="height" value="0.035" units="cm"/>
    </inkml:brush>
  </inkml:definitions>
  <inkml:trace contextRef="#ctx0" brushRef="#br0">1 126 9841,'0'0'6897,"2"-2"-4758,-1-1-1815,2 0 0,-1 1 0,0-1 0,0 0 0,1 1 0,-1 0-1,1-1 1,0 1 0,0 0 0,0 1 0,0-1 0,0 0 0,0 1 0,0-1 0,0 1 0,7-1 0,282-56 6507,-96 29-7728,-192 28-976,-19 11-9570,12-9 9374,-17 9-9880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5.596"/>
    </inkml:context>
    <inkml:brush xml:id="br0">
      <inkml:brushProperty name="width" value="0.035" units="cm"/>
      <inkml:brushProperty name="height" value="0.035" units="cm"/>
    </inkml:brush>
  </inkml:definitions>
  <inkml:trace contextRef="#ctx0" brushRef="#br0">18 18 6761,'-17'-17'28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06.069"/>
    </inkml:context>
    <inkml:brush xml:id="br0">
      <inkml:brushProperty name="width" value="0.035" units="cm"/>
      <inkml:brushProperty name="height" value="0.035" units="cm"/>
    </inkml:brush>
  </inkml:definitions>
  <inkml:trace contextRef="#ctx0" brushRef="#br0">250 22 8797,'20'-18'1427,"-16"15"1549,-21 7-2609,-7 6-191,0 1 1,1 1-1,-39 28 0,18-17 3350,42-22-2658,0 2-57,1-2-692,0 0-1,0 0 1,0 1-1,0-1 1,0 1 0,0-1-1,0 0 1,1 1-1,-1-1 1,0 1-1,1 0 1,-1-1 0,1 1-1,0-1 1,0 1-1,-1 0 1,1-1 0,0 1-1,0 0 1,0-1-1,1 1 1,-1 0-1,0-1 1,1 1 0,-1-1-1,2 4 1,2 1 359,1 1 0,0-1 0,0 0 0,1 0-1,-1 0 1,9 5 0,8 9 291,-3-3-334,-16-15-395,0 0 0,-1-1 0,0 1 0,1 1 0,-1-1-1,0 0 1,0 1 0,0-1 0,-1 1 0,1-1 0,0 1-1,-1 0 1,0 0 0,1-1 0,-1 1 0,-1 0 0,1 0-1,0 4 1,3 23-317,-1 52 0,15-72 911,-14-8-527,1 0 1,-1 0 0,0-1 0,1 0 0,0 0 0,-1 0 0,1-1-1,-1 1 1,1-1 0,0 0 0,7-1 0,59-12 998,-39 7-662,9 2 84,0 1 0,45 4 0,-24 0-254,-39 2-274,-22-3 0,0 0 0,0 1 0,0 0 0,0-1 0,0 1 0,0 0 0,0-1 0,0 1 0,0 0 0,0 0 0,-1 0 0,1-1 0,0 1 0,0 0 0,-1 0 0,1 0 0,-1 0 0,1 1 0,-1-1 0,0 0 0,1 0 0,-1 0 0,0 0 0,0 0 0,1 0 0,-1 1 0,0-1 0,0 0 0,0 0 0,-1 0 0,1 0 0,0 1 0,0-1 0,-1 0 0,1 0 0,-1 1 0,-1 3 0,1 0 0,-2-1 0,1 1 0,0-1 0,-1 0 0,-6 8 0,-8 6-239,0-1 0,-1-1-1,-1 0 1,-22 13 0,-89 49-1687,124-75 1864,-14 8-694,-1 0 1,0-2-1,-1-1 1,0-1-1,-35 7 1,39-11-755,0-1-1,-34 0 1,38-3-179,1 0-1,0-1 1,0 0 0,-19-7-1,-5-7-7398</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1.734"/>
    </inkml:context>
    <inkml:brush xml:id="br0">
      <inkml:brushProperty name="width" value="0.035" units="cm"/>
      <inkml:brushProperty name="height" value="0.035" units="cm"/>
    </inkml:brush>
  </inkml:definitions>
  <inkml:trace contextRef="#ctx0" brushRef="#br0">2078 402 4992,'7'10'2016,"0"-20"-802,-7 9-1242,10-19 5191,-12 18-4951,-5-3 70,0 0 0,0-1 0,0 0 0,1-1 0,0 1 1,0-1-1,1 0 0,0-1 0,-6-10 0,9 14-159,0 0 0,0 0 0,-1 0 0,1 1 0,-1 0 0,0-1 0,-4-3 0,-4-5 98,8 10-182,1-1 0,-1 1 0,0-1 1,0 1-1,1 0 0,-2 0 0,1 1 0,0-1 0,0 0 1,-5-1-1,-39-9 28,15 3-33,21 6 5,0 0 0,-1 1 0,1 0 0,-1 0 0,1 1 0,-1 1 0,0 0 0,-14 2 0,-15 0-75,-17-1 145,-72 10 1,116-10-121,-12 2 35,0 1 0,0 0 0,0 2 0,1 1 0,0 1 0,-25 12 0,3 5 6,2 1-1,0 2 0,-59 50 1,58-38-27,2 2 0,-41 51 1,-64 103 136,111-138-97,-49 95-1,69-115-47,-148 313 170,29 13 32,114-293-162,-3 13 119,-27 140-1,30-66-50,-21 136 136,-5 132-29,14-89 79,-8 244 143,37-433-272,3 537 403,5-353-402,2 35 14,2 74-91,2 24-28,51 54 18,-19-198-43,-13-91 17,15 188 7,-28-268-36,10 406 90,-23-309 2,9 217 49,-6-417-146,32 306 41,-14-224-33,-9-65-18,6 114 0,-8 7 17,0 43-19,3 1 2,-4-105-7,-3-64-1,15 66 0,2 4-1,-12-68 11,2-1 0,28 73-1,-25-82-4,8 14-18,52 98 1,-56-122 1,-3-10-9,1 0 0,35 44 1,54 51-5,-21-41 1,-14-14 46,-51-50-30,1-1 1,1-1-1,44 28 0,87 36-35,-122-71-12,0-2 0,58 13 0,-55-16 10,4 0-24,-1-2 0,1-2-1,0-2 1,0-1 0,41-6-1,-40 3 79,-5-1 69,-1-2-1,49-14 1,-40 8-11,9-4 114,94-41 0,-108 41-171,191-92 109,2-6-71,-210 101-43,55-25 51,-31 15 82,65-41 1,167-144 222,-132 94-310,173-132 18,-243 185 222,-3-3 0,-2-3 1,-4-3-1,-2-3 0,-4-3 1,80-127-1,-76 99-229,126-214 99,-27-14-3,-125 242 65,48-170 1,-75 213-166,25-95 61,25-191 0,-1-305-135,2-10-82,-37 155 658,-29 371-62,-6 1-1,-27-130 0,-20-65-57,23-5-285,12-396 19,16 525 125,-8-1-1,-75-365 1,-39-94-155,37 170 35,35 197 123,1 5-102,37 172-137,-63-329-61,16 176-57,48 194 16,-41-137 40,-77-207-66,123 376 60,-1 1 0,-1 0 0,-2 1 0,-2 1 0,-1 1 0,-33-44 0,-148-155-54,185 214 54,-29-27 45,-1 3 0,-3 2-1,-100-63 1,16 35 21,74 38-136,-1-9 151,56 34-23,1 1-43,1 0 0,-1-1 0,1 1 0,-1 0 1,1 0-1,-1-1 0,0 1 0,0 0 0,0 0 0,1 0 0,-1 0 0,-2-1 0,0-2 5,-7-8 12,0 0 1,-1 1-1,0 0 1,-1 1 0,-23-17-1,-71-35 36,38 24 3,51 28-64,-116-66 137,106 63-110,-1 0 1,-58-16-1,-72-27 14,113 37-40,-91-23 0,-198-22-69,293 57 86,28 4-25,0 0 1,0 1 0,0 1-1,-1 0 1,-22 2 0,13 2-264,1 1 1,0 0 0,0 2-1,0 1 1,1 0-1,0 2 1,-26 14 0,-104 69-5582,50-33-3130,27-19-2873</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3.245"/>
    </inkml:context>
    <inkml:brush xml:id="br0">
      <inkml:brushProperty name="width" value="0.035" units="cm"/>
      <inkml:brushProperty name="height" value="0.035" units="cm"/>
    </inkml:brush>
  </inkml:definitions>
  <inkml:trace contextRef="#ctx0" brushRef="#br0">0 1524 11813,'88'-114'7328,"-51"62"-6502,-2-3 1,-3 0-1,40-95 1,-35 48-550,-5-2 1,34-191-1,-54 222-198,19-143-7,-28 183-124,-2 1 0,-1-1 1,-2 1-1,-8-52 0,8 77 40,0 0 0,0-1 0,-1 1 0,0 0 0,0 0 0,0 1 0,-1-1 0,0 1 0,-6-7 0,8 11 7,1 0 0,-1 1 0,0-1 0,0 1 0,0-1 0,0 1 0,0 0 0,0 0-1,0 0 1,0 0 0,0 0 0,0 1 0,-1-1 0,1 1 0,0-1 0,0 1-1,-1 0 1,1 0 0,0 0 0,-4 0 0,1 1 0,0 0 1,1-1-1,-1 2 0,1-1 1,-1 1-1,1-1 0,-8 5 1,8-3 0,-1 1-1,1-1 1,0 1 0,0 0 0,0 0-1,0 1 1,1-1 0,-1 1 0,1 0-1,-5 10 1,-1 5-1,-10 32-1,12-29 5,-11 33 3,3 1 0,2 0-1,3 0 1,-3 68 0,10-35 93,3 0 0,13 91-1,-10-147 1,2 0-1,1 1 0,18 51 0,-20-75-45,0 0-1,1 0 1,1 0-1,0-1 1,0 0-1,1 0 1,0 0 0,1-1-1,0 0 1,0-1-1,1 1 1,0-2 0,20 14-1,-21-16-16,0 0-1,1 0 1,0-1-1,0 0 1,0-1-1,0 0 1,1 0-1,-1-1 1,1 0-1,18 1 1,-15-3-44,0-1 0,0 0 1,0-1-1,-1 0 0,1-1 0,-1 0 1,1-1-1,-1 0 0,0-1 0,13-8 1,-10 5-123,-1-1 0,0 0 1,0-2-1,-1 1 1,15-16-1,-22 19-93,0-1 1,-1 1-1,0-1 1,-1 0-1,0 0 0,0 0 1,0-1-1,-1 1 0,-1-1 1,1 0-1,1-14 1,-2 9-148,0 8 206,-1 1 1,0-1-1,0 0 0,-1 0 0,1 0 0,-1 0 0,-1-1 0,1 1 0,-1 0 1,0 1-1,0-1 0,-3-8 0,-3 0-178,6 11 303,3 5 430,5 8-145,1-1 0,1-1 0,0 1-1,0-1 1,0-1 0,1 1 0,0-2 0,12 7 0,-3-4 134,0-1-1,1 0 1,0-1 0,22 4 0,19 0 731,1-3 1,69 0 0,-103-7-695,131 6 1607,-153-7-1858,-10-3-341,-9-3-174,0 0 0,0 0 0,-1 1 0,0 1 0,-24-5 0,-78-4-2059,25 4 165,-71-10-1820,-20-4-4140,128 13 2110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3.636"/>
    </inkml:context>
    <inkml:brush xml:id="br0">
      <inkml:brushProperty name="width" value="0.035" units="cm"/>
      <inkml:brushProperty name="height" value="0.035" units="cm"/>
    </inkml:brush>
  </inkml:definitions>
  <inkml:trace contextRef="#ctx0" brushRef="#br0">263 1 8345,'-12'5'361,"-1"0"0,2 2 0,-1-1 0,1 2 0,0-1 1,0 2-1,1-1 0,0 2 0,0-1 0,1 1 0,-8 11 0,0 4 8,-45 67 217,54-78-286,1 0 0,0 0 0,1 0 0,-9 30 0,14-38-36,0 0-1,0 0 0,1-1 0,-1 1 1,1 0-1,1 0 0,-1 0 0,2 7 1,-1-11-165,-1 0 0,1 1 0,0-1 0,-1 0 1,1 0-1,0 0 0,1 0 0,-1 0 0,0 0 1,0 0-1,1 0 0,-1-1 0,1 1 0,0 0 0,-1-1 1,1 0-1,0 1 0,0-1 0,0 0 0,0 0 1,0 0-1,0 0 0,5 1 0,2-1 116,0 0 0,0-1-1,0 0 1,0-1 0,0 0 0,0-1 0,0 0-1,0 0 1,16-7 0,-6 3 245,20-5 348,0-3-1,-1-1 0,0-2 1,-1-1-1,-2-2 0,44-32 1,-74 49-736,-1-1 0,0 0 0,1 0 0,-1 0 0,-1 0 0,1-1 0,-1 0 0,0 0 0,0 0 0,0 0 0,2-6 1,-4 9-93,-1 0 1,1 0-1,-1 0 0,0 0 1,0 0-1,0 0 1,0 0-1,0 0 1,0 0-1,0-1 1,0 1-1,-1 0 1,0 0-1,1 0 1,-1 0-1,0 0 1,0 1-1,0-1 1,0 0-1,0 0 1,0 0-1,0 1 1,-1-1-1,1 1 0,-1-1 1,1 1-1,-1-1 1,1 1-1,-1 0 1,0 0-1,0 0 1,-3-2-1,-3-1-237,1 1-1,-1 0 1,0 0-1,0 1 1,0 0-1,0 0 1,-16 0-1,-62 3-2176,33 0 587,-96-3-7462,75 2-420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3.934"/>
    </inkml:context>
    <inkml:brush xml:id="br0">
      <inkml:brushProperty name="width" value="0.035" units="cm"/>
      <inkml:brushProperty name="height" value="0.035" units="cm"/>
    </inkml:brush>
  </inkml:definitions>
  <inkml:trace contextRef="#ctx0" brushRef="#br0">63 1 15845,'17'17'8512,"-18"-11"-7200,-40 538 2858,4-75-5642,39-332-929,6-45-5586,-8-91 7623,0 0 0,0 0 0,0 0-1,0 0 1,0 0 0,0-1 0,0 1 0,1 0 0,-1 0-1,0 0 1,0 0 0,1-1 0,-1 1 0,1 0 0,0 1-1,0-2-174,0 0 0,0-1 0,-1 1-1,1 0 1,0-1 0,0 1-1,-1 0 1,1-1 0,0 1-1,-1-1 1,1 1 0,-1-1-1,1 1 1,0-1 0,-1 1 0,1-2-1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4.297"/>
    </inkml:context>
    <inkml:brush xml:id="br0">
      <inkml:brushProperty name="width" value="0.035" units="cm"/>
      <inkml:brushProperty name="height" value="0.035" units="cm"/>
    </inkml:brush>
  </inkml:definitions>
  <inkml:trace contextRef="#ctx0" brushRef="#br0">603 1 9957,'0'21'11346,"-3"-20"-11025,-109 20-869,2 5-1,-185 70 1,285-92 782,0 0 0,1 1 0,-1-1 0,1 2 0,0 0 0,-14 11 0,21-14 261,4 1 104,0 0-484,0-1-1,0 1 1,1 0-1,-1-1 0,1 0 1,0 1-1,0-1 1,0 0-1,0 0 0,0-1 1,1 1-1,-1-1 1,1 0-1,0 1 0,0-2 1,0 1-1,0 0 1,5 1-1,80 21 322,173 26 1,-255-49-746,1 0 0,-1 0-1,0-1 1,0 0 0,1-1 0,-1 0 0,0 0 0,0 0 0,0-1 0,0 0 0,7-3 0,-10 4-246,1 0 0,-1 0 0,0 1 0,1-1 0,-1 1 0,1 0 0,-1 1 0,0-1 0,1 1 0,-1 0 0,0 0 0,0 0 0,5 2 1,-3-1-855,18 3-8478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5.198"/>
    </inkml:context>
    <inkml:brush xml:id="br0">
      <inkml:brushProperty name="width" value="0.035" units="cm"/>
      <inkml:brushProperty name="height" value="0.035" units="cm"/>
    </inkml:brush>
  </inkml:definitions>
  <inkml:trace contextRef="#ctx0" brushRef="#br0">104 74 8801,'-14'15'1897,"1"-44"2428,12 26-1142,-6 17-2599,-19 26 207,25-39-760,1 0 0,-1 0 0,0 0 0,1 0 0,-1 0 0,1 0 0,0 0 0,-1 0 0,1 1-1,0-1 1,0 0 0,0 0 0,0 0 0,0 0 0,0 3 0,0 2 66,-21 72 1257,21-74-1305,0 0 1,-1 0 0,0 0 0,0 0 0,0 0-1,0 0 1,0 0 0,-1-1 0,0 1-1,0 0 1,-2 3 0,3-1 80,27 61 604,-25-64-567,3-4-177,-1 1 1,1 0-1,-1-1 1,1 0-1,-1 0 0,0 0 1,1 0-1,-1-1 1,0 1-1,0-1 1,0 0-1,0 0 0,0 0 1,0 0-1,-1 0 1,1-1-1,-1 1 1,1-1-1,-1 0 0,0 0 1,0 1-1,0-1 1,-1-1-1,3-4 1,3-8-169,-1-1 0,0 1 0,5-30 0,-8 32 81,4-7-72,0 0 0,1 1 0,12-22 0,-2 2-57,-16 36 254,1 0 0,0 0-1,0 0 1,0 0 0,0 0-1,5-4 1,-7 7-6,1-1 288,3 3-166,4 1-98,-3-1-16,1 1 1,-1-1-1,0 1 1,0 0-1,0 1 0,0-1 1,0 1-1,-1 0 1,1 1-1,-1-1 1,1 1-1,-1 0 1,-1 0-1,8 8 0,-4-1 11,2 0-5,0 1-1,-2 0 0,1 0 1,9 20-1,-6-7-16,1-2-1,0 1 0,2-2 0,1 0 1,19 20-1,-31-39-16,-1 0-1,1 0 1,0 0 0,0 0 0,0 0 0,0-1-1,0 1 1,0-1 0,1 0 0,-1-1 0,1 1-1,0-1 1,-1 0 0,1 0 0,0 0 0,0-1-1,0 0 1,0 1 0,-1-2 0,10 0 0,6-3 0,0 0 1,0-1-1,30-13 1,-28 10-1,-1-1-1,1 0-1,-2-1 0,1-2 1,-1 0-1,19-16 0,-36 26-1,0 1-1,0-1 0,0 1 0,0-1 0,0 1 1,1 0-1,3-1 0,2 0-6,-6 1-13,23 0 7,-24 1 14,1-1 0,0 1 0,0 0 1,0 0-1,0 0 0,0 0 0,0 1 1,-1-1-1,1 1 0,0 0 0,4 1 1,12 5 51,0-1-1,0-1 1,1 0 0,26 1 0,-12-1 231,-32-4-254,0-1 0,0 0 0,0 0 0,0 0 0,0 0 0,0 0 0,0-1 0,0 1 0,0-1 0,0 1 0,2-2 0,15-1 2085,-26-14-2460,6 14 275,-1 0-1,1 0 1,-1 1-1,0-1 1,0 1 0,0-1-1,0 1 1,-1 0 0,1 0-1,-1 0 1,1 0 0,-4-2-1,-37-17-715,24 12 304,-147-67-5865,107 50 1153,1 1-3441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5.608"/>
    </inkml:context>
    <inkml:brush xml:id="br0">
      <inkml:brushProperty name="width" value="0.035" units="cm"/>
      <inkml:brushProperty name="height" value="0.035" units="cm"/>
    </inkml:brush>
  </inkml:definitions>
  <inkml:trace contextRef="#ctx0" brushRef="#br0">158 109 10817,'-26'-17'1905,"21"13"2901,4 10-4635,0 0 1,0-1 0,-1 1 0,0-1-1,0 0 1,0 1 0,0-1 0,-6 8-1,0 3 90,2-6-165,-47 110 529,36-81-479,12-29-98,1 0-1,0 0 0,-4 16 0,8-22 60,3-5 15,11-2-25,0 0-1,-1-2 1,1 1 0,-1-2-1,0 0 1,0 0-1,-1-1 1,0-1 0,19-15-1,6-9 465,50-57 0,22-19 169,-36 55-373,-26 20-3214,-69 31-15096</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6.216"/>
    </inkml:context>
    <inkml:brush xml:id="br0">
      <inkml:brushProperty name="width" value="0.035" units="cm"/>
      <inkml:brushProperty name="height" value="0.035" units="cm"/>
    </inkml:brush>
  </inkml:definitions>
  <inkml:trace contextRef="#ctx0" brushRef="#br0">264 207 8173,'-3'0'50,"-4"-1"265,1 1-1,0 0 0,-1 0 1,1 1-1,0 0 1,0 0-1,0 0 0,-1 1 1,1 0-1,1 0 0,-1 1 1,0 0-1,-7 4 0,-7 9 52,0 1 0,1 0-1,1 2 1,1 0-1,-20 28 1,17-22-191,18-22-121,1-1-1,-1 1 0,1-1 1,-1 1-1,1 0 1,0 0-1,-1 3 0,-1 1 220,2-4 710,3-5-431,95-58 1722,-14 10-1187,-57 33-713,-2-2-1,31-29 0,-30 25-3,49-34 0,-47 38-883,42-38 0,-68 55-47,-3 4-1786,0 0 2372,0 0 71,-1 0 0,1 0 0,-1 0 0,1 0 0,-1 0 1,1 0-1,-5 1 0,9-3 0,-1 0 1,1 0-1,-1 1 0,0-1 1,1 0-1,-1 1 1,0-1-1,1 1 1,-1-1-1,0 1 1,1 0-1,-1-1 0,1 2 1,-1-1-61,0 0 0,0-1 1,-1 1-1,1-1 0,0 1 0,0-1 0,0 1 1,0-1-1,0 0 0,0 0 0,0 1 1,0-1-1,0 0 0,0 0 0,0 0 1,-1 0-1,1 0 0,0 0 0,0 0 1,0 0-1,0 0 0,0 0 0,0-1 1,0 1-1,0 0 0,1-2 0,137-50 4462,-102 38-3795,74-20 1168,-110 34-1859,0 0 0,0-1 0,0 1 0,0 0 1,0 0-1,0 0 0,0 0 0,0 0 0,0 0 0,0 1 0,0-1 0,0 0 1,0 0-1,0 1 0,0-1 0,0 1 0,0-1 0,2 2 0,1 0 15,-2-1-43,0 0 1,0 0-1,0 0 1,-1 1-1,1-1 1,-1 0-1,1 1 1,-1-1-1,1 1 0,-1 0 1,0-1-1,0 1 1,0 0-1,0 0 1,0 0-1,0 0 1,0 0-1,-1 0 1,1 0-1,-1 0 1,1 0-1,-1 0 1,0 0-1,0 0 1,0 3-1,1 13-402,-1 0 0,-3 20 0,0-1-167,14 65-1957,-2-15-2379,-8-82 4301,-1 1 1,1 0-1,0-1 1,4 10-1,-4-13 127,0 1 0,0-1 0,0 0 0,0 1 0,0-1-1,1 0 1,-1 0 0,1 0 0,0 0 0,-1 0 0,1-1 0,4 4 0,16 1-6401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26.837"/>
    </inkml:context>
    <inkml:brush xml:id="br0">
      <inkml:brushProperty name="width" value="0.035" units="cm"/>
      <inkml:brushProperty name="height" value="0.035" units="cm"/>
    </inkml:brush>
  </inkml:definitions>
  <inkml:trace contextRef="#ctx0" brushRef="#br0">119 947 9581,'0'0'10611,"-3"1"-10330,-4 3-169,-1 0 0,1 0 0,0 1 0,0 0 1,1 0-1,-10 10 0,-7 1-41,15-11-18,6-3 4,-1 1-40,1 1 1,-1-1 0,0 0-1,0-1 1,-6 5 0,7-4 38,3-3-41,1 1 0,-1-1 0,0 1-1,0 0 1,0-1 0,0 1 0,0 0 0,0 0 0,0 0 0,0 0 0,1 2 0,1 0 17,0-1-10,1 1-1,0-1 1,0 0-1,-1 0 1,1-1 0,0 1-1,0-1 1,1 0-1,-1 0 1,0 0 0,0 0-1,0-1 1,9 0-1,5 0 22,34-6 0,-36 4-112,-11 1-98,-2 0-85,32-8-498,-31 9 319,0 0 85,20 0 846,-6 1-201,1-1 0,0-1 0,-1-1 0,35-7 0,-34 3-223,-1 2 27,-1-1-1,0 0 1,0-2-1,-1 0 0,29-17 1,-38 20-94,-3 2-12,0-1 1,0 1 0,-1-1-1,1 1 1,-1-1 0,1 0-1,-1 0 1,0-1-1,0 1 1,-1-1 0,1 1-1,-1-1 1,1 0-1,-1 0 1,0 0 0,-1 0-1,1 0 1,-1-1-1,1-4 1,0-25-292,-2-1 1,-2 0-1,-9-52 1,2 20-200,-7-78 232,-47-199 0,21 188 1508,41 154-646,1 5-487,0-1 0,1 1 0,-1 0-1,1 0 1,0 0 0,-1 0 0,3 3 0,3 13 149,31 216 1994,-4-22-832,-16-132-814,34 96 1,-43-155-883,0 0 0,2-1-1,0 0 1,2 0 0,0-1 0,1-1-1,1 0 1,32 33 0,-41-48-295,-1-1 1,1 0-1,0 0 1,0 0-1,0 0 0,1-1 1,-1 0-1,0 0 1,1-1-1,-1 1 0,1-1 1,0 0-1,-1-1 1,1 1-1,0-1 0,0-1 1,-1 1-1,1-1 1,0 0-1,-1 0 1,8-2-1,-6 1-1574,0-1-1,0 1 1,0-1 0,8-5-1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32.843"/>
    </inkml:context>
    <inkml:brush xml:id="br0">
      <inkml:brushProperty name="width" value="0.035" units="cm"/>
      <inkml:brushProperty name="height" value="0.035" units="cm"/>
    </inkml:brush>
  </inkml:definitions>
  <inkml:trace contextRef="#ctx0" brushRef="#br0">242 418 12421,'-18'-2'409,"6"-1"99,-1 2 0,1-1 0,-1 2-1,0 0 1,1 0 0,-1 1 0,0 1 0,-18 4-1,-61 17 6275,94-26-6214,2-2-455,0 0 0,-1 1 0,1 0 0,1 0 0,-1 0 0,1 0 0,-1 1-1,1-1 1,0 1 0,0 0 0,8-2 0,7-3 207,41-9-1,-40 12-193,756-170 1319,14 60-1056,-485 78-306,-220 25-36,-12 8-88,-69 4-195,-8 3-284,-2 2 229,0-1 1,0 0-1,0 0 1,0-1-1,-1 1 1,0-1-1,1 0 1,-1-1-1,0 1 1,-1-1-1,1 0 1,0-1-1,0 0 1,-1 0-1,-9 1 1,3-2-446,4 1 108,1 0-1,-1-1 0,1 0 0,-1-1 0,-10-1 0,17 1 299,0 1 0,0-1 0,0 0 0,0 1-1,0-1 1,0 0 0,1 0 0,-1-1 0,0 1-1,1 0 1,-1 0 0,0-1 0,1 1 0,0-1-1,-1 0 1,1 1 0,0-1 0,0 0 0,0 0-1,0 1 1,0-1 0,0 0 0,1 0 0,-1 0-1,1 0 1,-1-4 0,-3-15-6651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3:55:33.253"/>
    </inkml:context>
    <inkml:brush xml:id="br0">
      <inkml:brushProperty name="width" value="0.035" units="cm"/>
      <inkml:brushProperty name="height" value="0.035" units="cm"/>
    </inkml:brush>
  </inkml:definitions>
  <inkml:trace contextRef="#ctx0" brushRef="#br0">1 16 7661,'0'0'9941,"3"0"-8928,106-7 1737,-5 0-1856,-17 6-144,160 17 0,-214-11-659,0 1 0,-1 1-1,0 2 1,0 2 0,-1 0-1,0 2 1,57 34 0,-71-35-53,0 1 1,-1 0-1,-1 1 0,0 1 1,-1 0-1,22 31 1,-28-34-13,0 0 0,-1 0 1,-1 1-1,0 0 0,0 1 1,-2-1-1,1 1 1,-2 0-1,0 0 0,2 22 1,-5-11-17,-2 0 1,0 0-1,-1-1 1,-1 1-1,-2-1 1,0 1-1,-2-2 1,-11 25 0,-7 10-7,-67 106 0,30-69-586,-5-2 0,-3-4 1,-5-3-1,-136 121 0,196-193-198,-1 0 0,-35 20 0,43-29-224,0 0 1,-1-1-1,0 0 1,0-1-1,0 0 1,0-1-1,-15 2 1,2-3-7883</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2:26.222"/>
    </inkml:context>
    <inkml:brush xml:id="br0">
      <inkml:brushProperty name="width" value="0.035" units="cm"/>
      <inkml:brushProperty name="height" value="0.035" units="cm"/>
    </inkml:brush>
  </inkml:definitions>
  <inkml:trace contextRef="#ctx0" brushRef="#br0">2053 118 5320,'14'10'5572,"-11"-11"-5348,23-17 72,-23 16-232,-1 1-48,1-1 1,0 1 0,0 0 0,0 0-1,0 0 1,0 0 0,5-1 0,-5 2 2098,27 0-583,-21 0 1727,-23-8-1933,8 6-1177,0 0 0,-1 0 1,0 0-1,1 1 0,-1 0 0,-13-1 1,10 2-30,1-1 1,-1 0 0,1-1-1,-13-3 1,-14-6 137,15 5-88,1 0 0,0-1 0,-31-17 0,48 23-159,0 0 1,1 1-1,-1-1 0,0 0 1,0 1-1,0-1 0,0 1 1,0 0-1,0 0 0,-4 1 1,2-1 3,-28-5 9,0 2-1,0 1 1,-58 5-1,37-1-14,-179 16-5,198-14-8,-48-3 0,-1 1 45,32 3-51,-24 1 49,-17-6-3,89 0-30,0 0 16,-53 2 97,-48 0-50,8 5-69,-11 4-13,38-2 25,34-2-13,33-7-33,-1 1 42,-28 11 6,29-11 1,0 0 14,-29 5-1,29-6-11,0 2-19,-14 8-3,0 1 0,1 1 1,0 0-1,1 2 0,0-1 0,1 2 0,-22 29 0,-75 88-30,107-127 39,0 0-1,-1 0 1,0-1-1,0 1 0,-7 4 1,-15 13-23,11-5 31,14-11-12,1-1-1,-9 18 4,1 0-1,-9 38 1,16-44 24,3-14-28,-1 1 0,1 0 0,-1 0 0,0 0-1,0 0 1,0 0 0,0 0 0,-1 5 0,-6 75 98,7-46-139,7 42 1,-1-49 29,-5-26 9,1 0 0,-1 0 0,-1 0 0,1 0 0,-1 0 0,0 6 0,-1 19 20,3-24-18,0 0 0,2 59-36,-4-63 38,0 1 0,0-1 0,0 1 0,1-1 0,-1 0 0,1 0 0,-1 1 0,3 3 0,-2-4-1,0 0 0,0 1-1,-1-1 1,1 0-1,-1 1 1,1-1 0,-1 0-1,0 5 1,-1 12-32,1 3 46,2 35 0,-1-36-15,14 144 70,-9-128-63,-3-12-9,1-1-1,2 1 1,0-1 0,1-1-1,1 1 1,2-1-1,14 27 1,64 122-38,-86-169 39,0 1-1,0-1 1,0 0-1,1 1 0,-1-1 1,1-1-1,5 6 0,14 15 18,-18-18-18,-1 0-1,1 0 0,1 0 1,-1 0-1,8 5 0,-5-3 17,2 1 0,-3-6-14,16 16 6,-7-6 1,2 0 1,27 15 0,-28-17 71,-6-5-91,0 0 0,0-1-1,1 0 1,0-1 0,21 4-1,-1 1 10,-30-8 4,1 1 1,0-1-1,0 1 1,0-1-1,0 0 1,0 0-1,-1 0 1,1 0-1,0 0 1,3 0-1,4-1 1,87 1 30,181-26-77,-153 10 0,12-9 92,-66 11-11,70-22 47,-33 1-131,-52 16 114,47-28-138,-68 36 71,0-3 1,-2 0-1,1-2 0,38-27 0,-49 27 5,-6 6-5,-1-2-1,0 1 0,-1-2 0,21-23 0,-13 5 24,-2-2 0,31-70 0,-44 89-17,-1 1 4,-1 0-1,5-23 0,0 2-1,2 6-3,4-9 86,-2 1 0,10-48 0,-13 37 119,14-76 322,-23 109-443,-2 0-1,1 0 1,-1 0 0,-1 0 0,-1 1 0,0-1 0,-4-13 0,-1-1 181,3 13-151,0 0 0,0 1 0,-2-1 0,1 1 1,-2 0-1,-12-19 0,-17-24 309,26 38-191,-2 1 0,-25-31 0,30 40-169,0 0 0,1-1 0,-6-11 0,6 10 21,-1 1 0,-14-19 1,11 16 24,1-1 0,-12-21 1,3 5 23,17 28-107,-9-15-5,3 5-2,6 10 104,0-1-95,-6-10 177,0 1 0,-14-16 0,20 26-228,0 0 106,-1 0-69,-9-22 129,10 22-63,-1-1-9,-13-26 19,14 26-48,-10-11 43,5 7-78,1 0 0,0 0 0,0-1 0,-4-9-1,8 14 12,0 3-18,0-1-1,1 1 0,-1 0 1,0-1-1,1 1 1,-1-1-1,0 1 1,1-1-1,-1 1 1,1-1-1,-1 1 1,1-1-1,-1 1 1,1-1-1,-1 0 1,0-1-1,-11-10 53,-34-9-12,34 19-512,1 1 1,-1 0-1,0 0 0,0 1 0,0 1 0,1 0 1,-1 0-1,0 2 0,-13 3 0,-6 0-1574,6 1 493,-1 0-1130,1-3-2970,-4-6-4489</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2:53.506"/>
    </inkml:context>
    <inkml:brush xml:id="br0">
      <inkml:brushProperty name="width" value="0.035" units="cm"/>
      <inkml:brushProperty name="height" value="0.035" units="cm"/>
    </inkml:brush>
  </inkml:definitions>
  <inkml:trace contextRef="#ctx0" brushRef="#br0">813 56 7065,'-16'12'403,"13"-9"-288,0 0 1,0-1-1,0 1 0,-1-1 0,1 0 0,-1 0 1,0 0-1,0-1 0,1 1 0,-1-1 0,0 0 1,0 0-1,0 0 0,0-1 0,-6 1 1,-2 0 474,0 1 0,0 0 1,0 1-1,1 0 1,-1 1-1,-16 8 1,13-6 225,0 0 0,-18 3 0,30-8 6,-1 0 118,-12 2 360,-1 0 1,1-1-1,-19-1 0,32-1 2887,6-3-3434,3-2-545,1-1 0,0 1-1,0 0 1,1 1 0,-1 0 0,1 0 0,16-5 0,65-16 674,-48 15-574,192-46 618,-190 40-788,-39 14-109,-7 6-47,-5 6-40,0-1-1,0 0 0,-1-1 1,0 1-1,-1-2 0,-20 14 1,-74 33-264,29-17 151,-279 135-318,241-121 461,0-7 94,-2 2 207,110-43-129,9-6-45,10-6-74,-1 1 0,1 1-1,1 0 1,-1 1 0,18-5 0,81-18-715,-8 3-2929,-104 26 3591,52-16-5041,-17 7-1477,6 0-5553</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3:18.994"/>
    </inkml:context>
    <inkml:brush xml:id="br0">
      <inkml:brushProperty name="width" value="0.035" units="cm"/>
      <inkml:brushProperty name="height" value="0.035" units="cm"/>
    </inkml:brush>
  </inkml:definitions>
  <inkml:trace contextRef="#ctx0" brushRef="#br0">1 128 6353,'0'0'14880,"3"2"-14666,6 3-101,0-1-1,1 0 0,0 0 0,0-1 0,0 0 1,0-1-1,0 0 0,21 1 0,122-1 392,-43-1-250,31 2-234,103 5-19,-200-9 1,310-13 78,-101 1-53,-134 7-4,94 0-20,-87 9-2,137 10 4,117 17 151,-280-23-172,134-7-1,-84-3-71,39-4 44,4 0 26,-68 1 3,-95 3 21,0 1 1,32 3 0,12-1 17,111 4-28,-135-1 3,7 0-8,133 4 45,-18 0 63,11-5-93,168-3-165,86-24-89,-279 15 212,-83 10-5,-50 2 38,38-4-1,157-9 3,-77 5 22,5-1-17,45 4 38,-102 4-92,-40-1 39,297-4-25,-156-10 15,-80 4 0,337-32-94,-399 36 98,-43 5 8,204-3 69,-170 5-74,62-6 0,-70 2 43,0 1 0,55 4 1,-83-1-39,1-1 1,-1 0-1,0 0 1,1-1-1,5 0 1,0-1 21,-6 2 39,-2 0-57,32-3 4,-31 3 10,-1 0 7,55-4-15,49-3 53,-78 7-5,58-10 0,-84 10 19,78-4 47,-43 2-109,-29 1-1,0 0 0,0 1-1,11 1 1,94 4 46,-3 0 16,-102-5-20,0 1 1,0-1-1,12-2 0,10 0-68,15 6 123,51 2-125,-53-7 137,35 2-63,96 3 109,-140-4-118,113 4 31,-138-3-97,8 1 66,0-1 1,31-2 0,-21-1-56,46 5 1,-13-1 31,76 9 34,-109-10-99,54 11 0,-59-8 137,-17-3-102,0-1 0,0 0-1,0 0 1,10-1 0,-11 0 6,0 1 1,-1-1-1,1 1 1,-1 0 0,1 1-1,8 1 1,34 4 126,-39-5-141,0-1 0,0 1 0,15 4 0,-10-1 29,1-2 1,0 0 0,27 1-1,11 0-55,75 7 35,-81-11-16,-16 0 15,219 5-29,-151-5 122,118-3-100,-165 8 19,-40-3-1,1 1 0,0-2 0,-1 0 1,22-3-1,-16 1 3,0 1 0,0 0 0,31 4 1,22-2-6,17 1-16,-59-1 37,49-3 1,7-1-69,-32 2 137,30 2-159,-54 0 95,53-4-1,-35 0-50,65 5 1,-42-1 15,-33 0 23,-12 0-29,1-2 1,0 0 0,45-9-1,-60 9 16,0-1 0,0 1 0,1 1 0,19 1 0,-17 0 3,0-1 0,23-2 1,-14 0-6,33 1 0,-32 1 10,31-4 0,55-4 52,-21 2 18,32 1-110,-8 0 22,-100 4-3,0 1 0,20 1 1,9-1 87,177-4-147,-6 0 154,-172-1-77,-24 3-27,33 0 1,28 8 20,19-1 45,117-10 0,-195 4-70,-1 1 0,28 2-1,2 1 28,126 6 0,35 5 13,-107-11-55,-74-4 37,32 4 1,-29 1 5,0-2 1,33-3-1,-19 1 17,3 3-28,-37-1 9,-1-1-1,1-1 0,-1 1 0,1-2 0,11-1 1,149-9-4,-34 3-16,-10 1 37,-8 0-22,-56 2 19,83 3 0,-19 2 246,-40-4-250,135-3 145,38 0-136,-170 12-58,-60-2 83,36-1-1,351 5-58,-334-4-7,3-5 199,15 1-318,-95 2 143,24 1 9,0-2-1,37-3 1,-23 1-56,65 5 0,-16 0 120,128 7-160,162-20 160,-130 9-18,-136 2-86,28-1 112,-3 1-73,-42 1 144,202-3-54,-226-3-74,-46 1 25,29 1-1,171 9-38,-103-2 128,-27 1-23,224-1 253,172 7 942,-407-8-1175,115 9 423,138 19 220,-284-25-597,-39-4-67,32 1-1,-29-4-77,-17 0-41,-1 0-220,38 0-1520,-41 0 1713,0 0 0,1 0 0,-1 0 0,0 0 0,0 0 0,0 0 0,1 0 0,-1 0 0,0 0 0,0 0 0,0 0 1,0 0-1,1 0 0,-1 0 0,0 0 0,0 0 0,0 0 0,0 0 0,1-1 0,-1 1 0,0 0 0,0 0 0,0 0 0,0 0 0,0 0 0,1 0 0,-1-1 0,0 1 0,0 0 0,0 0 0,0 0 0,0 0 0,0 0 0,0-1 0,0 1 0,0 0 0,0 0 0,0 0 0,0-1 0,0 1 0,0 0 0,0 0 0,0 0 0,0 0 1,0-1-1,0 1 0,0 0 0,0 0 0,0 0 0,0-1 0,0 1 0,0 0 0,0 0 0,0 0 0,0 0 0,0 0 0,0-1 0,-1 1 0,1 0 0,0-4-356,-2-16-2976,0 0-1,-6-23 1,6 37 1011,-1 1-1,1-1 1,-1 1 0,-6-9-1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3:33.751"/>
    </inkml:context>
    <inkml:brush xml:id="br0">
      <inkml:brushProperty name="width" value="0.035" units="cm"/>
      <inkml:brushProperty name="height" value="0.035" units="cm"/>
    </inkml:brush>
  </inkml:definitions>
  <inkml:trace contextRef="#ctx0" brushRef="#br0">511 129 6737,'0'0'8114,"3"-2"-7485,29-13 6660,-35 15-7265,-52 9 51,11-3-85,0 2 1,0 1-1,-49 19 1,7 12-31,82-37 40,0 0-1,0 0 1,1 1-1,-1-1 1,1 1-1,-1 0 1,-3 7-1,-3 2 6,4-5-4,1 1-1,0-1 1,1 1-1,-1 0 1,2 0 0,0 1-1,-4 16 1,-4 11 14,-21 82-42,11-37 40,15-56-7,0 1-1,2-1 0,-1 33 0,4-45 1,-3 23 62,2-26-70,0 0 1,1 0 0,1 0 0,0 0-1,2 17 1,7 34 69,-7-41-82,1 0-1,1-1 0,1 1 0,0-1 1,9 21-1,-2-15 21,1-1 0,0 0-1,2-1 1,1 0 0,19 21 0,-28-37-1,1 0 0,-1-1 0,1 0 0,1 0 0,-1-1 0,1 0 0,10 5 0,-12-7 4,1-1 0,-1-1 0,1 0 0,0 0 0,0 0 0,0-1 1,0 0-1,0 0 0,0-1 0,9-1 0,3 0-2,0-2 0,0 0 0,0-2 1,-1 0-1,1-1 0,-1-1 0,-1 0 0,1-2 1,-1 0-1,-1-1 0,0-1 0,0 0 0,-1-2 1,20-19-1,-27 25-6,6-7 8,1-1 1,-2-1 0,0 0 0,-1 0-1,15-25 1,56-131 130,-73 144-61,-1-1 0,-1 0 0,-2 0-1,6-40 1,-9 30 472,-1 1-1,-4-57 1,0 79-376,-1 0 0,-1 0 0,0 0 0,-1 1 1,-1-1-1,-1 1 0,0 0 0,-12-21 0,-11-8 45,-3 1-1,-1 2 0,-2 1 0,-79-70 0,97 97-439,0 1 0,-1 1-1,0 0 1,-1 1 0,0 2 0,-20-8 0,36 15 94,2 1 31,-1-1 0,1 0-1,-1 1 1,1 0 0,-1-1-1,1 1 1,-1 0 0,1 0-1,-1 0 1,1 0 0,-1 0 0,-2 1-1,-5-1-221,-4 0-686,-1 1 1,1-1-1,-1 2 1,-15 3-1,12-1-1787,1 1 0,-23 9 0,19-2-5684</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3:35.056"/>
    </inkml:context>
    <inkml:brush xml:id="br0">
      <inkml:brushProperty name="width" value="0.035" units="cm"/>
      <inkml:brushProperty name="height" value="0.035" units="cm"/>
    </inkml:brush>
  </inkml:definitions>
  <inkml:trace contextRef="#ctx0" brushRef="#br0">457 149 4912,'3'-21'1306,"-3"17"3659,3 6-4246,-1 0-249,12 11-228,-5-9 2963,-1-21-2068,-3 3 2152,-15 8-1273,7 5-2498,-11-5 564,11 5-16,-1 0-18,-32-8-6,29 8-33,0 0 0,1 1 0,-1-1 0,0 2 0,0-1 0,0 1 1,0 0-1,0 0 0,1 1 0,-10 3 0,0 1-1,0 0-1,0 2 1,-15 9 0,19-11-12,0 1 0,1 1 0,0 0-1,0 1 1,1 0 0,0 0 0,1 1 0,0 1 0,-13 17 0,8-5-12,4-9 16,1 0-1,1 1 0,0 0 1,-9 25-1,2 9 5,-33 92 32,44-129-27,1 0-1,0 0 1,1 0-1,0 0 1,1 0-1,0 0 1,2 16-1,-1-9 19,-5 37-1,4-45-21,1 0-1,0 0 0,1 0 0,0 0 1,1 0-1,0 0 0,0 0 0,7 16 0,3 16 34,-10-35-37,1-1 1,0 1 0,0 0-1,1-1 1,0 1 0,0-1 0,0 0-1,8 8 1,6 6 19,23 20 0,-18-18-39,-13-15 26,-1-1 0,1 1 0,1-1 0,-1-1 0,1 0 0,0 0 1,1-1-1,-1-1 0,1 0 0,21 4 0,-9-3 3,1-2 0,-1 0 0,0-2-1,38-2 1,-28-3-1,0-2 0,0-2-1,-1-1 1,0-1 0,48-22-1,-51 16 4,0-1 0,53-39 0,-72 49-7,3-4 58,-1-1-1,0 0 1,-1-1-1,0 0 1,-1-1-1,0 0 1,-1-1-1,-1 0 1,0-1-1,7-19 1,-11 20 155,0-1 0,-1 1 0,-1-1 1,0 0-1,-2 0 0,1-26 0,-1 16 210,-1 14-239,0 0 0,-1 1 0,-1-1 0,0 0 0,-5-17 0,-22-53 475,28 79-652,-12-27 149,-1-1-1,-2 2 1,0 0-1,-2 1 1,-1 1-1,-25-28 1,13 21-365,-1 2 0,-2 1 0,0 1 0,-45-28 0,67 50-198,-1 2 0,1-1 0,-1 1 0,0 1 0,-1 1 1,0 0-1,1 0 0,-1 1 0,0 1 0,-15 0 0,13 1-1184,0 2 0,0 0-1,0 1 1,0 0 0,-17 6 0,-26 11-8716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3:55.868"/>
    </inkml:context>
    <inkml:brush xml:id="br0">
      <inkml:brushProperty name="width" value="0.035" units="cm"/>
      <inkml:brushProperty name="height" value="0.035" units="cm"/>
    </inkml:brush>
  </inkml:definitions>
  <inkml:trace contextRef="#ctx0" brushRef="#br0">0 36 25105,'10575'0'0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3:58.567"/>
    </inkml:context>
    <inkml:brush xml:id="br0">
      <inkml:brushProperty name="width" value="0.035" units="cm"/>
      <inkml:brushProperty name="height" value="0.035" units="cm"/>
    </inkml:brush>
  </inkml:definitions>
  <inkml:trace contextRef="#ctx0" brushRef="#br0">64 260 10677,'-22'2'372,"1"-1"681,1 0 9772,27-15-9761,-6 13-954,1 0 0,-1 0 0,0-1-1,1 1 1,-1 0 0,1 0 0,-1 1 0,1-1 0,0 0 0,-1 0 0,1 1 0,0-1 0,0 1 0,-1 0-1,1-1 1,0 1 0,2 0 0,39 1 413,-19 0-260,626 14 1716,-484-9-1790,207-1-12,50 1-37,231 1-1,-449-7-26,425-8 54,197-11-31,949-24-30,-684 29-86,-770 13-7,282 1 392,188-11 256,-583 5-533,274-20 183,-324 16-162,227-23 533,-205 25-427,70-3-13,-202 4-242,-20 6-22,-24 0-151,-23-2-279,16 3 424,-65-14-2434,-60-9-3778,31 8-1419,-2-8-5088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39.615"/>
    </inkml:context>
    <inkml:brush xml:id="br0">
      <inkml:brushProperty name="width" value="0.035" units="cm"/>
      <inkml:brushProperty name="height" value="0.035" units="cm"/>
    </inkml:brush>
  </inkml:definitions>
  <inkml:trace contextRef="#ctx0" brushRef="#br0">39 22 6265,'-15'1'-1638,"-9"-5"18610,34-3-15726,-4 5-1169,1 1 1,-1-1-1,0 1 1,1 1-1,-1-1 1,1 1-1,-1 0 1,1 1-1,-1-1 1,12 4-1,-4-3 40,230 13 1563,-75-8-928,57 2 227,-56-4-639,148 4 74,-61-3-252,313 7 200,180-1 561,-278-6-480,-14-8 88,-250-7 833,-159 3-1258,-45 7-290,-16-13-6883,-20-19-2325,2 14-2851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41.912"/>
    </inkml:context>
    <inkml:brush xml:id="br0">
      <inkml:brushProperty name="width" value="0.035" units="cm"/>
      <inkml:brushProperty name="height" value="0.035" units="cm"/>
    </inkml:brush>
  </inkml:definitions>
  <inkml:trace contextRef="#ctx0" brushRef="#br0">0 828 5909,'18'-39'10814,"-15"39"-9863,35 3 808,-37-3-1689,0 0 0,0 0-1,1 1 1,-1-1 0,0 0 0,0 0-1,0-1 1,0 1 0,0 0-1,0 0 1,0-1 0,0 1 0,1 0-1,-1-1 1,1 0 0,4-2 125,-1 2-91,0-1 0,-1 0 0,1 0 0,-1 0 0,0-1 0,1 0 0,-1 1 0,0-2-1,-1 1 1,5-4 0,31-40 378,-38 47-476,34-49 269,-2-2 0,28-57 1,42-113-59,-84 179-185,-11 26-24,-1 0-1,0-1 1,-1 0 0,0 0-1,4-27 1,-3-6 67,0 15-62,-9 23-22,0 3 1,2 6 20,-3 5-23,-2-1 10,0 2 1,1-1-1,-1 1 0,1-1 0,0 1 0,0 0 1,0 1-1,0-1 0,1 1 0,-1-1 0,1 1 1,0 0-1,0 0 0,0 1 0,1-1 0,-1 1 1,1-1-1,0 1 0,-2 8 0,-1 4-2,4-14-15,1 1 6,1 7 23,1-1 0,0 0 0,1 0 0,0 0 0,5 12 0,-6-19-5,0 1 0,0-1-1,0 0 1,0 0 0,0 0-1,1 0 1,-1 0 0,1-1-1,0 1 1,0-1 0,0 1-1,0-1 1,0 0 0,0-1-1,1 1 1,-1 0 0,1-1-1,-1 0 1,7 2 0,-1-2 20,0-1 0,0 1 1,0-2-1,0 1 0,0-1 0,0-1 0,-1 0 1,1 0-1,15-6 0,18-4-31,-29 8-1,-1 0 0,1-1 0,-1-1 0,0 0 0,0 0 0,14-12 0,-17 12-89,-1 0 1,0-1-1,0 0 0,0-1 1,-1 0-1,0 0 0,0 0 1,8-16-1,-13 20-81,-1 1 62,8-32-81,-9 31 119,-1 7-81,-20 17 85,21-20 72,0 0 1,0 0-1,0 0 0,0 0 1,0 0-1,-1 1 1,1-1-1,0 0 0,0 0 1,0 0-1,0 0 0,0 0 1,0 0-1,0 0 0,0 1 1,0-1-1,-1 0 1,1 0-1,0 0 0,0 0 1,0 0-1,0 0 0,0 1 1,0-1-1,0 0 0,0 0 1,0 0-1,0 0 1,0 0-1,0 1 0,0-1 1,0 0-1,0 0 0,0 0 1,0 0-1,0 0 0,1 0 1,-1 1-1,0-1 1,0 0-1,0 0 0,0 0 1,0 0-1,8 27 119,-6-18-48,0-1 1,0 1-1,1-1 1,1 0 0,-1 0-1,1 0 1,1 0-1,5 7 1,-2-4-2,0-1 0,1 0 1,1 0-1,0-1 0,0 0 0,1-1 1,0 0-1,0 0 0,1-1 0,0-1 1,0 0-1,0-1 0,1 0 0,0-1 1,16 4-1,-18-7-92,6 3-93,1-2 1,31 1-1,-43-3-152,1-1 0,0 0 0,-1 0 0,1-1 0,-1 0-1,1 0 1,-1 0 0,0-1 0,0 0 0,10-6 0,67-47-8937,-44 22 521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47"/>
    </inkml:context>
    <inkml:brush xml:id="br0">
      <inkml:brushProperty name="width" value="0.035" units="cm"/>
      <inkml:brushProperty name="height" value="0.035" units="cm"/>
    </inkml:brush>
  </inkml:definitions>
  <inkml:trace contextRef="#ctx0" brushRef="#br0">140 123 5649,'-3'0'264,"-1"0"0,0 0 0,0 1 0,0-1 0,0 1 0,1-1 0,-1 1 1,0 0-1,0 1 0,1-1 0,-1 1 0,1 0 0,0-1 0,-6 5 1,-15 7 1098,21-12-17,-14 6-68,2 0 3216,13-8-3870,-17-7 484,20 8-1078,-1 0 0,0 0 0,0 0 1,0 1-1,0-1 0,0 0 0,0 0 0,0 0 1,0 0-1,0 0 0,0 0 0,0 0 0,0 0 1,0 0-1,0 0 0,0 0 0,0 0 0,0 0 1,1 0-1,-1 0 0,0 0 0,0 1 1,0-1-1,0 0 0,0 0 0,0 0 0,0 0 1,0 0-1,0 0 0,0 0 0,0 0 0,0 0 1,0 0-1,0 0 0,0 0 0,0 1 0,0-1 1,-1 0-1,1 0 0,0 0 0,0 0 0,0 0 1,0 0-1,0 0 0,0 0 0,0 0 0,0 0 1,0 0-1,0 0 0,0 0 0,0 0 1,3 2 72,0 0 0,0 0 0,0 0 0,1-1 0,-1 0 0,1 0 0,-1 0 0,7 1 0,51 0 265,-19-2-189,36 3 64,282 5 392,197 12-228,-492-15-457,294 9 288,-154-14-103,-117 3-50,96-11 0,122-4-30,-91 8-11,-64 3 14,18-1 168,479-13 219,-509 15-351,-9 2-26,53 0 231,-66-5 61,305-19 818,-278 13-677,-61 5-183,27 2 89,-63 2-28,80-10 0,-100 7-54,48-1 1,-62 4-85,0-1 0,-1-1 1,15-4-1,-15 4 163,-1-1 0,1 2 0,11-1 0,-30 1-976,0-1-1,0 0 0,0 0 1,0-1-1,0 0 0,1 0 1,-1 0-1,1-1 0,0 0 1,-7-5-1,-6-4-841,-70-33-9750,49 22 335</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48.637"/>
    </inkml:context>
    <inkml:brush xml:id="br0">
      <inkml:brushProperty name="width" value="0.035" units="cm"/>
      <inkml:brushProperty name="height" value="0.035" units="cm"/>
    </inkml:brush>
  </inkml:definitions>
  <inkml:trace contextRef="#ctx0" brushRef="#br0">1 1922 6657,'0'0'5600,"1"-1"-4516,23-14 959,-21 13-162,-1 0-1068,20-17 40,0-1 0,19-25 0,-12 14-475,49-61 235,99-149 0,-164 221-571,157-250 237,-45 68-94,26-39-41,70-106 29,-18 48-32,-181 259-119,-11 17-78,-4 12 56,-15 19 0,0 0 0,-1 0 0,-11 7 1,-6 6-10,-18 20-56,28-24-52,0-2-1,-2 0 0,0-1 1,0-1-1,-24 13 1,14-13 34,-1-1-1,-48 12 1,56-16-11,13-5 95,-1 0-1,0 0 0,0 0 0,-16 1 0,15-2 7,0 0 1,0 1-1,0 0 0,1 1 1,-1 0-1,1 0 0,-10 7 1,16-9-6,-1-1-13,-31 7 17,32-6 222,5-5-179,14-10-19,0 0 0,1 0 0,1 2 0,20-11 0,-16 10-14,0-1 1,29-25 0,-24 18 3,36-23 1,-7 5 158,-28 17 55,16-12 32,-18 16-192,-24 15 60,1 4-110,0-1-20,-1 0 0,0 1-1,0-1 1,0 1 0,0 0-1,0 0 1,0-1 0,-1 1-1,1 1 1,0-1 0,-1 0-1,0 0 1,2 4 0,-1 1 16,0-1 0,-1 0 0,1 1 0,-2-1 0,1 11 0,-2 133 167,0-16-89,-6 171-23,6-296-269,0 0-1,1 1 1,0-1 0,1 0 0,0 1-1,1-1 1,2 9 0,-1-8-826,0-9 39,4-17-2438,-1-2-1457,7-14-4357</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49.213"/>
    </inkml:context>
    <inkml:brush xml:id="br0">
      <inkml:brushProperty name="width" value="0.035" units="cm"/>
      <inkml:brushProperty name="height" value="0.035" units="cm"/>
    </inkml:brush>
  </inkml:definitions>
  <inkml:trace contextRef="#ctx0" brushRef="#br0">309 366 5925,'0'0'4020,"-3"1"-3136,-16 6 29,0 1 0,1 1 1,1 0-1,-27 20 0,7-2 109,-33 33 1,61-51-821,0 1 1,1-1 0,1 2 0,-1-1-1,2 1 1,-8 14 0,10-18-81,1-1-1,1 1 1,-1 0 0,1 0-1,0 0 1,1 0 0,-1 0 0,2 1-1,-1-1 1,1 0 0,0 0-1,2 13 1,9 20 339,-9-35-380,0-1 1,0 0-1,0 0 0,1 0 1,0-1-1,-1 1 1,1-1-1,1 1 0,-1-1 1,0 0-1,1 0 1,0-1-1,0 1 0,0-1 1,7 4-1,-3-3 12,1 1 0,-1-2 0,1 1 1,0-1-1,0-1 0,0 1 0,15-1 0,-22-1-74,17 0 83,0-1 1,0-1-1,0 0 0,-1-2 1,1 0-1,-1-1 0,33-14 1,-17 7 12,-5 2 20,0-2 1,48-26-1,-68 32-143,0 0 1,0 0-1,0 0 0,-1-1 0,0-1 0,0 1 1,-1-1-1,1 0 0,-2-1 0,0 0 1,8-13-1,-13 19-43,0-1 0,0 0 1,0 0-1,-1 0 0,1 1 0,-1-1 0,0 0 1,0 0-1,-1 0 0,1 0 0,-1 0 0,0 1 1,1-1-1,-2 0 0,1 0 0,0 1 0,-4-7 1,0 1-140,0 0 0,0 1 1,-1 0-1,0 0 0,-13-13 1,10 13 11,0 1 0,-1 0 1,0 1-1,0 0 1,-1 1-1,1-1 0,-1 2 1,0 0-1,-12-3 0,-19-3-359,-49-5 1,39 7 217,-1 1 782,-94-3 0,143 10-229,-1 0 0,0-1 0,0 1 0,0-1 0,1 0 0,-1-1 0,0 1 0,1-1 0,-1 0 0,-5-3 0,10 5-211,0 0 1,1 0-1,-1 0 0,0 0 0,0 0 1,0 0-1,0 0 0,0-1 1,0 1-1,0 0 0,0 0 0,1 0 1,-1 0-1,0 0 0,0 0 1,0 0-1,0 0 0,0 0 0,0 0 1,0 0-1,0 0 0,0 0 0,0 0 1,0 0-1,0-1 0,1 1 1,-1 0-1,0 0 0,0 0 0,0 0 1,0 0-1,0 0 0,0 0 1,0 0-1,0 0 0,0-1 0,0 1 1,0 0-1,0 0 0,0 0 0,0 0 1,0 0-1,0 0 0,0 0 1,0 0-1,0-1 0,0 1 0,0 0 1,0 0-1,0 0 0,-1 0 1,1 0-1,0 0 0,0 0 0,0 0 1,0 0-1,0-1 0,55-24 2115,2 2 1,110-28-1,403-84 370,-192 54-2508,-267 62 0,-56 12 0,-55 7 0,0 0 0,0 0 1,0 0-1,0 0 0,-1 0 0,1 0 0,0 1 1,0-1-1,0 0 0,1 0 0,-1 0 0,0 0 0,0 0 1,0 0-1,0 0 0,0 0 0,0 0 0,0 1 1,0-1-1,0 0 0,0 0 0,0 0 0,0 0 1,0 0-1,0 0 0,0 0 0,0 0 0,0 0 1,0 0-1,0 0 0,1 0 0,-1 0 0,0 0 1,0 0-1,0 0 0,0 1 0,0-1 0,-17 9-42,-26 10-569,27-13-227,0-2 0,-1 0 0,1-1 0,-1-1 0,0 0 0,0-1 0,-26-3 0,19 2-2876,0 0 0,-29 5 0,29-1-7577</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1.417"/>
    </inkml:context>
    <inkml:brush xml:id="br0">
      <inkml:brushProperty name="width" value="0.035" units="cm"/>
      <inkml:brushProperty name="height" value="0.035" units="cm"/>
    </inkml:brush>
  </inkml:definitions>
  <inkml:trace contextRef="#ctx0" brushRef="#br0">0 112 5897,'0'0'6748,"1"-3"-6126,0 1-249,0 1 1,-1-1-1,1 0 0,0 0 0,0 0 0,0 1 0,0-1 1,0 0-1,0 1 0,1-1 0,-1 1 0,0 0 0,1-1 0,-1 1 1,1 0-1,0 0 0,-1 0 0,1 0 0,0 0 0,2-1 1,20-1-721,37 9 892,-41-3-297,32 1-1,125 8 349,-15 1-322,175 4-21,-127-3-216,67 0 0,33-9-13,-64 0-13,358-25 9,-206 2-74,-118 11 50,-65 3-12,287-3 27,-55 17-3,-391-7 7,67 1-6,31 1-49,9-4 73,-25-1-32,321-5 36,-238 1-29,-44 1 0,-74-1-6,446-20-3,-172 17 76,-77 3-11,177 0 301,-308 5-236,86 8 189,-5-1 205,-32-4-393,-218-4-178,0-1-1,1 1 1,-1 0-1,0 0 1,0 0-1,0-1 0,0 1 1,0 0-1,0 0 1,0-1-1,0 1 1,0 0-1,0 0 1,0-1-1,0 1 1,0 0-1,0 0 1,0-1-1,0 1 0,0 0 1,0 0-1,0-1 1,0 1-1,0 0 1,0 0-1,-1-1 1,1 1-1,0 0 1,0 0-1,0 0 1,0-1-1,-1 1 0,1 0 1,0 0-1,0 0 1,0 0-1,-1-1 1,-7-10-960,-2 3-324,1 1 1,-1 0-1,0 0 1,0 1-1,-1 0 1,-20-7-1,-28-15-8181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3.238"/>
    </inkml:context>
    <inkml:brush xml:id="br0">
      <inkml:brushProperty name="width" value="0.035" units="cm"/>
      <inkml:brushProperty name="height" value="0.035" units="cm"/>
    </inkml:brush>
  </inkml:definitions>
  <inkml:trace contextRef="#ctx0" brushRef="#br0">88 158 7045,'-12'6'731,"0"-1"1,0-1 0,-1 1 0,-25 3 10251,41-8-10595,25-3 79,1 1-1,42 3 0,16 0-91,97 0 69,57-2-109,83-9 89,-42 1-282,1395-4 167,-1289 20-274,15 0 29,238 11-83,224-18 71,-236 2-83,-611-1 28,572-17 24,-314 1 109,12-1-184,809-21 2744,-835 30-1581,118-7-160,-233 3-599,-122 9-254,-14 1-28,0 0 0,21 1 1,-28 1-177,-9-2-1628,-19-2-421,-34-11 0,-10-2-1587,-4 3-2870,-13-7-4251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5.111"/>
    </inkml:context>
    <inkml:brush xml:id="br0">
      <inkml:brushProperty name="width" value="0.035" units="cm"/>
      <inkml:brushProperty name="height" value="0.035" units="cm"/>
    </inkml:brush>
  </inkml:definitions>
  <inkml:trace contextRef="#ctx0" brushRef="#br0">904 17 8037,'-5'9'756,"-2"4"-18,5-3 7643,0-13-7769,2 3-510,-1-2 79,-1-1 0,0 1 0,1-1 1,-1 1-1,0 0 0,0 0 0,-1 0 0,-1-2 1,1 5-126,0-1 0,-1 1 1,1 0-1,0 0 0,0 0 1,0 1-1,0-1 1,-2 2-1,-14 6 85,-161 49 454,142-43-487,-170 74 444,186-77-491,0 1 0,1 1 0,1 1-1,0 0 1,1 2 0,1 0 0,-18 22 0,19-18 2,0 0 1,1 2-1,2 0 1,0 1 0,2 0-1,0 1 1,2 0-1,-9 33 1,7-4-22,2 1 0,3 0 0,2 0 0,3 0 0,2 0 0,3 0 0,1 1 0,4-2 0,20 81 0,-18-106-35,1-2-1,1 1 0,1-1 0,1-1 0,2-1 0,23 30 0,-32-45 3,0-1-1,1 0 1,1 0-1,-1-1 1,1 0-1,1-1 1,-1 1-1,1-2 1,1 1-1,-1-2 1,22 9-1,-18-9-5,1-1 0,0-1 0,0 0-1,0-1 1,0 0 0,1-1 0,-1-1-1,23-3 1,-10-1-18,1-2 0,-1-1 1,0-1-1,0-2 0,-1 0 0,0-2 0,-1-1 1,-1-1-1,33-23 0,-32 16-42,-1 0-1,0-2 1,-2 0 0,-1-2 0,33-46-1,76-149-278,-102 162 333,-2 0-1,-3-2 1,-3 0 0,-2-2 0,-3 0 0,-3-1 0,6-70-1,-17 110 18,0-1 0,-2 0-1,-1 0 1,-1 0-1,-8-39 1,7 52-10,0-1 0,-1 1 0,-1 0 0,0 0 0,0 0 0,-1 1 0,0-1 0,-1 1 0,0 1 0,0-1 0,-1 2 0,0-1 0,-12-9 0,0 4 1,0 0 0,-1 2 0,-1 0 0,0 1-1,0 1 1,-1 2 0,-1 0 0,-46-9 0,-12 4-33,-106-4 1,179 17 22,-72-4-424,-1 5-1,-151 19 1,198-14-1070,-65 19-1,84-19-337,0 0 0,1 1 0,-21 13 0,2 4-6621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5.737"/>
    </inkml:context>
    <inkml:brush xml:id="br0">
      <inkml:brushProperty name="width" value="0.035" units="cm"/>
      <inkml:brushProperty name="height" value="0.035" units="cm"/>
    </inkml:brush>
  </inkml:definitions>
  <inkml:trace contextRef="#ctx0" brushRef="#br0">19 200 6149,'0'0'11623,"-1"3"-11262,-4 16-218,1 0-1,0 1 1,2-1-1,0 1 1,1 0-1,2 23 1,0-18 10,8 98 283,-8-120-362,0 0 0,0 0-1,0 1 1,0-1-1,1 0 1,-1-1-1,1 1 1,0 0-1,2 3 1,0 0 103,-3-6-155,0 1-1,0-1 0,-1 0 1,1 0-1,0 0 0,0 0 1,-1 0-1,1 0 0,0 0 1,0 0-1,0 0 0,-1 0 1,1 0-1,0 0 0,0-1 1,-1 1-1,1 0 1,0-1-1,0 1 0,-1 0 1,1-1-1,0 1 0,-1-1 1,1 1-1,0-1 0,0 0 43,5-2-20,-1-1-1,0 0 1,0 0 0,-1 0-1,1-1 1,-1 1-1,0-1 1,0 0 0,-1 0-1,1 0 1,-1-1 0,0 1-1,2-8 1,5-12 56,11-50-1,-5 17-2,-6 29-24,-2-1 0,9-61 0,-15 75-23,0 0 1,1 0-1,1 0 0,0 1 1,1-1-1,1 1 0,11-22 1,-6 22-15,-9 12 15,1 5 15,10 9-18,0 1 0,-1 0 0,0 1 0,-1 0 0,-1 1 0,0 0 0,10 18-1,-4-8 19,25 27 0,14 18-28,-49-59-131,9 13-654,0-1 0,33 36 0,-32-39-7930,-2-1-815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6.130"/>
    </inkml:context>
    <inkml:brush xml:id="br0">
      <inkml:brushProperty name="width" value="0.035" units="cm"/>
      <inkml:brushProperty name="height" value="0.035" units="cm"/>
    </inkml:brush>
  </inkml:definitions>
  <inkml:trace contextRef="#ctx0" brushRef="#br0">1 64 10717,'0'0'7035,"1"3"-6113,13 26 835,-12-26-626,3-4 165,37-6 1248,79-26 0,-5 1-1329,-83 24-930,-18 3-685,0 1 0,0 1 0,0 1 0,0 0 0,0 1 0,15 0 0,-25 2-1784</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6.285"/>
    </inkml:context>
    <inkml:brush xml:id="br0">
      <inkml:brushProperty name="width" value="0.035" units="cm"/>
      <inkml:brushProperty name="height" value="0.035" units="cm"/>
    </inkml:brush>
  </inkml:definitions>
  <inkml:trace contextRef="#ctx0" brushRef="#br0">0 232 18042,'42'-67'2624,"4"36"-292,-8 6-276,5 0-592,-5 11-211,4 4-273,0-4-224,-21 7-384,4 0-492,-4-4-844,-4 1-849,1-1 61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7.643"/>
    </inkml:context>
    <inkml:brush xml:id="br0">
      <inkml:brushProperty name="width" value="0.035" units="cm"/>
      <inkml:brushProperty name="height" value="0.035" units="cm"/>
    </inkml:brush>
  </inkml:definitions>
  <inkml:trace contextRef="#ctx0" brushRef="#br0">1 331 10197,'1'-5'410,"0"1"-1,0 0 1,1 0 0,0 0-1,-1 0 1,1 0 0,1 0-1,-1 0 1,1 1 0,-1-1-1,1 1 1,0 0 0,0-1-1,1 1 1,-1 1 0,1-1-1,-1 0 1,5-1 0,8-9 417,23-15 579,0 2 0,2 1-1,0 2 1,2 2 0,76-26 0,-47 17-517,-50 19-955,1 2 0,0 1 1,32-8-1,-43 11-1496,-27 5-891,10 1 1731,-1 1 1,0 0 0,1 0-1,-1 1 1,1-1 0,0 1 0,0 0-1,0 0 1,-5 5 0,-4 2-2089,-33 15-8037</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4:57.830"/>
    </inkml:context>
    <inkml:brush xml:id="br0">
      <inkml:brushProperty name="width" value="0.035" units="cm"/>
      <inkml:brushProperty name="height" value="0.035" units="cm"/>
    </inkml:brush>
  </inkml:definitions>
  <inkml:trace contextRef="#ctx0" brushRef="#br0">1 249 20150,'49'-49'2124,"-18"14"-176,-17 21-240,15-3-412,-1 3-283,0-4-225,0 4 20,3 0-452,4 4-280,-3 3-404,-1-1-768,4 5-136,-3-4-421,-4-4-695,-4 4-856,-10-3-2849,0-1-5316</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00.191"/>
    </inkml:context>
    <inkml:brush xml:id="br0">
      <inkml:brushProperty name="width" value="0.035" units="cm"/>
      <inkml:brushProperty name="height" value="0.035" units="cm"/>
    </inkml:brush>
  </inkml:definitions>
  <inkml:trace contextRef="#ctx0" brushRef="#br0">0 558 7529,'0'0'7335,"3"0"-6116,151 7 3295,5 0-3236,419-17 523,442-57-1279,-365 0-34,687-55-148,83 62-98,-1091 53-319,939-10 3403,-746 6-1609,-308 5-865,-198 5-789,173-8 666,-36-2 62,-147 10-585,2 1-2808,-14-5 941,-2-5 835,0 1 0,-1-1 0,-1 0 1,0 1-1,0 0 0,-1 0 0,1 0 0,-2 1 0,-7-9 1,-24-21-5785,-6-1-4150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01.752"/>
    </inkml:context>
    <inkml:brush xml:id="br0">
      <inkml:brushProperty name="width" value="0.035" units="cm"/>
      <inkml:brushProperty name="height" value="0.035" units="cm"/>
    </inkml:brush>
  </inkml:definitions>
  <inkml:trace contextRef="#ctx0" brushRef="#br0">39 271 9949,'-1'0'476,"-21"-1"-719,11 4 2329,7 5 6613,7-6-8279,3 1-318,0 0 0,1 0-1,-1-1 1,0 0 0,1 0 0,0-1 0,-1 0 0,1 0 0,13 0 0,610 2 1684,-128 16-1351,-65-2-228,-1 7-154,-106-3 129,1076 10-128,-1389-31-59,651-8 87,-534 5-132,345-10 10,525-22 56,-406 9-34,-269 22 14,69-3 102,-169-1-145,57-3 20,299-33 49,160-10 0,203-14-63,-765 55 44,147-7 67,-98 13-65,97 0 107,-82 2 217,96 2 977,-265 7-849,-39-2-9,1 0 1,75-9-1,-91 4 44,41 0 0,-43 3 0,38-5 0,-49 4-362,-1 0-1,1 1 0,-1 0 1,11 1-1,-17 0 60,14 2-45,-15-2-94,0-1 1,0 0 0,0 0-1,0 0 1,0 0 0,0-1 0,0 1-1,0-1 1,0 0 0,0 0-1,0 0 1,0 0 0,4-3 0,-5 3 236,-5 0-4251,2 1 3666,-1 0 1,0-1-1,1 1 1,-1-1-1,1 0 0,-1 1 1,1-1-1,0 0 1,-2-1-1,-6-3-634,-57-20-9425,13 0-1133</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15.425"/>
    </inkml:context>
    <inkml:brush xml:id="br0">
      <inkml:brushProperty name="width" value="0.035" units="cm"/>
      <inkml:brushProperty name="height" value="0.035" units="cm"/>
    </inkml:brush>
  </inkml:definitions>
  <inkml:trace contextRef="#ctx0" brushRef="#br0">228 113 5368,'-31'10'13181,"28"-8"-13038,-111 64 355,65-44 364,46-21-440,1 1 1,-24 14 4598,29-18-4601,2-1-304,0 0 0,0 0 0,0 1-1,0 0 1,1 0 0,-1 0 0,1 0-1,9 0 1,51-5 309,-32 5-313,-15 0-40,291-21 937,263-19-410,-365 21-478,661-42 94,-755 57-229,444-15 504,-494 24-221,-41-1-14,0-1-1,45-4 1,42-7 112,-38 9-346,-48 2-16,-1-2 0,46-6 1,-48 4 33,1 1 1,44 1-1,-42 1 95,43 2-167,-42 0 60,0-1-1,-1-1 1,31-5-1,-52 5-51,-39 10-2448,12-6-536,-1-1 0,1-1 0,-1-2 0,-40-3-1,16-10-8633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19.587"/>
    </inkml:context>
    <inkml:brush xml:id="br0">
      <inkml:brushProperty name="width" value="0.035" units="cm"/>
      <inkml:brushProperty name="height" value="0.035" units="cm"/>
    </inkml:brush>
  </inkml:definitions>
  <inkml:trace contextRef="#ctx0" brushRef="#br0">1417 159 10337,'0'0'12576,"-2"-2"-12380,-8-5-55,0 0 1,0 1 0,-1 0 0,0 1-1,-21-8 1,-233-52 364,163 53-428,37 5-63,19 2 24,-1 2-1,0 2 1,-83 9 0,95-3-37,0 1 1,1 2 0,0 2-1,1 0 1,-54 27 0,66-26 12,1 2 0,0 0 0,1 1 0,0 1 0,1 1 0,1 1 0,-21 26-1,16-16 41,2 2 0,1 0 0,2 0 0,-21 47 0,24-37 112,-15 63-1,13-43-131,7-19 21,3 0 0,1 1 0,2 0 0,3 68-1,1-52-71,1-29 43,2-1 0,13 48 1,-9-44-46,-3-10 32,1-1 0,1 0 0,1 0 0,0-1 1,2 0-1,0 0 0,23 30 0,-15-27 6,0-1 0,2 0 0,1-2 0,0 0 0,29 19 0,-6-10 1,0-3 0,2-1 0,1-2-1,0-3 1,99 27 0,-73-28 1,149 16 0,-172-31-37,-1-2-1,1-2 1,97-15-1,-57-1-145,175-59 0,-217 58 168,-1-3-1,-1-1 1,0-3-1,-2-1 1,45-36-1,-68 43 90,0 0-1,-2-1 1,0-1 0,-1-1-1,-2-1 1,0 0 0,14-28-1,-15 16 154,-1-1 0,-2 0-1,-2 0 1,-1-1-1,5-47 1,-8 42 90,-2 0 0,-1-45 0,-4 61-163,-1 0 0,-1 0 0,-2 0 1,-11-38-1,7 34-80,-3 1 0,0 0 1,-1 1-1,-2 1 0,-1 0 0,-1 1 0,-1 1 1,-1 0-1,-2 1 0,-44-39 0,30 33-182,-1 1 0,-1 2-1,-1 2 1,-2 1 0,0 3-1,-74-29 1,82 39-519,0 1-1,-1 2 1,0 2-1,0 1 1,-1 1 0,1 2-1,-1 1 1,0 2 0,-63 9-1,35 4-2902,1 2 0,-86 36 0,3 6-7414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29.285"/>
    </inkml:context>
    <inkml:brush xml:id="br0">
      <inkml:brushProperty name="width" value="0.035" units="cm"/>
      <inkml:brushProperty name="height" value="0.035" units="cm"/>
    </inkml:brush>
  </inkml:definitions>
  <inkml:trace contextRef="#ctx0" brushRef="#br0">465 91 5465,'21'-45'13419,"-22"43"-13400,1 0 0,-1 1 0,0-1 0,0 1 0,0 0 0,0-1 0,0 1 0,0 0 0,0-1 0,0 1 0,0 0 0,-1 0 0,1 0 0,0 0 0,-1 0 0,1 0-1,-1 0 1,1 1 0,-1-1 0,1 1 0,-1-1 0,0 1 0,1-1 0,-1 1 0,0 0 0,1 0 0,-1 0 0,-3 0 0,-5 0 111,0 0 0,-1 1 0,-13 4 0,15-4-131,5 0 73,-1-1 2,-87 6 151,88-5-218,-38 5-25,38-5 57,1-1-41,-7 1 9,0 0 1,1 1-1,-13 4 1,8-2 13,12-4-4,-1 2-30,-9 6-13,0 0 0,-15 14 0,25-20 92,1 0-19,-42 95-21,27-69-91,13-25 67,1 0 0,0 1 0,0-1 1,0 1-1,0-1 0,-2 8 1,1 9-1,2-16-5,-6 14-30,3 1 34,0 0 1,0 0-1,2 0 0,1 0 0,0 0 1,3 25-1,-2-6-90,1-21 114,1 0 1,0-1-1,1 1 1,0-1-1,2 1 1,8 21-1,-3-17-6,2-1-1,23 33 1,-9-16 12,12 2-119,-25-27 105,-11-10-11,0 0 6,25 16-45,-24-17 34,-1 1 11,59 35-52,-53-32 33,0-1-1,1 1 1,-1-2-1,1 1 1,12 2 0,-18-5-1,0 0 28,32 8 15,-31-9-44,14 7-9,-1-4 50,-13-2 29,-1 0 8,32 1-55,-31-2-9,13-2 6,-7 1 8,0-1 6,14-12-38,-15 9 4,17-12-7,0-1 0,42-39 0,-22 11 26,-44 44 9,12-12-2,26-29 153,-38 40-176,-2 2 12,1 0 1,-1 0-1,0-1 1,1 1-1,-1 0 1,1 0-1,-1 0 1,1 0-1,0 0 1,-1 0-1,1 0 1,0 0-1,0 0 1,0 0-1,0 1 1,1-2-1,5-7 86,32-39 544,-37 46-570,2-15 37,1 5-42,-4 10-17,0-2-2,1-9 25,1 0 0,1 0 0,6-16 0,-9 27-43,0-2-9,8-34 128,-8 34-17,-1 2-46,9-25-9,-8 25-15,-1-2-25,0-37 27,0 37-54,1 0 2,8-31 15,-8 32 9,-2-1-9,-8-34 17,8 34-2,1 0-19,-6-34 7,5 35-8,0 0-8,-11-26-1,11 26 33,0 0 6,-9-14 50,-2 0 0,0 1 0,0 0-1,-2 1 1,1 1 0,-26-21 0,29 28-49,-1 0 0,0 1 1,0 0-1,-1 0 0,-17-5 0,12 5-47,-42-12 321,49 14-303,-1 0 0,1 1 0,-1 0-1,0 1 1,-12-1 0,-7-2 8,21 4-37,-1 0 0,1 0 0,-1 1-1,-14 1 1,-8 1 8,4-1-70,0 3 0,1 0 0,0 1 0,0 2-1,0 1 1,-37 16 0,4 9-820,57-32 467,1 1-2239,-25 10-1424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07.032"/>
    </inkml:context>
    <inkml:brush xml:id="br0">
      <inkml:brushProperty name="width" value="0.035" units="cm"/>
      <inkml:brushProperty name="height" value="0.035" units="cm"/>
    </inkml:brush>
  </inkml:definitions>
  <inkml:trace contextRef="#ctx0" brushRef="#br0">50 89 5100,'-21'0'1125,"17"0"-137,2 1-38,-2 3 114,-14 12 11205,25-5-11626,-6-9-608,1-1 1,-1 1-1,0-1 0,1 0 1,-1 0-1,1 1 1,-1-1-1,1 0 0,0 0 1,-1-1-1,1 1 1,0 0-1,0 0 1,-1-1-1,5 1 0,33 4 302,-16-3-170,471 29 1866,234-27-1417,-434 2-513,175 2-76,-2-23 108,401-40-126,137-12-4,-660 54 1,6 5 817,-342 8-778,410 8 1709,-352-6-1592,382 2 830,-435-4-927,42-4 427,-51 4-376,-2 0-35,35-3 45,-34 3 61,0 1-177,31 4-10,-32-4-15,-8-2-2677,-46-9-859,-4-1-816,17 1-1289,-9-7-6075</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09.932"/>
    </inkml:context>
    <inkml:brush xml:id="br0">
      <inkml:brushProperty name="width" value="0.035" units="cm"/>
      <inkml:brushProperty name="height" value="0.035" units="cm"/>
    </inkml:brush>
  </inkml:definitions>
  <inkml:trace contextRef="#ctx0" brushRef="#br0">246 7 5469,'0'0'16790,"-3"1"-16620,1-1-140,0 1 0,0 0 0,0-1 0,0 1-1,0 0 1,0 0 0,0 0 0,0 0-1,1 1 1,-1-1 0,-2 2 0,-1-3 70,-106-9 439,94 8-463,13 1 91,1-1-50,-21 0 79,16 0 185,1 1 0,-1-1 0,1 0 0,-14-3-1,19 2 1391,28 4-1138,36 5-1,21 3-178,383 23 255,-259-14-669,20 1 42,160 11-76,-195-21 31,448 13 65,-177-13-45,-379-10 443,134-16 0,-204 14-306,0 1-1,24 0 1,14 1 571,-38-1-759,-13 0-6,-1 1 1,1 0-1,0-1 1,0 1-1,0 0 1,0 0-1,0 0 1,0 0-1,0 0 1,0 0-1,0 0 1,0 0-1,0 0 1,0 0-1,0 1 1,0-1-1,0 0 0,1 1 1,0 1-1,0-1-1,0 0 1,0 1 0,1-1 0,-1 0-1,0 0 1,1 0 0,-1-1 0,1 1-1,-1 0 1,4-1 0,0 2 30,-1-1-7,25-2-340,-49-15-3171,8 10 2154,0 0 0,0 1 0,-1 0 1,-19-5-1,-14-6-6197,14 0-4300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37.657"/>
    </inkml:context>
    <inkml:brush xml:id="br0">
      <inkml:brushProperty name="width" value="0.035" units="cm"/>
      <inkml:brushProperty name="height" value="0.035" units="cm"/>
    </inkml:brush>
  </inkml:definitions>
  <inkml:trace contextRef="#ctx0" brushRef="#br0">576 167 5505,'25'-21'9132,"6"7"-504,-34 13-8550,-26-10 27,0 3 1,-35-7-1,58 14-99,0 0 0,0-1 0,1 1 0,-1-1-1,-6-3 1,7 2 1,-1 1-1,0 0 1,1 0 0,-1 0-1,-7 0 1,-57-8-28,1 6 45,65 4 87,0 1-119,-1 0 11,-1 0-1,1 0 1,0 1-1,0-1 1,-1 1-1,1 1 1,1-1-1,-1 1 1,0 0-1,0 0 1,-6 6-1,-26 19-73,-13 13 106,34-28-94,-6 9-27,16-13 75,0-1 0,0 0 0,-1 0 0,-8 9 0,0-2 1,13-13 11,-4 16-14,-14 31-6,19-48 19,1 0 1,0 0-1,-1 0 1,1 0-1,0 0 1,0 0-1,0 0 1,0 0-1,0 0 1,0 0-1,0 0 1,0 1-1,0-1 1,1 0-1,-1-1 1,1 3-1,0 3 0,-1 26-11,2 24 58,4-24-52,24 106 29,-28-131-19,-1 0 1,0 0 0,-1 0 0,0 15 0,1 6-80,6 44 81,-6-65-22,-1-1 0,1 0 0,1 1 0,-1-1-1,1 0 1,4 9 0,1 7 4,-3-4-3,-3-11 4,0 0 1,1 0 0,0 0-1,0-1 1,1 1-1,0-1 1,5 10-1,-2-6 3,1-1-1,-1 0 0,1 0 0,1-1 0,0 1 1,0-2-1,1 1 0,0-1 0,0-1 0,16 10 0,-19-13-1,-1 0 0,1 1-1,-1 0 1,9 7-1,18 13-35,-5-11-27,39 28 1,-63-39 65,0-1-1,1 1 0,-1-1 1,0 1-1,0-1 1,0 0-1,5 1 1,2 1-3,17 10-7,-20-11 0,2-2 0,85 3-49,-89-3 50,1 0 0,-1 0 1,0 0-1,1-1 0,-1 1 0,8-3 0,-2 1-2,-6 1-3,36-6-40,-33 6 56,1 0 0,-1 0 0,0-1 0,1 0-1,-1-1 1,0 0 0,-1 0 0,1-1 0,0 0-1,-1 0 1,0-1 0,0 0 0,10-9 0,12-7-12,15-13 13,-31 23 5,1 0 0,19-11 0,-28 19-2,-1 0 0,0-1-1,0 1 1,0-1 0,0 0 0,-1 0-1,0 0 1,1 0 0,-2 0 0,4-6-1,17-21 34,-22 29-31,1 0 0,-1 0 0,0 1 0,1-1 0,-1 0-1,0 0 1,0 0 0,0-1 0,0-1 0,8-14-1,9-16 24,-3 2-40,-8 16 118,1 0-1,14-21 1,-21 36-98,-1 0 0,1 0 1,0-1-1,-1 1 0,1 0 0,-1 0 0,0-1 1,1 1-1,-1 0 0,0-1 0,0 1 0,0 0 1,0-1-1,0 1 0,0-3 0,0-3 7,1-3 31,-1 0 0,-1-1-1,0 1 1,0 0 0,-1-1-1,-3-11 1,-4-20 55,-2-13-47,7 42-42,1 0-1,1-1 0,-2-25 0,2 11 57,-1 0 1,-9-32-1,5 22 127,6 35-88,1-1 52,-6-34-77,5 34-56,-6-13 34,-19-23 83,24 38-117,0-1 19,-35-38 109,34 38-127,-1-1-1,0 1 1,0 0 0,0 0 0,-1 0 0,1 1 0,-1-1 0,-8-2 0,10 3-11,0 1 1,0-1 0,0 1 0,0-1 0,1 0-1,-1 0 1,1 0 0,-1-1 0,-2-3 0,-9-6 25,-29-15 228,40 25 435,3 1-689,0 0 0,-1 0-1,1 0 1,0 0 0,-1 0-1,1 0 1,-1 0 0,0 0-1,1 0 1,-1 0 0,0 1-1,1-1 1,-1 0 0,0 0-1,-1 0 1,1 0-7,0 0 1,0 1-1,0-1 0,1 0 1,-1 0-1,0 0 0,1 0 1,-1 1-1,0-1 0,1 0 1,-1 0-1,1 0 0,-1 0 1,1-1-1,-1 0 0,-2 1 20,-32-5 6,31 6-34,-1 0 46,-29-3 16,24 2-62,1 0-1,-1 1 0,1-1 0,-1 2 1,0 0-1,-11 2 0,-14 5 5,-38 4-1,33-7-43,8-1 29,21-3 16,0 0 1,1 1-1,-14 4 0,4 0-38,5-3 21,1 2 1,-18 8-1,29-12 44,0-25-23518</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43.253"/>
    </inkml:context>
    <inkml:brush xml:id="br0">
      <inkml:brushProperty name="width" value="0.035" units="cm"/>
      <inkml:brushProperty name="height" value="0.035" units="cm"/>
    </inkml:brush>
  </inkml:definitions>
  <inkml:trace contextRef="#ctx0" brushRef="#br0">857 429 22512,'-1'16'0,"0"1"0,0 0 0,-2 0 0,0-1 0,0 1 0,-1-1 0,-1 0 0,-1 0 0,0-1 0,-1 1 0,0-1 0,-1 0 0,0-1 0,-2 0 0,1 0 0,-1 0 0,-1-1 0,0-1 0,-1 0 0,0 0 0,0-1 0,-1 0 0,-1-1 0,0 0 0,0-1 0,0-1 0,-1 0 0,0-1 0,-1 0 0,1-1 0,-1 0 0,0-1 0,-1-1 0,1-1 0,-1 0 0,1 0 0,-1-2 0,0 0 0,0 0 0,1-2 0,-1 0 0,0 0 0,0-2 0,1 0 0,-1 0 0,1-1 0,0-1 0,0-1 0,0 0 0,1-1 0,0 0 0,0-1 0,1 0 0,-1-1 0,2-1 0,-1 0 0,1-1 0,1 0 0,-1-1 0,2 0 0,0 0 0,0-1 0,1-1 0,0 0 0,1 0 0,1 0 0,0-1 0,0 0 0,2-1 0,-1 1 0,2-1 0,0 0 0,1 0 0,0-1 0,1 1 0,1-1 0,0 0 0,1 0 0,1 1 0,0-1 0,1 0 0,1 0 0,0 1 0,1-1 0,1 1 0,0-1 0,1 1 0,0 1 0,2-1 0,-1 0 0,2 1 0,0 1 0,0-1 0,1 1 0,1 0 0,0 1 0,1 0 0,0 0 0,0 1 0,2 0 0,-1 1 0,1 1 0,1-1 0,-1 2 0,2 0 0,-1 0 0,1 1 0,0 1 0,0 0 0,1 1 0,0 1 0,0 0 0,0 0 0,1 2 0,-1 0 0,1 1 0,0 0 0,0 1 0,-1 1 0,1 0 0,0 1 0,0 1 0,-1 0 0,1 1 0,-1 0 0,1 2 0,-1 0 0,0 0 0,-1 1 0,1 1 0,-1 0 0,0 1 0,-1 1 0,0 0 0,0 0 0,0 2 0,-1-1 0,-1 1 0,0 1 0,0 0 0,-1 1 0,0 0 0,-1 0 0,-1 1 0,1 0 0,-2 1 0,0-1 0,-1 1 0,0 1 0,-1 0 0,0-1 0,-1 1 0,-1 1 0,-1-1 0,0 1 0,0-1 0,-2 1 0,0 0 0,0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5:46.059"/>
    </inkml:context>
    <inkml:brush xml:id="br0">
      <inkml:brushProperty name="width" value="0.035" units="cm"/>
      <inkml:brushProperty name="height" value="0.035" units="cm"/>
    </inkml:brush>
  </inkml:definitions>
  <inkml:trace contextRef="#ctx0" brushRef="#br0">1051 526 24539,'0'20'0,"-2"1"0,0-1 0,0 1 0,-2-1 0,-1 0 0,0 0 0,-1 0 0,0-1 0,-2 1 0,0-1 0,-1-1 0,-1 0 0,0 0 0,-2 0 0,1-2 0,-2 1 0,0-1 0,-1-1 0,0 0 0,-1-1 0,0 0 0,-1-1 0,-1 0 0,1-2 0,-2 1 0,0-2 0,0 0 0,0-1 0,-1-1 0,-1 0 0,1-2 0,-1 0 0,0-1 0,0 0 0,0-1 0,-1-2 0,1 0 0,-1 0 0,1-2 0,-1 0 0,0-2 0,1 0 0,-1 0 0,1-2 0,0-1 0,0 0 0,0-1 0,1 0 0,0-2 0,0 0 0,0-1 0,1-1 0,0 0 0,1-2 0,0 1 0,0-2 0,1 0 0,1-1 0,0 0 0,1-1 0,0 0 0,1-1 0,1-1 0,0 1 0,1-2 0,0 0 0,2 0 0,0 0 0,0-1 0,2-1 0,0 1 0,1-1 0,1 0 0,0 0 0,2 0 0,0-1 0,1 1 0,1-1 0,0 1 0,2-1 0,0 0 0,1 1 0,1-1 0,0 1 0,2 0 0,0 0 0,1 0 0,1 1 0,0 0 0,2 0 0,0 0 0,0 1 0,2 0 0,0 1 0,1 0 0,0 0 0,1 1 0,1 1 0,0 0 0,1 1 0,0 0 0,1 1 0,1 1 0,0 0 0,0 1 0,1 0 0,0 2 0,1 0 0,0 0 0,0 2 0,0 0 0,1 1 0,0 1 0,0 0 0,0 2 0,1 0 0,-1 1 0,1 1 0,0 0 0,-1 2 0,1 0 0,-1 1 0,1 1 0,-1 0 0,0 2 0,0 0 0,0 1 0,-1 1 0,1 0 0,-1 2 0,-1 0 0,0 0 0,0 2 0,0 0 0,-2 1 0,1 0 0,-1 1 0,-1 1 0,0 0 0,-1 1 0,0 0 0,-1 1 0,0 1 0,-2 0 0,1 0 0,-2 1 0,0 0 0,-1 1 0,-1 0 0,0 0 0,-2 0 0,0 1 0,-1 0 0,0 0 0,-1 0 0,-2 1 0,0-1 0,0 1 0,-2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1.963"/>
    </inkml:context>
    <inkml:brush xml:id="br0">
      <inkml:brushProperty name="width" value="0.035" units="cm"/>
      <inkml:brushProperty name="height" value="0.035" units="cm"/>
    </inkml:brush>
  </inkml:definitions>
  <inkml:trace contextRef="#ctx0" brushRef="#br0">611 171 5869,'0'0'1309,"2"-3"-199,22-23 941,-22 23-1124,2 2 15,73-22 10726,-80 21-11608,-24-18 104,20 17-32,-279 11 1461,258-5-1525,1 2 1,0 1-1,-50 18 1,61-18-84,8-3 35,1 0 1,-1 1 0,1 0 0,0 0 0,0 1-1,0 0 1,1 0 0,0 0 0,0 1-1,-10 12 1,0 4 151,-26 45 0,32-49-122,-2 7 15,1 0-1,1 1 1,2 0 0,0 1 0,-6 50-1,10-50-63,3 0 0,1 37 0,0-24 36,2-12-26,1-1 0,1 0 0,1 0 0,17 51-1,-11-52-32,28 51 0,-26-53 23,4 3-25,1-1-1,1-1 1,30 31 0,-37-42 20,1 0-93,0-1 1,1 0-1,0-1 1,1-1 0,1 0-1,-1-1 1,2-1-1,31 14 1,-31-17-40,0-1 1,1 0 0,-1-1 0,1-1-1,0-1 1,0 0 0,30-2 0,-3-3-198,83-16 0,-92 9 78,43-15 1,-2-1-46,-65 22 236,0-1 0,22-12 0,6-3-16,-27 13 65,0 0-1,-1-2 0,1 1 0,20-21 0,-9 9 7,32-33-12,-6 4 26,-37 35 68,27-22-1,-31 28-80,0 1 0,-1-2-1,12-14 1,-3 4 170,-14 16-163,0-1 1,0 1 0,-1-1-1,1 0 1,-1 0-1,2-5 1,1-1 7,-3 7 20,-1-13 222,1 0 0,4-19 0,-3 20 66,0 1 0,0-17 0,-3 30-286,0 0 1,0 0-1,0 0 0,0 0 1,0 0-1,1 0 1,-1 0-1,0 0 0,1 0 1,-1 1-1,1-1 1,-1 0-1,1 0 1,-1 0-1,1 0 0,0 1 1,-1-1-1,2-1 1,-1 1 2,0 0 1,0 1-1,-1-1 1,1 0-1,0 0 1,-1 0-1,1 0 1,-1 0-1,1 0 1,-1 0-1,1 0 0,-1 0 1,0 0-1,1 0 1,-1 0-1,0 0 1,0-1-1,0-1 1,0-11 156,1 1 92,-1 0 0,-1 0 1,0 0-1,-1 1 0,-5-21 1,3 21-71,-31-90 586,21 68-652,4 7-28,-1 1 1,-1 1 0,-1-1-1,-1 2 1,-31-40-1,31 48-51,4 3-26,0 1-1,-1 1 1,0 0 0,-1 1-1,0 0 1,0 0 0,-17-8-1,6 5-18,-1 1 0,-1 2 1,0 0-1,0 1 0,-1 2 0,0 0 0,-40-3 0,16 8-125,-1 2-1,0 3 1,-63 11-1,41 0-2569,-113 38 0,164-46 238,-40 6-1,13-3-4702,28-2-2802</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2.577"/>
    </inkml:context>
    <inkml:brush xml:id="br0">
      <inkml:brushProperty name="width" value="0.035" units="cm"/>
      <inkml:brushProperty name="height" value="0.035" units="cm"/>
    </inkml:brush>
  </inkml:definitions>
  <inkml:trace contextRef="#ctx0" brushRef="#br0">365 0 12237,'0'1'238,"0"0"-1,0-1 0,0 1 1,0-1-1,0 1 1,0-1-1,0 1 0,0 0 1,0-1-1,0 1 1,0-1-1,0 1 0,0 0 1,0-1-1,-1 1 1,1-1-1,0 1 0,0-1 1,-1 1-1,1-1 1,0 1-1,-1-1 0,1 1 1,-1-1-1,0 1 1,-16 8 1070,15-8-1186,-1 1 0,0-1 1,1 0-1,-1 1 1,1 0-1,-1-1 0,-2 4 1,2-2-19,1 1 0,-1-1 0,1 1 0,0 0 0,0 0 0,0 0 0,0 0 0,-1 5 0,-3 8 82,-67 153 734,30-73-588,-38 124 0,30-70-873,22-70-1854,28-76 812,-13-26-14317</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2.810"/>
    </inkml:context>
    <inkml:brush xml:id="br0">
      <inkml:brushProperty name="width" value="0.035" units="cm"/>
      <inkml:brushProperty name="height" value="0.035" units="cm"/>
    </inkml:brush>
  </inkml:definitions>
  <inkml:trace contextRef="#ctx0" brushRef="#br0">1 0 12969,'0'0'8428,"3"2"-6557,94 41 3253,-47-22-3554,56 33-1,-46-18-1090,114 71 406,-68-28-4128,-71-43-3354,-21-21-879</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3.270"/>
    </inkml:context>
    <inkml:brush xml:id="br0">
      <inkml:brushProperty name="width" value="0.035" units="cm"/>
      <inkml:brushProperty name="height" value="0.035" units="cm"/>
    </inkml:brush>
  </inkml:definitions>
  <inkml:trace contextRef="#ctx0" brushRef="#br0">1 256 16406,'32'12'2646,"-22"-13"827,-3-9-2567,-7 9-398,2-1-210,0 1 1,0-1-1,0 0 0,0 0 1,0 1-1,0-1 0,0 1 1,1 0-1,-1-1 0,1 1 1,-1 0-1,1 0 0,3 0 1,36-5 1392,-26 4-995,641-130 1550,-602 118-2228,-30 8 36,23-11-327,-49 16 255,1 1-1,0 0 0,0 0 0,0 0 1,0 0-1,0 0 0,0 0 0,0 0 1,-1 0-1,1 0 0,0 0 0,0-1 1,0 1-1,0 0 0,0 0 0,0 0 1,0 0-1,0 0 0,0 0 0,0-1 0,0 1 1,0 0-1,0 0 0,0 0 0,0 0 1,0 0-1,0-1 0,0 1 0,0 0 1,0 0-1,0 0 0,0 0 0,0 0 1,0 0-1,0-1 0,0 1 0,0 0 1,0 0-1,0 0 0,0 0 0,0 0 1,0 0-1,0 0 0,1-1 0,-1 1 1,0 0-1,0 0 0,0 0 0,0 0 1,0 0-1,0 0 0,0 0 0,1 0 1,-1 0-1,0 0 0,0 0 0,0 0 1,0 0-1,0 0 0,0-1 0,1 1 1,-1 0-1,0 0 0,0 0 0,0 1 1,0-1-1,0 0 0,1 0 0,-1 0 1,-8-14-1907,-12-17-8507,19 30 9107,-1 0 1,1 1-1,-1-1 1,1 0-1,-1 0 1,0 1-1,1-1 1,-1 1-1,0-1 0,1 1 1,-4 0-1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3.743"/>
    </inkml:context>
    <inkml:brush xml:id="br0">
      <inkml:brushProperty name="width" value="0.035" units="cm"/>
      <inkml:brushProperty name="height" value="0.035" units="cm"/>
    </inkml:brush>
  </inkml:definitions>
  <inkml:trace contextRef="#ctx0" brushRef="#br0">7 95 15729,'-1'0'131,"0"-1"0,1 0 0,-1 0-1,1 1 1,-1-1 0,1 0 0,-1 0-1,1 0 1,0 0 0,-1 0-1,1 1 1,0-1 0,0 0 0,-1 0-1,1 0 1,0 0 0,0 0-1,0 0 1,0 0 0,1 0 0,-1 0-1,0 0 1,0 0 0,0 0 0,1 0-1,-1 1 1,1-3 0,1 2 281,1-1 1,-1 1-1,0-1 1,0 1-1,1 0 1,-1 0-1,1 1 1,-1-1 0,4 0-1,10-4 1436,10-3 670,28-3 0,-29 6-1805,121-23-208,-112 27-4537,-26 2 2459,-22 17-9600,-3 2-682</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3.914"/>
    </inkml:context>
    <inkml:brush xml:id="br0">
      <inkml:brushProperty name="width" value="0.035" units="cm"/>
      <inkml:brushProperty name="height" value="0.035" units="cm"/>
    </inkml:brush>
  </inkml:definitions>
  <inkml:trace contextRef="#ctx0" brushRef="#br0">1 141 20722,'52'-14'2968,"4"-11"-388,-7 7-387,-3 4-453,-1 4-348,1-4-292,0 0-1028,-11 7-72,-18 3 0,11 1 0,-3-1 0,-11-6-1980,3 6-1228,-45 8-7449,4 3-3281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4.623"/>
    </inkml:context>
    <inkml:brush xml:id="br0">
      <inkml:brushProperty name="width" value="0.035" units="cm"/>
      <inkml:brushProperty name="height" value="0.035" units="cm"/>
    </inkml:brush>
  </inkml:definitions>
  <inkml:trace contextRef="#ctx0" brushRef="#br0">498 7 13961,'-3'3'690,"-1"0"0,1 0 0,-1-1 0,0 0 0,1 0-1,-1 0 1,0 0 0,0 0 0,0-1 0,-1 1 0,1-1 0,-7 1-1,-12 3-1033,-15 10 657,-74 37 0,46-19-227,31-17-30,1 2 0,-39 27 0,30-9 229,42-35-268,0 0-1,0 0 0,0 0 1,0 0-1,0 0 0,1 0 0,-1 0 1,0 0-1,1 0 0,-1 0 1,1 0-1,-1 0 0,1 1 1,0-1-1,-1 0 0,1 2 1,-2 2 50,2-3-30,-1-1 0,1 0 0,-1 0 0,1 1 0,-1-1 0,1 0 0,0 1 0,0-1 0,-1 0 0,1 1 0,0-1 0,0 1 0,1-1 0,-1 0 0,0 1 0,0-1 0,1 0 0,-1 1 0,0-1 0,1 0 1,0 1-1,-1-1 0,1 0 0,0 0 0,-1 0 0,1 0 0,0 1 0,0-1 0,1 1 0,-2-2-39,5 5 95,-1-1 0,1 0 0,0 0 1,0 0-1,1 0 0,-1-1 1,1 0-1,-1 0 0,1-1 0,0 1 1,0-1-1,0 0 0,13 1 0,-2 0 33,1 0 0,0-2 0,34-1 0,-45 0-171,0 0-1,0-1 0,0 1 1,0-2-1,0 1 1,0-1-1,0 0 0,-1 0 1,1-1-1,-1 0 0,1 0 1,-1 0-1,0-1 1,10-8-1,2-5-301,-1 0 1,-1-1-1,0-1 0,16-26 0,-24 34 330,-1-1-1,-1-1 0,0 1 0,-1-1 0,0 0 1,-1 0-1,0-1 0,-1 1 0,2-17 1,-3 9 512,-1 17 80,-1 0-27,0-37 259,0 37 324,0 9-767,2 43 145,13 63 0,-7-61-286,2 73-1,-13 76-579,3-180-501,1 0 0,1 0-1,6 26 1,1-11-3262,1-5-4099</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5.142"/>
    </inkml:context>
    <inkml:brush xml:id="br0">
      <inkml:brushProperty name="width" value="0.035" units="cm"/>
      <inkml:brushProperty name="height" value="0.035" units="cm"/>
    </inkml:brush>
  </inkml:definitions>
  <inkml:trace contextRef="#ctx0" brushRef="#br0">175 67 4712,'-32'-6'1161,"26"5"-103,3 2-240,-9 8 623,1 1 0,-17 16 0,21-18-236,0 0 0,-1-1 0,0 0 0,-12 9 0,14-12-926,4-2 439,0 0-41,-6 27 595,7-25 288,3-2-1238,0 1 1,0 0 0,0-1 0,0 1 0,-1 0-1,3 5 1,-4-6-227,1 0 1,0 0-1,0 0 0,0 1 1,1-1-1,-1-1 0,0 1 1,1 0-1,-1 0 0,4 2 1,4 0 234,1 0 0,-1-1 0,1 0 0,0-1 0,0 0 0,0 0 0,18-1 0,-21 0-164,185 6 2072,-162-7-1964,-7-1 21,43 5 1,-62-4-421,-6-4-628,-1-5 529,-1 0 0,0 0 1,0 1-1,-1-1 0,-1 1 0,1 0 0,-1 1 0,0-1 1,-1 1-1,0 0 0,0 1 0,-1-1 0,-12-7 0,-14-7-719,0 1-1,-41-16 0,-87-26-2690,156 60 2619,1 0 0,-1 0 0,1 0 0,-1 1 0,0 0 0,-9-1 0,1 1-2718</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7.121"/>
    </inkml:context>
    <inkml:brush xml:id="br0">
      <inkml:brushProperty name="width" value="0.035" units="cm"/>
      <inkml:brushProperty name="height" value="0.035" units="cm"/>
    </inkml:brush>
  </inkml:definitions>
  <inkml:trace contextRef="#ctx0" brushRef="#br0">1688 57 8581,'-6'7'2062,"15"-14"8298,-13 7-10042,-67-6 779,44 4-781,-1-1 0,-37-8 1,9 0-31,-82-5 0,103 13-135,-123-1 222,109 4-246,18 2-87,0 1 1,-40 8-1,37-5-24,-58 18 54,29-7-75,17-4 88,0 2 0,-62 29 0,69-27-77,-116 60 316,139-68-221,-1 0-1,1 1 1,1 1-1,-23 20 1,-44 51 283,68-66-336,6-7-11,1 1 0,0 0 0,-11 20 1,-12 16 78,24-38-97,0 1 0,0 0 0,1 0-1,0 0 1,1 1 0,-4 10 0,-14 63 78,18-68-74,1 2 0,0 0 1,1 1-1,1 0 0,1-1 0,2 23 0,-2-32-9,2 13 34,1-1 1,1 1 0,1-1-1,0 0 1,2 0 0,0-1 0,2 0-1,0 0 1,0-1 0,2 0-1,19 25 1,-20-32-14,2 1 0,0-1-1,0-1 1,1 0 0,0 0 0,0-1 0,16 7 0,-17-9-25,9 4-1,0-1 0,1 0-1,0-2 1,45 12 0,96 7 54,-72-14-97,118 5 115,-179-16-100,-11-2 19,1 0 0,29-6 0,-12 2 14,19-2-60,-1-3 1,89-25-1,-59 8-224,141-64 0,-199 77 292,0-1 1,43-32 0,-62 39-9,-1 1 1,0-2 0,11-14-1,8-9-32,-8 11 16,-1 0 0,15-26 0,3-1-8,-12 9 70,-19 30-70,1 0 0,0 0 0,0 1 0,10-11 0,-10 11 30,0 0 1,0-1 0,0 1 0,7-17 0,-1 2 110,-9 19 52,-2 2-158,0 0-1,0-1 0,0 1 1,0-1-1,0 1 0,0 0 1,0-1-1,0 1 1,1-1-1,-1 1 0,0 0 1,2-2-1,-1-2 31,0-3 3,0 1 1,0-1-1,-1 0 1,0 1-1,0-1 0,-1 0 1,0 0-1,0 1 1,-1-1-1,-4-11 1,-4-5 60,-23-43 0,-2-2 119,26 48-170,-6-17 95,-3 1 0,-27-44 1,39 71-152,-1 1 1,0-1-1,0 1 1,-1 1-1,0-1 0,-1 1 1,1 1-1,-2 0 1,1 0-1,-1 1 1,0 0-1,0 0 1,-14-4-1,3 3-236,1 2-1,-1 1 1,0 0-1,0 2 1,-42-1-1,26 5-971,1 2-1,-60 14 0,0 2-2029,-6 1-5345,45-7-1773</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7.498"/>
    </inkml:context>
    <inkml:brush xml:id="br0">
      <inkml:brushProperty name="width" value="0.035" units="cm"/>
      <inkml:brushProperty name="height" value="0.035" units="cm"/>
    </inkml:brush>
  </inkml:definitions>
  <inkml:trace contextRef="#ctx0" brushRef="#br0">425 9 13129,'37'-8'1938,"-37"8"-1892,0 0-1,0 0 1,0 0-1,0 0 1,0 0-1,0 0 1,0 0-1,0 0 1,0 0-1,0 0 1,0 0-1,0 0 1,0 0-1,0 0 0,0 0 1,0 0-1,0 0 1,0 0-1,0 0 1,0 1-1,0-1 1,0 0-1,0 0 1,0 0-1,0 0 1,0 0-1,0 0 1,0 0-1,0 0 1,0 0-1,0 0 0,0 0 1,0 0-1,0 0 1,0 0-1,0 1 1,0-1-1,0 0 1,0 0-1,0 0 1,0 0-1,0 0 1,0 0-1,0 0 1,0 0-1,0 0 1,0 0-1,0 0 1,0 0-1,1 0 0,-1 0 1,0 0-1,0 0 1,-9 9 631,-5 5 990,-16 31-636,-43 50 0,-24 33-571,39-36-273,-86 124-245,138-207-431,-1-1 0,2 2 0,-1-1-1,-6 17 1,12-26 484,-1 4-1600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7.731"/>
    </inkml:context>
    <inkml:brush xml:id="br0">
      <inkml:brushProperty name="width" value="0.035" units="cm"/>
      <inkml:brushProperty name="height" value="0.035" units="cm"/>
    </inkml:brush>
  </inkml:definitions>
  <inkml:trace contextRef="#ctx0" brushRef="#br0">1 0 18214,'0'0'2439,"2"2"-110,6 3-1263,1-1 0,-1 0 0,1 0 0,0-1 0,14 4 0,10 4 79,48 19-351,144 62 656,-126-44-2697,-3 5 1,136 99-1,-231-152 944,0 1-1,0-1 1,0 1-1,0 0 1,0-1-1,-1 1 1,1 0-1,0 0 0,0 0 1,-1-1-1,1 1 1,-1 0-1,1 0 1,0 2-1,-7 8-6612,4-9 5709,-9 12-12160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8.190"/>
    </inkml:context>
    <inkml:brush xml:id="br0">
      <inkml:brushProperty name="width" value="0.035" units="cm"/>
      <inkml:brushProperty name="height" value="0.035" units="cm"/>
    </inkml:brush>
  </inkml:definitions>
  <inkml:trace contextRef="#ctx0" brushRef="#br0">7 192 15217,'-6'-20'2774,"6"20"-2721,0 0 1,0-1-1,-1 1 1,1 0-1,0 0 1,0 0-1,0 0 0,0-1 1,0 1-1,0 0 1,0 0-1,0 0 1,0 0-1,0-1 1,0 1-1,0 0 0,0 0 1,0 0-1,0 0 1,0-1-1,0 1 1,0 0-1,0 0 0,0 0 1,1 0-1,-1-1 1,0 1-1,0 0 1,0 0-1,0 0 1,0 0-1,0 0 0,0-1 1,1 1-1,-1 0 1,0 0-1,0 0 1,0 0-1,0 0 0,0 0 1,1 0-1,-1 0 1,0 0-1,0 0 1,0 0-1,1-1 1,11-4 1251,0 0 0,1 1 1,0 0-1,0 1 0,18-2 1,3-1-6,270-37 1456,-187 30-2380,-46 5-376,66-9 0,-109 10 0,-27 7-36,0-1 0,0 1 0,0-1 0,0 1 0,1-1 0,-1 1 0,0-1 0,0 0 0,0 0 0,0 0 0,0 1 0,-1-1 0,1 0 0,0 0 0,0 0 0,0 0 0,-1 0 0,1-1 0,-1 1 0,1 0 0,-1 0 0,1 0 0,-1-1 0,1 0 0,-1 1-76,0 0 0,0 0 0,0 0 0,0 1 0,0-1 0,0 0 0,0 0 0,0 0 0,-1 1 0,1-1 0,0 0 0,0 0 0,-1 1 0,1-1 0,0 0 0,-1 1 0,1-1 0,-1 0 0,1 1 0,-1-1 0,1 0 0,-1 1 0,1-1 1,-1 1-1,0-1 0,1 1 0,-1-1 0,0 1 0,1 0 0,-1-1 0,0 1 0,1 0 0,-2-1 0,-28 4-8986,-4 1-6880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8.644"/>
    </inkml:context>
    <inkml:brush xml:id="br0">
      <inkml:brushProperty name="width" value="0.035" units="cm"/>
      <inkml:brushProperty name="height" value="0.035" units="cm"/>
    </inkml:brush>
  </inkml:definitions>
  <inkml:trace contextRef="#ctx0" brushRef="#br0">1 70 16229,'0'1'160,"1"0"-1,0-1 0,-1 1 1,1 0-1,0-1 0,0 1 1,0-1-1,-1 1 0,1-1 1,0 1-1,0-1 0,0 1 0,0-1 1,0 0-1,0 0 0,0 1 1,0-1-1,0 0 0,0 0 1,0 0-1,0 0 0,0 0 1,-1 0-1,1-1 0,0 1 0,0 0 1,2-1-1,35-11 1944,-23 7-812,54-12 788,1 3 0,0 3 0,88-2-1,-99 9-1710,-7 3-2199,-75 5-4422,-8 12 1702,10-6 242,-30 9-8530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8.816"/>
    </inkml:context>
    <inkml:brush xml:id="br0">
      <inkml:brushProperty name="width" value="0.035" units="cm"/>
      <inkml:brushProperty name="height" value="0.035" units="cm"/>
    </inkml:brush>
  </inkml:definitions>
  <inkml:trace contextRef="#ctx0" brushRef="#br0">0 126 21878,'144'-38'3072,"-74"17"-483,-10 7-437,-4 3-432,-11 4-364,1-3-1356,-25 10 0,14-4 0,0 1-64,-11-4-2020,1-4-1192,-64 11-21083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19.321"/>
    </inkml:context>
    <inkml:brush xml:id="br0">
      <inkml:brushProperty name="width" value="0.035" units="cm"/>
      <inkml:brushProperty name="height" value="0.035" units="cm"/>
    </inkml:brush>
  </inkml:definitions>
  <inkml:trace contextRef="#ctx0" brushRef="#br0">54 4 15341,'21'-3'10560,"-29"26"-9684,2-6-684,-5 21-103,-27 123 520,33-132-852,1 1 1,2-1 0,2 53 0,2-57-285,6 30 0,-7-48 191,1-1 0,0 1 0,0-1 0,0 0 1,0 1-1,1-1 0,0 0 0,0-1 0,1 1 0,6 7 0,-7-10-289,1-2 0,-1 1-1,1 0 1,0-1 0,0 1-1,-1-1 1,1 0 0,0-1-1,0 1 1,0 0-1,0-1 1,0 0 0,0 0-1,0 0 1,0-1 0,7-1-1,34-7-7708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20.117"/>
    </inkml:context>
    <inkml:brush xml:id="br0">
      <inkml:brushProperty name="width" value="0.035" units="cm"/>
      <inkml:brushProperty name="height" value="0.035" units="cm"/>
    </inkml:brush>
  </inkml:definitions>
  <inkml:trace contextRef="#ctx0" brushRef="#br0">46 31 10613,'-21'-24'8820,"21"27"-8269,7 61 1622,-5-39-856,9 45 1,-9-61-1042,1 0 0,0-1 0,0 1 0,1-1 0,0 0 0,1 0 0,-1 0 0,12 13 0,-3-7-41,-1-2 0,2 0 0,0 0 0,0-1 0,1-1 1,0-1-1,1 0 0,0 0 0,0-2 0,29 9 0,-27-9-118,-13-5-213,0 0 1,0 0-1,0-1 0,1 0 1,-1 0-1,10 1 0,-15-2 2,1 0 0,0 0 1,0 0-1,-1 1 0,1-1 0,0 0 0,-1 0 0,1-1 0,0 1 0,0 0 0,-1 0 0,1 0 0,0 0 0,-1-1 0,1 1 0,0 0 0,-1 0 0,1-1 0,0 1 0,-1-1 0,2 0 0,-9-11-2065,2 7 2302,-4-4-823,0 0 0,-1 0-1,0 1 1,-1 1-1,1-1 1,-20-8 0,14 7 86,-28-21 0,-56-43 2098,27 28 3197,50 28-3086,21 15-914,10-16 549,-4 12-1102,-1 1 0,1 0-1,0 0 1,1 0 0,-1 1-1,1-1 1,0 1 0,0 0-1,1 0 1,7-4 0,7-2 195,33-13 0,-41 18-281,33-5 143,-23 6-220,0 0 26,-1 2-1,1 1 0,-1 0 1,23 3-1,3-1-42,-22 1 20,0 0 0,42 11 0,-60-11 10,88 25-76,-2 0 65,-80-24-72,1 0 0,-1 1 1,1 1-1,-1 0 0,23 13 0,-33-16-9,-17-12-200,10 6 289,-76-45-139,73 45 85,-1 0-1,0 1 0,0 0 0,-1 0 0,1 1 0,-9-2 1,-18-4-463,21 4-544,0 2 1,0 0-1,0 0 0,-22 1 1,5 0-3179,1-1-3313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21.228"/>
    </inkml:context>
    <inkml:brush xml:id="br0">
      <inkml:brushProperty name="width" value="0.035" units="cm"/>
      <inkml:brushProperty name="height" value="0.035" units="cm"/>
    </inkml:brush>
  </inkml:definitions>
  <inkml:trace contextRef="#ctx0" brushRef="#br0">111 27 6397,'7'-2'1166,"-10"5"-577,-5 7 2045,6-9-2082,-9 7-98,0 0 0,0 0 0,2 1 0,-1 0 0,1 1 0,-13 18 0,20-25 1214,2-2-1554,0-1 0,0 1 1,-1 0-1,1 0 0,0 0 0,0 0 0,-1 0 0,1-1 0,-1 1 0,1 0 1,-1 0-1,1 0 0,-1-1 0,0 2 0,0-1 20,0 1 0,0-1 0,0 0 0,0 1 0,1-1 0,-1 1 0,0-1 0,1 1 0,-1-1 0,0 3 0,1 0 25,-1-1-83,0-1 1,0 0-1,1 0 1,0 0-1,-1 1 1,1-1-1,0 0 1,0 1-1,0-1 1,0 0-1,1 1 1,-1-1 0,0 0-1,1 0 1,0 1-1,0-1 1,-1 0-1,1 0 1,0 0-1,1 0 1,-1 0-1,0 0 1,1 0-1,-1 0 1,1-1-1,-1 1 1,4 2-1,6 2 444,1 0 0,0-1 1,0 0-1,15 3 0,8 4 820,-14-6-846,0-1 1,0 0 0,1-2 0,-1-1 0,43 0-1,29 3 259,-90-4-798,0-1-1,0 1 1,0-1 0,-1 0 0,1 0 0,0 0 0,0 0-1,0-1 1,0 1 0,0-1 0,-1 0 0,1 0 0,0 0 0,-1 0-1,1 0 1,0 0 0,-1-1 0,1 0 0,-1 1 0,0-1-1,0 0 1,0 0 0,0 0 0,3-4 0,-4 6-10,0-6-739,-1 1 672,-1 0 0,1 0-1,-1 1 1,0-1 0,-1 0 0,1 1-1,-1-1 1,0 1 0,0 0 0,0-1 0,0 1-1,-1 0 1,0 0 0,0 1 0,0-1-1,0 0 1,-1 1 0,1 0 0,-1 0-1,0 0 1,0 0 0,-5-2 0,-99-63-714,53 31 1254,31 17-69,22 19-242,-1-1-83,0 1 0,0-1 0,1 0 0,-1 0 0,0 0 0,1 0 0,-4-4 0,2 2 29,2 2-84,-16-2-477,9 2-464,-1-1 1,1 2-1,-1 0 0,-16-1 0,-17 4-5852,41-2 6368,-29 1-8709</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33.729"/>
    </inkml:context>
    <inkml:brush xml:id="br0">
      <inkml:brushProperty name="width" value="0.035" units="cm"/>
      <inkml:brushProperty name="height" value="0.035" units="cm"/>
    </inkml:brush>
  </inkml:definitions>
  <inkml:trace contextRef="#ctx0" brushRef="#br0">214 1 6865,'-14'7'12069,"10"-7"-12014,-8 2-27,0 0 0,1 0-1,0 2 1,-1-1 0,-11 6 0,20-7-4,0-1 8,-74 15 1033,73-15-88,2 0-850,-22 17 185,22-16 1916,6-3-2149,4-2-46,-4 2-5,1-1 0,0 1-1,0 0 1,0 0 0,0 0 0,0 1-1,0-1 1,0 1 0,-1 1-1,7 0 1,105 13 397,-63-8-286,103 5 107,-30-4-174,129 12 17,-122-10-32,33-2-41,11 8 99,144 5-120,-160-6-80,-16-13 107,123-2-7,264-1-24,-275 4 21,-105-9-36,3 0 7,13 3-15,118 4 10,-134 6-4,59 5 43,-67-6 21,-33-2-27,116-4-10,-89-2 25,1042 0-65,-583-8 122,-442 10-19,140 2 11,-250 0 41,137 8 1535,-177-8-1171,-35-8-1616,-51-7-978,-91-16-3064,57 3-1573,12 0-2935</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37.150"/>
    </inkml:context>
    <inkml:brush xml:id="br0">
      <inkml:brushProperty name="width" value="0.035" units="cm"/>
      <inkml:brushProperty name="height" value="0.035" units="cm"/>
    </inkml:brush>
  </inkml:definitions>
  <inkml:trace contextRef="#ctx0" brushRef="#br0">144 3371 4336,'-32'15'1231,"26"-12"323,0-3-1272,1 1 1,-1 0-1,1 1 0,0-1 0,0 1 0,0 0 0,0 0 0,-7 5 1,-19 6 3683,10-9 4569,22-4-8518,0 0 1,0 0-1,0 0 1,0 1-1,0-1 1,0 0-1,0 1 0,-1-1 1,1 1-1,0-1 1,0 1-1,0-1 0,-1 1 1,1-1-1,0 1 1,-1 0-1,2 1 0,-1-1-3,0 0 0,0 0 0,0 0-1,0 0 1,0-1 0,0 1 0,0 0-1,0 0 1,0-1 0,1 1 0,-1-1-1,0 1 1,1-1 0,-1 1 0,0-1 0,1 0-1,-1 1 1,3-1 0,149-7 444,-59 0-383,116 5 0,-97 4-53,1-9-9,-65 2 18,-38 3-33,-1 0-1,1 1 1,14 1-1,-3 0 15,43-3 0,3-2-28,-34 4 31,40-9-1,-25 4-26,105-19 117,-21 4-91,34-5-81,-97 17 58,-35 4 27,0-2 0,64-22 0,41-17 38,-101 30-123,-8 5 108,52-28 0,-18 5-119,-39 21 59,40-26-1,-29 15 18,-16 11-1,35-30-1,44-43-7,116-100 5,-101 83 2,-61 58 38,51-56-1,-73 68-22,23-19 59,3-14 44,25-31 33,-23 21-144,75-112 172,-16 30-58,-34 34 90,-57 81-220,-7 12 105,27-54 0,-18 17 19,-11 23-134,2 1 1,29-46-1,-5 16 69,20-27-111,-60 93 78,0 0 1,0 0-1,-1-1 0,5-10 1,-5 9-22,1 0 1,10-17-1,11-16 16,31-72 1,-24 47-62,102-230-38,-99 221 75,-34 74 15,-1 0 0,1 0 1,-1 0-1,0 0 1,-1 0-1,1 0 0,0 0 1,-1-5-1,4-11 4,1 5-9,1 0 0,1 1 0,0 0 0,0 0-1,1 1 1,1 0 0,12-14 0,5-6 14,-22 26-7,0 0 0,1 0 0,0 0 0,1 1 1,9-9-1,69-49-52,-81 60 56,5-3-5,0 0 1,0 1-1,0 0 0,1 0 0,11-4 0,-16 7-24,-3 2 28,1-1 1,-1 0 0,0 0-1,1 1 1,-1-1 0,1 1 0,-1-1-1,1 1 1,-1 0 0,1 0-1,-1 0 1,2-1 0,4 0 18,146-29-56,-151 29 30,12 0 27,1 0 1,19 0 0,4 1 55,78-4-178,-91 4 80,0 0-1,0 2 0,46 9 1,18 1-36,-67-9 60,0 1 1,0 1 0,-1 1-1,0 1 1,0 1 0,21 12-1,-21-9-32,-1 1 0,34 26 0,-19-12 6,30 26-56,-24-17 35,-30-25 39,1 0 1,-1 1-1,0 0 1,-1 1-1,-1 0 1,0 0 0,0 1-1,10 22 1,-13-22 3,0-1 0,14 19 0,-13-20-4,0 0 0,9 19 0,-11-15 1,1-1 0,0 0 0,1 0 0,1-1-1,0 0 1,0 0 0,20 21 0,80 105 15,-103-132-11,63 107-5,-20-44-25,36 48 84,-52-80-61,53 83 0,-52-71 78,11 22-127,-37-59 78,1-1 0,12 16 0,-13-20-35,-1 0 0,-1 0-1,1 1 1,-1-1-1,-1 1 1,8 18 0,-8-14 21,1-1 0,0 0 0,1-1 1,14 21-1,10 22-74,-10-17 66,39 57 1,-28-47-2,20 31 37,86 148 18,-123-202-70,1 0-1,1-2 0,31 35 1,22 30 60,29 39-77,-62-83-21,-15-19 101,-13-17-61,-1 0 0,-1 1 0,0 1 0,10 15 1,-15-22 17,0 0 1,1 0 0,-1 0-1,0-1 1,1 1 0,-1-1-1,1 1 1,-1-1 0,1 1-1,0-1 1,0 0 0,-1 0-1,1 0 1,3 1 0,6 5-30,7 12-31,4 4-1,46 29 122,-59-46-72,-1 1 1,13 14-1,8 5 93,28 22-228,-38-34 120,21 11 12,-22-11 1,-10-8 10,0-1 0,0 1 0,0-1 0,11 4 1,-13-7-9,19 13-2,-23-14 6,24 14 5,1-1 0,0-1 0,0-2 0,2 0 0,-1-2 1,53 9-1,-34-8-3,68 23 0,-67-17 1,50 8 0,550 62 150,-620-83-146,209 14 971,-118 1-258,-68-9 35,-48-8-388,39 5 517,-38-5-77,-1-1-806,14 2 59,8 0-2851,-14-21-857,-10 17 3093,0 0 0,0 0 0,0 0 1,-1-1-1,1 1 0,0-1 0,-1 1 1,0 0-1,1-1 0,-1 1 0,0-1 1,0 1-1,-1-1 0,1 1 0,0 0 1,-2-6-1,-2-16-9541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37.965"/>
    </inkml:context>
    <inkml:brush xml:id="br0">
      <inkml:brushProperty name="width" value="0.035" units="cm"/>
      <inkml:brushProperty name="height" value="0.035" units="cm"/>
    </inkml:brush>
  </inkml:definitions>
  <inkml:trace contextRef="#ctx0" brushRef="#br0">32 98 7105,'-32'25'13402,"75"-33"-12104,75-2-253,63-4-306,-164 13-646,861-26 1892,-374 31-1445,-391 3 731,-90-7-1094,-19 0 99,1 0-138,35 0 98,-36 0 751,-18-7-5423,-71-39-7139,48 25 1278</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1.188"/>
    </inkml:context>
    <inkml:brush xml:id="br0">
      <inkml:brushProperty name="width" value="0.035" units="cm"/>
      <inkml:brushProperty name="height" value="0.035" units="cm"/>
    </inkml:brush>
  </inkml:definitions>
  <inkml:trace contextRef="#ctx0" brushRef="#br0">0 204 5981,'6'-7'1882,"5"-5"5485,-3 2-3171,-3 6-5964,-3 2 2845,12-61 1060,-11 42-1967,-3 17 85,0 0-163,-3-37 3,3 37-31,0 1-31,3-12 1,-1 2-47,0 27 0,-1 4 25,-3 30 0,0 8 22,7 163 192,6 98 248,-4-82-303,0-4 41,0-77 6,4 60-71,4 110 191,-13-200-324,-5 28 186,0-45-174,2-77 48,-5 30-1,-1 23-32,-4 1 82,6-31-15,4-45-91,0 0 0,0 1 0,0-1 0,1 0 0,2 13 0,-2-17 353,-10 13-108,10-15-225,-1 0 0,1 0 0,-1 0 0,1-1 0,0 1 1,0 0-1,-1 0 0,2 0 0,-1 0 0,0 0 0,0 0 0,0-1 0,1 1 0,-1 0 0,1 0 0,0 0 0,-1-1 0,1 1 0,0 0 0,0-1 0,0 1 0,0-1 0,2 3 0,0 1-76,-1-2 310,-2-1-244,1 1 0,-1-1 0,1 0-1,0 1 1,0-1 0,0 0 0,3 4 0,1 6-959,-4-26 213,-1 0 1,-1 0 0,-1 0 0,0 0-1,0 0 1,-2 0 0,-5-14-1,-7-40-6608,9 28-1845</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2.017"/>
    </inkml:context>
    <inkml:brush xml:id="br0">
      <inkml:brushProperty name="width" value="0.035" units="cm"/>
      <inkml:brushProperty name="height" value="0.035" units="cm"/>
    </inkml:brush>
  </inkml:definitions>
  <inkml:trace contextRef="#ctx0" brushRef="#br0">386 1 8521,'0'0'1417,"-1"2"-275,0 0-968,0 1 0,-1-1 1,1 1-1,0-1 0,-1 0 0,1 0 0,-1 0 0,0 0 0,0 0 0,0 0 0,0 0 0,0-1 0,0 1 0,0-1 0,0 1 1,-1-1-1,1 0 0,-1 0 0,1 0 0,-1 0 0,1 0 0,-5 0 0,-14 4 144,0 1 1,0 1-1,1 0 1,0 2-1,0 0 1,1 1-1,-21 15 1,26-14-136,1 0 1,1 0 0,0 1-1,0 1 1,1 0 0,0 1 0,2 0-1,-1 0 1,2 1 0,0 0-1,1 1 1,0-1 0,1 1-1,-7 33 1,13-48-158,0 0 1,0 0-1,0 0 0,0 0 1,0 0-1,1 0 0,-1 0 0,0 0 1,0 0-1,1 0 0,-1 0 0,1 0 1,-1 0-1,1 0 0,-1 0 1,1 0-1,0 0 0,1 1 0,0 1 62,-1-1-59,0 0 1,1 0-1,-1 0 1,1 0-1,0 0 1,-1 0-1,1-1 0,0 1 1,0-1-1,0 1 1,0-1-1,0 0 1,0 1-1,0-1 0,1 0 1,-1-1-1,0 1 1,1 0-1,-1-1 1,0 1-1,1-1 0,-1 0 1,1 1-1,-1-1 1,1 0-1,-1-1 1,1 1-1,-1 0 0,0-1 1,5-1-1,6-2 19,0-1 0,-1 0 0,0 0-1,16-11 1,-24 14-34,6-5-68,0 0 0,0-1 0,-1 0 0,0-1 0,-1 0 0,0 0 0,0-1 0,0 0 0,-2 0 0,10-19 0,-1 1-175,-2 3 33,23-34 1,-34 57 219,0-1 1,0 0 0,-1 0-1,1 1 1,-1-1 0,1 0-1,-1 0 1,0 0 0,1-6-1,0 8 30,0 0 1,1 0-1,-1 0 0,0 0 0,1 1 1,-1-1-1,1 1 0,-1-1 0,1 1 1,-1 0-1,4 0 0,-4 1-7,1 0 0,-1 0 1,0 0-1,0 0 0,0 1 0,1-1 1,-1 1-1,0-1 0,-1 1 0,1-1 1,0 1-1,0 0 0,-1 0 0,3 4 1,-2-2 16,0 0 0,-1 0 0,1 0 0,-1 0-1,0 0 1,0 1 0,-1-1 0,1 0 0,-1 6 0,-3 43 378,1-30-284,1 29 130,1-20-111,-2 1 0,-6 38 1,7-68-171,-18 111 322,17-95-380,1 0 1,0 1-1,5 36 1,2 2-861,-6-36-6773,0-41 2571,0 0-2919</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2.596"/>
    </inkml:context>
    <inkml:brush xml:id="br0">
      <inkml:brushProperty name="width" value="0.035" units="cm"/>
      <inkml:brushProperty name="height" value="0.035" units="cm"/>
    </inkml:brush>
  </inkml:definitions>
  <inkml:trace contextRef="#ctx0" brushRef="#br0">196 40 5557,'-14'25'6524,"11"-24"-6339,1 0 0,-1 0 0,0 1 0,1-1 1,-1 1-1,1 0 0,0-1 0,-4 5 0,3-4 129,1 0 318,-2 13 609,-2 1-628,5-12-36,0-2-49,-8 27 495,9-25-542,1-1-15,1 4-328,1-1 0,-1 1 0,1-1-1,1 0 1,-1 0 0,1-1 0,0 1 0,1-1 0,-1 0 0,1 0 0,0 0 0,0-1 0,1 1 0,-1-1-1,1-1 1,0 1 0,0-1 0,0 0 0,11 4 0,-3-3-8,0-1 1,0 0-1,0-2 1,0 1-1,0-2 1,0 1-1,0-2 0,0 0 1,23-5-1,-32 5-99,-1 0 0,0 0 0,0-1 0,0 1 0,0-1 0,0 0 0,0 0 0,0 0 0,-1-1-1,1 1 1,-1-1 0,0 0 0,0 0 0,3-3 0,1-2-1,-2 0-1,1 0 0,-1 0 1,0-1-1,4-9 1,-8 14-29,0 0 1,0 0-1,0 0 1,-1 0-1,1 0 1,-1 0-1,0 0 1,0-1-1,0 1 1,-1 0-1,0 0 1,1 0-1,-1 0 1,-1 0-1,1 0 1,-1 0-1,1 1 1,-1-1-1,0 0 1,0 1-1,-1-1 1,1 1-1,-4-4 1,1 1-17,-1-1 1,0 2-1,0-1 1,0 1-1,0 0 1,-1 0-1,0 0 1,0 1-1,0 0 0,-13-5 1,3 5-121,0 0 0,0 1 0,0 1 0,-1 0-1,1 1 1,-1 1 0,1 1 0,-32 5 0,27-2-655,1 1 0,-27 11-1,27-8-1259,0 2 0,-20 12-1,26-11-2407,4 2-2563</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3.485"/>
    </inkml:context>
    <inkml:brush xml:id="br0">
      <inkml:brushProperty name="width" value="0.035" units="cm"/>
      <inkml:brushProperty name="height" value="0.035" units="cm"/>
    </inkml:brush>
  </inkml:definitions>
  <inkml:trace contextRef="#ctx0" brushRef="#br0">120 1 6889,'-10'9'11215,"4"6"-7740,2 25-5068,3-27 2841,-30 664 794,27-515-1764,0 134 133,-3 91 250,8-33-40,1-255-464,-6 41-45,-1 5-23,5 148 100,-1-26 177,1-263-402,4-22-920,-2 7 460,-1 1 0,0-1 0,-1 0 0,0 0 0,0 0 1,-1 0-1,-1 0 0,-3-13 0,3 16-757,0 0 0,-1 0 0,-1 1 0,1 0 0,-1-1 0,0 1 1,-6-7-1,-3-1-6445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3.921"/>
    </inkml:context>
    <inkml:brush xml:id="br0">
      <inkml:brushProperty name="width" value="0.035" units="cm"/>
      <inkml:brushProperty name="height" value="0.035" units="cm"/>
    </inkml:brush>
  </inkml:definitions>
  <inkml:trace contextRef="#ctx0" brushRef="#br0">133 20 11405,'9'-18'1512,"-8"17"-605,-2 2 66,-6 17 1726,6-17-2571,1 0 0,-1 0 0,1 0 0,-1-1-1,0 1 1,1 0 0,-1-1 0,0 1 0,1 0 0,-1-1-1,0 1 1,1-1 0,-1 1 0,0-1 0,0 1 0,0-1-1,0 0 1,-1 1 0,-2 1 287,0 0-189,1 1 1,0-1 0,0 1-1,0 0 1,0 0 0,0 1-1,1-1 1,-1 0-1,1 1 1,0 0 0,0-1-1,-2 8 1,-2 6 471,-6 31 0,7-28-142,-15 85 596,4 1-1,-3 123 1,18-213-1768,1 0 1,1-1 0,0 1-1,1 0 1,1-1 0,0 0-1,10 27 1,-11-38-1809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4.757"/>
    </inkml:context>
    <inkml:brush xml:id="br0">
      <inkml:brushProperty name="width" value="0.035" units="cm"/>
      <inkml:brushProperty name="height" value="0.035" units="cm"/>
    </inkml:brush>
  </inkml:definitions>
  <inkml:trace contextRef="#ctx0" brushRef="#br0">140 0 7613,'-3'2'1282,"-5"1"-662,5-1-309,-1-1 0,0 1 0,0-1 0,0 0 0,-8 2 0,6 15 562,-16 52 1602,18-54-1260,0 1-1,-14 30 0,14-36-884,3-7-191,0 1-1,1-1 1,-1 1 0,1-1 0,0 1-1,0-1 1,1 1 0,0-1 0,-1 1 0,2-1-1,-1 0 1,0 1 0,3 4 0,-2-3 73,0-2-104,-1 0-1,1 0 0,1 0 0,-1 0 1,0 0-1,1 0 0,0-1 1,0 1-1,0-1 0,0 0 0,1 0 1,-1 0-1,1 0 0,0-1 0,0 1 1,0-1-1,0 0 0,0 0 1,7 2-1,7 1 351,1-1 0,-1 0 0,29 1 0,-18-2-61,43-1 267,-53-3-727,33 4 1,-48-2-334,-19-13-3700,9 8 3680,-5-3-204,0 0 1,-1 0-1,0 1 0,-24-8 0,-57-12-1561,61 19 2626,1-2 1,-39-16 0,31 1 1258,36 21-937,1 2-588,1-1 0,-1 0 1,1 1-1,-1 0 0,1-1 0,-1 1 0,0 0 0,1 0 0,-1 0 0,0 0 1,-2-1-1,3 2-59,1 0-104,0 0 0,0 0-1,0 0 1,0 0 0,0 0-1,0 0 1,0 0 0,-1-1-1,1 1 1,0 0 0,0 0-1,0 0 1,0 0 0,0 0-1,0 0 1,0 0 0,0 0-1,0 0 1,0 0 0,0 0-1,0-1 1,-1 1 0,1 0-1,0 0 1,0 0 0,0 0-1,0 0 1,0 0 0,0 0-1,0 0 1,0-1 0,0 1-1,0 0 1,0 0 0,0 0-1,0 0 1,0 0 0,0 0-1,0 0 1,0-1 0,1 1-1,-1 0 1,0 0 0,0 0-1,0 0 1,0 0 0,0 0-1,0 0 1,0 0 0,0 0-1,0 0 1,0-1 0,0 1-1,0 0 1,1 0 0,3-7 426,1-1 1,0 1-1,0 0 1,1 0 0,0 1-1,0-1 1,0 1-1,1 1 1,0-1-1,11-6 1,-3 3-110,1 1 1,0 1-1,0 0 1,22-5-1,-33 11-299,-1 0 1,1 0-1,0 1 0,-1 0 1,1 0-1,0 0 0,0 0 1,-1 1-1,6 1 0,5 0 26,146 27 106,-136-23-182,118 14-21,-44-8 42,-74-9-3,46-2 1,-44-1-23,35 4 1,-50-2-222,1 1 0,-1 0 0,0 1-1,0 1 1,0 0 0,13 8 0,-24-13 227,-1 0 0,0 0 0,0 0-1,0 0 1,1 0 0,-1 1 0,0-1-1,0 0 1,0 0 0,0 0 0,1 0-1,-1 0 1,0 1 0,0-1 0,0 0 0,0 0-1,0 0 1,0 0 0,1 1 0,-1-1-1,0 0 1,0 0 0,0 1 0,0-1-1,0 0 1,0 0 0,0 0 0,0 1 0,0-1-1,0 0 1,0 0 0,0 0 0,0 1-1,0-1 1,0 0 0,0 0 0,-1 1 0,-2 28-587,2-11 79,-1 0 0,-8 31 0,9-48 520,1 0 1,0 0-1,-1 0 1,1 0-1,0 0 1,0 1 0,-1-1-1,1 0 1,0 0-1,0 0 1,0 0-1,0 0 1,0 0-1,1 0 1,-1 0 0,0 0-1,0 1 1,1-1-1,-1 0 1,1 0-1,-1 0 1,1 0-1,-1 0 1,1-1 0,-1 1-1,1 0 1,0 0-1,0 0 1,-1 0-1,1-1 1,0 1-1,1 1 1,1-2 40,-1 1 1,0 0-1,0-1 1,0 1-1,1-1 1,-1 1-1,0-1 1,0 0-1,1 0 0,-1 0 1,0-1-1,1 1 1,-1 0-1,3-2 1,27-7 380,0-3 1,0 0 0,32-18 0,2-15 566,-15 11-281,-49 29-640,-3-3-75,1 4-80,-1 1 1,1-1-1,-1 1 1,1 0-1,-1-1 1,0 1-1,0 0 1,-1-1-1,1 1 1,-1 0-1,1 0 1,-1 0-1,0 0 1,0 0-1,0 1 1,-1-1-1,-2-2 1,-3-1-250,-1 1 1,0-1 0,0 2-1,0-1 1,0 1 0,-18-5-1,-70-13-2923,25 7 665,-64-16-5499,69 19-157</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5.585"/>
    </inkml:context>
    <inkml:brush xml:id="br0">
      <inkml:brushProperty name="width" value="0.035" units="cm"/>
      <inkml:brushProperty name="height" value="0.035" units="cm"/>
    </inkml:brush>
  </inkml:definitions>
  <inkml:trace contextRef="#ctx0" brushRef="#br0">0 1160 6177,'15'-18'1600,"-12"15"2613,0 1-2828,18-5-192,-1-2 0,0-1 1,0 0-1,21-16 0,73-61 1430,-2 2-758,10 8-562,3 5 1,218-90 0,288-58-653,-3 20-2432,-499 161 916,50-17-252,-4-3 369,-102 42 153,-69 16-1,-4 2-662,-1 0 996,1 1 0,-1-1-1,0 0 1,1 0 0,-1 0 0,0 0 0,0 0-1,0 0 1,0 0 0,-2 1 0,0 1-615,-14 11-4717,-11-3-3498</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6.101"/>
    </inkml:context>
    <inkml:brush xml:id="br0">
      <inkml:brushProperty name="width" value="0.035" units="cm"/>
      <inkml:brushProperty name="height" value="0.035" units="cm"/>
    </inkml:brush>
  </inkml:definitions>
  <inkml:trace contextRef="#ctx0" brushRef="#br0">0 1370 5993,'0'0'3908,"5"-1"-2612,73-31 3143,-36 16-2946,-1-1 0,64-38 0,69-56 1126,395-244 1991,-384 251-3790,227-93-1,149-12-183,-294 112-841,24 7-2131,-202 65 1252,-54 16 576,-17 4-477,29-9-1,-20 4-903,1 2 0,39-6 0,-63 13 1035,-8 4-2780,-4 5 3001,-2-1 0,1 0 0,-1-1 0,0 0 0,-20 8 0,-23 9-2233,5 2-846</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6.511"/>
    </inkml:context>
    <inkml:brush xml:id="br0">
      <inkml:brushProperty name="width" value="0.035" units="cm"/>
      <inkml:brushProperty name="height" value="0.035" units="cm"/>
    </inkml:brush>
  </inkml:definitions>
  <inkml:trace contextRef="#ctx0" brushRef="#br0">1 1217 11021,'0'0'2997,"5"0"-1668,-1 0-1064,7 0 166,-1 0 0,0-1 1,0 0-1,0 0 0,0-1 1,15-5-1,95-43 2046,174-100 0,-185 91-1263,792-360 2785,-24 71-4389,-755 301-709,-28 16 44,-69 25 568,0-2 0,-1-1 0,0-1 0,0 0 0,23-16 0,-42 23 220,0-1 0,-1-1 1,1 1-1,6-8 0,-9 9-575,-30 16-11096,-14 9 5704</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6.874"/>
    </inkml:context>
    <inkml:brush xml:id="br0">
      <inkml:brushProperty name="width" value="0.035" units="cm"/>
      <inkml:brushProperty name="height" value="0.035" units="cm"/>
    </inkml:brush>
  </inkml:definitions>
  <inkml:trace contextRef="#ctx0" brushRef="#br0">1 943 7641,'0'0'5024,"1"-3"-3598,3 0-989,0-1 0,0 1 1,0 0-1,0 0 0,0 1 1,0-1-1,1 1 0,0 0 1,-1 0-1,1 1 1,9-3-1,20-8 250,99-61 2357,5 6-926,524-240 1947,-446 216-3523,343-133 277,-251 109-1573,-242 97-2336,-62 17 1700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7.188"/>
    </inkml:context>
    <inkml:brush xml:id="br0">
      <inkml:brushProperty name="width" value="0.035" units="cm"/>
      <inkml:brushProperty name="height" value="0.035" units="cm"/>
    </inkml:brush>
  </inkml:definitions>
  <inkml:trace contextRef="#ctx0" brushRef="#br0">1 610 14033,'92'-46'3166,"-35"17"-33,98-36 0,-82 41-1986,313-96 2182,-173 61-2357,265-70 251,-351 94-2874,-122 34 1190,-1-1-1,1 1 0,-1-1 1,1 0-1,-1 0 1,1 0-1,-1 0 0,0-1 1,0 0-1,4-3 0,-8 6 401,0-1-1,0 1 1,0 0-1,1 0 1,-1 0-1,0 0 1,0 0-1,0 0 0,0 0 1,0 0-1,0 0 1,1-1-1,-1 1 1,0 0-1,0 0 1,0 0-1,0 0 0,0 0 1,0-1-1,0 1 1,0 0-1,0 0 1,0 0-1,0 0 1,0-1-1,0 1 0,0 0 1,0 0-1,0 0 1,0 0-1,0 0 1,0-1-1,0 1 1,0 0-1,0 0 0,0 0 1,0 0-1,0-1 1,0 1-1,0 0 1,0 0-1,0 0 1,-10-43-9113,3 16 571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7.784"/>
    </inkml:context>
    <inkml:brush xml:id="br0">
      <inkml:brushProperty name="width" value="0.035" units="cm"/>
      <inkml:brushProperty name="height" value="0.035" units="cm"/>
    </inkml:brush>
  </inkml:definitions>
  <inkml:trace contextRef="#ctx0" brushRef="#br0">0 792 9973,'29'12'1432,"-28"-12"-1338,0 1 1,-1-1-1,1 0 1,0 0-1,0 0 1,-1 0-1,1 0 1,0 0-1,-1 0 0,1 0 1,0 0-1,-1 0 1,1 0-1,0-1 1,-1 1-1,1 0 0,0 0 1,-1-1-1,1 1 1,0 0-1,-1-1 1,1 1-1,-1 0 1,1-1-1,-1 1 0,1-1 1,0 0-1,1-1 364,16-5 1206,33-8-1,-13 4-863,804-291 8341,-122 41-7087,-291 114-1660,-266 95-4510,-158 51 2575</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8.147"/>
    </inkml:context>
    <inkml:brush xml:id="br0">
      <inkml:brushProperty name="width" value="0.035" units="cm"/>
      <inkml:brushProperty name="height" value="0.035" units="cm"/>
    </inkml:brush>
  </inkml:definitions>
  <inkml:trace contextRef="#ctx0" brushRef="#br0">1 652 8377,'0'0'1517,"2"-1"-107,7-4-631,0 0-1,1 1 1,-1 0 0,1 0 0,0 1 0,20-3 0,26-8 747,304-139 3972,-212 85-3876,98-47 192,65-29-417,-223 104-1210,28-12 157,-95 43-1568,0 2-1,1 1 0,30-5 1,-48 10-1135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8.494"/>
    </inkml:context>
    <inkml:brush xml:id="br0">
      <inkml:brushProperty name="width" value="0.035" units="cm"/>
      <inkml:brushProperty name="height" value="0.035" units="cm"/>
    </inkml:brush>
  </inkml:definitions>
  <inkml:trace contextRef="#ctx0" brushRef="#br0">1 488 13717,'19'-9'1287,"-1"-1"0,27-19 0,-26 16-145,1 1 0,22-10 0,198-66 3461,-103 42-3248,428-152 1494,-430 155-2908,-107 36-1415,30-2-1,-53 8-555,13 4-19759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48.731"/>
    </inkml:context>
    <inkml:brush xml:id="br0">
      <inkml:brushProperty name="width" value="0.035" units="cm"/>
      <inkml:brushProperty name="height" value="0.035" units="cm"/>
    </inkml:brush>
  </inkml:definitions>
  <inkml:trace contextRef="#ctx0" brushRef="#br0">0 566 9433,'205'-123'9254,"-181"109"-8518,320-151 6104,-235 117-5796,7-5-94,144-62-251,-255 113-989,0 0-1,-1-1 1,1 1-1,-1-1 1,0 0-1,0-1 1,0 1-1,4-5 1,2-2-3319,1 2-4370,-26 17-3791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6:55.905"/>
    </inkml:context>
    <inkml:brush xml:id="br0">
      <inkml:brushProperty name="width" value="0.035" units="cm"/>
      <inkml:brushProperty name="height" value="0.035" units="cm"/>
    </inkml:brush>
  </inkml:definitions>
  <inkml:trace contextRef="#ctx0" brushRef="#br0">1045 1 7209,'0'28'9696,"-2"-30"-9043,-24-14 4085,22 17-4422,-2 2-200,-1-1 0,1-1 0,-1 1 0,0-1 1,1 0-1,-13-1 0,-4 0 165,1 0 1,-41 7-1,-16 0 74,74-7-346,-20 1 84,1 1 0,-47 9 0,4 5 77,33-9-151,1 1 0,0 2 0,0 1 0,-48 24 0,42-14 110,17-9-82,-1 0 0,2 2 0,0 0 1,0 1-1,-28 29 0,33-28 40,1 1 1,0 1-1,1 1 0,2 0 1,0 1-1,1 0 0,0 1 1,2 0-1,1 0 0,-9 34 1,-7 111 181,23-146-220,1 1-1,0-1 1,2 1-1,0-1 1,2 0 0,6 24-1,-3-22 7,1 0 0,0 0-1,2-1 1,0 0 0,17 24 0,-19-35-35,0 0-1,0 0 1,1 0 0,1-1 0,-1-1 0,1 1-1,1-2 1,-1 1 0,1-1 0,0-1-1,14 6 1,-2-4 5,0-1 0,1-1 0,0-1 0,0-1 0,36 2 0,-26-5-21,0-1 0,-1-2 0,1-1 0,0-1 0,-1-2 1,34-11-1,-39 9-16,-1-2 1,0-1 0,-1-1-1,0-2 1,0 0-1,-2-1 1,34-29 0,-19 10-12,-2-1 0,-2-3 1,-1 0-1,-2-3 1,37-59-1,-43 61 55,-17 27-26,-1 0 0,0-1 0,11-25 0,-3 0 175,29-53 0,-44 84-75,-3-4-46,0-1 0,-1 1 0,0 0 0,0 1 0,-2-1 0,1 1 0,-1-1 0,-1 1 0,0 1 0,0-1 0,-12-13 0,-17-21 262,-36-40 165,61 75-438,0 0-1,0 0 1,-1 1 0,0 0 0,0 1 0,-15-7 0,15 10-34,0 0-1,-1 1 1,1 0-1,-1 1 1,1 0-1,-22 0 1,3 0-5,4 1-132,0 2 0,-39 5-1,39-4-24,-23 11-939,43-10 533,-1-1-1,0 0 1,1 0-1,-1-1 1,0 1-1,0-1 0,0-1 1,0 0-1,-8 0 1,13-1 224,-1 1 0,1-1 1,-1 0-1,1 0 0,-1-1 0,1 1 1,0 0-1,-1-1 0,1 0 0,0 1 1,0-1-1,0 0 0,1 0 0,-1 0 1,-2-4-1,-7-6-5536</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7:19.926"/>
    </inkml:context>
    <inkml:brush xml:id="br0">
      <inkml:brushProperty name="width" value="0.035" units="cm"/>
      <inkml:brushProperty name="height" value="0.035" units="cm"/>
    </inkml:brush>
  </inkml:definitions>
  <inkml:trace contextRef="#ctx0" brushRef="#br0">1286 124 9897,'24'-25'14068,"-26"24"-14013,1-1 1,-1 1 0,0 0-1,0 0 1,-1 0-1,1 0 1,0 0-1,0 0 1,0 1-1,-3-1 1,-19-8 311,17 5-251,0 0-1,0 1 1,-1 1-1,1-1 1,-1 1-1,-12-2 1,-6-2 104,-37-9 272,-90-8-1,119 19-423,-8-1-24,0 2 0,0 2 0,0 2 0,-50 8 0,64-5-14,0 1 1,1 2-1,-1 1 1,2 1-1,-1 1 0,-48 27 1,51-22 3,1 2 0,1 0 0,0 2 0,-25 28 1,-69 92 141,91-105-86,0 1 1,3 0 0,-23 48-1,36-62-53,0 0-1,2 0 0,0 0 0,2 1 1,0 0-1,1 0 0,-1 44 0,5-50 2,1 1 0,1-1 0,1 1 0,8 29 0,0-13 28,19 39 1,-23-59-45,0 0 1,1-1 0,0 0 0,1 0-1,17 16 1,-14-15-15,1 0 1,0-2-1,1 1 1,0-2-1,1 0 1,0-1-1,1 0 0,0-1 1,0-1-1,1 0 1,0-2-1,0 0 1,20 4-1,9-3-22,-1-1 0,1-3 0,0-1 0,0-2 0,0-3 0,0-1 0,-1-3 0,75-21 0,-43 4-36,-1-3 1,-1-4-1,-1-2 0,-2-4 1,113-80-1,-156 97 85,2-2-23,28-27 0,-50 42 9,0-1 0,-1-1-1,0 0 1,0 0-1,-2 0 1,1-1-1,6-15 1,-8 12 16,0-1 0,-1 0-1,0 0 1,-2 0 0,0-1 0,0 1-1,-2-22 1,-1 10 111,-1 0-1,-1 0 1,-11-39-1,5 38-36,-1-1 1,-1 1-1,-2 1 1,-1 0-1,-1 1 1,-30-40-1,38 57-104,-1 0-1,-1 0 0,1 1 1,-1 0-1,-1 1 0,1 0 1,-1 0-1,-1 1 1,1 0-1,-1 1 0,0 0 1,0 1-1,-1 0 1,1 1-1,-1 0 0,-18-2 1,-14 1-241,1 2 0,-1 2 0,-48 6 0,-44 7-1698,-79 4-3306,184-16 2047,1 1-1,-39 7 1,21 5-6750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7:20.927"/>
    </inkml:context>
    <inkml:brush xml:id="br0">
      <inkml:brushProperty name="width" value="0.035" units="cm"/>
      <inkml:brushProperty name="height" value="0.035" units="cm"/>
    </inkml:brush>
  </inkml:definitions>
  <inkml:trace contextRef="#ctx0" brushRef="#br0">1058 19 5857,'5'8'883,"-4"-2"4987,-11-8 6009,2 0-9876,-2 0-5242,-9 2 3330,0 2 0,0-1 0,-24 7 0,9-3 18,-306 69 60,322-70-151,-81 27 209,-108 48 0,169-63-106,21-9-7,0 1 0,1 0 0,-30 21 0,39-23-62,0-1 0,0 2 1,0-1-1,1 1 0,0 0 0,1 0 1,-1 1-1,1 0 0,-7 15 0,5-5 23,0 0-1,2 0 1,0 0-1,1 1 1,1 0-1,1 0 1,0 0-1,2 0 1,0 0 0,5 36-1,-3-43-30,0 0 0,1 0 0,0 0 0,1-1 0,1 1 0,-1-1-1,2 0 1,0 0 0,0-1 0,1 1 0,0-1 0,1-1 0,0 1 0,0-1 0,1-1 0,0 0 0,18 13-1,-5-9 6,0-1 0,0-1 0,1 0 0,0-2 0,45 10 0,-23-10-88,2-2 0,53 1 0,-51-8-25,-1-2 1,1-2 0,-1-2 0,0-2-1,-1-2 1,70-26 0,-61 15 34,-1-3 0,61-37 0,-84 43 38,-1-3 0,0 0 1,-2-2-1,44-46 0,-7-15 65,-49 61-10,-12 16 17,-1 0-1,1 0 1,-2-1-1,1 1 1,-1-1 0,0 0-1,-1 0 1,0 0-1,-1-1 1,0 1-1,0 0 1,-1-1 0,0 1-1,0 0 1,-1-1-1,-1 1 1,1 0-1,-2 0 1,1 0-1,-1 0 1,0 0 0,-1 0-1,0 1 1,-10-15-1,0 6-18,-1 1-1,0 0 0,-2 2 0,1 0 1,-2 0-1,0 2 0,0 0 1,-1 1-1,-1 1 0,0 1 0,0 0 1,-39-9-1,-2 0-145,-86-13 0,117 27-359,0 1 0,0 2 1,-1 1-1,-59 8 1,-9 7-1483,-23 4-2475,42-4-3407,30-4-2414</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7:22.255"/>
    </inkml:context>
    <inkml:brush xml:id="br0">
      <inkml:brushProperty name="width" value="0.035" units="cm"/>
      <inkml:brushProperty name="height" value="0.035" units="cm"/>
    </inkml:brush>
  </inkml:definitions>
  <inkml:trace contextRef="#ctx0" brushRef="#br0">1 305 9121,'0'0'14232,"3"-1"-13070,241-41 3762,259-41-2524,-193 31-1472,139-30-928,-386 68 0,-38 8 0,1 1 0,52-5 0,-72 12 0,1-2 0,17-6 0,-6 0 0,-188 40-9951,119-24 2488,8-9-4906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07:25.336"/>
    </inkml:context>
    <inkml:brush xml:id="br0">
      <inkml:brushProperty name="width" value="0.035" units="cm"/>
      <inkml:brushProperty name="height" value="0.035" units="cm"/>
    </inkml:brush>
  </inkml:definitions>
  <inkml:trace contextRef="#ctx0" brushRef="#br0">0 151 21041,'1976'-151'0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08.504"/>
    </inkml:context>
    <inkml:brush xml:id="br0">
      <inkml:brushProperty name="width" value="0.035" units="cm"/>
      <inkml:brushProperty name="height" value="0.035" units="cm"/>
    </inkml:brush>
  </inkml:definitions>
  <inkml:trace contextRef="#ctx0" brushRef="#br0">2037 67 6013,'-1'10'421,"1"-7"-192,0 1 1,0-1 0,0 0-1,-1 1 1,0-1 0,1 0-1,-1 1 1,0-1 0,-1 0-1,1 0 1,-5 7 7347,9-11-6672,29-5 652,-29 6 696,1 0-1852,31-3 273,-31 3 685,-6-2-1219,-5-4-40,0 1 0,0-1 1,-1 2-1,0-1 1,0 1-1,0 0 0,0 0 1,0 1-1,-16-4 1,-3-1-68,0 0 1,0 2 0,-1 1 0,-48-2 0,-155-3 0,120 3-100,4 0 137,86 5-117,-37 0 0,46 2 74,8 0-50,0 0-14,-32 2 48,-69 13 1,-47 20-110,106-22 76,-43 15-48,49-13 24,-49 11 0,59-18 11,-75 28-46,94-33 71,1 1 0,-19 10 0,17-8 4,10-4-47,0-1 0,-15 20 3,15-19 111,-2 0-93,-26 18 0,-52 25 0,43-20-14,32-19 62,-1 0-1,1-1 0,-12 5 1,9-6-49,5-2 21,0 0 0,1 1 1,-1-1-1,1 1 0,0 0 1,-6 4-1,8-5 10,-2-1-6,-3 1 2,0 0 0,0 0 0,0 1 0,1 0 0,-1 0 0,1 1 0,0 0 0,-8 6 0,3-1-17,1-1 0,1 1 1,-1 1-1,-8 11 0,15-16 16,0 1 0,0-1 0,0 1 0,1-1 0,-3 10 0,3-9-9,0 1 0,-1-1 1,0 1-1,-4 6 0,4-7 19,0 0 1,0 0-1,0 0 0,1 0 0,0 0 0,-2 10 1,3-14-9,1-1 1,0 0 0,0 1 0,-1-1 0,1 0 0,-1 0 0,1 1-1,-1-1 1,0 0 0,1 0 0,-1 0 0,0 0 0,-1 2 0,-3 4-7,-2 6 11,2 2 0,0-1 0,0 1 0,-4 30 0,-2 9 0,7-41 5,1 0 0,1 1 0,0-1 0,1 1 0,0-1-1,1 1 1,1 0 0,0-1 0,1 1 0,0-1 0,1 0 0,1 1-1,0-2 1,0 1 0,2 0 0,-1-1 0,2 0 0,0 0 0,14 19 0,-10-17-16,0 0 1,1 0 0,0-1-1,1-1 1,1 0 0,23 16-1,7-2 8,75 39-21,-101-57 18,0 0 0,0-2 0,0 0 0,1-2 0,20 4 0,101 4-1,172-8-1,-181-5 17,22-6 8,159-28 0,-231 24-54,165-33 10,22-3-95,-56 11 37,-174 30 97,0-1 1,0-2-1,62-25 1,-65 21-50,-28 11 57,0-1-1,0 1 0,0-1 1,-1 0-1,1-1 0,-1 0 0,0 0 1,0 0-1,0-1 0,0 0 1,8-9-1,-7 4 32,-1 0 0,0 0 1,-1-1-1,7-16 0,8-17 180,-18 36-180,-2-19 35,1 13 74,0 0 0,-2 0 0,1-1 0,-2 1 0,0 0 0,-5-19 0,-9-10 589,7 16-471,-2 1-1,-1 0 1,-17-31 0,-4 0 59,24 39-256,-1 0-1,-17-22 0,-3 2-13,-2 1-1,-1 1 1,-43-34 0,61 58-164,0 0 0,-1 2 0,0 0 0,0 0 0,-1 2 0,0 0 0,-1 1 0,0 1 0,0 0 0,-1 2 0,-21-4 0,6 6-521,-1 1 1,1 1-1,0 2 0,0 2 1,-52 11-1,-40 20-3012,7 11-3436,33-10-2865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09.578"/>
    </inkml:context>
    <inkml:brush xml:id="br0">
      <inkml:brushProperty name="width" value="0.035" units="cm"/>
      <inkml:brushProperty name="height" value="0.035" units="cm"/>
    </inkml:brush>
  </inkml:definitions>
  <inkml:trace contextRef="#ctx0" brushRef="#br0">35 365 7201,'0'0'15466,"0"4"-15322,-3 26 33,2 1 0,5 48 0,-1 29-156,-2 76-493,0-156 311,-2 23-260,-9 15 175,9-62 230,-1-8-120,-1-1 114,-1 0 0,1 0 0,1-1 0,-1 1 0,1-1 0,0 0 0,0 0 0,1 0 0,0 0 0,0 0 0,0-9 0,1-31-38,2 1 0,3-1-1,9-45 1,41-136 511,-31 132-124,-6 22 133,31-81-1,-45 145-445,0 0 0,1 1 0,-1-1 0,2 1 0,-1 0 0,1 0 0,0 1-1,1 0 1,10-9 0,-17 15-14,0 1 0,0 0 1,0 0-1,0 0 0,0 0 0,0 0 0,1 0 0,-1 0 0,0 0 1,0 0-1,0-1 0,0 1 0,0 0 0,0 0 0,0 0 1,0 0-1,1 0 0,-1 0 0,0 0 0,0 0 0,0 0 0,0 0 1,0 0-1,0 0 0,1 0 0,-1 0 0,0 0 0,0 0 0,0 0 1,0 0-1,0 0 0,0 0 0,1 0 0,-1 0 0,0 0 1,0 0-1,0 0 0,0 0 0,0 0 0,0 0 0,0 0 0,0 0 1,1 1-1,-1-1 0,0 0 0,0 0 0,0 0 0,0 0 0,0 0 1,0 0-1,0 0 0,0 1 0,9 7 5,-7-7-6,-1 0 1,1 0-1,-1 1 1,1-1-1,-1 0 1,0 1-1,1 0 1,-1-1 0,0 1-1,0 0 1,0-1-1,0 1 1,-1 0-1,1 0 1,0 0-1,-1 0 1,1 0 0,-1-1-1,0 1 1,0 0-1,0 3 1,-1 11-258,-2 0 0,0 0 1,-1 0-1,0-1 0,-1 0 0,-1 0 1,-12 22-1,16-33 143,-4 10-604,-2 0-1,0 0 1,-1-1 0,0 0 0,-1 0-1,0-1 1,-1 0 0,0-1 0,-1-1-1,0 0 1,-1 0 0,-20 12 0,0-4-2562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09.717"/>
    </inkml:context>
    <inkml:brush xml:id="br0">
      <inkml:brushProperty name="width" value="0.035" units="cm"/>
      <inkml:brushProperty name="height" value="0.035" units="cm"/>
    </inkml:brush>
  </inkml:definitions>
  <inkml:trace contextRef="#ctx0" brushRef="#br0">0 169 8157,'25'-52'496,"-8"23"-68,-6 19-100,10-1-432,0-3-24,0 0-756,21-10-1508,-7 10-525</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0.015"/>
    </inkml:context>
    <inkml:brush xml:id="br0">
      <inkml:brushProperty name="width" value="0.035" units="cm"/>
      <inkml:brushProperty name="height" value="0.035" units="cm"/>
    </inkml:brush>
  </inkml:definitions>
  <inkml:trace contextRef="#ctx0" brushRef="#br0">501 1 12041,'-132'28'5469,"121"-24"-5131,0 0 0,0 1 0,1 0 0,0 1 0,0 0 0,0 0 0,1 1 0,-12 12 0,-1 2 42,2 1-1,-19 26 0,14-12-184,2 1-1,1 2 1,2 0-1,2 1 1,1 1-1,2 0 1,-14 68-1,23-81-136,2-1 0,1 1 1,1 0-1,2 0 0,0 0 0,2-1 0,1 1 0,1 0 0,1-1 0,2 0 1,10 28-1,-8-33-94,0-1 1,1 0-1,1-1 1,1 0-1,0 0 1,2-2-1,0 1 1,1-2-1,1 0 1,1-1-1,0-1 1,1 0-1,32 20 1,-35-27-290,0-1-1,0 0 1,1-1 0,-1-1 0,1 0 0,0-1 0,22 2-1,-13-4-1816,0 0-1,1-2 1,49-5-1,3-11-7148</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0.476"/>
    </inkml:context>
    <inkml:brush xml:id="br0">
      <inkml:brushProperty name="width" value="0.035" units="cm"/>
      <inkml:brushProperty name="height" value="0.035" units="cm"/>
    </inkml:brush>
  </inkml:definitions>
  <inkml:trace contextRef="#ctx0" brushRef="#br0">1 123 8681,'0'0'11195,"2"-2"-10018,10-6-345,0 1 0,1-1 0,-1 2 0,2 0 0,18-6 0,169-43 2609,-154 43-3041,-37 10-315,0 0-1,1 1 1,10-1-1,-20 3-76,0-1-1,0 0 1,-1 0-1,1 1 0,0-1 1,0 1-1,-1-1 1,1 0-1,0 1 1,-1-1-1,1 1 1,0 0-1,-1-1 1,1 1-1,-1-1 1,1 1-1,-1 0 1,1 0-1,-1-1 1,0 1-1,1 0 0,-1 0 1,0-1-1,0 1 1,1 0-1,-1 0 1,0 0-1,0 1 1,1 1 16,0 2-32,0-1 1,0 1-1,0 0 1,-1-1-1,0 1 1,0 0-1,0 0 1,0-1-1,-1 1 1,0 0-1,0-1 1,0 1-1,0-1 1,-1 1-1,-4 8 1,-4 6-172,-1 0 1,-18 22 0,14-20-3,-105 169-1281,20-29 663,74-124 622,13-20 362,1 2 1,-18 33-1,29-51-114,1 1 0,-1-1 0,0 1 0,1-1 0,-1 1 0,1 0 0,-1-1 0,1 1 0,0 0 0,-1-1 0,1 1 0,0 0 0,0 0 0,1-1 0,-1 1 0,1 2 0,0-2-5,-1-1 0,1 0 0,1 0-1,-1 0 1,0 0 0,0 0 0,0 0 0,0-1-1,1 1 1,-1 0 0,0-1 0,1 1 0,-1 0-1,1-1 1,-1 0 0,0 1 0,1-1 0,-1 0-1,1 0 1,-1 0 0,1 0 0,1 0-1,22 0 283,0-1 0,0-1 0,-1-2 0,1 0 0,40-13 0,-14 4-136,73-23-172,-76 20-116,2 2 0,60-8-1,-86 19-1043,-24 3 1076,-1 0 1,1 0-1,0 0 1,0 0-1,0 0 1,0 0-1,0 0 1,0-1-1,0 1 1,0 0-1,0 0 1,0 0-1,0 0 1,0 0-1,0 0 1,0 0-1,0 0 1,0-1-1,0 1 1,0 0-1,0 0 1,0 0-1,0 0 1,0 0 0,0 0-1,0 0 1,0 0-1,0-1 1,0 1-1,0 0 1,0 0-1,0 0 1,0 0-1,0 0 1,0 0-1,0 0 1,0 0-1,1 0 1,-1 0-1,0 0 1,0-1-1,0 1 1,0 0-1,0 0 1,0 0-1,0 0 1,0 0-1,0 0 1,1 0-1,-1 0 1,-2-2-292,0 0 0,0 1 0,0-1 0,0 0-1,0 1 1,-1 0 0,1-1 0,0 1 0,-1 0 0,1 0 0,-1 1 0,1-1 0,-1 0 0,1 1-1,-1-1 1,0 1 0,-2 0 0,-3 1-1323,0 0 0,0 0 0,0 1 0,-14 4 0,-30 9-10276</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0.899"/>
    </inkml:context>
    <inkml:brush xml:id="br0">
      <inkml:brushProperty name="width" value="0.035" units="cm"/>
      <inkml:brushProperty name="height" value="0.035" units="cm"/>
    </inkml:brush>
  </inkml:definitions>
  <inkml:trace contextRef="#ctx0" brushRef="#br0">1 104 13101,'3'0'221,"11"1"1672,-13-2-1813,-1 1-1,0 0 0,0-1 0,0 1 1,0 0-1,0-1 0,0 1 0,0 0 1,0-1-1,0 1 0,0-1 0,0 1 1,0 0-1,0-1 0,0 1 0,0 0 0,0-1 1,0 1-1,0-1 0,0 1 0,0 0 1,-1-1-1,1 1 0,0 0 0,0-1 1,0 1-1,-1 0 0,1 0 0,0-1 1,0 1-1,-1 0 0,1-1 0,-1 1 16,1 0 0,0-1 0,0 1 0,-1-1 0,1 1 0,0-1 0,0 1 0,0 0 0,0-1 0,-1 1 0,1-1 0,0 1 0,0-1 0,0 1 0,0-1 0,0 1 0,0-1 0,0 1 0,1 0 0,-1-1 0,0 1 0,0-1 0,0 1 0,0-1 0,0 1 0,1-1 0,-1 1 0,0 0 0,0-1 0,1 1 0,15-10 2201,32-1 939,-43 10-2923,375-43 5182,-271 33-4839,-103 11-655,23-2 0,30 3 0,-45-1-192,13 0-1326,-24 0 316,-15-2-212,7 3 394,1-1 0,-1 1 0,0 0 0,1 0 0,-1 0 0,1 1 0,0-1 0,-1 1 0,1 0 0,0 0 0,-5 4 0,-26 15-12197</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1.301"/>
    </inkml:context>
    <inkml:brush xml:id="br0">
      <inkml:brushProperty name="width" value="0.035" units="cm"/>
      <inkml:brushProperty name="height" value="0.035" units="cm"/>
    </inkml:brush>
  </inkml:definitions>
  <inkml:trace contextRef="#ctx0" brushRef="#br0">0 1 192,'0'0'-72</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1.551"/>
    </inkml:context>
    <inkml:brush xml:id="br0">
      <inkml:brushProperty name="width" value="0.035" units="cm"/>
      <inkml:brushProperty name="height" value="0.035" units="cm"/>
    </inkml:brush>
  </inkml:definitions>
  <inkml:trace contextRef="#ctx0" brushRef="#br0">698 1 6929,'-2'3'1656,"1"0"-1,-1 1 1,-1-1 0,1 0 0,0 0 0,-4 3 0,-18 10 2420,13-12-4512,0 0 0,0 0 0,-13 1 0,-13 5 1540,-387 135-453,392-135-468,21-7 46,1 0 0,-1 0 0,1 1-1,0 0 1,0 1 0,1 0 0,0 1 0,-12 8 0,21-14-201,0 0 1,-1 0 0,1 1-1,0-1 1,-1 0 0,1 0-1,0 1 1,0-1 0,0 0-1,-1 0 1,1 1-1,0-1 1,0 0 0,0 1-1,0-1 1,-1 0 0,1 1-1,0-1 1,0 0 0,0 1-1,0-1 1,0 0 0,0 1-1,0-1 1,0 0 0,0 1-1,0-1 1,0 0 0,0 1-1,0-1 1,0 0 0,0 1-1,1-1 1,-1 0 0,0 1-1,0-1 1,0 0 0,0 0-1,1 1 1,16 6 661,31-3 86,-44-4-677,475-10 2810,-363 4-3742,-108 5-172,0 0-1,0 0 0,-1-1 1,1 0-1,0 0 0,14-7 0,-18 7 140,-14 21-17881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1.984"/>
    </inkml:context>
    <inkml:brush xml:id="br0">
      <inkml:brushProperty name="width" value="0.035" units="cm"/>
      <inkml:brushProperty name="height" value="0.035" units="cm"/>
    </inkml:brush>
  </inkml:definitions>
  <inkml:trace contextRef="#ctx0" brushRef="#br0">24 1 10793,'0'0'4416,"0"4"-2448,-1 10-481,-1-1 1,0 1 0,-4 15-1,2-16-826,1 1 1,1 0-1,0 0 0,1 0 0,0 18 0,21 114 1042,-15-122-4504,17 45 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2.158"/>
    </inkml:context>
    <inkml:brush xml:id="br0">
      <inkml:brushProperty name="width" value="0.035" units="cm"/>
      <inkml:brushProperty name="height" value="0.035" units="cm"/>
    </inkml:brush>
  </inkml:definitions>
  <inkml:trace contextRef="#ctx0" brushRef="#br0">18 11 21846,'-17'14'2756,"38"-18"5409,-11-6-14110,1-1 2421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2.497"/>
    </inkml:context>
    <inkml:brush xml:id="br0">
      <inkml:brushProperty name="width" value="0.035" units="cm"/>
      <inkml:brushProperty name="height" value="0.035" units="cm"/>
    </inkml:brush>
  </inkml:definitions>
  <inkml:trace contextRef="#ctx0" brushRef="#br0">36 74 12713,'-29'-17'2812,"23"13"-17,10 2 568,8-2-2611,-10 3-190,28-9 2695,1 2-1,55-9 1,-20 8-3257,-43 8 0,-14 0 38,3 3-62,21 3-258,-22-4-1087,13 3 566,-16-4-4049</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2.921"/>
    </inkml:context>
    <inkml:brush xml:id="br0">
      <inkml:brushProperty name="width" value="0.035" units="cm"/>
      <inkml:brushProperty name="height" value="0.035" units="cm"/>
    </inkml:brush>
  </inkml:definitions>
  <inkml:trace contextRef="#ctx0" brushRef="#br0">116 0 6685,'-57'51'3041,"52"-46"-2865,-1 0 0,2 1 0,-1-1 0,1 1 0,-1 0 0,-5 12 0,4-8 4483,6-9-4501,-1 0-1,0-1 0,1 1 0,-1 0 0,1 0 0,-1 0 0,1 0 0,-1-1 0,1 1 0,0 0 0,-1 0 0,1 0 0,0 0 1,-1 1-1,-6 12 5139,14 4-4177,-2-9-688,0 0 1,12 16 0,-16-23-268,-1 4-25,2 22-45,-1-18-108,0 0 1,0 1-1,-1-1 1,-1 0-1,0 0 1,0 0-1,-5 16 1,5-23-20,0 1 0,0 0 0,0-1-1,1 1 1,-1 0 0,1 0 0,0 0 0,0 0 0,0-1 0,1 1-1,-1 0 1,1 0 0,0 0 0,0-1 0,3 8 0,0 2-30,-3-11 74,0 1-1,0-1 1,0 0 0,1 1 0,-1-1 0,0 0 0,1 0 0,-1 0 0,1 0 0,0 0 0,0 0-1,0-1 1,0 1 0,0-1 0,0 1 0,0-1 0,1 1 0,-1-1 0,0 0 0,1 0-1,-1 0 1,1-1 0,3 2 0,6 0 227,0-1 0,1 0 0,22-1-1,-1 0 216,128 4 956,-160-4-1394,0 1 0,-1-1 1,1 1-1,-1-1 0,1 1 1,-1 0-1,1 0 0,-1 0 0,0 0 1,1 0-1,-1 0 0,0 0 0,0 0 1,1 0-1,-1 1 0,0-1 1,0 0-1,-1 1 0,1-1 0,1 4 1,-2 0-120,-1 1 1,0 0 0,0-1 0,0 1 0,-1-1 0,0 0 0,0 1-1,0-1 1,-1 0 0,-4 6 0,1-3-427,0 1 0,-1-2 1,1 1-1,-2-1 0,1 0 0,-1-1 1,0 1-1,0-1 0,-12 5 0,-11 10-2160,-22 15-3764,-5-6-3760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3.203"/>
    </inkml:context>
    <inkml:brush xml:id="br0">
      <inkml:brushProperty name="width" value="0.035" units="cm"/>
      <inkml:brushProperty name="height" value="0.035" units="cm"/>
    </inkml:brush>
  </inkml:definitions>
  <inkml:trace contextRef="#ctx0" brushRef="#br0">1 1 16169,'7'10'1226,"1"0"-1,1-1 1,0 0-1,0 0 0,1-1 1,0 0-1,20 12 0,-24-15-932,26 18 83,-2 1 0,0 1 0,-2 2 0,-1 1 0,-2 1-1,0 1 1,-2 1 0,-1 1 0,29 59 0,-33-53-71,-2 1 0,-2 0-1,-1 1 1,-2 1 0,-2 0 0,-2 0-1,-1 1 1,0 74 0,-8-47-771,-3 1 0,-3-1 0,-20 76 0,15-94-265,-2-1-1,-3 0 0,-1-1 1,-46 80-1,-75 97-10908,67-122-981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6.254"/>
    </inkml:context>
    <inkml:brush xml:id="br0">
      <inkml:brushProperty name="width" value="0.035" units="cm"/>
      <inkml:brushProperty name="height" value="0.035" units="cm"/>
    </inkml:brush>
  </inkml:definitions>
  <inkml:trace contextRef="#ctx0" brushRef="#br0">2093 49 7169,'-21'14'15004,"18"-11"-14865,-1 0 0,0-1-1,0 1 1,0-1-1,0 0 1,-1 0 0,1-1-1,0 1 1,-1-1 0,1 0-1,-1 0 1,1-1-1,-1 1 1,-7-1 0,-27 5-88,8 1 37,1-2-1,-1-1 1,0-1-1,-33-3 1,-128-16 560,131 9-608,-2 1 68,-6-2-79,-110 1 0,98 9 29,29-1-92,-64 9 1,-74 26 8,186-35 22,-1 0-2,-21 12 0,23-10 66,-15 3-101,4 2 56,11-5 67,-5-1-105,0 0 0,-1 0 0,-10 5 1,-3-1-3,13-2 8,1-1 0,0 1 0,0 0 0,0 1 0,-10 6 0,9-5 12,0 0 0,-20 6 0,11-4 1,-1 1 0,-32 19-1,-2 0 2,35-18 43,0 0 1,-23 17-1,28-13-86,12-11 39,0-1 0,0 0-1,0 1 1,0-1 0,0 0-1,-1 0 1,1 0 0,0 0 0,-1 0-1,1 0 1,-4 1 0,0 1-32,0 0 1,0 0 0,0 0 0,0 1-1,0 0 1,1 0 0,-1 0 0,1 0-1,-7 10 1,-5 5-155,12-15 156,0 0-1,0 0 1,0 1-1,1 0 1,-1 0-1,1 0 1,-3 8 0,-1 0 31,1-1 1,-2 1 0,-10 13-1,8-13-26,1 0 0,1 0 0,-9 21 0,8-15-25,-19 31 1,19-37 32,1 1 1,1 0 0,0 0 0,-6 20 0,9-10 9,1-1 0,0 1 1,2 0-1,1 0 0,1 0 0,7 43 0,-3-45 16,0 0 0,2 0 0,1-1 0,13 29-1,5 12-12,-21-51 19,0 0-1,1-1 1,0 1 0,0-1-1,1 0 1,1 0 0,-1-1-1,18 15 1,2-1 54,51 33 0,-65-48-38,0-1 1,1 0 0,0-1 0,0-1 0,26 7 0,79 10 138,-91-18-181,52 4 72,1-3 1,116-8 0,-106 0-78,10-4 68,103-21 1,-41 4-131,-32 2 138,19-1-124,1-7 42,125-57-1,-164 44 32,-102 39 0,26-12-1,-30 12 6,0 1 1,-1-1-1,1 0 1,-1 0-1,0-1 1,0 1-1,0-1 0,-1 0 1,1-1-1,-1 1 1,0-1-1,-1 0 1,0 0-1,5-10 1,12-23 100,-14 29-112,-1 1 1,0-1-1,-1-1 0,0 1 0,0 0 0,2-18 1,2-36 102,10-61 360,-18 122-446,0 0 0,1 0 0,-1 0 0,0 1 0,0-1 0,-1 0 0,1 0 0,0 0 0,-2-5 0,-3-22 214,4 9 85,-4-30 0,1 37-139,1 0 0,-2 0 0,0 1 0,-1-1 0,0 1 0,-1 0 0,0 0 0,-1 1 0,-1 0 0,0 1 0,0 0 0,-1 0 0,-14-12 0,-15-10-68,-36-34 36,33 29-133,-79-55 0,98 77-41,-26-16-1880,-69-32-1,39 22-2961,77 41 4744,-1-1-614,1 0-1,-1 1 0,0-1 1,0 1-1,0 0 1,0 0-1,0 0 1,-1 0-1,1 0 1,-6 0-1,-15 0-8424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6.833"/>
    </inkml:context>
    <inkml:brush xml:id="br0">
      <inkml:brushProperty name="width" value="0.035" units="cm"/>
      <inkml:brushProperty name="height" value="0.035" units="cm"/>
    </inkml:brush>
  </inkml:definitions>
  <inkml:trace contextRef="#ctx0" brushRef="#br0">79 308 8133,'0'0'11250,"-2"1"-10683,-1 1-487,1-1-1,0 1 0,0 0 0,0 0 0,0 0 1,0 0-1,0 0 0,0 0 0,1 1 0,-3 4 1,2-2 22,1 1 0,0 0-1,0 0 1,0 11 0,-7 146 351,17 212 0,-6-312-369,-3-60-65,0-6 2,3-12-92,-1 0 0,-1 0 1,0-1-1,-2 1 0,1 0 0,-7-30 0,-7-28-438,-13-96-914,23 126 1169,1 11 413,1-1 0,4-56-1,30-103 2294,-27 178-2058,-1 1 0,1-1 0,1 1 0,1 0 0,0 0 0,0 1 0,10-12 0,-3 6 279,0 2-1,1-1 1,31-24 0,-40 39-448,-3 3-196,0 0-1,0 0 1,0 0-1,0 0 1,-1 0-1,1 1 1,-1-1-1,1 1 1,-1 0-1,4 3 1,-4-3-43,-1 1-1,0-1 1,0 1-1,0-1 1,0 1 0,0 0-1,-1 0 1,1-1 0,-1 1-1,1 0 1,-1 0-1,0-1 1,0 1 0,-1 3-1,-1 16-445,0 0-1,-2-1 0,0 0 0,-2 1 0,0-2 1,-1 1-1,-15 28 0,-47 83-4355,17-48-2236,9-20-3183</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7.254"/>
    </inkml:context>
    <inkml:brush xml:id="br0">
      <inkml:brushProperty name="width" value="0.035" units="cm"/>
      <inkml:brushProperty name="height" value="0.035" units="cm"/>
    </inkml:brush>
  </inkml:definitions>
  <inkml:trace contextRef="#ctx0" brushRef="#br0">677 0 6109,'-3'6'276,"-1"-1"0,0 0 0,0 0 0,-1 0 0,1 0 0,-1-1 0,0 0 1,0 0-1,-1 0 0,1-1 0,-1 1 0,0-1 0,-9 3 0,-22 9 193,-45 12-1,-6 2 509,82-27-731,1 0 0,-1 0 0,0-1 0,0 0 0,0 0 0,0-1 0,-10 0 0,-14 1 769,-8 6 1195,-51 14 0,76-17-1853,0 0 0,0 1 0,0 1 0,1 0 0,0 1 0,-22 15 0,32-20-317,0 1 0,-1-1 0,1 0 0,0 1 0,0 0 0,0 0 0,0-1 0,0 1 0,1 0 0,0 0 0,-2 5 0,-3 5 67,-2 7-13,1-1 0,1 1-1,1 0 1,1 0 0,0 1 0,2 0 0,0-1 0,1 1 0,1 0 0,4 27 0,7 26 357,28 108-1,-38-180-449,21 77-1755,3 0 0,4-2 1,49 94-1,-50-127-3725,6-11-3355</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7.773"/>
    </inkml:context>
    <inkml:brush xml:id="br0">
      <inkml:brushProperty name="width" value="0.035" units="cm"/>
      <inkml:brushProperty name="height" value="0.035" units="cm"/>
    </inkml:brush>
  </inkml:definitions>
  <inkml:trace contextRef="#ctx0" brushRef="#br0">5 93 6917,'-5'-6'10401,"17"3"-8109,-5 0-1260,-1 0 0,1-1-1,10-8 1,-12 9-638,0-1-1,0 1 1,1-1 0,10-3 0,86-25 2121,-91 30-2355,1-1 1,0 1-1,0 1 1,0 0 0,-1 1-1,23 2 1,-32-2-152,0 1 0,0-1 0,0 1 0,0-1 0,0 1 0,-1-1 0,1 1 0,0 0 0,-1 0 0,1 0 0,0 0 0,-1 0 0,1 1 0,-1-1 0,0 0 1,1 1-1,-1-1 0,0 1 0,0-1 0,0 1 0,0-1 0,0 1 0,0 0 0,0 0 0,0-1 0,-1 1 0,1 0 0,-1 0 0,0 0 0,1 3 0,-1 3-25,0 0-1,0 0 1,-1 0-1,0 0 1,0 0 0,-4 8-1,-22 75-979,-68 150 0,52-140 568,30-70 652,-2-1 1,-2-1-1,-31 44 1,48-72-168,0 0 1,-1 0 0,1 0-1,0 0 1,0 0-1,0 0 1,0 0-1,-1 0 1,1 0-1,1 0 1,-1 0 0,0-1-1,0 1 1,0 0-1,0 0 1,1 0-1,-1 0 1,0 0-1,2 2 1,-1-1 145,-1-1-151,0 1-1,1-1 1,-1 0 0,1 0 0,0 0-1,-1 0 1,1 0 0,0 0 0,0 0-1,-1 0 1,1-1 0,0 1 0,0 0-1,0 0 1,0-1 0,0 1 0,0-1-1,0 1 1,0 0 0,0-1 0,0 0-1,0 1 1,1-1 0,-1 0-1,0 0 1,0 1 0,0-1 0,1 0-1,0 0 1,41-5 875,-31 3-712,34-7 15,-1-3 1,52-19 0,-36 11-192,50-17-39,166-45 0,-234 68 0,-33 11-142,-10 7-332,-11 6-1760,-4-2-577,-1 0 0,0-1 0,-19 6-1,29-11 1418,-49 19-12900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8.165"/>
    </inkml:context>
    <inkml:brush xml:id="br0">
      <inkml:brushProperty name="width" value="0.035" units="cm"/>
      <inkml:brushProperty name="height" value="0.035" units="cm"/>
    </inkml:brush>
  </inkml:definitions>
  <inkml:trace contextRef="#ctx0" brushRef="#br0">5 138 10169,'-3'10'-397,"1"-3"4767,6-20 2577,-3 11-6665,1-1 0,-1 1-1,1 0 1,-1-1 0,1 1 0,-1 0-1,1 0 1,0 0 0,0 0-1,0 0 1,0 1 0,1-1 0,-1 1-1,0-1 1,1 1 0,-1 0-1,1 0 1,-1 0 0,5-1 0,9-3 654,-1 2 1,20-3-1,-12 3-336,487-85 2034,-505 88-2687,0 0 0,0 0 0,0 0 0,0 1 0,0 0 1,0 0-1,5 2 0,8 1-783,-16-3-419,-5 3-331,-11 11-2447,-1 0-1,-18 14 1,-7-5-9550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8.855"/>
    </inkml:context>
    <inkml:brush xml:id="br0">
      <inkml:brushProperty name="width" value="0.035" units="cm"/>
      <inkml:brushProperty name="height" value="0.035" units="cm"/>
    </inkml:brush>
  </inkml:definitions>
  <inkml:trace contextRef="#ctx0" brushRef="#br0">785 16 11117,'7'-6'-275,"4"-3"8259,-15 17-6965,-3 6 3265,4-13-4069,-1 1-154,-1-1 1,0 1 0,0-1 0,0-1 0,0 1-1,0-1 1,0 0 0,0 0 0,-7-1 0,5 1-108,0-1 1,0 1 0,0 0 0,1 1-1,-1 0 1,0 0 0,-8 3 0,-49 17-378,41-13 300,-178 50-963,125-39 785,-144 58-1,138-40 1849,79-35 391,107-5 930,-45 0-1651,61 6 0,-85 0-1028,99 13 719,-121-14-843,0 1 0,0 1 0,-1 0-1,0 1 1,1 0 0,-1 1-1,20 13 1,-26-14-173,-1-1 0,1 1 1,-2 0-1,1 0 0,0 1 0,-1 0 0,0 0 0,0 0 1,-1 0-1,0 0 0,0 1 0,0-1 0,-1 1 0,0 0 1,2 13-1,-1 3-693,-1 0 1,-1 0-1,-3 31 1,1-37 393,1-14-334,0 1 0,-1-1 0,1 0 0,0 0 0,-1 0 0,0 1 0,0-1 0,0 0 0,0 0 0,-1 0 1,1-1-1,-1 1 0,-3 5 0,3-5-424,-12 24-11746</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9.267"/>
    </inkml:context>
    <inkml:brush xml:id="br0">
      <inkml:brushProperty name="width" value="0.035" units="cm"/>
      <inkml:brushProperty name="height" value="0.035" units="cm"/>
    </inkml:brush>
  </inkml:definitions>
  <inkml:trace contextRef="#ctx0" brushRef="#br0">22 123 16093,'-5'-4'894,"4"3"-558,0 0 0,0 0 0,0 1 0,0-1 0,0 0-1,0 0 1,0 1 0,-1-1 0,1 0 0,0 1 0,0-1 0,-2 0 0,3-3 2126,1 1-2201,-1 1 1,0-1 0,1 0 0,0 0 0,0 1 0,-1-1 0,2 0-1,-1 1 1,0-1 0,0 1 0,1-1 0,0 1 0,-1 0 0,1-1 0,0 1-1,0 0 1,0 0 0,0 0 0,0 1 0,1-1 0,-1 0 0,1 1 0,-1 0-1,1-1 1,-1 1 0,1 0 0,0 0 0,-1 1 0,6-2 0,30-6 250,53-3 0,-33 4-441,61-10-503,-114 17-1932,-9 3-1895,-17 11-4129,-21 4-5952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9.853"/>
    </inkml:context>
    <inkml:brush xml:id="br0">
      <inkml:brushProperty name="width" value="0.035" units="cm"/>
      <inkml:brushProperty name="height" value="0.035" units="cm"/>
    </inkml:brush>
  </inkml:definitions>
  <inkml:trace contextRef="#ctx0" brushRef="#br0">0 149 10765,'59'-11'2517,"-57"10"-2223,1 0 0,-1 0 0,1 0 0,-1 0 0,1 0 0,-1-1 0,0 1 0,0-1 0,0 1 0,0-1-1,0 0 1,0 0 0,0 0 0,0 0 0,-1 0 0,1-1 0,1-2 0,-2 3 4,0-1 0,1 1 0,0 0 0,-1-1 1,1 1-1,0 0 0,0 0 0,0 0 0,0 1 0,1-1 0,-1 0 0,4-1 0,123-44 5642,-51 22-3767,-77 24-2141,1 0-1,0 0 0,0 0 1,0 1-1,0-1 0,-1 1 0,1 0 1,0-1-1,0 1 0,0 0 1,0 0-1,0 0 0,0 0 0,0 1 1,0-1-1,0 0 0,0 1 1,-1 0-1,1-1 0,0 1 0,0 0 1,-1 0-1,1 0 0,0 0 0,-1 0 1,3 2-1,-2-1-33,-1 1 0,0-1 1,0 0-1,0 0 0,0 1 0,0-1 0,-1 0 0,1 1 1,-1-1-1,1 1 0,-1-1 0,0 0 0,0 1 0,0-1 1,0 1-1,0-1 0,-1 1 0,1-1 0,-1 0 0,-1 5 1,-8 19-367,-2 0 1,0-1 0,-20 30-1,-4 8-265,-10 32-119,-44 77 771,90-171 19,-1 0 1,0 0-1,0 0 0,1 0 0,-1 0 1,1 0-1,-1 0 0,1 0 1,-1 0-1,1 1 0,0-1 0,0 0 1,-1 0-1,1 0 0,0 0 0,0 1 1,0-1-1,0 0 0,0 0 1,1 0-1,-1 1 0,0-1 0,1 0 1,-1 0-1,0 0 0,1 0 1,-1 0-1,2 2 0,0-1 115,1 0-1,0 0 1,-1 0-1,1 0 1,0 0-1,0-1 0,0 1 1,0-1-1,6 2 1,0 0 6,-1 0 1,0-1-1,1 0 1,-1 0-1,1-1 0,0 0 1,-1-1-1,1 0 1,15-2-1,310-35-546,-339 35-3158,-10-6-1134,3 7-1240,-17 12-9328</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19.980"/>
    </inkml:context>
    <inkml:brush xml:id="br0">
      <inkml:brushProperty name="width" value="0.035" units="cm"/>
      <inkml:brushProperty name="height" value="0.035" units="cm"/>
    </inkml:brush>
  </inkml:definitions>
  <inkml:trace contextRef="#ctx0" brushRef="#br0">0 0 752</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20.196"/>
    </inkml:context>
    <inkml:brush xml:id="br0">
      <inkml:brushProperty name="width" value="0.035" units="cm"/>
      <inkml:brushProperty name="height" value="0.035" units="cm"/>
    </inkml:brush>
  </inkml:definitions>
  <inkml:trace contextRef="#ctx0" brushRef="#br0">39 53 14377,'-4'2'2238,"5"-4"-543,13-9 614,-8 7-1627,1 0-1,-1 0 1,0 1 0,1 0-1,7-2 1,38-13 4196,-49 18-3968,-6 2-1043,0 0 0,1 0 0,-1 1 0,0 0 0,1-1 0,0 1 0,0 0 0,-4 6 0,-10 12-1164,0-5-1603,-30 23 0,45-38 2780,1-1 1,-1 1-1,0-1 0,1 0 1,-1 0-1,0 1 1,1-1-1,-1 0 1,0 0-1,1 0 0,-1 1 1,0-1-1,1 0 1,-1 0-1,0 0 1,0 0-1,1-1 1,-1 1-1,0 0 0,1 0 1,-1 0-1,0 0 1,1-1-1,-1 1 1,0 0-1,1-1 0,-1 1 1,0 0-1,1-1 1,-1 1-1,1-1 1,-1 1-1,1-1 1,-1 1-1,1-1 0,-1 1 1,1-1-1,0 0 1,-1 1-1,1-1 1,0 0-1,-14-34-6829,7 10-299</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20.812"/>
    </inkml:context>
    <inkml:brush xml:id="br0">
      <inkml:brushProperty name="width" value="0.035" units="cm"/>
      <inkml:brushProperty name="height" value="0.035" units="cm"/>
    </inkml:brush>
  </inkml:definitions>
  <inkml:trace contextRef="#ctx0" brushRef="#br0">0 183 7421,'9'-5'822,"4"-2"21,-3 5 7361,-10-2-6969,1 0-921,0-1 1,0 1-1,1 0 1,-1 0-1,1-1 0,0 1 1,0 0-1,0 1 0,1-1 1,-1 0-1,1 1 1,0-1-1,0 1 0,0 0 1,1 0-1,-1 0 0,1 0 1,-1 1-1,1 0 1,7-4-1,124-70 4354,-128 74-4489,-1-1 0,1 1 0,-1 1 0,10-2 0,-12 2 149,-1 2 28,-2-1-356,0 0 0,0 1 1,0-1-1,0 0 1,0 1-1,0-1 1,0 0-1,0 1 1,0 0-1,0-1 1,0 1-1,0-1 0,0 1 1,-1 0-1,1 0 1,0-1-1,0 1 1,-1 0-1,1 0 1,0 0-1,-1 0 1,1 0-1,-1 0 1,1 0-1,-1 0 0,0 0 1,1 0-1,-1 0 1,0 0-1,0 0 1,0 0-1,0 0 1,0 1-1,0-1 1,0 0-1,0 0 0,0 0 1,0 0-1,-1 0 1,0 2-1,-1 5-86,-2 0 0,1 0 0,-1 0 0,-8 10-1,2 0-85,-90 190-2860,75-160 2779,2 0 0,-19 58 0,35-72 1483,7-34-1218,0 0-1,0 0 1,0 0 0,0 0-1,0 0 1,-1 0 0,1 0-1,0 1 1,0-1 0,0 0-1,0 0 1,0 0 0,0 0-1,0 0 1,0 0 0,1 0-1,-1 1 1,0-1 0,0 0-1,0 0 1,0 0 0,0 0-1,0 0 1,0 0 0,0 0-1,0 0 1,0 0 0,0 1-1,0-1 1,0 0 0,0 0-1,0 0 1,1 0 0,-1 0-1,0 0 1,0 0 0,0 0 0,0 0-1,0 0 1,0 0 0,0 0-1,0 0 1,1 0 0,-1 0-1,0 0 1,0 0 0,0 0-1,0 0 1,0 0 0,0 0-1,0 0 1,1 0 0,-1 0-1,0 0 1,0 0 0,0 0-1,0 0 1,0 0 0,0 0-1,0 0 1,0 0 0,1 0-1,-1 0 1,0-1 0,21 0 533,0-2 0,0-1 0,-1 0 1,1-1-1,20-9 0,71-21-188,48-18-205,-127 42-538,-1 0 0,48-8 0,-76 18-2508,-10 4-825,-26 12-5366,-17 6-3842</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21.193"/>
    </inkml:context>
    <inkml:brush xml:id="br0">
      <inkml:brushProperty name="width" value="0.035" units="cm"/>
      <inkml:brushProperty name="height" value="0.035" units="cm"/>
    </inkml:brush>
  </inkml:definitions>
  <inkml:trace contextRef="#ctx0" brushRef="#br0">21 7 13661,'-4'1'2248,"-13"2"9270,19-3-9586,29-1 58,20-1-1022,-26 2-793,34-4-1,-41 2-154,0 1 0,0 0 1,0 1-1,26 4 0,-33-2-551,3 1-2793,0 0 1,17-1-1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21.354"/>
    </inkml:context>
    <inkml:brush xml:id="br0">
      <inkml:brushProperty name="width" value="0.035" units="cm"/>
      <inkml:brushProperty name="height" value="0.035" units="cm"/>
    </inkml:brush>
  </inkml:definitions>
  <inkml:trace contextRef="#ctx0" brushRef="#br0">74 1 5416,'0'0'1789,"-18"7"-1661,4 3-804,-7-3-1277,0 0 233</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21.605"/>
    </inkml:context>
    <inkml:brush xml:id="br0">
      <inkml:brushProperty name="width" value="0.035" units="cm"/>
      <inkml:brushProperty name="height" value="0.035" units="cm"/>
    </inkml:brush>
  </inkml:definitions>
  <inkml:trace contextRef="#ctx0" brushRef="#br0">0 22 9665,'28'-21'12059,"-34"56"-11117,5-32-600,5 16-118,-1-2-102,-3-14 66,1 1-83,0 0-22,0-1-1,0 1 0,0-1 0,1 0 0,-1 1 0,1-1 0,0 0 0,0 0 0,0 0 0,0 0 1,1 0-1,-1-1 0,1 1 0,-1-1 0,6 4 0,12 12 832,-18-15-772,0-1 0,1 1 0,-1-1 0,0 0 0,1 0 0,0 0 0,-1 0 0,7 2-1,12 2 272,0-1 1,1-1-1,0-1 0,0-1 0,40-2 0,25 3 435,-47 0-493,-25-2-227,0 1 0,0 0 0,0 0 0,17 6 0,-30-7-115,0-1 0,0 1 0,0 0 0,0 0 0,0 0 0,0 0 0,0 0 0,0 1 0,0-1 0,-1 0 0,1 1 0,0-1 0,-1 1 0,1 0 0,-1 0 0,0-1 0,1 1 0,-1 0 0,2 4 0,-3-3-17,1 0-1,-1 0 1,1-1-1,-1 1 0,0 0 1,0 0-1,0 0 1,-1 0-1,1 0 1,0 0-1,-1 0 1,0 0-1,-1 3 0,-4 7-200,0-1-1,-1 1 0,-1-1 0,-16 21 0,14-20-294,-115 135-3451,105-129 1887,-32 25 0,35-31-747,-1-2 0,-31 16 0,-6-5-7834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21.921"/>
    </inkml:context>
    <inkml:brush xml:id="br0">
      <inkml:brushProperty name="width" value="0.035" units="cm"/>
      <inkml:brushProperty name="height" value="0.035" units="cm"/>
    </inkml:brush>
  </inkml:definitions>
  <inkml:trace contextRef="#ctx0" brushRef="#br0">270 1 16782,'-1'0'180,"-1"0"1,0-1 0,1 2 0,-1-1 0,0 0-1,1 0 1,-1 0 0,0 1 0,1-1 0,-1 1 0,1-1-1,-1 1 1,1 0 0,-3 1 0,21 7 2857,13 5-1232,-11-2-1273,-1 1 0,0 0 0,-1 1 0,0 1 0,-1 1 0,-1 0 1,-1 2-1,25 36 0,-18-19 375,-1 2-1,-2 0 1,25 77 0,-27-58-908,-2 1 0,-3 1 0,-3 0 0,-2 0 0,-2 61 0,-7-4 0,-28 182 0,5-155-79,-7-2 1,-55 153-1,66-233-1113,-2-1 1,-3-1-1,-54 85 1,54-100 98,-135 202-9690,61-115-2122</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47.199"/>
    </inkml:context>
    <inkml:brush xml:id="br0">
      <inkml:brushProperty name="width" value="0.035" units="cm"/>
      <inkml:brushProperty name="height" value="0.035" units="cm"/>
    </inkml:brush>
  </inkml:definitions>
  <inkml:trace contextRef="#ctx0" brushRef="#br0">1111 16 4752,'0'0'6012,"-2"2"-5420,-14 27 12628,9-46-13124,7 16-12,0 0-1,0 0 1,0 1-1,-1-1 1,1 0-1,0 0 1,0 1-1,-1-1 1,1 0 0,-1 1-1,1-1 1,0 0-1,-1 1 1,1-1-1,-1 1 1,0-1-1,1 1 1,-1-1-1,1 1 1,-1-1-1,0 1 1,1-1-1,-1 1 1,0 0-1,1 0 1,-1-1-1,0 1 1,0 0 0,1 0-1,-1 0 1,0 0-1,0 0 1,1-1-1,-1 2 1,0-1-1,0 0 1,0 0-1,1 0 1,-1 0-1,0 1 1,-4-1-565,-12 1 573,13-1 61,1 0-154,-9 2 13,1-1 0,-1-1 1,1 0-1,-20-3 0,27 3-2,1-1 23,-18-2-16,0 1 0,-22 1 0,40 1-77,-4 1 72,-1 0 0,0 0 0,0-1 0,1 0 0,-1 0 0,-13-3 0,18 3-43,-69-5 33,46 3 15,-50 1 0,-13 12-24,87-11 0,0 0 1,0 0-1,0 1 1,0-1-1,1 0 1,-1 1 0,0-1-1,0 1 1,-3 1-1,3-1 11,0 0 0,0 0-1,0-1 1,0 1 0,0-1-1,0 1 1,0-1 0,0 0 0,-4 1-1,-12-2 17,3 1-22,1-1 0,-1 2 0,1 0 0,0 1 1,-22 5-1,32-6-5,1 0-1,-1 0 1,0 0 0,0-1 0,0 1 0,1-1 0,-1 0-1,-5 0 1,3 0 7,5 0 2,0 0 0,-1 0-1,1 0 1,-1 0 0,1 1 0,-1-1-1,1 0 1,-1 1 0,1 0-1,0-1 1,-1 1 0,1 0 0,0-1-1,-2 3 1,-18 7-112,4-6 109,1 1 1,0 0-1,0 1 1,1 0 0,0 2-1,-22 13 1,15-7 5,13-13-2,2-1-2,1 3-13,0-1 0,1 1 1,0 1-1,-1-1 0,1 1 0,-7 6 0,-13 9 7,23-17-2,0 0 1,0 0 0,0 1 0,0-1 0,0 1 0,1-1 0,0 1 0,-1-1 0,1 1-1,0 0 1,0-1 0,0 1 0,1 0 0,-1 0 0,1 0 0,-1-1 0,1 1 0,0 5-1,-3 15 7,1-16-13,1 0 1,1 0-1,-1-1 1,1 1-1,1 0 1,-1 0-1,1 0 1,3 11-1,-3-10 17,1 0 0,-1 0 0,-1 14 0,0-16-24,0-1 0,0 0 0,1 1 0,0-1 0,1 7 0,8 48 2,-9-57-12,0 1 8,10 31 36,-9-32-4,5 12-45,1-1-18,-6-11 17,1 0 32,-1 0-1,1 0 0,-1 0 1,0 0-1,3 7 0,-3-7-1,38 35-138,-36-34 127,1 0-1,0 0 0,-1 0 1,1-1-1,0 0 1,1 0-1,8 4 1,15 8-10,-11-5 19,-1-2 0,1 0-1,1-1 1,30 7 0,83 10-73,-98-21 48,65-3 0,-40-2 15,-7-1-23,0-2 0,54-12 0,-30 4-181,-47 7 78,46-14-1,-61 15 115,6 1-37,-16 4 6,0-1 25,56-14 69,-38 11-43,42-15 0,-7-11-28,-54 29 24,33-9 80,-33 9 352,-5-4-372,1 0 0,-1 0 0,1 0 0,0 0 0,1-1 0,-1 1 0,1 0 0,0 0 0,1-1 0,0-6 0,0 5 45,-1 0 0,1 0 0,-1 0 0,-3-14 1,-2-2 289,-1 1 1,-1-1 0,-1 1-1,-12-23 1,16 38-329,0-1-1,-1 1 1,0 0-1,0 0 0,-1 0 1,1 1-1,-2 0 1,1 0-1,-1 0 1,0 1-1,0 0 1,0 0-1,-1 1 1,-13-6-1,-28-7-821,-91-17 1,35 20-2937,76 10 1701,22 4 1000,0-1 0,0 0 0,0 0 1,0-1-1,-7-3 0,-1 1-4403</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0:49.647"/>
    </inkml:context>
    <inkml:brush xml:id="br0">
      <inkml:brushProperty name="width" value="0.035" units="cm"/>
      <inkml:brushProperty name="height" value="0.035" units="cm"/>
    </inkml:brush>
  </inkml:definitions>
  <inkml:trace contextRef="#ctx0" brushRef="#br0">189 124 9217,'-24'-21'12139,"30"59"-11132,-5-34-11,-3-2-846,-3 5-85,0 0 0,1 0 0,0 1 0,1-1 0,-1 1 0,1 0 0,1 0-1,-3 14 1,-7 72 49,8-42-41,0 11-7,3-1-1,13 110 1,-4-72 8,8 8 85,-15-104 138,-2-8-381,-1-6 1,0 0 1,1 0-1,0 0 1,1 0-1,0 0 1,2-11-1,0 4-72,-2 0 0,-1-22 0,-19-139-601,18 154 652,-2 0 0,0 0 0,-12-34-1,-21-60-33,33 106 133,1 1 0,1-1-1,-1 0 1,2 0 0,-1-14 0,2 24 1,-1 0 1,1 0-1,-1 0 0,1 1 0,-1-1 0,0 0 1,0 0-1,0 0 0,0 1 0,0-1 1,0 1-1,-3-3 0,1-1-12,2 3 31,1-1-27,3-32 3,-3 31 15,3 2-20,1-1 31,1 1-1,0-1 0,0 1 1,0 0-1,0 0 0,0 0 0,0 1 1,0-1-1,8 0 0,55-1 139,-26 2-34,100-9 105,304-33-43,-293 23-223,-102 15 34,-29 3 5,28-5 0,-25 3-6,31-1-12,4 1 16,33-1 18,-87 4-12,1 0 0,-1 1-1,1 0 1,11 2 0,10 0 99,64-7-35,-56 2 13,56 2-1,-40 1-131,-18-2 24,-27 4 26,2 0 0,30 5-9,30 4 6,-66-11 5,1 1 2,89 5 10,-88-6-26,-1 0 16,16 0 4,-1 1 0,0 1-1,0 1 1,26 7-1,-42-9 104,-2-1-112,0 1 0,0-1-1,0 0 1,0 0 0,0 0 0,0 0-1,0 1 1,-1-1 0,1 0 0,0 1 0,0-1-1,0 1 1,0-1 0,-1 1 0,1-1-1,1 2 1,-1-2 0,0 1-1,0 0 1,0 0 0,0-1 0,0 1-1,0 0 1,0-1 0,0 1-1,1-1 1,-1 0 0,0 1-1,0-1 1,1 0 0,-1 0-1,2 0 1,44 3-12,-42-2 6,-1-2 0,37-4-11,-37 4 30,0 0 2,1 1-1,-1-1 0,0 0 0,0-1 0,9-3 0,-6 2-7,-3 2 222,-1 3-216,2 4 7,0 1 0,-1-1 1,1 1-1,-1 0 0,0 0 1,-1 0-1,0 0 0,0 1 1,-1-1-1,4 16 0,1 6 34,-1 1 0,-2 0 0,-1 0 0,-1 1-1,-1-1 1,-2 0 0,-7 50 0,7-62-47,0 0 0,1 1-1,4 28 1,-4-46-2,0 1 0,0-1-1,0 0 1,1 0 0,-1 0 0,-1 0-1,1 0 1,0 1 0,0-1-1,0 0 1,-1 0 0,1 0 0,0 0-1,-1 0 1,0 2 0,-2 3 19,0 14 86,2-16-93,1-1-55,-3 29 150,2-28 1467,-6 10-1528,2 0-36,3-11 53,0-2-101,-76 18 676,46-12-534,18-5-45,-13 2-62,-33 11 0,8-4 73,43-10-59,1 0 0,-1 1 0,-12 4 0,19-5-8,1-1 0,-1 1 0,1-1 0,-1 1 0,0-1 0,1 0 0,-1 0 0,0 0 0,0 0 0,1 0 0,-1 0 1,-2 0-1,-6-1 15,-41 7 62,33-3-25,-29 1 0,-45 2-84,40-1 94,-9 1-72,-43 2 86,-72 2-8,92-8 153,37 1 74,1-3 1,-70-8-1,106 7-289,-1 0 0,0 1 1,-12 1-1,-9 0 41,12-2-6,0 1 1,0 1-1,-29 5 0,46-5-3,-2-2-12,-31-4-15,0 2 0,0 2 0,0 1-1,-50 6 1,68-4-23,0 0-1,-29-3 0,30 0 10,0 1 0,0 1 0,-25 4 0,-59 15 429,98-20-369,-32-1 46,-18 2-59,-24 9-50,28-6 561,46-4-483,0 0-1,0 0 1,0-1 0,0 1-1,1-1 1,-1 0 0,0 1-1,0-2 1,0 1 0,1 0-1,-1 0 1,-3-3 0,4 2 1223,-43 2-20249</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05.779"/>
    </inkml:context>
    <inkml:brush xml:id="br0">
      <inkml:brushProperty name="width" value="0.035" units="cm"/>
      <inkml:brushProperty name="height" value="0.035" units="cm"/>
    </inkml:brush>
  </inkml:definitions>
  <inkml:trace contextRef="#ctx0" brushRef="#br0">322 204 4748,'-1'-3'992,"-2"-3"-608,0 0 0,-1 1 0,1-1 1,-1 1-1,0 0 0,0 0 0,-1 0 0,-7-6 1,9 9-177,-1 1-28,-10 0 87,0 0 0,0 1 0,0 1 0,0 0 0,0 1 0,0 0 0,-24 8 0,3 0 771,32-9-463,0-1 85,-17-4-204,-38 1 7212,57 2-7363,-1 0-1,1 0 1,-1-1 0,1 1 0,-1-1-1,1 1 1,0-1 0,0 1 0,0-1 0,0 0-1,0 1 1,-1-4 0,47-8 1226,76-11 0,151-9 340,-202 25-1581,83-4 209,244 22 181,-310-3-489,-83-6-176,38-5 9,-39 4-15,14-11-5612,-15 1 3173,-3 8 1700,0 0-1,-1 0 1,0 0-1,1 0 1,-1 0-1,0 0 1,0 1-1,0-1 0,-3-1 1,-4-4-2245,-9-8-8450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05.934"/>
    </inkml:context>
    <inkml:brush xml:id="br0">
      <inkml:brushProperty name="width" value="0.035" units="cm"/>
      <inkml:brushProperty name="height" value="0.035" units="cm"/>
    </inkml:brush>
  </inkml:definitions>
  <inkml:trace contextRef="#ctx0" brushRef="#br0">18 0 3688,'-7'21'624,"-3"4"-772</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06.124"/>
    </inkml:context>
    <inkml:brush xml:id="br0">
      <inkml:brushProperty name="width" value="0.035" units="cm"/>
      <inkml:brushProperty name="height" value="0.035" units="cm"/>
    </inkml:brush>
  </inkml:definitions>
  <inkml:trace contextRef="#ctx0" brushRef="#br0">22 74 11401,'17'-13'1349,"-5"4"200,0 0-1,1 1 1,0 0-1,0 1 1,23-9-1,-29 15-1345,0 0 0,0 0 0,0 1 0,0 0 0,0 0 0,1 0 0,-1 1 0,0 1-1,12 2 1,2 3 271,35 16 0,-46-18-389,0 1-1,0 0 1,0 0-1,-1 1 1,1 1-1,-2-1 0,1 2 1,-1-1-1,-1 1 1,1 0-1,-1 0 1,-1 1-1,0 0 1,0 0-1,-1 1 1,0 0-1,-1-1 1,0 2-1,-1-1 0,0 0 1,1 15-1,-1 2-36,-1 0 0,-1 0 0,-1 0-1,-2 0 1,-1 0 0,-1-1 0,-13 49 0,-82 222-1299,69-227 7,-3-1 0,-44 69-1,64-118 405,-2-1 0,-15 18 0,23-30 269,0-2 0,0 1 0,0-1-1,-1 0 1,0 0 0,0-1 0,-12 7-1,18-11 229,0-1 1,0 1-1,0 0 0,0-1 0,0 1 0,0-1 0,1 1 0,-1-1 0,0 0 0,0 0 0,0 0 0,0 0 0,-3-1 0,-25-10-7057</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09.918"/>
    </inkml:context>
    <inkml:brush xml:id="br0">
      <inkml:brushProperty name="width" value="0.035" units="cm"/>
      <inkml:brushProperty name="height" value="0.035" units="cm"/>
    </inkml:brush>
  </inkml:definitions>
  <inkml:trace contextRef="#ctx0" brushRef="#br0">2159 197 8757,'0'0'19,"-2"4"292,-1-1-1,1 0 0,-1 0 0,1 0 0,-1 0 0,0 0 0,0-1 1,-8 6 3830,14-10-3427,26-7 5650,-14 2-5420,1 1-548,-12 5 2648,-8-1-2876,-29-13-18,-1 2-1,-40-11 1,-79-15-19,103 28-134,1 0 44,-62-18-35,46 13 32,44 11-40,-34-11 0,52 15 13,0 0 1,0 0 0,0 0 0,-1 0 0,1 1 0,0 0 0,-7-1 0,-22-2 72,10-1-89,-1 2 0,0 1 0,-31 1 0,17 1 32,-174 9 15,147-10-23,-153 5-68,78 18-11,91-17 53,-62 15 1,23-3 47,65-13-86,-39 15 0,39-12 39,-30 6 0,40-11-5,0 1 0,1 1-1,0-1 1,0 2 0,-15 9-1,-18 8-35,29-13 43,-45 37 53,57-44-48,0 1-1,-1-1 1,2 1-1,-1 0 1,0 0-1,1 0 1,0 0-1,0 0 1,0 0-1,-2 7 1,-4 8 9,0-1-28,0 0 1,1 0-1,1 1 1,1 0-1,0 0 1,2 0-1,0 1 1,0 29-1,3-47 19,0 0 0,0 0 0,0-1 0,0 1 0,0 0 0,1-1 0,-1 1 1,1 0-1,-1-1 0,1 1 0,0 0 0,1 2 0,2 4 5,-2-4-5,2 9-1,0 0 1,1-1-1,0 0 0,1 0 1,1 0-1,0-1 0,12 16 1,14 7-77,-22-21 67,1 0 0,0-1 0,1-1 0,0 0 1,27 17-1,132 53-132,-138-69 78,-1-1 0,2-1 0,52 6 1,53 1 49,148-3 0,-13-21-97,-174 3 103,87-8-47,53-1 30,16-8-40,-189 14 132,-43 4-58,21-1-3,0-3 0,-1-1 0,47-15-1,3-5 17,23-9-32,-69 13 191,-46 22-184,0-1 17,23-27 28,-25 29-40,0 0-1,0 0 1,0 0 0,-1 0 0,1 0-1,0 0 1,-1-1 0,1 1 0,-1 0-1,0 0 1,1-1 0,-1 1 0,0 0 0,0-1-1,0 1 1,0 0 0,0-3 0,3-15 41,-1 15 7,-1 0 0,1 0-1,-1 0 1,0 0 0,0 0 0,0 0-1,-1 0 1,1 0 0,-1-1-1,0 1 1,-1-8 0,-27-69 655,25 72-651,-1-1 1,0 1-1,0 0 0,-1 0 0,0 0 0,-1 1 0,-8-10 1,-7-13 91,11 17-19,-1 0 1,0 1-1,-19-17 0,17 17 163,1 0 1,-19-25-1,25 31-158,0 0-1,0 1 1,-13-12 0,4 4 95,13 12-160,-1 0 6,-15-11 174,-25-22 1,40 32-211,-1 1 1,1-1 0,-1 1-1,1 0 1,-1 0-1,0 0 1,0 1-1,0-1 1,-4 0-1,-17-8 84,6 1-53,-2 0 0,1 1 0,-1 2 0,-35-7-1,31 7-73,-22-3-266,0 2-1,-60-1 1,-49-6-2129,92 3 920,-119-17-3806,35 15-2124,-17-3-4959</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0.623"/>
    </inkml:context>
    <inkml:brush xml:id="br0">
      <inkml:brushProperty name="width" value="0.035" units="cm"/>
      <inkml:brushProperty name="height" value="0.035" units="cm"/>
    </inkml:brush>
  </inkml:definitions>
  <inkml:trace contextRef="#ctx0" brushRef="#br0">1455 11117 6509,'28'-7'7890,"-29"6"-7817,1 1 0,0-1 1,0 1-1,-1-1 1,1 1-1,0-1 0,-1 1 1,1-1-1,0 1 0,-1-1 1,1 1-1,-1 0 1,1-1-1,-1 1 0,1-1 1,-1 1-1,1 0 0,-1 0 1,0-1-1,0 1 87,0 0 0,1-1 0,-1 1 0,1 0 0,-1-1-1,0 1 1,1-1 0,-1 1 0,1-1 0,-1 1 0,1-1 0,-1 1 0,1-1 0,-1 1 0,1-1-1,-1 0 1,1 1 0,0-1 0,-1 0 0,1 1 0,0-1 0,0 0 0,0 1 0,-1-1-1,1 0 1,0-1 0,9-33 897,-8 32-653,-1-1-63,-4-76 258,-15-83 0,13 123-515,-85-592 222,-80-356 267,109 656-373,-15-155 55,14 86-39,-52-403-251,69 451-72,12 26-43,4 34 169,-37-351-254,39 343 161,-7-108-54,-14-136 15,32 307 86,3 19 9,9 138 27,7-92 0,0 7-44,2-125 59,0 4-76,-4 180 98,1 44-58,-3 0 0,-18-117 0,-25-83 30,-40-255 38,70 426-125,3 26 5,-5-123 0,19 143 45,2 1 0,18-76 1,-3 18 6,-2-65-15,17-88 2,-14 147 59,-11 69-23,3-46-1,5-12 119,-17 94-133,1 1-27,5-32-16,-6 31 170,1 1-221,18-71 35,-18 72 61,-1 0 0,0 1 0,1-1 1,-1 0-1,0 0 0,0 0 0,0 0 0,0 0 1,-1 0-1,1 1 0,0-1 0,-1 0 0,1 0 1,-2-2-1,-2-15-57,1 18 78,1 1-20,-1-1 0,1 1 0,0-1 0,0 1 0,0 0 0,0 0 0,-1 0 0,1 0 0,0 0 1,0 0-1,0 1 0,0-1 0,0 1 0,-1-1 0,1 1 0,0 0 0,0 0 0,0 0 0,0 0 0,1 0 0,-1 0 0,0 0 0,0 1 0,1-1 0,-1 1 0,1 0 0,-1-1 0,-1 3 0,-40 47 2,3 2 0,-39 65 0,33-47-21,-86 155 52,20-30-22,95-166-20,16-27 97,4-5-150,12-9 83,-1 0 1,-1-1-1,23-24 0,33-51-126,-62 78 112,33-46-54,-14 19-18,1 1 1,39-38-1,2 4-11,-31 30 32,55-44 0,-80 74 30,1 1 0,20-11 0,-25 19 11,6 7 2,0-1 0,19 13 0,-31-18 2,0 1 1,0 0-1,0-1 1,0 1-1,-1 0 1,1 0-1,0 0 1,-1 0-1,1 0 1,-1 1-1,0-1 1,0 0-1,1 1 1,-2-1-1,1 0 1,0 1 0,0 4-1,4 9 11,73 198 132,-66-179-121,2 0 1,1-2-1,2 0 0,1 0 1,1-2-1,2 0 0,34 39 1,10 10-355,-65-80 317,0 0 0,0 0 0,0 0 0,0 0 0,0 0 0,0 0 0,0 0 0,0-1 1,0 1-1,0 0 0,0 0 0,0 0 0,0 0 0,0 0 0,0 0 0,1 0 0,-1 0 0,0 0 0,0 0 0,0 0 1,0 0-1,0 0 0,0 0 0,0-1 0,0 1 0,0 0 0,1 0 0,-1 0 0,0 0 0,0 0 0,0 0 0,0 0 1,0 0-1,0 0 0,0 0 0,0 0 0,1 0 0,-1 0 0,0 0 0,0 0 0,0 1 0,0-1 0,0 0 0,0 0 1,0 0-1,0 0 0,0 0 0,1 0 0,-1 0 0,0 0 0,0 0 0,0 0 0,0 0 0,0 0 0,0 0 0,0 1 0,0-1 1,0 0-1,0 0 0,0 0 0,0 0 0,0 0 0,0 0 0,4-7-704,1-2-1178,-1 1 1,0-2-1,-1 1 1,4-15-1,3-28-7165</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1.849"/>
    </inkml:context>
    <inkml:brush xml:id="br0">
      <inkml:brushProperty name="width" value="0.035" units="cm"/>
      <inkml:brushProperty name="height" value="0.035" units="cm"/>
    </inkml:brush>
  </inkml:definitions>
  <inkml:trace contextRef="#ctx0" brushRef="#br0">46 361 6301,'0'0'12428,"1"3"-11735,0 13-381,0-1 0,-1 1 0,0-1 0,-2 1 0,-2 17 0,-15 128 412,4-17-435,9-87-198,3 0-1,5 59 0,0-24-33,0-43 31,13 75-1,-14-121-74,0-9-11,6-17-3,-2 0 0,-1-1 0,-1 1 0,1-41 0,-3-497-500,-1 556 489,0-59-40,2-1 0,15-95 0,-12 132 41,-5 19 34,2 1 1,-1-1-1,1 1 0,0-1 1,1 1-1,6-14 0,-1 8 93,0 0-1,2 0 1,-1 1-1,2 0 0,14-13 1,-18 19-56,1 0 0,0 0 0,0 1 0,0 0 1,1 1-1,0 0 0,0 0 0,1 1 0,16-5 1,-24 8-57,0 1 0,-1-1 0,1 1 0,0-1 1,0 1-1,-1 0 0,1 0 0,0 0 0,0 0 1,0 0-1,-1 0 0,1 0 0,0 1 0,0-1 1,-1 1-1,1-1 0,0 1 0,-1 0 0,1 0 1,-1-1-1,1 1 0,-1 0 0,1 0 1,-1 1-1,1-1 0,-1 0 0,0 0 0,0 1 1,0-1-1,0 1 0,0-1 0,0 1 0,0-1 1,0 1-1,0-1 0,-1 1 0,1 0 0,-1-1 1,1 4-1,1 3-14,-1 1 0,0-1 0,-1 1 0,0 0 0,0-1 0,-3 16 0,0-8-201,-1 0-1,-1-1 1,0 1-1,-1-1 1,-1-1-1,0 1 0,-1-1 1,-17 24-1,-9 5-2986,-49 48-1,49-54-739,-12 12-4535</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2.322"/>
    </inkml:context>
    <inkml:brush xml:id="br0">
      <inkml:brushProperty name="width" value="0.035" units="cm"/>
      <inkml:brushProperty name="height" value="0.035" units="cm"/>
    </inkml:brush>
  </inkml:definitions>
  <inkml:trace contextRef="#ctx0" brushRef="#br0">860 1 11725,'-25'0'629,"14"0"-243,0 0 0,0 1 0,-1 0 0,1 1 0,0 0 0,0 1 0,1 0 0,-1 0 0,-12 7 0,-30 21 675,2 3 0,1 2-1,1 2 1,-48 49 0,38-26-686,4 2 1,-70 102 0,98-127-208,2 2 1,2 1 0,2 1-1,2 1 1,-15 46 0,28-68-85,1 0 1,0 0-1,1 1 0,2-1 1,0 1-1,1 0 1,1 0-1,1-1 0,1 1 1,1 0-1,1-1 1,1 0-1,8 22 0,-5-22-46,2 1-1,1-1 0,0 0 1,2-1-1,0-1 0,1 0 1,1 0-1,1-2 0,1 0 1,0-1-1,1 0 0,21 13 1,-22-18-470,1 0 1,0-1-1,1 0 1,0-2-1,1 0 1,0-2-1,0 0 1,0-1-1,0-1 0,1-1 1,0 0-1,0-2 1,39-2-1,13-10-5763,-2-1-3908</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2.906"/>
    </inkml:context>
    <inkml:brush xml:id="br0">
      <inkml:brushProperty name="width" value="0.035" units="cm"/>
      <inkml:brushProperty name="height" value="0.035" units="cm"/>
    </inkml:brush>
  </inkml:definitions>
  <inkml:trace contextRef="#ctx0" brushRef="#br0">0 112 6397,'6'-20'1272,"-5"16"2755,1 1-3874,-1 1 0,0 0 1,1 1-1,-1-1 1,1 0-1,-1 0 0,1 1 1,0-1-1,0 0 0,0 1 1,2-2-1,-3 3 34,1-2 2699,1 0-1843,11-5-245,-1 0 176,-1 1 0,1 0 1,0 1-1,0 1 0,0 0 0,24-4 1,-19 6-633,43-5 1109,114 3 1,-171 4-1428,0 0 0,-1 0 1,1 1-1,-1 0 0,1 0 1,-1 0-1,1 0 0,-1 0 1,1 1-1,-1-1 1,0 1-1,3 2 0,-4-2-17,0-1-1,-1 1 0,1 0 1,-1 0-1,1 0 0,-1-1 1,0 1-1,0 0 0,0 1 1,0-1-1,0 0 0,-1 0 1,1 0-1,0 1 1,-1-1-1,0 0 0,1 0 1,-1 1-1,0-1 0,-1 3 1,0 13-3,-2-1 1,0 1-1,-1-1 1,-1 0-1,-10 24 1,-43 84-339,43-97 225,-163 313-673,168-321 1084,10-20-271,0 1 0,1 0 0,-1 0 0,0-1 0,0 1 0,0 0 0,0 0 0,1-1 0,-1 1 0,0 0 0,1 0 0,-1-1 0,1 1 0,-1 0 0,1-1 0,-1 1 0,1-1 1,-1 1-1,1-1 0,-1 1 0,1-1 0,0 1 0,-1-1 0,1 1 0,0-1 0,0 1 0,0-1 64,1 1-32,0 0 0,0 1 1,0-2-1,1 1 0,-1 0 0,0 0 0,0-1 0,1 1 1,-1-1-1,0 0 0,1 1 0,-1-1 0,0 0 1,1-1-1,-1 1 0,4-1 0,38-11 542,-31 7-407,106-40 1345,-58 20-1227,-21 9-292,135-45-19,-144 52-1243,-40 11-1732,-48 13-3708,12 0-420,2-3-4701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3.350"/>
    </inkml:context>
    <inkml:brush xml:id="br0">
      <inkml:brushProperty name="width" value="0.035" units="cm"/>
      <inkml:brushProperty name="height" value="0.035" units="cm"/>
    </inkml:brush>
  </inkml:definitions>
  <inkml:trace contextRef="#ctx0" brushRef="#br0">1 237 12001,'23'-26'2366,"-18"21"-43,-2 2 67,19-13-971,0 1 1,1 2-1,0 0 0,1 1 0,0 1 0,1 2 0,38-11 0,64-11-252,163-20 0,-260 45-1167,1 1 0,18 7-2,-49-2-3,0 0 1,0 0-1,0-1 0,0 1 1,1 0-1,-1 0 0,0 0 0,0 0 1,0 0-1,0 0 0,0 0 1,0 0-1,0 0 0,1 0 1,-1 0-1,0 0 0,0 0 0,0 0 1,0 0-1,0 0 0,0 0 1,0 0-1,1 0 0,-1 0 1,0 1-1,0-1 0,0 0 1,0 0-1,0 0 0,0 0 0,0 0 1,0 0-1,0 0 0,0 0 1,1 0-1,-1 0 0,0 0 1,0 1-1,0-1 0,0 0 0,0 0 1,0 0-1,0 0 0,0 0 1,0 0-1,0 0 0,0 1 1,0-1-1,0 0 0,0 0 1,0 0-1,0 0 0,0 0 0,0 0 1,0 0-1,0 0 0,0 1 1,0-1-1,0 0 0,0 0 1,0 0-1,0 0 0,0 0 1,-1 0-1,1 0 0,0 0 0,0 1 1,0-1-1,0 0 0,-2 6-407,2-3 154,-1-1 0,1 1 1,-1-1-1,1 1 0,-1-1 1,0 0-1,0 1 0,-1-1 1,1 0-1,0 1 0,-1-1 0,1 0 1,-1 0-1,0 0 0,1 0 1,-1-1-1,0 1 0,0 0 1,0-1-1,0 0 0,-1 1 1,-2 1-1,-23 6-4115,10-4-2138,-3-1-5718</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3.931"/>
    </inkml:context>
    <inkml:brush xml:id="br0">
      <inkml:brushProperty name="width" value="0.035" units="cm"/>
      <inkml:brushProperty name="height" value="0.035" units="cm"/>
    </inkml:brush>
  </inkml:definitions>
  <inkml:trace contextRef="#ctx0" brushRef="#br0">683 4 7125,'0'0'6558,"5"-1"-5616,39-2 672,-40 3 1407,-18 12-2550,-11 6-524,-1-1-1,-43 20 1,33-19-144,-405 173-119,353-161 2310,51-20 1556,96-22 298,23 5-2330,-20 2-538,168-3 794,-200 8-1729,-16 0-477,1 1 0,-1 0 0,0 1-1,0 1 1,0 0 0,20 7 0,-34-10 394,0 0 0,1 0-1,-1 0 1,0 0 0,0 0 0,0 0-1,0 0 1,0 0 0,0 0 0,0 0 0,0 0-1,1 0 1,-1 1 0,0-1 0,0 0-1,0 0 1,0 0 0,0 0 0,0 0 0,0 0-1,0 0 1,0 0 0,0 0 0,0 0-1,0 0 1,0 1 0,1-1 0,-1 0 0,0 0-1,0 0 1,0 0 0,0 0 0,0 0-1,0 0 1,0 0 0,0 1 0,0-1-1,0 0 1,0 0 0,0 0 0,0 0 0,0 0-1,0 0 1,0 0 0,-1 0 0,1 1-1,0-1 1,0 0 0,0 0 0,0 0 0,0 0-1,0 0 1,0 0 0,0 0 0,0 0-1,0 0 1,0 0 0,0 0 0,0 1 0,-1-1-1,1 0 1,0 0 0,0 0 0,0 0-1,0 0 1,-5 8-1757,-14 20-7920,0-19-3010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4.419"/>
    </inkml:context>
    <inkml:brush xml:id="br0">
      <inkml:brushProperty name="width" value="0.035" units="cm"/>
      <inkml:brushProperty name="height" value="0.035" units="cm"/>
    </inkml:brush>
  </inkml:definitions>
  <inkml:trace contextRef="#ctx0" brushRef="#br0">18 71 9221,'-15'35'2343,"12"-28"5807,15-23-4762,-10 14-2826,1-2-258,1 1-1,-1 0 0,1 0 1,0 1-1,0-1 0,0 1 1,0 0-1,0 0 0,0 0 1,0 0-1,1 1 1,-1 0-1,1 0 0,6-1 1,9-3 383,27-6 848,66-6-1,-31 5-738,-9 4-796,124-1 0,-161 10 0,-29 2 0,0 0 0,13 0-148,-16-2-783,-24 21-15206</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4.856"/>
    </inkml:context>
    <inkml:brush xml:id="br0">
      <inkml:brushProperty name="width" value="0.035" units="cm"/>
      <inkml:brushProperty name="height" value="0.035" units="cm"/>
    </inkml:brush>
  </inkml:definitions>
  <inkml:trace contextRef="#ctx0" brushRef="#br0">74 1 12085,'0'0'9287,"-1"5"-8266,-19 97 1442,2-12-1365,-12 162 389,26-189-1393,4-1 0,7 68 0,-2-104-482,0 0 1,10 27 0,4 18-3319,-19-71 3618,0 0 0,0 0 1,0 1-1,0-1 0,0 0 1,0 0-1,1 0 0,-1 0 1,0 1-1,0-1 0,0 0 1,0 0-1,0 0 0,0 0 1,0 1-1,0-1 0,0 0 1,1 0-1,-1 0 0,0 0 1,0 0-1,0 0 0,0 0 1,1 1-1,-1-1 0,0 0 1,0 0-1,0 0 0,0 0 1,1 0-1,-1 0 0,0 0 1,0 0-1,0 0 0,0 0 1,1 0-1,19 6-6238,1 1-3975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5.028"/>
    </inkml:context>
    <inkml:brush xml:id="br0">
      <inkml:brushProperty name="width" value="0.035" units="cm"/>
      <inkml:brushProperty name="height" value="0.035" units="cm"/>
    </inkml:brush>
  </inkml:definitions>
  <inkml:trace contextRef="#ctx0" brushRef="#br0">1 11 21358,'0'0'5364,"17"-3"-3327,1-4 1971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5.375"/>
    </inkml:context>
    <inkml:brush xml:id="br0">
      <inkml:brushProperty name="width" value="0.035" units="cm"/>
      <inkml:brushProperty name="height" value="0.035" units="cm"/>
    </inkml:brush>
  </inkml:definitions>
  <inkml:trace contextRef="#ctx0" brushRef="#br0">8 25 15681,'-7'-1'1855,"8"2"-749,5 6 3135,-1-7-2071,66-6 1137,46-4 1100,-73 3-4407,70-1 0,-90 8 27,-13 0 24,19 6-452,-26-5-1421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5.848"/>
    </inkml:context>
    <inkml:brush xml:id="br0">
      <inkml:brushProperty name="width" value="0.035" units="cm"/>
      <inkml:brushProperty name="height" value="0.035" units="cm"/>
    </inkml:brush>
  </inkml:definitions>
  <inkml:trace contextRef="#ctx0" brushRef="#br0">158 22 12893,'2'-2'1660,"15"-15"837,-15 15 175,-16 16-2354,-53 49-73,38-35-171,15-16 33,0 1 0,-16 21 0,21-22 29,7-10-6,4 2 165,0 6-115,-2-7-119,1 0 1,-1 0-1,1 0 1,0-1-1,0 1 0,0 0 1,0 0-1,1-1 0,-1 1 1,1-1-1,0 1 0,-1-1 1,1 1-1,4 2 0,13 12 542,-15-13-286,1 1 1,0-1-1,0 0 1,0-1-1,0 1 1,9 3-1,20 12 929,-27-15-1036,0 0 0,0 0-1,12 4 1,-15-7-178,0 1 0,0 0-1,0 0 1,0 0 0,0 0 0,-1 1-1,1 0 1,-1-1 0,1 1 0,-1 0-1,0 1 1,0-1 0,-1 1 0,1-1-1,-1 1 1,1 0 0,-1 0 0,0 0-1,-1 0 1,1 0 0,-1 0-1,1 0 1,-1 1 0,-1-1 0,1 1-1,-1-1 1,1 9 0,-3 22-569,0 1 0,-11 44-1,9-58 215,1-4-75,0 0-1,-1 0 0,-1-1 1,0 1-1,-2-1 1,0 0-1,-1-1 1,-15 24-1,14-26-250,5-6 163,-1-1 0,0 1 0,0-1-1,-12 11 1,16-17 390,0 0-1,1 0 1,-1-1-1,0 1 1,0 0-1,0-1 1,0 1-1,0-1 0,0 1 1,0-1-1,0 0 1,0 1-1,0-1 1,0 0-1,-1 1 1,1-1-1,0 0 1,0 0-1,0 0 1,0 0-1,0 0 0,0-1 1,-1 1-1,1 0 1,0 0-1,0-1 1,0 1-1,0-1 1,0 1-1,0-1 1,0 1-1,0-1 1,0 1-1,0-1 0,0 0 1,1 0-1,-1 1 1,0-1-1,0 0 1,1 0-1,-1 0 1,0 0-1,1 0 1,-1-2-1,-2-1-716,1-1 1,0 0-1,1 0 1,-1 1-1,1-1 1,0 0-1,-1-8 0,4-11-4896</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6.457"/>
    </inkml:context>
    <inkml:brush xml:id="br0">
      <inkml:brushProperty name="width" value="0.035" units="cm"/>
      <inkml:brushProperty name="height" value="0.035" units="cm"/>
    </inkml:brush>
  </inkml:definitions>
  <inkml:trace contextRef="#ctx0" brushRef="#br0">364 0 7449,'-20'0'1719,"16"0"2090,0 2-2703,-8 1-75,0 1-1,-22 2 1,18-3-490,1 1 0,-1 0 0,1 1-1,0 1 1,1 1 0,-18 9 0,18-9 42,8-3-450,-1 0 0,1 1 0,-1 0 0,1 0 0,1 0 0,-1 1 0,1 0 0,0 0 0,0 0 0,1 1 0,0 0 0,0 0 0,-4 10 0,3-5 84,0 0-1,1 0 0,1 1 0,0 0 1,0 0-1,1 0 0,0 19 0,3-5 483,5 36 0,-4-50-505,0-1 0,1 0 0,1 1 0,-1-1 0,10 17 0,-8-20-67,2 1 1,-1-1-1,1 0 0,1 0 1,0-1-1,9 8 0,6 2 112,25 17 0,10 6-231,-56-39-184,-1-3-752,-1 0 875,0 1 0,0-1 0,1 1-1,-1 0 1,0-1 0,1 1 0,-1-1 0,0 1 0,1-1 0,-1 1 0,0 0-1,1-1 1,-1 1 0,1 0 0,-1-1 0,1 1 0,-1 0 0,2-1 0,-2 1 17,1 0 1,0 0 0,-1-1-1,1 1 1,-1 0-1,1-1 1,0 1 0,-1-1-1,1 1 1,-1-1 0,1 1-1,-1-1 1,1 1 0,-1-1-1,1 1 1,-1-1 0,0 0-1,1 1 1,-1-1 0,0 0-1,0 1 1,1-1-1,-1 0 1,0 1 0,0-1-1,0 0 1,0-1 0,-4-15-299,4 14 266,-1-1-1,0 0 1,0 0 0,0 1 0,-1-1 0,1 1-1,-1-1 1,0 1 0,-2-4 0,-56-62-1127,56 65 1038,1-1 0,-1 1 0,0 0 0,-1 1 0,1-1 0,-1 1 0,1 0 0,-1 0 0,0 0 0,0 0 0,0 1 0,-11-3 0,-27-5-2159,-3 4-3589,27 4 1912,-4-1-2529</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1:26.942"/>
    </inkml:context>
    <inkml:brush xml:id="br0">
      <inkml:brushProperty name="width" value="0.035" units="cm"/>
      <inkml:brushProperty name="height" value="0.035" units="cm"/>
    </inkml:brush>
  </inkml:definitions>
  <inkml:trace contextRef="#ctx0" brushRef="#br0">246 1 9849,'0'0'7997,"3"1"-6362,1 2-1324,0-1 0,-1 1 0,1 0 0,0 0 0,-1 0 0,0 0 0,0 1 0,0-1 0,0 1-1,0 0 1,-1 0 0,0 0 0,4 7 0,20 51 1016,-2 2-1,20 83 1,-17-20-631,-5 1-1,6 178 1,-26-210-633,-4 0-1,-4 1 1,-36 177-1,20-176-1250,-4-2-1,-49 118 1,60-181 101,-3 0 1,0-2-1,-2 0 1,-24 28-1,-53 49-6516,14-28-2963</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4:59.232"/>
    </inkml:context>
    <inkml:brush xml:id="br0">
      <inkml:brushProperty name="width" value="0.035" units="cm"/>
      <inkml:brushProperty name="height" value="0.035" units="cm"/>
    </inkml:brush>
  </inkml:definitions>
  <inkml:trace contextRef="#ctx0" brushRef="#br0">74 102 10577,'0'0'8369,"7"-14"-7677,3 0-276,-31 0-1636,-17-14-1032,27 14-2625,-10-4-3844</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03.491"/>
    </inkml:context>
    <inkml:brush xml:id="br0">
      <inkml:brushProperty name="width" value="0.035" units="cm"/>
      <inkml:brushProperty name="height" value="0.035" units="cm"/>
    </inkml:brush>
  </inkml:definitions>
  <inkml:trace contextRef="#ctx0" brushRef="#br0">1 431 7273,'15'7'1552,"-11"-8"1384,-20-23 6148,20 25-8780,17 0-95,-1-1-1,0 0 1,0-2-1,36-6 1,29-3 33,616-5 278,-629 16-495,188-9 128,415-69 1,-437 56-132,-105 12 21,169-2-56,-205 11 38,954-56 35,-381 12 4,132-11-188,-209 23 109,14-1 44,-348 21-42,-138 9 26,129 1-30,-35 3 38,-166 0-27,62 10 0,28 0 82,33-1-110,0 0 84,121 0-92,-8 5 61,336 50 28,9-21-163,209 15 107,-436-36 8,-2-25 22,-381 3-20,960 14 47,-598-4-30,-239-5-32,104 0 147,-236-5-112,20 1-216,60-8-1,-91 7 176,0 0 0,0 0 0,0 0 0,0 0 0,0 0 0,0 0-1,0-1 1,0 1 0,-1 0 0,1 0 0,0 0 0,0 0 0,0 0 0,0 0 0,0 0-1,0 0 1,0 0 0,0 0 0,0 0 0,0-1 0,0 1 0,0 0 0,0 0 0,0 0 0,0 0-1,0 0 1,0 0 0,0 0 0,0 0 0,0 0 0,0-1 0,0 1 0,0 0 0,0 0 0,0 0-1,0 0 1,0 0 0,0 0 0,0 0 0,0 0 0,0 0 0,0 0 0,0-1 0,1 1-1,-1 0 1,0 0 0,0 0 0,0 0 0,0 0 0,0 0 0,0 0 0,0 0 0,0 0 0,0 0-1,0 0 1,1 0 0,-1 0 0,0 0 0,-4-5-435,-7-8-1168,0 0 0,-19-16 0,0 8-3017,-14-7-4422</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06.203"/>
    </inkml:context>
    <inkml:brush xml:id="br0">
      <inkml:brushProperty name="width" value="0.035" units="cm"/>
      <inkml:brushProperty name="height" value="0.035" units="cm"/>
    </inkml:brush>
  </inkml:definitions>
  <inkml:trace contextRef="#ctx0" brushRef="#br0">1 0 23721,'16634'0'0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09.184"/>
    </inkml:context>
    <inkml:brush xml:id="br0">
      <inkml:brushProperty name="width" value="0.035" units="cm"/>
      <inkml:brushProperty name="height" value="0.035" units="cm"/>
    </inkml:brush>
  </inkml:definitions>
  <inkml:trace contextRef="#ctx0" brushRef="#br0">1016 42 7557,'0'0'14308,"-3"-1"-13896,-20-14 660,21 14-592,-1 0-61,-11-4-218,1 0 1,-1 1 0,1 1-1,-1 1 1,0 0 0,-28-1 0,-9 4-91,-1 3 1,1 1-1,-64 16 1,78-12-105,2 1 0,-1 2 1,1 1-1,-33 18 0,47-19 18,0 0 0,1 1 0,1 1 0,0 1 0,1 1 0,1 1 0,-21 24 0,14-10 111,2 1 0,1 0 0,2 2 0,1 1 0,1 0 0,2 1 0,2 0-1,1 1 1,-11 62 0,13-40-38,3 2 0,3-1 0,2 1 0,7 75 0,3-63-40,3-1 0,3 0 0,28 83 0,-22-101-63,3 0 0,2-2 0,2 0 0,3-2 0,48 63 0,-64-96-18,1 0 0,1-2 0,21 18 0,10 10-20,-32-31-13,-1-1 1,2 0-1,0-1 0,31 15 1,-18-9 48,7 1-25,42 15 0,-52-22 38,-7-4-104,0-1 0,0 0 0,1-1 0,35 2 0,80-8-163,-112 0 193,-19 1 64,0 1 42,-2 0-34,6-1-24,1 0 1,0-1-1,0 0 0,0 0 0,-1-1 0,1 0 0,-1 0 0,0-1 1,0 0-1,10-6 0,3-7-96,28-17 1,-26 19 46,28-24-1,-14 14 55,-31 22 15,0-1-1,0 1 1,-1-1 0,0-1-1,1 1 1,-1-1 0,-1 1 0,7-9-1,16-18 55,-22 26-58,0 0 0,-1 1 0,0-1 1,0-1-1,5-8 0,-3 4 3,1-1-1,0 1 1,9-10-1,17-26 58,2-16 69,-33 60-87,-1-1-1,0 0 0,0 1 1,0-1-1,0 0 0,0 0 0,0 0 1,-1 0-1,0 0 0,1 0 1,-1 0-1,-1-5 0,5-91 399,-5 86-376,0 0 0,-5-24 0,-1-2-23,-19-129 347,14 107-30,5 31-249,-1 0 0,-18-39 0,15 41-14,1 0 0,-12-53 1,17 46 98,1-1 0,2 0 0,3-42 0,-1 68-152,0 0 0,0 0 0,-2 0 1,1-1-1,-4-12 0,-4-29 30,9 47-65,0 1-1,-1-1 0,1 1 1,-1-1-1,0 1 1,0-1-1,0 1 1,-3-7-1,-3-9 9,2-2 95,-14-35 1,10 31-35,8 22-41,-1 0-11,-4-10 41,-1 1 0,0 0-1,-1 0 1,0 0-1,-1 1 1,-1 1-1,0-1 1,0 2-1,-15-13 1,12 13-7,10 7-37,-1 1 0,1-1 1,-1 0-1,0 1 0,0 0 1,1 0-1,-2 0 1,1 0-1,-5-1 0,-70-21 210,54 15-161,-46-9 0,68 17-89,-19 1-19,2 0 32,16 0 13,0-1-3,-34-2-3,35 3-15,0-1-66,-3-1-518,0-1 1,-1 1 0,1 1 0,-1-1 0,0 1 0,1 0 0,-1 1 0,-12-1 0,16 2 3,0-1-1,0 1 1,0-1 0,0 1 0,0 0-1,0 0 1,0 0 0,-5 3 0,1-1-1213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1.650"/>
    </inkml:context>
    <inkml:brush xml:id="br0">
      <inkml:brushProperty name="width" value="0.035" units="cm"/>
      <inkml:brushProperty name="height" value="0.035" units="cm"/>
    </inkml:brush>
  </inkml:definitions>
  <inkml:trace contextRef="#ctx0" brushRef="#br0">374 116 11405,'-69'12'2143,"66"-11"-1999,1 0 0,0 0 0,-1 0 1,1 0-1,0 1 0,0-1 0,0 1 0,0 0 1,0-1-1,0 1 0,0 0 0,0 0 0,1 0 1,-1 0-1,1 1 0,0-1 0,0 0 0,-1 0 0,0 5 1,-3 4 394,-13 19 372,1 1 1,2 0-1,1 1 1,-10 37-1,-26 135 892,50-196-1672,-1 0 0,1 0 0,1-1 0,-1 1-1,1 0 1,1 0 0,-1-1 0,1 1 0,6 12-1,0 6 505,-6-21-507,0-1-1,0 0 1,1 1-1,0-1 0,0-1 1,0 1-1,0 0 1,0-1-1,1 1 1,0-1-1,0 0 0,0 0 1,0-1-1,0 1 1,0-1-1,6 2 0,-6-2-20,-1 0-15,-1-1 1,1 0-1,0 0 1,0 0-1,0 0 1,0 0 0,0-1-1,0 1 1,0-1-1,0 0 1,0 0 0,0 0-1,6-1 1,5 0 170,-1 1-108,1-1 0,-1-1 0,1 0 0,-1-1-1,0 0 1,0-1 0,0 0 0,-1-1 0,1-1 0,-1 0 0,0-1 0,-1 0-1,1 0 1,-2-2 0,1 1 0,13-15 0,-20 19-133,0-1 0,0 1 0,-1-1 0,0 0 0,4-7 0,-6 10-38,0-1 1,-1 0-1,1 0 0,-1 1 0,1-1 1,-1 0-1,0 0 0,0 0 0,0 1 1,0-1-1,-1 0 0,1 0 0,-1 1 1,-1-5-1,0 1-76,0-1-1,-1 1 1,0 0 0,-1-1 0,1 1 0,-1 1-1,0-1 1,0 0 0,-1 1 0,0 0-1,0 0 1,0 0 0,0 1 0,-10-6 0,5 4-191,0 1 0,-1 0 0,1 0 0,-1 1 0,0 1 0,0-1 0,0 2 0,-17-2 0,-109-6-2010,122 9 2160,0 0 0,0-1 1,1-1-1,-1 0 0,-17-6 1,-12-3 1231,38 11-804,1-1 1,0 1-1,0-1 1,0 0-1,-9-4 0,13 5-233,0 1 0,0-1-1,0 0 1,0 0-1,1 1 1,-1-1-1,0 0 1,0 0 0,1 0-1,-1 0 1,1 0-1,-1 0 1,1 0-1,0 0 1,-1 0 0,1 0-1,0 0 1,-1 0-1,1 0 1,0 0-1,0 0 1,0-1 0,0 1-1,0 0 1,0 0-1,1 0 1,-1 0-1,0 0 1,0 0 0,1 0-1,-1 0 1,1-2-1,2-2 75,-1 0 0,1 1 0,0-1 0,1 0-1,-1 1 1,1 0 0,0 0 0,0 0-1,0 0 1,0 1 0,1-1 0,8-4 0,9-4 585,36-15 0,-46 22-681,102-42-40,3 6 0,147-33 0,-197 58 0,85-17 0,-133 30 0,12-2 0,-1-1 0,53-18 0,-69 17 26,-13 3-29,-17 4-583,12 0 85,-13-1-537,-3-1-1138,0 2-1,-25 2 1,-6 7-5713,0-6-5374</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2.182"/>
    </inkml:context>
    <inkml:brush xml:id="br0">
      <inkml:brushProperty name="width" value="0.035" units="cm"/>
      <inkml:brushProperty name="height" value="0.035" units="cm"/>
    </inkml:brush>
  </inkml:definitions>
  <inkml:trace contextRef="#ctx0" brushRef="#br0">64 358 13901,'-7'0'518,"1"0"0,0 0-1,0-1 1,0 1 0,0-1 0,0-1-1,-14-5 13099,27-7-12073,-7 12-1536,2 0-1,-1 0 0,0 0 0,0 0 0,1 0 1,-1 1-1,0-1 0,1 0 0,0 1 1,-1 0-1,1-1 0,0 1 0,0 0 1,0 0-1,3-2 0,36-8-14,-14 5-1,51-13 9,151-15 0,873-34 0,-559 44 0,-370 7 0,-166 17 0,1 0 1,-1-1-1,1 0 0,-1-1 1,11-2-1,-17 3-10,0 1 1,0 0-1,-1-1 0,1 1 1,0 0-1,-1-1 0,1 1 1,0-1-1,-1 1 0,1-1 1,-1 1-1,1-1 0,-1 0 1,1 1-1,-1-1 0,1 0 1,-1 1-1,0-1 0,1 0 1,-1 0-1,0 1 0,1-2 0,-1 1-25,-1-1-1,1 0 0,0 1 0,0-1 1,-1 1-1,1-1 0,-1 1 0,1-1 1,-1 1-1,0 0 0,1-1 0,-1 1 1,0 0-1,0-1 0,-2-1 0,-1-1-550,-1 0 0,0 0 0,0 0 0,0 0 0,0 1 0,0-1 0,-11-3-1,3 0-448,2 1-601,0 1-1,0 0 0,0 1 1,0 0-1,-1 1 0,-20-4 0,-23 2-10172</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2.824"/>
    </inkml:context>
    <inkml:brush xml:id="br0">
      <inkml:brushProperty name="width" value="0.035" units="cm"/>
      <inkml:brushProperty name="height" value="0.035" units="cm"/>
    </inkml:brush>
  </inkml:definitions>
  <inkml:trace contextRef="#ctx0" brushRef="#br0">95 393 13721,'-4'0'1990,"-41"-4"6369,27 9-6686,16-4-1594,0 0-1,0 1 1,1-1 0,-1 0-1,0 1 1,0-1 0,1 1 0,-1 0-1,1-1 1,0 1 0,-1 0-1,1 0 1,0 0 0,0 0-1,0 0 1,0 0 0,1 0-1,-1 1 1,1-1 0,-1 0-1,1 0 1,0 1 0,-1-1-1,1 0 1,0 0 0,1 5 0,0 8 234,1 1 1,6 26 0,-5-26-146,13 54 923,40 105 0,-30-99-616,-8-28-340,1 0-1,3-2 0,2 0 1,55 78-1,-42-74-19,3-2 1,2-2-1,79 69 0,-9-20-115,-97-87 0,-13-7 0,-1-1 0,-1 1 0,1-1 0,-1 0 0,0 0 0,1 1 0,-1-1 0,1 0 0,-1 0 0,1 0 0,-1 0 0,1 1 0,-1-1 0,1 0 0,-1 0 0,1 0 0,-1 0 0,1 0 0,-1 0 0,1 0 0,-1-1 0,1 1 0,0-1 1,0 0 1,0 0-1,0 0 0,0-1 1,0 1-1,0 0 0,-1-1 1,1 1-1,0 0 0,-1-1 0,1 1 1,-1-1-1,0 1 0,1-1 1,-1 1-1,0-1 0,0 1 1,0-3-1,-4-32-126,-1 20-135,-1 0 0,-9-17 0,-4-10-365,-50-125-1253,-43-115 389,24 67 1711,1-1 1426,84 207-1418,0 0 0,1-1 0,0 1 0,0 0-1,1-1 1,1-15 0,0 20-137,0 1 0,1 0 0,-1-1 0,1 1 0,1 0-1,-1-1 1,1 1 0,0 0 0,0 0 0,0 0 0,1 1-1,0-1 1,0 0 0,5-4 0,-1 1-93,1 0 0,1 1 0,-1 0 0,1 1 0,0 0 0,1 0 0,-1 1 0,1 0 0,1 1 0,18-6 0,86-15 0,130-12 0,119 11 0,-278 22 0,231-6 0,-229 11 0,-68-5 0,-19 3-62,0 0 0,0 0 0,0 0 0,0-1 0,0 1 0,0 0 0,-1 0 0,1 0 0,0-1 0,0 1 0,-1 0 0,1-1 0,-1 1 0,0-1 0,1 1 0,-1-1 0,0 1 0,0-1 0,0 1 0,0 0 0,0-1 0,0 1 0,0-1 0,0 1 0,0-1 0,-1 1 0,0-3 1,-1-2-642,0 0 1,-1 1 0,1-1-1,-6-8 1,6 10-258,-1 1 0,1 0 1,0 0-1,-1 0 0,1 1 1,-1-1-1,0 0 0,0 1 0,0 0 1,-7-4-1,6 4-198,-32-19-11663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3.216"/>
    </inkml:context>
    <inkml:brush xml:id="br0">
      <inkml:brushProperty name="width" value="0.035" units="cm"/>
      <inkml:brushProperty name="height" value="0.035" units="cm"/>
    </inkml:brush>
  </inkml:definitions>
  <inkml:trace contextRef="#ctx0" brushRef="#br0">36 82 12429,'0'0'4990,"-2"3"-3915,-4 16-651,-1 0 1,2 0-1,1 1 1,0 0 0,2 0-1,-1 22 1,11 118 90,-2-75-25,-5-80-413,0-1-1,-1 1 1,0 0-1,0-1 1,0 1-1,0-1 1,-1 1-1,0-1 1,0 1-1,0-1 1,-1 1-1,1-1 1,-1 0-1,0 0 1,-4 6 0,5-7 444,2-5 15,9-10-295,0-1 0,-2-1 0,1 1 0,-2-1 0,7-16 0,4-7 4,12-15 354,3 1 0,1 1 0,3 2 0,80-81 0,-103 115-410,70-66 946,-83 79-1109,1 0 0,-1 0 0,1 0 0,0 0 0,-1 1 0,1-1 0,0 0 0,-1 1 0,1-1 0,0 1 1,0-1-1,0 1 0,-1 0 0,1 0 0,0 0 0,0 0 0,0 0 0,0 0 0,0 1 0,-1-1 0,1 1 0,0-1 0,0 1 0,-1-1 0,1 1 0,0 0 1,-1 0-1,1 0 0,-1 0 0,1 0 0,-1 0 0,1 0 0,-1 1 0,2 1 0,1 1 6,1 1 1,-1 0-1,0 1 0,0-1 1,-1 1-1,1-1 1,-1 1-1,3 10 0,3 14-57,-1 0-1,7 54 1,-3 68-1173,2 9-1631,-10-130 1758,8 60-2530,-6-29-6471,-3-31-63</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4.694"/>
    </inkml:context>
    <inkml:brush xml:id="br0">
      <inkml:brushProperty name="width" value="0.035" units="cm"/>
      <inkml:brushProperty name="height" value="0.035" units="cm"/>
    </inkml:brush>
  </inkml:definitions>
  <inkml:trace contextRef="#ctx0" brushRef="#br0">29 1150 9001,'-10'1'800,"0"1"638,2-2 9634,8 19-9695,3 4-559,8 30 0,-1-4-360,27 153 557,8-2 0,10-3 0,99 241 0,67 126-62,34 99-696,-239-616-488,-14-42 63,-2-10-18,-3-54-375,-11-61-1,-2-56-253,-24-482-1572,23 455 1927,-47-438-545,-49-19 487,91 567 467,-3 2 1,-5 1-1,-78-165 0,97 235 32,-1 0 0,-20-24 1,-15-24 98,7 15-81,30 42 102,1 0 0,0-1 0,-9-17 0,17 26 173,-1 0-229,0 0 0,0 0 0,0 0 0,0 0 0,-1 0 0,-2-3 0,3 5 45,1-2 1398,6 4-888,25 4-120,0-1 0,1-2 0,-1-2 0,38-3 1,-5 1 182,317-15 1375,-244 10-1608,650-42-325,-174 10-125,495-36 20,-292 17 0,-702 47 35,99-2-239,-260 13-5219,0 2 1,-54 10-1,12 2-7923</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5.356"/>
    </inkml:context>
    <inkml:brush xml:id="br0">
      <inkml:brushProperty name="width" value="0.035" units="cm"/>
      <inkml:brushProperty name="height" value="0.035" units="cm"/>
    </inkml:brush>
  </inkml:definitions>
  <inkml:trace contextRef="#ctx0" brushRef="#br0">71 350 11829,'3'-5'-321,"4"-6"3698,-17 20-456,8-7-2858,0 0 1,0 0 0,1 1 0,-1-1-1,1 1 1,0-1 0,-1 1 0,1-1-1,0 1 1,1-1 0,-1 1-1,0 0 1,1 0 0,0-1 0,-1 1-1,1 4 1,0 0 11,-32 292 2087,25-233-1822,-3 60 316,7-17 1232,4-132-1751,2 1 1,1-1 0,12-38-1,2-16 109,48-301 194,-53 295-251,13-146 663,-20 184-730,-4 34-122,-3 34 16,0 7 6,1 0 0,1 1 1,10 51-1,28 93-133,-26-131 71,1-1-1,2-1 1,26 49 0,-4-24 357,47 66 0,-77-122-185,1 0-1,0 0 0,0 0 1,1-2-1,0 1 0,1-1 1,0-1-1,12 8 0,-13-10 13,0-2 0,0 1 0,0-1 0,1-1 0,0 0 0,-1 0 0,1-1 0,0 0 0,1-1 0,14-1 0,-14 0-90,1 0-1,0-1 1,-1-1 0,1 0-1,-1-1 1,1-1-1,-1 0 1,0 0 0,-1-1-1,1 0 1,-1-1-1,17-12 1,-16 8 63,1 0 0,-1-1-1,-1-1 1,0 0 0,-1-1 0,0 0-1,-1 0 1,15-29 0,-12 15 8,-1-1 0,-1-1 1,-1 0-1,-2 0 0,-1 0 0,-1-1 0,-2 0 0,-1 0 1,-1 0-1,-4-37 0,1 46-133,0 0 0,-2 1-1,-1-1 1,-1 1 0,0 0 0,-1 1-1,-2-1 1,0 2 0,0-1 0,-2 1 0,0 1-1,-1 0 1,-1 0 0,-24-23 0,33 37-74,-70-63-2366,66 61 1335,1 0-1,0 0 1,-1 1 0,0-1-1,0 2 1,0-1 0,-1 1-1,-14-3 1,17 8-5373,-5 10-4138</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5.718"/>
    </inkml:context>
    <inkml:brush xml:id="br0">
      <inkml:brushProperty name="width" value="0.035" units="cm"/>
      <inkml:brushProperty name="height" value="0.035" units="cm"/>
    </inkml:brush>
  </inkml:definitions>
  <inkml:trace contextRef="#ctx0" brushRef="#br0">15 186 16345,'-12'15'2958,"10"-12"-156,4-5-296,-1-1-2184,1 1 0,0 0 0,-1 0 1,1-1-1,0 1 0,0 1 0,1-1 0,-1 0 0,0 1 1,1-1-1,-1 1 0,1-1 0,-1 1 0,1 0 0,0 0 1,-1 0-1,1 1 0,0-1 0,4 0 0,85-17 368,250-43 333,-331 59-1022,7 0-16,0-2 0,-1 0-1,1-1 1,28-12 0,-47 17 3,1 0 1,0 0-1,0 0 0,0 0 1,0 0-1,0 0 1,0 0-1,0 0 1,0 0-1,-1 0 1,1 0-1,0 0 1,0 0-1,0-1 1,0 1-1,0 0 0,0 0 1,0 0-1,0 0 1,0 0-1,0 0 1,0 0-1,-1 0 1,1 0-1,0 0 1,0-1-1,0 1 0,0 0 1,0 0-1,0 0 1,0 0-1,0 0 1,0 0-1,0 0 1,0 0-1,0-1 1,0 1-1,0 0 0,0 0 1,0 0-1,0 0 1,0 0-1,0 0 1,0 0-1,0 0 1,0 0-1,1-1 1,-1 1-1,0 0 0,0 0 1,0 0-1,0 0 1,0 0-1,0 0 1,0 0-1,0 0 1,0 0-1,0 0 1,0 0-1,0 0 0,1-1 1,-1 1-1,0 0 1,0 0-1,0 0 1,0 0-1,0 0 1,0 0-1,1 0 1,-8-9-1493,-4-5-2308,-2 0-3592,-10-1-8776</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6.227"/>
    </inkml:context>
    <inkml:brush xml:id="br0">
      <inkml:brushProperty name="width" value="0.035" units="cm"/>
      <inkml:brushProperty name="height" value="0.035" units="cm"/>
    </inkml:brush>
  </inkml:definitions>
  <inkml:trace contextRef="#ctx0" brushRef="#br0">105 90 7817,'-7'6'474,"0"1"0,0 0 0,0 0 0,1 1 0,0 0 0,1 0 0,0 0 0,0 1 0,1-1 0,0 1 0,0 0 0,-2 10 0,-4 19 2171,-11 76 0,20-110 1725,81-146-2004,-27 51-1969,-40 68-75,2 1-1,0 0 1,35-37 0,-44 59-99,-1 4-154,0-1 0,0 1 1,0 0-1,0 0 0,0 0 0,-1 0 1,0 1-1,0 0 0,4 6 0,27 49 180,-18-21-85,15 47 0,12 27 47,-35-95-241,3 9-95,22 34 1,-28-53-380,0 0 1,0-1 0,0 0 0,1 0-1,0 0 1,0 0 0,1-1-1,10 6 1,-10-7-423,11 6-2370,-2-6-2703,6-2-5379</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6.970"/>
    </inkml:context>
    <inkml:brush xml:id="br0">
      <inkml:brushProperty name="width" value="0.035" units="cm"/>
      <inkml:brushProperty name="height" value="0.035" units="cm"/>
    </inkml:brush>
  </inkml:definitions>
  <inkml:trace contextRef="#ctx0" brushRef="#br0">50 400 7733,'-5'9'1329,"3"-8"-438,1 1 1,-1-1-1,1 0 1,-1 0 0,0 0-1,1 0 1,-1 0-1,0 0 1,0 0-1,0-1 1,0 1 0,0-1-1,0 1 1,0-1-1,-3 0 1,-7 3 4137,26-14-3598,-8 8-1254,0 0 0,0 1 0,0-1 0,1 1 0,-1 0 0,1 1 0,-1 0 0,1 0 0,0 0 0,10 1 0,6-2 145,1100-103 389,-1060 102-711,798-47 0,-2-26 0,-828 73 0,126-19 0,-135 17 0,0 0 0,0-2 0,0 0 0,34-17 0,-53 22-83,0 1 0,0-1 0,0 0 0,0-1 0,0 1 1,-1 0-1,1-1 0,-1 1 0,1-1 0,2-4 0,-5 6 19,1 1 0,-1-1 0,1 0-1,-1 0 1,0 0 0,1 0 0,-1 0 0,0 0 0,0 0 0,0 0 0,0 0-1,0 0 1,0 0 0,0 0 0,0 0 0,0 0 0,0 0 0,0 0 0,-1 0 0,1 0-1,0 0 1,-1 0 0,1 0 0,-1 1 0,1-1 0,-1 0 0,1 0 0,-1 0-1,1 1 1,-1-1 0,0 0 0,0 0 0,1 1 0,-3-2 0,-1-1-488,-1 0 1,0 0 0,-1 1-1,1-1 1,0 1 0,-1 0-1,1 1 1,-1-1-1,1 1 1,-11-1 0,-5 1-3488,-34 3 1,51-2 3365,-62 6-11139</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7.602"/>
    </inkml:context>
    <inkml:brush xml:id="br0">
      <inkml:brushProperty name="width" value="0.035" units="cm"/>
      <inkml:brushProperty name="height" value="0.035" units="cm"/>
    </inkml:brush>
  </inkml:definitions>
  <inkml:trace contextRef="#ctx0" brushRef="#br0">111 298 7061,'7'-1'11962,"-12"10"-8955,0 2-4598,0 6 1984,1 1-1,1 0 1,-2 27-1,1-5-132,-7 52 334,-10 66 257,1-57 198,19-98 549,-11-17-995,9 8-567,0 0-1,0-1 0,0 1 0,1-1 0,0 0 0,1 0 1,-1 0-1,1 0 0,0-11 0,2-73 7,0 56-67,6-70-216,23-112 0,-18 145 148,-7 48 59,10-29 1,-5 18 161,-10 35-125,0 0 1,0 0-1,0 0 0,0-1 1,0 1-1,0 0 0,0 0 0,0 0 1,0 0-1,0 0 0,0-1 1,0 1-1,0 0 0,0 0 0,0 0 1,0 0-1,0 0 0,0-1 1,0 1-1,1 0 0,-1 0 0,0 0 1,0 0-1,0 0 0,0 0 1,0-1-1,0 1 0,0 0 0,1 0 1,-1 0-1,0 0 0,0 0 0,0 0 1,0 0-1,0 0 0,1 0 1,-1 0-1,0 0 0,0 0 0,0 0 1,0 0-1,1 0 0,-1 0 1,0 0-1,0 0 0,0 0 0,0 0 1,0 0-1,1 0 0,-1 0 1,0 0-1,0 0 0,5 1 23,-1 0 0,0 1 1,1-1-1,-1 1 0,0 0 0,0 0 0,0 0 0,0 1 0,-1-1 0,1 1 0,-1 0 1,1 0-1,-1 0 0,0 1 0,5 6 0,4 8 22,-1 0 1,12 24-1,-5-7 12,17 29 77,54 89-40,-67-120 13,1 0 0,39 40 1,-50-61 53,0-2 0,0 0 1,1 0-1,1-2 1,21 12-1,-32-19-115,0 0 1,0 0-1,0 0 0,0 0 0,0 0 0,0-1 0,1 0 0,-1 1 0,0-1 1,0-1-1,1 1 0,-1 0 0,0-1 0,0 1 0,0-1 0,4-1 0,-2 0 13,0 0-1,0-1 0,0 1 0,0-1 0,0 0 0,0-1 0,-1 1 1,6-6-1,-3 1-5,0-1 1,0-1-1,-1 1 1,-1-1-1,1 0 0,-2-1 1,1 1-1,-1-1 1,-1 0-1,0 0 1,-1 0-1,0 0 0,0-1 1,-1-20-1,0 10-68,-2 0-1,-1 0 1,0 0 0,-2 0-1,-1 0 1,-13-39-1,-44-74-1692,29 66-1073,29 62 1799,0-1 0,0 1 1,-1 0-1,0 0 0,-10-10 0,8 9-600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7.870"/>
    </inkml:context>
    <inkml:brush xml:id="br0">
      <inkml:brushProperty name="width" value="0.035" units="cm"/>
      <inkml:brushProperty name="height" value="0.035" units="cm"/>
    </inkml:brush>
  </inkml:definitions>
  <inkml:trace contextRef="#ctx0" brushRef="#br0">3 154 18906,'0'-1'126,"0"0"50,-1 0 0,1 0 0,-1-1 0,1 1 0,0 0 0,0 0 0,-1 0 0,1 0 0,0 0 0,0 0 0,0 0 0,0 0 0,1-1 0,-1 0 0,1 1 6,0 0-1,0 1 1,0-1-1,0 0 1,0 1 0,0-1-1,0 1 1,1-1-1,-1 1 1,0 0 0,0-1-1,0 1 1,1 0-1,-1 0 1,1 0 0,46-14 3276,-35 9-2337,1 1 0,0 0 1,24-3-1,9 1-1023,0-2 0,54-17 0,5-2-146,-102 27-14,-1-1 0,0 0 0,0 1 0,0-2 0,0 1 0,0 0 0,0-1 0,0 1 0,4-4-1,-1-6-2167,-26 8-8850,-8 6-4772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5:18.313"/>
    </inkml:context>
    <inkml:brush xml:id="br0">
      <inkml:brushProperty name="width" value="0.035" units="cm"/>
      <inkml:brushProperty name="height" value="0.035" units="cm"/>
    </inkml:brush>
  </inkml:definitions>
  <inkml:trace contextRef="#ctx0" brushRef="#br0">187 0 13953,'-2'5'1888,"-6"15"-461,-47 141 3276,47-131-4478,1 0 0,1 0 0,-2 53 0,-8 171 1971,15-233-1506,0-14-364,0 0 0,1 0 0,0-1 0,0 1 0,0 0 0,1 0 0,0 0 0,1-1 0,-1 1 0,4 6 0,9-45 1461,-4-38-1318,-4 0 1,-2-82-1,-3 49-240,-1 73-939,-1 0 1,-9-42-1,1 2-668,9 68 1125,0 0 0,0-1 0,-1 1 0,1 0 0,-1-1 0,1 1 0,-1 0 0,0-1 0,0 1 0,0 0 0,0 0 0,-1 0 0,1 0 0,0 0 0,-1 0 0,1 0 0,-1 0 0,0 1 0,0-1 0,1 1 0,-1-1 0,0 1 0,0 0 0,-1-1 0,1 1 0,0 0 0,0 0 0,0 1 0,-1-1 0,1 0 0,0 1 0,-1-1 0,1 1 0,-4 0 0,-16 4-6462,2 3-3991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6:30.079"/>
    </inkml:context>
    <inkml:brush xml:id="br0">
      <inkml:brushProperty name="width" value="0.035" units="cm"/>
      <inkml:brushProperty name="height" value="0.035" units="cm"/>
    </inkml:brush>
  </inkml:definitions>
  <inkml:trace contextRef="#ctx0" brushRef="#br0">486 379 7213,'0'0'12054,"-4"-1"-11955,-83-8 223,40 2-231,20 2 71,-81 2 926,104 3-912,0 2-46,-34 10 113,37-12-235,0 1 0,0-1 0,0 0 1,0 1-1,0-1 0,1 1 0,-1-1 0,0 1 1,0 0-1,0-1 0,1 1 0,-1 0 0,0 0 0,1-1 1,-1 1-1,0 0 0,1 0 0,-1 0 0,1 1 0,-3 2 21,-3 3 11,-1 0 0,2 1 0,-1 0 0,1 0 0,1 0-1,-1 1 1,1-1 0,1 1 0,-1 0 0,2 0 0,-1 0 0,1 1 0,-1 15 0,1-9-3,-2 12 72,1 0-1,1 43 0,1-30-2,-1 0-1,-2 0 1,-16 68-1,2-15-11,12-54-81,-17 140 60,19-7 39,4-143-82,-1-12 14,1-1-1,1 1 1,5 28 0,55 192 210,-54-198-244,3 58 0,-2-9 88,11 108-120,-7-42 103,-9-20-82,-2-23 159,4 94-124,-3-61 48,-3-111-103,-7 52-1,5-55 87,-1 52 1,4-50-62,-8 62 1,1 4 183,4-22-158,1-48 31,1 0 1,2 0-1,5 34 0,39 211 133,-38-244-152,1-1 0,16 39-1,4 13 22,-11-30 83,48 95 1,-40-95-95,-10-24 42,1-1 1,1 0-1,37 41 1,-12-16 10,-12-17-72,1-1 0,51 41 0,-40-37 28,-8-8-22,2-2 1,0-1-1,1-2 1,2-1 0,0-3-1,1 0 1,1-3-1,1-2 1,1-1-1,-1-2 1,2-2-1,0-2 1,0-2 0,55 0-1,375-7 14,-354-6-138,232-46 0,-73-9-105,340-78-4,-606 137 188,168-30-30,37-8-26,-138 22 82,-1-3 0,123-53 0,-135 46 12,-28 13-3,50-29 0,-48 20-42,130-82 10,-136 82-33,-1-1-1,52-52 1,-50 40 21,14-12-52,-3-2 0,78-111-1,-83 95 46,1 1-3,39-83 0,-23 19-116,-53 116 127,1-1 1,4-17-1,-8 21 12,1 1 0,0-1 0,1 1 0,0 0 0,8-12 0,13-16 67,-2 0 1,-1-1 0,-3-2 0,-1 0-1,-2-1 1,-2 0 0,-2-2-1,8-51 1,-18 73-36,19-157 289,-19 136-237,0-4 127,-3-87 0,-15 23 215,-49-187-1,47 224-335,-10-36-54,16 77 2,-47-163 162,41 139-131,-3 0-1,-2 1 1,-3 1-1,-56-93 1,50 100-45,-2 1 0,-2 2 0,-2 1 1,-2 2-1,-1 2 0,-3 1 0,-56-40 0,-350-226 47,390 267-93,7 3 13,-114-56 1,117 70-28,-287-114 16,162 72 73,86 36-56,-252-69 91,287 89-91,0 2-1,-83 2 0,10-6 66,-158 19-57,154-4 10,44 0-2,-68 1-11,0-4 15,116-1-30,-156 10 55,146-8-52,0 3 1,-89 21-1,-89 42 39,118-34-1,-63 28 27,43-15 38,-90 46-1,198-83-133,1 0 0,-17 14 0,-4 3-1056,-19 18-3515,51-41-189,0-4 2198,2 0 53,-11 5-8047</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6:30.585"/>
    </inkml:context>
    <inkml:brush xml:id="br0">
      <inkml:brushProperty name="width" value="0.035" units="cm"/>
      <inkml:brushProperty name="height" value="0.035" units="cm"/>
    </inkml:brush>
  </inkml:definitions>
  <inkml:trace contextRef="#ctx0" brushRef="#br0">743 1 9921,'0'0'8758,"-4"0"-8301,-8 3-307,1 0 0,-1 1 0,0 0-1,1 0 1,0 2 0,-16 9 0,-65 49-176,11-6-32,-13-2 11,-141 94 1278,227-144-1090,-56 37 615,56-38-413,-1-1 0,1 1 0,-1-2 0,0 1 0,-14 3 0,20-6 1909,5 0-1058,2 2-894,1-1 0,-1 1 0,0-1 1,1 0-1,-1-1 0,1 1 0,-1-1 0,1 0 1,6 1-1,46 1 877,-35-3-802,25 1-244,0 2 1,0 2 0,48 12 0,-55-9-180,-17-4-128,0 2 1,22 8-1,-40-13 78,1 2-1,-1-1 0,0 1 1,0-1-1,0 1 1,0 1-1,-1-1 0,1 1 1,-1 0-1,0 0 0,0 0 1,0 0-1,4 8 0,-7-11-148,0 1-1,0-1 1,0 1-1,-1-1 1,1 1-1,-1 0 1,1-1-1,-1 1 1,0 0-1,1-1 0,-1 1 1,0 0-1,0-1 1,0 1-1,-1 2 1,-4 13-5553,1-7 968</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6:31.141"/>
    </inkml:context>
    <inkml:brush xml:id="br0">
      <inkml:brushProperty name="width" value="0.035" units="cm"/>
      <inkml:brushProperty name="height" value="0.035" units="cm"/>
    </inkml:brush>
  </inkml:definitions>
  <inkml:trace contextRef="#ctx0" brushRef="#br0">84 9 13365,'13'-8'1230,"-11"7"-622,-4 2 49,-21 7 4223,19-7-4729,1 0 1,0 0-1,0 1 0,0-1 1,0 1-1,0-1 0,0 1 1,0 0-1,1 0 0,-1 1 1,1-1-1,-3 3 0,2 1-56,1 0-1,-1 1 1,1-1-1,1 1 1,0 0 0,-1-1-1,2 1 1,-1 0-1,1 7 1,0-1 31,-7 80 587,-4 211 829,31-16-23,-18-274-1239,0 0 1,1-1-1,0 1 1,1-1-1,1 1 1,0-1-1,8 14 1,-11-23 1146,1-8-925,3-5-450,0 0 1,-1 0-1,0-1 1,0 0-1,-1 1 1,-1-1-1,1-1 1,-2 1-1,1 0 1,-2-1-1,1 0 1,-1-14-1,0-22-574,-7-68 0,5 110 466,-2-37-702,-8-68-1517,9 93 1055,-2 0 1,0-1-1,-12-31 1,15 48 878,1-1 0,-1 1-1,0 0 1,1-1 0,-1 1 0,0 0 0,0 0 0,0-1 0,0 1 0,0 0 0,0 0-1,0 0 1,0 0 0,0 0 0,0 0 0,-1 1 0,1-1 0,0 0 0,-1 0 0,1 1-1,-1-1 1,1 1 0,-2-1 0,-3 0-1452,-15-9-8640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6:31.834"/>
    </inkml:context>
    <inkml:brush xml:id="br0">
      <inkml:brushProperty name="width" value="0.035" units="cm"/>
      <inkml:brushProperty name="height" value="0.035" units="cm"/>
    </inkml:brush>
  </inkml:definitions>
  <inkml:trace contextRef="#ctx0" brushRef="#br0">627 226 5629,'12'29'1493,"-12"-28"-1447,0-1 0,0 0-1,0 0 1,0 0 0,1 0 0,-1 0 0,0 0-1,0 1 1,0-1 0,0 0 0,0 0 0,0 0-1,1 0 1,-1 0 0,0 0 0,0 0 0,0 0-1,0 0 1,0 0 0,1 1 0,-1-1 0,0 0 0,0 0-1,0 0 1,0 0 0,0 0 0,1 0 0,-1 0-1,0 0 1,0 0 0,0 0 0,0-1 0,1 1-1,-1 0 1,0 0 0,0 0 0,0 0 0,0 0-1,0 0 1,1 0 0,-1 0 0,0 0 0,0 0-1,0-1 1,0 1 0,0 0 0,0 0 0,0 0-1,1 0 1,-1 0 0,0-1 0,6-6 350,-5 6-105,4-6 1217,-3-1 5336,-7 2-1084,-2 2-6177,5 2-946,-29-18 1578,0 1 0,-1 2 0,-61-25 0,-12 4-89,44 14-1053,0 3 1,-77-15 0,134 35 281,0 0 0,0 1 0,0 0 0,0 0 0,-1 0 0,1 0 1,0 1-1,0 0 0,0-1 0,-8 4 0,6-2-576,-29 9-8210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19:58.960"/>
    </inkml:context>
    <inkml:brush xml:id="br0">
      <inkml:brushProperty name="width" value="0.035" units="cm"/>
      <inkml:brushProperty name="height" value="0.035" units="cm"/>
    </inkml:brush>
  </inkml:definitions>
  <inkml:trace contextRef="#ctx0" brushRef="#br0">2025 991 27035,'-8'23'0,"-2"0"0,-1 0 0,-2-1 0,-1-1 0,-2 0 0,-1-1 0,-1-1 0,-2 0 0,-1-1 0,-2-1 0,0-1 0,-2-1 0,-2 0 0,0-2 0,-2 0 0,0-1 0,-2-2 0,-1 0 0,0-1 0,-2-1 0,0-1 0,-1-2 0,-1 0 0,-1-1 0,0-2 0,0 0 0,-2-1 0,1-2 0,-1 0 0,-1-2 0,1-1 0,-1 0 0,0-2 0,0-1 0,0 0 0,0-2 0,0-1 0,0-1 0,0 0 0,1-2 0,0 0 0,1-2 0,0 0 0,0-1 0,1-1 0,1-1 0,0 0 0,2-2 0,-1 0 0,2 0 0,1-2 0,1 0 0,0 0 0,2-1 0,1-1 0,1 0 0,1 0 0,2-1 0,0 0 0,2-1 0,2 0 0,0 0 0,2 0 0,2-1 0,1 0 0,1 1 0,2-1 0,2 0 0,0 0 0,3 1 0,1-1 0,2 1 0,1 0 0,1 0 0,3 0 0,1 1 0,1 0 0,2 1 0,2-1 0,1 2 0,1 0 0,3 0 0,0 1 0,2 1 0,2 0 0,1 1 0,1 1 0,2 0 0,2 1 0,0 1 0,2 1 0,1 1 0,1 0 0,2 2 0,0 0 0,2 1 0,0 2 0,2 0 0,1 1 0,0 1 0,2 2 0,0 0 0,1 1 0,0 1 0,1 2 0,1 0 0,0 1 0,1 2 0,0 1 0,0 0 0,1 2 0,0 0 0,0 2 0,0 1 0,0 1 0,0 0 0,0 2 0,0 1 0,-1 0 0,0 2 0,0 0 0,0 2 0,-1 0 0,-1 1 0,0 1 0,-1 1 0,0 0 0,-1 2 0,-1 0 0,-1 0 0,-1 2 0,0 0 0,-2 0 0,-1 1 0,-1 1 0,-1 0 0,-1 0 0,-1 1 0,-2 1 0,-1-1 0,-1 1 0,-2 0 0,-1 1 0,-2-1 0,0 1 0,-3-1 0,-1 1 0,-1 0 0,-2 0 0,-2-1 0,-1 1 0,-1-1 0,-2 0 0,-2 0 0,-1 0 0,-2-1 0,-2 0 0,-1 0 0,-1-1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1.870"/>
    </inkml:context>
    <inkml:brush xml:id="br0">
      <inkml:brushProperty name="width" value="0.035" units="cm"/>
      <inkml:brushProperty name="height" value="0.035" units="cm"/>
    </inkml:brush>
  </inkml:definitions>
  <inkml:trace contextRef="#ctx0" brushRef="#br0">1383 692 25061,'-1'27'0,"0"1"0,-2-1 0,-1 0 0,-1-1 0,0 1 0,-2-1 0,-1 0 0,-1 0 0,-1-1 0,-1 0 0,-1-1 0,0 0 0,-2 0 0,-1-1 0,0-1 0,-2 0 0,0-1 0,-1-1 0,-1-1 0,0 0 0,-2-1 0,0 0 0,0-2 0,-2-1 0,1 0 0,-2-1 0,0-1 0,0-2 0,-1 0 0,0-1 0,-1-1 0,0-1 0,0-1 0,-1-1 0,0-2 0,1 0 0,-1-1 0,-1-2 0,1 0 0,0-2 0,0 0 0,0-2 0,0-1 0,0 0 0,1-2 0,0-1 0,0-1 0,0-1 0,1-1 0,0-1 0,0 0 0,2-2 0,-1-1 0,1-1 0,1 0 0,0-1 0,1-2 0,1 0 0,0-1 0,2 0 0,0-1 0,0-1 0,2-1 0,1 0 0,0-1 0,1-1 0,1 0 0,2 0 0,0-1 0,1 0 0,1-1 0,1 0 0,1 0 0,1-1 0,2 1 0,0-1 0,1 0 0,2-1 0,0 1 0,2 0 0,0 0 0,2 0 0,1 0 0,0 0 0,2 1 0,1 0 0,1 0 0,1 0 0,1 1 0,1 0 0,0 0 0,2 1 0,1 1 0,1 0 0,0 1 0,1 0 0,2 1 0,0 1 0,0 0 0,2 1 0,0 1 0,1 1 0,1 1 0,0 0 0,1 2 0,1 0 0,-1 1 0,2 1 0,0 1 0,0 1 0,1 2 0,0 0 0,0 1 0,0 1 0,1 1 0,0 1 0,0 2 0,0 0 0,0 2 0,0 0 0,1 2 0,-1 0 0,-1 2 0,1 1 0,0 1 0,-1 1 0,0 1 0,0 0 0,-1 2 0,0 1 0,-1 1 0,0 1 0,0 1 0,-2 0 0,1 2 0,-2 0 0,0 1 0,0 1 0,-2 1 0,0 1 0,-1 0 0,-1 1 0,0 1 0,-2 0 0,0 1 0,-1 0 0,-2 1 0,0 1 0,-1 0 0,-1 0 0,-1 1 0,-1 0 0,-1 0 0,-2 0 0,0 1 0,-1 0 0,-1 0 0,-2 0 0,0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1.676"/>
    </inkml:context>
    <inkml:brush xml:id="br0">
      <inkml:brushProperty name="width" value="0.035" units="cm"/>
      <inkml:brushProperty name="height" value="0.035" units="cm"/>
    </inkml:brush>
  </inkml:definitions>
  <inkml:trace contextRef="#ctx0" brushRef="#br0">43 1738 16714,'8'9'1128,"-5"-4"-76,-7-4 1143,-3-2 1932,9-2-2859,0 0-1112,0-1 1,0 0-1,0-1 1,0 1-1,-1 0 1,0 0-1,0-1 1,0 1-1,0-1 1,-1 1-1,1-1 1,-1 1-1,0-1 1,-1 1-1,1-1 1,-1 1-1,-2-7 1,-51-503 470,53 108-518,6 328-66,3 0-1,4 1 1,26-92-1,-30 143 2,1 0 0,1 1 0,1 0-1,1 1 1,1 0 0,1 1 0,1 1-1,32-37 1,-38 50-29,1 0 0,0 1 0,0 0-1,0 0 1,1 1 0,0 1 0,1 0 0,20-9 0,-22 12-12,1 1 0,-1-1 1,0 2-1,1-1 1,-1 1-1,1 1 0,-1 0 1,1 0-1,-1 1 1,1 1-1,19 5 0,-18-4-92,0 1 0,-1 1 0,1 0 0,-1 1 0,0 0 0,-1 1 0,18 13 0,-22-15-138,0 0 0,0 1 0,-1 0 0,0 0-1,0 0 1,0 1 0,-1-1 0,0 1 0,0 0 0,-1 0 0,1 1 0,-2-1 0,3 11 0,-2 3-1569,-1 1 0,-2-1 0,0 1 1,-4 28-1,3-39 344,-8 67-12017</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1.975"/>
    </inkml:context>
    <inkml:brush xml:id="br0">
      <inkml:brushProperty name="width" value="0.035" units="cm"/>
      <inkml:brushProperty name="height" value="0.035" units="cm"/>
    </inkml:brush>
  </inkml:definitions>
  <inkml:trace contextRef="#ctx0" brushRef="#br0">43 39 18862,'-3'-8'233,"3"5"-54,-1 1 0,1-1-1,-1 0 1,0 1 0,0-1-1,-1 1 1,1 0 0,-3-5-1,3 7-85,0 0-1,1-1 0,-1 1 0,0-1 0,0 1 1,0 0-1,0-1 0,0 1 0,0 0 0,0 0 1,0 0-1,0 0 0,1 0 0,-1 0 0,0 0 1,0 0-1,0 0 0,0 1 0,0-1 0,0 0 0,0 0 1,0 1-1,1-1 0,-1 1 0,0-1 0,0 1 1,-1 0-1,0 0 1792,17 18-1082,-13-15-707,1 0 0,0-1 0,0 1 0,0-1 0,6 5-1,8 3 979,30 13 0,-12-6 305,-26-12-1152,1 0 0,-2 1-1,1 0 1,-1 0 0,10 11 0,35 47 1060,-42-51-1224,4 6-62,-1 0 0,-1 1 0,-1 1 0,0 0 0,-2 0 0,0 1 0,-2 1 0,0-1 0,-2 1 0,-1 1 0,4 34 0,-9-52-583,0 0-1,-1 1 1,1-1-1,-1 1 1,-1-1 0,1 0-1,-1 0 1,-1 0 0,-3 10-1,4-14 55,1 0 1,-1 0-1,0 0 0,1-1 1,-1 1-1,-1 0 0,1-1 1,0 1-1,0-1 0,-1 0 1,0 1-1,1-1 0,-1 0 1,0-1-1,0 1 0,0-1 1,0 1-1,0-1 0,0 0 0,-5 1 1,7-2-329,0 0 1,0 0-1,-1 0 1,1 0 0,0 0-1,0-1 1,0 1-1,-1 0 1,1-1-1,0 1 1,0-1 0,0 1-1,0-1 1,-2-1-1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2.083"/>
    </inkml:context>
    <inkml:brush xml:id="br0">
      <inkml:brushProperty name="width" value="0.035" units="cm"/>
      <inkml:brushProperty name="height" value="0.035" units="cm"/>
    </inkml:brush>
  </inkml:definitions>
  <inkml:trace contextRef="#ctx0" brushRef="#br0">130 1 10537,'-91'21'-120,"70"-11"-2984,3 5-1225</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2.999"/>
    </inkml:context>
    <inkml:brush xml:id="br0">
      <inkml:brushProperty name="width" value="0.035" units="cm"/>
      <inkml:brushProperty name="height" value="0.035" units="cm"/>
    </inkml:brush>
  </inkml:definitions>
  <inkml:trace contextRef="#ctx0" brushRef="#br0">4 1119 12013,'0'0'10488,"0"3"-10395,-3 35 56,2-34 52,1 1-172,3 35 167,-2-36 474,4-4-134,36-2 611,0-3 0,79-18 1,-61 12-735,-37 8-477,37-11 0,-56 13-384,1 1-150,3 0 375,0 1 0,0 0-1,0 0 1,0 0 0,0 1-1,-1 0 1,1 0 0,-1 1-1,7 3 1,-10-4-17,-1-1 205,-1 0 0,1 1 1,0-1-1,-1 1 0,1-1 0,-1 1 1,1 0-1,-1-1 0,0 1 1,2 3-1,2 2-114,0-1 184,1-1 0,-1 1 0,1-1 0,1-1 0,-1 1 0,1-1 0,0 0 0,0 0 0,0-1 0,8 3 0,82 24 753,-70-23-632,-8-2-28,140 35 821,-125-33-757,1-2 1,58 1-1,-80-6-304,1 0-1,0-1 1,0-1 0,0 0 0,19-6-1,-28 7 34,-1-1 0,0 1 0,-1-1 0,1 0 0,0 0 0,0-1 0,-1 1 0,0-1-1,1 0 1,-1 0 0,0 0 0,0 0 0,-1 0 0,1-1 0,-1 1 0,1-1 0,-1 0 0,0 0 0,0 0 0,-1 0-1,1 0 1,0-5 0,6-31-551,-2-1 1,0-58-1,0 15 199,12-67 480,7 1 0,53-176 0,-30 120 1015,-32 135-505,-10 48-5,16-41 0,-15 52-100,-12 32 20,-168 553 1165,122-317-1351,45-200-159,2 0-1,5 92 1,1-128-65,0-1 1,1 0 0,1 1 0,1-2 0,1 1 0,10 25-1,-12-37-42,-1 0-1,1 0 0,1 0 0,-1 0 1,1-1-1,0 0 0,0 0 1,1 0-1,0-1 0,0 0 0,0 0 1,1 0-1,0-1 0,0 0 1,0 0-1,0 0 0,0-1 0,10 2 1,-2-1-2,0-2 1,0 0-1,1 0 1,-1-2 0,0 0-1,1-1 1,-1 0-1,0-1 1,1-1 0,17-5-1,18-8 26,77-37-1,-111 46-40,25-12-175,-1-2 1,60-39 0,-96 56-83,0 0 0,-1 0 0,1-1 1,-1 0-1,0 1 0,0-1 0,5-9 0,-30 28-835,10-5 986,2 0-1,-1 1 0,1 1 1,1-1-1,0 2 1,1-1-1,0 1 1,0 0-1,1 0 1,1 1-1,0-1 1,1 1-1,0 0 1,-2 20-1,5-24 95,0 0 0,0 0 0,1 0 0,0 0 0,1 0 0,0 0 0,1 0 0,0 0 1,0 0-1,4 8 0,-3-10 25,0-1 1,0 1-1,1-1 1,0 0 0,0 0-1,1-1 1,-1 1 0,1-1-1,1 0 1,-1-1-1,1 1 1,-1-1 0,13 7-1,-7-6 17,0 0 0,0-1-1,0 0 1,1 0 0,-1-2-1,1 1 1,19 0 0,-5-2-130,0-1 0,35-4 1,-55 3-84,0 0 1,0 0 0,0 0 0,0-1 0,0 0 0,-1 0 0,1-1 0,-1 0-1,1 0 1,-1 0 0,0 0 0,0-1 0,6-5 0,-5 2-950,1 0 0,-1-1 0,-1 1-1,1-2 1,-1 1 0,-1 0 0,6-14 0,6-23-8958</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3.186"/>
    </inkml:context>
    <inkml:brush xml:id="br0">
      <inkml:brushProperty name="width" value="0.035" units="cm"/>
      <inkml:brushProperty name="height" value="0.035" units="cm"/>
    </inkml:brush>
  </inkml:definitions>
  <inkml:trace contextRef="#ctx0" brushRef="#br0">1 295 21570,'178'-63'3144,"-100"46"-443,-8 2-585,-14 5-360,-4-4-376,-6 0-1280,-8 0-100,-20 10 0,6-13-1016,-3-25-2132,-21 14-629,-24 7-3507,-25-14-7274</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3.357"/>
    </inkml:context>
    <inkml:brush xml:id="br0">
      <inkml:brushProperty name="width" value="0.035" units="cm"/>
      <inkml:brushProperty name="height" value="0.035" units="cm"/>
    </inkml:brush>
  </inkml:definitions>
  <inkml:trace contextRef="#ctx0" brushRef="#br0">1 229 24454,'56'-14'2885,"-53"-11"-533,12-3-452,-1 3-724,-4 15-1176,1-1 0,-15-10-628,-6-14-1840,3 18 212,-14 3-5777,-15-14-8365</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4.351"/>
    </inkml:context>
    <inkml:brush xml:id="br0">
      <inkml:brushProperty name="width" value="0.035" units="cm"/>
      <inkml:brushProperty name="height" value="0.035" units="cm"/>
    </inkml:brush>
  </inkml:definitions>
  <inkml:trace contextRef="#ctx0" brushRef="#br0">360 39 9709,'-8'-3'797,"-1"0"251,1 2 5077,6-2-4789,-1-1-1121,3 3-147,-1-1 0,0 1 0,1-1 0,-1 1 0,0-1 0,0 1 0,0 0 0,0 0 0,-1-1 0,1 1 0,0 0 0,0 0 0,-1 0 1,1 0-1,-1 0 0,1 0 0,-1 1 0,1-1 0,-1 1 0,1-1 0,-1 1 0,0-1 0,1 1 0,-1 0 0,0-1 0,1 1 0,-1 0 0,0 0 1,1 1-1,-1-1 0,0 0 0,1 0 0,-1 1 0,0-1 0,-1 2 0,-19 6 132,0 1 0,0 2 0,1 0 0,1 1 0,0 1-1,0 1 1,2 1 0,0 1 0,0 0 0,2 1 0,-24 31 0,37-42-183,0 0 0,0 0 0,0 1 0,1-1 0,0 1 0,1-1 1,-1 1-1,1 0 0,1 0 0,-1 0 0,1-1 0,0 1 0,2 14 0,-1-17-7,-1 0 0,1 1 0,0-1-1,1 0 1,-1 0 0,1 0 0,-1 1-1,1-2 1,0 1 0,1 0 0,-1 0 0,1-1-1,0 1 1,-1-1 0,2 0 0,4 5 0,-3-5-12,0 1 0,1-1 0,-1 1 0,1-1 0,0-1 1,0 1-1,0-1 0,0 0 0,11 1 0,14 2-339,-1-3 0,1 0 0,0-2 0,47-5 0,23-12-2956,-1-8-3989,-31 4-1908</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4.617"/>
    </inkml:context>
    <inkml:brush xml:id="br0">
      <inkml:brushProperty name="width" value="0.035" units="cm"/>
      <inkml:brushProperty name="height" value="0.035" units="cm"/>
    </inkml:brush>
  </inkml:definitions>
  <inkml:trace contextRef="#ctx0" brushRef="#br0">1 1 15265,'20'11'5643,"-12"-6"-5328,1 0 0,-1 0 0,0 1 0,0 0 0,-1 0 0,8 9 0,70 63 654,-49-47-733,-26-23 2,2 1 0,18 10 1,12 7 1261,-42-26-1492,0 0 0,0 1 0,0-1 0,1 0-1,-1 0 1,0 1 0,0-1 0,1 0 0,-1 0 0,0 1 0,1-1-1,-1 0 1,0 0 0,1 0 0,-1 0 0,0 0 0,1 0 0,-1 1 0,0-1-1,1 0 1,-1 0 0,0 0 0,1 0 0,-1 0 0,0 0 0,1 0-1,-1 0 1,0-1 0,1 1 0,-1 0 0,1 0 0,-1 0 0,0 0 0,0 0-1,1 0 1,-1-1 0,0 1 0,1 0 0,-1-1 0,2-16-375,-3 10 137,0 1 1,-1-1-1,0 1 0,-5-12 0,2 8-106,-1 1-1,-1 1 1,1-1-1,-2 1 1,1 0 0,-1 1-1,0 0 1,0 0-1,-12-7 1,-4-1-1166,-1 2 0,-38-17 0,18 16-183,-4 6-183</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4.998"/>
    </inkml:context>
    <inkml:brush xml:id="br0">
      <inkml:brushProperty name="width" value="0.035" units="cm"/>
      <inkml:brushProperty name="height" value="0.035" units="cm"/>
    </inkml:brush>
  </inkml:definitions>
  <inkml:trace contextRef="#ctx0" brushRef="#br0">50 36 14313,'0'0'3343,"-4"1"-2137,-28 5 447,32-6-1641,0 0-1,0 0 1,0-1-1,0 2 1,-1-1-1,1 0 1,0 0-1,0 0 1,0 0-1,0 0 1,0 0-1,-1 0 1,1 0-1,0 0 1,0 0-1,0 0 1,0 0-1,0 0 1,0 0-1,-1 0 1,1 1-1,0-1 1,0 0-1,0 0 1,0 0-1,0 0 1,0 0-1,0 0 1,0 1-1,0-1 1,0 0-1,-1 0 1,1 0-1,0 0 1,0 0-1,0 1 1,0-1-1,0 0 1,0 0-1,0 0 1,0 0-1,0 1 1,0-1-1,0 0 1,0 0-1,0 0 1,1 0-1,-1 0 1,0 1-1,0-1 1,-4 27 445,1-5-173,1 0 0,0 0 0,3 37 0,3-34-205,0 0-1,1-1 0,1 1 0,12 28 0,-14-44-27,0 0 1,1-1-1,0 0 0,0 1 0,1-2 0,8 11 0,-10-14 34,0-1 0,0 1 0,0-1 0,0 0 0,0 0 0,1-1 0,0 1 0,-1-1 0,1 0 0,0 0 1,0 0-1,9 1 0,-7-2 47,0-1 0,0 0-1,0-1 1,-1 1 0,1-1 0,0 0 0,0-1 0,-1 0 0,1 0 0,-1 0 0,1-1 0,-1 0 0,0 0 0,0 0 0,0-1 0,-1 0 0,1 0 0,7-8 0,1-1 55,-1-1 1,0-1-1,-1 0 0,-1-1 1,14-23-1,48-108-233,-69 138-432,0-1 0,-1 1 0,0 0 0,0-1 1,-1 0-1,2-12 0,-4 17-309,1-1 0,-1 0 1,0 1-1,-1-1 0,1 1 0,-3-10 0,-6 2-5412,-1 2-3900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5.391"/>
    </inkml:context>
    <inkml:brush xml:id="br0">
      <inkml:brushProperty name="width" value="0.035" units="cm"/>
      <inkml:brushProperty name="height" value="0.035" units="cm"/>
    </inkml:brush>
  </inkml:definitions>
  <inkml:trace contextRef="#ctx0" brushRef="#br0">73 339 14653,'-3'-1'1995,"-26"-8"1126,26 8-613,3 4-2389,-1-1 0,1 1 0,-1-1 0,0 0 1,0 1-1,0-1 0,0 0 0,-2 4 0,-4 8 100,-8 59 397,13-64-579,0-1-1,1 1 1,0-1 0,1 1 0,0-1 0,1 17 0,0-20 41,15-4 94,-15-1-163,1 1 1,0-1-1,0 0 1,0 0-1,0 0 1,-1 0-1,1 0 1,0-1-1,0 1 1,0-1-1,-1 1 1,1-1-1,0 1 0,-1-1 1,1 0-1,0 0 1,1-1-1,5-4 69,0 0 0,0-1 0,13-14 0,-1 0 68,77-75 266,75-68 108,-129 127-633,1 1 0,55-32-1,-90 63-94,3-3-749,0 1 1,0-1 0,17-16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5.896"/>
    </inkml:context>
    <inkml:brush xml:id="br0">
      <inkml:brushProperty name="width" value="0.035" units="cm"/>
      <inkml:brushProperty name="height" value="0.035" units="cm"/>
    </inkml:brush>
  </inkml:definitions>
  <inkml:trace contextRef="#ctx0" brushRef="#br0">216 224 10261,'27'-11'1522,"23"-6"3159,-28 8-1858,-12 4-2193,-7 5 1746,-1-3-2064,17-19 1653,-20 10-1439,0 0 0,-1 0 0,-4-14 0,-1-3 276,7 26-732,-1 0 0,0 1 1,0-1-1,-1 0 0,1 0 0,0 1 1,-1-1-1,0 1 0,-3-4 1,1 1 44,4 3-101,-1 1 1,0 0-1,0 0 0,0 0 0,1 0 1,-1 0-1,0 0 0,-1 1 1,1-1-1,0 0 0,0 0 0,0 1 1,0-1-1,-1 1 0,-1-2 1,-4 0 9,3-1-17,-1 1-1,0 1 0,1-1 1,-1 0-1,0 1 1,0 0-1,0 1 0,0-1 1,0 1-1,0 0 0,0 0 1,-1 0-1,-6 2 1,0 0 1,1 0 1,0 1 0,0 0-1,1 1 1,-13 5 0,12-3-19,0 1 0,0 0 1,1 1-1,0 0 1,0 1-1,1-1 1,-16 21-1,20-23 2,1 0 1,1 0 0,-1 0-1,1 0 1,0 1-1,0-1 1,1 1-1,0 0 1,0 0-1,0 0 1,1 0-1,0 0 1,1 0 0,-1 0-1,1 0 1,1 0-1,-1 0 1,1 0-1,1 0 1,-1 0-1,1 0 1,0 0-1,1-1 1,-1 1-1,2-1 1,-1 1 0,0-1-1,1 0 1,0 0-1,1-1 1,-1 1-1,1-1 1,0 0-1,0 0 1,1-1-1,0 1 1,-1-1-1,1-1 1,1 1 0,-1-1-1,10 4 1,9 2-410,0-2 0,1 0 0,43 5 1,84-3-2493,-90-12-1025,95-18-1,-117 15 704,50-11-6408</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6.326"/>
    </inkml:context>
    <inkml:brush xml:id="br0">
      <inkml:brushProperty name="width" value="0.035" units="cm"/>
      <inkml:brushProperty name="height" value="0.035" units="cm"/>
    </inkml:brush>
  </inkml:definitions>
  <inkml:trace contextRef="#ctx0" brushRef="#br0">348 709 11545,'-5'-2'288,"1"1"1,0-1-1,-1 1 0,1 0 0,-1 1 1,1-1-1,-1 1 0,1 0 0,-1 0 0,0 0 1,1 1-1,-1-1 0,1 1 0,-8 3 1,-13 3 771,-30 13 1,40-14-978,-3 1 180,1 0 0,0 1 0,0 0 0,1 2 0,0 0 0,1 0 0,-26 24 0,39-32-195,1 0 1,-1-1-1,0 1 1,1 0-1,-1 0 1,1 0-1,-1 0 1,1 1-1,0-1 1,0 0-1,0 1 1,0-1-1,0 0 1,1 1 0,-1-1-1,1 1 1,0-1-1,-1 5 1,2-5-38,0 0 0,-1-1 1,1 1-1,0 0 1,0 0-1,0 0 1,0-1-1,0 1 0,0 0 1,0-1-1,1 1 1,-1-1-1,0 1 0,1-1 1,-1 0-1,1 0 1,0 1-1,-1-1 1,1 0-1,0-1 0,0 1 1,0 0-1,0 0 1,2 0-1,11 3 58,-1 0-1,1-1 1,0-1 0,1 0 0,23-1-1,83-8 160,-99 5-203,30-3 47,68-16 0,-98 16-109,0-2-1,0 0 1,-1-2 0,0 0-1,26-16 1,-39 19-46,0 0 0,0-1 1,-1 1-1,0-2 0,0 1 1,-1-1-1,0 0 0,0-1 0,-1 1 1,0-1-1,-1-1 0,0 1 1,0-1-1,-1 0 0,0 0 0,-1 0 1,0 0-1,2-19 0,-2-1-216,-2 1-1,-2 0 1,0-1-1,-2 1 1,-8-36-1,-47-143-76,34 133 1161,-32-79 1879,54 150-2195,2 8 207,10 176 2026,-2-62-2076,1 41-165,5 222-3268,-14-357 825,-8 44 1,-3-12-3926,8-42 3330,-2 12-7772</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6.499"/>
    </inkml:context>
    <inkml:brush xml:id="br0">
      <inkml:brushProperty name="width" value="0.035" units="cm"/>
      <inkml:brushProperty name="height" value="0.035" units="cm"/>
    </inkml:brush>
  </inkml:definitions>
  <inkml:trace contextRef="#ctx0" brushRef="#br0">1 1 16273,'24'28'10041,"-3"-14"-9321,0 3-139,-7 15-125,8 13-104,-8-3-244,0 1-660,3-1-393,-10 0-427,-3-25-832,-11 18-756,0-3-3121,-7-8-5352</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7.050"/>
    </inkml:context>
    <inkml:brush xml:id="br0">
      <inkml:brushProperty name="width" value="0.035" units="cm"/>
      <inkml:brushProperty name="height" value="0.035" units="cm"/>
    </inkml:brush>
  </inkml:definitions>
  <inkml:trace contextRef="#ctx0" brushRef="#br0">21 35 14249,'-17'9'1856,"13"-7"-285,5-5-337,8-23 473,-8 23-1121,0 6-132,0-1-362,0 1-132,0-1 0,0 1-1,0-1 1,0 1-1,0-1 1,-1 1 0,1 0-1,-1 0 1,0-1 0,0 1-1,0 0 1,0-1-1,0 1 1,-1 0 0,0 5-1,-1 0-195,0 1 0,0 0 0,1 0 0,1 0 0,0 10-1,3-20 781,2-1-412,0 0 0,0 0 0,0 0 0,-1 0 0,1-1 1,-1 1-1,0-1 0,1 0 0,-1-1 0,-1 1 0,1-1 0,0 0 0,-1 0 0,0 0 1,0 0-1,0 0 0,0-1 0,3-7 0,-4 9 53,-1 0 0,1 0 0,0-1 0,1 2 0,-1-1 0,1 0 1,-1 0-1,1 1 0,0-1 0,3-2 0,31-19 1596,-37 24-1765,3-2 618,-3 6-2618,-1-1 1814,0 1 1,0-1 0,0 1-1,-1-1 1,-2 6-1,1-3-31,2-3-76,-1-2 244,-1 0 0,1 0 0,-1 1 0,1-1 0,0 1 0,-1-1 0,1 1 0,0 0 0,0 0 0,-2 3 1,2-3 15,0 0 1518,6-3-702,19-6-96,0 1 1,1 1-1,-1 1 0,34-1 0,-36 5-467,-2-1 89,0 1-1,0 1 1,0 1-1,31 7 1,98 42 797,-141-48-1154,-1 0-1,0 1 1,0 0-1,0 0 1,-1 1-1,1-1 1,-1 1-1,6 7 1,-10-10-130,1-1-1,-1 1 1,0 0 0,1 1 0,-1-1-1,0 0 1,0 0 0,-1 0 0,1 1-1,0-1 1,0 4 0,-1-4-34,0-1 0,0 1-1,0-1 1,-1 0 0,1 1 0,0-1 0,-1 0 0,1 1 0,-1-1 0,1 0 0,-1 0-1,1 1 1,-1-1 0,0 0 0,0 0 0,0 0 0,0 0 0,1 0 0,-1 0 0,-1 0-1,-1 1 1,-4 5-1218,-10 7-1404,2-7-3824,-10-5-5092</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7.855"/>
    </inkml:context>
    <inkml:brush xml:id="br0">
      <inkml:brushProperty name="width" value="0.035" units="cm"/>
      <inkml:brushProperty name="height" value="0.035" units="cm"/>
    </inkml:brush>
  </inkml:definitions>
  <inkml:trace contextRef="#ctx0" brushRef="#br0">312 533 10933,'1'0'133,"0"1"-1,-1-1 1,1 0-1,0 0 1,0 0 0,0 0-1,0 1 1,0-1 0,0-1-1,-1 1 1,1 0-1,0 0 1,0 0 0,0 0-1,0-1 1,0 1 0,-1 0-1,1-1 1,0 1-1,0 0 1,1-2 0,19-15 2012,-6 4-327,-8 6-1371,0 0 0,-1-1-1,0 1 1,0-2 0,-1 1-1,0 0 1,-1-1 0,0 0-1,4-12 1,2-1-221,-3 2-46,0-1-1,-2-1 1,0 1 0,-1-1 0,-2 0 0,1-28 0,-3 38-209,0 1 0,0-1 0,-1 1 0,-1-1 0,0 1 0,0-1 1,-8-18-1,8 24 2,-1 1 1,1-1 0,-1 1-1,-1 0 1,1 0-1,-1 0 1,1 0 0,-2 0-1,1 1 1,0 0 0,-1 0-1,0 0 1,1 1-1,-2-1 1,1 1 0,0 0-1,-1 0 1,1 1-1,-1 0 1,-10-3 0,6 3 7,1 0 0,0 1 0,0 0 0,0 0 0,-1 1 0,1 0 1,0 1-1,-1 0 0,1 0 0,0 1 0,0 0 0,-15 6 0,14-3 26,0 1-1,1-1 1,0 2 0,-1-1-1,2 1 1,-1 0-1,1 1 1,0 0-1,1 1 1,0-1-1,0 1 1,1 1-1,-6 10 1,-2 8 128,1 0 0,2 1 0,-13 46 0,16-38 206,1-1 0,2 1 1,1 0-1,2 0 0,6 68 1,37 188 1447,-24-200-1464,-7-47-385,-5-25-356,3 32 0,-7-47 143,-1 0 1,0-1-1,0 1 1,-1 0-1,1 0 1,-1 0-1,-1 0 1,1 0-1,-1-1 1,-2 7 0,-3 0-1541,-1-1 0,0 1 0,-16 16 0,13-15-1204,-15 17-7370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8.011"/>
    </inkml:context>
    <inkml:brush xml:id="br0">
      <inkml:brushProperty name="width" value="0.035" units="cm"/>
      <inkml:brushProperty name="height" value="0.035" units="cm"/>
    </inkml:brush>
  </inkml:definitions>
  <inkml:trace contextRef="#ctx0" brushRef="#br0">0 140 19390,'18'-31'2720,"3"6"-204,24 1-400,-10 6-463,4 4-345,10 4-300,0-1-184,4 4-552,-4 7-632,-4 0-1096,-13 4-764,-8-1 199,18 11-5523,-24-7-7678</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8.546"/>
    </inkml:context>
    <inkml:brush xml:id="br0">
      <inkml:brushProperty name="width" value="0.035" units="cm"/>
      <inkml:brushProperty name="height" value="0.035" units="cm"/>
    </inkml:brush>
  </inkml:definitions>
  <inkml:trace contextRef="#ctx0" brushRef="#br0">362 1 12101,'0'0'2226,"-4"0"-280,-15 0-46,-34 1 3618,48 0-5519,0 0-1,-1 0 1,1 1-1,-10 3 1,-21 13 218,-42 27 1,-31 28 0,105-71-174,2-1-5,-1 1-1,1-1 1,0 0-1,0 1 1,0 0-1,1-1 0,-1 1 1,0 0-1,-2 3 1,5-3 36,0 0 0,1-1 1,-1 1-1,1-1 1,-1 0-1,1 1 1,-1-1-1,1 0 0,0 0 1,-1 0-1,1 0 1,0 0-1,0 0 1,2 0-1,2-1 18,-1 0 0,1 0 1,0 0-1,-1-1 0,1 0 0,-1 0 0,11-4 1,-4 1 38,57-18 504,-1-3 1,106-56-1,-172 80-926,-4 2-1425,1-1 1649,0 1 0,0 0 0,-1-1 0,1 1 0,0 0 0,0 0 0,0 0 0,1-1 0,-3 3 0,0 1-65,-37 32-847,38-34 824,2 2 4,-1-2 136,1 1 1,0-1-1,0 0 0,0 0 0,0 0 0,1 0 0,-1 1 0,0-1 1,1 0-1,0 0 0,-1 0 0,1 0 0,0 0 0,0 0 0,0 0 1,0 0-1,0-1 0,1 1 0,-1 0 0,1-1 0,-1 1 0,1-1 0,-1 1 1,1-1-1,0 0 0,0 1 0,2 0 0,61 28-465,-61-28 388,-1-1 0,1 1 0,0-1 0,0 0 0,-1-1-1,1 1 1,0-1 0,0 1 0,0-1 0,0 0 0,0-1 0,7 0 0,6-1-231,139-23-3841,-50 0-2681,-33 8-1398</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8.784"/>
    </inkml:context>
    <inkml:brush xml:id="br0">
      <inkml:brushProperty name="width" value="0.035" units="cm"/>
      <inkml:brushProperty name="height" value="0.035" units="cm"/>
    </inkml:brush>
  </inkml:definitions>
  <inkml:trace contextRef="#ctx0" brushRef="#br0">98 109 11029,'-22'-5'946,"16"4"-363,0-1 1,-1 1 0,1 0-1,0 1 1,-1-1-1,-7 2 1,3 16 1706,0-5-1456,11-12-814,0 0 0,0 0-1,0 0 1,-1 0 0,1 1-1,0-1 1,0 0 0,0 0-1,0 0 1,0 1 0,0-1-1,-1 0 1,1 0 0,0 0-1,0 1 1,0-1 0,0 0-1,0 0 1,0 0 0,0 1-1,0-1 1,0 0 0,0 0-1,0 1 1,0-1 0,0 0-1,0 0 1,0 0 0,0 1-1,1-1 1,-1 0 0,0 0-1,0 0 1,0 1-1,31 110 2201,-29-106-2156,0 0 0,1-1 0,-1 1 0,1-1 0,0 0 0,0 0 0,0 0 0,1 0 1,-1-1-1,1 1 0,0-1 0,8 6 0,-4-4-3,0 0 1,1 0 0,-1-1-1,1 0 1,0 0 0,10 2-1,-3-3-28,1 0 0,-1-1-1,1-1 1,0 0 0,24-3-1,-30 1-257,1-1 0,-1 0 0,1-1-1,-1 0 1,0-1 0,0 0 0,0 0 0,16-10-1,-21 9-90,0 0-1,0-1 1,0 1-1,-1-1 0,1 0 1,-1 0-1,-1-1 1,1 1-1,-1-1 1,0 0-1,-1-1 0,0 1 1,0 0-1,3-13 1,0-4-1512,-1 0 1,-2 0 0,2-34 0,-4-12-4657</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8.925"/>
    </inkml:context>
    <inkml:brush xml:id="br0">
      <inkml:brushProperty name="width" value="0.035" units="cm"/>
      <inkml:brushProperty name="height" value="0.035" units="cm"/>
    </inkml:brush>
  </inkml:definitions>
  <inkml:trace contextRef="#ctx0" brushRef="#br0">74 0 13469,'-5'29'1922,"3"-23"3984,-6 31-3672,10 58-996,1-14-637,-9 136 335,1 88-1321,7-239-1512,-3-1 0,-16 116 0,12-159-765,-12 33 0,9-31-802,2-2-4994</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9.177"/>
    </inkml:context>
    <inkml:brush xml:id="br0">
      <inkml:brushProperty name="width" value="0.035" units="cm"/>
      <inkml:brushProperty name="height" value="0.035" units="cm"/>
    </inkml:brush>
  </inkml:definitions>
  <inkml:trace contextRef="#ctx0" brushRef="#br0">19 0 14637,'-17'0'1331,"17"0"-1303,0 0 0,-1 0 0,1 1 1,0-1-1,0 0 0,0 0 0,0 0 1,0 0-1,0 1 0,0-1 1,0 0-1,0 0 0,0 0 0,0 0 1,0 1-1,0-1 0,0 0 0,0 0 1,0 0-1,0 0 0,0 1 1,0-1-1,0 0 0,0 0 0,0 0 1,0 0-1,0 1 0,1-1 0,-1 0 1,0 0-1,0 0 0,0 0 1,0 0-1,0 0 0,0 1 0,0-1 1,1 0-1,-1 0 0,0 0 1,0 0-1,0 0 0,0 0 0,1 0 1,-1 0-1,33 21 2067,-15-10-1259,-6-1-290,-1-1 1,13 17 0,2 0-173,163 144 1070,-78-79-888,-68-57-407,-40-31-55,0-5-188,5-2 13,-6 3 53,0 0 0,0-1-1,0 1 1,0 0 0,0-1-1,0 1 1,-1-1 0,1 1 0,0-1-1,1-3 1,-2 3-1,0 0 0,-1 0-1,1 0 1,-1-1 0,0 1 0,1 0 0,-1 0 0,0 0 0,0-1-1,0 1 1,-1 0 0,1 0 0,-1 0 0,1-1 0,-2-2-1,-3-12-242,-2 0 0,0 0-1,0 1 1,-2 0 0,0 1-1,-21-27 1,-3 0-2343,-44-39 0,65 70 851,0 0-1,-1 1 1,-22-13 0,3 4-4534</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9.527"/>
    </inkml:context>
    <inkml:brush xml:id="br0">
      <inkml:brushProperty name="width" value="0.035" units="cm"/>
      <inkml:brushProperty name="height" value="0.035" units="cm"/>
    </inkml:brush>
  </inkml:definitions>
  <inkml:trace contextRef="#ctx0" brushRef="#br0">1 324 10937,'1'-13'1109,"1"14"75,5 22 1247,-7-21-2207,1 0-1,1-1 0,-1 1 0,0 0 1,0 0-1,1-1 0,-1 1 0,1-1 0,-1 1 1,1-1-1,0 0 0,0 1 0,3 1 0,-2-2 223,4 1 451,2-2-432,0-1 0,0 0 0,0-1 0,0 0 0,-1 0 0,1-1 0,-1 0 0,1-1-1,10-6 1,-4 2-80,-1-2 0,0 0 0,0-1 0,18-18 0,63-53-2216,-75 62 1056,1 2 1,1 0-1,45-28 1,-38 31-1,0 1 0,1 1 0,41-11-1,-53 19-325,1 1 0,30-2-1,-36 6-256,-1 0 0,0 0 0,0 1 0,23 5 0,-7 1-4237</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0.093"/>
    </inkml:context>
    <inkml:brush xml:id="br0">
      <inkml:brushProperty name="width" value="0.035" units="cm"/>
      <inkml:brushProperty name="height" value="0.035" units="cm"/>
    </inkml:brush>
  </inkml:definitions>
  <inkml:trace contextRef="#ctx0" brushRef="#br0">67 177 13341,'-11'-7'1619,"22"14"3544,-11-3-4725,0 4-342,0 0 1,-1 0 0,0 0 0,-1 0 0,1 0 0,-2 0-1,1 0 1,-1-1 0,0 1 0,-1-1 0,1 0 0,-9 12-1,7-9 26,0 0 1,1 1-1,0-1 0,1 1 0,0 0 0,1 0 0,-2 13 0,3-18-60,0-2 503,5-8-373,22-30 159,25-43 0,16-22-253,9-7 59,-67 93-230,2 0-1,0 1 0,0 0 1,25-19-1,-35 31 65,0 0 1,0 0-1,-1 0 0,1 0 1,0 0-1,0 0 0,-1 1 0,1-1 1,0 0-1,-1 0 0,1 0 0,0 1 1,-1-1-1,1 0 0,0 1 0,-1-1 1,1 1-1,-1-1 0,1 1 0,0-1 1,-1 1-1,1-1 0,0 2 1,-1-2-14,2 2 11,-1 0 0,1-1-1,-1 1 1,1 0 0,-1 0 0,0-1 0,0 1 0,0 0-1,0 0 1,0 1 0,-1-1 0,1 0 0,0 0 0,-1 0-1,1 4 1,0 43-12,-1-23 74,1-15-48,-1 14-58,2 0 0,7 33 0,-9-53 72,1 0 0,0 0 0,1 0 0,-1 0 0,1 0 0,0 0 0,1 0 0,-1-1 0,1 1 0,-1-1 0,2 1 0,-1-1 0,0 0 0,1 0 0,-1-1 0,1 1 0,0-1 0,8 5 0,-8-6 19,1-1 1,-1 0 0,0 0-1,1-1 1,-1 1-1,1-1 1,-1 0-1,1 0 1,-1 0-1,1-1 1,-1 0-1,1 0 1,-1 0 0,7-3-1,6-2 250,0-1 0,17-11 0,156-103 2593,-92 55-1584,-84 57-1046,0 1-1,17-7 0,-27 13-262,-5 13-546,0-1 181,-1 0-1,0 0 0,0 0 1,-2 0-1,1 0 0,-10 17 1,-1 6-574,-32 109-3865,25-44-3535,11-45-1616</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0.849"/>
    </inkml:context>
    <inkml:brush xml:id="br0">
      <inkml:brushProperty name="width" value="0.035" units="cm"/>
      <inkml:brushProperty name="height" value="0.035" units="cm"/>
    </inkml:brush>
  </inkml:definitions>
  <inkml:trace contextRef="#ctx0" brushRef="#br0">1 633 10913,'0'0'9637,"1"2"-9133,1 5-325,1-1 0,-1 1 0,0 0 0,-1 0-1,0-1 1,0 1 0,0 0 0,-1 11 0,0-15-95,0 1-12,9 31 33,-9-34-102,1-1 0,-1 1 0,1 0 0,-1 0 0,1 0 0,-1-1 0,1 1 0,0 0 0,-1-1 0,1 1 0,0-1 0,0 1 0,-1 0 0,1-1 0,0 0 0,0 1 0,0-1 0,0 1 0,-1-1 0,3 0 0,1 2 6,2 0-4,0 0 0,1 0 0,-1 0 0,1-1 0,-1 1 0,1-2 0,0 1 0,-1-1 0,1 0 0,0 0 0,-1-1 0,1 0 0,9-2 0,-1-1-11,0-1 1,0 0-1,0-1 1,24-14-1,-22 8-185,0-1-1,-1-1 0,0 0 0,-1-1 0,0-1 0,-2 0 0,17-25 0,-25 35 53,-3 4-115,-2 5-263,3 9 671,1 0 0,0-1 1,1 1-1,0-1 0,1 0 0,0 0 0,1-1 1,8 12-1,0-1 95,-13-18-217,1-1 0,-1 1-1,1-1 1,0 1 0,0-1 0,0 0-1,0 0 1,1 0 0,-1 0-1,1-1 1,-1 1 0,1-1 0,-1 0-1,1 0 1,4 1 0,10 1 71,33 1 0,-39-4-70,13 0-11,0-1 0,1-1 0,38-9 0,-35 5-111,-22 5-83,0-1 0,0 0 0,0-1-1,0 0 1,-1 0 0,11-6-1,-15 8 110,61-23-1861,-60 23 1662,0 0-222,35-8 575,-34 8 662,0 2-289,7 3-199,0-1-1,0 0 1,1 0 0,0-2-1,22 2 1,-5-3-66,0-2-1,0 0 1,0-2-1,33-9 1,-6 3-90,-41 8-84,1-1 1,-1 0 0,28-10-1,-38 10-53,1 1-1,-1-1 1,0 0 0,1 0-1,-1 0 1,-1-1-1,1 0 1,0 0 0,-1 0-1,0-1 1,0 1-1,0-1 1,-1 0 0,1 0-1,-1 0 1,0-1-1,-1 1 1,1-1 0,-1 1-1,0-1 1,-1 0-1,1 0 1,0-8 0,-1-11-116,0 1 0,-1-1 0,-2 1 0,-7-39 0,-1-25 90,9 47 187,2 22 73,-1 1 0,-1 0 0,-1-1 0,0 1 1,-8-28-1,5 30 394,0-1-1,-2-20 1,7 35-499,-1 0-1,0 1 1,0-1-1,0 0 1,0 1-1,0-1 1,0 1-1,0-1 1,0 1-1,-1-1 1,1 1-1,0 0 1,-1 0-1,1-1 0,-1 1 1,-3-1-1,5 3-66,-1 0-1,1-1 0,0 1 1,-1 0-1,1 0 0,0 0 0,0 0 1,0 0-1,-1 0 0,1 0 1,0 0-1,0 0 0,0 0 1,1 0-1,-1 2 0,7 162 1167,1-23-751,0 30-656,-1 101-934,-20-138-3315,7-102-168,-21 65 0,18-70-6082</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0.975"/>
    </inkml:context>
    <inkml:brush xml:id="br0">
      <inkml:brushProperty name="width" value="0.035" units="cm"/>
      <inkml:brushProperty name="height" value="0.035" units="cm"/>
    </inkml:brush>
  </inkml:definitions>
  <inkml:trace contextRef="#ctx0" brushRef="#br0">1 123 14233,'24'-32'4217,"-20"8"-2257,-4-1 1936,17 11-3152,4 0-760,7 11-452,1-4-976,6 7-1552,21 0-2981,-14-4-5188</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1.385"/>
    </inkml:context>
    <inkml:brush xml:id="br0">
      <inkml:brushProperty name="width" value="0.035" units="cm"/>
      <inkml:brushProperty name="height" value="0.035" units="cm"/>
    </inkml:brush>
  </inkml:definitions>
  <inkml:trace contextRef="#ctx0" brushRef="#br0">34 30 9969,'-9'-29'1693,"-6"58"2850,12-14-3987,1-1-1,0 1 1,0 0 0,2 0 0,0 0 0,0 0-1,2 0 1,5 26 0,-4-18-187,2 8-99,3 28 418,18 69-1,16-3-207,-37-111-699,1 0 0,10 18-1,-6-14-142,-9-16 142,-1-8-146,1 0 365,0-1 0,0 1 1,1 0-1,0 0 0,0 0 0,3-7 0,24-42 407,-17 34-136,0 0 106,24-30 0,-35 50-331,0-1-1,0-1 1,0 1-1,0 0 1,0 0-1,-1 0 1,1 0-1,-1-1 1,1 1-1,-1 0 1,0-5-1,0 2 22,1 2-9,-2 7-319,1-1-2,-1 0 0,0 1 1,0-1-1,0 0 1,0 0-1,0 0 0,-1 0 1,0 0-1,1 0 0,-1-1 1,0 1-1,0 0 1,-1-1-1,1 0 0,0 1 1,-1-1-1,1 0 1,-5 2-1,-24 20-5785,18-7-3821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1.687"/>
    </inkml:context>
    <inkml:brush xml:id="br0">
      <inkml:brushProperty name="width" value="0.035" units="cm"/>
      <inkml:brushProperty name="height" value="0.035" units="cm"/>
    </inkml:brush>
  </inkml:definitions>
  <inkml:trace contextRef="#ctx0" brushRef="#br0">162 35 17270,'0'0'7776,"-4"-1"-8205,-11 0 278,-36-7-140,-5-13 2599,26 18 100,25 5-886,19 3-932,15 3-395,47 21-1,-24-7-1483,-43-19-62,0-1-1,0 1 1,0-1-1,0-1 1,13 2-1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2.350"/>
    </inkml:context>
    <inkml:brush xml:id="br0">
      <inkml:brushProperty name="width" value="0.035" units="cm"/>
      <inkml:brushProperty name="height" value="0.035" units="cm"/>
    </inkml:brush>
  </inkml:definitions>
  <inkml:trace contextRef="#ctx0" brushRef="#br0">50 59 10009,'0'0'5765,"-3"2"-4853,0 0-783,-1 0 0,1 0-1,0 0 1,0 1 0,0-1-1,1 1 1,-1 0 0,1 0 0,-1 0-1,1 0 1,0 0 0,0 0-1,0 1 1,0-1 0,1 1-1,0-1 1,-1 1 0,1-1 0,1 1-1,-1 0 1,0 0 0,1-1-1,0 1 1,0 0 0,0 4 0,1 56 986,-1-46-861,0 0 0,0 0 1,2-1-1,0 1 0,1 0 1,6 18-1,-8-33-217,0 0 0,1-1-1,-1 1 1,0 0 0,1-1-1,0 1 1,-1-1 0,1 1 0,0-1-1,0 0 1,1 0 0,-1 0 0,0 0-1,1 0 1,-1 0 0,5 1 0,-3-1-2,0 0 0,1-1 1,-1 0-1,0 0 1,1 0-1,-1-1 0,1 0 1,-1 1-1,1-1 1,4-1-1,10-2-4,0-1-1,-1-1 1,1-1-1,21-9 0,-33 12-50,6-2-67,0-1 1,-1 0-1,0-1 0,0 0 0,-1 0 0,0-2 0,0 1 0,0-1 1,-2-1-1,1 0 0,-1 0 0,0-1 0,-1 0 0,0-1 1,6-14-1,-8 15-132,0 0 0,-1 0 0,-1 0 0,0-1 0,5-23 0,7-28-632,-10 43 606,-5 18 224,-1 0 1,0 0 0,1 0 0,-1 0 0,0 0 0,0 0 0,-1 0 0,1 0 0,0 1-1,-1-1 1,1 0 0,-2-3 0,0-6 73,1 14-29,-1 1 31,0 0 0,0 0 1,1 0-1,-1 0 0,1 1 0,0-1 0,0 1 0,1-1 0,-1 1 0,1-1 0,0 1 0,0-1 1,0 1-1,1-1 0,1 5 0,8 26 438,2-1 0,17 33 0,-28-66-485,3 8 130,0 0 0,1-1 0,0 0 0,9 11 0,-11-16-101,-1-1 0,1 1 0,0-1 0,0 0 1,0 0-1,1 0 0,-1 0 0,0 0 0,1-1 0,-1 0 0,1 0 0,-1 0 0,1 0 1,-1 0-1,5 0 0,8 0 16,1-1 0,-1 0 1,0-1-1,1-1 0,-1 0 1,0-1-1,22-8 0,104-45-412,-114 44 216,26-18-357,-44 23 438,0 1 0,1 0-1,19-7 1,-29 13 80,0-1-1,0 1 1,0-1 0,0 1-1,0 0 1,0 0 0,0-1-1,0 1 1,0 0-1,0 0 1,0 0 0,0 0-1,0 0 1,0 0 0,1 1-1,-1-1 1,0 0 0,0 1-1,0-1 1,0 0-1,0 1 1,0-1 0,0 1-1,0-1 1,-1 1 0,1 0-1,0 0 1,0-1-1,0 1 1,0 1 0,0 0-7,0-1 0,-1 1 0,1-1 0,-1 1 0,1-1-1,-1 1 1,0 0 0,1-1 0,-1 1 0,0-1 0,0 1 0,-1 0 0,1-1 0,0 1 0,0 0 0,-1-1 0,1 1 0,-2 2 0,-4 13 24,-8 18-526,0 0 1,-22 35-1,35-68 143,-1 1 0,0-1-1,0 1 1,0-1 0,0 0 0,0 0 0,0 0-1,0 0 1,-1 0 0,1-1 0,-5 3-1,5-3-240,0 0 0,0 0 0,0-1-1,0 1 1,-1-1 0,1 1 0,0-1-1,0 0 1,0 0 0,-3 0 0,-10-8-8003</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2.636"/>
    </inkml:context>
    <inkml:brush xml:id="br0">
      <inkml:brushProperty name="width" value="0.035" units="cm"/>
      <inkml:brushProperty name="height" value="0.035" units="cm"/>
    </inkml:brush>
  </inkml:definitions>
  <inkml:trace contextRef="#ctx0" brushRef="#br0">152 64 15009,'0'0'57,"0"0"0,0 1 0,0-1 1,-1 0-1,1 1 0,0-1 0,0 0 0,0 1 0,0-1 0,-1 0 0,1 1 0,0-1 0,0 0 0,0 1 0,-1-1 0,1 0 0,0 0 0,0 1 0,-1-1 0,1 0 0,0 0 0,-1 0 0,1 1 0,0-1 0,-1 0 0,1 0 0,0 0 0,-1 0 0,1 0 1,-1 0-1,1 0 0,0 0 0,-1 0 0,1 0 0,0 0 0,-1 0 0,1 0 0,0 0 0,-1 0 0,0 0 0,-9-13 1671,4 5 2067,-12 1-3714,13 6-20,1-1 0,0 0 1,0 0-1,0-1 0,-7-4 0,-9-6 250,-10 2 457,28 10 1102,0 3-1814,-1 1 0,1-1 1,0 1-1,0 0 0,1 0 1,-1 0-1,0 0 0,1 0 1,0 0-1,0 0 0,-1 5 1,1-5-50,2 0 0,-1 0 0,0 0 0,1 0 1,-1 0-1,1 0 0,0 0 0,0 0 0,0 0 1,0 0-1,1-1 0,-1 1 0,1 0 0,-1-1 0,4 4 1,10 17-431,-10-13-26,1 1 160,0 0 1,0-1 0,12 14-1,-14-19-411,1-1 1,-1 0-1,1 0 0,0 0 1,0-1-1,1 1 0,-1-1 1,0-1-1,1 1 1,8 2-1,24 6-4933,1-6-3087</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2.997"/>
    </inkml:context>
    <inkml:brush xml:id="br0">
      <inkml:brushProperty name="width" value="0.035" units="cm"/>
      <inkml:brushProperty name="height" value="0.035" units="cm"/>
    </inkml:brush>
  </inkml:definitions>
  <inkml:trace contextRef="#ctx0" brushRef="#br0">446 375 11093,'-59'11'841,"-63"14"1580,95-17-1689,0 0 0,0 2 0,1 1 0,0 1 0,1 1 0,-40 29 0,61-39-692,0 1-1,1-1 1,-1 1-1,1 0 1,0 0 0,0 1-1,-2 4 1,-5 5 29,10-13-60,0 0 0,-1 0-1,1-1 1,0 1 0,-1 0-1,1 0 1,0 0 0,0 0 0,0 0-1,0 0 1,0 0 0,0 0 0,0 0-1,0 0 1,0 0 0,1 0-1,-1 0 1,0-1 0,1 1 0,-1 0-1,1 1 1,0 1 34,4 17 189,-4-19-212,-1 0 1,1-1 0,-1 1-1,1 0 1,-1-1-1,1 1 1,-1 0 0,1-1-1,-1 1 1,1-1 0,0 1-1,-1-1 1,1 0-1,0 1 1,-1-1 0,1 0-1,0 1 1,0-1-1,-1 0 1,1 0 0,0 1-1,0-1 1,1 0-1,1 0 61,0 1-22,0 0 0,0-1 1,1 1-1,-1-1 0,0 0 0,1 0 0,-1-1 0,0 1 0,0 0 0,1-1 0,-1 0 0,0 0 0,0 0 0,0 0 1,0 0-1,0-1 0,0 0 0,4-3 0,2-1 25,-1 0 0,0-1 0,0 0 1,12-14-1,0-4 119,-2-2 0,-1 0 0,-1-1 0,-1 0 0,16-45 1,38-153 1996,-55 154-735,-14 69-1401,1 0 0,-1 1 0,0-1 1,0 0-1,0 0 0,0 0 1,-1 1-1,1-1 0,-1 0 0,-1-3 1,2 5-38,-1-1 0,1 1 0,0 0-1,-1 0 1,1 0 0,0-1 0,0 1 0,0 0 0,0-1 0,0 1 0,0 0 0,0 0 0,1-3 0,-9 21 29,1 1 0,0-1 0,2 1 1,0 1-1,1-1 0,-3 38 1,4-18-9,2 1 0,2 0 1,1-1-1,2 1 0,2-1 1,2 0-1,1 0 1,2-1-1,1 0 0,23 45 1,-30-72-177,0 0 0,1 0 0,1 0 1,-1 0-1,2-1 0,-1 0 0,1-1 1,18 15-1,-22-20-158,0 0-1,0-1 1,0 1-1,1-1 1,-1 0-1,1 0 1,0 0 0,-1-1-1,1 1 1,0-1-1,0-1 1,0 1 0,0 0-1,0-1 1,0 0-1,0-1 1,0 1-1,0-1 1,0 0 0,0 0-1,0 0 1,8-4-1,-4 1-1466,-1 0 0,0-1 0,12-9 0,23-23-9858</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5.799"/>
    </inkml:context>
    <inkml:brush xml:id="br0">
      <inkml:brushProperty name="width" value="0.035" units="cm"/>
      <inkml:brushProperty name="height" value="0.035" units="cm"/>
    </inkml:brush>
  </inkml:definitions>
  <inkml:trace contextRef="#ctx0" brushRef="#br0">2462 105 8549,'-24'32'10622,"10"-40"-9760,8 5-669,0 0 0,0 0 0,-1 0 0,-6-1 1,-16-8 146,18 8-256,0 0 0,0 1-1,-1 0 1,1 1 0,-18-2-1,-29-6 139,16 0-31,-64-8-1,36 7-79,-37-1 98,10 0-100,70 9-86,-31 0-1,6 1-10,-138 4 37,132 0-51,-163 14-42,121-7 43,4 1 6,-59 11 253,30-4-124,-131 34-152,215-42-15,3 3 19,-40 16 1,3 0-12,59-23 21,1 1 0,-1 1-1,2 0 1,-1 0 0,1 2 0,0 0 0,1 0-1,-24 23 1,-13 24-14,50-55 17,-1 0 0,0 0 0,1-1 0,-1 1 1,1 0-1,-1 0 0,1 0 0,-1 0 0,1 0 0,-1-1 0,1 1 0,0 0 0,0 0 0,-1 0 0,1 2 0,-1 1 2,-1 1-1,0 1 0,1-1 0,0 0 0,0 1-1,0-1 1,0 1 0,1-1 0,0 1 0,1 8 0,0-1 3,2 8 13,1-1 1,1 1-1,0-1 0,13 30 0,7 22 24,6 2-111,-21-44 61,-5-25 10,0-1-1,1 5-1,-1 0 0,-1 0-1,1 1 1,3 13 0,8 16 3,-9-29-4,0 0 1,0 0 0,1-1-1,0 0 1,1-1 0,0 0-1,18 12 1,-22-16 5,31 21 7,1-2-1,57 26 1,-2-1-17,-58-31 9,-23-12 1,-1 0-1,0 0 1,16 12-1,-10-7 0,0 0 0,1-1 0,0-1 0,0-1 0,1 0 0,0-2 0,0 0 0,21 3 0,22 2-25,0-2 0,1-4 0,83-3 0,116-8-6,113-5-28,-209 24 81,-119-6-12,-1-2 0,1-2-1,47-5 1,170-33 38,-197 23-22,127-43-1,-158 44-56,-12 5 14,36-18 0,-54 22 17,0 1 0,0-2 1,0 1-1,0-1 0,0 1 0,0-1 0,-1-1 0,0 1 0,0 0 0,0-1 0,5-8 0,-5 0 17,1-1 0,-2 1 0,0-1 1,0 1-1,-2-1 0,1-26 0,-2 35-19,0-42 117,-3 0 0,-13-72-1,14 110-55,-1-13 382,-2 0-1,-1 0 1,-1 1 0,0 0-1,-2 1 1,0-1 0,-1 2-1,-2-1 1,-24-32 0,16 23-47,16 23-347,0 0 0,-1 0 0,1 0 0,-1 0 0,-1 1 0,1 0 0,-1 0 0,1 0 0,-8-4 0,-153-101 557,125 67-358,1 15-975,38 27-209,-2-1-279,0-2 524,-1 1 0,0 1 0,0-1 0,-1 1 0,1 0 0,0 0-1,-7-1 1,7 2-379,1 0 0,0 1 0,-1 0 0,1 0 0,0 0 0,0 1 0,-6 0 0,-15 8-8878</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27.547"/>
    </inkml:context>
    <inkml:brush xml:id="br0">
      <inkml:brushProperty name="width" value="0.035" units="cm"/>
      <inkml:brushProperty name="height" value="0.035" units="cm"/>
    </inkml:brush>
  </inkml:definitions>
  <inkml:trace contextRef="#ctx0" brushRef="#br0">1041 17 7709,'-4'-4'789,"-9"-3"8573,12 7-9319,0 0 0,1 0 0,-1 1 0,0-1 0,0 0 0,1 0 0,-1 1-1,0-1 1,0 0 0,1 1 0,-1-1 0,0 0 0,1 1 0,-1-1 0,0 2 0,0-1-17,0 0 0,0-1 0,0 1 0,0 0 0,0-1 0,0 1 0,0-1 0,0 1 0,0-1 0,0 1 0,0-1 0,0 0 0,0 1 0,0-1 0,-1 0 0,1 0 0,0 0 0,0 0 0,0 0 0,-2 0 0,-26-2 350,1 1-1,-1 1 1,1 2 0,-32 6-1,17-1-185,-144 29 220,162-29-392,0-1-12,0 0 0,1 2-1,0 1 1,1 1 0,-30 17-1,-51 45 12,90-60-24,0 1 0,0 1 0,1 0 0,-19 27 0,12-8 67,1 1-1,1 0 0,2 2 0,2 0 1,1 1-1,-9 41 0,1 25 59,-9 108-1,16-64-31,8 248 0,10-300-70,0 12 27,23 138 0,-20-205-61,2 0 0,27 74-1,-18-69 1,-13-28-8,2 0-1,0-1 0,1 1 1,15 22-1,-20-34 23,7 9-2,-1-1 0,2-1-1,0 1 1,0-2 0,17 14 0,67 35-81,-88-57 76,0 0 0,1 0-1,0 0 1,-1-1 0,1 0 0,0-1-1,0 0 1,0 0 0,0-1-1,16 0 1,-17 0-15,17-1-50,0 0-1,-1-2 1,1 0-1,-1-2 0,0 0 1,44-17-1,-52 17 27,4-1-20,-2 0-1,24-13 1,99-69-117,-64 38 165,-44 30 173,0-2 0,48-45 0,-19-3 116,-47 52-246,31-46 170,-15 10 211,19-12-192,-9 17-114,15-15 51,-51 59-133,0 0-1,0-1 1,-1 1-1,0-1 1,0 0-1,0 0 1,-1 0-1,0 0 1,0-1-1,0 1 1,0-8-1,2-17-1,1-31-1,-3 35-6,2-31 42,-3 0 0,-9-91 0,3 81 97,4 43-73,-1 1 0,-1 0 0,-12-45 0,9 47 27,1-1 0,1 0-1,-2-41 1,3 6-70,-1-94 276,8 85-435,3-80 211,-6 138 37,0 0-1,0 0 1,1 0-1,4-12 1,-4 15 76,-2 4-139,1 1 1,-1 0-1,0 0 1,0 0-1,0 0 1,0-1-1,0 1 1,0 0-1,0 0 1,0 0-1,0-1 1,-1 1-1,1 0 1,0 0-1,-1 0 1,1 0-1,-2-2 1,0-3 139,-4-10 184,0-1 0,0 2 0,-2-1 0,0 1 0,-1 0 0,-13-17 0,17 25-334,-57-89 286,60 94-227,-1-1-15,-45-45 172,47 46-232,-1-1-4,-3-3-52,0 0-1,-1 0 0,1 1 0,-1-1 0,0 1 1,-1 0-1,1 1 0,-1 0 0,0 0 0,0 0 0,0 1 1,-1 0-1,-7-2 0,-9-3-572,0 2-1,-51-8 1,-60 9-6491,133 5 6879,-1-1-449,1 1 0,-1 0 1,0 0-1,1 0 0,-1 0 1,0 0-1,0 1 0,1-1 0,-1 1 1,1 0-1,-1 0 0,-2 1 0,-13 8-7970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30.057"/>
    </inkml:context>
    <inkml:brush xml:id="br0">
      <inkml:brushProperty name="width" value="0.035" units="cm"/>
      <inkml:brushProperty name="height" value="0.035" units="cm"/>
    </inkml:brush>
  </inkml:definitions>
  <inkml:trace contextRef="#ctx0" brushRef="#br0">3626 1197 26436,'-1'47'0,"-4"0"0,-2 0 0,-2-1 0,-4 0 0,-2 0 0,-3 0 0,-3-1 0,-2-1 0,-3 0 0,-3-1 0,-2-1 0,-2 0 0,-3-2 0,-2 0 0,-3-2 0,-2 0 0,-2-2 0,-3-1 0,-1-1 0,-2-1 0,-2-2 0,-2-1 0,-2-2 0,-2-1 0,-1-2 0,-1-1 0,-2-2 0,-1-1 0,-1-2 0,-1-2 0,-2-2 0,0-1 0,-1-2 0,0-2 0,-1-2 0,-1-2 0,1-1 0,-2-2 0,1-2 0,0-2 0,0-2 0,0-2 0,1-1 0,0-2 0,0-2 0,1-2 0,1-2 0,1-1 0,1-2 0,0-2 0,2-2 0,2-1 0,0-2 0,2-1 0,2-2 0,1-1 0,2-2 0,2-1 0,2-2 0,1-1 0,3-1 0,2-1 0,2-2 0,2 0 0,3-2 0,2 0 0,2-2 0,3 0 0,3-1 0,2-1 0,2 0 0,4-1 0,2-1 0,2 0 0,4 0 0,2 0 0,3-1 0,3 0 0,3 0 0,2 0 0,3 0 0,3 0 0,3 1 0,2 0 0,4 0 0,2 0 0,2 1 0,4 1 0,2 0 0,2 1 0,3 1 0,3 0 0,2 2 0,2 0 0,3 2 0,2 0 0,2 2 0,2 1 0,3 1 0,1 1 0,2 2 0,2 1 0,2 2 0,1 1 0,2 2 0,2 1 0,0 2 0,2 1 0,2 2 0,0 2 0,1 2 0,1 1 0,1 2 0,1 2 0,0 2 0,0 2 0,1 1 0,0 2 0,0 2 0,0 2 0,1 2 0,-2 2 0,1 1 0,-1 2 0,-1 2 0,0 2 0,-1 2 0,0 1 0,-2 2 0,-1 2 0,-1 2 0,-1 1 0,-2 2 0,-1 1 0,-1 2 0,-2 1 0,-2 2 0,-2 1 0,-2 2 0,-2 1 0,-1 1 0,-3 1 0,-2 2 0,-2 0 0,-3 2 0,-2 0 0,-3 2 0,-2 0 0,-2 1 0,-3 1 0,-3 0 0,-2 1 0,-3 1 0,-3 0 0,-2 0 0,-4 0 0,-2 1 0,-2 0 0,-4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32.459"/>
    </inkml:context>
    <inkml:brush xml:id="br0">
      <inkml:brushProperty name="width" value="0.035" units="cm"/>
      <inkml:brushProperty name="height" value="0.035" units="cm"/>
    </inkml:brush>
  </inkml:definitions>
  <inkml:trace contextRef="#ctx0" brushRef="#br0">0 326 23489,'1317'-325'0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34.379"/>
    </inkml:context>
    <inkml:brush xml:id="br0">
      <inkml:brushProperty name="width" value="0.035" units="cm"/>
      <inkml:brushProperty name="height" value="0.035" units="cm"/>
    </inkml:brush>
  </inkml:definitions>
  <inkml:trace contextRef="#ctx0" brushRef="#br0">1 297 26021,'1030'-259'0,"-1198"222"0,336 74 0,-299 75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31.471"/>
    </inkml:context>
    <inkml:brush xml:id="br0">
      <inkml:brushProperty name="width" value="0.035" units="cm"/>
      <inkml:brushProperty name="height" value="0.035" units="cm"/>
    </inkml:brush>
  </inkml:definitions>
  <inkml:trace contextRef="#ctx0" brushRef="#br0">1 362 12677,'0'0'4865,"2"-2"-3675,2-1-883,0-1 1,1 1-1,-1 0 1,1 0 0,0 0-1,0 0 1,0 1-1,0 0 1,0 0 0,0 1-1,1-1 1,-1 1-1,1 0 1,9 0-1,-7 0-106,404-70 5402,254-64-1985,-558 113-3618,65-14 0,-146 31 0,-16 3 0,0 0 0,-1-1 0,20-7 0,-9-3 0,-21 13 0,0 0 0,0 0 0,0-1 0,0 1 0,0 0 0,0 0 0,0-1 0,0 1 0,0 0-1,0-1 1,0 1 0,0 0 0,0 0 0,0-1 0,0 1 0,0 0 0,0 0 0,0-1 0,0 1 0,0 0 0,-1 0 0,1-1 0,0 1 0,0 0 0,0 0 0,0-1 0,0 1 0,-1 0 0,1 0-1,0 0 1,0 0 0,-1-1 0,1 1 0,0 0 0,-14-7-25,-15 1-210,19 4-218,-1 1-1,1 0 1,-1 0-1,0 1 1,1 1 0,-1 0-1,1 0 1,-1 1 0,-10 4-1,18-5-533,-1-2-1861,1 1 2272,-1 0 1,0 0-1,1 0 1,-1 1-1,0-1 1,-3 2 0,4-1-68,0-1-1488,8 1-760,19 2-1638,7 0-2401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33.353"/>
    </inkml:context>
    <inkml:brush xml:id="br0">
      <inkml:brushProperty name="width" value="0.035" units="cm"/>
      <inkml:brushProperty name="height" value="0.035" units="cm"/>
    </inkml:brush>
  </inkml:definitions>
  <inkml:trace contextRef="#ctx0" brushRef="#br0">0 353 8729,'0'0'12588,"4"-2"-11658,45-18 571,1 2-1,92-20 1,-121 33-1284,148-37 515,576-133 4337,-719 169-5091,54-13-473,-81 18 368,1 1 0,0-1 1,-1 0-1,1 0 0,-1 1 1,1-1-1,-1 0 0,0 0 1,1 1-1,-1-1 0,0 1 0,1-1 1,-1 0-1,-1 0 0,-3-1-293,0 0 0,0 0-1,0 0 1,0 1 0,0-1-1,0 1 1,0 0-1,-1 1 1,1 0 0,0-1-1,0 2 1,-11 0 0,-19 0-3404,-24-7-5261,37 9 93</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40.260"/>
    </inkml:context>
    <inkml:brush xml:id="br0">
      <inkml:brushProperty name="width" value="0.035" units="cm"/>
      <inkml:brushProperty name="height" value="0.035" units="cm"/>
    </inkml:brush>
  </inkml:definitions>
  <inkml:trace contextRef="#ctx0" brushRef="#br0">435 51 5156,'9'-5'631,"0"1"0,0 0 1,0 0-1,1 1 0,-1 0 0,17-2 4411,-23 6-4375,26-1 3169,-29 0-3781,0 0 0,0 0 0,-17-4 608,-10 0-59,-54-1 1,-8 0 682,83 4-1049,-4-1 50,0 1 0,0 0 1,0 0-1,-14 2 1,21 0-272,1-1 0,-1 1-1,0-1 1,1 1 0,-1 0 0,1 0 0,-1 0 0,1 0 0,-1 0 0,1 1 0,0-1 0,0 1-1,-1 0 1,1-1 0,0 1 0,1 0 0,-1 0 0,0 0 0,0 1 0,1-1 0,-2 4 0,-4 8-7,2 0 0,0 1 0,1 0 0,-3 18 0,-6 65-24,10-71 8,-40 547 154,25-318 43,4-69-173,-24 278 89,4-248-116,18-111-25,11-67 36,3 3 143,3-32-70,-1-9-55,0 0 1,0 0-1,1-1 0,-1 1 1,0 0-1,0-1 1,1 1-1,-1 0 0,0-1 1,1 1-1,-1 0 0,1-1 1,-1 1-1,1-1 0,-1 1 1,1-1-1,-1 1 1,1-1-1,-1 1 0,1-1 1,0 0-1,-1 1 0,1-1 1,0 0-1,0 1 1,2 0 96,-1 1-37,1 0 0,1 0 0,-1-1 1,0 1-1,0-1 0,1 0 0,-1 0 0,0 0 0,1 0 0,-1-1 0,5 1 0,39-2 441,-31 0-329,56-5 978,140-29-1,-124 17-683,-23 3-190,-37 8-596,-1 1-1,1 2 0,32-2 0,-137 6-12418,28 7-354</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41.350"/>
    </inkml:context>
    <inkml:brush xml:id="br0">
      <inkml:brushProperty name="width" value="0.035" units="cm"/>
      <inkml:brushProperty name="height" value="0.035" units="cm"/>
    </inkml:brush>
  </inkml:definitions>
  <inkml:trace contextRef="#ctx0" brushRef="#br0">32 95 6497,'5'-6'1465,"-7"3"-1069,-14 6 450,-3 0 5544,47-21-729,-23 18-5282,59-3 344,97-18 1,11-1-524,-158 21-163,0 0 0,-1-1-1,1-1 1,-1 0 0,1-1 0,18-8 0,-29 11 11,0 36-93,-1-25 48,-1 0 1,0 20 0,2 466 486,1-306-184,52 708 930,-41-666-879,-15-182 134,-1 1 0,-13 74 0,12-114-401,-2 1 0,1-1 0,-1 0 1,-1 0-1,0 0 0,-1-1 0,0 0 0,0 0 0,-1 0 0,0-1 0,-1 0 0,0 0 0,-1-1 0,1 0 0,-2 0 1,1-1-1,-1-1 0,0 1 0,0-1 0,-1-1 0,0 0 0,0-1 0,0 0 0,0 0 0,-16 2 0,-23 1 179,-83 1-1,91-6-178,20 0-96,1-1-1,-41-3 1,43-1-315,16 3-361,2-5-1998,-8-35-2065,5 8-3642,4 11-2179</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42.858"/>
    </inkml:context>
    <inkml:brush xml:id="br0">
      <inkml:brushProperty name="width" value="0.035" units="cm"/>
      <inkml:brushProperty name="height" value="0.035" units="cm"/>
    </inkml:brush>
  </inkml:definitions>
  <inkml:trace contextRef="#ctx0" brushRef="#br0">0 165 12513,'1'-2'198,"0"1"-1,0-1 1,0 0 0,0 0-1,-1 0 1,1 0 0,0 1-1,-1-1 1,1-3 0,2-1 2233,10 12-1066,-6-3-1145,1-1 0,-1 1 0,1-2 0,0 1-1,-1-1 1,1 0 0,0 0 0,0-1 0,0-1 0,12-1-1,3 1 134,987-72 7942,-943 66-7973,272-24 1919,-314 31-2065,-19 0-131,-20-14-499,11 12 387,0 0 1,0 0 0,0 0 0,0 1 0,0-1 0,-1 1 0,1 0 0,-1 0-1,1 0 1,-1 0 0,1 0 0,-1 1 0,1 0 0,-6 0 0,-2 0-655,0 0 0,0 1 0,0 1 0,-11 2 0,-22 5-2084,40-8 892,-11-14-2933,13 12 3938,-1-1 322,-5-6-4179,26 3-3513</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43.406"/>
    </inkml:context>
    <inkml:brush xml:id="br0">
      <inkml:brushProperty name="width" value="0.035" units="cm"/>
      <inkml:brushProperty name="height" value="0.035" units="cm"/>
    </inkml:brush>
  </inkml:definitions>
  <inkml:trace contextRef="#ctx0" brushRef="#br0">1 53 10677,'31'14'9384,"-26"-13"-8268,47 9 1233,70 6 1,-39-13-970,102-8-1,122-10 471,114-8 432,-374 18-2261,135-5-248,-181 9 78,-1 0 0,0 1 0,0-1 1,0 0-1,0 0 0,0 0 0,1 0 0,-2 1 0,1-1 1,0 0-1,0 0 0,0 0 0,0 0 0,0 1 0,-1-1 1,1 0-1,0 0 0,-1 0 0,0 0 0,1 0-229,-3-16-2767,-19 13-19932</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3.412"/>
    </inkml:context>
    <inkml:brush xml:id="br0">
      <inkml:brushProperty name="width" value="0.035" units="cm"/>
      <inkml:brushProperty name="height" value="0.035" units="cm"/>
    </inkml:brush>
  </inkml:definitions>
  <inkml:trace contextRef="#ctx0" brushRef="#br0">213 63 8497,'0'0'1608,"1"-3"-217,4-9 631,1-1 0,13-22 5041,-34 58-6413,-30 67-355,4 2 0,4 2 0,-42 163 0,68-220-259,8-27 131,0 0 1,0 0-1,1 0 1,0 0-1,1 1 1,0-1-1,0 1 1,3 18-1,8 12 587,-9-39-681,0 1 1,0-1 0,1 1-1,-1-1 1,1 0-1,-1 0 1,1 0 0,0 1-1,0-2 1,0 1-1,0 0 1,0 0 0,0 0-1,0-1 1,1 0-1,-1 1 1,1-1 0,3 1-1,3 2 73,0-2 0,1 1 0,13 1 0,-14-2-7,12 1 173,0-1 1,0-1-1,42-2 1,59-17 506,-9 2-447,-86 13-820,-1-1 0,37-11 0,-61 15 333,0-1 0,0 1 0,0-1-1,-1 0 1,1 0 0,0 0 0,0 0 0,-1 0 0,1-1 0,0 1-1,-1 0 1,1-1 0,-1 1 0,0-1 0,1 1 0,-1-1-1,0 0 1,0 1 0,0-1 0,0 0 0,0 0 0,0-2-1,3-27-3007,-4 8-2525,0 11 1532</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3.771"/>
    </inkml:context>
    <inkml:brush xml:id="br0">
      <inkml:brushProperty name="width" value="0.035" units="cm"/>
      <inkml:brushProperty name="height" value="0.035" units="cm"/>
    </inkml:brush>
  </inkml:definitions>
  <inkml:trace contextRef="#ctx0" brushRef="#br0">96 1 14209,'-20'15'1809,"19"-15"-1739,1 0 0,0 1 0,0-1 0,0 1 0,0-1 0,0 1 0,0-1 1,0 0-1,0 1 0,0-1 0,0 1 0,0-1 0,0 1 0,0-1 0,0 1 0,1-1 0,-1 0 0,0 1 0,0-1 0,0 1 0,1-1 0,-1 0 0,0 1 0,0-1 0,1 0 0,-1 1 0,0-1 0,1 0 0,-1 1 1,0-1-1,1 0 0,-1 0 0,1 0 0,-1 1 0,1-1 0,0 1 182,0 0-120,1 1 0,-1 0 0,1 0 0,-1 0 0,0 1 0,0-1 0,0 0 0,0 0 0,0 1 0,-1-1 0,1 0 0,-1 1 0,1-1 0,-1 1 0,0 3 0,-4 39 144,1-27-19,-5 68 364,-20 133 101,10-122-853,3 2-1,-1 134 1,13-193-1266,1-14-1246,3-8-3925</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4.037"/>
    </inkml:context>
    <inkml:brush xml:id="br0">
      <inkml:brushProperty name="width" value="0.035" units="cm"/>
      <inkml:brushProperty name="height" value="0.035" units="cm"/>
    </inkml:brush>
  </inkml:definitions>
  <inkml:trace contextRef="#ctx0" brushRef="#br0">1 179 15061,'6'-8'678,"0"0"-1,0 1 0,1-1 0,1 1 0,-1 1 0,1-1 0,0 1 1,0 1-1,1-1 0,15-6 0,104-43 6849,-70 31-6068,-6 6-918,-47 17-801,-8 9-7796,1-4 6748,-1 0-1,1 0 0,-1 0 1,1 0-1,-1 0 1,-6 6-1,-6 0-10255</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4.511"/>
    </inkml:context>
    <inkml:brush xml:id="br0">
      <inkml:brushProperty name="width" value="0.035" units="cm"/>
      <inkml:brushProperty name="height" value="0.035" units="cm"/>
    </inkml:brush>
  </inkml:definitions>
  <inkml:trace contextRef="#ctx0" brushRef="#br0">87 25 10769,'42'14'9754,"-39"-32"-8740,1-3-204,-6 24-618,-35 50 251,20-27-369,-1-1 1,-26 28-1,42-52-72,-8 13 67,10-13-23,-1-1-1,1 0 1,-1 1-1,1-1 1,0 0-1,-1 1 1,1-1-1,0 1 1,0-1-1,-1 1 1,1-1-1,0 0 1,0 1-1,-1-1 1,1 1-1,0-1 1,0 1-1,0-1 1,0 1-1,0-1 1,0 1-1,0-1 1,0 1-1,0-1 1,0 1 0,0 0-1,13 1 1543,-6-2-1748,177 0 3094,-75 11-2187,-102-10-708,-1 0 1,1 0-1,-1 1 0,0 0 0,0 0 1,0 0-1,0 1 0,0-1 0,9 7 1,-12-7-28,-1 0 0,1 1 0,-1-1 0,1 0 0,-1 1 0,0-1 0,0 1 0,0 0 0,0 0 0,-1 0 0,1 0 0,-1 0 0,0 0 0,1 0 0,-1 1 0,-1-1 0,1 0 0,0 1 0,-1-1 0,0 6 0,-1 7-63,-1 1 1,0 0 0,-1-1 0,-1 1-1,-1-1 1,0 0 0,-9 19-1,0-7-633,0-1 0,-1-1 0,-24 31 0,31-47 280,0 0 0,0-1-1,-1-1 1,0 1-1,-1-1 1,0-1 0,0 0-1,-14 8 1,16-11-207,0-1 1,0 0-1,-1 0 1,1 0 0,-11 1-1,10-3-749,1 0 1,-1-1-1,1 0 1,-1 0-1,-15-3 0,-29-10-7316</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4.906"/>
    </inkml:context>
    <inkml:brush xml:id="br0">
      <inkml:brushProperty name="width" value="0.035" units="cm"/>
      <inkml:brushProperty name="height" value="0.035" units="cm"/>
    </inkml:brush>
  </inkml:definitions>
  <inkml:trace contextRef="#ctx0" brushRef="#br0">46 172 11601,'-12'11'2294,"10"-8"-258,-2-4-153,-11-4-784,3 2 3804,29 1-1679,976-25 2503,402-43-5727,-1307 67 0,1 1 0,90-15 0,-142 7-1310,-37 10 1253,1 0 1,-1 0 0,1 0 0,-1 0-1,1 0 1,-1-1 0,1 1 0,-1 0 0,1 0-1,-1 0 1,0-1 0,1 1 0,-1 0 0,1-1-1,-1 1 1,0 0 0,1-1 0,-1 1 0,0 0-1,1-1 1,-1 1 0,0-1 0,0 1-1,1-1 1,-1 1 0,0 0 0,0-1 0,0 1-1,0-1 1,0 1 0,0-1 0,0 1 0,1-1-1,-1 1 1,0-1 0,-1 1 0,1-1 0,0 1-1,0-1 1,0 1 0,0-1 0,0 1-1,0-1 1,-1 1 0,1 0 0,0-1 0,0 1-1,-1-1 1,1 1 0,0 0 0,-1-1 0,1 1-1,0 0 1,-1-1 0,1 1 0,0 0 0,-1-1-1,1 1 1,-1 0 0,-7-4-1342,0 0 0,0 1 1,-1 0-1,1 0 0,0 1 0,-1 0 1,0 1-1,-15-1 0,-28 1-11122</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5.471"/>
    </inkml:context>
    <inkml:brush xml:id="br0">
      <inkml:brushProperty name="width" value="0.035" units="cm"/>
      <inkml:brushProperty name="height" value="0.035" units="cm"/>
    </inkml:brush>
  </inkml:definitions>
  <inkml:trace contextRef="#ctx0" brushRef="#br0">35 49 8721,'-35'-7'14292,"37"6"-13139,18-7-411,0 1 0,0 1 0,0 0 0,1 2 0,-1 0 0,36-1 0,-54 5-744,1 0-1,-1-1 1,0 1 0,0 1 0,0-1-1,0 0 1,0 0 0,0 1 0,0-1-1,0 1 1,0 0 0,0-1 0,0 1-1,-1 0 1,1 0 0,0 0 0,0 1-1,-1-1 1,1 0 0,-1 1-1,4 2 1,-4-1-116,1 0 0,0 0 0,-1 0 0,0 1-1,1-1 1,-1 0 0,0 1 0,-1-1 0,1 1 0,-1-1 0,1 7-1,-2 4-261,0 0-1,-1 0 0,0 0 0,-1 0 0,-5 14 0,2-9-43,-63 175-2967,62-175 3995,0-1-1,1 1 1,-6 37-1,12-56-586,0 0-1,0 0 1,0 0-1,0 0 1,0 0-1,0 0 1,0 0-1,1 0 1,-1 0-1,0 0 1,0 0-1,0 0 1,0 0-1,0 0 1,0 0-1,0 0 1,0 0-1,0 0 1,1 0-1,-1 0 1,0 0-1,0 0 1,0 0-1,0 0 1,0 0-1,0 0 0,0 0 1,0 0-1,0 0 1,0 0-1,1 0 1,-1 0-1,0 0 1,0 1-1,0-1 1,0 0-1,0 0 1,0 0-1,0 0 1,0 0-1,0 0 1,0 0-1,0 0 1,0 0-1,0 0 1,0 0-1,0 1 1,0-1-1,0 0 1,0 0-1,0 0 1,0 0-1,0 0 1,0 0-1,0 0 1,0 0-1,0 0 1,0 1-1,0-1 1,0 0-1,0 0 1,0 0-1,0 0 1,0 0-1,0 0 1,0 0-1,0 0 1,175-27 4830,11 8-2267,-183 19-2578,0-1-1,0 1 1,-1 0 0,1 0-1,0 0 1,0 1 0,0-1-1,3 1 1,-5 0-2,0-1 0,1 1 0,-1-1 0,0 1-1,0-1 1,0 1 0,0 0 0,0-1 0,0 1 0,0 0 0,-1 0 0,1 0-1,0 0 1,0 0 0,-1 0 0,1 0 0,0 0 0,-1 0 0,1 0 0,-1 0 0,0 0-1,1 1 1,-1-1 0,0 0 0,1 2 0,-2 5-29,0 0 0,0-1 1,0 1-1,-1 0 0,0-1 0,-1 1 0,0-1 0,0 0 1,-7 13-1,7-16-43,-17 33-1459,-2-2 0,-45 57 0,50-72-180,-1 0 1,-37 32 0,36-37-2271,-31 19 0,-6-4-7756</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5.829"/>
    </inkml:context>
    <inkml:brush xml:id="br0">
      <inkml:brushProperty name="width" value="0.035" units="cm"/>
      <inkml:brushProperty name="height" value="0.035" units="cm"/>
    </inkml:brush>
  </inkml:definitions>
  <inkml:trace contextRef="#ctx0" brushRef="#br0">34 47 13901,'0'1'44,"0"-1"0,0 0-1,0 0 1,0 0 0,0 1-1,0-1 1,0 0-1,0 0 1,0 0 0,0 1-1,0-1 1,-1 0 0,1 0-1,0 0 1,0 1 0,0-1-1,0 0 1,0 0 0,0 0-1,0 0 1,0 1 0,-1-1-1,1 0 1,0 0 0,0 0-1,0 0 1,0 0-1,-1 1 1,1-1 0,0 0-1,0 0 1,0 0 0,-1 0-1,1 0 1,0 0 0,0 0-1,0 0 1,-1 0 0,1 0-1,0 0 1,0 0 0,0 0-1,-1 0 1,1 0-1,0 0 1,0 0 0,0 0-1,-1 0 1,1 0 0,-17-2 5014,8-1 47,27 3-2783,-7 0-1928,0-1 1,-1 1-1,1-2 1,-1 0 0,1 0-1,12-5 1,-10 3-36,0 1 0,0 0 0,16-1 0,90-11-359,-111 14-260,1-1 0,0 1 1,-1 1-1,14 0 0,-12 1-1042,-22 7-4394,4-3 3775,-16 6-5512,-9-4-4699</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5.972"/>
    </inkml:context>
    <inkml:brush xml:id="br0">
      <inkml:brushProperty name="width" value="0.035" units="cm"/>
      <inkml:brushProperty name="height" value="0.035" units="cm"/>
    </inkml:brush>
  </inkml:definitions>
  <inkml:trace contextRef="#ctx0" brushRef="#br0">78 11 4020,'-28'-3'-504,"-4"-4"-536,15 17 316</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6.270"/>
    </inkml:context>
    <inkml:brush xml:id="br0">
      <inkml:brushProperty name="width" value="0.035" units="cm"/>
      <inkml:brushProperty name="height" value="0.035" units="cm"/>
    </inkml:brush>
  </inkml:definitions>
  <inkml:trace contextRef="#ctx0" brushRef="#br0">44 1 10617,'0'0'14369,"-2"2"-14231,-3 6-84,0 1 0,0-1 1,1 1-1,0 0 0,0 0 1,1 0-1,0 0 0,1 1 1,0-1-1,0 1 0,0 11 1,2-17 12,-1 0-1,1 0 1,0 0 0,0 0 0,1 0 0,-1 0 0,1 0 0,0 0 0,0 0 0,0 0 0,2 4-1,-1-6 12,-1 0 0,1 0-1,0 0 1,-1 0-1,1 0 1,0 0-1,0 0 1,1-1-1,-1 1 1,0-1 0,0 1-1,1-1 1,-1 0-1,1 0 1,-1 0-1,1-1 1,4 2 0,23 3 340,1-1 0,0-1-1,56-3 1,-51-1-89,0 2 0,65 9 0,-75-7-237,-18-2-63,-1 0 1,1 0 0,0 1-1,-1 0 1,13 4 0,-18-5-24,0 0 0,-1 0 0,1 1 0,0-1 0,0 0 0,0 1 0,-1-1 0,1 1 0,-1 0 0,1-1 0,-1 1 0,0 0 0,0 0 0,1 0 0,-1 0 0,-1 0 0,1 0 0,0 0 0,0 1 0,-1-1 0,1 0 0,-1 0 0,0 0 1,0 4-1,0 8-140,-1 0 0,-1 0 0,0 0 0,-1 0 0,0-1 1,-1 0-1,-1 1 0,-12 24 0,2-9-939,-2-1 0,-37 49 0,41-60 50,-1 0 1,-1-2-1,0 1 1,-1-2-1,0 0 1,-2-1-1,-31 18 1,-6-3-4960,5-3-3502</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6.774"/>
    </inkml:context>
    <inkml:brush xml:id="br0">
      <inkml:brushProperty name="width" value="0.035" units="cm"/>
      <inkml:brushProperty name="height" value="0.035" units="cm"/>
    </inkml:brush>
  </inkml:definitions>
  <inkml:trace contextRef="#ctx0" brushRef="#br0">279 15 5457,'-5'-1'342,"0"1"0,0 0 0,-1 0 1,1 1-1,0 0 0,0 0 1,0 0-1,0 0 0,0 1 0,-6 3 1,-22 5 1217,26-9-1252,0 1-1,0 0 0,0 0 0,0 0 0,0 1 0,1 0 1,-1 0-1,1 1 0,0 0 0,0 0 0,-7 6 1,-3 4 419,4-3 183,-1 0 1,2 1-1,-16 19 1,25-28-785,0 0 0,0 0 0,0 0 1,0 0-1,1 0 0,-1 0 0,1 1 1,0-1-1,0 0 0,0 1 0,0-1 0,1 1 1,0-1-1,-1 1 0,1-1 0,0 1 0,1 0 1,-1-1-1,1 1 0,-1-1 0,1 0 0,1 4 1,2 1 146,-1-1 1,1 0 0,1 0-1,-1-1 1,1 1-1,0-1 1,0 0 0,1 0-1,0-1 1,0 0 0,1 0-1,-1 0 1,1-1 0,0 1-1,0-2 1,0 1-1,1-1 1,12 4 0,9 0 423,1-1 1,1-1-1,48 2 1,-33-4-133,58 5 671,116-7 0,-214-1-1236,1 0 0,-1-1 0,0 0 0,0 0 0,0-1 0,0 0 0,0 0 0,-1 0 0,1-1 0,6-3 0,-11 6-5,-1-1-1,1 1 1,-1 0-1,1-1 1,-1 1-1,0 0 1,1-1-1,-1 1 1,1 0 0,-1-1-1,0 1 1,1-1-1,-1 1 1,0-1-1,0 1 1,1-1 0,-1 1-1,0-1 1,0 1-1,0-1 1,0 1-1,1-1 1,-1 1-1,0-1 1,0 0 0,0 1-1,0-1 1,0 1-1,-1-1 1,1 1-1,0-1 1,0 1 0,0-2-1,-2 0-44,1 0-1,0-1 1,-1 1 0,1 0 0,-1 0-1,1 0 1,-1 0 0,-3-2-1,-9-7-497,-27-17 0,35 24 415,-51-28-1391,-1 3 0,-80-29 1,87 38 929,-82-27-1142,66 26-675,62 19 1878,0 0 0,0 0 0,0-1 1,1 1-1,-1-1 0,1-1 0,0 1 0,-6-5 0,10 3-2141,9-10-1716,2-6-2354</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7.234"/>
    </inkml:context>
    <inkml:brush xml:id="br0">
      <inkml:brushProperty name="width" value="0.035" units="cm"/>
      <inkml:brushProperty name="height" value="0.035" units="cm"/>
    </inkml:brush>
  </inkml:definitions>
  <inkml:trace contextRef="#ctx0" brushRef="#br0">42 11 11849,'0'0'2180,"-3"-1"-269,-15-4-1524,6 1 8193,32 4-3885,21 5-3269,74 18 0,-71-13-1113,1 0-313,176 46 0,-214-54 0,0 0 0,0 1 0,-1 0 0,1 0 0,11 8 0,-16-9 0,-1-1 0,1 1 0,0 0 0,-1-1 0,1 1 0,-1 0 0,1 0 0,-1 0 0,0 1 0,0-1 0,0 0 0,0 0 0,0 1 0,-1-1 0,1 0 0,-1 1 0,1-1 0,-1 0 0,0 5 0,0-1 0,-1 0 0,1 0 0,-1 0 0,0 0 0,-1 0 0,1 0 0,-1-1 0,0 1 0,-1-1 0,-3 7 0,-1-2 0,0 1 0,-1-1 0,0-1 0,-10 11 0,-23 16-662,-2-1 1,-1-3-1,-77 45 0,-28 19-1015,56-40-3789,84-50 4324,22-26-4633,19-7 625,6-1-2776</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7.709"/>
    </inkml:context>
    <inkml:brush xml:id="br0">
      <inkml:brushProperty name="width" value="0.035" units="cm"/>
      <inkml:brushProperty name="height" value="0.035" units="cm"/>
    </inkml:brush>
  </inkml:definitions>
  <inkml:trace contextRef="#ctx0" brushRef="#br0">326 36 8797,'-4'-4'505,"0"0"0,-1 1 1,1 0-1,-1 0 0,0 0 0,1 0 1,-2 1-1,1 0 0,0 0 0,0 0 1,0 1-1,-1 0 0,1 0 0,-1 0 1,1 1-1,-10-1 0,10 2-253,0 0 1,0 0-1,0 0 0,0 1 0,0-1 0,1 1 1,-1 0-1,1 1 0,-9 4 0,12-6-199,-97 67 2573,88-60-2412,4-3-33,0 0-1,1 1 0,0 0 1,0 0-1,0 0 0,1 0 0,-1 1 1,2 0-1,-1 0 0,1 0 1,0 0-1,0 0 0,1 1 1,0-1-1,-2 16 0,3-16-56,1 0-1,-1 0 1,1 0 0,0 0 0,1 0-1,0 0 1,0 1 0,0-1-1,1-1 1,0 1 0,1 0-1,-1 0 1,1-1 0,0 1-1,1-1 1,0 0 0,6 7 0,1-1 171,0-2 1,1 0 0,1 0 0,0-1 0,25 14 0,76 28 1218,-74-37-1201,0-1 0,1-2 0,1-1 0,63 5 0,-103-15-313,1 0 0,0 1 0,0-1 0,-1-1 0,1 1 0,0 0 0,0-1 0,-1 1 0,1-1 0,0 0 0,-1 0 0,1 0 0,-1 0 0,1 0 0,-1-1 0,0 1 0,1-1 0,-1 1 0,4-5 0,-5 5-16,-1 0 0,1 0 0,-1 0 0,1 0 0,-1 0-1,1 0 1,-1 0 0,1-1 0,-1 1 0,0 0 0,0 0 0,0 0 0,0-1 0,0 1 0,0 0-1,0 0 1,0 0 0,0-1 0,0 1 0,-1 0 0,1 0 0,-1 0 0,1 0 0,0 0 0,-1 0 0,-1-2-1,-21-33-933,17 28 633,-22-26-1024,-1 1 0,-2 2 0,-42-34 1,58 52 951,-95-68-3025,21 18-755,71 51 3064,1 0-929,4 0-2096,2-1-3347</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7.866"/>
    </inkml:context>
    <inkml:brush xml:id="br0">
      <inkml:brushProperty name="width" value="0.035" units="cm"/>
      <inkml:brushProperty name="height" value="0.035" units="cm"/>
    </inkml:brush>
  </inkml:definitions>
  <inkml:trace contextRef="#ctx0" brushRef="#br0">99 39 16426,'-53'11'2728,"32"-15"5308,7-10-16600,4 0 3007,20-3-4528</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8.401"/>
    </inkml:context>
    <inkml:brush xml:id="br0">
      <inkml:brushProperty name="width" value="0.035" units="cm"/>
      <inkml:brushProperty name="height" value="0.035" units="cm"/>
    </inkml:brush>
  </inkml:definitions>
  <inkml:trace contextRef="#ctx0" brushRef="#br0">231 52 5713,'0'0'2682,"-2"-2"-1425,-2 0-653,0-1 1,0 1-1,0-1 0,0 1 0,0 0 1,-1 1-1,1-1 0,-1 1 0,1 0 0,-1 0 1,-6 0-1,8 0-665,2 1 155,0 0 0,0 0 0,0 0 1,-1 0-1,1 0 0,0 0 0,0 1 0,0-1 1,0 0-1,0 0 0,0 1 0,0-1 1,0 1-1,0-1 0,0 1 0,0-1 1,1 1-1,-2 1 0,-3 0 206,-10 4 428,1 1 0,0 0 1,-23 15-1,32-18-567,0 0 0,0 1 0,1-1 0,-1 1 0,1 0 0,0 0 0,1 1 0,-1-1 0,1 1 0,0 0 0,-4 11 0,4-10-4,1-1 1,1 1-1,-1-1 0,1 1 1,0 0-1,1 0 0,0-1 1,0 1-1,0 0 0,1 0 1,0 0-1,0-1 1,0 1-1,4 7 0,-1-4 55,0-1 0,1 1 0,0-1 0,1-1 0,0 1 0,0-1 0,1 0-1,11 10 1,7 3 367,1-1 0,1-2 0,0 0 0,56 25 0,-29-19-122,1-2 0,0-3 0,83 17 0,-117-34-457,-19-2 0,13-1-17,-13-1-31,-1-1-1,1 1 0,-1-1 0,0 1 1,0-1-1,0 1 0,0-1 0,0 0 0,-1 0 1,1 1-1,-1-1 0,1 0 0,-1-3 1,-3-4-163,1 0 1,-2 1-1,1-1 0,-6-9 1,-3-10-322,2-1 56,-2 1-1,-1 0 0,-1 1 0,-2 0 1,0 1-1,-2 1 0,-1 1 0,-29-31 0,4 10-1597,-74-61 0,115 105 1677,1 1-1,-1-1 1,0 1-1,1 0 1,-1 0-1,0 0 1,0 1-1,1-1 1,-7 0 0,4 0-1021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8.718"/>
    </inkml:context>
    <inkml:brush xml:id="br0">
      <inkml:brushProperty name="width" value="0.035" units="cm"/>
      <inkml:brushProperty name="height" value="0.035" units="cm"/>
    </inkml:brush>
  </inkml:definitions>
  <inkml:trace contextRef="#ctx0" brushRef="#br0">24 232 14745,'-8'-8'339,"6"7"-168,1 1-1,0-1 1,0 0-1,0-1 1,0 1-1,0 0 1,0 0-1,0 0 1,0-1-1,0 1 1,0 0-1,0-1 1,1 1-1,-1 0 1,0-3-1,2 3 68,0 0 0,1-1 0,-1 1 0,0 0 0,0 0 1,1 0-1,-1 0 0,1 0 0,-1 1 0,1-1 0,-1 0 0,1 1 0,0-1 0,-1 1 0,1 0 0,-1-1 0,4 1 0,434-103 10432,-331 86-11420,-106 17 598,-1-1 1,0 1 0,1-1-1,-1 1 1,0-1-1,0 0 1,1 1-1,-1-1 1,0 0-1,0 0 1,0 0 0,0 0-1,0 0 1,0 0-1,0 0 1,0-1-1,-1 1 1,1 0-1,0 0 1,-1-1 0,1 1-1,-1 0 1,1-1-1,-1 1 1,1-2-1,-1 0-456,1 0-1,-1-1 1,0 1-1,0 0 0,0 0 1,0 0-1,-1-1 1,0-4-1,1 8 430,-1 0-1,1 0 1,0 0 0,0-1-1,0 1 1,0 0 0,0 0-1,0 0 1,0-1 0,0 1-1,0 0 1,0 0 0,0 0-1,0 0 1,-1-1-1,1 1 1,0 0 0,0 0-1,0 0 1,0 0 0,0 0-1,-1-1 1,1 1 0,0 0-1,0 0 1,0 0 0,0 0-1,-1 0 1,1 0 0,0 0-1,0 0 1,0 0 0,-1 0-1,1 0 1,0 0-1,0 0 1,0 0 0,-1 0-1,1 0 1,0 0 0,-24-3-12086</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09.162"/>
    </inkml:context>
    <inkml:brush xml:id="br0">
      <inkml:brushProperty name="width" value="0.035" units="cm"/>
      <inkml:brushProperty name="height" value="0.035" units="cm"/>
    </inkml:brush>
  </inkml:definitions>
  <inkml:trace contextRef="#ctx0" brushRef="#br0">102 1 11541,'-17'15'6727,"2"3"-3602,-22 42-3626,24-37 1368,-5 15-327,17-35-238,1 0 207,1 0-396,-1-1 1,1 1-1,0-1 1,0 0-1,0 1 0,0-1 1,1 0-1,-1 0 1,1 0-1,-1 0 0,1 0 1,0 0-1,-1 0 0,1 0 1,0-1-1,0 1 1,0-1-1,0 1 0,1-1 1,-1 0-1,0 0 1,4 1-1,5 2 221,1-1 1,0 0-1,21 1 0,-9-1 13,120 17 1400,210 36 1466,-301-46-3010,-17-4-102,58 17 0,-92-22-101,0 0 0,0 0 0,0 0 0,0 0 0,0 0 0,-1 0 0,1 1 0,0-1 0,-1 0 0,1 1 0,-1 0 0,1-1 0,-1 1 0,0 0 0,0 0 0,0 0 0,0 0 0,0 0 0,0 0 0,0 0 0,-1 0 0,1 0 0,-1 0 0,1 0 0,-1 0 0,0 1 0,0-1 0,0 0 0,0 0 0,0 0 0,-1 1 0,0 1 0,0 3 0,0-1 0,-1 1 0,0-1 0,-1 0 0,1 0 0,-1 0 0,0 0 0,0-1 0,-7 9 0,-3 1-588,-2-1 0,1-1 0,-2 0-1,0 0 1,0-2 0,-1 0 0,-31 14 0,6-6-1818,-1-2 1,-54 13-1,30-16-4414,3-9-4221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0.947"/>
    </inkml:context>
    <inkml:brush xml:id="br0">
      <inkml:brushProperty name="width" value="0.035" units="cm"/>
      <inkml:brushProperty name="height" value="0.035" units="cm"/>
    </inkml:brush>
  </inkml:definitions>
  <inkml:trace contextRef="#ctx0" brushRef="#br0">0 74 14705,'4'-2'2619,"8"-4"-1447,1 0 0,0 1 0,0 1 0,0 0 0,0 1 0,1 0 0,20-1 0,-29 4-1006,137-12 4323,-42 5-3204,259-11-1158,-307 21-1469,-68 3-3933,-3 1 3315,-38 8-5932,0-4-5422</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11.295"/>
    </inkml:context>
    <inkml:brush xml:id="br0">
      <inkml:brushProperty name="width" value="0.035" units="cm"/>
      <inkml:brushProperty name="height" value="0.035" units="cm"/>
    </inkml:brush>
  </inkml:definitions>
  <inkml:trace contextRef="#ctx0" brushRef="#br0">179 57 13621,'17'-8'791,"0"1"755,0 1 1,24-6-1,-17 5 420,-14 3-1031,-1 1 1,1 1-1,21-3 0,-22 5-557,-5-1-200,1 0 0,0 1 0,-1-1 0,1 1 0,0 1 0,-1-1 0,1 0 0,-1 1 0,1 0 0,0 0 0,-1 0 0,0 1 0,1 0 0,-1 0 0,0 0 0,0 0 1,0 0-1,6 5 0,-6-3-82,-1 0 0,1 0 1,-1 1-1,0-1 1,0 0-1,-1 1 1,1 0-1,-1 0 1,0-1-1,2 11 0,-2-6 19,-1 0 0,0 0-1,0 0 1,-1 0 0,0 0-1,-2 10 1,-3 10 38,0-1-1,-2-1 0,-1 1 1,-20 47-1,-61 98-508,54-110-139,-82 140-3223,89-162 946,-37 43 0,10-22-4074,7-7-4355</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0:51.371"/>
    </inkml:context>
    <inkml:brush xml:id="br0">
      <inkml:brushProperty name="width" value="0.035" units="cm"/>
      <inkml:brushProperty name="height" value="0.035" units="cm"/>
    </inkml:brush>
  </inkml:definitions>
  <inkml:trace contextRef="#ctx0" brushRef="#br0">340 52 5741,'-6'-2'270,"1"1"83,0 0 1,-1 0-1,1 1 1,0 0-1,-1 0 1,-12 1 9404,23-1-9149,13 1-180,-1 1 0,25 5-1,19 3 156,62-3 242,153-10 1,307-26 392,523-11 282,-817 38-1286,454 11 825,-674-2-556,-49-4-131,1 0 0,32-2 1,-29-1-104,-19 0 42,-12 0-168,-274 17 162,144-6-294,-1005 100 44,646-57 11,306-33-84,-183 17 56,78-14 31,-293 19 1,399-26-7,171-15-36,-1-1-8,16-1 77,11 0-18,608-50 327,-280 13-202,1129-37 73,-330 74-228,-1050 2-37,112-1-58,-182-2-390,0-1-1,26-7 0,-39 9 364,3-1-863,-9-3-110,-8-5 408,-1 0 0,0 0 0,0 1 0,-1 1 0,0 0 0,-1 1 0,-15-5 0,-14-1-3689,-56-9 0,18 5-4847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02.209"/>
    </inkml:context>
    <inkml:brush xml:id="br0">
      <inkml:brushProperty name="width" value="0.035" units="cm"/>
      <inkml:brushProperty name="height" value="0.035" units="cm"/>
    </inkml:brush>
  </inkml:definitions>
  <inkml:trace contextRef="#ctx0" brushRef="#br0">86 6 4932,'-1'0'179,"0"-1"0,1 1-1,-1-1 1,0 1-1,1-1 1,-1 1-1,0-1 1,1 1-1,-1 0 1,0-1-1,0 1 1,0 0-1,1 0 1,-1 0-1,0 0 1,0 0-1,0-1 1,1 1 0,-1 1-1,0-1 1,0 0-1,0 0 1,0 0-1,1 0 1,-1 1-1,0-1 1,0 0-1,1 0 1,-1 1-1,0-1 1,1 1-1,-1-1 1,0 1-1,1-1 1,-1 1 0,0 0-1,-8 4-771,7-4 1008,0 1-270,0 0 0,-1 0 0,1 0 0,0 0 0,0 0 0,1 1 0,-1-1 0,-3 6 4953,3-8-4992,1 0-1,-1 1 1,1 0-1,-1-1 1,0 1-1,1 0 1,-1-1-1,1 1 0,0 0 1,-1 0-1,1 0 1,0 0-1,-2 2 1,-1 0 2652,28 9-2170,-22-11 789,1-3-1322,1 1 0,-1-1-1,0 1 1,1 0 0,-1 0 0,1 1-1,0-1 1,5 0 0,-4 1 44,2-1-14,1 0 0,-1 1 0,0 0 0,0 0 1,11 2-1,20 1 80,123 4 277,-36 0-209,169 20-57,-196-17-55,100-4 0,1 0-80,10-2 8,-145-5-86,97 8-111,-132-5 157,0 1 0,48 11 0,-6-1-2,230 41 52,53 7-30,-140-22 7,-7 0-38,-116-23-5,22 3 14,34 0-74,41 4 134,431 21-80,-485-33-30,-89-9-45,-18-1-46,50 8 0,83 12 17,-54-9-39,66 3 8,-5-1-99,72 4 34,-138-12 76,484 9 15,-217-22 120,-42 7 36,263 0-110,-341-12 98,47 7-50,64 2 38,-278 3-16,301-11 9,-56 7 95,28 5-48,-252 2-91,3 0 10,158 1 106,-39 0-145,215 5 82,-78 1 22,-192-13-32,131 3-22,94 2 104,-196-4-147,-74 2 109,463-10-41,58-25-3,-518 28-24,373-28-33,-207 21 49,-16 3 52,135-3 452,-200 11 119,-111 3-171,75-4 583,205-25 1592,-349 27-2426,255 6 1388,-286-4-1580,27 1 243,1 2 0,-1 1 0,45 12 0,-40-9-240,-7-4-37,-23-3-271,-5-6-854,-14-22-867,-1 1 1,0 0-1,-31-34 1,-6-1-5950,54 61 7837,-49-57-11968</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47.269"/>
    </inkml:context>
    <inkml:brush xml:id="br0">
      <inkml:brushProperty name="width" value="0.035" units="cm"/>
      <inkml:brushProperty name="height" value="0.035" units="cm"/>
    </inkml:brush>
  </inkml:definitions>
  <inkml:trace contextRef="#ctx0" brushRef="#br0">1 85 5865,'0'0'6946,"1"3"-5962,12 25 9809,-11-30-10527,1-1 1,0 1-1,0-1 1,1 1 0,-1 0-1,5-2 1,-2 0 65,-1 1-187,-1 1 0,1-1 0,0 1 1,1 0-1,-1 0 0,0 1 0,1-1 0,-1 1 0,11-1 1,2 0 120,10-4 8,-12 2-176,1 0-1,0 1 1,0 1 0,0 1 0,0 1-1,18 1 1,-33-1-87,0 0 0,0 0 1,0 0-1,0 0 0,0 0 0,-1-1 0,1 1 1,0-1-1,0 1 0,0-1 0,0 0 0,3-1 1,10-3-234,-42 0 313,-1 1 0,-47 0 0,40-2 525,31 5 414,1 0-673,-7 0-135,-11-2 350,21 3-566,0 0 0,0 0 1,0-1-1,0 1 0,0 0 1,0 0-1,0 0 0,0 0 1,0 0-1,0 0 0,0 0 1,0 0-1,0 0 0,0 0 1,0 0-1,0 0 0,0 0 1,0 0-1,0 0 1,0 0-1,0 0 0,0 0 1,0 0-1,0 0 0,0 0 1,0 0-1,0 0 0,0 0 1,0 0-1,0 0 0,0 0 1,0-1-1,0 1 0,0 0 1,14 0 82,6 0-182,-16 0-522,-36-9-17908,1 4 7971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48.309"/>
    </inkml:context>
    <inkml:brush xml:id="br0">
      <inkml:brushProperty name="width" value="0.035" units="cm"/>
      <inkml:brushProperty name="height" value="0.035" units="cm"/>
    </inkml:brush>
  </inkml:definitions>
  <inkml:trace contextRef="#ctx0" brushRef="#br0">546 0 12553,'-3'1'256,"1"-1"1,-1 0-1,1 1 0,-1 0 1,1-1-1,-1 1 0,1 0 1,0 0-1,-1 0 0,1 1 1,0-1-1,0 1 0,0-1 1,0 1-1,-3 3 0,-29 36 1727,9-9-1132,3-6-270,1 2 0,-28 49 0,15-24-208,-22 31 52,-68 110 126,111-172-746,-1 0 1,-24 29-1,32-43-308,1 0 0,0 1-1,-5 9 1,10-17 467,0-1 0,0 0-1,0 0 1,0 0 0,0 0 0,0 1-1,0-1 1,0 0 0,0 0 0,0 0-1,0 0 1,0 0 0,0 1 0,0-1-1,0 0 1,-1 0 0,1 0-1,0 0 1,0 0 0,0 0 0,0 0-1,0 1 1,0-1 0,0 0 0,-1 0-1,1 0 1,0 0 0,0 0 0,0 0-1,0 0 1,0 0 0,-1 0 0,1 0-1,0 0 1,0 0 0,0 0 0,0 0-1,-1 0 1,1 0 0,0 0-1,0 0 1,0 0 0,0 0 0,0 0-1,-1 0 1,1 0 0,0 0 0,0 0-1,0 0 1,0 0 0,-1-1 0,-42-10-7612</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48.512"/>
    </inkml:context>
    <inkml:brush xml:id="br0">
      <inkml:brushProperty name="width" value="0.035" units="cm"/>
      <inkml:brushProperty name="height" value="0.035" units="cm"/>
    </inkml:brush>
  </inkml:definitions>
  <inkml:trace contextRef="#ctx0" brushRef="#br0">0 5 18430,'3'-1'340,"1"0"1,-1 0 0,0 1-1,0-1 1,0 1 0,1 0-1,-1 0 1,0 0 0,0 0-1,1 1 1,-1-1 0,0 1-1,0 0 1,0 0 0,0 0-1,0 0 1,0 0 0,0 1-1,0-1 1,0 1 0,0 0-1,4 4 1,46 31 2767,71 38-1,-78-48-2877,205 124-137,-17 17-479,-224-158 526,-6-6-165,-1-2-2945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48.893"/>
    </inkml:context>
    <inkml:brush xml:id="br0">
      <inkml:brushProperty name="width" value="0.035" units="cm"/>
      <inkml:brushProperty name="height" value="0.035" units="cm"/>
    </inkml:brush>
  </inkml:definitions>
  <inkml:trace contextRef="#ctx0" brushRef="#br0">1 32 14069,'1'-1'8018,"5"0"-3778,37 0-1318,217 25 596,-152-17-3518,335 11 0,-442-18-97,0 0-1,0 0 1,0 0 0,0 0 0,0 0-1,0-1 1,0 1 0,0 0-1,0 0 1,0-1 0,0 1 0,0 0-1,0-1 1,0 1 0,0-1-1,-1 1 1,1-1 0,0 0 0,0 1-1,0-1 1,-1 0 0,1 1-1,-1-1 1,1 0 0,0 0 0,-1 0-1,1 1 1,-1-1 0,0 0-1,1 0 1,-1 0 0,0 0 0,1 0-1,-1 0 1,0 0 0,0 0-1,0-2 1,0 1-365,0 0 0,-1 0 0,1 0 0,-1 1 0,1-1-1,-1 0 1,0 0 0,0 0 0,0 1 0,0-1 0,0 0 0,0 1 0,0-1 0,0 1-1,-1-1 1,1 1 0,0-1 0,-1 1 0,0 0 0,1 0 0,-3-2 0,-29-13-15458</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49.260"/>
    </inkml:context>
    <inkml:brush xml:id="br0">
      <inkml:brushProperty name="width" value="0.035" units="cm"/>
      <inkml:brushProperty name="height" value="0.035" units="cm"/>
    </inkml:brush>
  </inkml:definitions>
  <inkml:trace contextRef="#ctx0" brushRef="#br0">1 18 11765,'0'0'10741,"3"-2"-9092,8-1-972,0-1 1,0 2-1,0-1 0,0 2 1,0-1-1,0 2 0,1-1 1,-1 2-1,15 1 0,17-1 405,179 8-325,-205-6-1928,0-1 0,0-1 0,0-1 0,0 0 0,23-4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49.451"/>
    </inkml:context>
    <inkml:brush xml:id="br0">
      <inkml:brushProperty name="width" value="0.035" units="cm"/>
      <inkml:brushProperty name="height" value="0.035" units="cm"/>
    </inkml:brush>
  </inkml:definitions>
  <inkml:trace contextRef="#ctx0" brushRef="#br0">36 0 19122,'17'3'1147,"0"1"1,0 0-1,0 1 1,26 12 0,9 5 2737,-44-19-3540,0 0 0,0 0 0,0 1 0,-1 0 0,1 0 0,-1 1 0,10 8 1,-6-5-220,0 2 0,-1-1 0,0 2 0,0-1 0,-1 1 0,-1 1 1,0-1-1,0 2 0,8 17 0,-11-14-121,0 1 1,-1-1-1,0 1 0,-1 0 0,-1 0 1,-1-1-1,-1 2 0,0-1 0,-1 0 1,-4 22-1,-3 0-78,-2-1 1,-2 0-1,-21 49 1,17-51-745,-2-1 0,-1-1 0,-36 50 0,-13-1-2925,-7-4-4185,1-7-6687</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0.213"/>
    </inkml:context>
    <inkml:brush xml:id="br0">
      <inkml:brushProperty name="width" value="0.035" units="cm"/>
      <inkml:brushProperty name="height" value="0.035" units="cm"/>
    </inkml:brush>
  </inkml:definitions>
  <inkml:trace contextRef="#ctx0" brushRef="#br0">690 0 9245,'0'0'9538,"-2"1"-8775,-18 7-282,0-1 0,-1-1-1,-36 6 1,5-1-257,-187 55 578,189-58-493,41-7-64,0-1 0,0 2 0,0-1 1,0 1-1,0 1 0,1 0 0,-1 0 1,-12 7-1,21-10-199,-1 0 1,1 1-1,-1-1 1,1 0-1,-1 1 0,1-1 1,0 0-1,-1 1 1,1-1-1,-1 1 0,1-1 1,0 1-1,-1-1 0,1 1 1,0-1-1,0 1 1,-1-1-1,1 1 0,0 0 1,0-1-1,0 1 1,0-1-1,0 1 0,0 0 1,0-1-1,0 1 1,0-1-1,0 1 0,0-1 1,0 1-1,0 0 1,0-1-1,1 2 0,0 0 46,0 0-1,0 0 0,1 0 0,-1-1 0,1 1 0,0 0 0,-1-1 0,1 1 0,3 1 1,5 4 310,1-1 0,19 10 0,15 4 493,-2 2 0,60 41 0,-90-54-779,-1 0-1,0 1 1,0 1 0,-1-1 0,9 14 0,-18-22-105,-1 0 0,0 1 0,1-1 0,-1 0 1,0 1-1,-1-1 0,1 1 0,0-1 0,-1 1 1,1-1-1,-1 1 0,0 0 0,0-1 1,0 1-1,0 0 0,0-1 0,-1 1 0,1-1 1,-1 1-1,0-1 0,-1 4 0,-1 6-21,0 1-100,0 0-1,-1 0 0,-1-1 1,0 0-1,0 1 0,-2-2 1,1 1-1,-1-1 0,-11 13 1,0-3-728,-1-1 1,-1-1 0,-1 0 0,-1-1 0,-1-2 0,-41 24-1,42-29-1341,-2 0-1,1-2 0,-1 0 0,-36 7 0,-11-4-9292</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1.538"/>
    </inkml:context>
    <inkml:brush xml:id="br0">
      <inkml:brushProperty name="width" value="0.035" units="cm"/>
      <inkml:brushProperty name="height" value="0.035" units="cm"/>
    </inkml:brush>
  </inkml:definitions>
  <inkml:trace contextRef="#ctx0" brushRef="#br0">512 631 12569,'0'0'8114,"-3"-1"-7231,-5-1-535,4 1-234,0 0 0,-1 0-1,1 1 1,0-1-1,-1 1 1,1 0 0,-1 0-1,1 1 1,-1-1 0,-7 3-1,-34 11 150,1 2 0,0 2 0,1 2-1,-58 37 1,30-17-86,51-30-78,0 2 1,-25 18-1,43-27 174,3-1-216,0 1 0,1 0 1,-1-1-1,0 1 1,1-1-1,0 1 0,0-1 1,-1 1-1,1-1 0,1 1 1,-1-1-1,0 0 1,0 0-1,1 1 0,0-1 1,-1 0-1,1 0 1,0-1-1,0 1 0,0 0 1,0-1-1,0 1 0,0-1 1,1 1-1,-1-1 1,0 0-1,1 0 0,-1 0 1,1 0-1,-1-1 1,1 1-1,-1-1 0,4 1 1,9 1 101,0-1 1,1-1 0,-1 0-1,22-3 1,-17 1-111,30-3 206,-1-2-1,1-3 1,92-30-1,-140 39-248,109-36-1256,-94 33 565,-14 3 78,-6-1-1261,-23-15 1624,24 15 423,5 2-197,7-2 55,0 1-1,1 0 1,-1 1 0,0 1 0,0-1-1,0 1 1,16 5 0,18 1-1,30 8 30,36 18 35,76 20-2719,-147-40 815,-38-13 1744,0 0-1,0 1 0,0-1 1,0 0-1,0 0 0,0 1 1,0-1-1,0 0 0,0 0 1,0 0-1,0 0 0,0 0 1,0 0-1,0 0 1,0-1-1,-1 1 0,1 0 1,2-1-1,2-1-110,12 2-186,-10-4 336,4-9 170,-5 7 285,0 0 0,-1 0 0,0-1 0,0 0 0,-1 0 0,0 0 0,0 0 0,5-15 0,-8 19-230,-1 0 1,0 0 0,0 1 0,-1-1-1,1 0 1,-1 0 0,1 0-1,-1 0 1,0 1 0,0-1-1,-2-3 1,2 2 169,0 0 875,-1 2-843,-13-22 247,14 22-245,-1 4-278,-5 6-159,1 0 1,0 0 0,0 0 0,1 1-1,0 0 1,1 0 0,0 0-1,0 1 1,1-1 0,-4 18 0,7-23-81,-1 0 1,1 0-1,0 0 1,0 0-1,1 0 0,1 7 1,-1-1-64,-1-6-67,4-3 169,0-1 0,0 1 0,0-1 0,0 0 0,0 0 0,0 0 0,0 0 0,7-2 0,-4-1 33,0 0-1,-1-1 1,1 1-1,-1-1 1,0-1-1,9-7 1,3-2-19,152-114-213,-115 85 162,-30 22 44,1 1 1,31-17-1,-56 36 51,1 0 0,-1 0 0,1 1 0,-1-1 0,1 0 0,-1 1 0,1-1 0,0 1 0,-1 0 0,1-1 0,0 1 0,0 0 0,-1 0 0,1 0 0,0 0 0,-1 0 0,1 0 0,0 1 0,-1-1 0,1 1 0,0-1 0,-1 1 0,1-1 0,1 2 0,-1 0-16,1 0 1,-1 0 0,0 0-1,0 1 1,0-1-1,0 1 1,-1-1-1,1 1 1,-1-1-1,1 1 1,-1 0-1,1 4 1,3 8-115,-2 1-1,0-1 1,-1 0-1,1 18 1,-2-4-130,-1-10 113,1 0 1,1 0-1,0 0 1,1-1-1,11 35 1,-13-52 152,0 1 1,0-1-1,0 1 1,0-1-1,0 1 0,0-1 1,1 0-1,-1 0 1,0 0-1,1 0 1,-1 0-1,1 0 0,-1 0 1,1 0-1,-1 0 1,1 0-1,0-1 1,-1 1-1,1-1 0,0 0 1,-1 1-1,1-1 1,0 0-1,0 0 0,-1 0 1,1 0-1,3 0 1,3-1 7,-1 0 0,1-1 0,0 1 0,0-1 0,7-4 0,59-26 289,99-59 0,-105 52-116,106-44 1,-132 66-165,-24 9-46,1 1 1,38-10 0,-56 17 27,1 0 1,0-1-1,0 1 0,-1 0 1,1 0-1,0 0 0,0 0 0,-1 0 1,1 0-1,0 0 0,-1 1 1,1-1-1,0 1 0,-1-1 0,1 1 1,0 0-1,-1-1 0,1 1 1,1 2-1,-1-1-21,0-1 0,-1 1 0,1 1 1,-1-1-1,0 0 0,1 0 0,-1 1 1,0-1-1,0 0 0,-1 1 0,1-1 0,0 1 1,0 4-1,-1-3-61,0 1 0,0-1 0,0 1 0,-1-1 0,0 0 0,0 1 0,0-1 0,0 0 1,0 0-1,-1 0 0,0 1 0,-2 3 0,2-4-49,0-1 0,0 1-1,0 0 1,1 0 0,-1 0 0,1 0 0,0 0 0,1 1 0,-1-1-1,1 0 1,0 0 0,0 1 0,0 5 0,1-8 37,-1 1 0,1-1 0,0 1 0,0-1 0,0 1 0,0-1 1,0 1-1,1-1 0,-1 0 0,1 0 0,-1 0 0,1 0 0,3 3 0,-3-4 72,-1 0 0,1 0 0,-1 0 1,1 0-1,0 0 0,-1-1 0,1 1 0,0-1 0,0 1 0,-1-1 0,1 0 0,0 0 0,0 0 0,0 0 0,-1 0 0,1 0 1,0 0-1,0 0 0,0-1 0,-1 1 0,1-1 0,2 0 0,22-10 158,0-1 0,-1-1 0,0-1 0,38-28 1,85-83 1653,-117 94-1260,0-2 1,-2-1-1,-2-1 0,-1-2 1,-2 0-1,29-62 0,-44 78-116,-1 0 0,-1 0-1,-1-1 1,-1 0-1,-1 0 1,-1 0 0,0 0-1,-2-1 1,-3-42 0,1 60-302,0-1 0,-1 1-1,0-1 1,1 1 0,-5-7 0,4 7-18,2 5-83,0 0 0,0 0-1,0-1 1,0 1 0,0 0 0,0 0-1,0 0 1,0 0 0,0 0 0,0-1 0,0 1-1,0 0 1,0 0 0,0 0 0,0 0-1,0 0 1,-1 0 0,1-1 0,0 1 0,0 0-1,0 0 1,0 0 0,0 0 0,0 0-1,0 0 1,0 0 0,-1 0 0,1 0 0,0 0-1,0 0 1,0-1 0,0 1 0,0 0-1,-1 0 1,1 0 0,0 0 0,0 0 0,0 0-1,0 0 1,0 0 0,0 0 0,-1 0-1,1 0 1,0 0 0,0 0 0,0 0 0,0 1-1,0-1 1,-1 0 0,1 0 0,0 0-1,0 0 1,0 0 0,-6 2 34,-1 1 1,1-1-1,0 1 0,0 0 0,1 1 1,-1 0-1,1 0 0,-1 0 0,1 0 1,-4 6-1,1-1-11,1 1 1,0-1 0,1 1-1,0 1 1,-5 14-1,-11 29 23,2 1-1,3 2 0,-11 65 1,-16 178 38,38-252-76,-28 488 106,42 0-286,-3-184-935,-5-344 834,1 0 0,0 0 0,0 0 0,1-1 0,0 1 0,0-1 0,5 11-1,-4-10-121,-1-3-666,-1-10-212,3-20 173,-2-1-1,-1 1 1,-1 0 0,-6-47 0,1 8-407,3-401-3354,9 380 5738,3 1 0,5 0 0,2 1-1,5 1 1,34-89 0,42-77 3469,-95 241-4063,0 0-1,0 0 1,1 1 0,9-13-1,-12 17-206,1 1 102,-2 5-48,1 5-286,0-1 0,-1 1 0,0-1 0,-1 1 0,0-1 0,-1 1 0,1-1 0,-1 0 0,-1 1 0,0-1 0,0 0 0,-1-1 0,1 1 0,-2-1 0,1 1 0,-1-1 1,0 0-1,-8 8 0,-53 68-9110,34-44 305</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1.805"/>
    </inkml:context>
    <inkml:brush xml:id="br0">
      <inkml:brushProperty name="width" value="0.035" units="cm"/>
      <inkml:brushProperty name="height" value="0.035" units="cm"/>
    </inkml:brush>
  </inkml:definitions>
  <inkml:trace contextRef="#ctx0" brushRef="#br0">142 1 11073,'-48'91'4358,"38"-67"-2168,1 1 0,-11 45-1,13-40-1381,3-18-458,-7 28 1043,1 0 1,-8 77-1,13 83 600,7-175-2105,0-1 1,1 1-1,2-1 0,0 0 1,1 0-1,11 24 0,-9-27-588,18 34-3025,-24-51 2814,0 0 1,0-1 0,1 1-1,0-1 1,-1 1 0,1-1-1,1 0 1,-1 0 0,0 0-1,7 3 1,-8-5-203,0 0 1,0-1-1,0 1 1,0-1-1,0 1 1,0-1-1,0 0 0,0 0 1,4 0-1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2.120"/>
    </inkml:context>
    <inkml:brush xml:id="br0">
      <inkml:brushProperty name="width" value="0.035" units="cm"/>
      <inkml:brushProperty name="height" value="0.035" units="cm"/>
    </inkml:brush>
  </inkml:definitions>
  <inkml:trace contextRef="#ctx0" brushRef="#br0">68 127 16694,'23'0'2311,"-23"0"-2266,0 0 0,1 0 0,-1 0 0,0 0 0,0 0 0,0 0 0,1 0 0,-1 0-1,0 0 1,0 0 0,0 0 0,0 0 0,1 0 0,-1 0 0,0 0 0,0 0 0,0 0 0,0 0 0,1 0 0,-1 0 0,0 0 0,0 0 0,0 0-1,0 0 1,1 1 0,-1-1 0,0 0 0,0 0 0,0 0 0,0 0 0,0 0 0,0 1 0,0-1 0,1 0 0,-1 0 0,0 0 0,0 0 0,0 1-1,0-1 1,0 0 0,0 0 0,0 0 0,0 0 0,0 1 0,0-1 0,3 7 289,0 0 0,0 0 1,0 0-1,1 0 0,0-1 0,1 1 1,-1-1-1,1 0 0,1-1 0,-1 1 1,1-1-1,0 0 0,0-1 0,0 1 1,0-1-1,1 0 0,0-1 0,0 1 1,0-1-1,8 2 0,-3-2-115,-1 2 0,0-1 0,1 1 0,16 12-1,-27-17-247,-1 1-1,1-1 1,0 0-1,-1 1 1,1-1-1,0 0 1,0 1-1,-1-1 1,1 0-1,0 0 1,0 1-1,0-1 1,-1 0-1,1 0 1,0 0-1,0 0 1,0 0-1,-1 0 1,1 0-1,0-1 1,0 1-1,0 0 1,-1 0-1,1 0 1,0-1-1,0 1 1,-1-1-1,1 1 1,0 0-1,-1-1 1,1 1-1,0-1 1,-1 1-1,1-1 1,-1 0-1,1 1 1,-1-1-1,1 0 1,-1 1-1,0-1 1,1 0-1,0 0 1,0-3-125,0 1 0,0 0 0,0-1 1,0 1-1,0 0 0,0-1 0,-1 1 0,0-1 1,0 1-1,0-7 0,-1 3-7,0-1 0,-1 1 0,0-1 0,0 1 0,-1 0 0,0 0-1,0 0 1,0 0 0,-1 0 0,0 1 0,0 0 0,-9-9 0,0-1 85,-1 0 0,-1 1 0,-1 0 0,0 1 0,0 1 0,-22-12 0,34 23 175,0 0 0,0 0-1,0 1 1,0 0-1,0-1 1,-1 1-1,1 1 1,0-1-1,-1 1 1,1-1-1,-1 1 1,1 1-1,0-1 1,-1 0-1,1 1 1,0 0-1,-1 0 1,1 1-1,0-1 1,0 1-1,0 0 1,0 0-1,0 0 1,0 0-1,1 1 1,-1-1-1,1 1 1,0 0-1,-1 0 1,1 0-1,1 1 1,-1-1-1,0 1 1,1 0-1,0-1 1,0 1-1,0 0 1,0 0-1,1 0 1,-2 6 0,1 3 55,0 0 0,1 1 0,0-1 0,1 1 1,1-1-1,0 1 0,1-1 0,0 0 0,1 0 1,1 0-1,6 16 0,5 9-4,1-1 0,34 53 0,-40-75-654,1 1 1,0-1-1,1-1 1,1 0-1,1-1 0,-1 0 1,2-1-1,15 10 1,-10-10-2257,-1 0 1,2-2-1,32 13 1,16-1-8626</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2.700"/>
    </inkml:context>
    <inkml:brush xml:id="br0">
      <inkml:brushProperty name="width" value="0.035" units="cm"/>
      <inkml:brushProperty name="height" value="0.035" units="cm"/>
    </inkml:brush>
  </inkml:definitions>
  <inkml:trace contextRef="#ctx0" brushRef="#br0">168 161 12713,'15'-5'2187,"-12"3"1299,-7 4-2256,-25 6 533,27-7-1167,0 2-116,2-2-466,-100 209 1694,52-115-1573,47-92-26,5-5-84,7-5 24,1 0-1,-1-1 1,0 0-1,-1-1 1,0 0-1,14-16 1,51-71 344,-44 54-226,133-160 635,-120 144-504,-41 54-310,-5 8-166,-41 76-756,25-49 725,13-22 151,1 1 0,1-1 0,-1 1 1,2 0-1,-1 1 0,1-1 0,1 0 0,0 0 0,0 1 0,1-1 0,1 1 1,-1-1-1,4 14 0,-4-22 63,1 0 1,-1 0-1,1-1 0,-1 1 1,1 0-1,0 0 0,0 0 0,0-1 1,0 1-1,0-1 0,0 1 1,0-1-1,0 1 0,1-1 1,-1 0-1,1 1 0,-1-1 1,1 0-1,-1 0 0,1 0 1,0 0-1,-1 0 0,1-1 1,0 1-1,0 0 0,0-1 1,0 1-1,-1-1 0,1 0 1,0 0-1,0 0 0,0 0 1,0 0-1,0 0 0,0 0 1,3-1-1,8-1 74,-1-1 0,1 0 0,0-1 0,13-5 1,-17 5-14,88-31 963,154-61 1489,-197 72-2035,-18 7 205,74-24-1,-110 41-686,0 0 0,0 0 0,0 0 0,1 0-1,-1-1 1,0 1 0,0 0 0,0 0 0,0 0-1,0 0 1,0 0 0,1 0 0,-1 0 0,0 0-1,0 0 1,0 0 0,0 0 0,0 0 0,1 0 0,-1 0-1,0 0 1,0 0 0,0 0 0,0 0 0,0 0-1,1 0 1,-1 0 0,0 0 0,0 0 0,0 0-1,0 0 1,0 1 0,0-1 0,1 0 0,-1 0-1,0 0 1,0 0 0,0 0 0,0 0 0,0 0-1,0 1 1,0-1 0,0 0 0,0 0 0,1 0-1,-1 0 1,0 0 0,0 0 0,0 1 0,0-1-1,0 0 1,0 0 0,0 0 0,2 6-124,0 0 0,-1 0 0,1 0 0,-1 1 0,0-1 0,-1 0 0,1 0 0,-1 1 0,-2 11 0,-26 113-3533,-1-3-3633,25-76 1343,7-2-3360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3.062"/>
    </inkml:context>
    <inkml:brush xml:id="br0">
      <inkml:brushProperty name="width" value="0.035" units="cm"/>
      <inkml:brushProperty name="height" value="0.035" units="cm"/>
    </inkml:brush>
  </inkml:definitions>
  <inkml:trace contextRef="#ctx0" brushRef="#br0">201 107 11765,'17'-38'2266,"-17"37"-2148,1 0 0,-1 0 0,0 1 0,1-1 1,-1 0-1,0 1 0,1-1 0,-1 0 0,1 1 0,-1-1 0,1 0 0,-1 1 0,1-1 0,0 1 0,-1-1 0,1 1 0,-1-1 0,1 1 0,0 0 0,0-1 0,-1 1 0,1 0 1,0 0-1,0-1 0,-1 1 0,1 0 0,0 0 0,0 0 0,1 0 0,1 0 449,45-13 4915,64-9-765,-79 11-3542,-27 8-984,-3 2-53,-4 0-150,-1 1-1,0-1 0,0 1 0,0-1 0,0 1 0,0 0 1,0-1-1,0 1 0,-4 1 0,-6-2-53,-19 1-153,-1 0 1,1 2-1,0 1 0,0 1 1,1 2-1,-53 17 1,64-17 121,5-2 29,0 1 1,0 0 0,-22 11-1,33-14 65,1-1 1,-1 1-1,0 0 0,1 0 0,0 0 0,-1 0 0,1 0 0,0 0 0,0 1 0,0-1 1,0 1-1,0-1 0,1 1 0,-1 0 0,1 0 0,0-1 0,0 1 0,0 0 0,0 0 1,0 0-1,1 1 0,-1 5 0,1-7 6,0 0 0,1 0 1,-1 1-1,1-1 0,0 0 0,-1 0 0,1 1 1,0-1-1,0 0 0,0 0 0,1 0 0,-1 0 1,0 0-1,1-1 0,-1 1 0,1 0 0,0-1 1,3 4-1,3 0 10,-1 0 1,2 0 0,8 4-1,-11-6-11,26 11-300,1-2 1,1-1 0,0-1 0,0-2 0,1-2 0,41 3 0,-10-5-1657,96-6 0,-10-10-4813,-123 10 4735,72-8-8000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3.732"/>
    </inkml:context>
    <inkml:brush xml:id="br0">
      <inkml:brushProperty name="width" value="0.035" units="cm"/>
      <inkml:brushProperty name="height" value="0.035" units="cm"/>
    </inkml:brush>
  </inkml:definitions>
  <inkml:trace contextRef="#ctx0" brushRef="#br0">456 1 10609,'-3'2'100,"-1"2"200,0-1 1,0 0 0,-1 0 0,1 0-1,-1 0 1,1-1 0,-1 1 0,0-1-1,0 0 1,0-1 0,-1 1 0,1-1 0,-5 1-1,-6-1 108,1 2-1,0 0 0,0 0 0,0 1 0,1 1 0,-1 1 0,-14 8 1,-90 58 1946,113-68-2246,-18 12 659,-1 0 1,-46 20 0,68-34-210,4 1-319,-1-1-208,0 0 0,1 0 1,-1 0-1,0 0 0,1 1 1,0-1-1,-1-1 0,1 1 1,0 0-1,0 0 0,0 0 0,2 3 1,0-4-15,-1 0 0,0 1 0,0-1 1,1 0-1,-1 0 0,0-1 0,1 1 0,-1 0 1,1-1-1,-1 1 0,1-1 0,2 0 1,31 1 110,-1-2 0,1-1 0,-1-1 0,36-10 1,-46 9-70,-6 1-66,1-2 0,-1 0 0,0 0 0,0-2 0,-1-1 0,0 0 0,0-1 0,-1-1 0,0-1 0,-1 0 0,17-15 0,-16 11-314,-17 15 314,0 0-1,0 0 1,0 0 0,1 0 0,-1 0-1,0 0 1,0 0 0,0 0 0,0 0-1,1-1 1,-1 1 0,0 0 0,0 0-1,0 0 1,0 0 0,0 0 0,0-1-1,0 1 1,0 0 0,1 0 0,-1 0 0,0-1-1,0 1 1,0 0 0,0 0 0,0 0-1,0 0 1,0-1 0,0 1 0,0 0-1,0 0 1,0 0 0,0-1 0,0 1-1,0 0 1,0 0 0,-1 0 0,1 0-1,0-1 1,0 1 0,0 0 0,0 0-1,0 0 1,0-1 0,-4-6-115,4 4 88,-1 0 0,0 1 0,0-1 0,0 0 0,-1 1 0,1 0 0,0-1 0,-1 1 0,0 0 0,0-1 0,1 1 0,-1 0 0,-1 0 0,1 1-1,0-1 1,0 0 0,-1 1 0,1-1 0,-4-1 0,-1 1-47,-1 0 0,0 0 0,0 0 0,0 1-1,0 0 1,-16 0 0,20 2 61,1-1 0,-1 1-1,0-1 1,0 1 0,0 1 0,0-1-1,1 0 1,-1 1 0,0 0-1,1 0 1,0 0 0,-1 0 0,1 0-1,-6 6 1,7-6 34,2 3 3,-1 1-1,1-1 1,1 0 0,-1 1-1,1-1 1,0 0-1,0 0 1,0 0 0,1 1-1,-1-1 1,1 0-1,1-1 1,-1 1 0,1 0-1,-1-1 1,1 1 0,1-1-1,-1 0 1,1 0-1,-1 0 1,1-1 0,0 1-1,1-1 1,-1 0-1,5 3 1,3 3 106,1 0 0,0-1 1,1 0-1,-1-1 0,1 0 0,26 7 0,15 4 157,-39-11-178,0-2 1,0 0 0,1-1-1,21 2 1,2 0-438,-34-8-27,4-4 20,12-10-2917,-22 12 2295,3-34-249,-3 37 1201,0 0 1,0 0 0,1 0-1,-1 0 1,0 0 0,-1-1-1,1 1 1,0 0 0,0 0-1,0 0 1,-1 0 0,1 0-1,0 0 1,-1 0 0,0-2-1,-2-3 55,0-14 344,2 16 4396,3 1-4666,0 0-1,-1 0 0,0 0 0,1 0 0,-1 0 1,0-1-1,1-4 0,-1 3 22,-1 5-133,0 0-1,0 0 1,0 0 0,0-1 0,0 1-1,0 0 1,0 0 0,0 0 0,0 0-1,0 0 1,0 0 0,0-1 0,0 1 0,0 0-1,0 0 1,0 0 0,0 0 0,1 0-1,-1 0 1,0 0 0,0-1 0,0 1-1,0 0 1,0 0 0,0 0 0,0 0-1,1 0 1,-1 0 0,0 0 0,0 0-1,0 0 1,0 0 0,0 0 0,0 0-1,1 0 1,-1 0 0,0 0 0,0 0-1,0 0 1,0 0 0,0 0 0,0 0-1,1 0 1,-1 0 0,0 0 0,0 0 0,0 0-1,0 0 1,0 0 0,1 0 0,34 6 364,-32-5-222,1 0-45,17 5-4,-8-4-38,-1 2 0,19 7 0,19 24-36,-43-31-11,0 1 0,-1 0 0,1 0 0,-1 0 1,0 1-1,6 6 0,-5-3 17,1-2 0,0 1 0,17 11 0,8 2-546,2-1-1,48 21 1,-75-41-1722,10-9-4674,3 2-5169</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4.781"/>
    </inkml:context>
    <inkml:brush xml:id="br0">
      <inkml:brushProperty name="width" value="0.035" units="cm"/>
      <inkml:brushProperty name="height" value="0.035" units="cm"/>
    </inkml:brush>
  </inkml:definitions>
  <inkml:trace contextRef="#ctx0" brushRef="#br0">95 0 11905,'-2'1'162,"0"-1"0,0 1-1,0 0 1,0 0 0,0 0 0,0 0 0,0 0-1,1 0 1,-1 1 0,0-1 0,1 0 0,-1 1-1,1-1 1,-1 1 0,0 2 0,0 0 236,0 1 0,0-1 0,1 1-1,-1-1 1,0 9 0,0 0 129,-15 71 2081,-8 150 1,23-183-2160,-7 505 2336,10-516-2680,10 191 544,-4-157-1140,16 76-1,-21-143 190,-1 0 0,1 0-1,6 12 1,-8-19 280,0 0 0,0 1 0,0-1 0,0 0 0,0 0-1,0 0 1,0 1 0,0-1 0,1 0 0,-1 0 0,0 0 0,0 0 0,0 1 0,0-1-1,0 0 1,0 0 0,1 0 0,-1 0 0,0 0 0,0 1 0,0-1 0,0 0 0,1 0-1,-1 0 1,0 0 0,0 0 0,0 0 0,0 0 0,1 0 0,-1 0 0,0 0 0,0 0-1,0 0 1,1 0 0,-1 0 0,0 0 0,0 0 0,0 0 0,1 0 0,-1 0 0,0 0-1,0 0 1,0 0 0,1 0 0,4-20-929,-3-16-432,-2-1-1,-5-56 0,-20-76-3252,14 104 1384,-6-49-4200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4.938"/>
    </inkml:context>
    <inkml:brush xml:id="br0">
      <inkml:brushProperty name="width" value="0.035" units="cm"/>
      <inkml:brushProperty name="height" value="0.035" units="cm"/>
    </inkml:brush>
  </inkml:definitions>
  <inkml:trace contextRef="#ctx0" brushRef="#br0">1 105 9393,'9'-5'1415,"1"-1"0,0 1 1,-1-2-1,0 1 0,-1-1 0,10-10 1,-12 13-910,0 0 1,0 0-1,1 0 0,-1 1 1,1 0-1,0 0 1,0 1-1,0 0 0,0 0 1,0 1-1,14-2 1,-2 0 336,-16 2-684,18-3 642,0 0-1,0 2 1,27 0-1,-43 2-695,0 0-1,0 1 1,1-1-1,-1 1 1,0 0-1,0 1 1,0-1 0,0 1-1,0 0 1,0 0-1,-1 1 1,1-1-1,-1 1 1,1 0-1,-1 0 1,0 1-1,0-1 1,6 8 0,-7-6-64,0 0 1,0 0 0,0 0 0,0 0 0,-1 0 0,0 0 0,0 1 0,-1-1 0,1 1-1,-1-1 1,0 1 0,-1 0 0,1 0 0,-1-1 0,0 1 0,-1 0 0,0-1 0,1 1-1,-2 0 1,1-1 0,-1 1 0,-3 7 0,-8 20-671,-1-1 1,-2-1-1,0-1 1,-3 0-1,-39 50 0,47-69-142,-1 0 0,0 0-1,0-2 1,-1 1 0,0-1-1,-16 7 1,-45 20-7484,17-13-3866</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5.426"/>
    </inkml:context>
    <inkml:brush xml:id="br0">
      <inkml:brushProperty name="width" value="0.035" units="cm"/>
      <inkml:brushProperty name="height" value="0.035" units="cm"/>
    </inkml:brush>
  </inkml:definitions>
  <inkml:trace contextRef="#ctx0" brushRef="#br0">3 673 8341,'-2'-13'11844,"8"-3"-7923,16-14-4867,-16 23 2368,22-30-128,80-112 1831,-7-13-1225,47-74-437,-137 217-1456,-11 19-6,0 0-1,0 0 1,0-1 0,0 1 0,0 0-1,0 0 1,0 0 0,0 0 0,0 0-1,1-1 1,-1 1 0,0 0 0,0 0-1,0 0 1,0 0 0,0 0 0,0 0-1,0-1 1,0 1 0,0 0 0,1 0-1,-1 0 1,0 0 0,0 0-1,0 0 1,0 0 0,0 0 0,0 0-1,1 0 1,-1 0 0,0 0 0,0 0-1,0-1 1,0 1 0,0 0 0,1 0-1,-1 0 1,0 0 0,0 1 0,0-1-1,0 0 1,0 0 0,1 0 0,-1 0-1,0 0 1,0 0 0,0 0-1,0 0 1,0 0 0,0 0 0,1 0-1,-1 0 1,0 0 0,0 1 0,6 2 8,-1 1 1,1 0 0,-1 0 0,0 1 0,0-1-1,-1 1 1,1 1 0,-1-1 0,0 0 0,0 1-1,4 10 1,6 11 11,12 38 1,-15-36-10,26 67 14,42 103-980,-72-184 322,0-1 0,1 1 1,20 24-1,-21-30-553,1 0-1,0-1 0,17 13 0,12 4-6542,-18-14-5946</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5.741"/>
    </inkml:context>
    <inkml:brush xml:id="br0">
      <inkml:brushProperty name="width" value="0.035" units="cm"/>
      <inkml:brushProperty name="height" value="0.035" units="cm"/>
    </inkml:brush>
  </inkml:definitions>
  <inkml:trace contextRef="#ctx0" brushRef="#br0">13 61 15361,'-1'-1'163,"0"1"-1,0-1 1,0 0-1,0 1 1,0-1 0,0 0-1,1 0 1,-1 0-1,0 1 1,0-1-1,1 0 1,-1 0-1,1 0 1,-1 0-1,0-1 1,17 1 2701,5 2-1065,169 5 5129,-54-4-5547,89 4 452,-197-3-1833,-21-1-116,0-2 0,0 1 0,0-1 0,0 0 0,0 0 0,13-2 0,-19 2-9,0-1 0,0 1 0,0 0 0,0 0 0,-1-1 0,1 1 0,0-1 0,0 1 0,0-1 0,0 1 0,-1-1 0,1 1 0,0-1 0,0 0 0,-1 1 0,1-1 0,0 0 0,-1 0-1,1 1 1,-1-1 0,1 0 0,-1 0 0,1 0 0,-1 0 0,0 0 0,1 0 0,-1-1 0,-2-26-3876,0 16 2004,2 12 1859,0 0 0,0 0 0,0 0 1,0-1-1,0 1 0,0 0 0,0 0 0,0 0 0,0 0 0,0-1 0,0 1 1,0 0-1,0 0 0,0 0 0,0 0 0,0-1 0,0 1 0,0 0 0,0 0 1,0 0-1,0 0 0,0-1 0,-1 1 0,1 0 0,0 0 0,0 0 0,0 0 1,0 0-1,0 0 0,0-1 0,-1 1 0,1 0 0,0 0 0,0 0 0,0 0 1,0 0-1,-1 0 0,1 0 0,0 0 0,0 0 0,0 0 0,0 0 0,-1 0 1,1 0-1,0 0 0,0 0 0,0 0 0,0 0 0,-1 0 0,1 0 0,0 0 1,0 0-1,-24 0-12027</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5.977"/>
    </inkml:context>
    <inkml:brush xml:id="br0">
      <inkml:brushProperty name="width" value="0.035" units="cm"/>
      <inkml:brushProperty name="height" value="0.035" units="cm"/>
    </inkml:brush>
  </inkml:definitions>
  <inkml:trace contextRef="#ctx0" brushRef="#br0">25 11 17942,'-9'-5'873,"-5"-1"2318,14 7-3132,0-1 0,-1 0 0,1 1-1,0-1 1,0 0 0,0 1 0,0-1-1,-1 1 1,1-1 0,0 0 0,0 1 0,0-1-1,0 1 1,0-1 0,0 0 0,0 1-1,0-1 1,0 1 0,0-1 0,1 1-1,-1-1 1,0 0 0,0 1 0,0-1-1,0 0 1,0 1 0,1-1 0,-1 1-1,0-1 1,0 0 0,1 1 0,-1-1-1,1 1 1,40 101 1337,-4 1-1,45 210 1,-74-271-1566,-2 0 0,-1 0 0,-2 0 0,-5 62 0,1-94-202,-1-1 1,0 0-1,0 1 1,-1-1 0,-1 0-1,1-1 1,-1 1 0,-1-1-1,0 1 1,0-1 0,0-1-1,-10 11 1,6-8-1066,1-2 0,-2 1 0,1-1 0,-1-1 0,-14 9 0,-30 8-9470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6.627"/>
    </inkml:context>
    <inkml:brush xml:id="br0">
      <inkml:brushProperty name="width" value="0.035" units="cm"/>
      <inkml:brushProperty name="height" value="0.035" units="cm"/>
    </inkml:brush>
  </inkml:definitions>
  <inkml:trace contextRef="#ctx0" brushRef="#br0">684 72 10477,'-1'-5'336,"0"1"0,0 0 0,0 0 0,-1 0 0,1 0 0,-1 0 0,0 0 0,0 0 0,-3-4 0,3 6-129,0 0 0,0 0 1,0 0-1,0 1 0,0-1 1,0 1-1,-1-1 0,1 1 0,0 0 1,-1 0-1,1 0 0,-1 0 1,1 0-1,-1 0 0,-5 0 1,-18-1 202,-1 0 1,1 2-1,-1 1 1,1 1 0,0 1-1,0 1 1,-29 9-1,-170 66 435,191-63-263,-52 32 0,85-48-573,-2 2 132,0 0 0,0 0 0,0 0 0,0 0 0,1 1 0,-1-1 0,1 1 0,-1 0 0,1 0 0,0 0 0,0 0 0,-2 4 0,3-5-51,1 0 0,-1 0 0,1 0 0,-1 0 0,1 0 0,0-1 0,0 1 0,0 0 1,0 0-1,0 0 0,0 0 0,0 0 0,1 0 0,-1 0 0,1 0 0,0 0 0,-1 0 0,1 0 1,0-1-1,0 1 0,0 0 0,0-1 0,1 1 0,1 2 0,8 6 245,0 0-1,0-1 1,1 0-1,1-1 1,0 0-1,0-1 1,0 0-1,17 5 1,21 12 462,149 73 1455,-118-52-2086,-79-43-165,-2-2-4,0 0 1,1 1-1,-1-1 0,0 1 1,0 0-1,1-1 1,-1 1-1,0 0 0,0 0 1,0-1-1,0 1 1,0 0-1,0 0 0,0 0 1,0 0-1,-1 0 0,1 1 1,0-1-1,-1 0 1,1 0-1,-1 0 0,1 1 1,-1-1-1,1 0 0,-1 1 1,0-1-1,0 0 1,1 1-1,-1-1 0,0 0 1,0 1-1,-1-1 1,1 0-1,0 1 0,-1 2 1,0-1-109,0 0 1,0 1 0,0-1 0,-1 0 0,1 0-1,-1 0 1,0 0 0,0 0 0,0 0 0,0 0 0,0 0-1,-1-1 1,1 1 0,-1-1 0,0 0 0,1 0-1,-1 0 1,0 0 0,-5 2 0,-5 2-982,-1-1 1,-1 0-1,-21 4 1,-20 6-2270,-13 13-4055,5-8-4927</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8.068"/>
    </inkml:context>
    <inkml:brush xml:id="br0">
      <inkml:brushProperty name="width" value="0.035" units="cm"/>
      <inkml:brushProperty name="height" value="0.035" units="cm"/>
    </inkml:brush>
  </inkml:definitions>
  <inkml:trace contextRef="#ctx0" brushRef="#br0">350 683 4300,'-1'-1'89,"0"0"0,0 1 0,0-1 0,-1 1 0,1-1 0,0 1 0,0 0 0,-1-1 0,1 1 0,0 0 0,-1 0 0,1 0 0,0 0 0,-1 0 0,1 0 0,0 0 0,-1 1 0,1-1 0,0 0 0,0 1 0,-1-1 0,1 1 0,0-1 0,0 1 0,0 0 0,0 0-1,0-1 1,0 1 0,0 0 0,0 0 0,0 0 0,0 0 0,0 0 0,-1 2 0,-8 8 10302,6-11-9187,-34 0 747,34 0-1233,0 0-115,-83 6 1795,84-5-2380,-1 0 0,1 1 0,-1-1 1,1 1-1,0-1 0,-1 1 0,1 0 0,0 1 0,0-1 1,0 0-1,1 1 0,-1 0 0,1-1 0,-1 1 0,-2 4 1,-11 11 17,-7 1 4,18-16-34,0 1 0,1-1-1,-1 1 1,1 0 0,0 0-1,0 1 1,1-1 0,-1 1-1,-4 8 1,-16 33 242,23-43 7,5 15 309,-4-15-526,2 0 0,-1 0-1,0 0 1,0 0 0,1 0-1,-1 0 1,1-1 0,0 1-1,0-1 1,0 1 0,0-1-1,0 0 1,1 0 0,-1 0-1,1 0 1,-1 0 0,1-1-1,0 1 1,0-1 0,0 1-1,0-1 1,0 0 0,3 0-1,9 4-25,1-2 0,0 0 0,19 1 1,-18-2-160,-10-1-5,0-1 0,1 0-1,-1 0 1,10-2 0,-1 0-101,28-1-903,-42 2 1096,0 0 0,0 0 0,0 0 1,0 0-1,0 0 0,-1 0 0,1 0 1,0-1-1,-1 1 0,1-1 0,-1 1 1,3-3-1,-3 3-25,1-1-111,-9-37-185,7 36 323,-7-15 177,5 11-4,0 1 1,0 0-1,-1 1 1,0-1-1,-8-10 0,9 13 271,2 7-424,1-1 5,-1 1 0,1-1 0,-1 0 0,1 1-1,0-1 1,0 0 0,1 1 0,-1-1 0,1 0 0,-1 0 0,1 0-1,0 0 1,0-1 0,0 1 0,1 0 0,-1-1 0,1 0 0,-1 1-1,1-1 1,0 0 0,0 0 0,0-1 0,0 1 0,0 0 0,0-1-1,0 0 1,1 0 0,-1 0 0,0 0 0,1 0 0,3-1-1,0 1-75,-1-1-1,1 0 1,0 0-1,0 0 1,0-1-1,-1 0 0,9-3 1,42-15-300,-52 17 384,28-13-96,-1-1-1,-1-1 1,38-29-1,-24 16 412,10-11 665,-52 38-872,-1 1 0,1-1 0,-1 0 0,0 0 0,0 0 0,0 0 0,0 0 0,-1-1 1,3-6-1,-1 3 92,-1 3 263,-6 5-323,-2 1-95,1-1-1,-1 1 1,1 0 0,0 1 0,-1-1-1,1 1 1,0 0 0,1 0 0,-8 6-1,-18 23-89,-36 50 0,65-81 71,0 1 1,0-1 0,0 0 0,0 0 0,0 0 0,0 1 0,0-1 0,0 0 0,1 1 0,-1-1 0,1 1 0,-1-1-1,1 1 1,-1-1 0,1 1 0,0 2 0,1-4-3,0 1-1,1-1 1,-1 0 0,1 1-1,-1-1 1,0 0-1,1 0 1,-1 0 0,1 0-1,-1 0 1,0 0-1,1 0 1,-1 0 0,1 0-1,-1-1 1,0 1-1,3-1 1,9-3 14,0 0 0,0 0 0,0-1 0,0-1 0,19-11 1,61-45 17,-58 37 10,71-56 89,-70 51-197,1 2-1,74-43 1,-107 69-132,-5 5-292,-2 10 309,0 1 1,-1-1-1,-1 1 0,0-2 1,0 1-1,-11 17 0,-11 16-263,26-43 405,1 0 60,9 29 84,-9-32-103,0 0 0,0 1 0,0-1 0,0 0-1,0 0 1,0 0 0,0 0 0,0 0 0,0 0 0,0 1-1,0-1 1,1 0 0,-1 0 0,0 0 0,0 0-1,0 0 1,0 0 0,0 1 0,0-1 0,0 0-1,0 0 1,1 0 0,-1 0 0,0 0 0,0 0 0,0 0-1,0 0 1,0 0 0,0 0 0,1 0 0,-1 0-1,0 0 1,0 0 0,0 0 0,0 0 0,0 0 0,1 0-1,-1 0 1,0 0 0,0 0 0,0 0 0,0 0-1,0 0 1,1 0 0,-1 0 0,0 0 0,0 0-1,0 0 1,0 0 0,0 0 0,0 0 0,1 0 0,-1-1-1,65-12 128,-32 7 17,44-13 0,-18-1 48,271-78 474,-325 97-655,0 0 0,0 0-1,1 1 1,-1-1-1,0 1 1,0 0-1,1 0 1,9 2-1,-13-1-19,0 0-1,-1-1 1,1 1-1,0 0 1,-1 0-1,1 0 0,-1 0 1,1 1-1,-1-1 1,1 0-1,-1 1 1,0-1-1,0 1 0,0-1 1,0 1-1,0-1 1,0 1-1,0 0 1,0-1-1,-1 1 0,1 0 1,0 0-1,-1 0 1,0 0-1,1-1 1,-1 1-1,0 4 0,-1 0-33,1 0 0,-2 0 0,1 0-1,0 0 1,-1 0 0,0 0-1,-1-1 1,1 1 0,-1-1-1,0 1 1,-1-1 0,-5 7-1,-15 30-209,21-34 192,0 0 0,0 0 1,1 0-1,0 1 0,0-1 0,0 16 1,2-3 43,0-21 17,0 0-1,0 0 0,0 0 1,0 0-1,0 1 1,0-1-1,0 0 0,0 0 1,0 0-1,0 0 0,0 1 1,0-1-1,0 0 0,0 0 1,0 0-1,0 1 0,0-1 1,0 0-1,0 0 0,0 0 1,0 0-1,0 0 1,1 1-1,-1-1 0,0 0 1,0 0-1,0 0 0,0 0 1,0 0-1,0 0 0,1 0 1,-1 1-1,0-1 0,0 0 1,0 0-1,0 0 1,1 0-1,-1 0 0,0 0 1,0 0-1,0 0 0,0 0 1,1 0-1,-1 0 0,0 0 1,0 0-1,20 4 23,0-2 0,0 0 0,0-1 0,1-1 1,-1 0-1,0-2 0,24-4 0,146-41 176,-179 44-188,45-13 91,105-48 0,-132 49-81,-1 0 1,0-2 0,-1-1 0,0-1 0,27-27-1,-46 38-26,0-1-1,0 0 1,-1-1-1,0 0 1,-1 0-1,0 0 1,0-1-1,-2 0 1,1 0-1,-1 0 1,0-1-1,-1 1 1,-1-1-1,0 0 1,1-18-1,-3 12-12,-1 0 0,0 0-1,-1 0 1,-1 1-1,0-1 1,-2 1-1,0 0 1,-1 0-1,-13-27 1,-65-108 404,77 143-217,3 8 317,-2 21 197,5-16-717,-3 25 320,2-1 0,1 1 0,1-1 0,4 35 0,1 31 170,-22 507 945,-87 280-928,94-811-591,6-40-270,1 0 0,2 0 0,1 0 0,6 52 1,-5-79-163,4-6 72,2-3 402,0-1 0,0 0 0,-1 0 0,0 0 1,0-1-1,0 0 0,-1 0 0,0 0 0,4-11 0,5-16-64,12-39-1,-11 27 39,249-632-398,-163 445 351,-95 219 56,-1 1 0,0 0-1,-1-1 1,4-27 0,-7 40-12,-1-1 1,0 1 0,0 0-1,0 0 1,0 0 0,0 0-1,0 0 1,-1 0 0,1 0-1,-1 0 1,0 0 0,1 0 0,-1 0-1,0 0 1,0 0 0,0 0-1,0 0 1,0 1 0,-1-1-1,1 0 1,0 1 0,-1-1-1,1 1 1,-1-1 0,0 1-1,0 0 1,1 0 0,-3-1-1,-1 0-557,0 0-1,0 1 1,0-1-1,0 1 1,0 1-1,0-1 1,-1 1-1,1 0 1,0 0-1,-8 1 1,-57 11-8808</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8.369"/>
    </inkml:context>
    <inkml:brush xml:id="br0">
      <inkml:brushProperty name="width" value="0.035" units="cm"/>
      <inkml:brushProperty name="height" value="0.035" units="cm"/>
    </inkml:brush>
  </inkml:definitions>
  <inkml:trace contextRef="#ctx0" brushRef="#br0">22 1 15005,'-5'4'914,"-4"4"-94,2-6 5351,8 3-4931,6 117 940,-9 135 1,0-179-1961,11 125-2169,10-70-4332,-8-84-372,2-3-4211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8.654"/>
    </inkml:context>
    <inkml:brush xml:id="br0">
      <inkml:brushProperty name="width" value="0.035" units="cm"/>
      <inkml:brushProperty name="height" value="0.035" units="cm"/>
    </inkml:brush>
  </inkml:definitions>
  <inkml:trace contextRef="#ctx0" brushRef="#br0">185 50 15237,'-32'-21'10235,"30"19"-10250,0 0 0,0 0 0,-1 1-1,1-1 1,-1 1 0,1-1-1,-1 1 1,0 0 0,1 0 0,-5-1-1,-4-1-8,0 1-1,-22-1 0,7 1 56,23 1 58,-1 2 16,-3 1-54,-14 7 445,20-9-474,1 1 0,-1 0-1,1-1 1,-1 1 0,1 0 0,-1 0 0,1-1-1,0 1 1,-1 0 0,1 0 0,0 0 0,0-1-1,0 1 1,-1 0 0,1 0 0,0 0 0,0 0-1,0 0 1,0-1 0,0 1 0,1 0 0,-1 0-1,0 0 1,0 0 0,1 0 0,-1-1 0,1 2-1,3 8 69,0-1 0,1 1 0,0-1 0,0 0 0,1 0-1,1-1 1,-1 0 0,1 0 0,1 0 0,-1-1 0,1 0-1,1-1 1,13 9 0,5 1-374,0-2 1,0-1-1,42 13 0,-35-15-1445,1-2-1,68 9 1,16-7-6917,-33-7-1271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9.092"/>
    </inkml:context>
    <inkml:brush xml:id="br0">
      <inkml:brushProperty name="width" value="0.035" units="cm"/>
      <inkml:brushProperty name="height" value="0.035" units="cm"/>
    </inkml:brush>
  </inkml:definitions>
  <inkml:trace contextRef="#ctx0" brushRef="#br0">371 1 14749,'-87'119'3135,"61"-81"-2481,2 1 0,2 2 0,2 0 1,1 0-1,2 2 0,2 0 0,-13 64 0,-33 324 1507,48-305-1467,-10 102 714,8 264-1,15-465-1609,2-1 0,1 0 0,1 0 0,12 41 0,-14-63-699,-1-8-183,3-57-2005,-6-97 0,-1 47 1195,13-276-468,-4 308 3562,4 0 0,38-145 0,-31 162-220,-5 16 470,2 1 1,2 0-1,27-53 0,-38 87-1096,2-1 108,-1 0 0,1 0 1,1 0-1,12-13 0,-20 25-451,0 0 1,0 0-1,0-1 1,0 1-1,1 0 1,-1 0-1,0 0 1,0 0-1,0 0 1,0 0-1,0 0 1,1 0-1,-1-1 1,0 1-1,0 0 1,0 0-1,0 0 1,1 0-1,-1 0 1,0 0-1,0 0 1,0 0-1,0 0 1,1 0-1,-1 0 1,0 0-1,0 0 1,0 0-1,1 0 1,-1 0-1,0 0 1,0 0-1,0 1 1,0-1-1,0 0 1,1 0-1,-1 0 1,0 0-1,0 0 1,0 0-1,3 2 35,0-2 20,-1 1 0,1 1-1,-1-1 1,1 0-1,-1 1 1,1-1-1,-1 1 1,0 0-1,4 3 1,-5-3-48,0 0 0,0-1 0,-1 1 0,1 0 0,-1 0 0,1 0 0,-1 0 0,0-1 0,1 1 0,-1 0 0,0 0 0,0 0 0,0 0 0,-1 0 0,1 0 0,0 0 0,-1-1 0,1 1 0,-3 3 0,-2 11-192,-1-1-1,0 0 0,-2 0 0,-11 19 0,8-18-895,-1-1-1,0 0 1,-25 23 0,20-21-1734,1 1 1,-17 24 0,25-31 632,-27 30-9046</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3:59.507"/>
    </inkml:context>
    <inkml:brush xml:id="br0">
      <inkml:brushProperty name="width" value="0.035" units="cm"/>
      <inkml:brushProperty name="height" value="0.035" units="cm"/>
    </inkml:brush>
  </inkml:definitions>
  <inkml:trace contextRef="#ctx0" brushRef="#br0">2 150 10833,'0'0'12813,"0"4"-12361,-1 19-114,0 0 0,2-1 1,0 1-1,6 23 1,-7-43-227,2 0-69,0 0 0,0 1 1,0-1-1,0-1 0,0 1 1,1 0-1,3 3 0,-4-4 21,-2-2-60,0 0 0,0 0 0,0 0 0,0 0 0,0 0 0,0 0 0,0 1 0,0-1 0,0 0 0,0 0 0,0 0 0,0 0 0,0 0 0,0 0 0,1 0 0,-1 0 1,0 0-1,0 1 0,0-1 0,0 0 0,0 0 0,0 0 0,0 0 0,1 0 0,-1 0 0,0 0 0,0 0 0,0 0 0,0 0 0,0 0 0,0 0 0,0 0 0,1 0 0,-1 0 0,0 0 0,0 0 0,0 0 1,0 0-1,0 0 0,0 0 0,1 0 0,-1 0 0,0 0 0,0 0 0,0-1 0,0 1 0,0 0 0,0 0 0,0 0 0,0 0 0,0 0 0,1 0 0,-1 0 0,0 0 0,0 0 0,0-1 0,58-43 467,3 3-1,85-44 1,145-47-2245,-277 127 1261,17-10-2645</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0.218"/>
    </inkml:context>
    <inkml:brush xml:id="br0">
      <inkml:brushProperty name="width" value="0.035" units="cm"/>
      <inkml:brushProperty name="height" value="0.035" units="cm"/>
    </inkml:brush>
  </inkml:definitions>
  <inkml:trace contextRef="#ctx0" brushRef="#br0">262 655 6301,'-29'0'968,"-50"7"0,67-5-642,1 0 0,0 1 1,0 0-1,0 1 0,1 1 0,-1-1 0,-17 12 0,2 3 946,24-17-380,0 0 207,-16 22 1194,18-24-2270,0 0-1,0 0 0,0 0 1,0 0-1,0 0 1,0 0-1,0 0 0,0 0 1,-1 0-1,1 0 1,0 1-1,0-1 0,0 0 1,0 0-1,0 0 1,0 0-1,0 0 1,0 0-1,0 0 0,0 1 1,0-1-1,0 0 1,0 0-1,0 0 0,0 0 1,0 0-1,0 0 1,0 0-1,0 1 0,0-1 1,0 0-1,0 0 1,0 0-1,0 0 0,0 0 1,0 0-1,1 0 1,-1 0-1,0 1 0,0-1 1,0 0-1,0 0 1,0 0-1,0 0 1,0 0-1,0 0 0,0 0 1,0 0-1,1 0 1,-1 0-1,9 10 763,-4-5-520,0 0-1,0 0 0,1 0 0,0 0 0,0-1 0,0 0 1,0 0-1,9 3 0,8 2 118,1-2 0,0 0 0,1-2 0,-1 0 0,47 1-1,-50-4-226,-17-1-19,0-2-14,37-8-178,-41 9 50,0 0 1,0 0-1,-1 0 0,1 0 0,0 0 1,0 0-1,0 0 0,0 0 0,0-1 1,0 1-1,0 0 0,0 0 0,0 0 1,0 0-1,0 0 0,0 0 0,0 0 1,-1 0-1,1 0 0,0-1 0,0 1 1,0 0-1,0 0 0,0 0 0,0 0 1,0 0-1,0 0 0,0 0 0,0-1 1,0 1-1,0 0 0,1 0 0,-1 0 1,0 0-1,0 0 0,0 0 0,0 0 1,0 0-1,0-1 0,0 1 0,0 0 1,0 0-1,0 0 0,0 0 0,0 0 1,0 0-1,0 0 0,1 0 0,-1 0 1,0 0-1,0 0 0,0 0 0,0 0 1,0 0-1,0 0 0,0 0 0,0-1 1,1 1-1,-1 0 0,0 0 0,-15-22-574,10 13 325,-1 0-1,0 1 1,0 0-1,-1 0 1,-12-11 0,-163-123-2615,179 140 2917,-1-1 0,1 0-1,0 0 1,0 1 0,1-2 0,-1 1 0,1 0-1,-1-1 1,1 1 0,0-1 0,0 1 0,0-1-1,1 0 1,-1 0 0,0-6 0,2 7 11,-1 0 0,1 0 0,0 0 0,0 0 0,0-1-1,1 1 1,-1 0 0,1 0 0,0 0 0,0 0 0,0 0 0,0 0 0,0 0 0,1 0 0,-1 1 0,1-1 0,0 0 0,0 1 0,3-4-1,15-13 299,1 1-1,1 1 0,36-21 0,26-21 336,134-94 1996,-125 91-1063,-56 37-986,106-69 2138,-140 92-2412,-6 9-233,-77 195 144,-23 64-168,65-125-71,7 2 1,6 1-1,-10 207 0,31-266-12,-3 34-16,14 212 0,-4-303-148,-1 1 0,-3 47-1,4-11-1562,12-77-557,-11 6 1947,0 1-1,-1-1 1,0 0-1,0 0 1,-1-1-1,1 1 1,-2 0 0,1-1-1,0 0 1,0-12-1,0-14-989,-2-33 0,0 22 398,28-323-4003,-24 326 4696,13-66 1502,60-202 1,-70 286-710,1 0-1,1 1 1,1 0 0,1 0-1,21-30 1,-14 20 112,-14 24-489,0 0-1,1 1 1,-1 0-1,11-12 1,-14 19-182,-1 1 0,1-1 0,0 0 0,0 1 0,-1-1 0,1 1 0,0-1 0,-1 0 0,1 1 0,0 0-1,-1-1 1,1 1 0,-1-1 0,1 1 0,-1 0 0,1-1 0,-1 1 0,1 0 0,-1-1 0,1 2 0,-1-2 12,1 3-30,1 1-1,-1-1 0,0 0 0,0 0 0,0 0 0,-1 1 1,1-1-1,-1 0 0,0 1 0,0-1 0,0 0 0,0 1 1,0-1-1,-1 0 0,1 0 0,-1 1 0,0-1 0,0 0 1,-3 5-1,0 3-743,-1-1 1,0-1 0,-1 1-1,0-1 1,-9 11-1,-10 7-5088,-11 7-3624</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0.598"/>
    </inkml:context>
    <inkml:brush xml:id="br0">
      <inkml:brushProperty name="width" value="0.035" units="cm"/>
      <inkml:brushProperty name="height" value="0.035" units="cm"/>
    </inkml:brush>
  </inkml:definitions>
  <inkml:trace contextRef="#ctx0" brushRef="#br0">11 1 5985,'-1'13'677,"-1"0"613,2-1 8708,17-1-8185,-5-2-788,-1 0 1,0 0-1,16 18 0,-6-5 177,-14-15-892,0-1 0,1 0-1,10 6 1,19 14 482,-28-19-559,0-1 0,19 10 0,6 5 181,-31-18-412,-4-7-763,-2-7 392,2 8 280,0 0 0,0 0-1,0 0 1,0 0 0,-1 0 0,1 0-1,-1 0 1,1 0 0,-1 1-1,0-1 1,0 1 0,-1-1-1,1 1 1,0 0 0,-1-1 0,1 1-1,-6-2 1,-64-49-1525,40 29-1393,-51-31 1,45 33-4572</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0.915"/>
    </inkml:context>
    <inkml:brush xml:id="br0">
      <inkml:brushProperty name="width" value="0.035" units="cm"/>
      <inkml:brushProperty name="height" value="0.035" units="cm"/>
    </inkml:brush>
  </inkml:definitions>
  <inkml:trace contextRef="#ctx0" brushRef="#br0">0 99 10921,'0'23'2066,"0"-18"3746,3-4-4965,15 5-114,-11-4-462,0 0 0,-1 1 0,1-1 0,8 6 0,7 9 150,-1 1-1,35 38 1,-27-26-135,-27-28 409,27-18 1349,-28 15-1980,0 1 0,0-1 0,0 1 1,-1-1-1,1 1 0,0-1 0,0 0 0,0 0 0,0 1 0,-1-1 1,1 0-1,0 0 0,-1 0 0,1 0 0,0-1 0,4-4 111,31-29 310,2 1-1,58-38 1,-43 28-2826,-17 13-3483,-27 9-11703</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1.166"/>
    </inkml:context>
    <inkml:brush xml:id="br0">
      <inkml:brushProperty name="width" value="0.035" units="cm"/>
      <inkml:brushProperty name="height" value="0.035" units="cm"/>
    </inkml:brush>
  </inkml:definitions>
  <inkml:trace contextRef="#ctx0" brushRef="#br0">257 11 14805,'-4'-1'1819,"-25"-8"1029,27 9-1867,-2 1-213,0 1-679,1 0 0,-1 0 0,0 0 1,1 1-1,0-1 0,-1 1 0,1-1 1,0 1-1,1 0 0,-1 0 1,0 1-1,1-1 0,0 1 0,-1-1 1,1 1-1,-1 4 0,-24 47 174,3 2 1,2 1-1,-18 76 1,21-44-246,5 1 0,3 0 0,2 178 0,15-193-429,1 39-3732,-11-68-4121,12-32 202</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1.337"/>
    </inkml:context>
    <inkml:brush xml:id="br0">
      <inkml:brushProperty name="width" value="0.035" units="cm"/>
      <inkml:brushProperty name="height" value="0.035" units="cm"/>
    </inkml:brush>
  </inkml:definitions>
  <inkml:trace contextRef="#ctx0" brushRef="#br0">1 1 17414,'16'14'6490,"10"-13"-3898,-2 4-2120,-1 0 0,0 1 0,0 1-1,0 1 1,-1 1 0,42 24 0,-41-19-322,-1 1 1,0 0 0,-1 2 0,-1 1 0,0 0-1,20 25 1,-28-28-533,-1 1 0,15 26 0,-22-34-679,-1 0 1,1 0 0,2 12-1,-5-17-119,-1 1-1,1 0 0,0 0 1,-1 0-1,0 0 0,0 0 0,0-1 1,-2 8-1,-4 13-10675</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1.466"/>
    </inkml:context>
    <inkml:brush xml:id="br0">
      <inkml:brushProperty name="width" value="0.035" units="cm"/>
      <inkml:brushProperty name="height" value="0.035" units="cm"/>
    </inkml:brush>
  </inkml:definitions>
  <inkml:trace contextRef="#ctx0" brushRef="#br0">32 0 10857,'0'0'1316,"-14"14"-2204,0 0-2444,10 7-1637</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1.970"/>
    </inkml:context>
    <inkml:brush xml:id="br0">
      <inkml:brushProperty name="width" value="0.035" units="cm"/>
      <inkml:brushProperty name="height" value="0.035" units="cm"/>
    </inkml:brush>
  </inkml:definitions>
  <inkml:trace contextRef="#ctx0" brushRef="#br0">1 95 11477,'0'0'3791,"2"3"-2293,1-1-1231,0 1 0,-1 0 0,1 0 0,-1 0 0,1 0 0,-1 0 0,0 0 0,0 1 0,0-1 0,-1 1 0,1-1 0,0 6 0,19 128 1715,-21-134-1556,3-7-359,0-2-50,4-5 18,-1 1 0,0-2 0,-1 1 0,0-1 0,-1 0 0,0 0 0,3-17 0,-8-44 832,2 69-792,8-34 108,-8 34 9,1 2-26,12-19 478,-13 20-168,3 2 57,5 1-281,-1-1-1,1 1 1,-1-2-1,0 1 0,1-1 1,14-2-1,54-11 1090,-12 0-742,-60 13-355,-2 0-200,35 0-8,-37 0-35,0 0 0,-1 0 0,1 0-1,0 1 1,-1-1 0,1 0-1,0 1 1,-1-1 0,1 0 0,0 1-1,-1-1 1,1 1 0,-1-1-1,1 1 1,-1-1 0,1 1 0,-1 0-1,1-1 1,-1 1 0,0 0-1,1-1 1,-1 1 0,0 0-1,1 0 1,0 2 2,23 38 46,-19-31 2,0 0-1,1-1 1,0 0 0,0 0 0,12 13 0,-6-11 165,-1 2 0,13 17 0,-14-17-44,0 0-1,17 16 1,-5-7-63,16 13 105,-36-33-348,1 0-1,-1 0 1,1-1-1,0 1 0,-1-1 1,1 1-1,0-1 0,0 0 1,0 0-1,0-1 0,0 1 1,6 0-1,-8-1 11,0 0 1,0 0-1,0 0 1,0 0-1,1 0 0,-1 0 1,0-1-1,0 1 0,0 0 1,0-1-1,0 1 0,0 0 1,0-1-1,0 0 0,0 1 1,0-1-1,0 1 1,0-1-1,-1 0 0,2-1 1,8-23-6365,-6 15 2577,5-23-10390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07.102"/>
    </inkml:context>
    <inkml:brush xml:id="br0">
      <inkml:brushProperty name="width" value="0.035" units="cm"/>
      <inkml:brushProperty name="height" value="0.035" units="cm"/>
    </inkml:brush>
  </inkml:definitions>
  <inkml:trace contextRef="#ctx0" brushRef="#br0">0 225 5136,'21'42'12101,"-20"-44"-11988,0 0 1,1 1-1,-1-1 0,0 0 1,1 1-1,-1-1 1,1 1-1,-1 0 0,1-1 1,0 1-1,0 0 0,-1 0 1,1 0-1,0 0 0,0 0 1,0 1-1,0-1 1,0 0-1,0 1 0,3-1 1,6 0 232,0 1 0,0-1 0,11 3 0,2-1-299,388 9 1100,149 13-875,-231-8-145,18-4-40,-45-3-118,64 8 84,229 13 48,-92 20-129,103-5 14,-236-55 57,-268 5-41,441-32 7,-73 4-41,-184 13 57,88-5-11,-238 17-10,65-2 5,355 5 29,102 12-23,441-58-32,-554 16 13,-393 28-3,507-24 8,-417 22-23,114-4 41,77 0-13,28 4-55,-20 0 103,-302 10-59,383 3 254,-337-6-15,-36-1-60,125-5 382,-159 8-9,-74 1 59,45-3 1424,-82 2-1601,10 8 237,-3-3-162,1 0-1,17 2 0,-26-6-420,-5-3-2389,-1-2 1888,0 1 0,0-1 0,0 1 1,0 0-1,-1-1 0,1 1 0,-1 0 0,0 0 1,-7-5-1,4 3-1260,-1 1 0,0 0 1,0 1-1,0-1 0,-15-5 0,-27-12-8737</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18.230"/>
    </inkml:context>
    <inkml:brush xml:id="br0">
      <inkml:brushProperty name="width" value="0.035" units="cm"/>
      <inkml:brushProperty name="height" value="0.035" units="cm"/>
    </inkml:brush>
  </inkml:definitions>
  <inkml:trace contextRef="#ctx0" brushRef="#br0">358 99 3340,'-26'11'1165,"21"-8"933,1-2-1187,-54 16 1440,38-12-1181,-28 11 1,19-6 821,-45 10 1,9-3 584,61-16-1961,2 1-425,-1 0 0,1 0-1,-1 1 1,1-1-1,-1 0 1,-2 5-1,3-4 94,0-1 1617,6-2-1523,299-5 1884,176 3-1004,806 29-652,-672-16-505,39-12 1,-462-2-127,421-11 79,471-12-45,-82 1-25,158-2-49,874-2 703,-795 35 1087,-931-13-671,-226 4-1431,-79 3 256,0 0 0,0-1 0,0 1 1,-1 0-1,1 0 0,0 0 0,0-1 1,0 1-1,-1 0 0,1-1 0,0 1 1,0-1-1,-1 1 0,1-1 0,0 1 0,-1-1 1,1 1-1,-1-1 0,1 0 0,-1 1 1,1-1-1,-1 0 0,1 0 0,-1 1 1,0-1-1,1 0 0,-1-1 0,1 0-73,-1 0 0,1 0 0,-1 0 0,0 1 0,1-1 0,-1 0 0,0 0 1,0 0-1,-1 0 0,1-3 0,-1 2-105,0 1 1,-1-1 0,1 1-1,0-1 1,-1 1 0,1 0-1,-1 0 1,0-1 0,0 1-1,0 0 1,0 0 0,-3-2-1,-33-20-5888,36 23 5667,-52-29-11002</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19.458"/>
    </inkml:context>
    <inkml:brush xml:id="br0">
      <inkml:brushProperty name="width" value="0.035" units="cm"/>
      <inkml:brushProperty name="height" value="0.035" units="cm"/>
    </inkml:brush>
  </inkml:definitions>
  <inkml:trace contextRef="#ctx0" brushRef="#br0">29 554 12521,'-1'-1'120,"1"0"-1,-1 0 1,0 0-1,1 1 0,-1-1 1,0 0-1,0 0 1,0 1-1,0-1 1,1 0-1,-1 1 1,0-1-1,0 1 1,0-1-1,0 1 1,0 0-1,-1-1 1,1 1-1,0 0 0,-2 0 1,0-1 271,-1 0 764,8 0-41,232-47 2739,-20 3-2530,605-32 2688,-111 68-2593,3 34-602,-69-3-289,458-26 542,-7-94 986,-814 57-2049,303-48-7,-326 38 1,-239 46 0,-11 3 0,0 0 0,0 1 0,1 0 0,13 0 0,4-3 0,-15 0 0,-13 1 0,-13 0 0,14 3 0,-96-15-1740,-64-13-5159,147 24 4272,-1-1 0,-19-8 0,-26-20-10636</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29.684"/>
    </inkml:context>
    <inkml:brush xml:id="br0">
      <inkml:brushProperty name="width" value="0.035" units="cm"/>
      <inkml:brushProperty name="height" value="0.035" units="cm"/>
    </inkml:brush>
  </inkml:definitions>
  <inkml:trace contextRef="#ctx0" brushRef="#br0">70 71 6537,'0'0'4289,"-4"-2"-3553,-31-13 477,32 14-137,0 0-547,0 0 21,-12-5-752,9 4 5783,38 3-5158,33 7 1,4 1-75,113 7 86,358 41 9,203 20-332,-672-75-99,586 10 77,-488-13-145,137-5 65,181 6 33,-350 6-129,83 2 100,340 2 48,-296-9-65,-95 0 1,57-3-23,-145-2 46,246-6-52,45-4 33,-275 17 19,50-2-34,-41 0 12,46-3 3,76-7 9,-71 5 13,442-7-50,-342 5 24,-123 1 14,7 1-13,402 5-52,-142 10 12,217-15 93,-409 4 7,101-8-61,3-1-46,96-6 55,-356 12-8,648-21 19,-371 17-10,-6 1-30,188-16 55,-36-20-49,-370 30-8,270-18 15,-235 29-3,400 6-26,177 9 259,-418 2-211,-186-9 15,22 1-47,201 2 14,-208-9 1,280-13 264,42-22-73,-68 45-172,-253-5-8,93 7 7,259 3-5,-101-18-19,-201 3 25,638 37 312,-544-16 411,-246-20-256,31-3 0,-37 0 308,37 4 0,-55-3 972,45 0-2351,-49-4-565,-1 0 756,0 0 1,-1-1-1,1 1 0,-1 0 1,1 0-1,-1 0 0,-1 0 1,1 1-1,0-1 0,-5-5 1,-3-2-2180,0 1 1,-14-10 0,-20-15-9072</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34.073"/>
    </inkml:context>
    <inkml:brush xml:id="br0">
      <inkml:brushProperty name="width" value="0.035" units="cm"/>
      <inkml:brushProperty name="height" value="0.035" units="cm"/>
    </inkml:brush>
  </inkml:definitions>
  <inkml:trace contextRef="#ctx0" brushRef="#br0">0 266 6581,'0'0'8506,"3"0"-7952,32-6 763,-31 5 987,15-5-1437,-11 4-724,0 1 1,0 0 0,1 0 0,-1 1 0,1 0 0,9 2-1,36-1 78,31-5 115,85 8 1,-36-1-185,21 2-23,170 16-7,61-18 73,-297-5-167,89-5 66,71-1-82,125 0 15,-221 3-37,341-37-28,-129 33 65,-236 10-2,-49 2 30,30-2-74,130 4 36,-61 0-35,-25-6-5,134 2 15,-161-5-18,0 1 48,195-1-7,-232 1-8,396-20 30,-408 18-6,364-26-75,-257 24 30,-46 3 5,323-16-19,-169 16 15,156-3 60,-344 4-42,385-8-4,-322 4 10,-66 3-72,118-6 91,-64 8-41,255 10 15,-193-3 41,-142-6-26,5 0-29,63 2 11,66 2-8,60 5-20,0 2 5,26-2 33,-116-5-11,-3 5 53,105 1-68,175 14 19,-392-18-29,252 27-2,-12-1 14,-165-23 33,27 1 9,-5-2-29,-13-2 69,157 6-99,-185-9 46,314 5-46,-364-6 20,267 11 16,-220-8-41,52 3 44,-19-2-30,-11-2 36,188 12-56,-274-13 62,271-3 21,-13-1 35,112-8-69,-77-1-27,-243 8 33,68 2-42,-5 7 25,1-1-24,33-2 15,-150 1-6,99-5 0,-76-2 12,117 11 0,-63-1 14,-40-1 6,30 1 26,-2-4-37,60-2 10,449-1 19,-496 8-45,-59-3-2,85-4 0,59-1 19,-140 3-5,123-11 0,587-47 7,-744 53 4,69-2 19,67-3 57,-1-1 47,18-2 2,-9 5-81,-7 0 1,61 3-23,-72 4 71,21 1-138,4 0 216,-27-4-172,112-5 149,608-35-178,-710 49-14,-44 0 14,203 0 24,-122 0 31,42 1 20,33-3-23,-128-1-24,35 8 59,-8-1-83,1-2 51,112 0 3,250-51 469,-273 16-374,319-3 1141,-169 7 27,-252 13-796,1 8 0,190 24 1,-318-20 17,0-2 0,70-6 0,87-21 545,-39 4-550,4-3 270,-164 23-741,29 4-25,8 1-16,-24-5-6,-1 2 0,25 2 0,4 2 0,-14-3 0,47 11 0,-42-6 0,0-2 0,71 2 0,-56-4 0,-8-6 0,-37 3 0,-5-1 0,1 1 0,0 0 0,0 0 0,0 0 0,0 1 0,0-1 0,-1 0 0,1 1 0,0-1 0,0 1 0,2 1 0,-39-16-1499,-43-24 1,-9-5-2615,5 5-4084,8-12-5422,70 47 12762</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57.200"/>
    </inkml:context>
    <inkml:brush xml:id="br0">
      <inkml:brushProperty name="width" value="0.035" units="cm"/>
      <inkml:brushProperty name="height" value="0.035" units="cm"/>
    </inkml:brush>
  </inkml:definitions>
  <inkml:trace contextRef="#ctx0" brushRef="#br0">357 95 4952,'-1'0'126,"-1"1"-1,0-1 1,0 1-1,0-1 1,1 0-1,-1 0 0,0 0 1,0 0-1,0 0 1,0 0-1,0 0 0,1-1 1,-1 1-1,0-1 1,0 1-1,0-1 1,1 0-1,-1 0 0,0 0 1,-1-1-1,-4-2 287,5 4-343,1-1-1,0 1 1,-1-1-1,1 1 1,0 0-1,-1-1 1,1 1-1,0 0 1,-1 0-1,1 0 1,-1 0 0,1 0-1,0 0 1,-3 1-1,-3 0 124,-1 0 21,0-1 0,0 2 0,0-1 1,0 1-1,-14 6 0,-19 3 467,-87 19 3100,124-29-2366,0-1-737,-18 0-264,3-1 2776,35 3-1547,93 0-629,-28-2-438,186 11 654,757 34-13,-610-48-1049,-98 0-87,94-4-14,-127 0-76,206 0 242,220-2 652,311 3-66,-759 17-741,70 0 27,-4-11 266,268-7 500,25-18 347,-502 19-823,-56 5-128,13-2-93,-55 2-75,-1 0 1,26 4-1,4-1 123,130 2-3,-133-2-218,0-7 0,-26 3 0,-19 2-9,-1 0-1,1 0 1,-1 0 0,1 0-1,-1 0 1,1 0-1,-1 0 1,1 0 0,-1 0-1,1-1 1,-1 1 0,0 0-1,1 0 1,-1 0 0,1-1-1,-1 1 1,0 0 0,1-1-1,-1 1 1,1 0-1,-1-1 1,0 1 0,0 0-1,1-1 1,-1 0 0,-4-1-326,0-1 0,0 1 0,-1 0 0,1 0 0,-1 0 0,-8-2 0,-11-4-991,18 5 746,-49-26-2852,50 26 2336,0 0 0,0-1 1,1 1-1,0-1 1,-1 0-1,1 0 0,1-1 1,-7-8-1,-3-20-10900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58.034"/>
    </inkml:context>
    <inkml:brush xml:id="br0">
      <inkml:brushProperty name="width" value="0.035" units="cm"/>
      <inkml:brushProperty name="height" value="0.035" units="cm"/>
    </inkml:brush>
  </inkml:definitions>
  <inkml:trace contextRef="#ctx0" brushRef="#br0">10 9 8749,'-9'-8'3676,"20"12"2827,3 2-3514,-1-2-4375,16 0 1987,0-2 1,29-1 0,-1 0-43,436 11 4028,10 1-3066,-185 4-1102,296 18-20,-4 10-299,-513-39-14,295 17 712,-289-20-19,-89-3-574,1 1 0,0 0 0,16 4 0,-11-2 109,13 5-254,-7-2-152,-23-6-456,-6-7-2687,-42-87-5100,30 65 2762,-6-16-6438</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51.783"/>
    </inkml:context>
    <inkml:brush xml:id="br0">
      <inkml:brushProperty name="width" value="0.035" units="cm"/>
      <inkml:brushProperty name="height" value="0.035" units="cm"/>
    </inkml:brush>
  </inkml:definitions>
  <inkml:trace contextRef="#ctx0" brushRef="#br0">113 172 7713,'-13'1'563,"1"1"1,0 0-1,-21 7 9252,16-15-8268,14 5-1068,1-1 0,-1 1 0,1 0 1,-1 1-1,1-1 0,-1 0 1,-4 0-1,8 1-216,1-1 0,-1 0-1,1 0 1,0 1 0,-1-1 0,1 0 0,-1-1 0,0 1-1,3-2 1,8-6 565,5 1-281,0 2 1,1 0 0,0 1-1,0 1 1,1 1 0,20-2-1,9-1 109,171-23-544,257 2-1,-81 25-111,-217 3 0,-8 0 0,-139-1 28,-21 0 3,21 7-345,-39-9-810,0 0 0,0 0 0,0 0 0,0-1 0,0 0 0,-14-9 0,-5-7-8461,13 5-2490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52.478"/>
    </inkml:context>
    <inkml:brush xml:id="br0">
      <inkml:brushProperty name="width" value="0.035" units="cm"/>
      <inkml:brushProperty name="height" value="0.035" units="cm"/>
    </inkml:brush>
  </inkml:definitions>
  <inkml:trace contextRef="#ctx0" brushRef="#br0">15 193 9881,'-4'-3'1066,"-6"-11"10550,13 13-10123,162-31 1795,107-16 2135,-108 29-5423,95-7 0,-200 20 0,-33 5 0,-17 1 0,31-1 0,-17-2 0,-37-2-1338,-27-3-1565,2 1-228,-12-7-7489,23 10-1171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5:02.816"/>
    </inkml:context>
    <inkml:brush xml:id="br0">
      <inkml:brushProperty name="width" value="0.035" units="cm"/>
      <inkml:brushProperty name="height" value="0.035" units="cm"/>
    </inkml:brush>
  </inkml:definitions>
  <inkml:trace contextRef="#ctx0" brushRef="#br0">428 137 4916,'29'-23'1156,"-23"18"-141,2-12 377,18-23 1433,-25 38-1698,2 1-946,1 0 0,-1 1 1,1-1-1,-1 0 0,0 0 0,0-1 0,0 1 0,4-2 0,-1-1 5270,-10 4-5375,-25-9 126,21 9-97,-14 5 24,-1 1 0,1 1 0,-43 20 0,-29 15 171,85-38-284,1 0 0,-1 1 1,1 1-1,-10 7 0,-7 5 17,18-13-8,1 0-1,1 0 0,-1 0 0,1 1 1,0 0-1,0 0 0,-7 11 0,12-16-18,-1 0 0,0 1 0,1-1 0,-1 0 0,0 0 0,0-1-1,0 1 1,0 0 0,0 0 0,0 0 0,0-1 0,0 1 0,0 0 0,-2 0 0,-4 3 13,2 1 8,-1 1-1,1 0 0,1 1 1,-1-1-1,1 1 0,0 0 1,1 0-1,-1 0 1,-2 12-1,-11 19 52,8-18-53,2 0 0,0 0 1,1 0-1,2 1 1,0 0-1,-2 34 1,0-9-31,3-22 40,-1 30-1,12 119 2,-7-155-20,0 10-21,0-13 0,0 1 0,0-1 0,2 1 0,6 23 0,-7-26 0,2 0 1,0 0-1,0 0 1,1 0-1,12 20 1,-15-30 18,-1 0 1,17 32-17,-16-31-58,-1-2 36,21 73 103,-20-69-78,-1 0 1,0 1-1,0 0 0,0-1 1,-1 1-1,0-1 0,0 1 1,-1 8-1,0-8 7,0 1 0,1 0 0,0 0 0,2 9-1,-1-9-8,-1 0-1,0 1 1,0-1-1,-1 0 1,0 0-1,-2 10 1,3-15 3,0 1 1,1-1-1,-1 0 1,0 1-1,1-1 1,2 7-1,-1-5-5,-2-2-20,3 0-10,2 2 35,1 1-1,0-1 1,0 0 0,1-1-1,0 1 1,-1-1-1,11 4 1,-16-8 2,1 1 0,-1-1 0,0 0 0,0 0 0,0 1 0,1-1 0,-1 0 0,0 0 0,0 0 0,1 0 0,-1-1 0,0 1 0,0 0 0,1 0 0,0-1 1,5-1 4,26-2 16,-1-1 0,1-2-1,-2-1 1,1-1 0,-1-2 0,44-21-1,-64 25-14,1 0-1,-1-1 0,0 0 1,17-17-1,-10 9 5,5-6 23,-2 0 0,0-1 0,-1-2 0,-1 0-1,31-54 1,23-52 137,-68 122-152,-1 0 0,0-1 0,-1 1 1,3-15-1,7-20 21,-9 32-32,-2 0-1,0 0 0,0 0 1,-1-1-1,-1-22 1,0 27-10,0 6-3,0 1 0,0-1-1,0 1 1,0-1 0,1 1 0,-1-1 0,1 1 0,-1 0 0,1-1 0,-1 1 0,1 0 0,0-1 0,-1 1-1,1 0 1,2-2 0,-2 2 6,0 0-1,-1-1 1,1 1-1,0 0 1,0 0-1,-1 0 1,1-1-1,-1 1 0,1 0 1,-1-1-1,1 1 1,-1 0-1,0-1 1,0 1-1,0-3 1,1-8 2,1 0 1,0-1 0,3-11-1,6-34 78,3-27 80,-6 42-144,6-13 37,-10 42-18,0 0-1,-1 0 0,2-20 0,-4 24-4,-1 0-1,0 0 0,-1 0 0,0 1 1,-1-1-1,0 0 0,-5-15 0,6 22-7,1 1 0,-1-1-1,0 0 1,1 1 0,0-1-1,0 0 1,0 0 0,0 1-1,1-6 1,-1-8 40,0 9-34,-1 1 0,0 0 0,0-1 0,-1 1 0,0 0 0,0 0 0,-1 0-1,1 0 1,-1 0 0,0 1 0,-1-1 0,0 1 0,1 0 0,-2 0 0,1 0 0,0 0 0,-1 1 0,0 0-1,0 0 1,-9-5 0,-16-10 58,20 12-72,0 1-1,0 0 1,0 1-1,-1 0 0,0 0 1,0 1-1,0 0 1,-22-3-1,-27 2-683,-116 4 0,69 7-2718,104-5 3145,-36-2-2394,14-8-3614,8 1-1627</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53.201"/>
    </inkml:context>
    <inkml:brush xml:id="br0">
      <inkml:brushProperty name="width" value="0.035" units="cm"/>
      <inkml:brushProperty name="height" value="0.035" units="cm"/>
    </inkml:brush>
  </inkml:definitions>
  <inkml:trace contextRef="#ctx0" brushRef="#br0">162 197 5432,'-3'20'1693,"2"-16"2257,-1-6-2924,-3-2-541,3 1-161,0 0 0,-1 0 0,1 1 1,-1 0-1,0-1 0,0 1 0,0 0 0,0 1 1,0-1-1,0 0 0,0 1 0,-1 0 1,1-1-1,0 1 0,-1 1 0,1-1 0,-8 0 1,-5 1 465,0 1 1,0 0 0,-22 6 0,34-6 2148,7-2-1891,13-3-511,-1 0 1,1 0-1,0 2 0,0 0 1,20 1-1,18-3 365,1265-89 2167,-889 69-3069,-407 23-139,-19 1-659,-7 1-2017,-26 14-378,26-13 1220,2-20-4487,0 16 5901,1-1 0,-1 1 0,1-1 0,0 1 0,0-1 0,0 1 0,0-1 0,1 1 0,-1-1 0,2-3 0,12-15-7697</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4:53.925"/>
    </inkml:context>
    <inkml:brush xml:id="br0">
      <inkml:brushProperty name="width" value="0.035" units="cm"/>
      <inkml:brushProperty name="height" value="0.035" units="cm"/>
    </inkml:brush>
  </inkml:definitions>
  <inkml:trace contextRef="#ctx0" brushRef="#br0">0 92 7649,'0'0'10715,"5"0"-9362,43 3 1586,0-2 0,83-9 0,-43 1-1159,71-8-397,23-1-313,-146 16-1070,30-3 0,-46-1 0,45-3 0,-16 6 0,0-2-7615,-52 1 5450,-7-2 476,-16-9-6167,6 1-2602</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5:04.055"/>
    </inkml:context>
    <inkml:brush xml:id="br0">
      <inkml:brushProperty name="width" value="0.035" units="cm"/>
      <inkml:brushProperty name="height" value="0.035" units="cm"/>
    </inkml:brush>
  </inkml:definitions>
  <inkml:trace contextRef="#ctx0" brushRef="#br0">715 269 5380,'7'-25'15120,"-11"26"-14857,3-1-248,-9 1 75,1 1 0,-1 0-1,1 0 1,0 1 0,-9 4 0,-2 2 11,0-2 0,0 0 0,-28 5 0,24-6-4,-43 15 0,14 1 17,28-13-56,0 2-1,1 0 1,0 1-1,1 2 1,-28 20-1,27-14 16,5-6-49,1 1 0,0 1 0,1 1 1,1 0-1,0 1 0,-16 24 0,22-24 1,4-9-14,0 0-1,1 1 0,1-1 0,-1 1 0,2 0 0,-5 16 0,3-2 33,0-5-36,1 0 0,1 1 1,1-1-1,1 27 0,14 126 5,-10-149-6,2 0 0,0-1-1,12 33 1,-10-35-5,-1 0-1,4 30 1,-5-28-1,11 39-1,61 139-43,-72-189 44,1-1 1,0 0 0,0 0-1,1-1 1,1 0-1,-1 0 1,1-1 0,1 0-1,0 0 1,14 9-1,-15-11 3,1-1-1,0 0 1,1 0-1,-1-1 1,1-1-1,0 1 1,0-2-1,0 1 0,12 0 1,12 1 27,47-2 1,-72-2-23,14-2-11,0 0 0,1-1 0,35-11 1,-30 7 34,-16 3-33,1 0-1,-1-1 0,0 0 1,0-1-1,-1 0 1,0-1-1,0-1 1,0 0-1,-1 0 1,0-1-1,-1-1 1,0 0-1,0 0 0,-1-1 1,0 0-1,-1 0 1,9-19-1,5-14-8,-2-1 0,-2-2 1,20-76-1,-26 81 8,35-172-9,-28 114 13,-11 54 333,-2 1-1,-1-2 1,-3 1 0,-2 0-1,-2-1 1,-14-81-1,11 108-126,-1 1-1,0 0 1,-1 0-1,-2 0 1,-18-31-1,4 13 16,-45-55-1,55 77-249,-1 0-1,0 1 1,0 1 0,-2 0-1,1 1 1,-36-21 0,30 23-827,-1 1 1,0 0-1,0 2 0,-1 0 1,-35-4-1,29 6-3794,-51-3 0,30 11-4617</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5:53.287"/>
    </inkml:context>
    <inkml:brush xml:id="br0">
      <inkml:brushProperty name="width" value="0.035" units="cm"/>
      <inkml:brushProperty name="height" value="0.035" units="cm"/>
    </inkml:brush>
  </inkml:definitions>
  <inkml:trace contextRef="#ctx0" brushRef="#br0">1 154 10365,'0'0'13361,"2"-1"-13019,-1-1-266,1 0 1,0 0 0,0 1 0,0-1 0,1 1 0,-1-1 0,0 1 0,0 0 0,1 0 0,-1 0-1,1 0 1,2 0 0,2 0 64,0 0-1,0 1 1,14 1-1,7 3 207,39 9 0,-18-3-141,420 68 699,-106-36-758,4-23-71,-192-16-45,53 3 14,148 8-85,-19 0 51,-256-11 3,33 4-67,37-3 93,83 2-18,14 2-23,-32 4-9,87-10-22,-304-3 4,500-22 90,-35 8-96,-298-1 77,5 0-65,15-2-31,-77 11 73,94-2 2,20 2-40,92 2-46,-129 5 103,148 0-195,-183-10 186,-94 4-81,64-1 36,42-1-93,9-8 31,-10 2-125,-61 1 98,-77 7 14,50-1-1,-37 5 70,83-16 1,14-1 22,-51 7-32,12 0 14,28-2 28,-54 8 23,157-5-200,-83 4 243,-105 5-58,37 0 14,232 7-13,-195-6-38,-45-1 27,77 3 13,-132 0-68,38-4 0,9-1 9,613 11 107,-610-8-84,92 2 52,107-5-42,-88-3 42,-129 7-13,204 7-97,-133 1 94,-84-6-7,43 3-57,209 2 9,-196-4 67,-22 0-20,227 5-11,-98 2 79,-90-2-158,197 2 71,-228-9-101,27-3 143,-5-2-56,-26 2 115,87 1-72,6 1-42,-119 0 28,-35 0 17,41-3 0,-53 2-40,1 0 0,27 4 0,5-1 42,595 2-18,-423 3-18,27 6-59,-73-1 55,290 9 34,102-11 12,-484-10-43,176 7-25,-13-7 32,-120-7 15,161 3-10,-49 8-4,270-32 55,-393 20-109,34-5 46,-38 5-102,-24 2 146,197-8 26,-192 11-37,126-8 17,117-3-99,-143 13 16,50 2-51,-70 7 145,255 2-43,-267-10 17,25-1-71,68 4 61,-81 1-12,-151-4-7,35 0-5,62 8 1,-90-6 5,0-1-1,45-4 1,25-1-41,99 8 23,50 1 25,164 30-81,-113-34 73,7-1 6,-51 4 4,118 5-13,84 6-42,-304-16 80,166-24-1,-269 20-54,93 1 1,-93 4-31,68 8 79,-34-2-84,215 1 171,-287-7-112,-1-1 1,0 0-1,1-1 0,10-4 0,-2 2 24,15-2-30,0 1-1,45 0 1,-39 3 0,321-4 87,-360 6-84,206-7 343,-106 8-244,-33 1-85,112 6 444,-119-1-116,-44-4-167,1-1 0,31 0 0,-12-2 33,45 5 0,13 0 110,163 5 495,-218-10-454,0-1 1,41-7-1,-77 7-339,0 1 1,0 0-1,0 0 0,0 0 0,0 1 0,-1 0 1,8 1-1,-3 0 35,-4-1 200,-1-1-136,15 1 132,-4 0-2094,-27-6 105,9 3 1472,0 1 0,0-1 1,1 0-1,-1 0 0,1-1 0,0 1 0,0-1 0,-1 0 0,2 0 0,-1 0 0,0 0 1,1 0-1,-1 0 0,-2-6 0,-6-7-876,-51-55-9136,33 33 267</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5:55.943"/>
    </inkml:context>
    <inkml:brush xml:id="br0">
      <inkml:brushProperty name="width" value="0.035" units="cm"/>
      <inkml:brushProperty name="height" value="0.035" units="cm"/>
    </inkml:brush>
  </inkml:definitions>
  <inkml:trace contextRef="#ctx0" brushRef="#br0">326 25 4296,'0'0'4531,"-3"-1"-4287,-26-8 187,26 9-221,-13 1 131,0 1 0,0 0 0,1 1 1,-29 10-1,-8 2 753,6-4-187,41-9-435,-14 2 368,8-2 782,-1 0 0,1-1 0,-17 0 0,42 8-1122,-10-4-405,4-2-8,-1 0 1,1 0-1,-1-1 0,1 0 1,0 0-1,0-1 0,0 0 1,0 0-1,0-1 0,11 0 0,14 1 20,598 33 496,-279-7-522,-151-9-1,54-5-61,140 0 231,-157-8-236,14-5-34,143-6 252,-366 6-228,-5 1 15,37-5 0,35-7 118,155 4 0,-228 7-37,220-1-236,-127-5 64,-39 5 58,85 2 87,55-2-97,-60-2 54,-45 0-36,-44 1 91,47 3-145,-85-1 50,47-5 0,5 0-18,-64 5 25,234-4 144,119-16 804,-276 24 9,-72-5-852,-18 1-19,-2 0 3,38-6 89,-36 5-92,-2 1-21,17 0-23,32 0 623,55 7 0,-61-1-162,-43-5-342,1-1-12,37 0 84,-37 0 72,0 0-218,40-6 118,-39 5 1064,-2 0-1299,26-8 295,-26 9 940,-22-13-5241,-10-18 1393,-4-3-1915,7 11-2180,-11-9-4982</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5:58.295"/>
    </inkml:context>
    <inkml:brush xml:id="br0">
      <inkml:brushProperty name="width" value="0.035" units="cm"/>
      <inkml:brushProperty name="height" value="0.035" units="cm"/>
    </inkml:brush>
  </inkml:definitions>
  <inkml:trace contextRef="#ctx0" brushRef="#br0">28 172 7321,'-28'25'11898,"32"-25"-11287,172 0 1724,191 0-658,-211 6-1167,70 2 110,174 0 117,2 1-432,-250-9-277,1215-14 99,-135-3-38,-610 3 126,-429 5-162,130-4-130,-11 0-19,51-8 147,146-15 53,-330 19-130,247-15 136,-358 28-171,201-9 230,43 2 351,28-3-372,73 15-125,-167 5-99,22 8 100,-207-10-32,103 9 64,341 16-92,-27-29 79,-189-2-114,66 7 85,-256-5-37,569 11-17,-458-7 85,29 2-37,-28-1 183,-69-3 86,98 2 579,133 3-1118,-377-10-1333,-10-9-656,-1 2 0,-28-17 0,7 9-3719,-3 0-5117</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06.943"/>
    </inkml:context>
    <inkml:brush xml:id="br0">
      <inkml:brushProperty name="width" value="0.035" units="cm"/>
      <inkml:brushProperty name="height" value="0.035" units="cm"/>
    </inkml:brush>
  </inkml:definitions>
  <inkml:trace contextRef="#ctx0" brushRef="#br0">373 64 8697,'-9'7'486,"0"-1"287,-1-1 3851,28-30-166,-22 26-4234,-14 6-112,-1 0 0,1 0 0,0 2 1,1 0-1,0 1 0,1 1 0,0 0 0,0 2 1,1-1-1,1 2 0,0 0 0,1 1 0,-15 21 1,18-21-83,0 0-11,0 1 0,1 0 1,1 1-1,-10 27 0,4 7 62,1 1 0,3 0 0,2 1-1,2-1 1,3 1 0,2 1 0,7 55-1,9 15 137,6 0 1,55 183-1,-56-248-169,3-1 0,2-2 0,54 90 0,-69-130-19,0-1 0,1-1 0,0 0 0,1 0 0,1-1 0,0-1 0,1 0 0,0-1 0,1 0 0,0-1 0,0-1 0,1 0 0,31 11 0,-36-18-22,0 0 1,1 0-1,-1-2 1,0 1-1,0-1 1,0-1-1,0 0 1,14-3-1,-11 2-3,4-1 17,-1-1 0,1 0 0,-1-2 0,0 0 1,16-9-1,74-45-20,-80 44-5,-5 2 5,-1-1-1,-1-1 1,0-1 0,-1-1-1,-1 0 1,-1-1 0,0-1-1,-2-1 1,0 0 0,19-39-1,25-43-23,-36 66 20,-18 28 4,-1 0 1,0 0 0,0 0-1,-1-1 1,3-15 0,2-6-4,2 6-10,-5 13 29,-1-1 1,0 1-1,4-24 0,1-113 112,-5 54-43,-1 23 103,-4 0 1,-14-114 0,12 170-137,-1 0 1,-8-23 0,5 20 96,-6-32 0,11 32-96,1 10-20,0 0 0,-1 1 0,1-1 0,-2 0 0,1 1 0,-1 0 0,0-1 0,-9-13 0,-19-26 162,8 9 252,-42-48 0,46 69-290,-1 1 0,-1 1-1,-1 0 1,0 2 0,-34-16 0,46 25-140,-18-9 11,-1 2 1,1 2-1,-2 0 0,1 2 0,-2 1 0,1 2 0,0 0 0,-32 1 0,24 2-38,-1 2 0,1 2 1,1 1-1,-1 2 0,0 2 1,1 1-1,-47 17 0,73-21-212,1 0-1,0 0 0,0 1 0,0 0 0,0 1 0,1 0 0,0 1 1,0 0-1,0 0 0,1 1 0,1 0 0,-1 0 0,1 1 0,0 0 1,1 0-1,0 1 0,1-1 0,0 1 0,0 1 0,-3 12 0,8-23 215,-9 23-2610,-2 10-5680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14.189"/>
    </inkml:context>
    <inkml:brush xml:id="br0">
      <inkml:brushProperty name="width" value="0.035" units="cm"/>
      <inkml:brushProperty name="height" value="0.035" units="cm"/>
    </inkml:brush>
  </inkml:definitions>
  <inkml:trace contextRef="#ctx0" brushRef="#br0">3029 95 6721,'-3'2'1387,"-26"5"9845,-4-6-7129,-38-6-5840,24 0 2598,-149 2-750,138 3-69,-153 2 117,-401 55 1,508-39-147,-300 45 335,351-57-211,-60 8-72,109-13-62,-301 61 159,246-44-131,1 2 0,-104 54 0,126-53-38,1 2 1,2 2 0,0 1 0,1 2 0,-44 50 0,68-68 0,1 0 0,0 0 0,1 0 0,-9 20-1,-5 8-12,10-20 14,2 0 1,0 1 0,-7 23-1,-7 18 1,8-27 12,2 0-1,-15 63 1,-11 63-26,25-101 35,3 2 0,-5 90-1,13-125-11,-1 38 22,2 0 0,3 0 0,10 70 0,-3-50-67,-7-61 33,0-1 1,1 0 0,1 0 0,7 22 0,-2-15 57,5 33-1,-9-40-82,0 1 0,13 31 1,-3-20 19,2 0 0,1-1 0,1-1 0,26 32 0,103 103-2,-122-137 10,-7-8 7,24 21 0,22 15 44,-27-22-31,1-2-1,75 48 1,-95-69-44,29 25-1,-35-26 48,1 0-1,0-1 1,0 0 0,27 12-1,-8-8-51,21 10 39,1-2 0,1-2 0,59 12 1,11-15 71,150 1 0,-196-12-150,20 1-2,50-6 27,-30-6 18,-113 5 33,35-4-8,80-17 1,254-81 46,-258 69-31,21-17 13,-94 32 111,-22 8-145,-1-2 1,0 0 0,-1-2-1,21-17 1,-3 3-9,-38 28 17,20-15 26,0 0 0,-1-1 0,30-30 0,-40 34 33,-1-1 1,0 0-1,0 0 0,11-24 1,21-63 152,-17 39-161,-13 32 87,14-54 1,-19 59-109,6-42 224,-6 30-90,0 4 19,-1 1-1,-1-1 1,-2 1-1,-3-61 1,-1 26 6,1 45-123,-1 1 1,-1-1-1,-1 1 0,-7-21 0,3 13 53,-4-34 0,-11-69-10,0 6-1,-32-305 880,50 306-827,-2 18-72,4 38 217,0-42 154,9-1-185,-7 32-78,2 34-132,-1 3 54,-2 1 0,-12-64 0,-9 20 123,21 77-222,-1-1 1,1 1 0,-2 0-1,1 0 1,-1 1 0,0-1-1,-10-12 1,10 15-15,0 1-1,-1-1 1,0 1-1,0 0 1,0 0-1,-1 1 1,1 0 0,-1-1-1,0 2 1,0-1-1,-7-2 1,-2 1-18,-1 1 0,1 0 0,-1 1 0,1 0 1,-28 2-1,12 1-289,1 2 1,-33 7 0,50-7-10,-51 13-1849,59-14 1585,-1 0 0,0 0 0,1 1 1,0 0-1,0 0 0,0 0 0,0 1 0,-7 5 0,10-7-1501,30 2-14901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15.763"/>
    </inkml:context>
    <inkml:brush xml:id="br0">
      <inkml:brushProperty name="width" value="0.035" units="cm"/>
      <inkml:brushProperty name="height" value="0.035" units="cm"/>
    </inkml:brush>
  </inkml:definitions>
  <inkml:trace contextRef="#ctx0" brushRef="#br0">1304 280 6197,'0'0'14350,"-3"-1"-14080,1 0-197,0 0-43,1 0 1,-1 0 0,0 0 0,0 0 0,1 0-1,-1 1 1,0-1 0,0 1 0,0 0 0,0-1-1,0 1 1,0 0 0,0 0 0,0 0 0,0 0 0,-2 1-1,-20 6 214,-47 6 0,36-7-153,-304 65 724,275-57-648,-51 16-89,63-14-27,38-13-38,0 1 1,1 1 0,-1 0 0,1 1-1,0 0 1,-21 14 0,20-8-17,1 0 1,0 1-1,1 1 1,1 0-1,0 0 1,0 1 0,2 0-1,0 1 1,-14 33-1,15-30-3,-17 33 1,16-36 6,0 0 0,-10 32-1,2 7 4,-25 54-1,9-28-30,-15 32 38,39-94-3,-11 37 0,-1 1-6,12-31-1,1 0 1,2 0-1,0 1 0,-3 35 0,2-7 4,-2 13 33,0 99-1,14 71 70,-2-175-120,18 223 94,-7-163-84,-6-78 9,1 65 0,-7-88-2,1 0 0,1 0 0,1 0 0,1-1 0,16 38 0,-14-36 0,-3-12-3,0 0 0,1 0 0,0 0 0,1-1 0,0 0 0,1 0 0,12 12-1,14 15-14,55 54 45,35 26-28,-70-69-26,34 27 132,-76-65-109,10 8 17,1-1 0,0-1 1,2-1-1,30 14 0,28 5-36,1-4-1,144 31 0,2-6-57,-53-12 61,-115-32 20,0-3 0,1-2 0,-1-3 0,122-11-1,248-61 103,-65-8-107,-104 9 33,-176 44-38,22-11 84,129-60 0,-203 80-104,79-40 49,181-118 1,-246 138 80,-1-1 0,84-86 1,-106 92 188,0-1 1,31-50-1,-51 72-234,6-14 215,0 0-1,-1 0 0,10-34 1,-10 28-6,4-17 262,10-59-1,-8 32-153,62-319 1256,-66 294-1178,0-165-1,-9 134-188,12-113 153,-13 205-305,-2-1 0,-1 1 0,-2-1-1,-2 1 1,-15-67 0,6 60-1,-2 1 1,-31-62-1,31 76-77,-2 1 0,-1 0 0,-1 1 1,-2 1-1,-1 1 0,0 1 0,-2 1 0,-1 1 0,0 1 0,-51-32 1,-3 8 22,-2 4 0,-157-56 0,-187-20-92,293 91 2,-233-14 1,300 37-398,-1 2-1,0 3 1,0 3 0,1 3-1,0 3 1,0 3 0,1 3 0,-73 28-1,-135 74-3974,194-80-1245,-102 69 1,84-39-4398</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16.946"/>
    </inkml:context>
    <inkml:brush xml:id="br0">
      <inkml:brushProperty name="width" value="0.035" units="cm"/>
      <inkml:brushProperty name="height" value="0.035" units="cm"/>
    </inkml:brush>
  </inkml:definitions>
  <inkml:trace contextRef="#ctx0" brushRef="#br0">213 165 10389,'13'4'128,"1"0"3182,-26-12-857,11 7-2388,-1 1-1,1-1 1,-1 1-1,1-1 1,-1 1-1,0 0 1,1 0-1,-1 0 1,1 0-1,-1 0 1,1 0-1,-1 0 1,1 0-1,-1 1 1,1-1-1,-1 1 1,1-1-1,-1 1 1,1-1-1,-1 1 1,1 0 0,0 0-1,-1 0 1,1 0-1,0 0 1,0 0-1,0 0 1,0 0-1,0 0 1,0 0-1,-1 2 1,-5 6 115,0 1 0,1 0 1,-6 12-1,7-11-58,-9 18 444,1 1 0,-16 62 0,10-30 12,-10 8 123,22-57-289,1 0 0,0 0 0,1 1 0,1 0 0,0 0 0,0 0 1,-1 25-1,5-36-303,0-1-1,0 1 1,0-1 0,1 0 0,-1 1 0,1-1 0,-1 1 0,1-1 0,0 0 0,0 0 0,0 1 0,0-1-1,0 0 1,1 0 0,-1 0 0,1 0 0,-1 0 0,1 0 0,4 2 0,-3-1 10,1-1 0,1 1 0,-1-1 0,0-1 0,0 1 0,1 0 0,-1-1 0,1 0-1,-1 0 1,6 0 0,6 0 90,-1-1-1,1 0 1,0-1-1,0-1 1,23-5-1,-33 6-209,0-1 0,0 0 0,0 0 0,-1 0 0,1-1 0,-1 0 0,1 0 0,-1 0-1,0-1 1,0 1 0,0-1 0,-1-1 0,1 1 0,-1 0 0,0-1 0,0 0 0,-1 0-1,1 0 1,-1-1 0,3-6 0,14-29-802,-18 34 549,0 0 1,0 0-1,0-1 0,-1 1 0,0 0 0,0 0 0,-1-1 0,0 1 0,0 0 0,0 0 0,-1-1 0,-1 1 0,-2-12 0,2 13 15,0 1 0,0 0 0,-1 0 0,1 0-1,-1 0 1,0 0 0,0 0 0,-1 1-1,-5-7 1,-39-32-1813,39 36 1730,-2-2-4,-1-1 362,0 1 0,0 0 0,-1 0 0,-17-8 0,17 11 565,0-1 1,1 0-1,-13-11 0,22 16-397,2 2-153,1 0 0,0 0-1,0 0 1,-1 0-1,1-1 1,0 1-1,0 0 1,-1 0-1,1 0 1,0-1 0,0 1-1,0 0 1,-1 0-1,1-1 1,0 1-1,0 0 1,0 0-1,0-1 1,0 1-1,-1 0 1,1-1 0,0 1-1,0 0 1,0-1-1,0 1 1,0-1-1,-2-10 667,2 10-604,-1-1 0,1 0 1,-1 1-1,1-1 0,0 1 0,0-1 0,0 0 0,-1 1 1,2-1-1,-1 1 0,0-1 0,0 0 0,0 1 0,1-1 1,-1 1-1,1-1 0,-1 1 0,1-1 0,0 1 1,0-1-1,-1 1 0,1 0 0,0-1 0,0 1 0,0 0 1,1 0-1,-1 0 0,0 0 0,0 0 0,1 0 0,-1 0 1,0 0-1,1 0 0,-1 1 0,3-2 0,12-7 218,1 1 0,0 1 0,0 0 0,20-4 0,79-15 977,-75 18-1175,320-35-133,-197 28 0,-128 13 0,-21 1 0,-1 0 0,19-4 0,-18 0 54,-13 1 22,-15-2-360,10 4-118,-14-6-1129,0 1 1,0 0-1,-20-4 1,25 8-816,0 1 0,0 0-1,-20 0 1,-27 2-11374</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17.576"/>
    </inkml:context>
    <inkml:brush xml:id="br0">
      <inkml:brushProperty name="width" value="0.035" units="cm"/>
      <inkml:brushProperty name="height" value="0.035" units="cm"/>
    </inkml:brush>
  </inkml:definitions>
  <inkml:trace contextRef="#ctx0" brushRef="#br0">78 50 6537,'-38'-14'4271,"34"14"-612,0 0-1936,-5 1-2872,-13-1 13425,40-5-9450,15 1-2095,-1 0 0,51 3 0,-9 0-300,811-20-431,-704 20 0,358 5 0,-224-4-2987,-530 1-12252,134 5 3682</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18.314"/>
    </inkml:context>
    <inkml:brush xml:id="br0">
      <inkml:brushProperty name="width" value="0.035" units="cm"/>
      <inkml:brushProperty name="height" value="0.035" units="cm"/>
    </inkml:brush>
  </inkml:definitions>
  <inkml:trace contextRef="#ctx0" brushRef="#br0">88 453 8261,'4'-5'755,"4"-5"-176,-6 4 5324,-3 4-5693,0 0-1,0 0 1,0 0 0,-1 1-1,1-1 1,0 1-1,-1-1 1,1 1 0,-1 0-1,0-1 1,-2 0 0,2 1 1428,1-2-1412,0 1 0,0 0 0,-1 0 1,1 0-1,-1 0 0,0 1 0,0-1 0,1 0 0,-1 1 1,0-1-1,0 1 0,0 0 0,-1-1 0,1 1 1,-3-1-1,-13-9 2368,-11-8-1891,27 17-194,2 6-479,9 37 63,21 64-1,-3-14 39,-15-46 108,2 0 0,2 0 0,1-1 0,3-2 0,2 0 0,1-1 0,51 67 0,-52-77-100,-19-25-109,1 0-1,0 0 1,0-1 0,0 1-1,1-1 1,0 0-1,0 0 1,1 0-1,-1-1 1,1 1-1,11 5 1,-16-10-28,0 0-1,0 0 1,0 0 0,-1 0 0,1 0 0,0 0 0,0 0 0,0 0 0,0 0-1,-1 0 1,1 0 0,0-1 0,0 1 0,0 0 0,-1-1 0,1 1 0,0-1-1,0 1 1,-1-1 0,1 1 0,0-1 0,-1 1 0,1-2 0,2 0-6,-1 0-13,1 0 0,-1-1 0,0 1 0,1-1 1,-1 1-1,0-1 0,-1 0 0,1 0 0,0 0 0,-1 0 0,2-6 0,9-42-365,-8 25 157,7-36-544,-3 0-1,0-88 1,-18-126-1070,7 238 1696,-1 1 0,-1-1-1,-2 2 1,-2-1 0,-2 1 0,-15-38 0,17 54 277,-1 0 0,-1 1 0,-15-20 1,13 12 1736,12 23-1446,0 1 1823,13 3-1463,1 2 0,-1 0 0,14 3 0,-4 0-347,11 1-306,160 23-67,120-17-65,-118-7 0,-63-4 30,-67-2-114,73 8 0,-133-7-1101,-8 0-2102,-4 1 1562,0 0 0,0 0 0,0 1 1,0-1-1,1 2 0,-8 2 0,-19 9-11374</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19.143"/>
    </inkml:context>
    <inkml:brush xml:id="br0">
      <inkml:brushProperty name="width" value="0.035" units="cm"/>
      <inkml:brushProperty name="height" value="0.035" units="cm"/>
    </inkml:brush>
  </inkml:definitions>
  <inkml:trace contextRef="#ctx0" brushRef="#br0">81 391 12141,'-14'-17'1793,"11"13"-305,-8 12 626,10-6-2065,-1 1 1,1-1-1,-1 0 1,1 1-1,0-1 1,-1 1-1,1 0 1,1-1-1,-1 1 1,0 0-1,1-1 1,-1 1-1,1 0 1,0 0-1,0 4 1,-4 21-726,1-19 296,-1 0 1,0-1-1,-1 0 0,-8 13 0,10-18 400,1 1 1907,5-7-1327,8-7-46,0-1 1,-1 0-1,14-21 0,-7 9-192,-1 4 129,-2-1 0,0-1 0,-2 0 0,0-1 1,-1 0-1,15-46 0,-25 64-612,-9-13-2601,0 4 1966,7 11 96,-2 4 114,-27 19-219,28-20 891,-1-2 162,-27-11 509,27 11 402,5-2-913,4-7-149,-1 0 0,2 0 1,-1 0-1,9-8 0,-13 16-217,-3 1-1653,1 0 1569,0-1-1,-1 1 1,1-1 0,0 1 0,-1 0 0,0-1 0,1 1 0,-1 0 0,0-1-1,0 0 1,-5-8-1501,5 2-2369,-3 9 3849,-38 12 7798,46 67-5369,-2-54-2099,-1 0 1,-5 49 0,1-30-233,3-43 67,0 0 0,-1 0 0,1 0 0,-1 0 0,1 0 0,-1 0 0,0 0 0,0 0 0,0 0 0,0-1 0,0 1 0,0 0 0,0-1 0,-3 3 0,-2 5-616,21-48 984,1 0-1,2 1 0,1 1 0,2 1 1,2 0-1,1 2 0,30-32 1,-41 51 208,-7 6-189,1 1 0,0 1 1,0 0-1,1 0 0,-1 0 1,2 1-1,16-10 1,-23 15-329,0 0 0,0 0 1,1 1-1,-1-1 1,0 1-1,1 0 0,-1 0 1,0 0-1,1 0 0,-1 0 1,0 0-1,1 0 1,-1 1-1,0-1 0,0 1 1,1 0-1,-1 0 0,0 0 1,0 0-1,0 0 1,0 0-1,0 0 0,0 1 1,0-1-1,0 1 1,-1-1-1,1 1 0,0 0 1,-1 0-1,0 0 0,3 3 1,2 4 38,-1 0 0,0 1 0,0-1 1,-1 1-1,5 18 0,-7-23-78,26 101-780,-19-31-2717,-9-72 3061,0 1 0,0-1-1,0 1 1,-1 0 0,1-1 0,-1 1 0,0-1 0,-2 6-1,-14 20-8403</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19.918"/>
    </inkml:context>
    <inkml:brush xml:id="br0">
      <inkml:brushProperty name="width" value="0.035" units="cm"/>
      <inkml:brushProperty name="height" value="0.035" units="cm"/>
    </inkml:brush>
  </inkml:definitions>
  <inkml:trace contextRef="#ctx0" brushRef="#br0">1920 0 6961,'-33'30'1760,"33"-30"-1713,0 0-1,0 1 1,0-1 0,0 0 0,-1 0 0,1 1 0,0-1-1,0 0 1,-1 1 0,1-1 0,0 0 0,-1 0 0,1 0-1,0 1 1,0-1 0,-1 0 0,1 0 0,-1 0 0,1 0-1,0 0 1,-1 0 0,1 1 0,0-1 0,-1 0 0,1 0-1,0 0 1,-1 0 0,1 0 0,-1 0 0,1 0 0,0-1-1,-1 1 1,-17-3 1253,0 0-1,0 1 1,-23 0-1,-15-1 126,-25-3-158,-121 5-1,159 3-981,-1 3 0,1 2 0,0 2 0,-61 20 0,-45 37 464,106-45-582,11-5-12,1 2 0,-51 39 0,-51 54 166,116-96-287,-37 35 89,3 2 1,2 2 0,2 2 0,-39 64 0,31-34 6,5 3 1,-53 124 0,60-105 21,5 1-1,-36 174 0,63-222-84,2-1 1,3 1-1,3 1 0,8 99 1,0-111-30,3-1 0,1 0 1,3-1-1,2 0 0,1-1 1,27 53-1,-19-53 42,3-1 1,61 84-1,-67-106-64,0-1-1,1 0 1,2-2-1,0 0 1,1-2-1,38 24 1,-22-21-53,2-1 1,0-3-1,1-1 1,1-3-1,1-1 1,0-2-1,55 6 1,-32-10-176,1-3-1,0-3 1,0-3 0,79-13 0,-53-1 17,-2-4 0,158-57 0,-192 56 215,0-4 0,-2-2 0,-1-2 0,-1-3 0,-2-2 0,-1-3-1,-2-1 1,-2-3 0,-2-2 0,-1-2 0,-2-2 0,49-71-1,-43 42 44,-3-1 0,-4-3 0,37-98 0,61-266 826,-123 374-450,-3 0-1,-3-1 0,-3 0 0,-3 0 1,-8-119-1,1 166-361,-2-1-1,-1 1 1,0 0 0,-2 1 0,-1-1-1,-1 1 1,-1 1 0,0-1-1,-2 2 1,-1 0 0,0 0 0,-2 1-1,0 1 1,-1 0 0,-1 1 0,-1 1-1,0 1 1,-2 0 0,-31-19 0,-7 1-196,-2 2 1,-1 3-1,-2 3 1,0 2-1,-68-15 1,32 18-1332,-181-17 0,25 30-2905,88 21-4130,90-3-709</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1.979"/>
    </inkml:context>
    <inkml:brush xml:id="br0">
      <inkml:brushProperty name="width" value="0.035" units="cm"/>
      <inkml:brushProperty name="height" value="0.035" units="cm"/>
    </inkml:brush>
  </inkml:definitions>
  <inkml:trace contextRef="#ctx0" brushRef="#br0">279 240 12681,'-23'33'713,"12"-17"-97,0-1 0,-1 0 0,-1-1 0,-25 23 0,22-22 60,0 2 0,1 0 0,1 0 0,1 1 0,0 1-1,-14 28 1,21-35-481,-6 11 394,-15 38 0,24-54-370,1 0-1,0 1 0,1-1 1,0 0-1,0 0 0,0 1 1,1-1-1,0 1 1,0-1-1,2 9 0,-1-14-117,-1 0 0,1 0-1,0 0 1,0 0 0,0 0 0,0-1-1,0 1 1,0 0 0,1-1-1,-1 1 1,1-1 0,-1 1-1,1-1 1,-1 1 0,1-1 0,0 0-1,0 0 1,-1 0 0,1 0-1,0 0 1,0-1 0,0 1-1,0 0 1,0-1 0,0 1 0,0-1-1,0 0 1,0 0 0,0 0-1,1 0 1,1 0 0,6-1 258,-1 1 0,0-2 0,0 1 0,0-1 0,17-6 0,-16 4-215,0 0 1,-1 0-1,0-1 1,1-1-1,-2 1 1,1-2-1,-1 1 1,0-1-1,0 0 1,-1-1-1,0 0 0,0 0 1,-1 0-1,0-1 1,7-13-1,-9 16-204,-2 1 0,1-1 0,-1 1 1,1-1-1,-2 0 0,1 0 0,-1 1 0,1-1 0,-2 0 0,1-1 0,-1 1 0,0-10 0,-1 10-134,0 0 1,0 1-1,-1-1 1,1 1-1,-1-1 0,0 1 1,-1-1-1,0 1 1,1 0-1,-1 0 1,-1 1-1,1-1 0,-1 1 1,-6-7-1,1 2-169,7 6 231,-1 0 0,0 1 0,1-1 1,-1 1-1,0 0 0,-1 0 0,1 0 1,0 0-1,-1 0 0,-3-1 0,-55-37-1206,6 13 2285,56 27-931,0 0-1,0 0 1,0 0 0,0 0-1,0 0 1,-1 0-1,1 0 1,0 0 0,0 0-1,0 0 1,0 0 0,0-1-1,0 1 1,0 0-1,-1 0 1,1 0 0,0 0-1,0 0 1,0 0 0,0 0-1,0 0 1,0-1-1,0 1 1,0 0 0,0 0-1,0 0 1,0 0 0,0 0-1,0 0 1,0-1-1,0 1 1,0 0 0,0 0-1,0 0 1,0 0 0,0 0-1,0 0 1,0-1-1,0 1 1,0 0 0,0 0-1,0 0 1,0 0 0,0 0-1,0 0 1,0-1-1,0 1 1,0 0 0,0 0-1,0 0 1,0 0 0,1 0-1,0-5 198,0 1-11,0 1 0,0-1 0,0 1 0,0 0 0,0-1 0,1 1 0,0 0 0,0 0 0,0 0 0,0 0 0,0 0 0,0 0 0,1 1 0,0-1 0,-1 1 0,7-4 0,12-7 9,1 0 1,0 2-1,43-14 1,78-17 325,-40 13-409,11-9-128,120-31 0,-206 63 0,-11-2-54,-17 8 39,0-1 0,0 1-1,1 0 1,-1 0 0,0 0 0,0 0-1,1 0 1,-1 0 0,0-1-1,0 1 1,1 0 0,-1 0 0,0 0-1,0 0 1,0-1 0,1 1-1,-1 0 1,0 0 0,0-1 0,0 1-1,0 0 1,0 0 0,0-1-1,1 1 1,-1 0 0,0 0 0,0-1-1,0 1 1,0 0 0,0-1-1,0 1 1,0 0 0,0 0 0,0-1-1,0 1 1,0 0 0,0-1-1,0 1 1,-1 0 0,1 0 0,0-1-1,0 1 1,0 0 0,0 0-1,0-1 1,-1 1 0,1 0 0,0 0-1,0 0 1,0-1 0,-1 1-1,1 0 1,0 0 0,0 0 0,0 0-1,-1-1 1,1 1 0,0 0-1,-1 0 1,1 0 0,0 0 0,-4-1-333,1 0 1,0 1-1,0-1 1,-1 1-1,1 0 1,0 0-1,-1 0 1,1 0-1,0 0 1,-4 2 0,-2 0-1862,1 0 1,0 0 0,-13 6-1,-22 16-13917</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2.558"/>
    </inkml:context>
    <inkml:brush xml:id="br0">
      <inkml:brushProperty name="width" value="0.035" units="cm"/>
      <inkml:brushProperty name="height" value="0.035" units="cm"/>
    </inkml:brush>
  </inkml:definitions>
  <inkml:trace contextRef="#ctx0" brushRef="#br0">323 215 13305,'-6'1'246,"-1"-1"-1,0 0 1,1 1 0,-1 1-1,1-1 1,0 1 0,-1 0-1,1 0 1,0 1-1,0 0 1,1 0 0,-1 0-1,0 1 1,1-1-1,0 1 1,0 1 0,0-1-1,0 1 1,1 0-1,0 0 1,0 0 0,0 0-1,1 1 1,-1 0 0,-3 9-1,-3 6-104,-1-1 63,0 1 0,2-1-1,1 2 1,-10 38 0,13-31-1,1-1 0,2 1 0,0 0 0,2 0 0,1 0-1,9 52 1,11 8 926,-20-84 865,-13-54-5360,-25-13 788,25 44 1689,1-1 0,-11-23 1,13 21 436,1 0 1,-9-38-1,15 47 613,0 1 0,1-1 0,1 0 0,-1 1 0,2-1 0,3-23 0,2 7 690,2 1 0,1 0 1,1 0-1,1 1 0,1 0 1,2 1-1,0 1 0,22-29 1,-21 36-224,0 0 1,2 1 0,-1 1 0,2 0 0,0 1-1,1 1 1,0 1 0,39-19 0,-52 29-465,1-1-1,0 1 1,0 1 0,0-1 0,0 1 0,0 0 0,0 1 0,0-1 0,12 2-1,-16-1-119,0 1-1,-1-1 0,1 1 0,0-1 0,0 1 0,-1 0 1,1 0-1,0 0 0,-1 0 0,1 0 0,-1 1 0,1-1 0,-1 1 1,0 0-1,1 0 0,-1 0 0,0 0 0,0 0 0,0 0 1,-1 0-1,1 1 0,-1-1 0,1 0 0,-1 1 0,0 0 1,0-1-1,0 1 0,1 4 0,-1 3-47,-1 1 0,-1 0 0,0 0 0,0 0 0,-1-1 0,0 1-1,-1-1 1,-8 19 0,4-10-414,-2-1-1,0 0 1,-1-1-1,-1 0 1,0-1-1,-24 27 1,-4-4-3225,-48 38 1,81-72 3249,-48 38-6782,-2-9-4789</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2.935"/>
    </inkml:context>
    <inkml:brush xml:id="br0">
      <inkml:brushProperty name="width" value="0.035" units="cm"/>
      <inkml:brushProperty name="height" value="0.035" units="cm"/>
    </inkml:brush>
  </inkml:definitions>
  <inkml:trace contextRef="#ctx0" brushRef="#br0">1 79 10385,'1'1'163,"1"-1"1,-1 1-1,0-1 1,1 0-1,-1 1 1,1-1-1,-1 0 1,1 0-1,-1 0 1,1 0-1,-1 0 1,1 0-1,-1-1 1,1 1-1,-1 0 1,3-2-1,-4 1 146,1 0 0,-1-1-1,0 1 1,1-1 0,-1 1 0,0-1 0,0 1-1,0-1 1,0 1 0,-1 0 0,1-1 0,0 1-1,-1-1 1,0-2 0,0-1 497,0 2 1824,6 3-109,58-3 2551,29 1-1935,4 8-2758,317 3 47,-388-13-522,-24 4 73,0-1 1,-1 1 0,1 0 0,-1-1 0,1 1 0,0 0 0,-1-1 0,1 1 0,-1-1 0,1 1-1,-1-1 1,1 1 0,-1-1 0,1 1 0,-1-1 0,0 1 0,1-2 0,-1 0-146,1 0 0,-1 0 0,-1 0 0,1 1 1,0-1-1,0 0 0,-1 0 0,1 0 0,-1 1 0,1-1 1,-1 0-1,0 0 0,-1-2 0,-4-9-1458,6 13 1477,0 0 1,0 0 0,0 0-1,0-1 1,0 1 0,0 0-1,0 0 1,0 0 0,0 0-1,0 0 1,0 0 0,0-1-1,0 1 1,0 0 0,0 0-1,0 0 1,0 0 0,-22 8-22495</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3.267"/>
    </inkml:context>
    <inkml:brush xml:id="br0">
      <inkml:brushProperty name="width" value="0.035" units="cm"/>
      <inkml:brushProperty name="height" value="0.035" units="cm"/>
    </inkml:brush>
  </inkml:definitions>
  <inkml:trace contextRef="#ctx0" brushRef="#br0">1 39 16898,'101'-21'2996,"-80"11"-192,0 10-308,0-4 1089,4 4-2305,-1-3 528,1 6-1176,-1-3-364,-17 18-2144,0 3-220,-59-35-1273,-15 14 157,22 31-3345,-4-10-6116</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3.408"/>
    </inkml:context>
    <inkml:brush xml:id="br0">
      <inkml:brushProperty name="width" value="0.035" units="cm"/>
      <inkml:brushProperty name="height" value="0.035" units="cm"/>
    </inkml:brush>
  </inkml:definitions>
  <inkml:trace contextRef="#ctx0" brushRef="#br0">0 127 20702,'123'-49'2916,"-78"39"-360,-17 6-535,11-3-409,0 0-332,-4 3-300,0 1-448,-11-1-816,1 4-1012,-22-21-1076,4 4 11,-38 20-5331,-18-3-7918</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4.340"/>
    </inkml:context>
    <inkml:brush xml:id="br0">
      <inkml:brushProperty name="width" value="0.035" units="cm"/>
      <inkml:brushProperty name="height" value="0.035" units="cm"/>
    </inkml:brush>
  </inkml:definitions>
  <inkml:trace contextRef="#ctx0" brushRef="#br0">33 1391 16133,'12'-9'2283,"-10"8"-272,-4 2-329,0 0-1522,0 0 0,0 0 0,0 0 0,0 0 0,1 0 0,-1 0 0,0 1 0,1-1 0,-1 0 0,1 1 0,0 0 0,-1-1 0,1 1 0,0 0 0,-2 2 1,2 3 5,-1-1 0,1 1 0,0-1 0,-1 13 0,-9 159 1269,13 196 1,17-103-669,84 426 1,-102-694-765,128 508 409,-106-438-284,4-1 1,3-1-1,3-2 1,74 116 0,-91-162-89,27 30 1,-38-47-46,0-1 0,0 0 1,0-1-1,1 1 1,0-1-1,0 0 1,0-1-1,0 1 1,1-1-1,10 4 1,-15-7-6,1 1 1,-1-1 0,1 0-1,-1 1 1,1-1 0,-1 0-1,1-1 1,-1 1-1,1 0 1,-1-1 0,1 1-1,-1-1 1,0 0 0,1 0-1,-1 0 1,0 0-1,0 0 1,1-1 0,-1 1-1,0 0 1,0-1 0,-1 0-1,1 1 1,3-5-1,0 0-48,0-1-1,0-1 1,-1 1-1,0 0 1,0-1-1,3-13 1,9-32-586,-4-1 0,12-102 0,-19 115 341,11-116-1197,-7-243-1,-42-157-550,20 382 1552,-91-875-903,69 739 1879,-51-224 1127,80 500-1467,-24-95 656,28 126-661,0-1-1,1 0 1,0 0 0,0 0 0,0 0 0,1 0 0,0 0 0,0 0 0,0 0 0,0 0 0,1 0 0,0 0 0,0 0 0,0 0 0,1 1 0,0-1 0,0 0 0,0 1 0,0-1 0,4-4 0,-2 4 53,0 0 1,1 1 0,0 0-1,0 0 1,0 0-1,0 0 1,0 1-1,1 0 1,0 0 0,-1 0-1,1 1 1,0 0-1,0 0 1,1 1 0,5-2-1,69-7 733,-1 3 0,105 5 0,-129 2-819,128-1-99,389 6 0,-367 2 0,763 9 0,-924-16-628,-1-3-1,63-12 1,-92 12 300,0-1 0,0 0 0,-1-1 0,1-1 0,-1 0 0,-1-1 1,1 0-1,-1-1 0,-1 0 0,19-17 0,-25 20-651,-1-1 0,1 0 0,-2-1 0,9-12 0,0-11-5876,-8 12-5686</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4.942"/>
    </inkml:context>
    <inkml:brush xml:id="br0">
      <inkml:brushProperty name="width" value="0.035" units="cm"/>
      <inkml:brushProperty name="height" value="0.035" units="cm"/>
    </inkml:brush>
  </inkml:definitions>
  <inkml:trace contextRef="#ctx0" brushRef="#br0">18 568 7061,'-16'45'2907,"16"-44"-2813,-1 0 1,1 0-1,0 0 0,0 0 0,0 0 1,0 0-1,0 0 0,0 0 0,0 0 1,0 0-1,1 0 0,-1 0 0,0 0 0,0 0 1,1 0-1,-1 0 0,1 0 0,-1 0 1,2 1-1,0 2 191,3 11 240,-1-5-172,-1 1-1,0-1 1,0 1-1,0 14 1,0-6-52,0 1 1,1-1-1,7 21 0,7 30 389,-1-6-117,-12-50-461,-1 1 1,0 0-1,-1-1 1,2 28-1,-4-13 52,10 53-1,-6-56 197,2 51 1,-7-74-41,0 0 72,-6 26 562,5-26-120,-1-5-521,0 1-286,0 0-1,0 0 0,0-1 1,0 1-1,0-1 1,1 0-1,-1 1 0,0-1 1,1 0-1,0 0 1,-1 0-1,1 0 0,0 0 1,0 0-1,0-1 1,0 1-1,0 0 0,1 0 1,-1-1-1,1 1 1,-1 0-1,1-1 0,0-3 1,-18-308 1041,17 215-98,16-119 0,-5 146-68,4-1 1,2 2-1,3 0 0,51-120 1,-8 52 139,-60 136-1015,-4 9-132,-8 29-1111,-1-1-1,-2 1 0,-2-2 0,-1 0 1,-28 44-1,19-44-824,6-9-2081,-23 40 0,15-4-5744</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5.336"/>
    </inkml:context>
    <inkml:brush xml:id="br0">
      <inkml:brushProperty name="width" value="0.035" units="cm"/>
      <inkml:brushProperty name="height" value="0.035" units="cm"/>
    </inkml:brush>
  </inkml:definitions>
  <inkml:trace contextRef="#ctx0" brushRef="#br0">1009 9 10929,'-12'0'1379,"-1"0"0,1-1 0,-14-2 0,14 1-602,0 1 0,-1 0 0,1 1 0,-16 1 1,-9 5-459,1 2 1,-1 1 0,2 1-1,-1 2 1,1 2 0,1 1-1,1 2 1,0 1 0,1 2-1,1 0 1,1 3 0,-41 38-1,31-20 119,2 0-1,2 3 0,1 1 1,3 2-1,1 0 1,3 3-1,2 0 1,2 2-1,-30 95 0,42-103-163,2 0 0,1 1 0,3 0 0,1 1 0,3 59 0,4-69-114,1 1 0,2 0 0,2-1 0,1 0-1,2-1 1,1 0 0,17 36 0,-18-50-157,1-1 0,0 0-1,2-1 1,0 0 0,1-1 0,1-1 0,1 0 0,18 16 0,-23-24-326,0 0 1,1-1-1,-1-1 1,2 0-1,-1 0 1,1-1-1,0 0 1,0-2-1,0 1 1,1-1-1,0-1 1,-1-1-1,1 0 1,16 0-1,-8-3-1901,0-1 1,0-1-1,0-1 1,22-7-1,-39 9 1581,73-18-11583</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5.632"/>
    </inkml:context>
    <inkml:brush xml:id="br0">
      <inkml:brushProperty name="width" value="0.035" units="cm"/>
      <inkml:brushProperty name="height" value="0.035" units="cm"/>
    </inkml:brush>
  </inkml:definitions>
  <inkml:trace contextRef="#ctx0" brushRef="#br0">1 0 6989,'8'49'8336,"-1"2"-3691,6 96 372,6 23-2212,-3-34-1762,-14-114-1236,2 0 1,8 29 0,3 12-3550,-14-53 2748,5 18-1287,3-7-4709,-2-9-4277</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5.839"/>
    </inkml:context>
    <inkml:brush xml:id="br0">
      <inkml:brushProperty name="width" value="0.035" units="cm"/>
      <inkml:brushProperty name="height" value="0.035" units="cm"/>
    </inkml:brush>
  </inkml:definitions>
  <inkml:trace contextRef="#ctx0" brushRef="#br0">0 8 21646,'21'3'5580,"4"-10"-3499,-1 4 899,8 10-2500,-1 0-480,-10-7 0,4 0 0,-11 10 0,-4 1-296,-6-29-5565,-1 1 2413,8 38-3377,6 3-6528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6.379"/>
    </inkml:context>
    <inkml:brush xml:id="br0">
      <inkml:brushProperty name="width" value="0.035" units="cm"/>
      <inkml:brushProperty name="height" value="0.035" units="cm"/>
    </inkml:brush>
  </inkml:definitions>
  <inkml:trace contextRef="#ctx0" brushRef="#br0">367 146 13325,'-42'8'2125,"40"-8"-2001,1 1-1,0-1 1,0 0 0,0 1 0,0-1-1,-1 1 1,1 0 0,0-1-1,0 1 1,0 0 0,0 0-1,1 0 1,-1-1 0,0 1-1,0 0 1,0 0 0,1 0-1,-2 2 1,-4 5 814,-5-2 1,9-5-810,0-1 1,0 1-1,0 0 0,0 0 1,1 1-1,-1-1 1,0 0-1,-2 3 0,-4 6 82,1 0-1,0 0 1,1 0 0,0 1-1,-5 14 1,-8 13 166,18-36-362,-25 48 296,1 1 0,-31 94-1,-29 211-48,79-317-293,2 1 1,3-1-1,2 42 1,0-21 18,-1-60 13,0 1 0,0-1-1,0 0 1,0 0-1,0 0 1,0 0-1,0 0 1,0 0 0,-1 1-1,1-1 1,0 0-1,0 0 1,1 0-1,-1 0 1,0 0-1,0 0 1,0 1 0,0-1-1,0 0 1,0 0-1,0 0 1,0 0-1,0 0 1,0 0 0,0 1-1,0-1 1,0 0-1,0 0 1,0 0-1,1 0 1,-1 0-1,0 0 1,0 0 0,0 0-1,0 0 1,0 0-1,0 1 1,0-1-1,1 0 1,-1 0 0,0 0-1,0 0 1,0 0-1,0 0 1,0 0-1,0 0 1,1 0-1,-1 0 1,0 0 0,0 0-1,0 0 1,0 0-1,0 0 1,0 0-1,1 0 1,-1-1-1,6 1 4,-4 1-1,0-1 0,0 0-1,0 0 1,0 0 0,0 0-1,1 0 1,-1-1-1,0 1 1,0-1 0,0 1-1,0-1 1,0 0-1,0 1 1,-1-1 0,1 0-1,0-1 1,0 1 0,-1 0-1,1 0 1,0-1-1,-1 1 1,1-1 0,-1 1-1,0-1 1,1 0 0,-1 1-1,0-1 1,1-2-1,15-25-46,0 0 0,-2-2 0,-1 1 0,-2-2 0,-1 0 0,9-43 0,-12 33-384,-2-1 0,-2 1 0,-1-2 0,-3 1 0,-1 0 0,-10-59 0,-27-55-1311,5 20 1497,30 120 774,0 1-1,2-1 1,0 0 0,1 0 0,1 0 0,3-19 0,-3 32-300,1-1-1,-1 0 1,1 0 0,0 1 0,0-1 0,1 1 0,-1-1 0,1 1-1,0 0 1,0 0 0,1 0 0,-1 0 0,1 1 0,-1 0 0,1-1-1,0 1 1,1 1 0,-1-1 0,0 0 0,1 1 0,7-3 0,-2 2 37,0 0 1,0 0 0,1 1 0,-1 0 0,1 1-1,0 0 1,-1 1 0,1 0 0,14 2-1,-23-2-224,1 0 0,0 1 0,0 0-1,-1-1 1,1 1 0,-1 0 0,1 0-1,-1 1 1,1-1 0,-1 0 0,0 1-1,1-1 1,-1 1 0,0 0 0,0 0-1,0 0 1,2 3 0,-2-2-18,0 1 0,0 0 1,0-1-1,0 1 0,-1 0 0,0 0 1,0 0-1,0 0 0,0 0 1,0 7-1,-1-2-199,0 1 1,-1-1-1,0 1 1,0-1-1,-1 0 1,0 0-1,-1 0 1,0 0-1,-6 13 1,4-15-225,0 0 0,0 0 0,0 0 1,-1-1-1,0 0 0,0 0 0,-11 7 0,-5 6-1314,-23 27-6062,5-6-5891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6.681"/>
    </inkml:context>
    <inkml:brush xml:id="br0">
      <inkml:brushProperty name="width" value="0.035" units="cm"/>
      <inkml:brushProperty name="height" value="0.035" units="cm"/>
    </inkml:brush>
  </inkml:definitions>
  <inkml:trace contextRef="#ctx0" brushRef="#br0">123 1 16446,'11'0'404,"0"-1"1,0 2 0,0-1 0,-1 1 0,1 1-1,0 0 1,-1 1 0,1 0 0,-1 0 0,0 1-1,0 1 1,0-1 0,-1 2 0,1-1 0,-1 1-1,-1 1 1,1-1 0,-1 1 0,0 1 0,-1 0 0,11 13-1,-4-1 338,-1 0-1,-1 0 1,-1 1 0,0 0-1,-2 1 1,-1 0-1,0 1 1,-2-1-1,4 26 1,-3 1-741,-3 1 0,-1-1 1,-3 1-1,-10 83 0,-49 195-30,0-102-1277,43-181-300,-1-1 0,-46 82 0,49-103 953,-126 206-10037,57-113-1603</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7.262"/>
    </inkml:context>
    <inkml:brush xml:id="br0">
      <inkml:brushProperty name="width" value="0.035" units="cm"/>
      <inkml:brushProperty name="height" value="0.035" units="cm"/>
    </inkml:brush>
  </inkml:definitions>
  <inkml:trace contextRef="#ctx0" brushRef="#br0">0 316 12425,'49'-12'7131,"23"6"-4391,-34 3-1203,770-39 2459,1 26 399,-492 11-3852,430 1-543,373-11 0,-1026 11 0,114-20 0,-192 21-67,1 0 0,-1-1 0,1-1 0,-1-1 0,-1 0 0,1-1 0,-1-1 0,14-9 0,-27 16-97,0 0 0,-1 0 0,1 0 0,-1 0 0,1 0 1,-1 0-1,0 0 0,0-1 0,1 1 0,-1 0 0,0-1 1,0 1-1,0-1 0,0 1 0,0-1 0,-1 0 0,2-2 1,-3 2-132,1 0 1,-1 0 0,1 0 0,-1 0-1,0 0 1,0 0 0,0 0 0,0 0-1,0 1 1,-1-1 0,1 0 0,0 1-1,-1-1 1,-1-1 0,-4-4-1332,0 0 0,0 0 1,-1 1-1,-9-7 0,2 5-2936,-1 0-1,-19-7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7.778"/>
    </inkml:context>
    <inkml:brush xml:id="br0">
      <inkml:brushProperty name="width" value="0.035" units="cm"/>
      <inkml:brushProperty name="height" value="0.035" units="cm"/>
    </inkml:brush>
  </inkml:definitions>
  <inkml:trace contextRef="#ctx0" brushRef="#br0">0 215 7181,'5'5'704,"-1"0"-1,0 0 1,0 1 0,-1 0 0,0-1 0,0 1 0,0 0 0,-1 1 0,1-1 0,-1 0-1,1 11 1,0 3 429,-1 1 0,0 30 0,-2-28-686,0-19-67,0 1-92,-4 40 1433,9-48-1503,2-2-169,0 0-1,0 0 1,-1-1-1,1 0 1,-1 0-1,9-12 1,31-51 102,-18 27-41,42-69 471,-59 93-382,-2 4 170,0 0-1,2 0 1,-1 1-1,2 1 1,0 0-1,0 1 0,1 0 1,0 1-1,1 0 1,0 1-1,1 0 0,0 2 1,25-11-1,-36 17-272,0 0-1,0 0 0,0 0 1,0 0-1,0 1 1,1 0-1,-1 0 0,0 0 1,0 0-1,0 1 0,0-1 1,0 1-1,1 0 1,-1 0-1,-1 1 0,1-1 1,0 1-1,0 0 0,0 0 1,-1 0-1,1 0 1,-1 1-1,0-1 0,0 1 1,0 0-1,0 0 0,0 0 1,0 0-1,2 5 1,3 5 51,0 1 0,-1 0 0,-1 0 1,0 1-1,-1-1 0,5 23 1,-2 4-184,4 51 0,-4-21-1242,-1-5-2763,-7-53-412,1 1-3871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26:28.405"/>
    </inkml:context>
    <inkml:brush xml:id="br0">
      <inkml:brushProperty name="width" value="0.035" units="cm"/>
      <inkml:brushProperty name="height" value="0.035" units="cm"/>
    </inkml:brush>
  </inkml:definitions>
  <inkml:trace contextRef="#ctx0" brushRef="#br0">1 32 12337,'99'4'5706,"-27"-3"-3048,34-3 329,921-29 6092,-231 30-9079,-372 2 0,-300-4-59,-120 3-370,-8 0-650,-21 4-960,-55 7-3301,25-9-5340,33-2 523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6.244"/>
    </inkml:context>
    <inkml:brush xml:id="br0">
      <inkml:brushProperty name="width" value="0.035" units="cm"/>
      <inkml:brushProperty name="height" value="0.035" units="cm"/>
    </inkml:brush>
  </inkml:definitions>
  <inkml:trace contextRef="#ctx0" brushRef="#br0">764 1 13741,'-1'3'1932,"-10"18"209,1 0 0,-11 35 0,-11 27-389,-162 246 1058,92-166-2087,-171 256 165,222-341-1908,48-72 681,0-1 1,0-1-1,-1 1 1,0 0-1,-7 6 0,11-10 236,-1-1-1,1 1 0,-1-1 1,1 1-1,-1-1 0,1 1 1,-1-1-1,1 0 0,-1 1 1,1-1-1,-1 0 0,0 1 1,1-1-1,-1 0 0,1 0 1,-1 1-1,0-1 0,1 0 1,-1 0-1,0 0 0,1 0 1,-1 0-1,0 0 0,1 0 1,-1 0-1,0 0 0,1 0 1,-1 0-1,0-1 0,1 1 1,-1 0-1,1 0 0,-1-1 1,0 1-1,1 0 0,-1-1 1,1 1-1,-1-1 0,1 1 1,-1-1-1,1 1 0,-1-1 1,1 1-1,0-1 0,-1 1 1,1-1-1,0 1 0,-1-1 1,1 0-1,0 0 1,-11-33-6288,9-13-4165</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6.497"/>
    </inkml:context>
    <inkml:brush xml:id="br0">
      <inkml:brushProperty name="width" value="0.035" units="cm"/>
      <inkml:brushProperty name="height" value="0.035" units="cm"/>
    </inkml:brush>
  </inkml:definitions>
  <inkml:trace contextRef="#ctx0" brushRef="#br0">0 0 13345,'1'8'6178,"8"-2"-3687,18 3-1742,-18-6 529,5 2-554,0 1-1,0 1 1,-1 0 0,0 1-1,-1 0 1,19 16 0,65 70 2154,-71-68-2363,27 32-439,-3 1 0,-2 3 0,50 89-1,96 214-211,-153-284 78,-11-29-883,1 0-3454,-15-14-6598,-8-17-2303</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6.778"/>
    </inkml:context>
    <inkml:brush xml:id="br0">
      <inkml:brushProperty name="width" value="0.035" units="cm"/>
      <inkml:brushProperty name="height" value="0.035" units="cm"/>
    </inkml:brush>
  </inkml:definitions>
  <inkml:trace contextRef="#ctx0" brushRef="#br0">7 1 17550,'-3'21'2652,"-1"0"-396,4 3-224,0 1-288,4 6-375,-1 26-293,-3-15-312,0 7-20,4 3-272,-4 1-468,3-8-404,8-3-900,-8-21-361,-13-10-1147,-1 3-372</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6.920"/>
    </inkml:context>
    <inkml:brush xml:id="br0">
      <inkml:brushProperty name="width" value="0.035" units="cm"/>
      <inkml:brushProperty name="height" value="0.035" units="cm"/>
    </inkml:brush>
  </inkml:definitions>
  <inkml:trace contextRef="#ctx0" brushRef="#br0">1 0 21306,'0'0'5996,"7"25"-6268,3-1-708,1-3-1076,-1 0-1380,-6 0-2661,-1 4-5380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7.313"/>
    </inkml:context>
    <inkml:brush xml:id="br0">
      <inkml:brushProperty name="width" value="0.035" units="cm"/>
      <inkml:brushProperty name="height" value="0.035" units="cm"/>
    </inkml:brush>
  </inkml:definitions>
  <inkml:trace contextRef="#ctx0" brushRef="#br0">1 102 13737,'7'-3'614,"1"-2"2747,1 1 0,0 0 0,18-5 0,2 6-2969,306-11 4188,-95 0-4580,33-3 0,-101 10 0,-163 6-682,1 0 1,-1 0-1,13-3 0,8-1-4298,-63 2-3268,-16-4-5580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7.722"/>
    </inkml:context>
    <inkml:brush xml:id="br0">
      <inkml:brushProperty name="width" value="0.035" units="cm"/>
      <inkml:brushProperty name="height" value="0.035" units="cm"/>
    </inkml:brush>
  </inkml:definitions>
  <inkml:trace contextRef="#ctx0" brushRef="#br0">803 8 11333,'-17'-7'7002,"15"10"-6037,-4 8-719,-1 0-1,-1-1 1,1 1 0,-1-2 0,-1 1-1,-12 10 1,-67 50 141,60-49-327,-393 321 40,395-320 90,1 1 0,1 2 0,1 0 0,1 1 0,-31 51 0,52-75-94,0 0 0,0 0-1,0 0 1,1 0-1,-1 0 1,0 0-1,1 1 1,-1-1 0,1 0-1,0 1 1,0-1-1,0 0 1,0 1-1,0-1 1,0 0 0,1 0-1,-1 1 1,1-1-1,0 0 1,-1 0 0,1 0-1,0 1 1,0-1-1,1 0 1,-1 0-1,0-1 1,3 5 0,0-2 62,1 0 0,-1 0 1,1 0-1,-1 0 0,1-1 1,0 0-1,1 0 0,-1 0 1,11 4-1,31 8 1113,85 15-1,53-3 342,-38-7-798,-45-3-366,148 20-1617,-234-35 177,0-2 0,0 0 0,0-1 1,22-4-1,-36 5 580,0 0 1,1-1 0,-1 1 0,0 0-1,0 0 1,1 0 0,-1 1-1,0-1 1,0 0 0,4 2 0,-6-2 94,1 0 1,0 1-1,-1-1 1,1 0-1,-1 1 1,1-1-1,-1 1 1,1-1-1,-1 1 1,1-1-1,-1 1 1,1-1-1,-1 1 1,0-1-1,1 1 1,-1 0-1,0-1 1,1 1-1,-1-1 1,0 2-1,-3 15-11782</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8.084"/>
    </inkml:context>
    <inkml:brush xml:id="br0">
      <inkml:brushProperty name="width" value="0.035" units="cm"/>
      <inkml:brushProperty name="height" value="0.035" units="cm"/>
    </inkml:brush>
  </inkml:definitions>
  <inkml:trace contextRef="#ctx0" brushRef="#br0">460 1 16466,'-4'0'2390,"0"0"-2079,-1 0 1,0 0-1,0 0 0,1 1 1,-1 0-1,0 0 1,1 0-1,-1 1 1,1 0-1,-1-1 0,1 1 1,0 1-1,0-1 1,0 1-1,0 0 1,0-1-1,1 2 0,-1-1 1,-5 7-1,-12 15 199,1 2-1,0 1 1,-22 45 0,-38 97 277,78-165-766,-133 346 472,125-313-962,1 1 0,-5 54 0,4-13-2659,9-76 809,22-22-16267</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8.320"/>
    </inkml:context>
    <inkml:brush xml:id="br0">
      <inkml:brushProperty name="width" value="0.035" units="cm"/>
      <inkml:brushProperty name="height" value="0.035" units="cm"/>
    </inkml:brush>
  </inkml:definitions>
  <inkml:trace contextRef="#ctx0" brushRef="#br0">0 147 15969,'1'1'133,"0"-1"0,-1 1 0,1-1-1,-1 0 1,1 1 0,0-1-1,-1 0 1,1 0 0,0 1-1,0-1 1,-1 0 0,1 0 0,0 0-1,-1 0 1,1 0 0,0 0-1,0 0 1,-1 0 0,1 0-1,0 0 1,0 0 0,-1 0 0,1-1-1,1 1 1,10-15 2093,-11 13-1984,0-1 1,0 1-1,1 0 0,-1 0 1,1 0-1,-1 0 0,1 1 0,0-1 1,0 0-1,0 1 0,0-1 1,0 1-1,0 0 0,0-1 1,0 1-1,4-1 0,392-85 6893,-239 70-7135,-156 17 0,0-1 0,1 1 0,-1 0 0,0 0 0,1 0 0,-1 1 0,0-1 0,1 1 0,-1-1 0,0 1 0,0 0 0,0 1 0,0-1 0,0 0 0,0 1 0,4 2 0,-5-2 0,0 0 0,-1 0 0,1 0 0,-1 0 0,1 0 0,-1 1 0,0-1 0,0 0 0,0 1 0,0-1 0,0 1 0,-1-1 0,1 1 0,-1-1 0,1 1 0,-1 0 0,0-1 0,0 1 0,0-1 0,-1 5 0,-2 15-632,-1 0 1,-1 0-1,-1-1 0,-1 1 1,-1-2-1,-1 1 0,0-1 0,-2-1 1,-23 34-1,-11 5-4929,-84 86 0,96-110 3956,-30 33-9134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8.528"/>
    </inkml:context>
    <inkml:brush xml:id="br0">
      <inkml:brushProperty name="width" value="0.035" units="cm"/>
      <inkml:brushProperty name="height" value="0.035" units="cm"/>
    </inkml:brush>
  </inkml:definitions>
  <inkml:trace contextRef="#ctx0" brushRef="#br0">109 117 17190,'7'-5'652,"-1"1"0,0-2 0,8-8 0,-9 9-175,0 0 0,0 0 0,0 1 0,1 0 0,7-5 0,2 2 317,0 1 0,1 0-1,-1 1 1,24-4 0,67-6 2083,-25 10-1790,-1 2 0,115 12 0,-94 4-1087,-98-12 0,0-1 0,-1 1 0,1-1 0,0 1 0,0 0 0,-1 0 0,1 0 0,-1 0 0,1 1 0,-1-1 0,1 1 0,-1 0 0,0-1 0,0 1 0,0 0 0,0 0 0,0 0 0,0 0 0,0 1 0,-1-1 0,1 1 0,-1-1 0,1 1 0,-1-1 0,0 1 0,0-1 0,-1 1 0,1 0 0,0 0 0,-1 0 0,0-1 0,1 1 0,-1 0 0,-1 5 0,0 2 0,-1-1 0,0 1 0,0-1 0,-1 0 0,0 0 0,-1 0 0,0 0 0,-8 13 0,-14 14 0,-1-1 0,-1-2 0,-53 48 0,77-77 0,-30 28-404,-1-1 1,-2-2-1,-1-2 0,-2-1 0,-74 37 1,96-56-99,0 0 0,0-1 0,0-1 0,-1 0 0,0-1 0,0-2 0,0 0 0,0-1 0,-36-2 1,45 0 124,0-1 0,0 0 0,1 0 0,-1-1 0,1 0 0,-1-1 0,1 0 0,-17-11 0,20 11 78,0-1 1,0 0-1,0 0 0,1-1 1,-1 0-1,1 0 1,1 0-1,-1-1 0,1 1 1,0-1-1,1 0 1,-5-12-1,5 11-273,1 0-1,0 0 1,0 0 0,1-1 0,0 1-1,0-1 1,1 1 0,0-1 0,0 1-1,1-1 1,1 1 0,1-9 0,19-43-7056</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9.107"/>
    </inkml:context>
    <inkml:brush xml:id="br0">
      <inkml:brushProperty name="width" value="0.035" units="cm"/>
      <inkml:brushProperty name="height" value="0.035" units="cm"/>
    </inkml:brush>
  </inkml:definitions>
  <inkml:trace contextRef="#ctx0" brushRef="#br0">179 54 10197,'-11'-17'12062,"8"18"-10795,-16 4 22,9-2 3071,25-1-2465,48 9-1137,-26-3-558,3 1-3168,-41-14 2139,-1-2 621,2 5 131,0-1 0,-1 1 0,1-1 0,-1 1 0,0-1 0,0 1-1,1 0 1,-1-1 0,-1 1 0,1 0 0,0 0 0,-1-1 0,1 1 0,-1 0 0,1 1 0,-1-1 0,0 0-1,0 0 1,0 1 0,0-1 0,0 1 0,0-1 0,0 1 0,-1 0 0,1 0 0,0 0 0,-1 0 0,1 1-1,-4-1 1,-15-3-56,0 1-1,0 1 0,-1 2 0,1 0 0,-31 4 1,50-4 182,0 0 0,0 1 0,0-1 0,1 1 0,-1-1 1,0 1-1,0 0 0,0-1 0,1 1 0,-1 0 0,-2 2 1,-4 2 126,5-4-97,0 0 0,0 1-1,0-1 1,0 1 0,1 0-1,-1 0 1,1 0 0,-1 0-1,1 0 1,0 0 0,0 1 0,0-1-1,0 1 1,0 0 0,0-1-1,1 1 1,-1 0 0,1 0-1,0 0 1,0 0 0,0 0-1,-1 4 1,2-2 21,0 0 0,0-1 0,0 1 0,1-1 0,0 1 1,0-1-1,0 1 0,0-1 0,1 1 0,-1-1 0,1 0 0,0 0 0,0 0 0,1 0 0,0 0 0,3 4 0,10 11 190,1-2-1,1 0 1,0-1-1,40 27 1,-13-14-265,61 27 0,-86-48-746,-1-1-1,1-1 0,0-1 0,26 4 0,-22-5-620,-11-1-486,0-1-1,0-1 1,0 0-1,0-1 1,13-1-1,18-8-9948</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9.488"/>
    </inkml:context>
    <inkml:brush xml:id="br0">
      <inkml:brushProperty name="width" value="0.035" units="cm"/>
      <inkml:brushProperty name="height" value="0.035" units="cm"/>
    </inkml:brush>
  </inkml:definitions>
  <inkml:trace contextRef="#ctx0" brushRef="#br0">0 399 9213,'20'-9'2262,"-19"9"-2137,0 0-1,0 0 1,-1 0-1,1 0 1,0 0-1,0 0 1,-1 1-1,1-1 1,0 0-1,0 0 0,9 8 11823,-10-5-11456,6 35 223,-5-35-674,-1 0-1,1 0 1,0-1-1,0 1 1,0 0-1,1-1 1,-1 1-1,3 3 1,1 2 54,9 30 156,-13-34-275,1-3 7,1 0 1,-1 0-1,0 0 1,0 1-1,0-1 0,0 1 1,0 0-1,2 1 1,-3-1 8,-1-2 9,1 0 0,-1 0-1,0 0 1,0 0-1,0 0 1,0 0 0,0 0-1,0 0 1,1 0-1,-1 0 1,0 1-1,0-1 1,0 0 0,0 0-1,0 0 1,1 0-1,-1 0 1,0 0 0,0 0-1,0 0 1,0 0-1,0 0 1,1 0 0,-1 0-1,0 0 1,0 0-1,0-1 1,0 1-1,0 0 1,1 0 0,-1 0-1,0 0 1,0 0-1,0 0 1,0 0 0,0 0-1,0 0 1,0 0-1,1-1 1,-1 1 0,0 0-1,0 0 1,0 0-1,0 0 1,0 0-1,0-1 1,9-8 51,-1 0-1,0-1 1,-1-1 0,0 1-1,0-1 1,8-20-1,1 1 59,-3 6 1,33-60 464,59-79 1,-99 155-590,13-18 270,27-28-1,-40 48-425,0 0-1,0 1 0,0 0 0,1 0 0,-1 1 0,1-1 1,1 1-1,-1 1 0,14-6 0,-19 9-87,0 0 0,0 0 0,0 0 0,0 1-1,0-1 1,0 0 0,0 1 0,0-1 0,0 1 0,0 0-1,0-1 1,0 1 0,0 0 0,-1 0 0,1 0 0,0 1 0,-1-1-1,1 0 1,-1 1 0,1-1 0,-1 1 0,0-1 0,1 1-1,-1-1 1,1 3 0,-1-3-129,9 19-6060,0 3-3977</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2:59.916"/>
    </inkml:context>
    <inkml:brush xml:id="br0">
      <inkml:brushProperty name="width" value="0.035" units="cm"/>
      <inkml:brushProperty name="height" value="0.035" units="cm"/>
    </inkml:brush>
  </inkml:definitions>
  <inkml:trace contextRef="#ctx0" brushRef="#br0">102 150 12333,'21'-17'11527,"-24"18"-11331,0 1 1,0 0-1,0 0 0,1 0 0,-1 0 1,0 0-1,-3 6 0,4-7-81,-6 9 63,0 0 1,1 1-1,0-1 0,1 2 1,0-1-1,-8 23 0,0-1 5,12-29-158,-1 3-40,-1 0 0,1 0 1,0 1-1,1-1 0,0 1 1,0-1-1,1 1 0,-1 14 0,5-24 32,13-8 64,-1-1-1,0 0 0,0-2 1,-2 0-1,1 0 1,21-30-1,36-34 755,50-22 497,-101 84-1035,1 1 0,1 1-1,0 2 1,29-12 0,-50 23-291,0-1 1,0 1-1,-1 0 0,1-1 1,0 1-1,-1 0 0,1 0 1,0 0-1,0 0 0,0 0 1,-1 0-1,1 0 0,0 0 1,0 0-1,-1 0 0,1 0 1,0 0-1,0 0 0,-1 1 1,1-1-1,0 0 1,0 0-1,-1 1 0,1-1 1,0 1-1,-1-1 0,1 1 1,0 0-1,0 0-9,0 0 1,-1 1-1,1-1 0,-1 1 1,1-1-1,-1 1 0,1-1 1,-1 1-1,0-1 0,0 1 1,0-1-1,0 1 1,0 2-1,-1 5-111,0 0-1,-1 1 1,0-1-1,-5 10 1,-55 188-6362,58-197 5849,-19 62-8981,18-47-1371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0.324"/>
    </inkml:context>
    <inkml:brush xml:id="br0">
      <inkml:brushProperty name="width" value="0.035" units="cm"/>
      <inkml:brushProperty name="height" value="0.035" units="cm"/>
    </inkml:brush>
  </inkml:definitions>
  <inkml:trace contextRef="#ctx0" brushRef="#br0">122 1 13605,'1'0'44,"-1"0"0,0 0-1,0 0 1,0 0 0,0 0 0,0 0-1,1 0 1,-1-1 0,0 1 0,0 0-1,0 0 1,0 0 0,1 0 0,-1 0-1,0 0 1,0 0 0,0 0-1,0 0 1,1 0 0,-1 0 0,0 0-1,0 1 1,0-1 0,0 0 0,0 0-1,1 0 1,-1 0 0,0 0 0,0 0-1,0 0 1,0 0 0,0 0-1,0 0 1,1 1 0,-1-1 0,0 0-1,0 0 1,0 0 0,0 0 0,0 0-1,0 1 1,0-1 0,0 0 0,0 0-1,0 0 1,0 0 0,0 1-1,-5 4 1212,3-4-976,0 1 1103,-1-2-1103,0 1 0,0 0 1,0 0-1,0 0 0,1 1 1,-1-1-1,0 1 0,1-1 0,-1 1 1,1 0-1,-4 3 0,-24 25 595,24-24-569,0 1 0,1 1-1,0-1 1,0 1-1,1 0 1,0 0 0,0 0-1,1 0 1,0 1 0,-3 15-1,6-22-229,-1 1 1,1 1-1,0-1 0,0 0 0,0 0 0,0 0 1,0 0-1,1 0 0,0 0 0,-1 0 1,1 0-1,0-1 0,0 1 0,1 0 0,-1 0 1,0-1-1,1 1 0,0 0 0,0-1 0,-1 0 1,1 1-1,1-1 0,-1 0 0,0 0 1,1 0-1,-1 0 0,1-1 0,-1 1 0,1-1 1,0 1-1,-1-1 0,1 0 0,0 0 0,5 1 1,13 3 127,0-1 1,0-1 0,0-1-1,1-1 1,24-1 0,109-15 525,-109 10-704,-40 4-147,-26-26-724,18 22 690,-1 1-1,0 0 0,0 0 0,0 0 1,0 0-1,-1 0 0,1 1 0,-6-5 1,-23-12-1431,0 2 0,-1 1 0,-41-15 0,-35-17-5047,74 30 1721,17 10-2635</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1.286"/>
    </inkml:context>
    <inkml:brush xml:id="br0">
      <inkml:brushProperty name="width" value="0.035" units="cm"/>
      <inkml:brushProperty name="height" value="0.035" units="cm"/>
    </inkml:brush>
  </inkml:definitions>
  <inkml:trace contextRef="#ctx0" brushRef="#br0">28 1479 10445,'0'0'7261,"-2"4"-6385,-2 3-622,0 1 1,1-1 0,0 1 0,0 0 0,1 0-1,0 0 1,0 0 0,1 0 0,0 1-1,1 12 1,0-4 20,1 0-1,1 0 1,0 0 0,7 25-1,-7-37-220,-1 0 0,1 1 0,0-1 0,0 0 0,1-1-1,0 1 1,0 0 0,0-1 0,0 1 0,1-1-1,-1 0 1,1 0 0,0 0 0,0-1 0,1 1-1,-1-1 1,1 0 0,0-1 0,-1 1 0,1-1 0,0 0-1,1 0 1,-1 0 0,10 1 0,-4-1-19,-1-1-1,1-1 1,0 0 0,0 0-1,0-1 1,0-1 0,0 0 0,-1 0-1,1-1 1,-1 0 0,18-9 0,9-6-43,0-1 0,-1-2 0,-1-2 0,38-32 0,-41 31-348,-28 21 273,1 1 0,-1-1-1,0-1 1,0 1 0,0-1-1,0 1 1,-1-1 0,1 0 0,-1-1-1,4-6 1,-5 8-184,-4 7-139,0 4 393,0 1-1,0 0 0,1 0 0,0 0 1,0 0-1,1 0 0,0 0 0,1 0 0,0 0 1,0 0-1,1 0 0,0 0 0,1 0 0,0-1 1,0 1-1,1-1 0,0 0 0,0 0 1,1 0-1,6 7 0,-8-11 49,1-1 1,-1 1-1,1-1 1,0 0-1,0 0 0,0 0 1,1 0-1,-1-1 0,1 0 1,-1 0-1,1 0 0,0 0 1,0-1-1,6 2 1,-1-2 18,-1 0 1,0 0-1,1-1 1,-1 0-1,1-1 1,12-1-1,-9-1-12,0 0 0,0-1-1,0-1 1,-1 0 0,1 0 0,-1-2-1,0 1 1,17-14 0,-13 8 10,-2-1-1,1-1 1,-2 0 0,0-1 0,16-23-1,-9 7-4,-2-2-1,-1 0 1,-1-1-1,-2 0 0,18-68 1,-8-6-292,-5-2 0,7-120 0,-10-224-530,-14 387 739,-12-290 239,10 328-154,0 29-47,-1 0 0,1 0 0,0-1 0,0 1 0,0 0 0,0 0 0,0 0 0,0 0 0,0-1 0,0 1 0,-1 0 0,1 0 0,0 0 0,0 0 0,0 0 0,0 0 0,-1 0 0,1-1 0,0 1 0,0 0 0,0 0 0,0 0 0,-1 0 0,1 0 0,0 0 0,0 0 0,0 0 0,-1 0 0,1 0 0,0 0 0,0 0 0,0 0 0,-1 0 0,1 0 0,0 0 0,0 0 0,0 0 0,0 1 0,-1-1 0,1 0 0,0 0 0,0 0 0,0 0 0,0 0 0,-1 0 0,1 0 0,0 1 0,0-1 0,0 0 0,0 0 0,0 0 0,0 0 0,-1 1 0,-8 6 45,6-3-24,1-1 0,-1 1 0,1 0 0,0-1 0,0 1 0,0 1 0,1-1 0,-1 0 0,1 0 0,0 0-1,0 1 1,0 5 0,-2 6 55,-37 272 1613,33-221-1422,-5 66 168,7 1 0,4-1 0,7 1 0,34 195 0,-34-288-281,19 84 383,-21-112-535,0 0 0,0-1 0,1 0-1,1 0 1,0 0 0,1-1-1,8 13 1,-13-22-32,0-1 1,0 1-1,0 0 0,1 0 1,-1-1-1,0 0 1,0 1-1,1-1 0,-1 0 1,1 0-1,-1 0 1,1 0-1,0-1 0,-1 1 1,1-1-1,0 0 1,-1 1-1,1-1 0,5-1 1,1 0-110,1 0 1,0-1 0,13-4-1,-21 5 106,6-2-64,0 0 1,0-1-1,0 0 0,0-1 1,-1 0-1,0 0 0,0 0 1,0-1-1,0 0 0,-1-1 1,0 1-1,-1-1 0,0 0 1,0-1-1,0 1 0,5-13 1,5-11-206,-2 0 0,16-60 0,-7 8-132,22-161 1,-39 191 503,-2-1 0,-3 0 0,-2 1-1,-10-64 1,10 103 9,-7-30 32,9 43-110,0 1 1,0-1-1,0 0 1,0 1-1,-1-1 0,1 0 1,0 1-1,0-1 1,-1 1-1,1-1 1,0 1-1,-1-1 0,1 1 1,0-1-1,-1 1 1,1-1-1,-1 1 1,1-1-1,-1 1 0,1-1 1,-1 1-1,1 0 1,-1-1-1,1 1 1,-1 0-1,0 0 0,1-1 1,-1 1-1,1 0 1,-1 0-1,0 0 1,1 0-1,-1 0 0,0 0 1,1 0-1,-1 0 1,0 0-1,1 0 0,-1 0 1,1 0-1,-1 1 1,0-1-1,1 0 1,-1 0-1,1 0 0,-2 1 1,0 1 27,-1 0-1,1 0 1,0 0 0,-1 1-1,1-1 1,0 0 0,0 1 0,1-1-1,-1 1 1,0 0 0,1 0-1,0-1 1,-2 5 0,-10 45 588,6-21-257,-6 30 324,2 1 1,-4 64 0,10 128 588,20-27-598,-10-189-540,2 0 0,2-1 1,26 70-1,-31-96-150,1-1 0,0 1 0,1-1 0,0 1 1,11 12-1,-14-20-30,0 0-1,0 0 1,0 0 0,0-1-1,0 1 1,0-1 0,1 0-1,-1 0 1,1 0 0,-1 0-1,1-1 1,0 1 0,0-1-1,0 0 1,0 0 0,0 0-1,0-1 1,0 0 0,5 1-1,4-3-211,0 0-1,0 0 1,0-1-1,0 0 1,0-2-1,0 1 1,-1-1-1,18-11 1,0-2-263,-1-1 1,29-26 0,-41 31 511,-1-1 0,0-1 0,-1-1 0,-1 0 0,-1-1 0,18-32 0,-3 4 1783,-27 43-936,5 22-197,-1-7-515,1 19 186,0 1 0,1 59-1,-2-17-80,-2-46-211,-2-5-640,2 0 0,11 44 0,-8-44-1314,-4-18-829,-6-37-17884</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1.410"/>
    </inkml:context>
    <inkml:brush xml:id="br0">
      <inkml:brushProperty name="width" value="0.035" units="cm"/>
      <inkml:brushProperty name="height" value="0.035" units="cm"/>
    </inkml:brush>
  </inkml:definitions>
  <inkml:trace contextRef="#ctx0" brushRef="#br0">22 11 21342,'21'-11'6733,"-25"36"-7682,4-1-1023,-14-10-1812,0 0-2541,4 11-5736</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2.105"/>
    </inkml:context>
    <inkml:brush xml:id="br0">
      <inkml:brushProperty name="width" value="0.035" units="cm"/>
      <inkml:brushProperty name="height" value="0.035" units="cm"/>
    </inkml:brush>
  </inkml:definitions>
  <inkml:trace contextRef="#ctx0" brushRef="#br0">25 582 8749,'-20'41'1866,"16"-33"3115,6-7-3473,25 8 1274,-22-10-1289,134-124 5294,-101 86-6203,-2-1 0,-2-1 0,38-62 0,-61 84-470,0-1 0,-2 0 0,13-37-1,-19 46-359,0-1-1,0 1 0,-2-1 1,1 0-1,-1 0 0,-1 0 1,0 0-1,-3-20 0,2 30 157,1-1 0,-1 1 0,0-1 0,0 1 0,0-1 0,0 1 0,0 0 0,-1-1 0,1 1-1,-1 0 1,0 0 0,1 0 0,-1 0 0,0 0 0,0 1 0,0-1 0,0 1 0,0-1 0,-1 1 0,1 0-1,0-1 1,-1 1 0,1 0 0,-1 1 0,1-1 0,-1 0 0,1 1 0,-1-1 0,0 1 0,1 0 0,-4 0-1,-7 0-244,-1 0 0,0 1 0,0 1 0,-18 4 0,28-5 302,-5 1-104,0 0 0,0 1 0,1 0 1,-1 0-1,1 1 0,0 0 0,0 0 1,0 1-1,1 0 0,-14 11 0,16-10 204,0-1-1,0 1 0,1 0 0,-1 0 0,2 1 0,-1-1 0,0 1 1,1 0-1,1-1 0,-1 2 0,1-1 0,0 0 0,-1 9 1,3-12 47,0-1 0,0 1 0,1-1 0,-1 0 0,1 1 0,-1-1 0,1 0 0,0 0 0,0 1 0,1-1 0,-1 0 1,1 0-1,-1 0 0,1-1 0,0 1 0,0 0 0,0-1 0,1 1 0,-1-1 0,1 1 0,-1-1 0,5 3 1,9 6 492,0-1 0,32 15 1,-31-16-136,190 82 1504,-137-63-1208,-1 2 1,69 42-1,-128-65-836,0 0 0,0 1 0,-1 0 0,0 0 0,0 1 0,-1 0 1,0 0-1,0 1 0,-1 0 0,-1 1 0,0-1 0,0 1 0,-1 1 0,0-1 0,4 17 0,-8-23-647,0 0-1,-1 0 0,1 0 1,-1 0-1,0 0 1,-1 0-1,1 0 1,-1 0-1,0 0 0,0-1 1,-3 8-1,-4 9-5778,-3-7-7121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2.878"/>
    </inkml:context>
    <inkml:brush xml:id="br0">
      <inkml:brushProperty name="width" value="0.035" units="cm"/>
      <inkml:brushProperty name="height" value="0.035" units="cm"/>
    </inkml:brush>
  </inkml:definitions>
  <inkml:trace contextRef="#ctx0" brushRef="#br0">373 18 13205,'1'-1'126,"0"0"0,-1 1 0,1-1-1,-1 0 1,0 0 0,1 0 0,-1 0 0,0 0-1,1 1 1,-1-1 0,0 0 0,0 0 0,0 0-1,0 0 1,0 0 0,0 0 0,0 0 0,0-1-1,-13 8 2722,3 1-1640,7-6 476,0-2-1476,0 0 0,-1 1 0,1-1 1,-1 0-1,1 1 0,-1 0 0,1 0 0,-1 0 0,0 0 1,1 0-1,-1 1 0,1 0 0,-1 0 0,1 0 0,0 0 1,-1 0-1,1 0 0,0 1 0,0 0 0,0 0 1,-4 3-1,-13 10 46,1 1 0,1 0-1,-23 27 1,-46 64 277,58-69-349,18-24 45,-17 30 0,25-39-153,0 1 0,1-1 0,-1 1 1,1 0-1,0 0 0,1 0 1,-1 0-1,0 11 0,2-15-58,0 0 0,0 0 0,1 0-1,-1-1 1,0 1 0,1 0 0,0 0 0,-1-1-1,1 1 1,0 0 0,0-1 0,0 1 0,0 0-1,0-1 1,0 1 0,1-1 0,-1 0 0,0 1-1,1-1 1,-1 0 0,1 0 0,-1 0 0,1 0-1,-1 0 1,1 0 0,0-1 0,0 1 0,-1 0-1,1-1 1,0 1 0,3-1 0,2 2 11,1-1 0,0-1-1,0 0 1,-1 0 0,1 0 0,13-3 0,0-2 2,0-1 1,0 0-1,-1-2 0,0-1 1,0 0-1,-1-1 0,33-24 1,-18 9-12,-1-2 0,-1-2 0,31-36 0,-51 52-268,-1-2 0,-1 1 1,0-1-1,15-32 0,-24 45 185,0 0 1,-1 1-1,1-1 1,0 0 0,-1 0-1,0 1 1,1-1-1,-1 0 1,0 0 0,0 0-1,0 0 1,0 1-1,0-1 1,0 0 0,0 0-1,-1 0 1,1 1-1,-1-1 1,0 0 0,1 0-1,-1 1 1,0-1-1,0 0 1,-1-1 0,-1-2-145,2 3-238,-3 2 128,-1-1 265,0 1 0,0 1 0,1-1 0,-1 1 0,0 0 0,0 0 0,0 0 0,1 1 0,-1-1 0,1 1 0,-1 0 0,1 1 0,0-1 0,0 1 1,0 0-1,0 0 0,0 0 0,1 0 0,-1 1 0,1-1 0,-5 8 0,6-8 18,3 1 53,0 1 3,0-1 0,0 0 0,0 0 0,0 1 0,1-1 1,0 0-1,0 0 0,0-1 0,0 1 0,1 0 0,-1-1 0,1 1 1,0-1-1,0 0 0,0 0 0,1 0 0,-1 0 0,1 0 1,-1-1-1,1 0 0,6 4 0,4-1 4,0 1 0,0-2 0,0 0-1,0-1 1,1 0 0,22 1 0,88-5 172,-41-2-126,-55 2-148,-1-1 1,0-1-1,0-1 0,0-2 1,28-9-1,-53 14-162,-20-5-552,11 6 770,0 0 0,0 0 0,0 0 0,0 0-1,1 1 1,-1 0 0,-6 2 0,8-2 3339,12 16-3066,-7-15-244,0-1 0,1 1 0,-1-1 0,1 1 0,-1-1 0,1 0 0,-1 1 0,1-1 0,0 0 0,-1 0 0,1 0 0,0 0 0,0-1 0,0 1 0,0 0 0,0-1 0,-1 1 0,1-1 0,0 0 0,0 1 0,3-1 1,6 0-3,-1 0 0,21-4 0,-13 2-38,70-5 90,-87 7-56,1 0-1,-1 0 1,1 0-1,-1-1 1,0 2 0,1-1-1,-1 0 1,0 0-1,1 0 1,-1 1-1,1-1 1,-1 0 0,0 1-1,2 0 1,4 2 7,1-1-2,-1 1 0,1-1 1,-1 1-1,0 1 0,0-1 0,0 1 1,0 1-1,0-1 0,-1 1 0,0 0 1,0 1-1,5 5 0,1 4-859,0 0-1,-1 1 1,18 32-1,-26-42-462,0 1 0,-1 0 0,0 0 0,0 0 0,2 14 0,-3-13-2020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3.916"/>
    </inkml:context>
    <inkml:brush xml:id="br0">
      <inkml:brushProperty name="width" value="0.035" units="cm"/>
      <inkml:brushProperty name="height" value="0.035" units="cm"/>
    </inkml:brush>
  </inkml:definitions>
  <inkml:trace contextRef="#ctx0" brushRef="#br0">326 687 14073,'-95'27'1820,"92"-26"-1703,1 0 0,-1 0 0,1 0 0,0 0-1,-1 1 1,1-1 0,0 1 0,0 0 0,0-1 0,-2 4 0,1-2 131,-24 18 1340,20-16-1303,0-1-1,1 1 0,0 1 0,-6 6 0,-6 10 62,1 2 0,2 0 0,0 0 0,2 2 0,0 0 0,2 0 0,-9 32-1,7-25 394,12-29 348,21-3-269,-17-1-768,0 1-1,0-1 1,0 0 0,0 0 0,0 0-1,0-1 1,0 1 0,0-1 0,0 0-1,0 0 1,0 0 0,0 0 0,0 0-1,-1 0 1,1-1 0,4-2-1,49-34 308,67-56 0,-101 74-299,-1 0-1,-1-1 1,-1-1-1,0-1 1,25-44-1,-13 11-91,-3 0 0,31-94 0,-48 116-157,-2-1 0,-1 0 0,-2 0 0,-1-1 0,0-71-1,-6 90 39,-1 0 0,-6-27 0,7 37 107,-1 0 1,-1 0-1,1 0 1,-1 0-1,0 0 0,-1 0 1,-7-10-1,6 11 2,1 1-1,1 0 1,-1-1-1,1 1 1,0-1-1,-3-8 1,6 14 43,0 0-1,0 0 1,0 0-1,0 0 1,0 0 0,0 0-1,0 0 1,0-1 0,0 1-1,-1 0 1,1 0-1,0 0 1,0 0 0,0 0-1,0 0 1,0 0-1,0 0 1,0 0 0,0 0-1,0-1 1,0 1 0,0 0-1,0 0 1,0 0-1,-1 0 1,1 0 0,0 0-1,0 0 1,0 0-1,0 0 1,0 0 0,0 0-1,0 0 1,0 0 0,-1 0-1,1 0 1,0 0-1,0 0 1,0 0 0,0 0-1,0 0 1,0 0-1,0 0 1,0 0 0,-1 0-1,1 0 1,0 0 0,0 0-1,0 0 1,0 0-1,0 0 1,0 1 0,0-1-1,0 0 1,0 0-1,0 0 1,-1 0 0,1 0-1,0 0 1,0 0 0,0 0-1,0 0 1,0 0-1,0 1 1,0-1 0,-52 34 95,50-33-72,0 0 0,1 0 0,-1 1 0,1-1 0,-1 1 0,1-1 0,-1 1 0,1-1 0,0 1 1,-1 0-1,1 0 0,0 0 0,0 0 0,1 0 0,-1 0 0,0 0 0,1 0 0,-1 0 0,1 0 1,-1 0-1,1 0 0,0 0 0,0 4 0,-1 7 91,-10 66 488,1-16 255,-3 119 1,15-128-554,2 0-1,3-1 1,15 58-1,-13-77-213,1-1-1,2 0 1,1 0-1,2-1 1,34 53-1,-44-77-217,1-1 1,0 0-1,0 0 1,1 0-1,0-1 0,0 0 1,0 0-1,1-1 0,0 0 1,0 0-1,0-1 0,1 0 1,0 0-1,9 2 1,-15-5 11,1-1 1,-1 1 0,0 0 0,0-1 0,0 0-1,1 0 1,-1 0 0,0 0 0,0 0 0,0-1-1,1 0 1,-1 1 0,0-1 0,0 0-1,0 0 1,0-1 0,0 1 0,4-4 0,-2 2-88,0 0 0,-1-1 0,1 0-1,-1 0 1,0 0 0,0-1 0,-1 1 0,7-10 0,-2-4-515,0-1 0,-1 0 0,0 0 0,-2-1 0,4-22 0,-3 13-45,10-30 1,19-52 1968,-34 108-629,24 1 770,-23 2-1288,0-1 0,0 1 1,0 0-1,0-1 0,0 1 0,1 0 0,-1 1 0,0-1 0,0 0 0,0 0 1,0 1-1,0 0 0,0-1 0,0 1 0,0 0 0,0 0 0,0 0 1,2 1-1,29 22 1012,-1 1 1,52 51 0,-68-62-822,22 24 372,2 0 289,65 50 1,-97-83-2062,-5-7 273,-9-13-276,-22-24-280,-25-23-626,35 39 1691,-1 1-1,-1 1 1,-33-28-1,44 43 934,0 0-1,1-1 1,0 0-1,0 0 1,1-1 0,-11-14 2699,19 22-3168,1-1 1,-1 1-1,0-1 0,0 1 1,1-1-1,-1 0 0,0 1 1,0-1-1,0 0 0,0 0 1,0 0-1,1-1 1,3-2 131,3 0-12,0 1 0,1 0 0,-1 0 1,1 1-1,-1 0 0,1 0 0,0 1 1,0 0-1,-1 1 0,1-1 0,15 3 1,-18-1-133,1 1 0,-1 0 1,0 0-1,0 0 1,0 1-1,0-1 1,0 1-1,9 7 1,-12-8-89,-1 0 0,1 0 0,-1 0 1,0 0-1,0 1 0,0-1 0,0 1 1,0-1-1,0 1 0,-1-1 0,1 1 1,-1 0-1,0 0 0,0 0 0,0 0 1,0 0-1,0 0 0,-1 0 0,1 4 1,-8 49-1365,7-54 1224,0 0 0,0-1-1,0 1 1,0 0 0,0 0-1,1 0 1,-1-1 0,0 1-1,1 0 1,0-1 0,-1 1 0,2 3-1,3 11-1431,-4-17 1448,0-1 0,0 1 0,0-1-1,1 1 1,-1 0 0,0-1 0,0 1 0,1 0 0,-1 0 0,3-1-1,5-6-155,3-7 115,-1-1 1,-1 0-1,0-1 0,8-21 0,-8 17 681,1 0 0,23-33 0,-29 46-231,1 0 1,0 1-1,1 0 1,-1 0-1,1 1 0,0-1 1,1 2-1,0-1 1,0 1-1,0 0 0,0 0 1,1 1-1,0 1 1,0-1-1,14-2 0,-22 5-237,1 1-1,-1 0 0,1-1 1,-1 1-1,0 0 0,1 0 0,-1 0 1,1 0-1,-1 1 0,1-1 1,-1 0-1,1 1 0,-1-1 0,0 1 1,1-1-1,-1 1 0,0-1 0,1 1 1,-1 0-1,0 0 0,0 0 1,3 2-1,-2-1 25,-1 1 0,1-1 0,0 1 1,-1 0-1,1 0 0,-1 0 0,0 0 0,0 0 0,0 0 1,1 5-1,-1 4 10,1 1 1,-2-1-1,0 1 1,0-1 0,-3 16-1,0-8-322,-1-1 0,-1 0 1,-1 0-1,0 0 0,-10 18 0,13-30-10,0 0-1,0 0 1,1 0 0,-2 11-1,1-6-259,3-10 27,14-10-72,-7 3 465,13-11 13,-1-1 1,-1 0-1,31-39 0,-32 36 329,0 0 0,1 2-1,1 0 1,28-20 0,-30 26 113,1 1 1,25-10 0,-39 19-278,1 0-1,-1 0 1,1 0-1,0 1 1,0 0-1,0 0 1,0 0-1,0 0 1,0 1-1,0 0 1,0 0-1,0 0 1,0 1-1,9 2 1,-11-2-52,0 1 0,0-1 0,0 1 0,0 0-1,-1 0 1,1 1 0,-1-1 0,1 0 0,-1 1 0,0-1 0,0 1 0,0 0 0,-1 0 0,1 0 0,0 0-1,-1 0 1,0 0 0,0 0 0,0 0 0,0 1 0,0-1 0,-1 0 0,1 4 0,0 8-95,0 0 0,-1 0 0,-3 22 0,2-25-45,-12 85-2132,4-35-2753,6-22-4457</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4.293"/>
    </inkml:context>
    <inkml:brush xml:id="br0">
      <inkml:brushProperty name="width" value="0.035" units="cm"/>
      <inkml:brushProperty name="height" value="0.035" units="cm"/>
    </inkml:brush>
  </inkml:definitions>
  <inkml:trace contextRef="#ctx0" brushRef="#br0">21 214 17598,'-17'-24'2700,"13"20"1752,4 8-2706,2 25 107,7 41-1,1 9-787,-6-13-314,-8 124-1,3-172-750,0 0 0,2 1 0,0-1 0,4 21 0,-5-38 0,0 0 0,0-1 0,0 1 0,0-1 0,0 1 0,0 0 0,0-1 0,1 1 0,-1 0 0,0-1 0,0 1 0,1-1 0,-1 1 0,0-1 0,1 1 0,-1-1 0,1 1 0,-1-1 0,0 1 0,1-1 0,-1 0 0,1 1 0,0 0 0,1-2 0,-1 0 0,1 1 0,-1-1 0,1 0 0,-1 0 0,0 0 0,1 0 0,-1 0 0,0 0 0,0-1 0,0 1 0,0 0 0,1-3 0,18-25 0,-15 22 0,85-154-34,-12 22-95,-71 127 73,160-242-2841,-164 250 2706,11-15-1237,14-24 0,-25 36 302,0 1 0,0-1 0,0 0 0,2-10 1,0-3-5657</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5.067"/>
    </inkml:context>
    <inkml:brush xml:id="br0">
      <inkml:brushProperty name="width" value="0.035" units="cm"/>
      <inkml:brushProperty name="height" value="0.035" units="cm"/>
    </inkml:brush>
  </inkml:definitions>
  <inkml:trace contextRef="#ctx0" brushRef="#br0">203 1 10965,'-14'28'8583,"13"-28"-8408,-1 0-1,0 1 0,0-1 1,0 1-1,0-1 0,0 1 1,0 0-1,1 0 0,-1-1 1,0 1-1,1 1 0,-1-1 1,0 0-1,1 0 0,0 0 1,-1 1-1,-1 1 0,-21 33 1459,16-23-1204,-16 26 762,-25 59 1,36-69-965,5-12 64,0 2 0,1-1-1,-8 32 1,14-46-133,5-5-167,-2 0 5,2 0-66,0-1 0,1 1 0,-1-1 0,0 0 0,0 0 0,0 0-1,0-1 1,0 0 0,-1 1 0,1-1 0,-1 0 0,6-7 0,19-24-954,25-40 0,-46 61 782,1 0 0,-1 0 0,-1-1-1,-1 0 1,0 0 0,6-29 0,-10 39 123,0-27 47,0 29 237,-2 18 128,1 6 64,1 0 0,1 0 0,1-1 0,1 1 0,1-1 0,9 24 0,-12-38-261,3 8 63,0 0 0,2-1 0,-1 0 0,2 0 0,0 0 0,0-1 0,1 0 0,12 12 0,-13-16-67,1 0 0,0-1 0,0 0-1,1-1 1,-1 0 0,2 0 0,-1-1 0,1 0-1,0-1 1,0 0 0,13 3 0,-19-7-144,1 0-1,-1-1 1,1 0 0,-1 1 0,1-2 0,-1 1-1,1-1 1,-1 0 0,0 0 0,1 0 0,-1-1-1,0 0 1,0 0 0,0 0 0,0-1 0,0 1-1,5-5 1,-3 3-161,0-1-1,0 1 0,-1-1 1,0-1-1,1 1 0,-2-1 1,1 0-1,7-11 0,-4 3-296,-1 0-1,0-1 0,7-20 0,-9 18-93,0 0 0,-1 0-1,0-1 1,-2 1 0,3-31 0,-5 31 603,0 0 0,-1 0 0,-1 0 0,0 0 0,-1 0 0,-8-29 0,8 43 469,3 16 105,-1-1-1,1 0 1,1 0-1,0 0 0,1-1 1,1 1-1,-1-1 1,7 14-1,0-6 19,1 1 0,17 20-1,-11-14-227,-10-17-206,0 0 0,1 0 1,0-1-1,0 0 0,13 9 0,-12-10-130,-1 1 1,1-1-1,9 13 0,-16-18-173,0 0 1,1 0-1,-1-1 1,1 1-1,-1-1 0,1 0 1,0 1-1,-1-1 0,1 0 1,0-1-1,0 1 0,0 0 1,-1-1-1,1 0 1,0 0-1,0 0 0,6 0 1,-8 0 85,12-2-279,0 0 0,0-1 0,0 0 0,-1-1 0,21-9 0,-32 13 357,2-1 498,17-3 1125,-19 3-1545,0 1 0,0-1 0,0 1 0,0 0 1,1-1-1,-1 1 0,0 0 0,0 0 0,1 0 0,-1 0 0,0 0 1,0 0-1,1 0 0,-1 0 0,0 1 0,0-1 0,0 0 0,1 1 0,-1-1 1,0 1-1,0-1 0,0 1 0,0 0 0,0-1 0,2 2 0,2 2 214,-1 1-1,1-1 0,-1 1 0,0 0 0,0 0 1,-1 0-1,1 0 0,4 10 0,15 50 99,-18-48-504,1-1 0,10 21 0,-15-36 540,3 8 181,-2-4-5700,-2-4 4703,-1-1 1,1 0 0,0 0-1,-1 0 1,1 1-1,0-1 1,-1 0-1,1 0 1,-1 0 0,1 0-1,0 0 1,-1 0-1,1 0 1,0 0-1,-1 0 1,1 0-1,-1 0 1,1 0 0,0 0-1,-1 0 1,1 0-1,-1 0 1,1 0-1,0 0 1,-1 0-1,1-1 1,0 1 0,-1 0-1,1 0 1,0 0-1,-1-1 1,0 0-1115,-14-9-10690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5.208"/>
    </inkml:context>
    <inkml:brush xml:id="br0">
      <inkml:brushProperty name="width" value="0.035" units="cm"/>
      <inkml:brushProperty name="height" value="0.035" units="cm"/>
    </inkml:brush>
  </inkml:definitions>
  <inkml:trace contextRef="#ctx0" brushRef="#br0">1 1 20406,'0'0'7557</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5.871"/>
    </inkml:context>
    <inkml:brush xml:id="br0">
      <inkml:brushProperty name="width" value="0.035" units="cm"/>
      <inkml:brushProperty name="height" value="0.035" units="cm"/>
    </inkml:brush>
  </inkml:definitions>
  <inkml:trace contextRef="#ctx0" brushRef="#br0">18 810 11805,'-17'52'13449,"31"-63"-11396,-3 0-1224,-8 9-142,1 2-136,2 1-478,1 0 37,0 0 0,0 0 0,-1 0 0,1 1 0,-1 0 0,1 0 0,10 6 0,-14-6-686,-2 0-1256,17 18 193,-16-18 1017,2 16-651,2 3 890,-5-22 382,1-1 0,-1 1-1,0 0 1,0 0 0,1 0-1,-1 0 1,1 0 0,-1 1-1,1-1 1,-1 0 0,1 1-1,0-1 1,-1 1 0,3-1-1,3-2 54,11-8 38,-1-2 0,22-20 0,-22 19-56,6-7 21,-2-2 0,0 0 0,-1-1 0,-1-1 0,-1-1 0,-1 0 0,-2-1 0,19-45 0,-12 16-103,-3-2 0,-2 0 0,13-84 1,-24 96-87,-3-1 1,-3-57-1,0 53-15,0 45 100,-3 8 291,-3 3-87,0 0 0,0 0-1,1 0 1,0 1 0,0-1 0,1 1 0,-1 0 0,1 1-1,0-1 1,1 1 0,0 0 0,-3 9 0,-6 17 563,-9 44 1,18-64-543,-7 33 559,2 0 0,-4 90 0,16 94 499,-3-195-1046,-1-28-168,6 70-91,-5-69-56,0 0-1,0-1 0,1 1 1,0 0-1,1-1 0,0 0 1,5 10-1,-7-15 55,0-1-1,-1 0 0,1 1 1,1-1-1,-1 0 0,0 0 1,0 1-1,0-1 1,1 0-1,-1 0 0,0-1 1,1 1-1,-1 0 1,1 0-1,-1-1 0,1 1 1,-1 0-1,1-1 1,-1 0-1,1 1 0,0-1 1,1 0-1,0 0-59,0 0 0,0-1 1,0 0-1,0 1 0,0-1 0,0 0 0,-1 0 0,1-1 0,0 1 1,-1 0-1,4-3 0,2-2-121,0 0 0,-1-1 0,0 1 0,0-2 0,-1 1 0,11-16 0,-5 2 1115,14-38 0,-24 56-235,-4-1-72,-6-28 352,7 29-221,1 8-418,0 18-151,-1 0-26,4 32-1,-2-48-547,0 0 0,1-1 0,0 1 0,0-1 0,4 9 0,-4-11-2173</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33:06.025"/>
    </inkml:context>
    <inkml:brush xml:id="br0">
      <inkml:brushProperty name="width" value="0.035" units="cm"/>
      <inkml:brushProperty name="height" value="0.035" units="cm"/>
    </inkml:brush>
  </inkml:definitions>
  <inkml:trace contextRef="#ctx0" brushRef="#br0">232 0 12749,'-81'144'1244,"64"-92"-656,-15-13-1288,1 3-396,3 21-2624,-14-3-2361</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0:57.701"/>
    </inkml:context>
    <inkml:brush xml:id="br0">
      <inkml:brushProperty name="width" value="0.035" units="cm"/>
      <inkml:brushProperty name="height" value="0.035" units="cm"/>
    </inkml:brush>
  </inkml:definitions>
  <inkml:trace contextRef="#ctx0" brushRef="#br0">280 266 10041,'-20'2'34,"-33"-3"5592,38 0-4913,12 1 2744,-1 0-2775,-41-3 6369,48 1-6404,10-7-346,0 0 0,0 1 0,1 1 1,0 1-1,1 0 0,19-6 0,101-20 779,-100 24-837,646-131 842,-540 115-1085,-281 41 0,113-12 0,-156 26 0,-114 17 0,15-6-496,224-34-3229,1 3-1,-79 25 1,91-23-3151,19-8-4359</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0:58.993"/>
    </inkml:context>
    <inkml:brush xml:id="br0">
      <inkml:brushProperty name="width" value="0.035" units="cm"/>
      <inkml:brushProperty name="height" value="0.035" units="cm"/>
    </inkml:brush>
  </inkml:definitions>
  <inkml:trace contextRef="#ctx0" brushRef="#br0">204 210 5945,'-13'1'1248,"0"0"1,1 1 0,-21 6 0,-1 0 894,30-7-1276,-1-1-122,-4 0-550,-16 0 1549,-27 3 0,48-3 2619,8-1-3469,46-20 502,1 3-1,95-22 1,-93 27-1008,305-62 1187,-159 37-1127,-61 19-139,-65 10-6,-80 11-292,0 0-1,0 0 0,0 1 0,-7 3 0,-15 5-5,-383 120 36,302-98-31,-13 4 10,86-25-519,-1-1 1,-53 8 0,87-19-889,6-4-931,2-7-485,-1-1 0,0 1 0,2-14-1,-4-10-8771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28.686"/>
    </inkml:context>
    <inkml:brush xml:id="br0">
      <inkml:brushProperty name="width" value="0.035" units="cm"/>
      <inkml:brushProperty name="height" value="0.035" units="cm"/>
    </inkml:brush>
  </inkml:definitions>
  <inkml:trace contextRef="#ctx0" brushRef="#br0">49 32 8177,'-44'-6'1997,"44"6"-1939,0 0 0,0 0-1,-1 0 1,1 0 0,0 0-1,0 0 1,0 0 0,0 0-1,-1 0 1,1 0 0,0 0-1,0 0 1,0 0 0,0 0-1,0-1 1,-1 1 0,1 0-1,0 0 1,0 0 0,0 0 0,0 0-1,0 0 1,0 0 0,0-1-1,0 1 1,-1 0 0,1 0-1,0 0 1,0 0 0,0 0-1,0-1 1,0 1 0,0 0-1,0 0 1,0 0 0,0 0-1,0-1 1,0 1 0,0 0-1,0 0 1,0-1 0,5-7 969,6-5 7591,-3 28-8307,3 1-59,-2 16 6,-9-30-246,0-1-1,1 0 0,-1 0 0,1 1 1,-1-1-1,1 0 0,-1 0 0,1 0 0,0 0 1,-1 0-1,1 0 0,0 0 0,0 0 0,0 0 1,0 0-1,2 1 0,1 2 32,-1 1 19,1-1-1,-1 0 1,1 0-1,0 0 1,0 0-1,0-1 0,1 0 1,-1 1-1,1-2 1,-1 1-1,1 0 0,0-1 1,0 0-1,0 0 1,1-1-1,5 2 1,35 3 182,1-1 0,0-3 0,48-4 0,45 2 40,110 18-256,-192-10 1,0 2 0,70 21 0,20 13-6,188 31 1,-218-58-27,0-5 1,175-6 0,280-72 31,-253 21-8,2 24-18,-290 21-8,1 1-1,-1 2 0,0 1 1,0 1-1,0 2 1,39 14-1,168 66 171,-199-73 72,2-1 1,-1-1 0,2-3-1,-1-2 1,1-1-1,0-2 1,82-4 0,717-107 1964,-544 62-1801,-127 14-295,-141 27-877,-30 4 726,0 1 0,-1-1 0,1 1 0,0-1 0,0 1 0,-1-1 0,1 0 0,0 1 0,-1-1 0,1 1 0,0-1 0,-1 0 1,1 1-1,-1-1 0,1 0 0,0 0 0,-1 1 0,1-1 0,-1 0 0,1 0 0,-1 0 0,1 0 0,-1 1 0,1-1 0,-1 0 0,-57 23-2049,-98 19-4438,78-23 573,-19 8-5078</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29.597"/>
    </inkml:context>
    <inkml:brush xml:id="br0">
      <inkml:brushProperty name="width" value="0.035" units="cm"/>
      <inkml:brushProperty name="height" value="0.035" units="cm"/>
    </inkml:brush>
  </inkml:definitions>
  <inkml:trace contextRef="#ctx0" brushRef="#br0">29 932 6405,'-28'18'14114,"46"-25"-12884,-14 4-1131,1 0-1,-1 0 0,0 0 0,-1 0 1,1-1-1,0 0 0,-1 1 0,0-1 0,0-1 1,0 1-1,0 0 0,-1-1 0,3-5 1,11-18 161,-15 28-256,22-34 172,0 0-1,-3-2 1,19-41-1,15-50 19,46-125-34,-44 103-111,-56 149-51,0 1 0,0-1 1,0 0-1,0 0 1,0 0-1,0 0 1,0 0-1,0 1 1,0-1-1,1 0 0,-1 0 1,0 0-1,0 0 1,0 0-1,0 0 1,0 1-1,0-1 1,1 0-1,-1 0 1,0 0-1,0 0 0,0 0 1,0 0-1,0 0 1,1 0-1,-1 0 1,0 0-1,0 0 1,0 0-1,0 0 0,1 0 1,-1 0-1,0 0 1,0 0-1,0 0 1,0 0-1,1 0 1,-1 0-1,0 0 0,0 0 1,0 0-1,0 0 1,1 0-1,-1 0 1,0-1-1,0 1 1,0 0-1,0 0 0,0 0 1,0 0-1,1 0 1,-1 0-1,0 0 1,0-1-1,0 1 1,0 0-1,0 0 1,0 0-1,0 0 0,0-1 1,0 1-1,0 0 1,0 0-1,0 0 1,0 0-1,0-1 1,0 1-1,0 0 0,9 23 11,5 35 39,-8-32-54,1 1 0,2-1 0,0 0 0,2-1 1,1 0-1,1-1 0,1 0 0,22 30 0,-29-45-12,-1-4 10,18 10 10,-21-13 0,0-1 0,0 1 0,0-1 0,0 0 0,0 0 0,0-1 1,0 1-1,1-1 0,-1 1 0,0-1 0,0 0 0,0 0 1,1 0-1,-1-1 0,0 1 0,0-1 0,0 0 0,0 1 0,0-2 1,0 1-1,4-2 0,7-4 1,0 0 1,-1-1-1,13-11 1,-15 11 9,6-5 2,0 0-1,-1-2 1,-1 0-1,0-1 1,-1-1-1,12-18 1,-2-3-8,35-72 1,-51 90 8,-1 0 1,-1-1-1,4-24 1,-2 11 36,-6 28-54,-1-1 0,0 0 1,0 0-1,-1-12 1,0 12 7,-4 8 80,-2 3-74,-1 0 0,1 0 0,0 1 0,0 0 0,1 0 0,-1 0 0,1 1 0,0 0 0,1 0 0,-1 0 0,1 1 0,-4 6 0,-5 15 308,-17 51 1,21-52-122,0 0-3,1 0 0,1 0 0,2 1 0,1 0 0,1 0 0,1 0 0,3 42 0,0-53-143,1 0 1,1-1-1,0 1 0,1-1 1,1 1-1,1-1 0,0-1 1,1 1-1,1-1 0,0 0 0,1-1 1,1 0-1,20 23 0,-23-29-236,2-1 0,-1 0-1,1 0 1,0-1-1,0 0 1,1-1 0,0 0-1,0 0 1,0-1 0,0 0-1,1-1 1,-1 0-1,1-1 1,0 0 0,0-1-1,17 0 1,-16-1-957,-1-1 1,1 0-1,0-1 1,-1 0-1,0-1 1,0 0-1,0-1 0,0 0 1,21-12-1,23-22-9506</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29.924"/>
    </inkml:context>
    <inkml:brush xml:id="br0">
      <inkml:brushProperty name="width" value="0.035" units="cm"/>
      <inkml:brushProperty name="height" value="0.035" units="cm"/>
    </inkml:brush>
  </inkml:definitions>
  <inkml:trace contextRef="#ctx0" brushRef="#br0">150 0 15901,'0'0'185,"1"0"0,0 1 0,0-1 0,-1 0 0,1 0 0,0 0 0,0 1 0,-1-1 0,1 0 0,0 1 0,-1-1-1,1 0 1,0 1 0,-1-1 0,1 1 0,-1-1 0,1 1 0,-1-1 0,1 1 0,-1 0 0,1 1 0,-11 9 2971,6-7-3505,1-2 501,1 1 1,-1-1 0,1 1-1,0 0 1,0 0 0,0 0-1,1 0 1,-1 0-1,1 0 1,0 0 0,0 0-1,-1 5 1,-6 42 724,5-21-475,-37 148 1299,-7 42-1960,38-168-1309,-9 17-5065</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30.750"/>
    </inkml:context>
    <inkml:brush xml:id="br0">
      <inkml:brushProperty name="width" value="0.035" units="cm"/>
      <inkml:brushProperty name="height" value="0.035" units="cm"/>
    </inkml:brush>
  </inkml:definitions>
  <inkml:trace contextRef="#ctx0" brushRef="#br0">25 116 12105,'-3'-2'2347,"-17"-22"2362,18 22-2380,6 1 24,214-10 5425,-145 10-6632,364-13-1146,-376 6 0,-35 3-6,-20-1-85,-6 5 37,-1 1-1,1-1 1,-1 1-1,1-1 1,-1 1 0,0-1-1,1 1 1,-1-1-1,0 1 1,1-1-1,-1 1 1,0 0-1,1-1 1,-1 1-1,-1 0 1,1-1-322,-5-2-272,0-1 0,0 1 0,-1 0 0,1 1 0,-1-1 0,1 1 1,-9-1-1,-48-6-8211,56 9 7349,-18-2-11377</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31.425"/>
    </inkml:context>
    <inkml:brush xml:id="br0">
      <inkml:brushProperty name="width" value="0.035" units="cm"/>
      <inkml:brushProperty name="height" value="0.035" units="cm"/>
    </inkml:brush>
  </inkml:definitions>
  <inkml:trace contextRef="#ctx0" brushRef="#br0">0 881 7033,'0'0'17355,"3"-3"-16576,18-22-273,-1-1 1,-1-1-1,-1-1 0,-2 0 0,20-46 1,-8-13-421,-4-2 0,20-133 0,-36 170-70,11-89-251,-19 89 154,0 50 74,0 1-1,-1-1 1,1 1-1,-1 0 0,1-1 1,-1 1-1,1-1 1,-1 1-1,0 0 1,0-1-1,0 1 1,0 0-1,0 0 0,0 0 1,0 0-1,0 0 1,0 0-1,0 0 1,-1 0-1,-1-1 1,1 3 6,1 0 0,0 0 0,-1 0 0,1 0 0,0 0 0,-1 1 0,1-1 0,0 0 0,0 1 0,0-1 0,0 1 0,0-1 0,-1 3 0,-11 27-3,11-28 4,-11 34-1,0 0 1,3 1 0,1 0-1,2 1 1,2 0 0,1 0-1,3 75 1,2-93 6,2 1 0,0-1 0,1 1 0,1-1-1,12 29 1,-14-41 14,1-1-1,0 1 0,1-1 1,0 0-1,0 0 0,0-1 1,1 1-1,0-1 0,1-1 1,0 1-1,0-1 0,0 0 1,1-1-1,13 8 0,-15-11-12,1 0-1,-1 0 0,1-1 1,0 1-1,0-2 0,-1 1 1,1-1-1,0 0 0,0-1 1,0 1-1,-1-1 1,1 0-1,0-1 0,9-3 1,-10 3 1,-1 0 1,0-1-1,0 1 1,-1-1-1,1 0 1,0 0-1,-1-1 1,0 1 0,7-8-1,0-1 14,16-27 1,-19 29-17,8-17-9,0 0 0,-2-1 0,18-48 0,18-90-49,-48 158 33,-1 1-1,0-1 0,0 1 1,0-1-1,-1 1 0,-1-12 0,0-6-31,-2 28 37,-1 1 14,0 0-1,0 0 1,1 0 0,0 1-1,-1 0 1,1-1 0,1 1-1,-1 0 1,1 0 0,0 1-1,0-1 1,0 0 0,-1 11-1,0 8-4,-2 46-1,5-68 7,0 35 3,1 0 1,2 0-1,2 0 0,1 0 1,2 0-1,14 38 1,-13-43-97,1-1-1,2-1 1,1 0 0,2 0-1,25 38 1,-19-39-441,2-1 0,1 0 0,39 34 0,-49-51-421,-1-1 1,1 0 0,28 13 0,-31-17-317,0-2 1,0 0 0,1 0 0,0-1 0,0 0 0,13 0 0,31-3-8654</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31.751"/>
    </inkml:context>
    <inkml:brush xml:id="br0">
      <inkml:brushProperty name="width" value="0.035" units="cm"/>
      <inkml:brushProperty name="height" value="0.035" units="cm"/>
    </inkml:brush>
  </inkml:definitions>
  <inkml:trace contextRef="#ctx0" brushRef="#br0">0 106 10137,'10'-5'724,"-7"3"-400,-1 1-1,0 0 1,0 0 0,1 0-1,-1 0 1,1 0-1,-1 1 1,1-1-1,-1 1 1,5-1 0,8 0 747,-9 1-618,1 0 0,-1 0 0,0-1-1,0 0 1,1-1 0,-1 1 0,0-1 0,0 0 0,11-6 0,1-3 275,0 1 0,1 1 0,0 1 0,1 0 0,0 2 1,0 0-1,0 1 0,1 2 0,-1 0 0,1 1 0,31 0 1,-50 2-707,0 1 0,0-1 0,0 1 0,0-1 1,0 1-1,0 0 0,-1-1 0,1 1 1,0 0-1,0 0 0,0 0 0,-1 1 0,1-1 1,0 0-1,-1 1 0,0-1 0,1 1 0,-1-1 1,0 1-1,1 0 0,-1-1 0,0 1 1,0 0-1,-1 0 0,1 0 0,0 0 0,-1 0 1,1 0-1,-1 0 0,1 0 0,-1 0 0,0 3 1,1 5-8,-1-1 0,-1 1 0,0-1-1,0 0 1,-4 17 0,-39 105-265,40-114 206,0 0 0,-1 23 0,4-35 51,1-1 1,0 1-1,0-1 0,0 1 0,1-1 1,0 0-1,-1 1 0,2-1 0,-1 0 0,0 1 1,1-1-1,0 0 0,0 0 0,4 6 0,-4-8 12,0 0-1,0 0 1,0 0-1,1 0 1,-1-1-1,0 1 1,1-1-1,-1 1 1,1-1-1,-1 0 1,1 0-1,0 0 1,-1-1-1,1 1 1,0-1-1,0 1 0,0-1 1,-1 0-1,1 0 1,0 0-1,3-1 1,2 1 16,26 1 201,1-1 1,0-2-1,65-12 1,57-17 142,-90 20-939,0-3 0,98-33 1,-158 44 315,1-1 0,-1 0 0,0 0 0,-1 0 0,1-1 0,-1 0 0,0 0-1,0 0 1,6-8 0,14-21-2768,-4-2-4024,-11 17-6886</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33.098"/>
    </inkml:context>
    <inkml:brush xml:id="br0">
      <inkml:brushProperty name="width" value="0.035" units="cm"/>
      <inkml:brushProperty name="height" value="0.035" units="cm"/>
    </inkml:brush>
  </inkml:definitions>
  <inkml:trace contextRef="#ctx0" brushRef="#br0">6331 378 11733,'-3'-3'1112,"0"1"1,1-1-1,-1 0 0,-1 1 1,1 0-1,0 0 0,-4-2 1,-18-13 2525,21 14-3498,1 1 1,-1 0 0,0 0 0,1 0 0,-1 0 0,0 1 0,0 0 0,-4-1-1,-13-5 270,-23-9-69,-1 3 0,-51-9 0,35 8-195,-367-82 211,323 76-371,-43-10 78,-257-40-53,-97 36-22,237 38-58,118 1 40,-691 50-21,631-36 102,23 4-108,36-3 88,-74 11 9,-65 6-49,-244 7 17,271-14 10,68-7-34,124-14-2,0 3 1,1 3-1,0 2 1,-105 45 0,102-33 6,2 3 1,-82 52-1,118-63 4,1 2 0,0 1-1,2 1 1,1 1 0,1 2-1,-32 44 1,33-36 7,2 2 1,1 0-1,-26 64 0,46-92-9,0 1 1,0 0-1,1-1 0,0 1 1,1 0-1,1 21 0,8 61-17,-7-82 32,2 5-5,0-1 0,1 1 0,1-1 1,0 0-1,1-1 0,0 1 1,1-1-1,1 0 0,15 21 1,5 0 2,2-1 0,36 32-1,-15-20 0,2-3-1,2-2 1,2-2-1,1-3 1,71 32-1,325 114 80,-320-141 3,1-5-1,145 18 0,283-6 170,1023-52-155,-1158-27-65,282-31 170,-6 37-198,-606 24 14,627-70 994,-665 62-744,0-2 0,0-3 0,-1-2 0,89-38 0,-132 46-211,0 0 1,-1-1 0,0-1-1,0-1 1,-1 0 0,-1-1-1,22-23 1,-14 10 15,-1-2-1,-2 0 1,21-41-1,-29 47-11,-1 0-1,-1-1 1,-1 0 0,0 0-1,4-40 1,-5 16 87,-2-90 1,-6 102-91,-1 0-1,-2 0 1,-2 0 0,-1 1 0,-22-59-1,19 63-15,-2 2 0,-1 0 0,-1 0 0,-1 1-1,-1 1 1,-38-42 0,27 41-45,-2 1 0,0 2 0,-42-25 0,11 14 0,-128-53 0,107 53 0,-164-50 0,152 55 0,-410-100 0,431 117-82,-102-4 1,146 14-26,-8-1-556,18 0-566,0 2 1,-25 0 0,30 2 731,-8 1-1816,-42-3 0,31 1-1755,11 3-1519,-6 1-4800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49.524"/>
    </inkml:context>
    <inkml:brush xml:id="br0">
      <inkml:brushProperty name="width" value="0.035" units="cm"/>
      <inkml:brushProperty name="height" value="0.035" units="cm"/>
    </inkml:brush>
  </inkml:definitions>
  <inkml:trace contextRef="#ctx0" brushRef="#br0">6333 309 6813,'0'0'12253,"3"0"-11673,25 4 1096,-25-4 395,-20-4-1483,-25-2-436,-61-2 0,-22-2 80,5-5 47,-52-9 192,80 13-47,61 8-186,-40-8 1,-206-41 278,243 47-549,-7-1 88,-56-1-1,67 7-105,-13 1 170,-62-8-1,76 4-96,0 2-1,-29 1 1,-26 0 75,-131-10 201,-208-9 196,387 18-534,-264-8 167,107 6-5,134 4-87,35 0 31,-40-4 0,-283-27 341,60 7-205,94 4-182,-22 7 20,132 10-15,-251-3 17,-261-1 10,398 7-9,80 9 21,-221 8 37,309-17-101,-3 1 2,19-2-18,0 0-1,1 1 1,-14 3-1,-65 6 40,50-3-36,0 2-1,-66 24 0,81-23 13,0 2-1,0 0 1,1 2-1,-43 31 1,58-37-1,1 1 0,0 0 0,0 0 0,1 0 0,1 1 0,-1 1 1,1-1-1,1 1 0,-9 21 0,1-4-45,9-18 55,0 0 1,1 0 0,-6 20 0,-18 135-11,17-91-2,8-45-9,1 0 1,3 55-1,14 61-30,-9-93 70,-1-25-14,8 31 1,4 23 1,11 60-59,-18-94 66,29 141-4,-39-186-24,7 26 4,0-1-1,17 37 1,-12-38 3,1 0 1,29 44-1,-17-35 5,1-1-1,2-1 1,1-2-1,2 0 1,50 38-1,-29-33-8,2-2-1,2-2 1,1-3-1,1-3 0,1-2 1,1-3-1,78 18 1,-97-30 20,177 34-30,333 33-50,-91-51 103,-122-11-36,-142-7-39,11 0 36,-25 7 21,59 6-26,-59-5 1,66-7-36,-211-9 35,359-7 1,-249 3 33,571-38-23,-625 33-12,35-4 29,194-46 0,-291 52-17,26-7 20,0-2 0,91-41 0,62-64 474,-129 72-266,-47 27-123,-1-1 0,36-34 1,24-32 136,-67 66-114,-1-2 1,-1-1-1,-1 0 1,36-59 0,-40 55 46,-11 20-53,-1-1-1,-1 0 1,0 0-1,8-22 1,-4 3-11,-2-1 0,-1 0 1,-1 0-1,1-51 0,-7 38-119,-3-1 0,-2 1 0,-2 0 0,-1 1 0,-3 0 0,-25-67 0,26 89 0,-1-1 0,-1 2 0,-1 0 0,-15-20 0,-70-75 0,76 91 0,-20-18 0,-87-69 0,39 37 0,-8-6 0,64 60 0,22 12 0,2 0 0,0 1 0,0 0 0,-1 0 0,0 1 0,0 0 0,-13-5 0,6 3 0,13 5 0,-1 1 0,0 0 0,0 1 0,-9-4 0,-63-14 0,13 2 0,-107-14 0,98 24 0,19 0 0,-92-10 0,100 20-359,47-2 187,-1 0 0,0 0 1,0 0-1,1 0 0,-1 0 1,0 0-1,0 0 1,1-1-1,-1 1 0,0 0 1,1 0-1,-1-1 0,0 1 1,1 0-1,-1-1 0,0 1 1,1-1-1,-1 1 1,1-1-1,-1 1 0,1-1 1,-1 1-1,0-2 0,-1 0-667,-7-6-1041,5 7-1212,-14 10-16401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0.216"/>
    </inkml:context>
    <inkml:brush xml:id="br0">
      <inkml:brushProperty name="width" value="0.035" units="cm"/>
      <inkml:brushProperty name="height" value="0.035" units="cm"/>
    </inkml:brush>
  </inkml:definitions>
  <inkml:trace contextRef="#ctx0" brushRef="#br0">18 229 9865,'-17'-2'1475,"17"2"-1439,0 0-1,0 0 1,0 0-1,0-1 1,0 1-1,6-8 10120,-2 6-8736,9-2-752,0-1 0,0 2-1,1 0 1,26-2 0,64 0 1400,-21 3-837,1153-52 1779,-1082 52-3009,711 4 0,-782 4 0,13 1 0,-75-7-230,-16 0-949,-7-4-324,1 1 1301,0-1 0,-1 1 0,0 0 0,1-1 0,-1 1 0,0 0 0,-1 0 0,1 0 0,-1 0 0,1 0 0,-1 1 0,0-1 0,0 1 0,0 0 0,0 0 0,0 0 0,-7-3 0,-3 0-419,0 1 1,0 0-1,-24-3 0,15 3 2,-365-43-9613,324 42 7893,-99-9-5223</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0.544"/>
    </inkml:context>
    <inkml:brush xml:id="br0">
      <inkml:brushProperty name="width" value="0.035" units="cm"/>
      <inkml:brushProperty name="height" value="0.035" units="cm"/>
    </inkml:brush>
  </inkml:definitions>
  <inkml:trace contextRef="#ctx0" brushRef="#br0">98 30 11785,'-61'6'1326,"24"-5"2719,58 10-1703,-11-8-1951,1 0 1,0-1 0,1-1-1,-1 0 1,0 0-1,0-1 1,21-2-1,14 0 465,498-15 4398,-366 9-4034,-112 5-1070,1096-24 2507,816 60-2657,-1807-29 0,209 2 0,-329-11 0,-24 4 0,-10 3 0,-17-2 0,0 0 0,0 0 0,0 0 0,0 0 0,0 0 0,0 0 0,0 0 0,0 0 0,0 0 0,0 0 0,1 0 0,-1 0 0,0 0 0,0 0 0,0 0 0,0 0 0,0 0 0,0 0 0,0 0 0,0 0 0,0 0 0,0 0 0,0 0 0,0 0 0,0 1 0,0-1 0,0 0 0,0 0 0,0 0 0,0 0 0,0 0 0,0 0 0,0 0 0,0 0 0,0 0 0,1 0 0,-1 0 0,0 0 0,0 0 0,-1 0 0,1 1 0,0-1 0,0 0 0,0 0 0,0 0 0,0 0 0,0 0 0,0 0 0,0 0 0,0 0 0,0 0 0,0 0 0,0 0 0,0 0 0,0 0 0,0 0 0,0 1 0,0-1 0,0 0 0,0 0 0,0 0 0,0 0 0,0 0 0,0 0 0,0 0 0,-1 0 0,1 0 0,0 0 0,-16 6 0,15-5 0,-20 4-459,1 0 0,-1-1 0,0-1 1,-33 0-1,-91-7-3678,135 4 3867,-205-18-11326,123 5 110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2.213"/>
    </inkml:context>
    <inkml:brush xml:id="br0">
      <inkml:brushProperty name="width" value="0.035" units="cm"/>
      <inkml:brushProperty name="height" value="0.035" units="cm"/>
    </inkml:brush>
  </inkml:definitions>
  <inkml:trace contextRef="#ctx0" brushRef="#br0">733 88 7649,'15'-30'2336,"-12"25"-205,-2 2 212,12-15-226,-6 14 2130,-19-10-1348,1 2-1723,11 12-1157,0 0-1,0 0 0,0 0 0,0 0 1,0 0-1,0 0 0,0 0 1,0-1-1,-1 1 0,1 0 1,0 0-1,0 0 0,0 0 1,0 0-1,0 0 0,0 0 0,-1 0 1,1 0-1,0 0 0,0 0 1,0 0-1,0 0 0,0 0 1,0 0-1,-1 0 0,1 0 0,0 0 1,0 0-1,0 0 0,0 0 1,0 0-1,-1 0 0,1 0 1,0 0-1,0 0 0,0 0 1,0 0-1,0 0 0,0 0 0,0 0 1,-1 1-1,1-1 0,0 0 1,0 0-1,0 0 0,0 0 1,0 0-1,0 0 0,0 0 0,0 1 1,0-1-1,0 0 0,-33 32 587,1 1-1,3 1 0,-51 76 1,50-67-408,-269 434 575,215-315-1722,54-100-2399,-66 102 0,95-162 2427,-8 8 213,-11-21-16283</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2.415"/>
    </inkml:context>
    <inkml:brush xml:id="br0">
      <inkml:brushProperty name="width" value="0.035" units="cm"/>
      <inkml:brushProperty name="height" value="0.035" units="cm"/>
    </inkml:brush>
  </inkml:definitions>
  <inkml:trace contextRef="#ctx0" brushRef="#br0">3 18 18270,'-1'-1'139,"1"0"0,0 0 1,-1 0-1,1 1 0,0-1 1,0 0-1,0 0 0,-1 0 1,1 0-1,0 1 0,0-1 1,1 0-1,-1 0 0,0 0 1,0 0-1,0 0 0,1-1 0,-1 2-54,1 0-1,-1 0 0,0 0 0,1 0 0,-1-1 1,0 1-1,1 0 0,-1 0 0,1 0 0,-1 0 0,0 0 1,1 0-1,-1 0 0,1 0 0,-1 0 0,0 1 1,1-1-1,-1 0 0,0 0 0,1 0 0,-1 0 0,0 1 1,1-1-1,-1 0 0,0 0 0,1 1 0,32 26 3218,-30-24-3096,98 84 2397,162 106-1,-105-82-1598,-110-76-977,21 14-220,-2 3 1,75 75-1,-135-119-1817,0 0-1,11 17 1,-8 0-7378,-13-4-4425</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2.698"/>
    </inkml:context>
    <inkml:brush xml:id="br0">
      <inkml:brushProperty name="width" value="0.035" units="cm"/>
      <inkml:brushProperty name="height" value="0.035" units="cm"/>
    </inkml:brush>
  </inkml:definitions>
  <inkml:trace contextRef="#ctx0" brushRef="#br0">63 7 19934,'21'-7'2532,"-24"32"-280,-1 3-392,1 0-419,-4 4-325,3 6-228,1 22-156,-1-15-164,1 4-364,-1 0-496,1 0-816,-1-7-560,-3-7-965,-14-7-1495,7-17-2289</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2.980"/>
    </inkml:context>
    <inkml:brush xml:id="br0">
      <inkml:brushProperty name="width" value="0.035" units="cm"/>
      <inkml:brushProperty name="height" value="0.035" units="cm"/>
    </inkml:brush>
  </inkml:definitions>
  <inkml:trace contextRef="#ctx0" brushRef="#br0">0 183 18706,'20'-8'1067,"0"1"1,0 1 0,0 1 0,1 1 0,26-2-1,547-48 3784,-60 3-2047,-525 50-2788,24-3 69,-33 4-90,0 0 0,1 0-1,-1 0 1,0 0 0,1-1-1,-1 1 1,0 0 0,1 0-1,-1 0 1,0-1 0,0 1-1,1 0 1,-1 0-1,0-1 1,0 1 0,1 0-1,-1-1 1,0 1 0,0 0-1,0 0 1,0-1 0,1 1-1,-1-1 1,0 1 0,-7-13-389,6 12 74,-1 0 0,1-1 0,-1 1 0,0 0 0,1 0 0,-1 0-1,0 0 1,1 0 0,-1 1 0,-4-2 0,-19 0-6483,17 1 4541,-42-2-14509</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3.486"/>
    </inkml:context>
    <inkml:brush xml:id="br0">
      <inkml:brushProperty name="width" value="0.035" units="cm"/>
      <inkml:brushProperty name="height" value="0.035" units="cm"/>
    </inkml:brush>
  </inkml:definitions>
  <inkml:trace contextRef="#ctx0" brushRef="#br0">0 62 13209,'1'0'166,"-1"-1"0,1 0 0,-1 1-1,1-1 1,-1 0 0,1 1 0,-1-1 0,0 0-1,0 0 1,1 0 0,-1 1 0,0-1 0,0 0-1,0 0 1,0 0 0,0 0 0,0 1 0,0-1-1,0 0 1,0 0 0,0 0 0,-1 0 0,1 1-1,0-1 1,-1 0 0,0-1 0,-1-4 4913,4 4-3194,1-1-1686,-1 1 1,1-1-1,-1 1 0,1 0 0,0-1 0,0 1 0,0 0 1,1 1-1,-1-1 0,0 1 0,1-1 0,-1 1 0,0 0 1,1 0-1,0 1 0,4-2 0,9 1 1142,0 0-1,23 3 0,-6-1-630,5 0-710,0 2 0,-1 1 0,50 12 0,-45-1-3733,-34-11 1450,0 0 0,1-1 0,-1 0 0,1-1-1,19 2 1</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3.799"/>
    </inkml:context>
    <inkml:brush xml:id="br0">
      <inkml:brushProperty name="width" value="0.035" units="cm"/>
      <inkml:brushProperty name="height" value="0.035" units="cm"/>
    </inkml:brush>
  </inkml:definitions>
  <inkml:trace contextRef="#ctx0" brushRef="#br0">154 50 16117,'13'-14'1197,"-11"12"-832,0-1 0,0 0 0,1 1 1,-1-1-1,1 1 0,0 0 0,-1-1 0,1 1 0,0 1 0,0-1 0,0 0 1,1 1-1,-1-1 0,0 1 0,0 0 0,1 0 0,6 0 0,2 0 659,1 0 0,-1 1 0,1 1 1,19 3-1,-25-2-770,-1 0 1,0 1 0,0-1 0,0 1-1,0 0 1,0 1 0,0-1 0,-1 1-1,0 0 1,0 1 0,5 4 0,-3-2-209,0 1 1,-1-1 0,0 1 0,-1 0 0,1 1 0,-2-1 0,1 1 0,-1 0 0,0 0 0,-1 0-1,0 1 1,-1-1 0,0 1 0,1 11 0,-1 9-41,-1 0 1,-1 0-1,-1 0 1,-2 0-1,-1-1 1,-2 1-1,-10 33 0,-81 200-164,75-210 54,-6 14-1957,-2-2-1,-63 98 1,62-115 22,-43 62-7361,28-54-2549</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5.276"/>
    </inkml:context>
    <inkml:brush xml:id="br0">
      <inkml:brushProperty name="width" value="0.035" units="cm"/>
      <inkml:brushProperty name="height" value="0.035" units="cm"/>
    </inkml:brush>
  </inkml:definitions>
  <inkml:trace contextRef="#ctx0" brushRef="#br0">66 131 13105,'-1'-3'1676,"1"5"-840,3 8-16,-2-9-496,0 3 2095,-2 0-1608,-11 33 185,4-11-514,0 1-1,-5 43 1,10-41-319,2-11 13,-6 30 0,4-31 16,1-1 0,0 27 0,2-39-81,0 0 0,-1 0 1,1 0-1,-1 0 0,0-1 1,-3 7-1,1 0 208,3-9-281,1 0 0,-1 0 0,0 0 0,0-1 1,0 1-1,1 0 0,-1 0 0,1 0 0,-1-1 0,1 1 0,-1 0 0,1 0 0,-1-1 1,1 1-1,-1 0 0,1-1 0,0 1 0,-1-1 0,1 1 0,1 0 0,1 1 87,0 1 0,-2-2-67,0-1 0,0 1 0,0 0 0,-1 0-1,1 0 1,0 0 0,0 0 0,0 0 0,-1 0 0,1 0-1,1 3 1,2-7 257,6-5-250,-1 0 0,1-1 0,-1-1 0,-1 1 0,0-1 0,0-1 0,-1 1 0,8-17-1,42-102-286,-28 55-234,15-49-292,-11 28 149,-16 63 333,-16 32 268,-1 0 0,1 0 0,0 1 0,0-1 0,0 0 0,-1 0 0,1 0 0,0 1 0,0-1 0,-1 0 0,1 1 0,0-1 0,-1 0-1,1 1 1,0-1 0,-1 1 0,1-1 0,0 1 0,-1-1 0,1 2 0,-1-2 0,5 4-18,0 1 1,-1-1 0,0 1 0,0 0-1,5 7 1,10 13-23,0-4 173,27 19 0,-17-14-117,-21-20-1,0 0 0,0-1 1,12 6-1,-14-8-14,-1 0 0,1 0 0,-1 1 0,0-1 0,0 1 0,0 0-1,7 8 1,-9-9-35,-1 0-1,1 0 1,0-1-1,0 0 0,0 1 1,1-1-1,-1-1 1,6 4-1,5 2-196,-12-6 193,0 0 0,-1 0 0,1 0 0,0 0 0,0-1 0,-1 1-1,1-1 1,0 0 0,0 1 0,0-1 0,0 0 0,0 0 0,0 0 0,-1 0-1,1 0 1,0-1 0,0 1 0,0 0 0,0-1 0,0 1 0,-1-1-1,4-1 1,1-2 40,1 0 0,-1-1-1,0 1 1,7-8-1,4-2 96,1-3 490,-16 15-503,0 0 0,0 0 0,0 0 0,1 1 0,-1-1 0,0 0 0,1 1 0,-1 0 0,1-1 0,3 0 0,-2 0 3,0 1-1,0 1 1,0-1-1,0 0 1,0 1-1,0 0 1,0 0 0,0 0-1,0 0 1,0 1-1,-1 0 1,1-1-1,0 1 1,0 1 0,0-1-1,5 3 1,2 3 36,1 0 1,-2 0 0,18 16-1,-18-14-70,0-1-1,1 0 1,15 8-1,-8-7-18,6 4-46,36 12 0,-52-22-11,-1-1 1,1 0 0,0 0 0,-1-1 0,1 0-1,0-1 1,0 0 0,0 0 0,12-2 0,-3-1 48,0-2 0,-1 0 0,0 0 1,0-2-1,-1 0 0,18-11 1,-30 16 76,-3-2-3,2-9-74,-2 10-69,1 0 0,-1-1-1,0 1 1,1 0 0,-2-1 0,1 1 0,0-1 0,-1 1-1,1 0 1,-1-1 0,0 1 0,0 0 0,0 0 0,-3-6 0,-2 2-216,-1 0 1,1 0 0,-2 0 0,1 1-1,-1 0 1,1 0 0,-2 1 0,1 0-1,-12-5 1,-86-32-4527,101 41 4430,-50-17-5960,2 0-4112</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5.670"/>
    </inkml:context>
    <inkml:brush xml:id="br0">
      <inkml:brushProperty name="width" value="0.035" units="cm"/>
      <inkml:brushProperty name="height" value="0.035" units="cm"/>
    </inkml:brush>
  </inkml:definitions>
  <inkml:trace contextRef="#ctx0" brushRef="#br0">33 77 12157,'-1'0'143,"1"-1"0,-1 1-1,1-1 1,-1 1 0,1 0 0,-1-1 0,1 1-1,-1 0 1,1-1 0,-1 1 0,0 0-1,1 0 1,-1 0 0,1-1 0,-1 1-1,0 0 1,1 0 0,-1 0 0,1 0 0,-1 0-1,0 0 1,1 0 0,-1 0 0,0 1-1,0-1 1,-1 16 4019,2 8-3530,-13 142 987,12-159-1580,1-1 1,0 0-1,0 1 0,1-1 0,2 13 1,0-7 13,-3-11-41,0 0 0,0 1 1,0-1-1,0 1 0,0-1 1,0 0-1,1 1 1,-1-1-1,1 0 0,-1 1 1,1-1-1,0 0 0,-1 0 1,1 0-1,0 1 0,0-1 1,0 0-1,0 0 0,0 0 1,0 0-1,0 0 0,0-1 1,0 1-1,0 0 0,0 0 1,1-1-1,-1 1 1,0-1-1,0 1 0,1-1 1,-1 1-1,0-1 0,1 0 1,-1 0-1,1 0 0,-1 0 1,0 0-1,1 0 0,-1 0 1,1 0-1,-1 0 0,0-1 1,1 1-1,-1 0 0,3-2 1,2-2 82,1 0 0,-1-1 1,0 1-1,0-1 0,0-1 0,6-7 1,9-8 159,98-71 1017,-67 54-750,-15 10-250,4-3-125,46-27-1,-61 46-612,-21 11 80,1-1-1,0-1 0,-1 1 1,0-1-1,1 0 1,6-6-1,-12 9 231,1-1 0,-1 1 0,1 0 0,-1-1 0,1 1 0,-1 0 0,0-1 0,1 1 0,-1-1 0,1 1 0,-1-1 0,0 1 0,1-1 0,-1 1 0,0-1 0,0 1 0,0-1 0,1 1 0,-1-1 0,0 1 0,0-2 0,-10-7-6031,-2 1-4458</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6.286"/>
    </inkml:context>
    <inkml:brush xml:id="br0">
      <inkml:brushProperty name="width" value="0.035" units="cm"/>
      <inkml:brushProperty name="height" value="0.035" units="cm"/>
    </inkml:brush>
  </inkml:definitions>
  <inkml:trace contextRef="#ctx0" brushRef="#br0">133 144 11869,'20'3'4891,"-38"-3"309,6 0-5757,8 0 1223,1 4-147,-24 26 123,15-17-425,0 0 0,0 1 0,-16 28 0,4 11 71,23-50-241,6-4 52,20-7 49,0-1 1,0 0 0,-1-2-1,0-1 1,-1-1 0,26-19-1,68-56 554,41-29-129,-121 99-881,-37 18 304,0 0 1,0 0-1,0 0 0,0 0 1,0 0-1,0 0 0,0 0 1,0 0-1,0 0 0,0-1 0,1 1 1,-1 0-1,0 0 0,0 0 1,0 0-1,0 0 0,0 0 1,0 0-1,0 0 0,0 0 1,1 0-1,-1 0 0,0 0 0,0 0 1,0 0-1,0 0 0,0 0 1,0 0-1,0 0 0,0 0 1,1 1-1,-1-1 0,0 0 1,0 0-1,0 0 0,0 0 0,0 0 1,0 0-1,0 0 0,0 0 1,0 0-1,0 0 0,0 0 1,1 0-1,-1 1 0,0-1 1,0 0-1,0 0 0,0 0 0,0 0 1,0 0-1,0 0 0,0 0 1,0 0-1,0 1 0,0-1 1,0 0-1,0 0 0,0 0 1,0 0-1,0 0 0,0 0 0,0 0 1,0 1-1,1 15-226,-1 1 0,0 0 0,-1 0 0,-1 0 0,-1-1 0,-5 22 0,2-11-38,-3 38 1,8-58 255,1 1-1,0 0 1,0 0 0,1 0 0,2 10 0,-2-17 18,-1 1-1,0 0 0,1-1 0,0 1 1,-1-1-1,1 1 0,0-1 1,0 1-1,-1-1 0,1 1 0,1-1 1,-1 0-1,0 1 0,0-1 0,0 0 1,1 0-1,-1 0 0,0 0 0,1 0 1,-1 0-1,1-1 0,-1 1 1,1 0-1,-1-1 0,1 1 0,0-1 1,-1 0-1,3 1 0,9-1 245,0 0-1,0 0 0,0-2 1,0 1-1,0-2 0,0 0 0,17-6 1,86-42 1391,-43 18-617,74-29 1154,-142 61-1981,11 7-93,-15-5-111,0 0 0,0 0-1,-1 0 1,1 0 0,0 0 0,-1 0 0,1 0 0,-1 0-1,1 0 1,-1 0 0,1 0 0,-1 0 0,0 0 0,0 0-1,0 0 1,0 1 0,1-1 0,-1 0 0,-1 0 0,1 0 0,0 0-1,0 2 1,-9 25-223,7-25 202,-15 41-1296,-18 69 0,29-89 356,2 0-1,1 0 1,0 0 0,3 43 0,0-64 792,0 1-132,0 0 0,0 0 0,0-1 0,1 1 0,0 0 0,0 0 0,0 0 0,2 6 0,-2-10 170,-1 1 0,1-1 1,-1 1-1,1-1 1,-1 1-1,1-1 0,-1 1 1,1-1-1,-1 1 1,1-1-1,0 0 0,-1 0 1,1 1-1,0-1 1,-1 0-1,1 0 1,0 0-1,-1 1 0,1-1 1,1 0-1,0 0-493,1-1 1,-1 1-1,0 0 0,1-1 0,-1 0 1,1 0-1,-1 1 0,3-3 0,19-14-8331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6.918"/>
    </inkml:context>
    <inkml:brush xml:id="br0">
      <inkml:brushProperty name="width" value="0.035" units="cm"/>
      <inkml:brushProperty name="height" value="0.035" units="cm"/>
    </inkml:brush>
  </inkml:definitions>
  <inkml:trace contextRef="#ctx0" brushRef="#br0">277 471 7741,'-4'-1'268,"-1"0"165,-1-1 0,1 1 0,0 0 0,-1 0 0,1 1 0,0 0-1,-1 0 1,1 0 0,-1 1 0,1-1 0,-10 4 0,-4 0 825,5-1-404,0 0-1,0 2 1,1-1-1,-1 2 1,-20 10-1,-40 34 1280,71-48-1792,4 2-13,5 34 336,-2-32-340,5-2-182,0-1-1,1 1 1,-1-2-1,1 1 1,0-1-1,0-1 0,10 1 1,75-3 368,-69 0-517,1 0 1,31 5-1,-54-4-72,15-3-386,-3 0 746,-12 2 513,0 0-314,80-22 1054,-80 22-1479,0 0 1,0 0 0,0 0-1,0-1 1,7-4-1,0 1 1,-9 4-65,1 0 0,-1-1 0,1 0 0,-1 1 0,0-1 0,1 0 0,-1 0 0,0-1 1,0 1-1,-1 0 0,1-1 0,0 1 0,1-4 0,1 0-103,2-6-135,-1 0 0,0 0 0,0-1 0,-1 0 0,-1 0-1,0 0 1,2-24 0,-4 29 184,9-79-462,-1-123-1,-16 144 1336,4 46-515,3 18-260,0 1 1,0-1 0,0 1 0,0-1-1,0 0 1,1 1 0,-1-1 0,1 1-1,-1-1 1,1 1 0,0 0 0,-1-1-1,1 1 1,0-1 0,0 1 0,0 0-1,1-2 1,0 1 184,-1 5-150,0 1-1,-1 0 0,1 0 1,-1 0-1,0 0 1,0 0-1,-1 5 1,1 13 107,21 415 807,-18-358-1361,0-47-450,-2 0 1,-1 1 0,-1-1 0,-2 1 0,-8 37 0,8-59 336,-5 20-4047,-18 46 1,22-68 1067,-1 0 1,-12 16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7.520"/>
    </inkml:context>
    <inkml:brush xml:id="br0">
      <inkml:brushProperty name="width" value="0.035" units="cm"/>
      <inkml:brushProperty name="height" value="0.035" units="cm"/>
    </inkml:brush>
  </inkml:definitions>
  <inkml:trace contextRef="#ctx0" brushRef="#br0">0 1 11601,'0'0'4679,"2"2"-2259,391 450 10329,-298-335-11431,-32-38-2391,44 52-3289,-93-119 31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7.792"/>
    </inkml:context>
    <inkml:brush xml:id="br0">
      <inkml:brushProperty name="width" value="0.035" units="cm"/>
      <inkml:brushProperty name="height" value="0.035" units="cm"/>
    </inkml:brush>
  </inkml:definitions>
  <inkml:trace contextRef="#ctx0" brushRef="#br0">467 13 12181,'-36'-12'2207,"36"12"-2122,-1 0 0,1 0 1,-1 0-1,1 0 0,-1 0 0,0 0 0,1 0 1,-1 0-1,1 0 0,-1 0 0,0 0 1,1 0-1,-1 0 0,1 1 0,-1-1 0,1 0 1,-1 0-1,1 1 0,-1-1 0,1 0 0,-1 1 1,1-1-1,-1 1 0,1-1 0,-1 0 1,1 1-1,0-1 0,-1 1 0,1-1 0,0 1 1,0-1-1,-1 1 0,1 0 0,0-1 0,0 1 1,-1 0-1,1 0 282,-7 8 315,0 0 0,-1-1 0,-14 14 0,-6 4 59,3 6 142,1 1 1,-24 43 0,21-33-306,-10 18 144,3 1-1,-39 97 1,58-115-861,1 0 1,2 0-1,1 2 0,-6 82 1,14-87-1086,2 0 1,4 47 0,-3-84 703,1-1-1,-1 1 1,1-1-1,0 1 1,0-1-1,2 6 1,8 7-4988,6 8-4765</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8.153"/>
    </inkml:context>
    <inkml:brush xml:id="br0">
      <inkml:brushProperty name="width" value="0.035" units="cm"/>
      <inkml:brushProperty name="height" value="0.035" units="cm"/>
    </inkml:brush>
  </inkml:definitions>
  <inkml:trace contextRef="#ctx0" brushRef="#br0">1 78 13417,'11'-10'1902,"2"0"1,-1 1-1,1 0 0,1 1 1,0 1-1,20-8 0,-30 13-1430,0 1 0,0-1 0,1 1 1,-1 0-1,0 1 0,9-1 0,-5 0 46,-4 1 266,-1 0-158,9 1-409,-9-1-166,0 1 0,0-1 0,0 0 1,0 1-1,0 0 0,0 0 0,4 1 1,-6-1-45,0-1 0,0 1 0,0 0 0,0 0 0,0-1 0,0 1 0,-1 0 0,1 0-1,0 0 1,0 0 0,-1 0 0,1 0 0,-1 0 0,1 0 0,-1 1 0,1-1 0,-1 0 0,0 0 0,1 0 0,-1 0 0,0 1 0,0-1 0,0 0 0,0 3 0,-1 9-10,-1 1-1,0 0 1,-7 21-1,4-20-71,-21 70-736,-3 11-241,26-82 910,1-1-1,0 1 1,0-1-1,2 26 1,0-36 157,0 0 0,0 0 0,0-1 0,1 1 1,0 0-1,0 0 0,-1 0 0,1 0 0,1-1 0,-1 1 1,0-1-1,1 1 0,-1-1 0,1 1 0,0-1 0,0 0 1,0 0-1,4 4 0,-3-4 14,0-1 0,0 1 0,0-1 0,1 0 1,-1 0-1,0 0 0,0 0 0,1 0 0,-1-1 0,0 0 0,1 1 0,-1-1 1,0-1-1,1 1 0,-1 0 0,7-2 0,29-7-212,1 0-1,-1-3 1,-1-1 0,0-2-1,-1-2 1,40-24 0,-71 37-121,0 0 0,-1 0 1,0-1-1,0 0 1,0 0-1,-1 0 0,0 0 1,0-1-1,4-6 1,-6 7-299,1 0 0,-1 1 0,-1-1 0,1 0 0,1-8 0,-3 8-432,1 1 1,-1 0-1,0-1 1,0 1-1,0 0 0,-1-1 1,-1-5-1,-13-39-10668</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8.580"/>
    </inkml:context>
    <inkml:brush xml:id="br0">
      <inkml:brushProperty name="width" value="0.035" units="cm"/>
      <inkml:brushProperty name="height" value="0.035" units="cm"/>
    </inkml:brush>
  </inkml:definitions>
  <inkml:trace contextRef="#ctx0" brushRef="#br0">0 187 15717,'18'-10'1194,"0"1"-1,0 1 0,0 1 0,1 0 1,0 2-1,28-5 0,92-10 2174,141 0-1,-61 7-1402,-102 5-1964,110-12 0,-217 18-40,-7 2-87,0 0 0,0-1 0,0 1 0,1-1-1,-1 0 1,5-3 0,-7 4 56,-1-1-1,1 1 1,0-1-1,-1 1 1,1-1-1,-1 1 0,0-1 1,1 0-1,-1 1 1,1-1-1,-1 0 1,0 1-1,0-1 1,1 0-1,-1 0 1,0 1-1,0-1 1,0 0-1,0 0 0,0 1 1,0-1-1,0 0 1,0 0-1,0 1 1,0-1-1,0 0 1,0 0-1,-1 1 1,1-1-1,0 0 1,-1-1-1,-5-15-4344</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9.025"/>
    </inkml:context>
    <inkml:brush xml:id="br0">
      <inkml:brushProperty name="width" value="0.035" units="cm"/>
      <inkml:brushProperty name="height" value="0.035" units="cm"/>
    </inkml:brush>
  </inkml:definitions>
  <inkml:trace contextRef="#ctx0" brushRef="#br0">10 17 13065,'0'0'227,"0"-1"-1,0 1 0,0-1 1,0 0-1,0 1 0,0-1 1,0 1-1,0-1 1,0 1-1,0-1 0,0 0 1,0 1-1,-1-1 1,1 1-1,0-1 0,0 1 1,-1-1-1,1 1 0,0-1 1,0 1-1,-1-1 1,1 1-1,-1-1 0,1 1 1,0-1-1,-1 1 1,1 0-1,-1-1 0,1 1 1,-1 0-1,1-1 0,-1 1 1,0 0-1,0-1 1,283 16 9359,-163-12-7394,-84 0-2693,51 12 1,-38-6-754,-44-9-1830,-8-24-21360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1:59.372"/>
    </inkml:context>
    <inkml:brush xml:id="br0">
      <inkml:brushProperty name="width" value="0.035" units="cm"/>
      <inkml:brushProperty name="height" value="0.035" units="cm"/>
    </inkml:brush>
  </inkml:definitions>
  <inkml:trace contextRef="#ctx0" brushRef="#br0">1 21 15569,'14'-7'805,"0"0"487,0 0 6044,0 18-5546,-11-9-1663,0 1 0,0 0 0,0 0 0,0 1 0,-1-1 0,1 0 0,-1 1 0,0 0 0,0-1 0,0 1 1,0 0-1,2 8 0,-1 2 28,0 1 0,1 19 0,-3-23-106,4 170 205,-3-53-867,1-85-433,-2 1 0,-2 0 0,-1-1 1,-3 1-1,-17 72 0,18-105-269,-1 1 1,0-1-1,-1 0 1,-8 13-1,7-13-1413,-3 12-7311</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2:00.194"/>
    </inkml:context>
    <inkml:brush xml:id="br0">
      <inkml:brushProperty name="width" value="0.035" units="cm"/>
      <inkml:brushProperty name="height" value="0.035" units="cm"/>
    </inkml:brush>
  </inkml:definitions>
  <inkml:trace contextRef="#ctx0" brushRef="#br0">2 50 9265,'0'0'11715,"0"4"-11350,-1 10-90,0 1 1,2 0-1,0-1 1,5 26-1,1 12 224,-8-23-151,0-25-279,1 1 0,0-1 0,0 1-1,0-1 1,0 1 0,1-1 0,1 6 0,6 11 828,18 33 1,-19-41-741,-6-9 219,0-1-341,0 0-1,1 0 0,-1 0 1,0 0-1,1 0 0,3 4 0,-1 0-59,-3-8-19,0 1 0,0-1 1,1 1-1,-1-1 0,0 0 0,0 0 0,0 1 0,0-1 0,0 0 1,0 0-1,0 0 0,0-1 0,7-10-190,0 0 1,-2 0-1,1 0 0,-1-1 1,-1 0-1,5-19 0,8-16-75,7-6-173,41-63-1,-22 58 453,-43 57 46,2 2-10,2 0 5,0 0-1,1 0 0,-1 1 1,0-1-1,0 1 0,6 1 1,-8 0-9,-1-1 0,1 1 0,0 0 0,0 0 0,-1 0 1,1 0-1,-1 0 0,0 1 0,0-1 0,0 1 0,3 4 0,80 123 67,-63-96-63,-13-19-2,2 1-1,16 18 1,-23-29-16,1 0 1,1 0-1,-1-1 1,1 0-1,-1 0 1,1-1-1,0 1 0,0-1 1,12 4-1,-1-3-46,-1-1 0,1-1 0,-1 0 0,1-1 0,0-1 0,0 0 0,22-4 0,-39 4 58,8-1-24,0 0-1,0-1 1,0 0 0,10-5 0,21-4 47,-10 2-6,-26 8 26,-1-1-8,4 0-18,1 0 1,-1 0-1,1 0 1,-1 1-1,1-1 0,-1 2 1,1-1-1,0 1 1,0 0-1,-1 0 0,1 1 1,0 0-1,6 1 1,15 5 321,48 19 0,-43-14 53,163 57 3101,-192-68-3063,-3-5-535,1-3-40,-1 5 57,0 0 1,0-1-1,0 1 1,0 0 0,-1-1-1,1 1 1,-1-1-1,0 1 1,1-1-1,-1 0 1,0 1 0,-1-1-1,1 1 1,0-1-1,-1 1 1,1-1 0,-1 1-1,0-1 1,-2-3-1,-2-1-123,1 0 0,-2 1 0,1 0-1,-1 0 1,0 1 0,0 0-1,0 0 1,-1 0 0,1 1-1,-1-1 1,0 2 0,-1-1 0,-9-3-1,-17-5-1386,-59-12-1,64 17 878,-173-27-6799,170 30 4813,3 0-3220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2:00.575"/>
    </inkml:context>
    <inkml:brush xml:id="br0">
      <inkml:brushProperty name="width" value="0.035" units="cm"/>
      <inkml:brushProperty name="height" value="0.035" units="cm"/>
    </inkml:brush>
  </inkml:definitions>
  <inkml:trace contextRef="#ctx0" brushRef="#br0">0 7 14133,'18'52'6779,"-13"-37"-6356,0 0 1,6 26 0,14 62 1320,-24-98-1611,0 0 286,0-1 0,0 1-1,1-1 1,0 1 0,-1-1-1,5 6 1,-6-10-383,1 1 0,-1 0 0,1 0 0,0-1 0,-1 1 0,1 0 1,0-1-1,0 1 0,0-1 0,0 1 0,-1-1 0,1 0 0,0 1 0,0-1 0,0 0 0,0 1 0,0-1 0,0 0 0,0 0 0,0 0 0,0 0 0,0 0 0,0 0 0,0 0 1,0 0-1,0 0 0,0-1 0,-1 1 0,1 0 0,0-1 0,0 1 0,0 0 0,0-1 0,0 1 0,0-1 0,-1 1 0,2-2 0,73-45-116,-2-3 0,70-63 0,-133 104-462,-9 8 354,1 0 1,-1 0 0,1-1-1,0 1 1,-1 0-1,0 0 1,1-1-1,-1 1 1,0-1-1,0 1 1,0-1-1,0 0 1,0 1-1,0-1 1,0 0-1,-1 0 1,1 0-1,-1 0 1,1 1 0,-1-1-1,0 0 1,0 0-1,1 0 1,-1 0-1,-1-2 1,1-11-1691</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2:01.155"/>
    </inkml:context>
    <inkml:brush xml:id="br0">
      <inkml:brushProperty name="width" value="0.035" units="cm"/>
      <inkml:brushProperty name="height" value="0.035" units="cm"/>
    </inkml:brush>
  </inkml:definitions>
  <inkml:trace contextRef="#ctx0" brushRef="#br0">148 63 11993,'-5'2'494,"0"0"-1,1-1 1,-1 1 0,1 1-1,-1-1 1,1 1 0,0-1-1,0 1 1,0 0 0,0 1-1,1-1 1,-1 1 0,1 0-1,0 0 1,-3 4 0,-7 12 0,1 0 0,1 1-1,1 0 1,0 1 0,-9 37 0,15-47-259,3-9 705,3-5-725,12-12-67,49-49 287,76-59 0,-52 45-590,-85 76 120,0-1-1,0 1 1,1 0-1,-1 0 1,0 0-1,1 0 1,-1 0-1,0 0 1,1 1-1,-1-1 1,4 1-1,-2-1-13,-1 0 26,-4 28-186,0-16 164,1-1 0,0 1-1,3 15 1,2-3 104,-4-18-74,0-3 22,14 31 152,-15-33-155,0 0-1,0 0 1,0 0 0,0 1-1,0-1 1,0 0 0,0 0-1,0 0 1,1 0-1,-1 1 1,0-1 0,0 0-1,0 0 1,0 0-1,0 0 1,0 0 0,1 0-1,-1 1 1,0-1 0,0 0-1,0 0 1,0 0-1,1 0 1,-1 0 0,0 0-1,0 0 1,0 0-1,1 0 1,-1 0 0,0 0-1,0 0 1,0 0 0,1 0-1,-1 0 1,0 0-1,0 0 1,1 0 0,20-1 497,0 0 0,0-2 0,0-1 0,0 0 0,0-1 0,37-16 0,100-33 2067,-154 52-2442,-2 5-224,1 0 27,-1-1-1,0 1 1,0 0-1,0 0 1,0 0-1,1 4 1,-2-2-58,0 0 1,-1 1 0,0-1-1,0 0 1,-1 8-1,1 15-400,3-10-53,1 1 1,1-1 0,1 0 0,0-1-1,13 25 1,-7-15-649,12 13-823,-22-38 1853,0 1 1,-1-1-1,2 1 0,-1-1 1,0 0-1,0 0 0,1 0 0,-1 0 1,1-1-1,0 1 0,-1-1 1,5 2-1,1-3-467,-1 0 0,0-1 0,0 0 0,0 0 0,0-1 0,0 0 0,0 0 0,0-1 0,8-4 0,-7 4-617,36-18-7282</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2:01.710"/>
    </inkml:context>
    <inkml:brush xml:id="br0">
      <inkml:brushProperty name="width" value="0.035" units="cm"/>
      <inkml:brushProperty name="height" value="0.035" units="cm"/>
    </inkml:brush>
  </inkml:definitions>
  <inkml:trace contextRef="#ctx0" brushRef="#br0">207 830 9217,'-15'23'1950,"15"-22"-1898,0-1 0,0 0 0,0 0 0,0 1 1,0-1-1,0 0 0,0 0 0,-1 0 0,1 1 0,0-1 0,0 0 0,0 0 0,0 0 0,-1 1 1,1-1-1,0 0 0,0 0 0,0 0 0,-1 0 0,1 0 0,0 1 0,0-1 0,-1 0 0,1 0 1,0 0-1,0 0 0,-1 0 0,1 0 0,0 0 0,0 0 0,-1 0 0,1 0 0,-1 0 1,-40 0 3057,41 0-3017,-1 0 1,0 0-1,0 0 1,0 1 0,0-1-1,1 0 1,-1 1-1,0-1 1,0 0-1,0 1 1,1-1 0,-1 1-1,0-1 1,1 1-1,-1-1 1,0 1-1,1 0 1,-1-1-1,1 1 1,-2 1 0,0 1 217,-103 76 3521,102-76-3175,2-3-636,0 0-1,0 1 1,1-1 0,-1 1 0,0 0-1,0-1 1,1 1 0,-1 0-1,1-1 1,-1 1 0,1 0-1,-1 0 1,1-1 0,-1 1 0,1 0-1,-1 0 1,1 0 0,0 1-1,-7 8 507,54 1-70,63-8-620,-107-3 91,0-1 1,-1 0-1,1 0 1,0 0 0,0 0-1,0 0 1,-1 0-1,1-1 1,-1 1 0,1-1-1,-1 0 1,1 0 0,-1 0-1,0 0 1,0 0-1,0 0 1,0-1 0,-1 1-1,1-1 1,1-2-1,1-1-193,-2 4-34,-2-3-126,3-36 694,11 56 213,-8-10-387,-1 0 1,1-1-1,-1 1 1,1-1-1,0 0 0,1-1 1,-1 1-1,1-1 1,0 0-1,-1-1 1,1 0-1,0 0 0,9 1 1,-6-1-45,-1-1 1,0 0-1,1-1 1,-1 0-1,1-1 1,-1 0-1,1 0 1,-1-1-1,16-5 1,-21 5-114,0 0 1,0 0 0,1 0-1,-1 0 1,0-1-1,-1 0 1,1 0-1,0 0 1,-1 0-1,0-1 1,0 1 0,0-1-1,0 0 1,0 0-1,-1 0 1,0 0-1,4-8 1,-1-4-263,0-1 0,-1 1 0,3-29 0,-1 9-57,15-70-473,42-262 389,-35 223 1611,-3 16 572,-24 116-1039,-6 34 13,-7 106 842,6-46-845,-7 87 273,7 0 0,23 255 0,-12-382-1818,1 0 0,2-1-1,1 1 1,17 41 0,-22-72 2,0 0-1,1 0 0,0-1 1,9 11-1,-10-15-390,0 0 1,0 0-1,1 0 1,7 5-1,-7-6-1079,0-1-1,1 0 1,-1 0 0,9 2-1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0:49.416"/>
    </inkml:context>
    <inkml:brush xml:id="br0">
      <inkml:brushProperty name="width" value="0.035" units="cm"/>
      <inkml:brushProperty name="height" value="0.035" units="cm"/>
    </inkml:brush>
  </inkml:definitions>
  <inkml:trace contextRef="#ctx0" brushRef="#br0">1156 81 10697,'17'-6'1483,"-16"6"-1409,-1-1 0,0 1-1,0 0 1,1-1 0,-1 1-1,0-1 1,0 1 0,0 0 0,0-1-1,0 1 1,1-1 0,-1 1-1,0 0 1,0-1 0,0 1-1,0-1 1,0 1 0,0-1 0,-6-6 9221,3 5-9171,1 1 1,-1 0-1,1 0 1,-1 0-1,0 0 0,1 0 1,-1 0-1,-5 0 1,4 1 80,2-1 873,-20 1-89,14 0-823,0-1 0,1 0 0,-1-1 0,0 0 0,-8-2 0,-23-6 45,-8 4 39,-22-4-92,-1 3 0,-77 2 0,144 5-153,-32 1 7,0 1 1,0 2-1,-50 11 1,31-4 1,43-9-20,-1 0 0,1 0 0,0 1 0,0 0 0,0 1-1,0 1 1,-14 7 0,8 0 31,1 0 0,0 1 0,0 1 0,2 0 0,0 1 0,1 0 0,0 1 0,1 1 0,-15 28 0,-4 15 120,-35 97-1,23-3-56,37-130-68,-4 21 0,2 0 0,1 0 0,3 1 0,2 56 0,3-77 0,1 0 0,1 0 0,1 0 0,1-1 0,2 1 0,0-1 0,2 0-1,0-1 1,18 30 0,-13-31-16,0-2-1,2 0 0,0-1 1,2 0-1,0-1 0,33 24 1,133 80 10,-159-107-42,36 17 40,1-2 0,118 37 0,-178-66-12,33 9-17,0-1-1,1-1 0,0-2 0,0-2 0,72 0 1,-47-6-55,-1-4 1,106-23-1,-106 13 49,0-3 0,-2-3-1,0-2 1,-2-3 0,54-34 0,-74 37 58,38-34 1,-69 54-33,6-5 40,-1-1 0,0 0 1,-1-1-1,0 0 0,-1-1 0,-1 1 0,1-1 0,-2-1 0,0 0 0,0 0 0,-1 0 0,-1 0 0,0-1 1,-1 1-1,0-1 0,1-20 0,-2-17 146,-2 0 1,-2 0-1,-10-59 0,5 51-31,3 17 104,-2-11 276,-15-73 1,17 111-454,0 0-1,-1 1 1,0-1-1,-1 1 1,-1 0-1,0 1 1,-1 0 0,-1 0-1,-13-16 1,16 23-79,-98-101 76,88 92-78,-1 1 0,-1 1 0,0 0 1,-34-17-1,8 9-167,0 1 1,-2 3-1,-48-12 0,-290-45-7256,350 71 5676,1 2-1,-1 1 1,0 2-1,1 1 1,-60 13 0,-48 9-9510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0:52.232"/>
    </inkml:context>
    <inkml:brush xml:id="br0">
      <inkml:brushProperty name="width" value="0.035" units="cm"/>
      <inkml:brushProperty name="height" value="0.035" units="cm"/>
    </inkml:brush>
  </inkml:definitions>
  <inkml:trace contextRef="#ctx0" brushRef="#br0">1365 281 5953,'10'-14'8132,"-8"12"-7520,21-17 7141,-26 17-7616,-13-15 85,-2 1-1,-34-24 0,9 7-64,23 16-22,10 12-152,8 5 20,0-1-1,0 1 1,0-1 0,0 0-1,1 0 1,-1 0-1,0 0 1,0 0-1,1 0 1,-1 0-1,0-1 1,-1-1-1,-12-6 15,0 0 0,0 2 0,-1 0 0,0 0-1,0 2 1,-22-5 0,-105-16 101,138 26-101,-147-17 50,116 16-40,1 2 0,0 1 0,-36 7 0,-3 1 44,63-8-86,1 1 1,-1 0 0,1 1 0,0 0 0,-12 7-1,2-1 109,-1 1-106,1 1-1,1 0 1,0 2-1,1 0 1,-20 20-1,26-23-21,-22 18 129,13-12-128,-30 33 1,30-26 61,-4 4 70,1 1-1,-29 45 1,45-59-85,1-1 1,1 2 0,0-1-1,1 1 1,0-1 0,-3 30-1,4-27 13,-3 37 34,5-5-30,0-33 58,2-1 0,0 1 0,4 30 0,-4-46-88,2 13 38,0 0 1,1 0-1,1 0 0,0-1 0,1 1 0,0-1 0,1 0 0,1-1 1,9 16-1,112 135 161,-117-153-188,-1 0 1,2-1-1,20 14 0,-20-15-7,1 1-1,-2 0 1,17 17-1,-23-21 9,1 0-1,-1-1 1,1 1 0,9 4-1,-10-5-17,1-1 0,0 1-1,-1 1 1,8 6 0,-8-5 10,1 0 1,0-1-1,0 0 1,0 0 0,1 0-1,-1-1 1,1 0-1,0-1 1,0 1-1,11 2 1,-15-5-9,0 0 2,-1-1 0,1 1-1,-1-1 1,0 1 0,1 0 0,-1 0-1,0 0 1,0 0 0,0 1-1,0-1 1,0 1 0,0-1 0,3 4-1,0-1 4,0 0 0,0 0 0,0 0-1,1-1 1,-1 1 0,1-2 0,0 1 0,0 0-1,11 2 1,-8-2-4,-1 0 1,0 0-1,0 1 1,0 0-1,8 5 0,-6-1 0,0 0 0,1-1-1,0-1 1,0 0 0,16 6-1,-20-9 0,0 0 0,0 1 0,0 0 1,7 7-1,-7-6 10,-1-1 0,2 1 0,9 4 0,88 23 59,-83-24-50,0-1-1,1-1 0,-1-1 1,1-1-1,24 1 0,75 9 51,-60-9-13,-23-2 89,56-1-1,-73-5-89,-1 0-1,1-2 0,-1 0 0,0-1 0,23-11 0,-33 12-5,-1-1 0,0 0 0,0-1 0,-1 0 0,10-9 0,28-20 78,-32 25-115,-1-1 1,0 0-1,-1 0 0,0-1 0,-1-1 1,-1 0-1,11-18 0,-11 14 159,-1 0 0,9-26 0,-6 13 49,3-17 169,-14 39-326,0 1 0,1 0 0,0 0-1,5-10 1,-7 17-47,-1 0-1,1 0 1,-1-1-1,1 1 1,-1 0-1,0 0 1,1 0-1,-1 0 1,0 0-1,0-1 1,0 1-1,0 0 1,0 0-1,0 0 1,0 0-1,-1-2 1,1-4 30,1-29 304,-6-54-1,1 4 161,4 82-478,0 1-1,0-1 1,-1 1 0,1-1 0,-1 1 0,0-1 0,-2-3 0,-3-13 146,-12-73 64,-5-15 334,-5 2 139,19 72-588,8 23-51,-2 1 0,1-1 0,-1 1 0,-1 0 0,0 0 0,0 0 0,-1 0 0,0 1 0,-1 0 0,0 0 0,-9-10 0,-16-15-73,22 23 0,0 1 0,-1 0 0,0 0 0,-15-9 0,-19-11 13,-60-30 0,77 47-39,0 2 0,0 1 0,-1 1 0,-29-6 0,-98-23-2266,81 18-1270,-103-15 0,32 26-4008,-13-3-5123</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2:39.571"/>
    </inkml:context>
    <inkml:brush xml:id="br0">
      <inkml:brushProperty name="width" value="0.035" units="cm"/>
      <inkml:brushProperty name="height" value="0.035" units="cm"/>
    </inkml:brush>
  </inkml:definitions>
  <inkml:trace contextRef="#ctx0" brushRef="#br0">1040 92 8329,'-3'8'1052,"-4"14"96,7-10 3660,3-10-3667,29 12 820,-29-12-1222,0-1-73,23 11 366,-23-11-623,14 6 297,-2-1-390,-12-5 2917,-5-3-3085,-46-33 282,32 24-338,0 1 0,-1 0-1,0 1 1,-1 1 0,1 1 0,-35-10 0,36 12-67,-1 0-1,0 1 1,0 1-1,-1 1 1,1 0-1,-1 1 1,1 1-1,0 1 1,-1 0-1,1 1 1,-29 8-1,17-4 14,24-6-37,0 1 1,-1 0 0,1 1 0,0-1 0,0 1 0,-9 4 0,-95 58 62,87-48-21,0 1 0,2 0-1,0 2 1,-27 32-1,4-2 227,-60 86 0,85-105-175,1 0-1,2 1 1,-19 49-1,16-25 26,2 1-1,-16 108 1,8 122 195,21 141-124,-4-122-111,5-235-53,-14 173-1,-2-26 14,12-160-25,0-5-1,1 88 1,7-71-3,3 44-20,30 182-59,-30-239 76,0-6-2,12 57 0,8-19-5,-21-77-3,1 0 1,0 0-1,0-1 1,1 1 0,12 15-1,9 10-10,-16-20 30,24 26 0,-23-30-26,9 10 27,1-1 1,1-1-1,26 18 1,-47-37-24,28 17 9,0-1-1,35 14 1,-37-20 13,-9-2-18,1-1-1,-1-1 1,1-1-1,23 4 1,40 7 27,-61-12-22,-1 0 0,0-2 0,35 2-1,32 1-17,-56-3 20,48-1-1,200-23-2,-227 17 6,-1-2 1,78-20 0,-97 17-6,-1-2 1,-1-1 0,0-1 0,0-1 0,31-22-1,-15 2-2,-2-2 0,-1-2-1,66-75 1,-87 88-8,78-90-24,-88 96 28,0 0 0,-1 0 0,-1-1 0,12-32 0,-16 34-12,17-43 23,30-119 1,-44 131-2,26-115-26,-25 116 10,-4 17 26,16-42-1,-18 55 20,0 0-1,0 0 0,-2 0 1,2-26-1,4-24 91,1 5-67,-2 0 0,-2-102 0,3-63 10,-2 133 24,3-14 59,-6 73-81,-1 1-1,-2-1 0,-2 0 0,-1 1 0,-11-52 1,-1-44 11,-7-82 539,6 59-32,9 110-529,-1 0 1,-22-69-1,-9 21-60,19 47-10,-76-145-38,69 143 7,-51-71 0,55 91 64,0 2 0,-2 0-1,-31-24 1,49 43-50,-15-12 66,0 1-1,-1 1 1,-1 1-1,-1 1 1,-28-13 0,17 15-29,-1 1 1,0 2-1,0 1 1,-1 2 0,-56-2-1,-185 13 18,267-5-23,-205 20-14,171-13-104,-1 2 1,-70 24 0,-76 42-2356,64-20-5976,102-45 1561,-2-2-4594</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04:52:41.319"/>
    </inkml:context>
    <inkml:brush xml:id="br0">
      <inkml:brushProperty name="width" value="0.035" units="cm"/>
      <inkml:brushProperty name="height" value="0.035" units="cm"/>
    </inkml:brush>
  </inkml:definitions>
  <inkml:trace contextRef="#ctx0" brushRef="#br0">1279 168 8789,'-14'5'5403,"35"-17"1902,-24 13-6996,-15 4-125,1-1-1,-1 0 1,0-1-1,-1-1 1,1-1-1,-21-1 1,12 0-71,0 1 0,-36 7 1,20 0 4,1 2 1,0 2 0,1 2-1,0 2 1,-44 23-1,68-30-13,-1 1-1,1 1 0,1 0 0,0 1 1,0 1-1,1 0 0,1 1 1,-17 21-1,-4 16 160,3 1 0,2 2 0,-24 59-1,-4 15 196,-32 82 30,-69 341 361,154-533-822,-29 141 289,-15 190 1,30 4-150,27-59-68,-2-227-42,2 1-1,21 80 1,-12-65-58,1 3 45,38 57-41,-39-104 16,-11-27-10,0 0 0,16 21 0,8 12-29,-7-3 43,2-2 0,55 67 0,-61-86-12,1 0 0,1-1 0,1-1-1,1-1 1,0-1 0,28 15 0,12 0-6,1-3 0,1-3 1,1-2-1,2-4 0,0-2 0,98 12 1,-111-22-18,-23-3 14,56 3-1,5-5 20,-53-1-27,1-1 1,55-7-1,28-3 23,-20 3-85,182-41 115,-206 27-23,-65 17-24,0 0-1,0-2 0,0 1 0,0-2 1,0 0-1,-1 0 0,0-2 0,-1 0 1,0 0-1,0-1 0,0-1 0,17-18 1,-1-1 5,-2-2 0,-1-1 1,-2-1-1,22-39 1,37-70 85,-77 130-71,5-8 125,11-30 1,0-7 16,-10 25-112,-1 0 0,-1-1 0,6-40 0,42-233 62,-49 259-56,42-293 517,-46 289-464,-1 3 43,-2-85 0,-4-59 9,4 97-22,3-35 26,0-31 236,-7 95-321,-13-156 304,3 150-370,-21-196 89,24 7-104,8 240 0,-1 1 0,-1 0 0,-1-1 0,-1 1 0,-1 1 0,0-1 0,-2 1 0,-19-36 0,11 31 0,-1 0 0,-1 2 0,-30-29 0,21 22 0,-90-79 0,60 58 0,-67-54 0,111 95 0,-1 0 0,-20-8 0,4 2 0,-4-2 0,0 2 0,-1 1 0,-58-15 0,-114-8 0,165 33-31,-1 2-1,1 2 1,-1 1 0,0 3-1,1 2 1,-47 12 0,28-2-227,0 3 0,2 2 0,-84 44 0,11-3-3917,43-21-66,2 4-3685,19-8-4264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87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64" name="Google Shape;364;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6: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08" name="Google Shape;508;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26: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6" name="Google Shape;62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2" name="Google Shape;63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3" name="Google Shape;65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3" name="Google Shape;69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8" name="Google Shape;748;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2" name="Google Shape;76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5" name="Google Shape;77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2" name="Google Shape;78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8" name="Google Shape;788;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0" name="Google Shape;80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7" name="Google Shape;807;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8"/>
        <p:cNvGrpSpPr/>
        <p:nvPr/>
      </p:nvGrpSpPr>
      <p:grpSpPr>
        <a:xfrm>
          <a:off x="0" y="0"/>
          <a:ext cx="0" cy="0"/>
          <a:chOff x="0" y="0"/>
          <a:chExt cx="0" cy="0"/>
        </a:xfrm>
      </p:grpSpPr>
      <p:sp>
        <p:nvSpPr>
          <p:cNvPr id="19" name="Google Shape;19;p2"/>
          <p:cNvSpPr txBox="1">
            <a:spLocks noGrp="1"/>
          </p:cNvSpPr>
          <p:nvPr>
            <p:ph type="ctrTitle"/>
          </p:nvPr>
        </p:nvSpPr>
        <p:spPr>
          <a:xfrm>
            <a:off x="4572002" y="2549771"/>
            <a:ext cx="7330800" cy="16008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Clr>
                <a:schemeClr val="dk1"/>
              </a:buClr>
              <a:buSzPts val="1400"/>
              <a:buFont typeface="Calibri"/>
              <a:buNone/>
              <a:defRPr/>
            </a:lvl2pPr>
            <a:lvl3pPr lvl="2" algn="l" rtl="0">
              <a:lnSpc>
                <a:spcPct val="100000"/>
              </a:lnSpc>
              <a:spcBef>
                <a:spcPts val="0"/>
              </a:spcBef>
              <a:spcAft>
                <a:spcPts val="0"/>
              </a:spcAft>
              <a:buClr>
                <a:schemeClr val="dk1"/>
              </a:buClr>
              <a:buSzPts val="1400"/>
              <a:buFont typeface="Calibri"/>
              <a:buNone/>
              <a:defRPr/>
            </a:lvl3pPr>
            <a:lvl4pPr lvl="3" algn="l" rtl="0">
              <a:lnSpc>
                <a:spcPct val="100000"/>
              </a:lnSpc>
              <a:spcBef>
                <a:spcPts val="0"/>
              </a:spcBef>
              <a:spcAft>
                <a:spcPts val="0"/>
              </a:spcAft>
              <a:buClr>
                <a:schemeClr val="dk1"/>
              </a:buClr>
              <a:buSzPts val="1400"/>
              <a:buFont typeface="Calibri"/>
              <a:buNone/>
              <a:defRPr/>
            </a:lvl4pPr>
            <a:lvl5pPr lvl="4" algn="l" rtl="0">
              <a:lnSpc>
                <a:spcPct val="100000"/>
              </a:lnSpc>
              <a:spcBef>
                <a:spcPts val="0"/>
              </a:spcBef>
              <a:spcAft>
                <a:spcPts val="0"/>
              </a:spcAft>
              <a:buClr>
                <a:schemeClr val="dk1"/>
              </a:buClr>
              <a:buSzPts val="1400"/>
              <a:buFont typeface="Calibri"/>
              <a:buNone/>
              <a:defRPr/>
            </a:lvl5pPr>
            <a:lvl6pPr lvl="5" algn="l" rtl="0">
              <a:lnSpc>
                <a:spcPct val="100000"/>
              </a:lnSpc>
              <a:spcBef>
                <a:spcPts val="0"/>
              </a:spcBef>
              <a:spcAft>
                <a:spcPts val="0"/>
              </a:spcAft>
              <a:buClr>
                <a:schemeClr val="dk1"/>
              </a:buClr>
              <a:buSzPts val="1400"/>
              <a:buFont typeface="Calibri"/>
              <a:buNone/>
              <a:defRPr/>
            </a:lvl6pPr>
            <a:lvl7pPr lvl="6" algn="l" rtl="0">
              <a:lnSpc>
                <a:spcPct val="100000"/>
              </a:lnSpc>
              <a:spcBef>
                <a:spcPts val="0"/>
              </a:spcBef>
              <a:spcAft>
                <a:spcPts val="0"/>
              </a:spcAft>
              <a:buClr>
                <a:schemeClr val="dk1"/>
              </a:buClr>
              <a:buSzPts val="1400"/>
              <a:buFont typeface="Calibri"/>
              <a:buNone/>
              <a:defRPr/>
            </a:lvl7pPr>
            <a:lvl8pPr lvl="7" algn="l" rtl="0">
              <a:lnSpc>
                <a:spcPct val="100000"/>
              </a:lnSpc>
              <a:spcBef>
                <a:spcPts val="0"/>
              </a:spcBef>
              <a:spcAft>
                <a:spcPts val="0"/>
              </a:spcAft>
              <a:buClr>
                <a:schemeClr val="dk1"/>
              </a:buClr>
              <a:buSzPts val="1400"/>
              <a:buFont typeface="Calibri"/>
              <a:buNone/>
              <a:defRPr/>
            </a:lvl8pPr>
            <a:lvl9pPr lvl="8" algn="l" rtl="0">
              <a:lnSpc>
                <a:spcPct val="100000"/>
              </a:lnSpc>
              <a:spcBef>
                <a:spcPts val="0"/>
              </a:spcBef>
              <a:spcAft>
                <a:spcPts val="0"/>
              </a:spcAft>
              <a:buClr>
                <a:schemeClr val="dk1"/>
              </a:buClr>
              <a:buSzPts val="1400"/>
              <a:buFont typeface="Calibri"/>
              <a:buNone/>
              <a:defRPr/>
            </a:lvl9pPr>
          </a:lstStyle>
          <a:p>
            <a:endParaRPr/>
          </a:p>
        </p:txBody>
      </p:sp>
      <p:sp>
        <p:nvSpPr>
          <p:cNvPr id="20" name="Google Shape;20;p2"/>
          <p:cNvSpPr txBox="1">
            <a:spLocks noGrp="1"/>
          </p:cNvSpPr>
          <p:nvPr>
            <p:ph type="subTitle" idx="1"/>
          </p:nvPr>
        </p:nvSpPr>
        <p:spPr>
          <a:xfrm>
            <a:off x="5908431" y="4452632"/>
            <a:ext cx="5994300" cy="34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rtl="0">
              <a:lnSpc>
                <a:spcPct val="90000"/>
              </a:lnSpc>
              <a:spcBef>
                <a:spcPts val="375"/>
              </a:spcBef>
              <a:spcAft>
                <a:spcPts val="0"/>
              </a:spcAft>
              <a:buClr>
                <a:schemeClr val="dk1"/>
              </a:buClr>
              <a:buSzPts val="1500"/>
              <a:buNone/>
              <a:defRPr sz="1125"/>
            </a:lvl2pPr>
            <a:lvl3pPr lvl="2" algn="ctr" rtl="0">
              <a:lnSpc>
                <a:spcPct val="90000"/>
              </a:lnSpc>
              <a:spcBef>
                <a:spcPts val="375"/>
              </a:spcBef>
              <a:spcAft>
                <a:spcPts val="0"/>
              </a:spcAft>
              <a:buClr>
                <a:schemeClr val="dk1"/>
              </a:buClr>
              <a:buSzPts val="1350"/>
              <a:buNone/>
              <a:defRPr sz="1013"/>
            </a:lvl3pPr>
            <a:lvl4pPr lvl="3" algn="ctr" rtl="0">
              <a:lnSpc>
                <a:spcPct val="90000"/>
              </a:lnSpc>
              <a:spcBef>
                <a:spcPts val="375"/>
              </a:spcBef>
              <a:spcAft>
                <a:spcPts val="0"/>
              </a:spcAft>
              <a:buClr>
                <a:schemeClr val="dk1"/>
              </a:buClr>
              <a:buSzPts val="1200"/>
              <a:buNone/>
              <a:defRPr sz="900"/>
            </a:lvl4pPr>
            <a:lvl5pPr lvl="4" algn="ctr" rtl="0">
              <a:lnSpc>
                <a:spcPct val="90000"/>
              </a:lnSpc>
              <a:spcBef>
                <a:spcPts val="375"/>
              </a:spcBef>
              <a:spcAft>
                <a:spcPts val="0"/>
              </a:spcAft>
              <a:buClr>
                <a:schemeClr val="dk1"/>
              </a:buClr>
              <a:buSzPts val="1200"/>
              <a:buNone/>
              <a:defRPr sz="900"/>
            </a:lvl5pPr>
            <a:lvl6pPr lvl="5" algn="ctr" rtl="0">
              <a:lnSpc>
                <a:spcPct val="90000"/>
              </a:lnSpc>
              <a:spcBef>
                <a:spcPts val="375"/>
              </a:spcBef>
              <a:spcAft>
                <a:spcPts val="0"/>
              </a:spcAft>
              <a:buClr>
                <a:schemeClr val="dk1"/>
              </a:buClr>
              <a:buSzPts val="1200"/>
              <a:buNone/>
              <a:defRPr sz="900"/>
            </a:lvl6pPr>
            <a:lvl7pPr lvl="6" algn="ctr" rtl="0">
              <a:lnSpc>
                <a:spcPct val="90000"/>
              </a:lnSpc>
              <a:spcBef>
                <a:spcPts val="375"/>
              </a:spcBef>
              <a:spcAft>
                <a:spcPts val="0"/>
              </a:spcAft>
              <a:buClr>
                <a:schemeClr val="dk1"/>
              </a:buClr>
              <a:buSzPts val="1200"/>
              <a:buNone/>
              <a:defRPr sz="900"/>
            </a:lvl7pPr>
            <a:lvl8pPr lvl="7" algn="ctr" rtl="0">
              <a:lnSpc>
                <a:spcPct val="90000"/>
              </a:lnSpc>
              <a:spcBef>
                <a:spcPts val="375"/>
              </a:spcBef>
              <a:spcAft>
                <a:spcPts val="0"/>
              </a:spcAft>
              <a:buClr>
                <a:schemeClr val="dk1"/>
              </a:buClr>
              <a:buSzPts val="1200"/>
              <a:buNone/>
              <a:defRPr sz="900"/>
            </a:lvl8pPr>
            <a:lvl9pPr lvl="8" algn="ctr" rtl="0">
              <a:lnSpc>
                <a:spcPct val="90000"/>
              </a:lnSpc>
              <a:spcBef>
                <a:spcPts val="375"/>
              </a:spcBef>
              <a:spcAft>
                <a:spcPts val="0"/>
              </a:spcAft>
              <a:buClr>
                <a:schemeClr val="dk1"/>
              </a:buClr>
              <a:buSzPts val="1200"/>
              <a:buNone/>
              <a:defRPr sz="900"/>
            </a:lvl9pPr>
          </a:lstStyle>
          <a:p>
            <a:endParaRPr/>
          </a:p>
        </p:txBody>
      </p:sp>
      <p:sp>
        <p:nvSpPr>
          <p:cNvPr id="21" name="Google Shape;21;p2"/>
          <p:cNvSpPr txBox="1">
            <a:spLocks noGrp="1"/>
          </p:cNvSpPr>
          <p:nvPr>
            <p:ph type="body" idx="2"/>
          </p:nvPr>
        </p:nvSpPr>
        <p:spPr>
          <a:xfrm>
            <a:off x="5189413" y="4826979"/>
            <a:ext cx="6713400" cy="1108500"/>
          </a:xfrm>
          <a:prstGeom prst="rect">
            <a:avLst/>
          </a:prstGeom>
          <a:noFill/>
          <a:ln>
            <a:noFill/>
          </a:ln>
        </p:spPr>
        <p:txBody>
          <a:bodyPr spcFirstLastPara="1" wrap="square" lIns="91425" tIns="45700" rIns="91425" bIns="45700" anchor="t" anchorCtr="0">
            <a:normAutofit/>
          </a:bodyPr>
          <a:lstStyle>
            <a:lvl1pPr marL="457200" lvl="0" indent="-228600" algn="r" rtl="0">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SzPts val="1400"/>
              <a:buNone/>
              <a:defRPr sz="4050" b="1">
                <a:solidFill>
                  <a:srgbClr val="150860"/>
                </a:solidFill>
                <a:latin typeface="Helvetica Neue"/>
                <a:ea typeface="Helvetica Neue"/>
                <a:cs typeface="Helvetica Neue"/>
                <a:sym typeface="Helvetica Neu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Autofit/>
          </a:bodyPr>
          <a:lstStyle>
            <a:lvl1pPr marL="457200" lvl="0" indent="-228600" algn="r" rtl="0">
              <a:lnSpc>
                <a:spcPct val="90000"/>
              </a:lnSpc>
              <a:spcBef>
                <a:spcPts val="750"/>
              </a:spcBef>
              <a:spcAft>
                <a:spcPts val="0"/>
              </a:spcAft>
              <a:buClr>
                <a:srgbClr val="888888"/>
              </a:buClr>
              <a:buSzPts val="1800"/>
              <a:buNone/>
              <a:defRPr sz="1800" b="0" i="0">
                <a:solidFill>
                  <a:srgbClr val="888888"/>
                </a:solidFill>
                <a:latin typeface="Helvetica Neue Light"/>
                <a:ea typeface="Helvetica Neue Light"/>
                <a:cs typeface="Helvetica Neue Light"/>
                <a:sym typeface="Helvetica Neue Light"/>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8200" y="160569"/>
            <a:ext cx="9321900" cy="764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sz="2400" b="1">
                <a:solidFill>
                  <a:schemeClr val="lt1"/>
                </a:solidFill>
                <a:latin typeface="Helvetica Neue"/>
                <a:ea typeface="Helvetica Neue"/>
                <a:cs typeface="Helvetica Neue"/>
                <a:sym typeface="Helvetica Neu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57739" y="1600203"/>
            <a:ext cx="10160100" cy="2728800"/>
          </a:xfrm>
          <a:prstGeom prst="rect">
            <a:avLst/>
          </a:prstGeom>
          <a:noFill/>
          <a:ln>
            <a:noFill/>
          </a:ln>
        </p:spPr>
        <p:txBody>
          <a:bodyPr spcFirstLastPara="1" wrap="square" lIns="91425" tIns="45700" rIns="91425" bIns="45700" anchor="t" anchorCtr="0">
            <a:noAutofit/>
          </a:bodyPr>
          <a:lstStyle>
            <a:lvl1pPr marL="457200" lvl="0" indent="-314325" algn="l" rtl="0">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marL="914400" lvl="1" indent="-304800" algn="l" rtl="0">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marL="1371600" lvl="2" indent="-295275" algn="l" rtl="0">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marL="1828800" lvl="3" indent="-285750" algn="l" rtl="0">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marL="2286000" lvl="4" indent="-285750" algn="l" rtl="0">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329247" y="1143003"/>
            <a:ext cx="11196900" cy="3954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1C1573"/>
              </a:buClr>
              <a:buSzPts val="1500"/>
              <a:buNone/>
              <a:defRPr sz="1500" b="1">
                <a:solidFill>
                  <a:srgbClr val="1C1573"/>
                </a:solidFill>
                <a:latin typeface="Helvetica Neue"/>
                <a:ea typeface="Helvetica Neue"/>
                <a:cs typeface="Helvetica Neue"/>
                <a:sym typeface="Helvetica Neue"/>
              </a:defRPr>
            </a:lvl1pPr>
            <a:lvl2pPr marL="914400" lvl="1" indent="-381000" algn="l" rtl="0">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marL="1371600" lvl="2" indent="-355600" algn="l" rtl="0">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marL="1828800" lvl="3" indent="-342900" algn="l" rtl="0">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marL="2286000" lvl="4" indent="-342900" algn="l" rtl="0">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48" name="Google Shape;48;p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4" name="Google Shape;54;p9"/>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55" name="Google Shape;55;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1" name="Google Shape;61;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2" name="Google Shape;62;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3" name="Google Shape;63;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SzPts val="1400"/>
              <a:buNone/>
              <a:defRPr sz="32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66" name="Google Shape;66;p11"/>
          <p:cNvSpPr>
            <a:spLocks noGrp="1"/>
          </p:cNvSpPr>
          <p:nvPr>
            <p:ph type="pic" idx="2"/>
          </p:nvPr>
        </p:nvSpPr>
        <p:spPr>
          <a:xfrm>
            <a:off x="5183188" y="987425"/>
            <a:ext cx="6172200" cy="4873500"/>
          </a:xfrm>
          <a:prstGeom prst="rect">
            <a:avLst/>
          </a:prstGeom>
          <a:noFill/>
          <a:ln>
            <a:noFill/>
          </a:ln>
        </p:spPr>
      </p:sp>
      <p:sp>
        <p:nvSpPr>
          <p:cNvPr id="67" name="Google Shape;67;p1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68" name="Google Shape;68;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9" name="Google Shape;69;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0" name="Google Shape;70;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12"/>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SzPts val="1400"/>
              <a:buNone/>
              <a:defRPr sz="32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73" name="Google Shape;73;p12"/>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74" name="Google Shape;74;p12"/>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75" name="Google Shape;75;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8"/>
        <p:cNvGrpSpPr/>
        <p:nvPr/>
      </p:nvGrpSpPr>
      <p:grpSpPr>
        <a:xfrm>
          <a:off x="0" y="0"/>
          <a:ext cx="0" cy="0"/>
          <a:chOff x="0" y="0"/>
          <a:chExt cx="0" cy="0"/>
        </a:xfrm>
      </p:grpSpPr>
      <p:sp>
        <p:nvSpPr>
          <p:cNvPr id="79" name="Google Shape;79;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0" name="Google Shape;80;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1" name="Google Shape;81;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84" name="Google Shape;84;p1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89" name="Google Shape;89;p15"/>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0" name="Google Shape;90;p15"/>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2" name="Google Shape;92;p15"/>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3" name="Google Shape;93;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4" name="Google Shape;94;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5" name="Google Shape;95;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98" name="Google Shape;98;p1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9" name="Google Shape;99;p1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0" name="Google Shape;100;p1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1" name="Google Shape;101;p1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2" name="Google Shape;102;p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SzPts val="1400"/>
              <a:buNone/>
              <a:defRPr sz="60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05" name="Google Shape;105;p17"/>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6" name="Google Shape;106;p1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7" name="Google Shape;107;p1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8" name="Google Shape;108;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9"/>
        <p:cNvGrpSpPr/>
        <p:nvPr/>
      </p:nvGrpSpPr>
      <p:grpSpPr>
        <a:xfrm>
          <a:off x="0" y="0"/>
          <a:ext cx="0" cy="0"/>
          <a:chOff x="0" y="0"/>
          <a:chExt cx="0" cy="0"/>
        </a:xfrm>
      </p:grpSpPr>
      <p:sp>
        <p:nvSpPr>
          <p:cNvPr id="110" name="Google Shape;110;p18"/>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SzPts val="1400"/>
              <a:buNone/>
              <a:defRPr sz="60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11" name="Google Shape;111;p18"/>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112" name="Google Shape;112;p1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Section Header" type="secHead">
  <p:cSld name="SECTION_HEADER">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Clr>
                <a:srgbClr val="150860"/>
              </a:buClr>
              <a:buSzPts val="5400"/>
              <a:buFont typeface="Helvetica Neue"/>
              <a:buNone/>
              <a:defRPr sz="5400" b="1">
                <a:solidFill>
                  <a:srgbClr val="150860"/>
                </a:solidFill>
                <a:latin typeface="Helvetica Neue"/>
                <a:ea typeface="Helvetica Neue"/>
                <a:cs typeface="Helvetica Neue"/>
                <a:sym typeface="Helvetica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p2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lvl="0" indent="-228600" algn="r" rtl="0">
              <a:lnSpc>
                <a:spcPct val="90000"/>
              </a:lnSpc>
              <a:spcBef>
                <a:spcPts val="1000"/>
              </a:spcBef>
              <a:spcAft>
                <a:spcPts val="0"/>
              </a:spcAft>
              <a:buClr>
                <a:srgbClr val="888888"/>
              </a:buClr>
              <a:buSzPts val="2400"/>
              <a:buNone/>
              <a:defRPr sz="2400" b="0" i="0">
                <a:solidFill>
                  <a:srgbClr val="888888"/>
                </a:solidFill>
                <a:latin typeface="Helvetica Neue Light"/>
                <a:ea typeface="Helvetica Neue Light"/>
                <a:cs typeface="Helvetica Neue Light"/>
                <a:sym typeface="Helvetica Neue Light"/>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527520" y="274680"/>
            <a:ext cx="8160600" cy="8499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28" name="Google Shape;128;p22"/>
          <p:cNvSpPr txBox="1">
            <a:spLocks noGrp="1"/>
          </p:cNvSpPr>
          <p:nvPr>
            <p:ph type="body" idx="1"/>
          </p:nvPr>
        </p:nvSpPr>
        <p:spPr>
          <a:xfrm>
            <a:off x="609600" y="1600200"/>
            <a:ext cx="10972200" cy="4525800"/>
          </a:xfrm>
          <a:prstGeom prst="rect">
            <a:avLst/>
          </a:prstGeom>
          <a:noFill/>
          <a:ln>
            <a:noFill/>
          </a:ln>
        </p:spPr>
        <p:txBody>
          <a:bodyPr spcFirstLastPara="1" wrap="square" lIns="0" tIns="0" rIns="0" bIns="0" anchor="t" anchorCtr="0">
            <a:no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508000" y="152400"/>
            <a:ext cx="11040600" cy="5334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508000" y="152400"/>
            <a:ext cx="11040600" cy="5334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6" name="Google Shape;136;p25"/>
          <p:cNvSpPr txBox="1">
            <a:spLocks noGrp="1"/>
          </p:cNvSpPr>
          <p:nvPr>
            <p:ph type="body" idx="1"/>
          </p:nvPr>
        </p:nvSpPr>
        <p:spPr>
          <a:xfrm>
            <a:off x="548217" y="1143000"/>
            <a:ext cx="5444100" cy="5181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37" name="Google Shape;137;p25"/>
          <p:cNvSpPr txBox="1">
            <a:spLocks noGrp="1"/>
          </p:cNvSpPr>
          <p:nvPr>
            <p:ph type="body" idx="2"/>
          </p:nvPr>
        </p:nvSpPr>
        <p:spPr>
          <a:xfrm>
            <a:off x="6195484" y="1143000"/>
            <a:ext cx="5444100" cy="5181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45"/>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157"/>
        <p:cNvGrpSpPr/>
        <p:nvPr/>
      </p:nvGrpSpPr>
      <p:grpSpPr>
        <a:xfrm>
          <a:off x="0" y="0"/>
          <a:ext cx="0" cy="0"/>
          <a:chOff x="0" y="0"/>
          <a:chExt cx="0" cy="0"/>
        </a:xfrm>
      </p:grpSpPr>
      <p:sp>
        <p:nvSpPr>
          <p:cNvPr id="158" name="Google Shape;158;p29"/>
          <p:cNvSpPr txBox="1">
            <a:spLocks noGrp="1"/>
          </p:cNvSpPr>
          <p:nvPr>
            <p:ph type="body" idx="1"/>
          </p:nvPr>
        </p:nvSpPr>
        <p:spPr>
          <a:xfrm>
            <a:off x="406400" y="4648200"/>
            <a:ext cx="11277600" cy="1600200"/>
          </a:xfrm>
          <a:prstGeom prst="rect">
            <a:avLst/>
          </a:prstGeom>
          <a:noFill/>
          <a:ln>
            <a:noFill/>
          </a:ln>
        </p:spPr>
        <p:txBody>
          <a:bodyPr spcFirstLastPara="1" wrap="square" lIns="91425" tIns="45700" rIns="91425" bIns="45700" anchor="t" anchorCtr="0">
            <a:noAutofit/>
          </a:bodyPr>
          <a:lstStyle>
            <a:lvl1pPr marL="457200" lvl="0" indent="-228600" algn="l" rtl="0">
              <a:lnSpc>
                <a:spcPct val="105000"/>
              </a:lnSpc>
              <a:spcBef>
                <a:spcPts val="0"/>
              </a:spcBef>
              <a:spcAft>
                <a:spcPts val="0"/>
              </a:spcAft>
              <a:buClr>
                <a:schemeClr val="dk1"/>
              </a:buClr>
              <a:buSzPts val="3000"/>
              <a:buNone/>
              <a:defRPr sz="3000" b="1">
                <a:latin typeface="Arial"/>
                <a:ea typeface="Arial"/>
                <a:cs typeface="Arial"/>
                <a:sym typeface="Arial"/>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68"/>
        <p:cNvGrpSpPr/>
        <p:nvPr/>
      </p:nvGrpSpPr>
      <p:grpSpPr>
        <a:xfrm>
          <a:off x="0" y="0"/>
          <a:ext cx="0" cy="0"/>
          <a:chOff x="0" y="0"/>
          <a:chExt cx="0" cy="0"/>
        </a:xfrm>
      </p:grpSpPr>
      <p:sp>
        <p:nvSpPr>
          <p:cNvPr id="169" name="Google Shape;169;p31"/>
          <p:cNvSpPr txBox="1">
            <a:spLocks noGrp="1"/>
          </p:cNvSpPr>
          <p:nvPr>
            <p:ph type="ctrTitle"/>
          </p:nvPr>
        </p:nvSpPr>
        <p:spPr>
          <a:xfrm>
            <a:off x="4572003" y="2549773"/>
            <a:ext cx="7330800" cy="16008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Clr>
                <a:schemeClr val="dk1"/>
              </a:buClr>
              <a:buSzPts val="1400"/>
              <a:buFont typeface="Calibri"/>
              <a:buNone/>
              <a:defRPr/>
            </a:lvl2pPr>
            <a:lvl3pPr lvl="2" algn="l" rtl="0">
              <a:lnSpc>
                <a:spcPct val="100000"/>
              </a:lnSpc>
              <a:spcBef>
                <a:spcPts val="0"/>
              </a:spcBef>
              <a:spcAft>
                <a:spcPts val="0"/>
              </a:spcAft>
              <a:buClr>
                <a:schemeClr val="dk1"/>
              </a:buClr>
              <a:buSzPts val="1400"/>
              <a:buFont typeface="Calibri"/>
              <a:buNone/>
              <a:defRPr/>
            </a:lvl3pPr>
            <a:lvl4pPr lvl="3" algn="l" rtl="0">
              <a:lnSpc>
                <a:spcPct val="100000"/>
              </a:lnSpc>
              <a:spcBef>
                <a:spcPts val="0"/>
              </a:spcBef>
              <a:spcAft>
                <a:spcPts val="0"/>
              </a:spcAft>
              <a:buClr>
                <a:schemeClr val="dk1"/>
              </a:buClr>
              <a:buSzPts val="1400"/>
              <a:buFont typeface="Calibri"/>
              <a:buNone/>
              <a:defRPr/>
            </a:lvl4pPr>
            <a:lvl5pPr lvl="4" algn="l" rtl="0">
              <a:lnSpc>
                <a:spcPct val="100000"/>
              </a:lnSpc>
              <a:spcBef>
                <a:spcPts val="0"/>
              </a:spcBef>
              <a:spcAft>
                <a:spcPts val="0"/>
              </a:spcAft>
              <a:buClr>
                <a:schemeClr val="dk1"/>
              </a:buClr>
              <a:buSzPts val="1400"/>
              <a:buFont typeface="Calibri"/>
              <a:buNone/>
              <a:defRPr/>
            </a:lvl5pPr>
            <a:lvl6pPr lvl="5" algn="l" rtl="0">
              <a:lnSpc>
                <a:spcPct val="100000"/>
              </a:lnSpc>
              <a:spcBef>
                <a:spcPts val="0"/>
              </a:spcBef>
              <a:spcAft>
                <a:spcPts val="0"/>
              </a:spcAft>
              <a:buClr>
                <a:schemeClr val="dk1"/>
              </a:buClr>
              <a:buSzPts val="1400"/>
              <a:buFont typeface="Calibri"/>
              <a:buNone/>
              <a:defRPr/>
            </a:lvl6pPr>
            <a:lvl7pPr lvl="6" algn="l" rtl="0">
              <a:lnSpc>
                <a:spcPct val="100000"/>
              </a:lnSpc>
              <a:spcBef>
                <a:spcPts val="0"/>
              </a:spcBef>
              <a:spcAft>
                <a:spcPts val="0"/>
              </a:spcAft>
              <a:buClr>
                <a:schemeClr val="dk1"/>
              </a:buClr>
              <a:buSzPts val="1400"/>
              <a:buFont typeface="Calibri"/>
              <a:buNone/>
              <a:defRPr/>
            </a:lvl7pPr>
            <a:lvl8pPr lvl="7" algn="l" rtl="0">
              <a:lnSpc>
                <a:spcPct val="100000"/>
              </a:lnSpc>
              <a:spcBef>
                <a:spcPts val="0"/>
              </a:spcBef>
              <a:spcAft>
                <a:spcPts val="0"/>
              </a:spcAft>
              <a:buClr>
                <a:schemeClr val="dk1"/>
              </a:buClr>
              <a:buSzPts val="1400"/>
              <a:buFont typeface="Calibri"/>
              <a:buNone/>
              <a:defRPr/>
            </a:lvl8pPr>
            <a:lvl9pPr lvl="8" algn="l" rtl="0">
              <a:lnSpc>
                <a:spcPct val="100000"/>
              </a:lnSpc>
              <a:spcBef>
                <a:spcPts val="0"/>
              </a:spcBef>
              <a:spcAft>
                <a:spcPts val="0"/>
              </a:spcAft>
              <a:buClr>
                <a:schemeClr val="dk1"/>
              </a:buClr>
              <a:buSzPts val="1400"/>
              <a:buFont typeface="Calibri"/>
              <a:buNone/>
              <a:defRPr/>
            </a:lvl9pPr>
          </a:lstStyle>
          <a:p>
            <a:endParaRPr/>
          </a:p>
        </p:txBody>
      </p:sp>
      <p:sp>
        <p:nvSpPr>
          <p:cNvPr id="170" name="Google Shape;170;p31"/>
          <p:cNvSpPr txBox="1">
            <a:spLocks noGrp="1"/>
          </p:cNvSpPr>
          <p:nvPr>
            <p:ph type="subTitle" idx="1"/>
          </p:nvPr>
        </p:nvSpPr>
        <p:spPr>
          <a:xfrm>
            <a:off x="5908431" y="4452634"/>
            <a:ext cx="5994300" cy="343200"/>
          </a:xfrm>
          <a:prstGeom prst="rect">
            <a:avLst/>
          </a:prstGeom>
          <a:noFill/>
          <a:ln>
            <a:noFill/>
          </a:ln>
        </p:spPr>
        <p:txBody>
          <a:bodyPr spcFirstLastPara="1" wrap="square" lIns="91425" tIns="45700" rIns="91425" bIns="45700" anchor="ctr" anchorCtr="0">
            <a:noAutofit/>
          </a:bodyPr>
          <a:lstStyle>
            <a:lvl1pPr lvl="0" algn="r" rtl="0">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rtl="0">
              <a:lnSpc>
                <a:spcPct val="90000"/>
              </a:lnSpc>
              <a:spcBef>
                <a:spcPts val="281"/>
              </a:spcBef>
              <a:spcAft>
                <a:spcPts val="0"/>
              </a:spcAft>
              <a:buClr>
                <a:schemeClr val="dk1"/>
              </a:buClr>
              <a:buSzPts val="1500"/>
              <a:buNone/>
              <a:defRPr sz="843"/>
            </a:lvl2pPr>
            <a:lvl3pPr lvl="2" algn="ctr" rtl="0">
              <a:lnSpc>
                <a:spcPct val="90000"/>
              </a:lnSpc>
              <a:spcBef>
                <a:spcPts val="281"/>
              </a:spcBef>
              <a:spcAft>
                <a:spcPts val="0"/>
              </a:spcAft>
              <a:buClr>
                <a:schemeClr val="dk1"/>
              </a:buClr>
              <a:buSzPts val="1350"/>
              <a:buNone/>
              <a:defRPr sz="760"/>
            </a:lvl3pPr>
            <a:lvl4pPr lvl="3" algn="ctr" rtl="0">
              <a:lnSpc>
                <a:spcPct val="90000"/>
              </a:lnSpc>
              <a:spcBef>
                <a:spcPts val="281"/>
              </a:spcBef>
              <a:spcAft>
                <a:spcPts val="0"/>
              </a:spcAft>
              <a:buClr>
                <a:schemeClr val="dk1"/>
              </a:buClr>
              <a:buSzPts val="1200"/>
              <a:buNone/>
              <a:defRPr sz="675"/>
            </a:lvl4pPr>
            <a:lvl5pPr lvl="4" algn="ctr" rtl="0">
              <a:lnSpc>
                <a:spcPct val="90000"/>
              </a:lnSpc>
              <a:spcBef>
                <a:spcPts val="281"/>
              </a:spcBef>
              <a:spcAft>
                <a:spcPts val="0"/>
              </a:spcAft>
              <a:buClr>
                <a:schemeClr val="dk1"/>
              </a:buClr>
              <a:buSzPts val="1200"/>
              <a:buNone/>
              <a:defRPr sz="675"/>
            </a:lvl5pPr>
            <a:lvl6pPr lvl="5" algn="ctr" rtl="0">
              <a:lnSpc>
                <a:spcPct val="90000"/>
              </a:lnSpc>
              <a:spcBef>
                <a:spcPts val="281"/>
              </a:spcBef>
              <a:spcAft>
                <a:spcPts val="0"/>
              </a:spcAft>
              <a:buClr>
                <a:schemeClr val="dk1"/>
              </a:buClr>
              <a:buSzPts val="1200"/>
              <a:buNone/>
              <a:defRPr sz="675"/>
            </a:lvl6pPr>
            <a:lvl7pPr lvl="6" algn="ctr" rtl="0">
              <a:lnSpc>
                <a:spcPct val="90000"/>
              </a:lnSpc>
              <a:spcBef>
                <a:spcPts val="281"/>
              </a:spcBef>
              <a:spcAft>
                <a:spcPts val="0"/>
              </a:spcAft>
              <a:buClr>
                <a:schemeClr val="dk1"/>
              </a:buClr>
              <a:buSzPts val="1200"/>
              <a:buNone/>
              <a:defRPr sz="675"/>
            </a:lvl7pPr>
            <a:lvl8pPr lvl="7" algn="ctr" rtl="0">
              <a:lnSpc>
                <a:spcPct val="90000"/>
              </a:lnSpc>
              <a:spcBef>
                <a:spcPts val="281"/>
              </a:spcBef>
              <a:spcAft>
                <a:spcPts val="0"/>
              </a:spcAft>
              <a:buClr>
                <a:schemeClr val="dk1"/>
              </a:buClr>
              <a:buSzPts val="1200"/>
              <a:buNone/>
              <a:defRPr sz="675"/>
            </a:lvl8pPr>
            <a:lvl9pPr lvl="8" algn="ctr" rtl="0">
              <a:lnSpc>
                <a:spcPct val="90000"/>
              </a:lnSpc>
              <a:spcBef>
                <a:spcPts val="281"/>
              </a:spcBef>
              <a:spcAft>
                <a:spcPts val="0"/>
              </a:spcAft>
              <a:buClr>
                <a:schemeClr val="dk1"/>
              </a:buClr>
              <a:buSzPts val="1200"/>
              <a:buNone/>
              <a:defRPr sz="675"/>
            </a:lvl9pPr>
          </a:lstStyle>
          <a:p>
            <a:endParaRPr/>
          </a:p>
        </p:txBody>
      </p:sp>
      <p:sp>
        <p:nvSpPr>
          <p:cNvPr id="171" name="Google Shape;171;p31"/>
          <p:cNvSpPr txBox="1">
            <a:spLocks noGrp="1"/>
          </p:cNvSpPr>
          <p:nvPr>
            <p:ph type="body" idx="2"/>
          </p:nvPr>
        </p:nvSpPr>
        <p:spPr>
          <a:xfrm>
            <a:off x="5189413" y="4826981"/>
            <a:ext cx="6713400" cy="1108500"/>
          </a:xfrm>
          <a:prstGeom prst="rect">
            <a:avLst/>
          </a:prstGeom>
          <a:noFill/>
          <a:ln>
            <a:noFill/>
          </a:ln>
        </p:spPr>
        <p:txBody>
          <a:bodyPr spcFirstLastPara="1" wrap="square" lIns="91425" tIns="45700" rIns="91425" bIns="45700" anchor="t" anchorCtr="0">
            <a:noAutofit/>
          </a:bodyPr>
          <a:lstStyle>
            <a:lvl1pPr marL="457200" lvl="0" indent="-228600" algn="r" rtl="0">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914400" lvl="1" indent="-342900" algn="l" rtl="0">
              <a:lnSpc>
                <a:spcPct val="90000"/>
              </a:lnSpc>
              <a:spcBef>
                <a:spcPts val="281"/>
              </a:spcBef>
              <a:spcAft>
                <a:spcPts val="0"/>
              </a:spcAft>
              <a:buClr>
                <a:schemeClr val="dk1"/>
              </a:buClr>
              <a:buSzPts val="1800"/>
              <a:buChar char="•"/>
              <a:defRPr/>
            </a:lvl2pPr>
            <a:lvl3pPr marL="1371600" lvl="2" indent="-342900" algn="l" rtl="0">
              <a:lnSpc>
                <a:spcPct val="90000"/>
              </a:lnSpc>
              <a:spcBef>
                <a:spcPts val="281"/>
              </a:spcBef>
              <a:spcAft>
                <a:spcPts val="0"/>
              </a:spcAft>
              <a:buClr>
                <a:schemeClr val="dk1"/>
              </a:buClr>
              <a:buSzPts val="1800"/>
              <a:buChar char="•"/>
              <a:defRPr/>
            </a:lvl3pPr>
            <a:lvl4pPr marL="1828800" lvl="3" indent="-342900" algn="l" rtl="0">
              <a:lnSpc>
                <a:spcPct val="90000"/>
              </a:lnSpc>
              <a:spcBef>
                <a:spcPts val="281"/>
              </a:spcBef>
              <a:spcAft>
                <a:spcPts val="0"/>
              </a:spcAft>
              <a:buClr>
                <a:schemeClr val="dk1"/>
              </a:buClr>
              <a:buSzPts val="1800"/>
              <a:buChar char="•"/>
              <a:defRPr/>
            </a:lvl4pPr>
            <a:lvl5pPr marL="2286000" lvl="4" indent="-342900" algn="l" rtl="0">
              <a:lnSpc>
                <a:spcPct val="90000"/>
              </a:lnSpc>
              <a:spcBef>
                <a:spcPts val="281"/>
              </a:spcBef>
              <a:spcAft>
                <a:spcPts val="0"/>
              </a:spcAft>
              <a:buClr>
                <a:schemeClr val="dk1"/>
              </a:buClr>
              <a:buSzPts val="1800"/>
              <a:buChar char="•"/>
              <a:defRPr/>
            </a:lvl5pPr>
            <a:lvl6pPr marL="2743200" lvl="5" indent="-342900" algn="l" rtl="0">
              <a:lnSpc>
                <a:spcPct val="90000"/>
              </a:lnSpc>
              <a:spcBef>
                <a:spcPts val="281"/>
              </a:spcBef>
              <a:spcAft>
                <a:spcPts val="0"/>
              </a:spcAft>
              <a:buClr>
                <a:schemeClr val="dk1"/>
              </a:buClr>
              <a:buSzPts val="1800"/>
              <a:buChar char="•"/>
              <a:defRPr/>
            </a:lvl6pPr>
            <a:lvl7pPr marL="3200400" lvl="6" indent="-342900" algn="l" rtl="0">
              <a:lnSpc>
                <a:spcPct val="90000"/>
              </a:lnSpc>
              <a:spcBef>
                <a:spcPts val="281"/>
              </a:spcBef>
              <a:spcAft>
                <a:spcPts val="0"/>
              </a:spcAft>
              <a:buClr>
                <a:schemeClr val="dk1"/>
              </a:buClr>
              <a:buSzPts val="1800"/>
              <a:buChar char="•"/>
              <a:defRPr/>
            </a:lvl7pPr>
            <a:lvl8pPr marL="3657600" lvl="7" indent="-342900" algn="l" rtl="0">
              <a:lnSpc>
                <a:spcPct val="90000"/>
              </a:lnSpc>
              <a:spcBef>
                <a:spcPts val="281"/>
              </a:spcBef>
              <a:spcAft>
                <a:spcPts val="0"/>
              </a:spcAft>
              <a:buClr>
                <a:schemeClr val="dk1"/>
              </a:buClr>
              <a:buSzPts val="1800"/>
              <a:buChar char="•"/>
              <a:defRPr/>
            </a:lvl8pPr>
            <a:lvl9pPr marL="4114800" lvl="8" indent="-342900" algn="l" rtl="0">
              <a:lnSpc>
                <a:spcPct val="90000"/>
              </a:lnSpc>
              <a:spcBef>
                <a:spcPts val="281"/>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18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7_Title and Content">
  <p:cSld name="7_Title and Content">
    <p:spTree>
      <p:nvGrpSpPr>
        <p:cNvPr id="1" name="Shape 207"/>
        <p:cNvGrpSpPr/>
        <p:nvPr/>
      </p:nvGrpSpPr>
      <p:grpSpPr>
        <a:xfrm>
          <a:off x="0" y="0"/>
          <a:ext cx="0" cy="0"/>
          <a:chOff x="0" y="0"/>
          <a:chExt cx="0" cy="0"/>
        </a:xfrm>
      </p:grpSpPr>
      <p:sp>
        <p:nvSpPr>
          <p:cNvPr id="208" name="Google Shape;208;p35"/>
          <p:cNvSpPr txBox="1">
            <a:spLocks noGrp="1"/>
          </p:cNvSpPr>
          <p:nvPr>
            <p:ph type="body" idx="1"/>
          </p:nvPr>
        </p:nvSpPr>
        <p:spPr>
          <a:xfrm>
            <a:off x="406400" y="1493840"/>
            <a:ext cx="10972800" cy="452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rtl="0">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09" name="Google Shape;209;p35"/>
          <p:cNvSpPr txBox="1">
            <a:spLocks noGrp="1"/>
          </p:cNvSpPr>
          <p:nvPr>
            <p:ph type="body" idx="2"/>
          </p:nvPr>
        </p:nvSpPr>
        <p:spPr>
          <a:xfrm>
            <a:off x="406400" y="152400"/>
            <a:ext cx="8432700" cy="11430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dk1"/>
              </a:buClr>
              <a:buSzPts val="2700"/>
              <a:buNone/>
              <a:defRPr sz="2700" b="1">
                <a:latin typeface="Arial"/>
                <a:ea typeface="Arial"/>
                <a:cs typeface="Arial"/>
                <a:sym typeface="Arial"/>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Blank_one">
  <p:cSld name="1_Blank_one">
    <p:spTree>
      <p:nvGrpSpPr>
        <p:cNvPr id="1" name="Shape 226"/>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1"/>
        <p:cNvGrpSpPr/>
        <p:nvPr/>
      </p:nvGrpSpPr>
      <p:grpSpPr>
        <a:xfrm>
          <a:off x="0" y="0"/>
          <a:ext cx="0" cy="0"/>
          <a:chOff x="0" y="0"/>
          <a:chExt cx="0" cy="0"/>
        </a:xfrm>
      </p:grpSpPr>
      <p:sp>
        <p:nvSpPr>
          <p:cNvPr id="232" name="Google Shape;232;p39"/>
          <p:cNvSpPr txBox="1">
            <a:spLocks noGrp="1"/>
          </p:cNvSpPr>
          <p:nvPr>
            <p:ph type="title"/>
          </p:nvPr>
        </p:nvSpPr>
        <p:spPr>
          <a:xfrm>
            <a:off x="415600" y="2867800"/>
            <a:ext cx="11360700" cy="1122300"/>
          </a:xfrm>
          <a:prstGeom prst="rect">
            <a:avLst/>
          </a:prstGeom>
          <a:noFill/>
          <a:ln>
            <a:noFill/>
          </a:ln>
        </p:spPr>
        <p:txBody>
          <a:bodyPr spcFirstLastPara="1" wrap="square" lIns="91425" tIns="91425" rIns="91425" bIns="91425" anchor="ctr" anchorCtr="0">
            <a:normAutofit/>
          </a:bodyPr>
          <a:lstStyle>
            <a:lvl1pPr lvl="0" algn="ctr" rtl="0">
              <a:lnSpc>
                <a:spcPct val="90000"/>
              </a:lnSpc>
              <a:spcBef>
                <a:spcPts val="0"/>
              </a:spcBef>
              <a:spcAft>
                <a:spcPts val="0"/>
              </a:spcAft>
              <a:buClr>
                <a:schemeClr val="dk1"/>
              </a:buClr>
              <a:buSzPts val="3600"/>
              <a:buFont typeface="Calibri"/>
              <a:buNone/>
              <a:defRPr sz="3600"/>
            </a:lvl1pPr>
            <a:lvl2pPr lvl="1" algn="ctr" rtl="0">
              <a:lnSpc>
                <a:spcPct val="90000"/>
              </a:lnSpc>
              <a:spcBef>
                <a:spcPts val="0"/>
              </a:spcBef>
              <a:spcAft>
                <a:spcPts val="0"/>
              </a:spcAft>
              <a:buClr>
                <a:schemeClr val="dk1"/>
              </a:buClr>
              <a:buSzPts val="3600"/>
              <a:buFont typeface="Calibri"/>
              <a:buNone/>
              <a:defRPr sz="3600"/>
            </a:lvl2pPr>
            <a:lvl3pPr lvl="2" algn="ctr" rtl="0">
              <a:lnSpc>
                <a:spcPct val="90000"/>
              </a:lnSpc>
              <a:spcBef>
                <a:spcPts val="0"/>
              </a:spcBef>
              <a:spcAft>
                <a:spcPts val="0"/>
              </a:spcAft>
              <a:buClr>
                <a:schemeClr val="dk1"/>
              </a:buClr>
              <a:buSzPts val="3600"/>
              <a:buFont typeface="Calibri"/>
              <a:buNone/>
              <a:defRPr sz="3600"/>
            </a:lvl3pPr>
            <a:lvl4pPr lvl="3" algn="ctr" rtl="0">
              <a:lnSpc>
                <a:spcPct val="90000"/>
              </a:lnSpc>
              <a:spcBef>
                <a:spcPts val="0"/>
              </a:spcBef>
              <a:spcAft>
                <a:spcPts val="0"/>
              </a:spcAft>
              <a:buClr>
                <a:schemeClr val="dk1"/>
              </a:buClr>
              <a:buSzPts val="3600"/>
              <a:buFont typeface="Calibri"/>
              <a:buNone/>
              <a:defRPr sz="3600"/>
            </a:lvl4pPr>
            <a:lvl5pPr lvl="4" algn="ctr" rtl="0">
              <a:lnSpc>
                <a:spcPct val="90000"/>
              </a:lnSpc>
              <a:spcBef>
                <a:spcPts val="0"/>
              </a:spcBef>
              <a:spcAft>
                <a:spcPts val="0"/>
              </a:spcAft>
              <a:buClr>
                <a:schemeClr val="dk1"/>
              </a:buClr>
              <a:buSzPts val="3600"/>
              <a:buFont typeface="Calibri"/>
              <a:buNone/>
              <a:defRPr sz="3600"/>
            </a:lvl5pPr>
            <a:lvl6pPr lvl="5" algn="ctr" rtl="0">
              <a:lnSpc>
                <a:spcPct val="90000"/>
              </a:lnSpc>
              <a:spcBef>
                <a:spcPts val="0"/>
              </a:spcBef>
              <a:spcAft>
                <a:spcPts val="0"/>
              </a:spcAft>
              <a:buClr>
                <a:schemeClr val="dk1"/>
              </a:buClr>
              <a:buSzPts val="3600"/>
              <a:buFont typeface="Calibri"/>
              <a:buNone/>
              <a:defRPr sz="3600"/>
            </a:lvl6pPr>
            <a:lvl7pPr lvl="6" algn="ctr" rtl="0">
              <a:lnSpc>
                <a:spcPct val="90000"/>
              </a:lnSpc>
              <a:spcBef>
                <a:spcPts val="0"/>
              </a:spcBef>
              <a:spcAft>
                <a:spcPts val="0"/>
              </a:spcAft>
              <a:buClr>
                <a:schemeClr val="dk1"/>
              </a:buClr>
              <a:buSzPts val="3600"/>
              <a:buFont typeface="Calibri"/>
              <a:buNone/>
              <a:defRPr sz="3600"/>
            </a:lvl7pPr>
            <a:lvl8pPr lvl="7" algn="ctr" rtl="0">
              <a:lnSpc>
                <a:spcPct val="90000"/>
              </a:lnSpc>
              <a:spcBef>
                <a:spcPts val="0"/>
              </a:spcBef>
              <a:spcAft>
                <a:spcPts val="0"/>
              </a:spcAft>
              <a:buClr>
                <a:schemeClr val="dk1"/>
              </a:buClr>
              <a:buSzPts val="3600"/>
              <a:buFont typeface="Calibri"/>
              <a:buNone/>
              <a:defRPr sz="3600"/>
            </a:lvl8pPr>
            <a:lvl9pPr lvl="8" algn="ctr" rtl="0">
              <a:lnSpc>
                <a:spcPct val="90000"/>
              </a:lnSpc>
              <a:spcBef>
                <a:spcPts val="0"/>
              </a:spcBef>
              <a:spcAft>
                <a:spcPts val="0"/>
              </a:spcAft>
              <a:buClr>
                <a:schemeClr val="dk1"/>
              </a:buClr>
              <a:buSzPts val="3600"/>
              <a:buFont typeface="Calibri"/>
              <a:buNone/>
              <a:defRPr sz="3600"/>
            </a:lvl9pPr>
          </a:lstStyle>
          <a:p>
            <a:endParaRPr/>
          </a:p>
        </p:txBody>
      </p:sp>
      <p:sp>
        <p:nvSpPr>
          <p:cNvPr id="233" name="Google Shape;233;p39"/>
          <p:cNvSpPr txBox="1">
            <a:spLocks noGrp="1"/>
          </p:cNvSpPr>
          <p:nvPr>
            <p:ph type="sldNum" idx="12"/>
          </p:nvPr>
        </p:nvSpPr>
        <p:spPr>
          <a:xfrm>
            <a:off x="11296650" y="6218237"/>
            <a:ext cx="731700" cy="523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38"/>
        <p:cNvGrpSpPr/>
        <p:nvPr/>
      </p:nvGrpSpPr>
      <p:grpSpPr>
        <a:xfrm>
          <a:off x="0" y="0"/>
          <a:ext cx="0" cy="0"/>
          <a:chOff x="0" y="0"/>
          <a:chExt cx="0" cy="0"/>
        </a:xfrm>
      </p:grpSpPr>
      <p:sp>
        <p:nvSpPr>
          <p:cNvPr id="239" name="Google Shape;239;p41"/>
          <p:cNvSpPr txBox="1">
            <a:spLocks noGrp="1"/>
          </p:cNvSpPr>
          <p:nvPr>
            <p:ph type="body" idx="1"/>
          </p:nvPr>
        </p:nvSpPr>
        <p:spPr>
          <a:xfrm>
            <a:off x="304800" y="1545224"/>
            <a:ext cx="11480700" cy="4526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750"/>
              </a:spcBef>
              <a:spcAft>
                <a:spcPts val="0"/>
              </a:spcAft>
              <a:buClr>
                <a:schemeClr val="dk1"/>
              </a:buClr>
              <a:buSzPts val="1800"/>
              <a:buChar char="•"/>
              <a:defRPr sz="1800">
                <a:latin typeface="Cambria"/>
                <a:ea typeface="Cambria"/>
                <a:cs typeface="Cambria"/>
                <a:sym typeface="Cambria"/>
              </a:defRPr>
            </a:lvl1pPr>
            <a:lvl2pPr marL="914400" lvl="1"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2pPr>
            <a:lvl3pPr marL="1371600" lvl="2"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3pPr>
            <a:lvl4pPr marL="1828800" lvl="3"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4pPr>
            <a:lvl5pPr marL="2286000" lvl="4"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40" name="Google Shape;240;p41"/>
          <p:cNvSpPr txBox="1">
            <a:spLocks noGrp="1"/>
          </p:cNvSpPr>
          <p:nvPr>
            <p:ph type="title"/>
          </p:nvPr>
        </p:nvSpPr>
        <p:spPr>
          <a:xfrm>
            <a:off x="304802" y="0"/>
            <a:ext cx="10881300" cy="12192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sz="2700" b="0">
                <a:latin typeface="Cambria"/>
                <a:ea typeface="Cambria"/>
                <a:cs typeface="Cambria"/>
                <a:sym typeface="Cambria"/>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241" name="Google Shape;241;p41"/>
          <p:cNvSpPr txBox="1">
            <a:spLocks noGrp="1"/>
          </p:cNvSpPr>
          <p:nvPr>
            <p:ph type="ftr" idx="11"/>
          </p:nvPr>
        </p:nvSpPr>
        <p:spPr>
          <a:xfrm>
            <a:off x="9810750" y="6640512"/>
            <a:ext cx="2276400" cy="1809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sz="800" b="1">
                <a:solidFill>
                  <a:srgbClr val="0F114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86_Title and Content">
  <p:cSld name="86_Title and Content">
    <p:spTree>
      <p:nvGrpSpPr>
        <p:cNvPr id="1" name="Shape 259"/>
        <p:cNvGrpSpPr/>
        <p:nvPr/>
      </p:nvGrpSpPr>
      <p:grpSpPr>
        <a:xfrm>
          <a:off x="0" y="0"/>
          <a:ext cx="0" cy="0"/>
          <a:chOff x="0" y="0"/>
          <a:chExt cx="0" cy="0"/>
        </a:xfrm>
      </p:grpSpPr>
      <p:sp>
        <p:nvSpPr>
          <p:cNvPr id="260" name="Google Shape;260;p43"/>
          <p:cNvSpPr txBox="1">
            <a:spLocks noGrp="1"/>
          </p:cNvSpPr>
          <p:nvPr>
            <p:ph type="body" idx="1"/>
          </p:nvPr>
        </p:nvSpPr>
        <p:spPr>
          <a:xfrm>
            <a:off x="406400" y="1493842"/>
            <a:ext cx="10972800" cy="452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101141"/>
              </a:buClr>
              <a:buSzPts val="1350"/>
              <a:buFont typeface="Arial"/>
              <a:buNone/>
              <a:defRPr sz="1350">
                <a:latin typeface="Arial"/>
                <a:ea typeface="Arial"/>
                <a:cs typeface="Arial"/>
                <a:sym typeface="Arial"/>
              </a:defRPr>
            </a:lvl1pPr>
            <a:lvl2pPr marL="914400" marR="0" lvl="1" indent="-285750" algn="l" rtl="0">
              <a:lnSpc>
                <a:spcPct val="100000"/>
              </a:lnSpc>
              <a:spcBef>
                <a:spcPts val="180"/>
              </a:spcBef>
              <a:spcAft>
                <a:spcPts val="0"/>
              </a:spcAft>
              <a:buClr>
                <a:schemeClr val="dk1"/>
              </a:buClr>
              <a:buSzPts val="900"/>
              <a:buFont typeface="Arial"/>
              <a:buChar char="–"/>
              <a:defRPr sz="900">
                <a:latin typeface="Arial"/>
                <a:ea typeface="Arial"/>
                <a:cs typeface="Arial"/>
                <a:sym typeface="Arial"/>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1" name="Google Shape;261;p43"/>
          <p:cNvSpPr txBox="1">
            <a:spLocks noGrp="1"/>
          </p:cNvSpPr>
          <p:nvPr>
            <p:ph type="body" idx="2"/>
          </p:nvPr>
        </p:nvSpPr>
        <p:spPr>
          <a:xfrm>
            <a:off x="406400" y="152400"/>
            <a:ext cx="8432700" cy="11430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dk1"/>
              </a:buClr>
              <a:buSzPts val="2025"/>
              <a:buNone/>
              <a:defRPr sz="2025" b="1">
                <a:latin typeface="Arial"/>
                <a:ea typeface="Arial"/>
                <a:cs typeface="Arial"/>
                <a:sym typeface="Arial"/>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68"/>
        <p:cNvGrpSpPr/>
        <p:nvPr/>
      </p:nvGrpSpPr>
      <p:grpSpPr>
        <a:xfrm>
          <a:off x="0" y="0"/>
          <a:ext cx="0" cy="0"/>
          <a:chOff x="0" y="0"/>
          <a:chExt cx="0" cy="0"/>
        </a:xfrm>
      </p:grpSpPr>
      <p:sp>
        <p:nvSpPr>
          <p:cNvPr id="269" name="Google Shape;269;p45"/>
          <p:cNvSpPr txBox="1">
            <a:spLocks noGrp="1"/>
          </p:cNvSpPr>
          <p:nvPr>
            <p:ph type="title"/>
          </p:nvPr>
        </p:nvSpPr>
        <p:spPr>
          <a:xfrm>
            <a:off x="838200" y="160569"/>
            <a:ext cx="9321900" cy="764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sz="2400" b="1">
                <a:solidFill>
                  <a:schemeClr val="lt1"/>
                </a:solidFill>
                <a:latin typeface="Helvetica Neue"/>
                <a:ea typeface="Helvetica Neue"/>
                <a:cs typeface="Helvetica Neue"/>
                <a:sym typeface="Helvetica Neu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270" name="Google Shape;270;p45"/>
          <p:cNvSpPr txBox="1">
            <a:spLocks noGrp="1"/>
          </p:cNvSpPr>
          <p:nvPr>
            <p:ph type="body" idx="1"/>
          </p:nvPr>
        </p:nvSpPr>
        <p:spPr>
          <a:xfrm>
            <a:off x="857739" y="1600203"/>
            <a:ext cx="10160100" cy="2728800"/>
          </a:xfrm>
          <a:prstGeom prst="rect">
            <a:avLst/>
          </a:prstGeom>
          <a:noFill/>
          <a:ln>
            <a:noFill/>
          </a:ln>
        </p:spPr>
        <p:txBody>
          <a:bodyPr spcFirstLastPara="1" wrap="square" lIns="91425" tIns="45700" rIns="91425" bIns="45700" anchor="t" anchorCtr="0">
            <a:noAutofit/>
          </a:bodyPr>
          <a:lstStyle>
            <a:lvl1pPr marL="457200" lvl="0" indent="-314325" algn="l" rtl="0">
              <a:lnSpc>
                <a:spcPct val="90000"/>
              </a:lnSpc>
              <a:spcBef>
                <a:spcPts val="750"/>
              </a:spcBef>
              <a:spcAft>
                <a:spcPts val="0"/>
              </a:spcAft>
              <a:buClr>
                <a:schemeClr val="dk1"/>
              </a:buClr>
              <a:buSzPts val="1350"/>
              <a:buChar char="•"/>
              <a:defRPr sz="1350">
                <a:latin typeface="Helvetica Neue"/>
                <a:ea typeface="Helvetica Neue"/>
                <a:cs typeface="Helvetica Neue"/>
                <a:sym typeface="Helvetica Neue"/>
              </a:defRPr>
            </a:lvl1pPr>
            <a:lvl2pPr marL="914400" lvl="1" indent="-304800" algn="l" rtl="0">
              <a:lnSpc>
                <a:spcPct val="90000"/>
              </a:lnSpc>
              <a:spcBef>
                <a:spcPts val="375"/>
              </a:spcBef>
              <a:spcAft>
                <a:spcPts val="0"/>
              </a:spcAft>
              <a:buClr>
                <a:schemeClr val="dk1"/>
              </a:buClr>
              <a:buSzPts val="1200"/>
              <a:buChar char="•"/>
              <a:defRPr sz="1200">
                <a:latin typeface="Helvetica Neue"/>
                <a:ea typeface="Helvetica Neue"/>
                <a:cs typeface="Helvetica Neue"/>
                <a:sym typeface="Helvetica Neue"/>
              </a:defRPr>
            </a:lvl2pPr>
            <a:lvl3pPr marL="1371600" lvl="2" indent="-295275" algn="l" rtl="0">
              <a:lnSpc>
                <a:spcPct val="90000"/>
              </a:lnSpc>
              <a:spcBef>
                <a:spcPts val="375"/>
              </a:spcBef>
              <a:spcAft>
                <a:spcPts val="0"/>
              </a:spcAft>
              <a:buClr>
                <a:schemeClr val="dk1"/>
              </a:buClr>
              <a:buSzPts val="1050"/>
              <a:buChar char="•"/>
              <a:defRPr sz="1050">
                <a:latin typeface="Helvetica Neue"/>
                <a:ea typeface="Helvetica Neue"/>
                <a:cs typeface="Helvetica Neue"/>
                <a:sym typeface="Helvetica Neue"/>
              </a:defRPr>
            </a:lvl3pPr>
            <a:lvl4pPr marL="1828800" lvl="3" indent="-285750" algn="l" rtl="0">
              <a:lnSpc>
                <a:spcPct val="90000"/>
              </a:lnSpc>
              <a:spcBef>
                <a:spcPts val="375"/>
              </a:spcBef>
              <a:spcAft>
                <a:spcPts val="0"/>
              </a:spcAft>
              <a:buClr>
                <a:schemeClr val="dk1"/>
              </a:buClr>
              <a:buSzPts val="900"/>
              <a:buChar char="•"/>
              <a:defRPr sz="900">
                <a:latin typeface="Helvetica Neue"/>
                <a:ea typeface="Helvetica Neue"/>
                <a:cs typeface="Helvetica Neue"/>
                <a:sym typeface="Helvetica Neue"/>
              </a:defRPr>
            </a:lvl4pPr>
            <a:lvl5pPr marL="2286000" lvl="4" indent="-285750" algn="l" rtl="0">
              <a:lnSpc>
                <a:spcPct val="90000"/>
              </a:lnSpc>
              <a:spcBef>
                <a:spcPts val="375"/>
              </a:spcBef>
              <a:spcAft>
                <a:spcPts val="0"/>
              </a:spcAft>
              <a:buClr>
                <a:schemeClr val="dk1"/>
              </a:buClr>
              <a:buSzPts val="900"/>
              <a:buChar char="•"/>
              <a:defRPr sz="900">
                <a:latin typeface="Helvetica Neue"/>
                <a:ea typeface="Helvetica Neue"/>
                <a:cs typeface="Helvetica Neue"/>
                <a:sym typeface="Helvetica Neue"/>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71" name="Google Shape;271;p45"/>
          <p:cNvSpPr txBox="1">
            <a:spLocks noGrp="1"/>
          </p:cNvSpPr>
          <p:nvPr>
            <p:ph type="body" idx="2"/>
          </p:nvPr>
        </p:nvSpPr>
        <p:spPr>
          <a:xfrm>
            <a:off x="329247" y="1143003"/>
            <a:ext cx="11196900" cy="3954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750"/>
              </a:spcBef>
              <a:spcAft>
                <a:spcPts val="0"/>
              </a:spcAft>
              <a:buClr>
                <a:srgbClr val="1C1573"/>
              </a:buClr>
              <a:buSzPts val="1500"/>
              <a:buNone/>
              <a:defRPr sz="1500" b="1">
                <a:solidFill>
                  <a:srgbClr val="1C1573"/>
                </a:solidFill>
                <a:latin typeface="Helvetica Neue"/>
                <a:ea typeface="Helvetica Neue"/>
                <a:cs typeface="Helvetica Neue"/>
                <a:sym typeface="Helvetica Neue"/>
              </a:defRPr>
            </a:lvl1pPr>
            <a:lvl2pPr marL="914400" lvl="1" indent="-342900" algn="l" rtl="0">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2pPr>
            <a:lvl3pPr marL="1371600" lvl="2" indent="-323850" algn="l" rtl="0">
              <a:lnSpc>
                <a:spcPct val="90000"/>
              </a:lnSpc>
              <a:spcBef>
                <a:spcPts val="375"/>
              </a:spcBef>
              <a:spcAft>
                <a:spcPts val="0"/>
              </a:spcAft>
              <a:buClr>
                <a:srgbClr val="1C1573"/>
              </a:buClr>
              <a:buSzPts val="1500"/>
              <a:buChar char="•"/>
              <a:defRPr b="1">
                <a:solidFill>
                  <a:srgbClr val="1C1573"/>
                </a:solidFill>
                <a:latin typeface="Helvetica Neue"/>
                <a:ea typeface="Helvetica Neue"/>
                <a:cs typeface="Helvetica Neue"/>
                <a:sym typeface="Helvetica Neue"/>
              </a:defRPr>
            </a:lvl3pPr>
            <a:lvl4pPr marL="1828800" lvl="3" indent="-311150" algn="l" rtl="0">
              <a:lnSpc>
                <a:spcPct val="90000"/>
              </a:lnSpc>
              <a:spcBef>
                <a:spcPts val="375"/>
              </a:spcBef>
              <a:spcAft>
                <a:spcPts val="0"/>
              </a:spcAft>
              <a:buClr>
                <a:srgbClr val="1C1573"/>
              </a:buClr>
              <a:buSzPts val="1300"/>
              <a:buChar char="•"/>
              <a:defRPr b="1">
                <a:solidFill>
                  <a:srgbClr val="1C1573"/>
                </a:solidFill>
                <a:latin typeface="Helvetica Neue"/>
                <a:ea typeface="Helvetica Neue"/>
                <a:cs typeface="Helvetica Neue"/>
                <a:sym typeface="Helvetica Neue"/>
              </a:defRPr>
            </a:lvl4pPr>
            <a:lvl5pPr marL="2286000" lvl="4" indent="-311150" algn="l" rtl="0">
              <a:lnSpc>
                <a:spcPct val="90000"/>
              </a:lnSpc>
              <a:spcBef>
                <a:spcPts val="375"/>
              </a:spcBef>
              <a:spcAft>
                <a:spcPts val="0"/>
              </a:spcAft>
              <a:buClr>
                <a:srgbClr val="1C1573"/>
              </a:buClr>
              <a:buSzPts val="1300"/>
              <a:buChar char="•"/>
              <a:defRPr b="1">
                <a:solidFill>
                  <a:srgbClr val="1C1573"/>
                </a:solidFill>
                <a:latin typeface="Helvetica Neue"/>
                <a:ea typeface="Helvetica Neue"/>
                <a:cs typeface="Helvetica Neue"/>
                <a:sym typeface="Helvetica Neue"/>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79"/>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Content" type="obj">
  <p:cSld name="OBJECT">
    <p:spTree>
      <p:nvGrpSpPr>
        <p:cNvPr id="1" name="Shape 286"/>
        <p:cNvGrpSpPr/>
        <p:nvPr/>
      </p:nvGrpSpPr>
      <p:grpSpPr>
        <a:xfrm>
          <a:off x="0" y="0"/>
          <a:ext cx="0" cy="0"/>
          <a:chOff x="0" y="0"/>
          <a:chExt cx="0" cy="0"/>
        </a:xfrm>
      </p:grpSpPr>
      <p:sp>
        <p:nvSpPr>
          <p:cNvPr id="287" name="Google Shape;287;p49"/>
          <p:cNvSpPr txBox="1">
            <a:spLocks noGrp="1"/>
          </p:cNvSpPr>
          <p:nvPr>
            <p:ph type="title"/>
          </p:nvPr>
        </p:nvSpPr>
        <p:spPr>
          <a:xfrm>
            <a:off x="838200" y="365125"/>
            <a:ext cx="10515600" cy="13257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6000"/>
              <a:buFont typeface="Times New Roman"/>
              <a:buNone/>
              <a:defRPr sz="6000" b="0" i="0">
                <a:solidFill>
                  <a:schemeClr val="dk1"/>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8" name="Google Shape;288;p49"/>
          <p:cNvSpPr txBox="1">
            <a:spLocks noGrp="1"/>
          </p:cNvSpPr>
          <p:nvPr>
            <p:ph type="body" idx="1"/>
          </p:nvPr>
        </p:nvSpPr>
        <p:spPr>
          <a:xfrm>
            <a:off x="609600" y="1577340"/>
            <a:ext cx="5303400" cy="4526400"/>
          </a:xfrm>
          <a:prstGeom prst="rect">
            <a:avLst/>
          </a:prstGeom>
          <a:noFill/>
          <a:ln>
            <a:noFill/>
          </a:ln>
        </p:spPr>
        <p:txBody>
          <a:bodyPr spcFirstLastPara="1" wrap="square" lIns="0" tIns="0" rIns="0" bIns="0" anchor="t" anchorCtr="0">
            <a:spAutoFit/>
          </a:bodyPr>
          <a:lstStyle>
            <a:lvl1pPr marL="457200" lvl="0" indent="-406400" algn="l" rtl="0">
              <a:lnSpc>
                <a:spcPct val="90000"/>
              </a:lnSpc>
              <a:spcBef>
                <a:spcPts val="1000"/>
              </a:spcBef>
              <a:spcAft>
                <a:spcPts val="0"/>
              </a:spcAft>
              <a:buClr>
                <a:schemeClr val="dk1"/>
              </a:buClr>
              <a:buSzPts val="2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9" name="Google Shape;289;p49"/>
          <p:cNvSpPr txBox="1">
            <a:spLocks noGrp="1"/>
          </p:cNvSpPr>
          <p:nvPr>
            <p:ph type="body" idx="2"/>
          </p:nvPr>
        </p:nvSpPr>
        <p:spPr>
          <a:xfrm>
            <a:off x="6278880" y="1577340"/>
            <a:ext cx="5303400" cy="4526400"/>
          </a:xfrm>
          <a:prstGeom prst="rect">
            <a:avLst/>
          </a:prstGeom>
          <a:noFill/>
          <a:ln>
            <a:noFill/>
          </a:ln>
        </p:spPr>
        <p:txBody>
          <a:bodyPr spcFirstLastPara="1" wrap="square" lIns="0" tIns="0" rIns="0" bIns="0" anchor="t" anchorCtr="0">
            <a:spAutoFit/>
          </a:bodyPr>
          <a:lstStyle>
            <a:lvl1pPr marL="457200" lvl="0" indent="-406400" algn="l" rtl="0">
              <a:lnSpc>
                <a:spcPct val="90000"/>
              </a:lnSpc>
              <a:spcBef>
                <a:spcPts val="1000"/>
              </a:spcBef>
              <a:spcAft>
                <a:spcPts val="0"/>
              </a:spcAft>
              <a:buClr>
                <a:schemeClr val="dk1"/>
              </a:buClr>
              <a:buSzPts val="2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90" name="Google Shape;290;p49"/>
          <p:cNvSpPr txBox="1">
            <a:spLocks noGrp="1"/>
          </p:cNvSpPr>
          <p:nvPr>
            <p:ph type="ftr" idx="11"/>
          </p:nvPr>
        </p:nvSpPr>
        <p:spPr>
          <a:xfrm>
            <a:off x="4144962" y="6378575"/>
            <a:ext cx="3902100" cy="3429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1" name="Google Shape;291;p49"/>
          <p:cNvSpPr txBox="1">
            <a:spLocks noGrp="1"/>
          </p:cNvSpPr>
          <p:nvPr>
            <p:ph type="dt" idx="10"/>
          </p:nvPr>
        </p:nvSpPr>
        <p:spPr>
          <a:xfrm>
            <a:off x="609600" y="6378575"/>
            <a:ext cx="2803500" cy="3429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9"/>
          <p:cNvSpPr txBox="1">
            <a:spLocks noGrp="1"/>
          </p:cNvSpPr>
          <p:nvPr>
            <p:ph type="sldNum" idx="12"/>
          </p:nvPr>
        </p:nvSpPr>
        <p:spPr>
          <a:xfrm>
            <a:off x="8778875" y="6378575"/>
            <a:ext cx="2803500" cy="342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9"/>
        <p:cNvGrpSpPr/>
        <p:nvPr/>
      </p:nvGrpSpPr>
      <p:grpSpPr>
        <a:xfrm>
          <a:off x="0" y="0"/>
          <a:ext cx="0" cy="0"/>
          <a:chOff x="0" y="0"/>
          <a:chExt cx="0" cy="0"/>
        </a:xfrm>
      </p:grpSpPr>
      <p:sp>
        <p:nvSpPr>
          <p:cNvPr id="300" name="Google Shape;300;p51"/>
          <p:cNvSpPr txBox="1">
            <a:spLocks noGrp="1"/>
          </p:cNvSpPr>
          <p:nvPr>
            <p:ph type="dt" idx="10"/>
          </p:nvPr>
        </p:nvSpPr>
        <p:spPr>
          <a:xfrm>
            <a:off x="609600" y="6356350"/>
            <a:ext cx="2844900" cy="3651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01" name="Google Shape;301;p51"/>
          <p:cNvSpPr txBox="1">
            <a:spLocks noGrp="1"/>
          </p:cNvSpPr>
          <p:nvPr>
            <p:ph type="ftr" idx="11"/>
          </p:nvPr>
        </p:nvSpPr>
        <p:spPr>
          <a:xfrm>
            <a:off x="4165600" y="6356350"/>
            <a:ext cx="3860700" cy="3651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02" name="Google Shape;302;p51"/>
          <p:cNvSpPr txBox="1">
            <a:spLocks noGrp="1"/>
          </p:cNvSpPr>
          <p:nvPr>
            <p:ph type="sldNum" idx="12"/>
          </p:nvPr>
        </p:nvSpPr>
        <p:spPr>
          <a:xfrm>
            <a:off x="8737600" y="6356350"/>
            <a:ext cx="2844900" cy="3651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312"/>
        <p:cNvGrpSpPr/>
        <p:nvPr/>
      </p:nvGrpSpPr>
      <p:grpSpPr>
        <a:xfrm>
          <a:off x="0" y="0"/>
          <a:ext cx="0" cy="0"/>
          <a:chOff x="0" y="0"/>
          <a:chExt cx="0" cy="0"/>
        </a:xfrm>
      </p:grpSpPr>
      <p:sp>
        <p:nvSpPr>
          <p:cNvPr id="313" name="Google Shape;313;p53"/>
          <p:cNvSpPr txBox="1">
            <a:spLocks noGrp="1"/>
          </p:cNvSpPr>
          <p:nvPr>
            <p:ph type="ctrTitle"/>
          </p:nvPr>
        </p:nvSpPr>
        <p:spPr>
          <a:xfrm>
            <a:off x="4572002" y="2549771"/>
            <a:ext cx="7330800" cy="16008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4" name="Google Shape;314;p53"/>
          <p:cNvSpPr txBox="1">
            <a:spLocks noGrp="1"/>
          </p:cNvSpPr>
          <p:nvPr>
            <p:ph type="subTitle" idx="1"/>
          </p:nvPr>
        </p:nvSpPr>
        <p:spPr>
          <a:xfrm>
            <a:off x="5908431" y="4452632"/>
            <a:ext cx="5994300" cy="34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rtl="0">
              <a:lnSpc>
                <a:spcPct val="90000"/>
              </a:lnSpc>
              <a:spcBef>
                <a:spcPts val="375"/>
              </a:spcBef>
              <a:spcAft>
                <a:spcPts val="0"/>
              </a:spcAft>
              <a:buClr>
                <a:schemeClr val="dk1"/>
              </a:buClr>
              <a:buSzPts val="1500"/>
              <a:buNone/>
              <a:defRPr sz="1125"/>
            </a:lvl2pPr>
            <a:lvl3pPr lvl="2" algn="ctr" rtl="0">
              <a:lnSpc>
                <a:spcPct val="90000"/>
              </a:lnSpc>
              <a:spcBef>
                <a:spcPts val="375"/>
              </a:spcBef>
              <a:spcAft>
                <a:spcPts val="0"/>
              </a:spcAft>
              <a:buClr>
                <a:schemeClr val="dk1"/>
              </a:buClr>
              <a:buSzPts val="1350"/>
              <a:buNone/>
              <a:defRPr sz="1013"/>
            </a:lvl3pPr>
            <a:lvl4pPr lvl="3" algn="ctr" rtl="0">
              <a:lnSpc>
                <a:spcPct val="90000"/>
              </a:lnSpc>
              <a:spcBef>
                <a:spcPts val="375"/>
              </a:spcBef>
              <a:spcAft>
                <a:spcPts val="0"/>
              </a:spcAft>
              <a:buClr>
                <a:schemeClr val="dk1"/>
              </a:buClr>
              <a:buSzPts val="1200"/>
              <a:buNone/>
              <a:defRPr sz="900"/>
            </a:lvl4pPr>
            <a:lvl5pPr lvl="4" algn="ctr" rtl="0">
              <a:lnSpc>
                <a:spcPct val="90000"/>
              </a:lnSpc>
              <a:spcBef>
                <a:spcPts val="375"/>
              </a:spcBef>
              <a:spcAft>
                <a:spcPts val="0"/>
              </a:spcAft>
              <a:buClr>
                <a:schemeClr val="dk1"/>
              </a:buClr>
              <a:buSzPts val="1200"/>
              <a:buNone/>
              <a:defRPr sz="900"/>
            </a:lvl5pPr>
            <a:lvl6pPr lvl="5" algn="ctr" rtl="0">
              <a:lnSpc>
                <a:spcPct val="90000"/>
              </a:lnSpc>
              <a:spcBef>
                <a:spcPts val="375"/>
              </a:spcBef>
              <a:spcAft>
                <a:spcPts val="0"/>
              </a:spcAft>
              <a:buClr>
                <a:schemeClr val="dk1"/>
              </a:buClr>
              <a:buSzPts val="1200"/>
              <a:buNone/>
              <a:defRPr sz="900"/>
            </a:lvl6pPr>
            <a:lvl7pPr lvl="6" algn="ctr" rtl="0">
              <a:lnSpc>
                <a:spcPct val="90000"/>
              </a:lnSpc>
              <a:spcBef>
                <a:spcPts val="375"/>
              </a:spcBef>
              <a:spcAft>
                <a:spcPts val="0"/>
              </a:spcAft>
              <a:buClr>
                <a:schemeClr val="dk1"/>
              </a:buClr>
              <a:buSzPts val="1200"/>
              <a:buNone/>
              <a:defRPr sz="900"/>
            </a:lvl7pPr>
            <a:lvl8pPr lvl="7" algn="ctr" rtl="0">
              <a:lnSpc>
                <a:spcPct val="90000"/>
              </a:lnSpc>
              <a:spcBef>
                <a:spcPts val="375"/>
              </a:spcBef>
              <a:spcAft>
                <a:spcPts val="0"/>
              </a:spcAft>
              <a:buClr>
                <a:schemeClr val="dk1"/>
              </a:buClr>
              <a:buSzPts val="1200"/>
              <a:buNone/>
              <a:defRPr sz="900"/>
            </a:lvl8pPr>
            <a:lvl9pPr lvl="8" algn="ctr" rtl="0">
              <a:lnSpc>
                <a:spcPct val="90000"/>
              </a:lnSpc>
              <a:spcBef>
                <a:spcPts val="375"/>
              </a:spcBef>
              <a:spcAft>
                <a:spcPts val="0"/>
              </a:spcAft>
              <a:buClr>
                <a:schemeClr val="dk1"/>
              </a:buClr>
              <a:buSzPts val="1200"/>
              <a:buNone/>
              <a:defRPr sz="900"/>
            </a:lvl9pPr>
          </a:lstStyle>
          <a:p>
            <a:endParaRPr/>
          </a:p>
        </p:txBody>
      </p:sp>
      <p:sp>
        <p:nvSpPr>
          <p:cNvPr id="315" name="Google Shape;315;p53"/>
          <p:cNvSpPr txBox="1">
            <a:spLocks noGrp="1"/>
          </p:cNvSpPr>
          <p:nvPr>
            <p:ph type="body" idx="2"/>
          </p:nvPr>
        </p:nvSpPr>
        <p:spPr>
          <a:xfrm>
            <a:off x="5189413" y="4826979"/>
            <a:ext cx="6713400" cy="1108500"/>
          </a:xfrm>
          <a:prstGeom prst="rect">
            <a:avLst/>
          </a:prstGeom>
          <a:noFill/>
          <a:ln>
            <a:noFill/>
          </a:ln>
        </p:spPr>
        <p:txBody>
          <a:bodyPr spcFirstLastPara="1" wrap="square" lIns="91425" tIns="45700" rIns="91425" bIns="45700" anchor="t" anchorCtr="0">
            <a:normAutofit/>
          </a:bodyPr>
          <a:lstStyle>
            <a:lvl1pPr marL="457200" lvl="0" indent="-228600" algn="r" rtl="0">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29"/>
        <p:cNvGrpSpPr/>
        <p:nvPr/>
      </p:nvGrpSpPr>
      <p:grpSpPr>
        <a:xfrm>
          <a:off x="0" y="0"/>
          <a:ext cx="0" cy="0"/>
          <a:chOff x="0" y="0"/>
          <a:chExt cx="0" cy="0"/>
        </a:xfrm>
      </p:grpSpPr>
      <p:sp>
        <p:nvSpPr>
          <p:cNvPr id="330" name="Google Shape;330;p55"/>
          <p:cNvSpPr txBox="1">
            <a:spLocks noGrp="1"/>
          </p:cNvSpPr>
          <p:nvPr>
            <p:ph type="body" idx="1"/>
          </p:nvPr>
        </p:nvSpPr>
        <p:spPr>
          <a:xfrm>
            <a:off x="406400" y="152400"/>
            <a:ext cx="8432700" cy="1143000"/>
          </a:xfrm>
          <a:prstGeom prst="rect">
            <a:avLst/>
          </a:prstGeom>
          <a:noFill/>
          <a:ln>
            <a:noFill/>
          </a:ln>
        </p:spPr>
        <p:txBody>
          <a:bodyPr spcFirstLastPara="1" wrap="square" lIns="91425" tIns="45700" rIns="91425" bIns="45700" anchor="ctr" anchorCtr="0">
            <a:normAutofit/>
          </a:bodyPr>
          <a:lstStyle>
            <a:lvl1pPr marL="457200" lvl="0" indent="-228600" algn="l" rtl="0">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5.xml"/><Relationship Id="rId1" Type="http://schemas.openxmlformats.org/officeDocument/2006/relationships/slideLayout" Target="../slideLayouts/slideLayout15.xml"/><Relationship Id="rId4" Type="http://schemas.openxmlformats.org/officeDocument/2006/relationships/image" Target="../media/image8.png"/></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8.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8.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theme" Target="../theme/theme9.xml"/><Relationship Id="rId1" Type="http://schemas.openxmlformats.org/officeDocument/2006/relationships/slideLayout" Target="../slideLayouts/slideLayout20.xml"/><Relationship Id="rId4" Type="http://schemas.openxmlformats.org/officeDocument/2006/relationships/image" Target="../media/image12.pn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0.xml"/><Relationship Id="rId1" Type="http://schemas.openxmlformats.org/officeDocument/2006/relationships/slideLayout" Target="../slideLayouts/slideLayout2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1.xml"/><Relationship Id="rId1" Type="http://schemas.openxmlformats.org/officeDocument/2006/relationships/slideLayout" Target="../slideLayouts/slideLayout22.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2.xml"/><Relationship Id="rId1" Type="http://schemas.openxmlformats.org/officeDocument/2006/relationships/slideLayout" Target="../slideLayouts/slideLayout23.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3.xml"/><Relationship Id="rId1" Type="http://schemas.openxmlformats.org/officeDocument/2006/relationships/slideLayout" Target="../slideLayouts/slideLayout24.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5.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6.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6.xml"/><Relationship Id="rId1" Type="http://schemas.openxmlformats.org/officeDocument/2006/relationships/slideLayout" Target="../slideLayouts/slideLayout27.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7.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8.xml"/><Relationship Id="rId1" Type="http://schemas.openxmlformats.org/officeDocument/2006/relationships/slideLayout" Target="../slideLayouts/slideLayout29.xml"/><Relationship Id="rId5" Type="http://schemas.openxmlformats.org/officeDocument/2006/relationships/image" Target="../media/image10.png"/><Relationship Id="rId4" Type="http://schemas.openxmlformats.org/officeDocument/2006/relationships/image" Target="../media/image8.png"/></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30.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31.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21.xml"/><Relationship Id="rId1" Type="http://schemas.openxmlformats.org/officeDocument/2006/relationships/slideLayout" Target="../slideLayouts/slideLayout3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22.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3">
            <a:alphaModFix/>
          </a:blip>
          <a:srcRect t="3184" b="1176"/>
          <a:stretch/>
        </p:blipFill>
        <p:spPr>
          <a:xfrm>
            <a:off x="0" y="0"/>
            <a:ext cx="12191999" cy="6858000"/>
          </a:xfrm>
          <a:prstGeom prst="rect">
            <a:avLst/>
          </a:prstGeom>
          <a:noFill/>
          <a:ln>
            <a:noFill/>
          </a:ln>
        </p:spPr>
      </p:pic>
      <p:pic>
        <p:nvPicPr>
          <p:cNvPr id="11" name="Google Shape;11;p1"/>
          <p:cNvPicPr preferRelativeResize="0"/>
          <p:nvPr/>
        </p:nvPicPr>
        <p:blipFill rotWithShape="1">
          <a:blip r:embed="rId4">
            <a:alphaModFix/>
          </a:blip>
          <a:srcRect/>
          <a:stretch/>
        </p:blipFill>
        <p:spPr>
          <a:xfrm>
            <a:off x="0" y="0"/>
            <a:ext cx="9144002" cy="6857998"/>
          </a:xfrm>
          <a:prstGeom prst="rect">
            <a:avLst/>
          </a:prstGeom>
          <a:noFill/>
          <a:ln>
            <a:noFill/>
          </a:ln>
        </p:spPr>
      </p:pic>
      <p:pic>
        <p:nvPicPr>
          <p:cNvPr id="12" name="Google Shape;12;p1"/>
          <p:cNvPicPr preferRelativeResize="0"/>
          <p:nvPr/>
        </p:nvPicPr>
        <p:blipFill rotWithShape="1">
          <a:blip r:embed="rId5">
            <a:alphaModFix/>
          </a:blip>
          <a:srcRect/>
          <a:stretch/>
        </p:blipFill>
        <p:spPr>
          <a:xfrm>
            <a:off x="2514600" y="2551112"/>
            <a:ext cx="9678986" cy="1792287"/>
          </a:xfrm>
          <a:prstGeom prst="rect">
            <a:avLst/>
          </a:prstGeom>
          <a:noFill/>
          <a:ln>
            <a:noFill/>
          </a:ln>
        </p:spPr>
      </p:pic>
      <p:pic>
        <p:nvPicPr>
          <p:cNvPr id="13" name="Google Shape;13;p1"/>
          <p:cNvPicPr preferRelativeResize="0"/>
          <p:nvPr/>
        </p:nvPicPr>
        <p:blipFill rotWithShape="1">
          <a:blip r:embed="rId6">
            <a:alphaModFix/>
          </a:blip>
          <a:srcRect/>
          <a:stretch/>
        </p:blipFill>
        <p:spPr>
          <a:xfrm>
            <a:off x="0" y="-447675"/>
            <a:ext cx="10744200" cy="8058150"/>
          </a:xfrm>
          <a:prstGeom prst="rect">
            <a:avLst/>
          </a:prstGeom>
          <a:noFill/>
          <a:ln>
            <a:noFill/>
          </a:ln>
        </p:spPr>
      </p:pic>
      <p:pic>
        <p:nvPicPr>
          <p:cNvPr id="14" name="Google Shape;14;p1"/>
          <p:cNvPicPr preferRelativeResize="0"/>
          <p:nvPr/>
        </p:nvPicPr>
        <p:blipFill rotWithShape="1">
          <a:blip r:embed="rId7">
            <a:alphaModFix/>
          </a:blip>
          <a:srcRect/>
          <a:stretch/>
        </p:blipFill>
        <p:spPr>
          <a:xfrm>
            <a:off x="8523287" y="896937"/>
            <a:ext cx="3097212" cy="1084262"/>
          </a:xfrm>
          <a:prstGeom prst="rect">
            <a:avLst/>
          </a:prstGeom>
          <a:noFill/>
          <a:ln>
            <a:noFill/>
          </a:ln>
        </p:spPr>
      </p:pic>
      <p:pic>
        <p:nvPicPr>
          <p:cNvPr id="15" name="Google Shape;15;p1"/>
          <p:cNvPicPr preferRelativeResize="0"/>
          <p:nvPr/>
        </p:nvPicPr>
        <p:blipFill rotWithShape="1">
          <a:blip r:embed="rId8">
            <a:alphaModFix/>
          </a:blip>
          <a:srcRect/>
          <a:stretch/>
        </p:blipFill>
        <p:spPr>
          <a:xfrm>
            <a:off x="6777037" y="4800600"/>
            <a:ext cx="5124449" cy="20637"/>
          </a:xfrm>
          <a:prstGeom prst="rect">
            <a:avLst/>
          </a:prstGeom>
          <a:noFill/>
          <a:ln>
            <a:noFill/>
          </a:ln>
        </p:spPr>
      </p:pic>
      <p:sp>
        <p:nvSpPr>
          <p:cNvPr id="16" name="Google Shape;1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7" name="Google Shape;1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pic>
        <p:nvPicPr>
          <p:cNvPr id="23" name="Google Shape;23;p3"/>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24" name="Google Shape;24;p3"/>
          <p:cNvPicPr preferRelativeResize="0"/>
          <p:nvPr/>
        </p:nvPicPr>
        <p:blipFill rotWithShape="1">
          <a:blip r:embed="rId4">
            <a:alphaModFix/>
          </a:blip>
          <a:srcRect/>
          <a:stretch/>
        </p:blipFill>
        <p:spPr>
          <a:xfrm>
            <a:off x="0" y="6816725"/>
            <a:ext cx="12191999" cy="41275"/>
          </a:xfrm>
          <a:prstGeom prst="rect">
            <a:avLst/>
          </a:prstGeom>
          <a:noFill/>
          <a:ln>
            <a:noFill/>
          </a:ln>
        </p:spPr>
      </p:pic>
      <p:sp>
        <p:nvSpPr>
          <p:cNvPr id="25" name="Google Shape;25;p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
        <p:cNvGrpSpPr/>
        <p:nvPr/>
      </p:nvGrpSpPr>
      <p:grpSpPr>
        <a:xfrm>
          <a:off x="0" y="0"/>
          <a:ext cx="0" cy="0"/>
          <a:chOff x="0" y="0"/>
          <a:chExt cx="0" cy="0"/>
        </a:xfrm>
      </p:grpSpPr>
      <p:pic>
        <p:nvPicPr>
          <p:cNvPr id="31" name="Google Shape;31;p5"/>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32" name="Google Shape;32;p5"/>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33" name="Google Shape;33;p5"/>
          <p:cNvPicPr preferRelativeResize="0"/>
          <p:nvPr/>
        </p:nvPicPr>
        <p:blipFill rotWithShape="1">
          <a:blip r:embed="rId5">
            <a:alphaModFix/>
          </a:blip>
          <a:srcRect/>
          <a:stretch/>
        </p:blipFill>
        <p:spPr>
          <a:xfrm>
            <a:off x="0" y="160337"/>
            <a:ext cx="10668000" cy="765175"/>
          </a:xfrm>
          <a:prstGeom prst="rect">
            <a:avLst/>
          </a:prstGeom>
          <a:noFill/>
          <a:ln>
            <a:noFill/>
          </a:ln>
        </p:spPr>
      </p:pic>
      <p:sp>
        <p:nvSpPr>
          <p:cNvPr id="34" name="Google Shape;34;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42" name="Google Shape;42;p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pic>
        <p:nvPicPr>
          <p:cNvPr id="116" name="Google Shape;116;p19"/>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117" name="Google Shape;117;p19"/>
          <p:cNvPicPr preferRelativeResize="0"/>
          <p:nvPr/>
        </p:nvPicPr>
        <p:blipFill rotWithShape="1">
          <a:blip r:embed="rId4">
            <a:alphaModFix/>
          </a:blip>
          <a:srcRect/>
          <a:stretch/>
        </p:blipFill>
        <p:spPr>
          <a:xfrm>
            <a:off x="0" y="6816725"/>
            <a:ext cx="12191999" cy="41275"/>
          </a:xfrm>
          <a:prstGeom prst="rect">
            <a:avLst/>
          </a:prstGeom>
          <a:noFill/>
          <a:ln>
            <a:noFill/>
          </a:ln>
        </p:spPr>
      </p:pic>
      <p:sp>
        <p:nvSpPr>
          <p:cNvPr id="118" name="Google Shape;118;p1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9" name="Google Shape;119;p1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25" name="Google Shape;125;p2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31" name="Google Shape;131;p2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pic>
        <p:nvPicPr>
          <p:cNvPr id="139" name="Google Shape;139;p26"/>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140" name="Google Shape;140;p26"/>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141" name="Google Shape;141;p26"/>
          <p:cNvPicPr preferRelativeResize="0"/>
          <p:nvPr/>
        </p:nvPicPr>
        <p:blipFill rotWithShape="1">
          <a:blip r:embed="rId5">
            <a:alphaModFix/>
          </a:blip>
          <a:srcRect/>
          <a:stretch/>
        </p:blipFill>
        <p:spPr>
          <a:xfrm>
            <a:off x="1743075" y="2482850"/>
            <a:ext cx="8848725" cy="2130425"/>
          </a:xfrm>
          <a:prstGeom prst="rect">
            <a:avLst/>
          </a:prstGeom>
          <a:noFill/>
          <a:ln>
            <a:noFill/>
          </a:ln>
        </p:spPr>
      </p:pic>
      <p:sp>
        <p:nvSpPr>
          <p:cNvPr id="142" name="Google Shape;142;p26"/>
          <p:cNvSpPr txBox="1"/>
          <p:nvPr/>
        </p:nvSpPr>
        <p:spPr>
          <a:xfrm>
            <a:off x="1831975" y="2574925"/>
            <a:ext cx="8666100" cy="1936800"/>
          </a:xfrm>
          <a:prstGeom prst="rect">
            <a:avLst/>
          </a:prstGeom>
          <a:noFill/>
          <a:ln>
            <a:noFill/>
          </a:ln>
        </p:spPr>
        <p:txBody>
          <a:bodyPr spcFirstLastPara="1" wrap="square" lIns="68575" tIns="34275" rIns="68575" bIns="34275" anchor="ctr" anchorCtr="0">
            <a:normAutofit/>
          </a:bodyPr>
          <a:lstStyle/>
          <a:p>
            <a:pPr marL="0" marR="0" lvl="0" indent="0" algn="ctr" rtl="0">
              <a:lnSpc>
                <a:spcPct val="90000"/>
              </a:lnSpc>
              <a:spcBef>
                <a:spcPts val="0"/>
              </a:spcBef>
              <a:spcAft>
                <a:spcPts val="0"/>
              </a:spcAft>
              <a:buClr>
                <a:srgbClr val="FFFFFF"/>
              </a:buClr>
              <a:buSzPts val="2700"/>
              <a:buFont typeface="Helvetica Neue"/>
              <a:buNone/>
            </a:pPr>
            <a:r>
              <a:rPr lang="en-US" sz="2700" b="1" i="0" u="none">
                <a:solidFill>
                  <a:srgbClr val="FFFFFF"/>
                </a:solidFill>
                <a:latin typeface="Helvetica Neue"/>
                <a:ea typeface="Helvetica Neue"/>
                <a:cs typeface="Helvetica Neue"/>
                <a:sym typeface="Helvetica Neue"/>
              </a:rPr>
              <a:t>Click to edit Session title</a:t>
            </a:r>
            <a:endParaRPr/>
          </a:p>
        </p:txBody>
      </p:sp>
      <p:sp>
        <p:nvSpPr>
          <p:cNvPr id="143" name="Google Shape;143;p2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44" name="Google Shape;144;p2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pic>
        <p:nvPicPr>
          <p:cNvPr id="147" name="Google Shape;147;p28" descr="\\Server\D\jyoti\FI023_BITS_v1\styleguide img\IMG_5627_b.jp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28"/>
          <p:cNvSpPr txBox="1"/>
          <p:nvPr/>
        </p:nvSpPr>
        <p:spPr>
          <a:xfrm>
            <a:off x="0" y="4281487"/>
            <a:ext cx="12192000" cy="2576400"/>
          </a:xfrm>
          <a:prstGeom prst="rect">
            <a:avLst/>
          </a:prstGeom>
          <a:solidFill>
            <a:schemeClr val="lt1"/>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pic>
        <p:nvPicPr>
          <p:cNvPr id="149" name="Google Shape;149;p28" descr="Picture 7.png"/>
          <p:cNvPicPr preferRelativeResize="0"/>
          <p:nvPr/>
        </p:nvPicPr>
        <p:blipFill rotWithShape="1">
          <a:blip r:embed="rId4">
            <a:alphaModFix/>
          </a:blip>
          <a:srcRect l="1922" b="5338"/>
          <a:stretch/>
        </p:blipFill>
        <p:spPr>
          <a:xfrm>
            <a:off x="8839200" y="0"/>
            <a:ext cx="2925762" cy="692150"/>
          </a:xfrm>
          <a:prstGeom prst="rect">
            <a:avLst/>
          </a:prstGeom>
          <a:noFill/>
          <a:ln>
            <a:noFill/>
          </a:ln>
        </p:spPr>
      </p:pic>
      <p:sp>
        <p:nvSpPr>
          <p:cNvPr id="150" name="Google Shape;150;p28"/>
          <p:cNvSpPr txBox="1"/>
          <p:nvPr/>
        </p:nvSpPr>
        <p:spPr>
          <a:xfrm>
            <a:off x="3843337" y="6775450"/>
            <a:ext cx="38607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1" name="Google Shape;151;p28"/>
          <p:cNvSpPr txBox="1"/>
          <p:nvPr/>
        </p:nvSpPr>
        <p:spPr>
          <a:xfrm>
            <a:off x="-17462" y="6775450"/>
            <a:ext cx="38607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2" name="Google Shape;152;p28"/>
          <p:cNvSpPr txBox="1"/>
          <p:nvPr/>
        </p:nvSpPr>
        <p:spPr>
          <a:xfrm>
            <a:off x="7704137" y="6775450"/>
            <a:ext cx="38607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3" name="Google Shape;153;p28"/>
          <p:cNvSpPr txBox="1"/>
          <p:nvPr/>
        </p:nvSpPr>
        <p:spPr>
          <a:xfrm>
            <a:off x="9144000" y="762000"/>
            <a:ext cx="2946300" cy="42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100"/>
              <a:buFont typeface="Arial"/>
              <a:buNone/>
            </a:pPr>
            <a:r>
              <a:rPr lang="en-US" sz="2100" b="1" i="0" u="none">
                <a:solidFill>
                  <a:srgbClr val="FFFFFF"/>
                </a:solidFill>
                <a:latin typeface="Arial"/>
                <a:ea typeface="Arial"/>
                <a:cs typeface="Arial"/>
                <a:sym typeface="Arial"/>
              </a:rPr>
              <a:t>BITS</a:t>
            </a:r>
            <a:r>
              <a:rPr lang="en-US" sz="2100" b="0" i="0" u="none">
                <a:solidFill>
                  <a:srgbClr val="FFFFFF"/>
                </a:solidFill>
                <a:latin typeface="Arial"/>
                <a:ea typeface="Arial"/>
                <a:cs typeface="Arial"/>
                <a:sym typeface="Arial"/>
              </a:rPr>
              <a:t> Pilani</a:t>
            </a:r>
            <a:endParaRPr/>
          </a:p>
        </p:txBody>
      </p:sp>
      <p:sp>
        <p:nvSpPr>
          <p:cNvPr id="154" name="Google Shape;154;p28"/>
          <p:cNvSpPr txBox="1"/>
          <p:nvPr/>
        </p:nvSpPr>
        <p:spPr>
          <a:xfrm>
            <a:off x="9448800" y="1171575"/>
            <a:ext cx="2540100" cy="23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900"/>
              <a:buFont typeface="Arial"/>
              <a:buNone/>
            </a:pPr>
            <a:r>
              <a:rPr lang="en-US" sz="900" b="0" i="0" u="none">
                <a:solidFill>
                  <a:srgbClr val="FFFFFF"/>
                </a:solidFill>
                <a:latin typeface="Arial"/>
                <a:ea typeface="Arial"/>
                <a:cs typeface="Arial"/>
                <a:sym typeface="Arial"/>
              </a:rPr>
              <a:t>Pilani Campus</a:t>
            </a:r>
            <a:endParaRPr/>
          </a:p>
        </p:txBody>
      </p:sp>
      <p:sp>
        <p:nvSpPr>
          <p:cNvPr id="155" name="Google Shape;155;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56" name="Google Shape;156;p2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pic>
        <p:nvPicPr>
          <p:cNvPr id="160" name="Google Shape;160;p30"/>
          <p:cNvPicPr preferRelativeResize="0"/>
          <p:nvPr/>
        </p:nvPicPr>
        <p:blipFill rotWithShape="1">
          <a:blip r:embed="rId3">
            <a:alphaModFix/>
          </a:blip>
          <a:srcRect t="3184" b="1176"/>
          <a:stretch/>
        </p:blipFill>
        <p:spPr>
          <a:xfrm>
            <a:off x="0" y="0"/>
            <a:ext cx="12191999" cy="6858000"/>
          </a:xfrm>
          <a:prstGeom prst="rect">
            <a:avLst/>
          </a:prstGeom>
          <a:noFill/>
          <a:ln>
            <a:noFill/>
          </a:ln>
        </p:spPr>
      </p:pic>
      <p:pic>
        <p:nvPicPr>
          <p:cNvPr id="161" name="Google Shape;161;p30"/>
          <p:cNvPicPr preferRelativeResize="0"/>
          <p:nvPr/>
        </p:nvPicPr>
        <p:blipFill rotWithShape="1">
          <a:blip r:embed="rId4">
            <a:alphaModFix/>
          </a:blip>
          <a:srcRect/>
          <a:stretch/>
        </p:blipFill>
        <p:spPr>
          <a:xfrm>
            <a:off x="0" y="0"/>
            <a:ext cx="9144002" cy="6857998"/>
          </a:xfrm>
          <a:prstGeom prst="rect">
            <a:avLst/>
          </a:prstGeom>
          <a:noFill/>
          <a:ln>
            <a:noFill/>
          </a:ln>
        </p:spPr>
      </p:pic>
      <p:pic>
        <p:nvPicPr>
          <p:cNvPr id="162" name="Google Shape;162;p30"/>
          <p:cNvPicPr preferRelativeResize="0"/>
          <p:nvPr/>
        </p:nvPicPr>
        <p:blipFill rotWithShape="1">
          <a:blip r:embed="rId5">
            <a:alphaModFix/>
          </a:blip>
          <a:srcRect/>
          <a:stretch/>
        </p:blipFill>
        <p:spPr>
          <a:xfrm>
            <a:off x="2514600" y="2551112"/>
            <a:ext cx="9678986" cy="1792287"/>
          </a:xfrm>
          <a:prstGeom prst="rect">
            <a:avLst/>
          </a:prstGeom>
          <a:noFill/>
          <a:ln>
            <a:noFill/>
          </a:ln>
        </p:spPr>
      </p:pic>
      <p:pic>
        <p:nvPicPr>
          <p:cNvPr id="163" name="Google Shape;163;p30"/>
          <p:cNvPicPr preferRelativeResize="0"/>
          <p:nvPr/>
        </p:nvPicPr>
        <p:blipFill rotWithShape="1">
          <a:blip r:embed="rId6">
            <a:alphaModFix/>
          </a:blip>
          <a:srcRect/>
          <a:stretch/>
        </p:blipFill>
        <p:spPr>
          <a:xfrm>
            <a:off x="0" y="-447675"/>
            <a:ext cx="10744200" cy="8058150"/>
          </a:xfrm>
          <a:prstGeom prst="rect">
            <a:avLst/>
          </a:prstGeom>
          <a:noFill/>
          <a:ln>
            <a:noFill/>
          </a:ln>
        </p:spPr>
      </p:pic>
      <p:pic>
        <p:nvPicPr>
          <p:cNvPr id="164" name="Google Shape;164;p30"/>
          <p:cNvPicPr preferRelativeResize="0"/>
          <p:nvPr/>
        </p:nvPicPr>
        <p:blipFill rotWithShape="1">
          <a:blip r:embed="rId7">
            <a:alphaModFix/>
          </a:blip>
          <a:srcRect/>
          <a:stretch/>
        </p:blipFill>
        <p:spPr>
          <a:xfrm>
            <a:off x="8523287" y="896937"/>
            <a:ext cx="3097212" cy="1084262"/>
          </a:xfrm>
          <a:prstGeom prst="rect">
            <a:avLst/>
          </a:prstGeom>
          <a:noFill/>
          <a:ln>
            <a:noFill/>
          </a:ln>
        </p:spPr>
      </p:pic>
      <p:pic>
        <p:nvPicPr>
          <p:cNvPr id="165" name="Google Shape;165;p30"/>
          <p:cNvPicPr preferRelativeResize="0"/>
          <p:nvPr/>
        </p:nvPicPr>
        <p:blipFill rotWithShape="1">
          <a:blip r:embed="rId8">
            <a:alphaModFix/>
          </a:blip>
          <a:srcRect/>
          <a:stretch/>
        </p:blipFill>
        <p:spPr>
          <a:xfrm>
            <a:off x="6777037" y="4800600"/>
            <a:ext cx="5124449" cy="20637"/>
          </a:xfrm>
          <a:prstGeom prst="rect">
            <a:avLst/>
          </a:prstGeom>
          <a:noFill/>
          <a:ln>
            <a:noFill/>
          </a:ln>
        </p:spPr>
      </p:pic>
      <p:sp>
        <p:nvSpPr>
          <p:cNvPr id="166" name="Google Shape;166;p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67" name="Google Shape;167;p3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2"/>
        <p:cNvGrpSpPr/>
        <p:nvPr/>
      </p:nvGrpSpPr>
      <p:grpSpPr>
        <a:xfrm>
          <a:off x="0" y="0"/>
          <a:ext cx="0" cy="0"/>
          <a:chOff x="0" y="0"/>
          <a:chExt cx="0" cy="0"/>
        </a:xfrm>
      </p:grpSpPr>
      <p:sp>
        <p:nvSpPr>
          <p:cNvPr id="173" name="Google Shape;173;p32"/>
          <p:cNvSpPr txBox="1"/>
          <p:nvPr/>
        </p:nvSpPr>
        <p:spPr>
          <a:xfrm>
            <a:off x="10871200" y="6550025"/>
            <a:ext cx="1320900" cy="196800"/>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101141"/>
              </a:buClr>
              <a:buSzPts val="800"/>
              <a:buFont typeface="Arial"/>
              <a:buNone/>
            </a:pPr>
            <a:r>
              <a:rPr lang="en-US" sz="800" b="1" i="0" u="none">
                <a:solidFill>
                  <a:srgbClr val="101141"/>
                </a:solidFill>
                <a:latin typeface="Arial"/>
                <a:ea typeface="Arial"/>
                <a:cs typeface="Arial"/>
                <a:sym typeface="Arial"/>
              </a:rPr>
              <a:t>BITS </a:t>
            </a:r>
            <a:r>
              <a:rPr lang="en-US" sz="800" b="0" i="0" u="none">
                <a:solidFill>
                  <a:srgbClr val="101141"/>
                </a:solidFill>
                <a:latin typeface="Arial"/>
                <a:ea typeface="Arial"/>
                <a:cs typeface="Arial"/>
                <a:sym typeface="Arial"/>
              </a:rPr>
              <a:t>Pilani</a:t>
            </a:r>
            <a:endParaRPr/>
          </a:p>
        </p:txBody>
      </p:sp>
      <p:grpSp>
        <p:nvGrpSpPr>
          <p:cNvPr id="174" name="Google Shape;174;p32"/>
          <p:cNvGrpSpPr/>
          <p:nvPr/>
        </p:nvGrpSpPr>
        <p:grpSpPr>
          <a:xfrm>
            <a:off x="2779787" y="6549762"/>
            <a:ext cx="9412425" cy="49144"/>
            <a:chOff x="2083888" y="6550671"/>
            <a:chExt cx="7060025" cy="48600"/>
          </a:xfrm>
        </p:grpSpPr>
        <p:sp>
          <p:nvSpPr>
            <p:cNvPr id="175" name="Google Shape;175;p32"/>
            <p:cNvSpPr txBox="1"/>
            <p:nvPr/>
          </p:nvSpPr>
          <p:spPr>
            <a:xfrm>
              <a:off x="4630958" y="6550671"/>
              <a:ext cx="23280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76" name="Google Shape;176;p32"/>
            <p:cNvSpPr txBox="1"/>
            <p:nvPr/>
          </p:nvSpPr>
          <p:spPr>
            <a:xfrm>
              <a:off x="6908913" y="6550671"/>
              <a:ext cx="22350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77" name="Google Shape;177;p32"/>
            <p:cNvSpPr txBox="1"/>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178" name="Google Shape;178;p32" descr="Picture 7.png"/>
          <p:cNvPicPr preferRelativeResize="0"/>
          <p:nvPr/>
        </p:nvPicPr>
        <p:blipFill rotWithShape="1">
          <a:blip r:embed="rId3">
            <a:alphaModFix/>
          </a:blip>
          <a:srcRect l="1922" b="5329"/>
          <a:stretch/>
        </p:blipFill>
        <p:spPr>
          <a:xfrm>
            <a:off x="8839200" y="0"/>
            <a:ext cx="2925762" cy="692150"/>
          </a:xfrm>
          <a:prstGeom prst="rect">
            <a:avLst/>
          </a:prstGeom>
          <a:noFill/>
          <a:ln>
            <a:noFill/>
          </a:ln>
        </p:spPr>
      </p:pic>
      <p:grpSp>
        <p:nvGrpSpPr>
          <p:cNvPr id="179" name="Google Shape;179;p32"/>
          <p:cNvGrpSpPr/>
          <p:nvPr/>
        </p:nvGrpSpPr>
        <p:grpSpPr>
          <a:xfrm>
            <a:off x="2844737" y="6553491"/>
            <a:ext cx="9347017" cy="45919"/>
            <a:chOff x="1905000" y="6553200"/>
            <a:chExt cx="7010438" cy="45600"/>
          </a:xfrm>
        </p:grpSpPr>
        <p:sp>
          <p:nvSpPr>
            <p:cNvPr id="180" name="Google Shape;180;p3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1" name="Google Shape;181;p3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2" name="Google Shape;182;p3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83" name="Google Shape;183;p32"/>
          <p:cNvGrpSpPr/>
          <p:nvPr/>
        </p:nvGrpSpPr>
        <p:grpSpPr>
          <a:xfrm>
            <a:off x="-63" y="1295691"/>
            <a:ext cx="9347017" cy="45919"/>
            <a:chOff x="1905000" y="6553200"/>
            <a:chExt cx="7010438" cy="45600"/>
          </a:xfrm>
        </p:grpSpPr>
        <p:sp>
          <p:nvSpPr>
            <p:cNvPr id="184" name="Google Shape;184;p3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5" name="Google Shape;185;p3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6" name="Google Shape;186;p3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187" name="Google Shape;187;p3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88" name="Google Shape;188;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0"/>
        <p:cNvGrpSpPr/>
        <p:nvPr/>
      </p:nvGrpSpPr>
      <p:grpSpPr>
        <a:xfrm>
          <a:off x="0" y="0"/>
          <a:ext cx="0" cy="0"/>
          <a:chOff x="0" y="0"/>
          <a:chExt cx="0" cy="0"/>
        </a:xfrm>
      </p:grpSpPr>
      <p:sp>
        <p:nvSpPr>
          <p:cNvPr id="191" name="Google Shape;191;p34"/>
          <p:cNvSpPr txBox="1"/>
          <p:nvPr/>
        </p:nvSpPr>
        <p:spPr>
          <a:xfrm>
            <a:off x="4368800" y="6596062"/>
            <a:ext cx="7823100" cy="2190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800"/>
              <a:buFont typeface="Arial"/>
              <a:buNone/>
            </a:pPr>
            <a:r>
              <a:rPr lang="en-US" sz="800" b="1" i="0" u="none">
                <a:solidFill>
                  <a:srgbClr val="101141"/>
                </a:solidFill>
                <a:latin typeface="Arial"/>
                <a:ea typeface="Arial"/>
                <a:cs typeface="Arial"/>
                <a:sym typeface="Arial"/>
              </a:rPr>
              <a:t>BITS </a:t>
            </a:r>
            <a:r>
              <a:rPr lang="en-US" sz="800" b="0" i="0" u="none">
                <a:solidFill>
                  <a:srgbClr val="101141"/>
                </a:solidFill>
                <a:latin typeface="Arial"/>
                <a:ea typeface="Arial"/>
                <a:cs typeface="Arial"/>
                <a:sym typeface="Arial"/>
              </a:rPr>
              <a:t>Pilani, Pilani Campus</a:t>
            </a:r>
            <a:endParaRPr/>
          </a:p>
        </p:txBody>
      </p:sp>
      <p:grpSp>
        <p:nvGrpSpPr>
          <p:cNvPr id="192" name="Google Shape;192;p34"/>
          <p:cNvGrpSpPr/>
          <p:nvPr/>
        </p:nvGrpSpPr>
        <p:grpSpPr>
          <a:xfrm>
            <a:off x="2779787" y="6549762"/>
            <a:ext cx="9412425" cy="49144"/>
            <a:chOff x="2083888" y="6550671"/>
            <a:chExt cx="7060025" cy="48600"/>
          </a:xfrm>
        </p:grpSpPr>
        <p:sp>
          <p:nvSpPr>
            <p:cNvPr id="193" name="Google Shape;193;p34"/>
            <p:cNvSpPr txBox="1"/>
            <p:nvPr/>
          </p:nvSpPr>
          <p:spPr>
            <a:xfrm>
              <a:off x="4630958" y="6550671"/>
              <a:ext cx="23280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94" name="Google Shape;194;p34"/>
            <p:cNvSpPr txBox="1"/>
            <p:nvPr/>
          </p:nvSpPr>
          <p:spPr>
            <a:xfrm>
              <a:off x="6908913" y="6550671"/>
              <a:ext cx="22350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95" name="Google Shape;195;p34"/>
            <p:cNvSpPr txBox="1"/>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196" name="Google Shape;196;p34" descr="Picture 7.png"/>
          <p:cNvPicPr preferRelativeResize="0"/>
          <p:nvPr/>
        </p:nvPicPr>
        <p:blipFill rotWithShape="1">
          <a:blip r:embed="rId3">
            <a:alphaModFix/>
          </a:blip>
          <a:srcRect l="1922" b="5338"/>
          <a:stretch/>
        </p:blipFill>
        <p:spPr>
          <a:xfrm>
            <a:off x="8839200" y="0"/>
            <a:ext cx="2925762" cy="692150"/>
          </a:xfrm>
          <a:prstGeom prst="rect">
            <a:avLst/>
          </a:prstGeom>
          <a:noFill/>
          <a:ln>
            <a:noFill/>
          </a:ln>
        </p:spPr>
      </p:pic>
      <p:grpSp>
        <p:nvGrpSpPr>
          <p:cNvPr id="197" name="Google Shape;197;p34"/>
          <p:cNvGrpSpPr/>
          <p:nvPr/>
        </p:nvGrpSpPr>
        <p:grpSpPr>
          <a:xfrm>
            <a:off x="2844737" y="6553491"/>
            <a:ext cx="9347017" cy="45919"/>
            <a:chOff x="1905000" y="6553200"/>
            <a:chExt cx="7010438" cy="45600"/>
          </a:xfrm>
        </p:grpSpPr>
        <p:sp>
          <p:nvSpPr>
            <p:cNvPr id="198" name="Google Shape;198;p3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99" name="Google Shape;199;p3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00" name="Google Shape;200;p3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201" name="Google Shape;201;p34"/>
          <p:cNvGrpSpPr/>
          <p:nvPr/>
        </p:nvGrpSpPr>
        <p:grpSpPr>
          <a:xfrm>
            <a:off x="-63" y="1295691"/>
            <a:ext cx="9347017" cy="45919"/>
            <a:chOff x="1905000" y="6553200"/>
            <a:chExt cx="7010438" cy="45600"/>
          </a:xfrm>
        </p:grpSpPr>
        <p:sp>
          <p:nvSpPr>
            <p:cNvPr id="202" name="Google Shape;202;p3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03" name="Google Shape;203;p3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04" name="Google Shape;204;p3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05" name="Google Shape;205;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06" name="Google Shape;206;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grpSp>
        <p:nvGrpSpPr>
          <p:cNvPr id="211" name="Google Shape;211;p36"/>
          <p:cNvGrpSpPr/>
          <p:nvPr/>
        </p:nvGrpSpPr>
        <p:grpSpPr>
          <a:xfrm>
            <a:off x="2779787" y="6624241"/>
            <a:ext cx="9412437" cy="49144"/>
            <a:chOff x="2085049" y="6550871"/>
            <a:chExt cx="7060034" cy="48600"/>
          </a:xfrm>
        </p:grpSpPr>
        <p:sp>
          <p:nvSpPr>
            <p:cNvPr id="212" name="Google Shape;212;p36"/>
            <p:cNvSpPr txBox="1"/>
            <p:nvPr/>
          </p:nvSpPr>
          <p:spPr>
            <a:xfrm>
              <a:off x="4630929" y="6550871"/>
              <a:ext cx="23292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3" name="Google Shape;213;p36"/>
            <p:cNvSpPr txBox="1"/>
            <p:nvPr/>
          </p:nvSpPr>
          <p:spPr>
            <a:xfrm>
              <a:off x="6908883" y="6550871"/>
              <a:ext cx="22362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4" name="Google Shape;214;p36"/>
            <p:cNvSpPr txBox="1"/>
            <p:nvPr/>
          </p:nvSpPr>
          <p:spPr>
            <a:xfrm>
              <a:off x="2085049" y="6550871"/>
              <a:ext cx="25803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215" name="Google Shape;215;p36" descr="Picture 7.png"/>
          <p:cNvPicPr preferRelativeResize="0"/>
          <p:nvPr/>
        </p:nvPicPr>
        <p:blipFill rotWithShape="1">
          <a:blip r:embed="rId3">
            <a:alphaModFix/>
          </a:blip>
          <a:srcRect l="1922" b="5329"/>
          <a:stretch/>
        </p:blipFill>
        <p:spPr>
          <a:xfrm>
            <a:off x="8839200" y="0"/>
            <a:ext cx="2925762" cy="692150"/>
          </a:xfrm>
          <a:prstGeom prst="rect">
            <a:avLst/>
          </a:prstGeom>
          <a:noFill/>
          <a:ln>
            <a:noFill/>
          </a:ln>
        </p:spPr>
      </p:pic>
      <p:grpSp>
        <p:nvGrpSpPr>
          <p:cNvPr id="216" name="Google Shape;216;p36"/>
          <p:cNvGrpSpPr/>
          <p:nvPr/>
        </p:nvGrpSpPr>
        <p:grpSpPr>
          <a:xfrm>
            <a:off x="2539937" y="6599386"/>
            <a:ext cx="9347017" cy="45919"/>
            <a:chOff x="1905000" y="6553511"/>
            <a:chExt cx="7010438" cy="45600"/>
          </a:xfrm>
        </p:grpSpPr>
        <p:sp>
          <p:nvSpPr>
            <p:cNvPr id="217" name="Google Shape;217;p36"/>
            <p:cNvSpPr txBox="1"/>
            <p:nvPr/>
          </p:nvSpPr>
          <p:spPr>
            <a:xfrm>
              <a:off x="4267200" y="6553511"/>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8" name="Google Shape;218;p36"/>
            <p:cNvSpPr txBox="1"/>
            <p:nvPr/>
          </p:nvSpPr>
          <p:spPr>
            <a:xfrm>
              <a:off x="1905000" y="6553511"/>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9" name="Google Shape;219;p36"/>
            <p:cNvSpPr txBox="1"/>
            <p:nvPr/>
          </p:nvSpPr>
          <p:spPr>
            <a:xfrm>
              <a:off x="6586538" y="6553511"/>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220" name="Google Shape;220;p36"/>
          <p:cNvGrpSpPr/>
          <p:nvPr/>
        </p:nvGrpSpPr>
        <p:grpSpPr>
          <a:xfrm>
            <a:off x="2539937" y="6599386"/>
            <a:ext cx="9347017" cy="45919"/>
            <a:chOff x="1905000" y="6553511"/>
            <a:chExt cx="7010438" cy="45600"/>
          </a:xfrm>
        </p:grpSpPr>
        <p:sp>
          <p:nvSpPr>
            <p:cNvPr id="221" name="Google Shape;221;p36"/>
            <p:cNvSpPr txBox="1"/>
            <p:nvPr/>
          </p:nvSpPr>
          <p:spPr>
            <a:xfrm>
              <a:off x="4267200" y="6553511"/>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22" name="Google Shape;222;p36"/>
            <p:cNvSpPr txBox="1"/>
            <p:nvPr/>
          </p:nvSpPr>
          <p:spPr>
            <a:xfrm>
              <a:off x="1905000" y="6553511"/>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23" name="Google Shape;223;p36"/>
            <p:cNvSpPr txBox="1"/>
            <p:nvPr/>
          </p:nvSpPr>
          <p:spPr>
            <a:xfrm>
              <a:off x="6586538" y="6553511"/>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24" name="Google Shape;224;p3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25" name="Google Shape;225;p3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7"/>
        <p:cNvGrpSpPr/>
        <p:nvPr/>
      </p:nvGrpSpPr>
      <p:grpSpPr>
        <a:xfrm>
          <a:off x="0" y="0"/>
          <a:ext cx="0" cy="0"/>
          <a:chOff x="0" y="0"/>
          <a:chExt cx="0" cy="0"/>
        </a:xfrm>
      </p:grpSpPr>
      <p:sp>
        <p:nvSpPr>
          <p:cNvPr id="228" name="Google Shape;228;p3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29" name="Google Shape;229;p3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0" name="Google Shape;230;p38"/>
          <p:cNvSpPr txBox="1">
            <a:spLocks noGrp="1"/>
          </p:cNvSpPr>
          <p:nvPr>
            <p:ph type="sldNum" idx="12"/>
          </p:nvPr>
        </p:nvSpPr>
        <p:spPr>
          <a:xfrm>
            <a:off x="11296650" y="6218237"/>
            <a:ext cx="731700" cy="523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4"/>
        <p:cNvGrpSpPr/>
        <p:nvPr/>
      </p:nvGrpSpPr>
      <p:grpSpPr>
        <a:xfrm>
          <a:off x="0" y="0"/>
          <a:ext cx="0" cy="0"/>
          <a:chOff x="0" y="0"/>
          <a:chExt cx="0" cy="0"/>
        </a:xfrm>
      </p:grpSpPr>
      <p:sp>
        <p:nvSpPr>
          <p:cNvPr id="235" name="Google Shape;235;p4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36" name="Google Shape;236;p4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7" name="Google Shape;237;p40"/>
          <p:cNvSpPr txBox="1">
            <a:spLocks noGrp="1"/>
          </p:cNvSpPr>
          <p:nvPr>
            <p:ph type="ftr" idx="11"/>
          </p:nvPr>
        </p:nvSpPr>
        <p:spPr>
          <a:xfrm>
            <a:off x="9810750" y="6640512"/>
            <a:ext cx="2276400" cy="180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800" b="1" i="0" u="none">
                <a:solidFill>
                  <a:srgbClr val="0F114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2"/>
        <p:cNvGrpSpPr/>
        <p:nvPr/>
      </p:nvGrpSpPr>
      <p:grpSpPr>
        <a:xfrm>
          <a:off x="0" y="0"/>
          <a:ext cx="0" cy="0"/>
          <a:chOff x="0" y="0"/>
          <a:chExt cx="0" cy="0"/>
        </a:xfrm>
      </p:grpSpPr>
      <p:sp>
        <p:nvSpPr>
          <p:cNvPr id="243" name="Google Shape;243;p42"/>
          <p:cNvSpPr txBox="1"/>
          <p:nvPr/>
        </p:nvSpPr>
        <p:spPr>
          <a:xfrm>
            <a:off x="4368800" y="6596062"/>
            <a:ext cx="7823100" cy="1872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600"/>
              <a:buFont typeface="Arial"/>
              <a:buNone/>
            </a:pPr>
            <a:r>
              <a:rPr lang="en-US" sz="600" b="1" i="0" u="none">
                <a:solidFill>
                  <a:srgbClr val="101141"/>
                </a:solidFill>
                <a:latin typeface="Arial"/>
                <a:ea typeface="Arial"/>
                <a:cs typeface="Arial"/>
                <a:sym typeface="Arial"/>
              </a:rPr>
              <a:t>BITS </a:t>
            </a:r>
            <a:r>
              <a:rPr lang="en-US" sz="600" b="0" i="0" u="none">
                <a:solidFill>
                  <a:srgbClr val="101141"/>
                </a:solidFill>
                <a:latin typeface="Arial"/>
                <a:ea typeface="Arial"/>
                <a:cs typeface="Arial"/>
                <a:sym typeface="Arial"/>
              </a:rPr>
              <a:t>Pilani, Pilani Campus</a:t>
            </a:r>
            <a:endParaRPr/>
          </a:p>
        </p:txBody>
      </p:sp>
      <p:grpSp>
        <p:nvGrpSpPr>
          <p:cNvPr id="244" name="Google Shape;244;p42"/>
          <p:cNvGrpSpPr/>
          <p:nvPr/>
        </p:nvGrpSpPr>
        <p:grpSpPr>
          <a:xfrm>
            <a:off x="2779787" y="6549762"/>
            <a:ext cx="9412425" cy="49144"/>
            <a:chOff x="2083888" y="6550671"/>
            <a:chExt cx="7060025" cy="48600"/>
          </a:xfrm>
        </p:grpSpPr>
        <p:sp>
          <p:nvSpPr>
            <p:cNvPr id="245" name="Google Shape;245;p42"/>
            <p:cNvSpPr txBox="1"/>
            <p:nvPr/>
          </p:nvSpPr>
          <p:spPr>
            <a:xfrm>
              <a:off x="4630958" y="6550671"/>
              <a:ext cx="23280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46" name="Google Shape;246;p42"/>
            <p:cNvSpPr txBox="1"/>
            <p:nvPr/>
          </p:nvSpPr>
          <p:spPr>
            <a:xfrm>
              <a:off x="6908913" y="6550671"/>
              <a:ext cx="22350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47" name="Google Shape;247;p42"/>
            <p:cNvSpPr txBox="1"/>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248" name="Google Shape;248;p42" descr="Picture 7.png"/>
          <p:cNvPicPr preferRelativeResize="0"/>
          <p:nvPr/>
        </p:nvPicPr>
        <p:blipFill rotWithShape="1">
          <a:blip r:embed="rId3">
            <a:alphaModFix/>
          </a:blip>
          <a:srcRect l="1922" b="5338"/>
          <a:stretch/>
        </p:blipFill>
        <p:spPr>
          <a:xfrm>
            <a:off x="8839200" y="0"/>
            <a:ext cx="2925762" cy="692150"/>
          </a:xfrm>
          <a:prstGeom prst="rect">
            <a:avLst/>
          </a:prstGeom>
          <a:noFill/>
          <a:ln>
            <a:noFill/>
          </a:ln>
        </p:spPr>
      </p:pic>
      <p:grpSp>
        <p:nvGrpSpPr>
          <p:cNvPr id="249" name="Google Shape;249;p42"/>
          <p:cNvGrpSpPr/>
          <p:nvPr/>
        </p:nvGrpSpPr>
        <p:grpSpPr>
          <a:xfrm>
            <a:off x="2844737" y="6553491"/>
            <a:ext cx="9347017" cy="45919"/>
            <a:chOff x="1905000" y="6553200"/>
            <a:chExt cx="7010438" cy="45600"/>
          </a:xfrm>
        </p:grpSpPr>
        <p:sp>
          <p:nvSpPr>
            <p:cNvPr id="250" name="Google Shape;250;p4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1" name="Google Shape;251;p4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2" name="Google Shape;252;p4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253" name="Google Shape;253;p42"/>
          <p:cNvGrpSpPr/>
          <p:nvPr/>
        </p:nvGrpSpPr>
        <p:grpSpPr>
          <a:xfrm>
            <a:off x="-63" y="1295691"/>
            <a:ext cx="9347017" cy="45919"/>
            <a:chOff x="1905000" y="6553200"/>
            <a:chExt cx="7010438" cy="45600"/>
          </a:xfrm>
        </p:grpSpPr>
        <p:sp>
          <p:nvSpPr>
            <p:cNvPr id="254" name="Google Shape;254;p4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5" name="Google Shape;255;p4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6" name="Google Shape;256;p4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57" name="Google Shape;257;p4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58" name="Google Shape;258;p4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2"/>
        <p:cNvGrpSpPr/>
        <p:nvPr/>
      </p:nvGrpSpPr>
      <p:grpSpPr>
        <a:xfrm>
          <a:off x="0" y="0"/>
          <a:ext cx="0" cy="0"/>
          <a:chOff x="0" y="0"/>
          <a:chExt cx="0" cy="0"/>
        </a:xfrm>
      </p:grpSpPr>
      <p:pic>
        <p:nvPicPr>
          <p:cNvPr id="263" name="Google Shape;263;p44"/>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264" name="Google Shape;264;p44"/>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265" name="Google Shape;265;p44"/>
          <p:cNvPicPr preferRelativeResize="0"/>
          <p:nvPr/>
        </p:nvPicPr>
        <p:blipFill rotWithShape="1">
          <a:blip r:embed="rId5">
            <a:alphaModFix/>
          </a:blip>
          <a:srcRect/>
          <a:stretch/>
        </p:blipFill>
        <p:spPr>
          <a:xfrm>
            <a:off x="0" y="160337"/>
            <a:ext cx="10668000" cy="765175"/>
          </a:xfrm>
          <a:prstGeom prst="rect">
            <a:avLst/>
          </a:prstGeom>
          <a:noFill/>
          <a:ln>
            <a:noFill/>
          </a:ln>
        </p:spPr>
      </p:pic>
      <p:sp>
        <p:nvSpPr>
          <p:cNvPr id="266" name="Google Shape;266;p4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67" name="Google Shape;267;p4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pic>
        <p:nvPicPr>
          <p:cNvPr id="273" name="Google Shape;273;p46"/>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274" name="Google Shape;274;p46"/>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275" name="Google Shape;275;p46"/>
          <p:cNvPicPr preferRelativeResize="0"/>
          <p:nvPr/>
        </p:nvPicPr>
        <p:blipFill rotWithShape="1">
          <a:blip r:embed="rId5">
            <a:alphaModFix/>
          </a:blip>
          <a:srcRect/>
          <a:stretch/>
        </p:blipFill>
        <p:spPr>
          <a:xfrm>
            <a:off x="1743075" y="2482850"/>
            <a:ext cx="8848725" cy="2130425"/>
          </a:xfrm>
          <a:prstGeom prst="rect">
            <a:avLst/>
          </a:prstGeom>
          <a:noFill/>
          <a:ln>
            <a:noFill/>
          </a:ln>
        </p:spPr>
      </p:pic>
      <p:sp>
        <p:nvSpPr>
          <p:cNvPr id="276" name="Google Shape;276;p46"/>
          <p:cNvSpPr txBox="1"/>
          <p:nvPr/>
        </p:nvSpPr>
        <p:spPr>
          <a:xfrm>
            <a:off x="1831975" y="2574925"/>
            <a:ext cx="8666100" cy="19368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FFFFFF"/>
              </a:buClr>
              <a:buSzPts val="3600"/>
              <a:buFont typeface="Helvetica Neue"/>
              <a:buNone/>
            </a:pPr>
            <a:r>
              <a:rPr lang="en-US" sz="3600" b="1" i="0" u="none">
                <a:solidFill>
                  <a:srgbClr val="FFFFFF"/>
                </a:solidFill>
                <a:latin typeface="Helvetica Neue"/>
                <a:ea typeface="Helvetica Neue"/>
                <a:cs typeface="Helvetica Neue"/>
                <a:sym typeface="Helvetica Neue"/>
              </a:rPr>
              <a:t>Click to edit Session title</a:t>
            </a:r>
            <a:endParaRPr/>
          </a:p>
        </p:txBody>
      </p:sp>
      <p:sp>
        <p:nvSpPr>
          <p:cNvPr id="277" name="Google Shape;277;p4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78" name="Google Shape;278;p4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0"/>
        <p:cNvGrpSpPr/>
        <p:nvPr/>
      </p:nvGrpSpPr>
      <p:grpSpPr>
        <a:xfrm>
          <a:off x="0" y="0"/>
          <a:ext cx="0" cy="0"/>
          <a:chOff x="0" y="0"/>
          <a:chExt cx="0" cy="0"/>
        </a:xfrm>
      </p:grpSpPr>
      <p:sp>
        <p:nvSpPr>
          <p:cNvPr id="281" name="Google Shape;281;p4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82" name="Google Shape;282;p4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3" name="Google Shape;283;p48"/>
          <p:cNvSpPr txBox="1">
            <a:spLocks noGrp="1"/>
          </p:cNvSpPr>
          <p:nvPr>
            <p:ph type="ftr" idx="11"/>
          </p:nvPr>
        </p:nvSpPr>
        <p:spPr>
          <a:xfrm>
            <a:off x="4144962" y="6378575"/>
            <a:ext cx="390210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4" name="Google Shape;284;p48"/>
          <p:cNvSpPr txBox="1">
            <a:spLocks noGrp="1"/>
          </p:cNvSpPr>
          <p:nvPr>
            <p:ph type="dt" idx="10"/>
          </p:nvPr>
        </p:nvSpPr>
        <p:spPr>
          <a:xfrm>
            <a:off x="609600" y="6378575"/>
            <a:ext cx="280350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5" name="Google Shape;285;p48"/>
          <p:cNvSpPr txBox="1">
            <a:spLocks noGrp="1"/>
          </p:cNvSpPr>
          <p:nvPr>
            <p:ph type="sldNum" idx="12"/>
          </p:nvPr>
        </p:nvSpPr>
        <p:spPr>
          <a:xfrm>
            <a:off x="8778875" y="6378575"/>
            <a:ext cx="2803500" cy="342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3"/>
        <p:cNvGrpSpPr/>
        <p:nvPr/>
      </p:nvGrpSpPr>
      <p:grpSpPr>
        <a:xfrm>
          <a:off x="0" y="0"/>
          <a:ext cx="0" cy="0"/>
          <a:chOff x="0" y="0"/>
          <a:chExt cx="0" cy="0"/>
        </a:xfrm>
      </p:grpSpPr>
      <p:sp>
        <p:nvSpPr>
          <p:cNvPr id="294" name="Google Shape;294;p5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95" name="Google Shape;295;p5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6" name="Google Shape;296;p50"/>
          <p:cNvSpPr txBox="1">
            <a:spLocks noGrp="1"/>
          </p:cNvSpPr>
          <p:nvPr>
            <p:ph type="dt" idx="10"/>
          </p:nvPr>
        </p:nvSpPr>
        <p:spPr>
          <a:xfrm>
            <a:off x="609600" y="6356350"/>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7" name="Google Shape;297;p50"/>
          <p:cNvSpPr txBox="1">
            <a:spLocks noGrp="1"/>
          </p:cNvSpPr>
          <p:nvPr>
            <p:ph type="ftr" idx="11"/>
          </p:nvPr>
        </p:nvSpPr>
        <p:spPr>
          <a:xfrm>
            <a:off x="4165600" y="6356350"/>
            <a:ext cx="3860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8" name="Google Shape;298;p50"/>
          <p:cNvSpPr txBox="1">
            <a:spLocks noGrp="1"/>
          </p:cNvSpPr>
          <p:nvPr>
            <p:ph type="sldNum" idx="12"/>
          </p:nvPr>
        </p:nvSpPr>
        <p:spPr>
          <a:xfrm>
            <a:off x="8737600" y="6356350"/>
            <a:ext cx="2844900" cy="3651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3"/>
        <p:cNvGrpSpPr/>
        <p:nvPr/>
      </p:nvGrpSpPr>
      <p:grpSpPr>
        <a:xfrm>
          <a:off x="0" y="0"/>
          <a:ext cx="0" cy="0"/>
          <a:chOff x="0" y="0"/>
          <a:chExt cx="0" cy="0"/>
        </a:xfrm>
      </p:grpSpPr>
      <p:pic>
        <p:nvPicPr>
          <p:cNvPr id="304" name="Google Shape;304;p52"/>
          <p:cNvPicPr preferRelativeResize="0"/>
          <p:nvPr/>
        </p:nvPicPr>
        <p:blipFill rotWithShape="1">
          <a:blip r:embed="rId3">
            <a:alphaModFix/>
          </a:blip>
          <a:srcRect t="3184" b="1176"/>
          <a:stretch/>
        </p:blipFill>
        <p:spPr>
          <a:xfrm>
            <a:off x="0" y="0"/>
            <a:ext cx="12191999" cy="6858000"/>
          </a:xfrm>
          <a:prstGeom prst="rect">
            <a:avLst/>
          </a:prstGeom>
          <a:noFill/>
          <a:ln>
            <a:noFill/>
          </a:ln>
        </p:spPr>
      </p:pic>
      <p:pic>
        <p:nvPicPr>
          <p:cNvPr id="305" name="Google Shape;305;p52"/>
          <p:cNvPicPr preferRelativeResize="0"/>
          <p:nvPr/>
        </p:nvPicPr>
        <p:blipFill rotWithShape="1">
          <a:blip r:embed="rId4">
            <a:alphaModFix/>
          </a:blip>
          <a:srcRect/>
          <a:stretch/>
        </p:blipFill>
        <p:spPr>
          <a:xfrm>
            <a:off x="0" y="0"/>
            <a:ext cx="9144002" cy="6857998"/>
          </a:xfrm>
          <a:prstGeom prst="rect">
            <a:avLst/>
          </a:prstGeom>
          <a:noFill/>
          <a:ln>
            <a:noFill/>
          </a:ln>
        </p:spPr>
      </p:pic>
      <p:pic>
        <p:nvPicPr>
          <p:cNvPr id="306" name="Google Shape;306;p52"/>
          <p:cNvPicPr preferRelativeResize="0"/>
          <p:nvPr/>
        </p:nvPicPr>
        <p:blipFill rotWithShape="1">
          <a:blip r:embed="rId5">
            <a:alphaModFix/>
          </a:blip>
          <a:srcRect/>
          <a:stretch/>
        </p:blipFill>
        <p:spPr>
          <a:xfrm>
            <a:off x="2514600" y="2551112"/>
            <a:ext cx="9678986" cy="1792287"/>
          </a:xfrm>
          <a:prstGeom prst="rect">
            <a:avLst/>
          </a:prstGeom>
          <a:noFill/>
          <a:ln>
            <a:noFill/>
          </a:ln>
        </p:spPr>
      </p:pic>
      <p:pic>
        <p:nvPicPr>
          <p:cNvPr id="307" name="Google Shape;307;p52"/>
          <p:cNvPicPr preferRelativeResize="0"/>
          <p:nvPr/>
        </p:nvPicPr>
        <p:blipFill rotWithShape="1">
          <a:blip r:embed="rId6">
            <a:alphaModFix/>
          </a:blip>
          <a:srcRect/>
          <a:stretch/>
        </p:blipFill>
        <p:spPr>
          <a:xfrm>
            <a:off x="0" y="-447675"/>
            <a:ext cx="10744200" cy="8058150"/>
          </a:xfrm>
          <a:prstGeom prst="rect">
            <a:avLst/>
          </a:prstGeom>
          <a:noFill/>
          <a:ln>
            <a:noFill/>
          </a:ln>
        </p:spPr>
      </p:pic>
      <p:pic>
        <p:nvPicPr>
          <p:cNvPr id="308" name="Google Shape;308;p52"/>
          <p:cNvPicPr preferRelativeResize="0"/>
          <p:nvPr/>
        </p:nvPicPr>
        <p:blipFill rotWithShape="1">
          <a:blip r:embed="rId7">
            <a:alphaModFix/>
          </a:blip>
          <a:srcRect/>
          <a:stretch/>
        </p:blipFill>
        <p:spPr>
          <a:xfrm>
            <a:off x="8523287" y="896937"/>
            <a:ext cx="3097212" cy="1084262"/>
          </a:xfrm>
          <a:prstGeom prst="rect">
            <a:avLst/>
          </a:prstGeom>
          <a:noFill/>
          <a:ln>
            <a:noFill/>
          </a:ln>
        </p:spPr>
      </p:pic>
      <p:pic>
        <p:nvPicPr>
          <p:cNvPr id="309" name="Google Shape;309;p52"/>
          <p:cNvPicPr preferRelativeResize="0"/>
          <p:nvPr/>
        </p:nvPicPr>
        <p:blipFill rotWithShape="1">
          <a:blip r:embed="rId8">
            <a:alphaModFix/>
          </a:blip>
          <a:srcRect/>
          <a:stretch/>
        </p:blipFill>
        <p:spPr>
          <a:xfrm>
            <a:off x="6777037" y="4800600"/>
            <a:ext cx="5124449" cy="20637"/>
          </a:xfrm>
          <a:prstGeom prst="rect">
            <a:avLst/>
          </a:prstGeom>
          <a:noFill/>
          <a:ln>
            <a:noFill/>
          </a:ln>
        </p:spPr>
      </p:pic>
      <p:sp>
        <p:nvSpPr>
          <p:cNvPr id="310" name="Google Shape;310;p5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11" name="Google Shape;311;p5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6"/>
        <p:cNvGrpSpPr/>
        <p:nvPr/>
      </p:nvGrpSpPr>
      <p:grpSpPr>
        <a:xfrm>
          <a:off x="0" y="0"/>
          <a:ext cx="0" cy="0"/>
          <a:chOff x="0" y="0"/>
          <a:chExt cx="0" cy="0"/>
        </a:xfrm>
      </p:grpSpPr>
      <p:grpSp>
        <p:nvGrpSpPr>
          <p:cNvPr id="317" name="Google Shape;317;p54"/>
          <p:cNvGrpSpPr/>
          <p:nvPr/>
        </p:nvGrpSpPr>
        <p:grpSpPr>
          <a:xfrm>
            <a:off x="-63" y="1295691"/>
            <a:ext cx="9347017" cy="45919"/>
            <a:chOff x="1905000" y="6553200"/>
            <a:chExt cx="7010438" cy="45600"/>
          </a:xfrm>
        </p:grpSpPr>
        <p:sp>
          <p:nvSpPr>
            <p:cNvPr id="318" name="Google Shape;318;p5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19" name="Google Shape;319;p5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20" name="Google Shape;320;p5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321" name="Google Shape;321;p54"/>
          <p:cNvGrpSpPr/>
          <p:nvPr/>
        </p:nvGrpSpPr>
        <p:grpSpPr>
          <a:xfrm>
            <a:off x="2844737" y="6553491"/>
            <a:ext cx="9347017" cy="45919"/>
            <a:chOff x="1905000" y="6553200"/>
            <a:chExt cx="7010438" cy="45600"/>
          </a:xfrm>
        </p:grpSpPr>
        <p:sp>
          <p:nvSpPr>
            <p:cNvPr id="322" name="Google Shape;322;p5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23" name="Google Shape;323;p5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24" name="Google Shape;324;p5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325" name="Google Shape;325;p54" descr="Picture 7.png"/>
          <p:cNvPicPr preferRelativeResize="0"/>
          <p:nvPr/>
        </p:nvPicPr>
        <p:blipFill rotWithShape="1">
          <a:blip r:embed="rId3">
            <a:alphaModFix/>
          </a:blip>
          <a:srcRect l="1922" b="5338"/>
          <a:stretch/>
        </p:blipFill>
        <p:spPr>
          <a:xfrm>
            <a:off x="8839200" y="0"/>
            <a:ext cx="2925762" cy="692150"/>
          </a:xfrm>
          <a:prstGeom prst="rect">
            <a:avLst/>
          </a:prstGeom>
          <a:noFill/>
          <a:ln>
            <a:noFill/>
          </a:ln>
        </p:spPr>
      </p:pic>
      <p:sp>
        <p:nvSpPr>
          <p:cNvPr id="326" name="Google Shape;326;p54"/>
          <p:cNvSpPr txBox="1"/>
          <p:nvPr/>
        </p:nvSpPr>
        <p:spPr>
          <a:xfrm>
            <a:off x="4368800" y="6596062"/>
            <a:ext cx="7823100" cy="261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a:solidFill>
                  <a:srgbClr val="101141"/>
                </a:solidFill>
                <a:latin typeface="Arial"/>
                <a:ea typeface="Arial"/>
                <a:cs typeface="Arial"/>
                <a:sym typeface="Arial"/>
              </a:rPr>
              <a:t>BITS </a:t>
            </a:r>
            <a:r>
              <a:rPr lang="en-US" sz="1100" b="0" i="0" u="none">
                <a:solidFill>
                  <a:srgbClr val="101141"/>
                </a:solidFill>
                <a:latin typeface="Arial"/>
                <a:ea typeface="Arial"/>
                <a:cs typeface="Arial"/>
                <a:sym typeface="Arial"/>
              </a:rPr>
              <a:t>Pilani, Deemed to be University under Section 3 of UGC Act, 1956</a:t>
            </a:r>
            <a:endParaRPr/>
          </a:p>
        </p:txBody>
      </p:sp>
      <p:sp>
        <p:nvSpPr>
          <p:cNvPr id="327" name="Google Shape;327;p5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28" name="Google Shape;328;p5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8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6" Type="http://schemas.openxmlformats.org/officeDocument/2006/relationships/image" Target="../media/image30.png"/><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38.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51.png"/><Relationship Id="rId84" Type="http://schemas.openxmlformats.org/officeDocument/2006/relationships/image" Target="../media/image59.png"/><Relationship Id="rId89" Type="http://schemas.openxmlformats.org/officeDocument/2006/relationships/customXml" Target="../ink/ink44.xml"/><Relationship Id="rId112" Type="http://schemas.openxmlformats.org/officeDocument/2006/relationships/image" Target="../media/image73.png"/><Relationship Id="rId16" Type="http://schemas.openxmlformats.org/officeDocument/2006/relationships/image" Target="../media/image25.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33.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46.png"/><Relationship Id="rId74" Type="http://schemas.openxmlformats.org/officeDocument/2006/relationships/image" Target="../media/image54.png"/><Relationship Id="rId79" Type="http://schemas.openxmlformats.org/officeDocument/2006/relationships/customXml" Target="../ink/ink39.xml"/><Relationship Id="rId102" Type="http://schemas.openxmlformats.org/officeDocument/2006/relationships/image" Target="../media/image68.png"/><Relationship Id="rId5" Type="http://schemas.openxmlformats.org/officeDocument/2006/relationships/customXml" Target="../ink/ink2.xml"/><Relationship Id="rId90" Type="http://schemas.openxmlformats.org/officeDocument/2006/relationships/image" Target="../media/image62.png"/><Relationship Id="rId95" Type="http://schemas.openxmlformats.org/officeDocument/2006/relationships/customXml" Target="../ink/ink47.xml"/><Relationship Id="rId22" Type="http://schemas.openxmlformats.org/officeDocument/2006/relationships/image" Target="../media/image28.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41.png"/><Relationship Id="rId64" Type="http://schemas.openxmlformats.org/officeDocument/2006/relationships/image" Target="../media/image49.png"/><Relationship Id="rId69" Type="http://schemas.openxmlformats.org/officeDocument/2006/relationships/customXml" Target="../ink/ink34.xml"/><Relationship Id="rId113" Type="http://schemas.openxmlformats.org/officeDocument/2006/relationships/customXml" Target="../ink/ink56.xml"/><Relationship Id="rId118" Type="http://schemas.openxmlformats.org/officeDocument/2006/relationships/image" Target="../media/image76.png"/><Relationship Id="rId80" Type="http://schemas.openxmlformats.org/officeDocument/2006/relationships/image" Target="../media/image57.png"/><Relationship Id="rId85" Type="http://schemas.openxmlformats.org/officeDocument/2006/relationships/customXml" Target="../ink/ink42.xml"/><Relationship Id="rId12" Type="http://schemas.openxmlformats.org/officeDocument/2006/relationships/image" Target="../media/image23.png"/><Relationship Id="rId17" Type="http://schemas.openxmlformats.org/officeDocument/2006/relationships/customXml" Target="../ink/ink8.xml"/><Relationship Id="rId33" Type="http://schemas.openxmlformats.org/officeDocument/2006/relationships/customXml" Target="../ink/ink16.xml"/><Relationship Id="rId38" Type="http://schemas.openxmlformats.org/officeDocument/2006/relationships/image" Target="../media/image36.png"/><Relationship Id="rId59" Type="http://schemas.openxmlformats.org/officeDocument/2006/relationships/customXml" Target="../ink/ink29.xml"/><Relationship Id="rId103" Type="http://schemas.openxmlformats.org/officeDocument/2006/relationships/customXml" Target="../ink/ink51.xml"/><Relationship Id="rId108" Type="http://schemas.openxmlformats.org/officeDocument/2006/relationships/image" Target="../media/image71.png"/><Relationship Id="rId54" Type="http://schemas.openxmlformats.org/officeDocument/2006/relationships/image" Target="../media/image44.png"/><Relationship Id="rId70" Type="http://schemas.openxmlformats.org/officeDocument/2006/relationships/image" Target="../media/image52.png"/><Relationship Id="rId75" Type="http://schemas.openxmlformats.org/officeDocument/2006/relationships/customXml" Target="../ink/ink37.xml"/><Relationship Id="rId91" Type="http://schemas.openxmlformats.org/officeDocument/2006/relationships/customXml" Target="../ink/ink45.xml"/><Relationship Id="rId96" Type="http://schemas.openxmlformats.org/officeDocument/2006/relationships/image" Target="../media/image65.png"/><Relationship Id="rId1" Type="http://schemas.openxmlformats.org/officeDocument/2006/relationships/slideLayout" Target="../slideLayouts/slideLayout3.xml"/><Relationship Id="rId6" Type="http://schemas.openxmlformats.org/officeDocument/2006/relationships/image" Target="../media/image20.png"/><Relationship Id="rId23" Type="http://schemas.openxmlformats.org/officeDocument/2006/relationships/customXml" Target="../ink/ink11.xml"/><Relationship Id="rId28" Type="http://schemas.openxmlformats.org/officeDocument/2006/relationships/image" Target="../media/image31.png"/><Relationship Id="rId49" Type="http://schemas.openxmlformats.org/officeDocument/2006/relationships/customXml" Target="../ink/ink24.xml"/><Relationship Id="rId114" Type="http://schemas.openxmlformats.org/officeDocument/2006/relationships/image" Target="../media/image74.png"/><Relationship Id="rId10" Type="http://schemas.openxmlformats.org/officeDocument/2006/relationships/image" Target="../media/image22.png"/><Relationship Id="rId31" Type="http://schemas.openxmlformats.org/officeDocument/2006/relationships/customXml" Target="../ink/ink15.xml"/><Relationship Id="rId44" Type="http://schemas.openxmlformats.org/officeDocument/2006/relationships/image" Target="../media/image39.png"/><Relationship Id="rId52" Type="http://schemas.openxmlformats.org/officeDocument/2006/relationships/image" Target="../media/image43.png"/><Relationship Id="rId60" Type="http://schemas.openxmlformats.org/officeDocument/2006/relationships/image" Target="../media/image47.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56.png"/><Relationship Id="rId81" Type="http://schemas.openxmlformats.org/officeDocument/2006/relationships/customXml" Target="../ink/ink40.xml"/><Relationship Id="rId86" Type="http://schemas.openxmlformats.org/officeDocument/2006/relationships/image" Target="../media/image60.png"/><Relationship Id="rId94" Type="http://schemas.openxmlformats.org/officeDocument/2006/relationships/image" Target="../media/image64.png"/><Relationship Id="rId99" Type="http://schemas.openxmlformats.org/officeDocument/2006/relationships/customXml" Target="../ink/ink49.xml"/><Relationship Id="rId101" Type="http://schemas.openxmlformats.org/officeDocument/2006/relationships/customXml" Target="../ink/ink50.xml"/><Relationship Id="rId4" Type="http://schemas.openxmlformats.org/officeDocument/2006/relationships/image" Target="../media/image19.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26.png"/><Relationship Id="rId39" Type="http://schemas.openxmlformats.org/officeDocument/2006/relationships/customXml" Target="../ink/ink19.xml"/><Relationship Id="rId109" Type="http://schemas.openxmlformats.org/officeDocument/2006/relationships/customXml" Target="../ink/ink54.xml"/><Relationship Id="rId34" Type="http://schemas.openxmlformats.org/officeDocument/2006/relationships/image" Target="../media/image34.png"/><Relationship Id="rId50" Type="http://schemas.openxmlformats.org/officeDocument/2006/relationships/image" Target="../media/image42.png"/><Relationship Id="rId55" Type="http://schemas.openxmlformats.org/officeDocument/2006/relationships/customXml" Target="../ink/ink27.xml"/><Relationship Id="rId76" Type="http://schemas.openxmlformats.org/officeDocument/2006/relationships/image" Target="../media/image55.png"/><Relationship Id="rId97" Type="http://schemas.openxmlformats.org/officeDocument/2006/relationships/customXml" Target="../ink/ink48.xml"/><Relationship Id="rId104" Type="http://schemas.openxmlformats.org/officeDocument/2006/relationships/image" Target="../media/image69.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63.png"/><Relationship Id="rId2" Type="http://schemas.openxmlformats.org/officeDocument/2006/relationships/notesSlide" Target="../notesSlides/notesSlide15.xml"/><Relationship Id="rId29" Type="http://schemas.openxmlformats.org/officeDocument/2006/relationships/customXml" Target="../ink/ink14.xml"/><Relationship Id="rId24" Type="http://schemas.openxmlformats.org/officeDocument/2006/relationships/image" Target="../media/image29.png"/><Relationship Id="rId40" Type="http://schemas.openxmlformats.org/officeDocument/2006/relationships/image" Target="../media/image37.png"/><Relationship Id="rId45" Type="http://schemas.openxmlformats.org/officeDocument/2006/relationships/customXml" Target="../ink/ink22.xml"/><Relationship Id="rId66" Type="http://schemas.openxmlformats.org/officeDocument/2006/relationships/image" Target="../media/image50.png"/><Relationship Id="rId87" Type="http://schemas.openxmlformats.org/officeDocument/2006/relationships/customXml" Target="../ink/ink43.xml"/><Relationship Id="rId110" Type="http://schemas.openxmlformats.org/officeDocument/2006/relationships/image" Target="../media/image72.png"/><Relationship Id="rId115" Type="http://schemas.openxmlformats.org/officeDocument/2006/relationships/customXml" Target="../ink/ink57.xml"/><Relationship Id="rId61" Type="http://schemas.openxmlformats.org/officeDocument/2006/relationships/customXml" Target="../ink/ink30.xml"/><Relationship Id="rId82" Type="http://schemas.openxmlformats.org/officeDocument/2006/relationships/image" Target="../media/image58.png"/><Relationship Id="rId19" Type="http://schemas.openxmlformats.org/officeDocument/2006/relationships/customXml" Target="../ink/ink9.xml"/><Relationship Id="rId14" Type="http://schemas.openxmlformats.org/officeDocument/2006/relationships/image" Target="../media/image24.png"/><Relationship Id="rId30" Type="http://schemas.openxmlformats.org/officeDocument/2006/relationships/image" Target="../media/image32.png"/><Relationship Id="rId35" Type="http://schemas.openxmlformats.org/officeDocument/2006/relationships/customXml" Target="../ink/ink17.xml"/><Relationship Id="rId56" Type="http://schemas.openxmlformats.org/officeDocument/2006/relationships/image" Target="../media/image45.png"/><Relationship Id="rId77" Type="http://schemas.openxmlformats.org/officeDocument/2006/relationships/customXml" Target="../ink/ink38.xml"/><Relationship Id="rId100" Type="http://schemas.openxmlformats.org/officeDocument/2006/relationships/image" Target="../media/image67.png"/><Relationship Id="rId105" Type="http://schemas.openxmlformats.org/officeDocument/2006/relationships/customXml" Target="../ink/ink52.xml"/><Relationship Id="rId8" Type="http://schemas.openxmlformats.org/officeDocument/2006/relationships/image" Target="../media/image21.png"/><Relationship Id="rId51" Type="http://schemas.openxmlformats.org/officeDocument/2006/relationships/customXml" Target="../ink/ink25.xml"/><Relationship Id="rId72" Type="http://schemas.openxmlformats.org/officeDocument/2006/relationships/image" Target="../media/image53.png"/><Relationship Id="rId93" Type="http://schemas.openxmlformats.org/officeDocument/2006/relationships/customXml" Target="../ink/ink46.xml"/><Relationship Id="rId98" Type="http://schemas.openxmlformats.org/officeDocument/2006/relationships/image" Target="../media/image66.png"/><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40.png"/><Relationship Id="rId67" Type="http://schemas.openxmlformats.org/officeDocument/2006/relationships/customXml" Target="../ink/ink33.xml"/><Relationship Id="rId116" Type="http://schemas.openxmlformats.org/officeDocument/2006/relationships/image" Target="../media/image75.png"/><Relationship Id="rId20" Type="http://schemas.openxmlformats.org/officeDocument/2006/relationships/image" Target="../media/image27.png"/><Relationship Id="rId41" Type="http://schemas.openxmlformats.org/officeDocument/2006/relationships/customXml" Target="../ink/ink20.xml"/><Relationship Id="rId62" Type="http://schemas.openxmlformats.org/officeDocument/2006/relationships/image" Target="../media/image48.png"/><Relationship Id="rId83" Type="http://schemas.openxmlformats.org/officeDocument/2006/relationships/customXml" Target="../ink/ink41.xml"/><Relationship Id="rId88" Type="http://schemas.openxmlformats.org/officeDocument/2006/relationships/image" Target="../media/image61.png"/><Relationship Id="rId111" Type="http://schemas.openxmlformats.org/officeDocument/2006/relationships/customXml" Target="../ink/ink55.xml"/><Relationship Id="rId15" Type="http://schemas.openxmlformats.org/officeDocument/2006/relationships/customXml" Target="../ink/ink7.xml"/><Relationship Id="rId36" Type="http://schemas.openxmlformats.org/officeDocument/2006/relationships/image" Target="../media/image35.png"/><Relationship Id="rId57" Type="http://schemas.openxmlformats.org/officeDocument/2006/relationships/customXml" Target="../ink/ink28.xml"/><Relationship Id="rId106" Type="http://schemas.openxmlformats.org/officeDocument/2006/relationships/image" Target="../media/image7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customXml" Target="../ink/ink64.xml"/><Relationship Id="rId18" Type="http://schemas.openxmlformats.org/officeDocument/2006/relationships/image" Target="../media/image84.png"/><Relationship Id="rId26" Type="http://schemas.openxmlformats.org/officeDocument/2006/relationships/image" Target="../media/image88.png"/><Relationship Id="rId3" Type="http://schemas.openxmlformats.org/officeDocument/2006/relationships/customXml" Target="../ink/ink59.xml"/><Relationship Id="rId21" Type="http://schemas.openxmlformats.org/officeDocument/2006/relationships/customXml" Target="../ink/ink68.xml"/><Relationship Id="rId7" Type="http://schemas.openxmlformats.org/officeDocument/2006/relationships/customXml" Target="../ink/ink61.xml"/><Relationship Id="rId12" Type="http://schemas.openxmlformats.org/officeDocument/2006/relationships/image" Target="../media/image81.png"/><Relationship Id="rId17" Type="http://schemas.openxmlformats.org/officeDocument/2006/relationships/customXml" Target="../ink/ink66.xml"/><Relationship Id="rId25" Type="http://schemas.openxmlformats.org/officeDocument/2006/relationships/customXml" Target="../ink/ink70.xml"/><Relationship Id="rId2" Type="http://schemas.openxmlformats.org/officeDocument/2006/relationships/notesSlide" Target="../notesSlides/notesSlide21.xml"/><Relationship Id="rId16" Type="http://schemas.openxmlformats.org/officeDocument/2006/relationships/image" Target="../media/image83.png"/><Relationship Id="rId20" Type="http://schemas.openxmlformats.org/officeDocument/2006/relationships/image" Target="../media/image85.png"/><Relationship Id="rId29" Type="http://schemas.openxmlformats.org/officeDocument/2006/relationships/customXml" Target="../ink/ink72.xml"/><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customXml" Target="../ink/ink63.xml"/><Relationship Id="rId24" Type="http://schemas.openxmlformats.org/officeDocument/2006/relationships/image" Target="../media/image87.png"/><Relationship Id="rId5" Type="http://schemas.openxmlformats.org/officeDocument/2006/relationships/customXml" Target="../ink/ink60.xml"/><Relationship Id="rId15" Type="http://schemas.openxmlformats.org/officeDocument/2006/relationships/customXml" Target="../ink/ink65.xml"/><Relationship Id="rId23" Type="http://schemas.openxmlformats.org/officeDocument/2006/relationships/customXml" Target="../ink/ink69.xml"/><Relationship Id="rId28" Type="http://schemas.openxmlformats.org/officeDocument/2006/relationships/image" Target="../media/image89.png"/><Relationship Id="rId10" Type="http://schemas.openxmlformats.org/officeDocument/2006/relationships/image" Target="../media/image80.png"/><Relationship Id="rId19" Type="http://schemas.openxmlformats.org/officeDocument/2006/relationships/customXml" Target="../ink/ink67.xml"/><Relationship Id="rId4" Type="http://schemas.openxmlformats.org/officeDocument/2006/relationships/image" Target="../media/image77.png"/><Relationship Id="rId9" Type="http://schemas.openxmlformats.org/officeDocument/2006/relationships/customXml" Target="../ink/ink62.xml"/><Relationship Id="rId14" Type="http://schemas.openxmlformats.org/officeDocument/2006/relationships/image" Target="../media/image82.png"/><Relationship Id="rId22" Type="http://schemas.openxmlformats.org/officeDocument/2006/relationships/image" Target="../media/image86.png"/><Relationship Id="rId27" Type="http://schemas.openxmlformats.org/officeDocument/2006/relationships/customXml" Target="../ink/ink71.xml"/><Relationship Id="rId30" Type="http://schemas.openxmlformats.org/officeDocument/2006/relationships/image" Target="../media/image90.png"/></Relationships>
</file>

<file path=ppt/slides/_rels/slide22.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customXml" Target="../ink/ink73.xml"/><Relationship Id="rId7" Type="http://schemas.openxmlformats.org/officeDocument/2006/relationships/customXml" Target="../ink/ink75.xml"/><Relationship Id="rId12" Type="http://schemas.openxmlformats.org/officeDocument/2006/relationships/image" Target="../media/image95.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92.png"/><Relationship Id="rId11" Type="http://schemas.openxmlformats.org/officeDocument/2006/relationships/customXml" Target="../ink/ink77.xml"/><Relationship Id="rId5" Type="http://schemas.openxmlformats.org/officeDocument/2006/relationships/customXml" Target="../ink/ink74.xml"/><Relationship Id="rId10" Type="http://schemas.openxmlformats.org/officeDocument/2006/relationships/image" Target="../media/image94.png"/><Relationship Id="rId4" Type="http://schemas.openxmlformats.org/officeDocument/2006/relationships/image" Target="../media/image91.png"/><Relationship Id="rId9" Type="http://schemas.openxmlformats.org/officeDocument/2006/relationships/customXml" Target="../ink/ink76.xml"/></Relationships>
</file>

<file path=ppt/slides/_rels/slide2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97.png"/></Relationships>
</file>

<file path=ppt/slides/_rels/slide24.xml.rels><?xml version="1.0" encoding="UTF-8" standalone="yes"?>
<Relationships xmlns="http://schemas.openxmlformats.org/package/2006/relationships"><Relationship Id="rId8" Type="http://schemas.openxmlformats.org/officeDocument/2006/relationships/customXml" Target="../ink/ink80.xml"/><Relationship Id="rId13" Type="http://schemas.openxmlformats.org/officeDocument/2006/relationships/image" Target="../media/image103.png"/><Relationship Id="rId18" Type="http://schemas.openxmlformats.org/officeDocument/2006/relationships/customXml" Target="../ink/ink85.xml"/><Relationship Id="rId26" Type="http://schemas.openxmlformats.org/officeDocument/2006/relationships/customXml" Target="../ink/ink89.xml"/><Relationship Id="rId3" Type="http://schemas.openxmlformats.org/officeDocument/2006/relationships/image" Target="../media/image98.png"/><Relationship Id="rId21" Type="http://schemas.openxmlformats.org/officeDocument/2006/relationships/image" Target="../media/image107.png"/><Relationship Id="rId7" Type="http://schemas.openxmlformats.org/officeDocument/2006/relationships/image" Target="../media/image100.png"/><Relationship Id="rId12" Type="http://schemas.openxmlformats.org/officeDocument/2006/relationships/customXml" Target="../ink/ink82.xml"/><Relationship Id="rId17" Type="http://schemas.openxmlformats.org/officeDocument/2006/relationships/image" Target="../media/image105.png"/><Relationship Id="rId25" Type="http://schemas.openxmlformats.org/officeDocument/2006/relationships/image" Target="../media/image109.png"/><Relationship Id="rId2" Type="http://schemas.openxmlformats.org/officeDocument/2006/relationships/notesSlide" Target="../notesSlides/notesSlide24.xml"/><Relationship Id="rId16" Type="http://schemas.openxmlformats.org/officeDocument/2006/relationships/customXml" Target="../ink/ink84.xml"/><Relationship Id="rId20" Type="http://schemas.openxmlformats.org/officeDocument/2006/relationships/customXml" Target="../ink/ink86.xml"/><Relationship Id="rId29" Type="http://schemas.openxmlformats.org/officeDocument/2006/relationships/image" Target="../media/image111.png"/><Relationship Id="rId1" Type="http://schemas.openxmlformats.org/officeDocument/2006/relationships/slideLayout" Target="../slideLayouts/slideLayout3.xml"/><Relationship Id="rId6" Type="http://schemas.openxmlformats.org/officeDocument/2006/relationships/customXml" Target="../ink/ink79.xml"/><Relationship Id="rId11" Type="http://schemas.openxmlformats.org/officeDocument/2006/relationships/image" Target="../media/image102.png"/><Relationship Id="rId24" Type="http://schemas.openxmlformats.org/officeDocument/2006/relationships/customXml" Target="../ink/ink88.xml"/><Relationship Id="rId5" Type="http://schemas.openxmlformats.org/officeDocument/2006/relationships/image" Target="../media/image99.png"/><Relationship Id="rId15" Type="http://schemas.openxmlformats.org/officeDocument/2006/relationships/image" Target="../media/image104.png"/><Relationship Id="rId23" Type="http://schemas.openxmlformats.org/officeDocument/2006/relationships/image" Target="../media/image108.png"/><Relationship Id="rId28" Type="http://schemas.openxmlformats.org/officeDocument/2006/relationships/customXml" Target="../ink/ink90.xml"/><Relationship Id="rId10" Type="http://schemas.openxmlformats.org/officeDocument/2006/relationships/customXml" Target="../ink/ink81.xml"/><Relationship Id="rId19" Type="http://schemas.openxmlformats.org/officeDocument/2006/relationships/image" Target="../media/image106.png"/><Relationship Id="rId31" Type="http://schemas.openxmlformats.org/officeDocument/2006/relationships/image" Target="../media/image112.png"/><Relationship Id="rId4" Type="http://schemas.openxmlformats.org/officeDocument/2006/relationships/customXml" Target="../ink/ink78.xml"/><Relationship Id="rId9" Type="http://schemas.openxmlformats.org/officeDocument/2006/relationships/image" Target="../media/image101.png"/><Relationship Id="rId14" Type="http://schemas.openxmlformats.org/officeDocument/2006/relationships/customXml" Target="../ink/ink83.xml"/><Relationship Id="rId22" Type="http://schemas.openxmlformats.org/officeDocument/2006/relationships/customXml" Target="../ink/ink87.xml"/><Relationship Id="rId27" Type="http://schemas.openxmlformats.org/officeDocument/2006/relationships/image" Target="../media/image110.png"/><Relationship Id="rId30" Type="http://schemas.openxmlformats.org/officeDocument/2006/relationships/customXml" Target="../ink/ink91.xml"/></Relationships>
</file>

<file path=ppt/slides/_rels/slide25.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customXml" Target="../ink/ink97.xml"/><Relationship Id="rId18" Type="http://schemas.openxmlformats.org/officeDocument/2006/relationships/image" Target="../media/image120.png"/><Relationship Id="rId3" Type="http://schemas.openxmlformats.org/officeDocument/2006/relationships/customXml" Target="../ink/ink92.xml"/><Relationship Id="rId7" Type="http://schemas.openxmlformats.org/officeDocument/2006/relationships/customXml" Target="../ink/ink94.xml"/><Relationship Id="rId12" Type="http://schemas.openxmlformats.org/officeDocument/2006/relationships/image" Target="../media/image117.png"/><Relationship Id="rId17" Type="http://schemas.openxmlformats.org/officeDocument/2006/relationships/customXml" Target="../ink/ink99.xml"/><Relationship Id="rId2" Type="http://schemas.openxmlformats.org/officeDocument/2006/relationships/notesSlide" Target="../notesSlides/notesSlide25.xml"/><Relationship Id="rId16" Type="http://schemas.openxmlformats.org/officeDocument/2006/relationships/image" Target="../media/image119.png"/><Relationship Id="rId20" Type="http://schemas.openxmlformats.org/officeDocument/2006/relationships/image" Target="../media/image121.png"/><Relationship Id="rId1" Type="http://schemas.openxmlformats.org/officeDocument/2006/relationships/slideLayout" Target="../slideLayouts/slideLayout3.xml"/><Relationship Id="rId6" Type="http://schemas.openxmlformats.org/officeDocument/2006/relationships/image" Target="../media/image114.png"/><Relationship Id="rId11" Type="http://schemas.openxmlformats.org/officeDocument/2006/relationships/customXml" Target="../ink/ink96.xml"/><Relationship Id="rId5" Type="http://schemas.openxmlformats.org/officeDocument/2006/relationships/customXml" Target="../ink/ink93.xml"/><Relationship Id="rId15" Type="http://schemas.openxmlformats.org/officeDocument/2006/relationships/customXml" Target="../ink/ink98.xml"/><Relationship Id="rId10" Type="http://schemas.openxmlformats.org/officeDocument/2006/relationships/image" Target="../media/image116.png"/><Relationship Id="rId19" Type="http://schemas.openxmlformats.org/officeDocument/2006/relationships/customXml" Target="../ink/ink100.xml"/><Relationship Id="rId4" Type="http://schemas.openxmlformats.org/officeDocument/2006/relationships/image" Target="../media/image113.png"/><Relationship Id="rId9" Type="http://schemas.openxmlformats.org/officeDocument/2006/relationships/customXml" Target="../ink/ink95.xml"/><Relationship Id="rId14" Type="http://schemas.openxmlformats.org/officeDocument/2006/relationships/image" Target="../media/image118.png"/></Relationships>
</file>

<file path=ppt/slides/_rels/slide26.xml.rels><?xml version="1.0" encoding="UTF-8" standalone="yes"?>
<Relationships xmlns="http://schemas.openxmlformats.org/package/2006/relationships"><Relationship Id="rId8" Type="http://schemas.openxmlformats.org/officeDocument/2006/relationships/customXml" Target="../ink/ink103.xml"/><Relationship Id="rId13"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4.png"/><Relationship Id="rId12" Type="http://schemas.openxmlformats.org/officeDocument/2006/relationships/customXml" Target="../ink/ink105.xml"/><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customXml" Target="../ink/ink102.xml"/><Relationship Id="rId11" Type="http://schemas.openxmlformats.org/officeDocument/2006/relationships/image" Target="../media/image126.png"/><Relationship Id="rId5" Type="http://schemas.openxmlformats.org/officeDocument/2006/relationships/image" Target="../media/image123.png"/><Relationship Id="rId15" Type="http://schemas.openxmlformats.org/officeDocument/2006/relationships/image" Target="../media/image128.png"/><Relationship Id="rId10" Type="http://schemas.openxmlformats.org/officeDocument/2006/relationships/customXml" Target="../ink/ink104.xml"/><Relationship Id="rId4" Type="http://schemas.openxmlformats.org/officeDocument/2006/relationships/customXml" Target="../ink/ink101.xml"/><Relationship Id="rId9" Type="http://schemas.openxmlformats.org/officeDocument/2006/relationships/image" Target="../media/image125.png"/><Relationship Id="rId14" Type="http://schemas.openxmlformats.org/officeDocument/2006/relationships/customXml" Target="../ink/ink10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6" Type="http://schemas.openxmlformats.org/officeDocument/2006/relationships/customXml" Target="../ink/ink118.xml"/><Relationship Id="rId21" Type="http://schemas.openxmlformats.org/officeDocument/2006/relationships/image" Target="../media/image138.png"/><Relationship Id="rId42" Type="http://schemas.openxmlformats.org/officeDocument/2006/relationships/customXml" Target="../ink/ink126.xml"/><Relationship Id="rId47" Type="http://schemas.openxmlformats.org/officeDocument/2006/relationships/image" Target="../media/image150.png"/><Relationship Id="rId63" Type="http://schemas.openxmlformats.org/officeDocument/2006/relationships/image" Target="../media/image158.png"/><Relationship Id="rId68" Type="http://schemas.openxmlformats.org/officeDocument/2006/relationships/customXml" Target="../ink/ink139.xml"/><Relationship Id="rId84" Type="http://schemas.openxmlformats.org/officeDocument/2006/relationships/customXml" Target="../ink/ink147.xml"/><Relationship Id="rId16" Type="http://schemas.openxmlformats.org/officeDocument/2006/relationships/customXml" Target="../ink/ink113.xml"/><Relationship Id="rId11" Type="http://schemas.openxmlformats.org/officeDocument/2006/relationships/image" Target="../media/image133.png"/><Relationship Id="rId32" Type="http://schemas.openxmlformats.org/officeDocument/2006/relationships/customXml" Target="../ink/ink121.xml"/><Relationship Id="rId37" Type="http://schemas.openxmlformats.org/officeDocument/2006/relationships/image" Target="../media/image145.png"/><Relationship Id="rId53" Type="http://schemas.openxmlformats.org/officeDocument/2006/relationships/image" Target="../media/image153.png"/><Relationship Id="rId58" Type="http://schemas.openxmlformats.org/officeDocument/2006/relationships/customXml" Target="../ink/ink134.xml"/><Relationship Id="rId74" Type="http://schemas.openxmlformats.org/officeDocument/2006/relationships/customXml" Target="../ink/ink142.xml"/><Relationship Id="rId79" Type="http://schemas.openxmlformats.org/officeDocument/2006/relationships/image" Target="../media/image166.png"/><Relationship Id="rId5" Type="http://schemas.openxmlformats.org/officeDocument/2006/relationships/image" Target="../media/image130.png"/><Relationship Id="rId19" Type="http://schemas.openxmlformats.org/officeDocument/2006/relationships/image" Target="../media/image137.png"/><Relationship Id="rId14" Type="http://schemas.openxmlformats.org/officeDocument/2006/relationships/customXml" Target="../ink/ink112.xml"/><Relationship Id="rId22" Type="http://schemas.openxmlformats.org/officeDocument/2006/relationships/customXml" Target="../ink/ink116.xml"/><Relationship Id="rId27" Type="http://schemas.openxmlformats.org/officeDocument/2006/relationships/image" Target="../media/image141.png"/><Relationship Id="rId30" Type="http://schemas.openxmlformats.org/officeDocument/2006/relationships/customXml" Target="../ink/ink120.xml"/><Relationship Id="rId35" Type="http://schemas.openxmlformats.org/officeDocument/2006/relationships/image" Target="../media/image116.png"/><Relationship Id="rId43" Type="http://schemas.openxmlformats.org/officeDocument/2006/relationships/image" Target="../media/image148.png"/><Relationship Id="rId48" Type="http://schemas.openxmlformats.org/officeDocument/2006/relationships/customXml" Target="../ink/ink129.xml"/><Relationship Id="rId56" Type="http://schemas.openxmlformats.org/officeDocument/2006/relationships/customXml" Target="../ink/ink133.xml"/><Relationship Id="rId64" Type="http://schemas.openxmlformats.org/officeDocument/2006/relationships/customXml" Target="../ink/ink137.xml"/><Relationship Id="rId69" Type="http://schemas.openxmlformats.org/officeDocument/2006/relationships/image" Target="../media/image161.png"/><Relationship Id="rId77" Type="http://schemas.openxmlformats.org/officeDocument/2006/relationships/image" Target="../media/image165.png"/><Relationship Id="rId8" Type="http://schemas.openxmlformats.org/officeDocument/2006/relationships/customXml" Target="../ink/ink109.xml"/><Relationship Id="rId51" Type="http://schemas.openxmlformats.org/officeDocument/2006/relationships/image" Target="../media/image152.png"/><Relationship Id="rId72" Type="http://schemas.openxmlformats.org/officeDocument/2006/relationships/customXml" Target="../ink/ink141.xml"/><Relationship Id="rId80" Type="http://schemas.openxmlformats.org/officeDocument/2006/relationships/customXml" Target="../ink/ink145.xml"/><Relationship Id="rId85" Type="http://schemas.openxmlformats.org/officeDocument/2006/relationships/image" Target="../media/image169.png"/><Relationship Id="rId3" Type="http://schemas.openxmlformats.org/officeDocument/2006/relationships/image" Target="../media/image129.png"/><Relationship Id="rId12" Type="http://schemas.openxmlformats.org/officeDocument/2006/relationships/customXml" Target="../ink/ink111.xml"/><Relationship Id="rId17" Type="http://schemas.openxmlformats.org/officeDocument/2006/relationships/image" Target="../media/image136.png"/><Relationship Id="rId25" Type="http://schemas.openxmlformats.org/officeDocument/2006/relationships/image" Target="../media/image140.png"/><Relationship Id="rId33" Type="http://schemas.openxmlformats.org/officeDocument/2006/relationships/image" Target="../media/image144.png"/><Relationship Id="rId38" Type="http://schemas.openxmlformats.org/officeDocument/2006/relationships/customXml" Target="../ink/ink124.xml"/><Relationship Id="rId46" Type="http://schemas.openxmlformats.org/officeDocument/2006/relationships/customXml" Target="../ink/ink128.xml"/><Relationship Id="rId59" Type="http://schemas.openxmlformats.org/officeDocument/2006/relationships/image" Target="../media/image156.png"/><Relationship Id="rId67" Type="http://schemas.openxmlformats.org/officeDocument/2006/relationships/image" Target="../media/image160.png"/><Relationship Id="rId20" Type="http://schemas.openxmlformats.org/officeDocument/2006/relationships/customXml" Target="../ink/ink115.xml"/><Relationship Id="rId41" Type="http://schemas.openxmlformats.org/officeDocument/2006/relationships/image" Target="../media/image147.png"/><Relationship Id="rId54" Type="http://schemas.openxmlformats.org/officeDocument/2006/relationships/customXml" Target="../ink/ink132.xml"/><Relationship Id="rId62" Type="http://schemas.openxmlformats.org/officeDocument/2006/relationships/customXml" Target="../ink/ink136.xml"/><Relationship Id="rId70" Type="http://schemas.openxmlformats.org/officeDocument/2006/relationships/customXml" Target="../ink/ink140.xml"/><Relationship Id="rId75" Type="http://schemas.openxmlformats.org/officeDocument/2006/relationships/image" Target="../media/image164.png"/><Relationship Id="rId83" Type="http://schemas.openxmlformats.org/officeDocument/2006/relationships/image" Target="../media/image168.png"/><Relationship Id="rId1" Type="http://schemas.openxmlformats.org/officeDocument/2006/relationships/slideLayout" Target="../slideLayouts/slideLayout3.xml"/><Relationship Id="rId6" Type="http://schemas.openxmlformats.org/officeDocument/2006/relationships/customXml" Target="../ink/ink108.xml"/><Relationship Id="rId15" Type="http://schemas.openxmlformats.org/officeDocument/2006/relationships/image" Target="../media/image135.png"/><Relationship Id="rId23" Type="http://schemas.openxmlformats.org/officeDocument/2006/relationships/image" Target="../media/image139.png"/><Relationship Id="rId28" Type="http://schemas.openxmlformats.org/officeDocument/2006/relationships/customXml" Target="../ink/ink119.xml"/><Relationship Id="rId36" Type="http://schemas.openxmlformats.org/officeDocument/2006/relationships/customXml" Target="../ink/ink123.xml"/><Relationship Id="rId49" Type="http://schemas.openxmlformats.org/officeDocument/2006/relationships/image" Target="../media/image151.png"/><Relationship Id="rId57" Type="http://schemas.openxmlformats.org/officeDocument/2006/relationships/image" Target="../media/image155.png"/><Relationship Id="rId10" Type="http://schemas.openxmlformats.org/officeDocument/2006/relationships/customXml" Target="../ink/ink110.xml"/><Relationship Id="rId31" Type="http://schemas.openxmlformats.org/officeDocument/2006/relationships/image" Target="../media/image143.png"/><Relationship Id="rId44" Type="http://schemas.openxmlformats.org/officeDocument/2006/relationships/customXml" Target="../ink/ink127.xml"/><Relationship Id="rId52" Type="http://schemas.openxmlformats.org/officeDocument/2006/relationships/customXml" Target="../ink/ink131.xml"/><Relationship Id="rId60" Type="http://schemas.openxmlformats.org/officeDocument/2006/relationships/customXml" Target="../ink/ink135.xml"/><Relationship Id="rId65" Type="http://schemas.openxmlformats.org/officeDocument/2006/relationships/image" Target="../media/image159.png"/><Relationship Id="rId73" Type="http://schemas.openxmlformats.org/officeDocument/2006/relationships/image" Target="../media/image163.png"/><Relationship Id="rId78" Type="http://schemas.openxmlformats.org/officeDocument/2006/relationships/customXml" Target="../ink/ink144.xml"/><Relationship Id="rId81" Type="http://schemas.openxmlformats.org/officeDocument/2006/relationships/image" Target="../media/image167.png"/><Relationship Id="rId4" Type="http://schemas.openxmlformats.org/officeDocument/2006/relationships/customXml" Target="../ink/ink107.xml"/><Relationship Id="rId9" Type="http://schemas.openxmlformats.org/officeDocument/2006/relationships/image" Target="../media/image132.png"/><Relationship Id="rId13" Type="http://schemas.openxmlformats.org/officeDocument/2006/relationships/image" Target="../media/image134.png"/><Relationship Id="rId18" Type="http://schemas.openxmlformats.org/officeDocument/2006/relationships/customXml" Target="../ink/ink114.xml"/><Relationship Id="rId39" Type="http://schemas.openxmlformats.org/officeDocument/2006/relationships/image" Target="../media/image146.png"/><Relationship Id="rId34" Type="http://schemas.openxmlformats.org/officeDocument/2006/relationships/customXml" Target="../ink/ink122.xml"/><Relationship Id="rId50" Type="http://schemas.openxmlformats.org/officeDocument/2006/relationships/customXml" Target="../ink/ink130.xml"/><Relationship Id="rId55" Type="http://schemas.openxmlformats.org/officeDocument/2006/relationships/image" Target="../media/image154.png"/><Relationship Id="rId76" Type="http://schemas.openxmlformats.org/officeDocument/2006/relationships/customXml" Target="../ink/ink143.xml"/><Relationship Id="rId7" Type="http://schemas.openxmlformats.org/officeDocument/2006/relationships/image" Target="../media/image131.png"/><Relationship Id="rId71" Type="http://schemas.openxmlformats.org/officeDocument/2006/relationships/image" Target="../media/image162.png"/><Relationship Id="rId2" Type="http://schemas.openxmlformats.org/officeDocument/2006/relationships/notesSlide" Target="../notesSlides/notesSlide28.xml"/><Relationship Id="rId29" Type="http://schemas.openxmlformats.org/officeDocument/2006/relationships/image" Target="../media/image142.png"/><Relationship Id="rId24" Type="http://schemas.openxmlformats.org/officeDocument/2006/relationships/customXml" Target="../ink/ink117.xml"/><Relationship Id="rId40" Type="http://schemas.openxmlformats.org/officeDocument/2006/relationships/customXml" Target="../ink/ink125.xml"/><Relationship Id="rId45" Type="http://schemas.openxmlformats.org/officeDocument/2006/relationships/image" Target="../media/image149.png"/><Relationship Id="rId66" Type="http://schemas.openxmlformats.org/officeDocument/2006/relationships/customXml" Target="../ink/ink138.xml"/><Relationship Id="rId61" Type="http://schemas.openxmlformats.org/officeDocument/2006/relationships/image" Target="../media/image157.png"/><Relationship Id="rId82" Type="http://schemas.openxmlformats.org/officeDocument/2006/relationships/customXml" Target="../ink/ink146.xml"/></Relationships>
</file>

<file path=ppt/slides/_rels/slide29.xml.rels><?xml version="1.0" encoding="UTF-8" standalone="yes"?>
<Relationships xmlns="http://schemas.openxmlformats.org/package/2006/relationships"><Relationship Id="rId26" Type="http://schemas.openxmlformats.org/officeDocument/2006/relationships/customXml" Target="../ink/ink159.xml"/><Relationship Id="rId21" Type="http://schemas.openxmlformats.org/officeDocument/2006/relationships/image" Target="../media/image179.png"/><Relationship Id="rId42" Type="http://schemas.openxmlformats.org/officeDocument/2006/relationships/customXml" Target="../ink/ink167.xml"/><Relationship Id="rId47" Type="http://schemas.openxmlformats.org/officeDocument/2006/relationships/image" Target="../media/image192.png"/><Relationship Id="rId63" Type="http://schemas.openxmlformats.org/officeDocument/2006/relationships/image" Target="../media/image200.png"/><Relationship Id="rId68" Type="http://schemas.openxmlformats.org/officeDocument/2006/relationships/customXml" Target="../ink/ink180.xml"/><Relationship Id="rId84" Type="http://schemas.openxmlformats.org/officeDocument/2006/relationships/customXml" Target="../ink/ink188.xml"/><Relationship Id="rId16" Type="http://schemas.openxmlformats.org/officeDocument/2006/relationships/customXml" Target="../ink/ink154.xml"/><Relationship Id="rId11" Type="http://schemas.openxmlformats.org/officeDocument/2006/relationships/image" Target="../media/image174.png"/><Relationship Id="rId32" Type="http://schemas.openxmlformats.org/officeDocument/2006/relationships/customXml" Target="../ink/ink162.xml"/><Relationship Id="rId37" Type="http://schemas.openxmlformats.org/officeDocument/2006/relationships/image" Target="../media/image187.png"/><Relationship Id="rId53" Type="http://schemas.openxmlformats.org/officeDocument/2006/relationships/image" Target="../media/image195.png"/><Relationship Id="rId58" Type="http://schemas.openxmlformats.org/officeDocument/2006/relationships/customXml" Target="../ink/ink175.xml"/><Relationship Id="rId74" Type="http://schemas.openxmlformats.org/officeDocument/2006/relationships/customXml" Target="../ink/ink183.xml"/><Relationship Id="rId79" Type="http://schemas.openxmlformats.org/officeDocument/2006/relationships/image" Target="../media/image208.png"/><Relationship Id="rId5" Type="http://schemas.openxmlformats.org/officeDocument/2006/relationships/image" Target="../media/image171.png"/><Relationship Id="rId19" Type="http://schemas.openxmlformats.org/officeDocument/2006/relationships/image" Target="../media/image178.png"/><Relationship Id="rId14" Type="http://schemas.openxmlformats.org/officeDocument/2006/relationships/customXml" Target="../ink/ink153.xml"/><Relationship Id="rId22" Type="http://schemas.openxmlformats.org/officeDocument/2006/relationships/customXml" Target="../ink/ink157.xml"/><Relationship Id="rId27" Type="http://schemas.openxmlformats.org/officeDocument/2006/relationships/image" Target="../media/image182.png"/><Relationship Id="rId30" Type="http://schemas.openxmlformats.org/officeDocument/2006/relationships/customXml" Target="../ink/ink161.xml"/><Relationship Id="rId35" Type="http://schemas.openxmlformats.org/officeDocument/2006/relationships/image" Target="../media/image186.png"/><Relationship Id="rId43" Type="http://schemas.openxmlformats.org/officeDocument/2006/relationships/image" Target="../media/image190.png"/><Relationship Id="rId48" Type="http://schemas.openxmlformats.org/officeDocument/2006/relationships/customXml" Target="../ink/ink170.xml"/><Relationship Id="rId56" Type="http://schemas.openxmlformats.org/officeDocument/2006/relationships/customXml" Target="../ink/ink174.xml"/><Relationship Id="rId64" Type="http://schemas.openxmlformats.org/officeDocument/2006/relationships/customXml" Target="../ink/ink178.xml"/><Relationship Id="rId69" Type="http://schemas.openxmlformats.org/officeDocument/2006/relationships/image" Target="../media/image203.png"/><Relationship Id="rId77" Type="http://schemas.openxmlformats.org/officeDocument/2006/relationships/image" Target="../media/image207.png"/><Relationship Id="rId8" Type="http://schemas.openxmlformats.org/officeDocument/2006/relationships/customXml" Target="../ink/ink150.xml"/><Relationship Id="rId51" Type="http://schemas.openxmlformats.org/officeDocument/2006/relationships/image" Target="../media/image194.png"/><Relationship Id="rId72" Type="http://schemas.openxmlformats.org/officeDocument/2006/relationships/customXml" Target="../ink/ink182.xml"/><Relationship Id="rId80" Type="http://schemas.openxmlformats.org/officeDocument/2006/relationships/customXml" Target="../ink/ink186.xml"/><Relationship Id="rId85" Type="http://schemas.openxmlformats.org/officeDocument/2006/relationships/image" Target="../media/image211.png"/><Relationship Id="rId3" Type="http://schemas.openxmlformats.org/officeDocument/2006/relationships/image" Target="../media/image170.png"/><Relationship Id="rId12" Type="http://schemas.openxmlformats.org/officeDocument/2006/relationships/customXml" Target="../ink/ink152.xml"/><Relationship Id="rId17" Type="http://schemas.openxmlformats.org/officeDocument/2006/relationships/image" Target="../media/image177.png"/><Relationship Id="rId25" Type="http://schemas.openxmlformats.org/officeDocument/2006/relationships/image" Target="../media/image181.png"/><Relationship Id="rId33" Type="http://schemas.openxmlformats.org/officeDocument/2006/relationships/image" Target="../media/image185.png"/><Relationship Id="rId38" Type="http://schemas.openxmlformats.org/officeDocument/2006/relationships/customXml" Target="../ink/ink165.xml"/><Relationship Id="rId46" Type="http://schemas.openxmlformats.org/officeDocument/2006/relationships/customXml" Target="../ink/ink169.xml"/><Relationship Id="rId59" Type="http://schemas.openxmlformats.org/officeDocument/2006/relationships/image" Target="../media/image198.png"/><Relationship Id="rId67" Type="http://schemas.openxmlformats.org/officeDocument/2006/relationships/image" Target="../media/image202.png"/><Relationship Id="rId20" Type="http://schemas.openxmlformats.org/officeDocument/2006/relationships/customXml" Target="../ink/ink156.xml"/><Relationship Id="rId41" Type="http://schemas.openxmlformats.org/officeDocument/2006/relationships/image" Target="../media/image189.png"/><Relationship Id="rId54" Type="http://schemas.openxmlformats.org/officeDocument/2006/relationships/customXml" Target="../ink/ink173.xml"/><Relationship Id="rId62" Type="http://schemas.openxmlformats.org/officeDocument/2006/relationships/customXml" Target="../ink/ink177.xml"/><Relationship Id="rId70" Type="http://schemas.openxmlformats.org/officeDocument/2006/relationships/customXml" Target="../ink/ink181.xml"/><Relationship Id="rId75" Type="http://schemas.openxmlformats.org/officeDocument/2006/relationships/image" Target="../media/image206.png"/><Relationship Id="rId83" Type="http://schemas.openxmlformats.org/officeDocument/2006/relationships/image" Target="../media/image210.png"/><Relationship Id="rId1" Type="http://schemas.openxmlformats.org/officeDocument/2006/relationships/slideLayout" Target="../slideLayouts/slideLayout3.xml"/><Relationship Id="rId6" Type="http://schemas.openxmlformats.org/officeDocument/2006/relationships/customXml" Target="../ink/ink149.xml"/><Relationship Id="rId15" Type="http://schemas.openxmlformats.org/officeDocument/2006/relationships/image" Target="../media/image176.png"/><Relationship Id="rId23" Type="http://schemas.openxmlformats.org/officeDocument/2006/relationships/image" Target="../media/image180.png"/><Relationship Id="rId28" Type="http://schemas.openxmlformats.org/officeDocument/2006/relationships/customXml" Target="../ink/ink160.xml"/><Relationship Id="rId36" Type="http://schemas.openxmlformats.org/officeDocument/2006/relationships/customXml" Target="../ink/ink164.xml"/><Relationship Id="rId49" Type="http://schemas.openxmlformats.org/officeDocument/2006/relationships/image" Target="../media/image193.png"/><Relationship Id="rId57" Type="http://schemas.openxmlformats.org/officeDocument/2006/relationships/image" Target="../media/image197.png"/><Relationship Id="rId10" Type="http://schemas.openxmlformats.org/officeDocument/2006/relationships/customXml" Target="../ink/ink151.xml"/><Relationship Id="rId31" Type="http://schemas.openxmlformats.org/officeDocument/2006/relationships/image" Target="../media/image184.png"/><Relationship Id="rId44" Type="http://schemas.openxmlformats.org/officeDocument/2006/relationships/customXml" Target="../ink/ink168.xml"/><Relationship Id="rId52" Type="http://schemas.openxmlformats.org/officeDocument/2006/relationships/customXml" Target="../ink/ink172.xml"/><Relationship Id="rId60" Type="http://schemas.openxmlformats.org/officeDocument/2006/relationships/customXml" Target="../ink/ink176.xml"/><Relationship Id="rId65" Type="http://schemas.openxmlformats.org/officeDocument/2006/relationships/image" Target="../media/image201.png"/><Relationship Id="rId73" Type="http://schemas.openxmlformats.org/officeDocument/2006/relationships/image" Target="../media/image205.png"/><Relationship Id="rId78" Type="http://schemas.openxmlformats.org/officeDocument/2006/relationships/customXml" Target="../ink/ink185.xml"/><Relationship Id="rId81" Type="http://schemas.openxmlformats.org/officeDocument/2006/relationships/image" Target="../media/image209.png"/><Relationship Id="rId86" Type="http://schemas.openxmlformats.org/officeDocument/2006/relationships/customXml" Target="../ink/ink189.xml"/><Relationship Id="rId4" Type="http://schemas.openxmlformats.org/officeDocument/2006/relationships/customXml" Target="../ink/ink148.xml"/><Relationship Id="rId9" Type="http://schemas.openxmlformats.org/officeDocument/2006/relationships/image" Target="../media/image173.png"/><Relationship Id="rId13" Type="http://schemas.openxmlformats.org/officeDocument/2006/relationships/image" Target="../media/image175.png"/><Relationship Id="rId18" Type="http://schemas.openxmlformats.org/officeDocument/2006/relationships/customXml" Target="../ink/ink155.xml"/><Relationship Id="rId39" Type="http://schemas.openxmlformats.org/officeDocument/2006/relationships/image" Target="../media/image188.png"/><Relationship Id="rId34" Type="http://schemas.openxmlformats.org/officeDocument/2006/relationships/customXml" Target="../ink/ink163.xml"/><Relationship Id="rId50" Type="http://schemas.openxmlformats.org/officeDocument/2006/relationships/customXml" Target="../ink/ink171.xml"/><Relationship Id="rId55" Type="http://schemas.openxmlformats.org/officeDocument/2006/relationships/image" Target="../media/image196.png"/><Relationship Id="rId76" Type="http://schemas.openxmlformats.org/officeDocument/2006/relationships/customXml" Target="../ink/ink184.xml"/><Relationship Id="rId7" Type="http://schemas.openxmlformats.org/officeDocument/2006/relationships/image" Target="../media/image172.png"/><Relationship Id="rId71" Type="http://schemas.openxmlformats.org/officeDocument/2006/relationships/image" Target="../media/image204.png"/><Relationship Id="rId2" Type="http://schemas.openxmlformats.org/officeDocument/2006/relationships/notesSlide" Target="../notesSlides/notesSlide29.xml"/><Relationship Id="rId29" Type="http://schemas.openxmlformats.org/officeDocument/2006/relationships/image" Target="../media/image183.png"/><Relationship Id="rId24" Type="http://schemas.openxmlformats.org/officeDocument/2006/relationships/customXml" Target="../ink/ink158.xml"/><Relationship Id="rId40" Type="http://schemas.openxmlformats.org/officeDocument/2006/relationships/customXml" Target="../ink/ink166.xml"/><Relationship Id="rId45" Type="http://schemas.openxmlformats.org/officeDocument/2006/relationships/image" Target="../media/image191.png"/><Relationship Id="rId66" Type="http://schemas.openxmlformats.org/officeDocument/2006/relationships/customXml" Target="../ink/ink179.xml"/><Relationship Id="rId87" Type="http://schemas.openxmlformats.org/officeDocument/2006/relationships/image" Target="../media/image212.png"/><Relationship Id="rId61" Type="http://schemas.openxmlformats.org/officeDocument/2006/relationships/image" Target="../media/image199.png"/><Relationship Id="rId82" Type="http://schemas.openxmlformats.org/officeDocument/2006/relationships/customXml" Target="../ink/ink187.xml"/></Relationships>
</file>

<file path=ppt/slides/_rels/slide30.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215.png"/><Relationship Id="rId4" Type="http://schemas.openxmlformats.org/officeDocument/2006/relationships/image" Target="../media/image214.png"/></Relationships>
</file>

<file path=ppt/slides/_rels/slide31.xml.rels><?xml version="1.0" encoding="UTF-8" standalone="yes"?>
<Relationships xmlns="http://schemas.openxmlformats.org/package/2006/relationships"><Relationship Id="rId8" Type="http://schemas.openxmlformats.org/officeDocument/2006/relationships/customXml" Target="../ink/ink192.xml"/><Relationship Id="rId13" Type="http://schemas.openxmlformats.org/officeDocument/2006/relationships/image" Target="../media/image221.png"/><Relationship Id="rId3" Type="http://schemas.openxmlformats.org/officeDocument/2006/relationships/image" Target="../media/image216.png"/><Relationship Id="rId7" Type="http://schemas.openxmlformats.org/officeDocument/2006/relationships/image" Target="../media/image218.png"/><Relationship Id="rId12" Type="http://schemas.openxmlformats.org/officeDocument/2006/relationships/customXml" Target="../ink/ink194.xml"/><Relationship Id="rId17" Type="http://schemas.openxmlformats.org/officeDocument/2006/relationships/image" Target="../media/image223.png"/><Relationship Id="rId2" Type="http://schemas.openxmlformats.org/officeDocument/2006/relationships/notesSlide" Target="../notesSlides/notesSlide31.xml"/><Relationship Id="rId16" Type="http://schemas.openxmlformats.org/officeDocument/2006/relationships/customXml" Target="../ink/ink196.xml"/><Relationship Id="rId1" Type="http://schemas.openxmlformats.org/officeDocument/2006/relationships/slideLayout" Target="../slideLayouts/slideLayout3.xml"/><Relationship Id="rId6" Type="http://schemas.openxmlformats.org/officeDocument/2006/relationships/customXml" Target="../ink/ink191.xml"/><Relationship Id="rId11" Type="http://schemas.openxmlformats.org/officeDocument/2006/relationships/image" Target="../media/image220.png"/><Relationship Id="rId5" Type="http://schemas.openxmlformats.org/officeDocument/2006/relationships/image" Target="../media/image217.png"/><Relationship Id="rId15" Type="http://schemas.openxmlformats.org/officeDocument/2006/relationships/image" Target="../media/image222.png"/><Relationship Id="rId10" Type="http://schemas.openxmlformats.org/officeDocument/2006/relationships/customXml" Target="../ink/ink193.xml"/><Relationship Id="rId4" Type="http://schemas.openxmlformats.org/officeDocument/2006/relationships/customXml" Target="../ink/ink190.xml"/><Relationship Id="rId9" Type="http://schemas.openxmlformats.org/officeDocument/2006/relationships/image" Target="../media/image219.png"/><Relationship Id="rId14" Type="http://schemas.openxmlformats.org/officeDocument/2006/relationships/customXml" Target="../ink/ink195.xml"/></Relationships>
</file>

<file path=ppt/slides/_rels/slide32.xml.rels><?xml version="1.0" encoding="UTF-8" standalone="yes"?>
<Relationships xmlns="http://schemas.openxmlformats.org/package/2006/relationships"><Relationship Id="rId117" Type="http://schemas.openxmlformats.org/officeDocument/2006/relationships/customXml" Target="../ink/ink252.xml"/><Relationship Id="rId21" Type="http://schemas.openxmlformats.org/officeDocument/2006/relationships/customXml" Target="../ink/ink204.xml"/><Relationship Id="rId42" Type="http://schemas.openxmlformats.org/officeDocument/2006/relationships/image" Target="../media/image245.png"/><Relationship Id="rId63" Type="http://schemas.openxmlformats.org/officeDocument/2006/relationships/customXml" Target="../ink/ink225.xml"/><Relationship Id="rId84" Type="http://schemas.openxmlformats.org/officeDocument/2006/relationships/image" Target="../media/image266.png"/><Relationship Id="rId138" Type="http://schemas.openxmlformats.org/officeDocument/2006/relationships/image" Target="../media/image293.png"/><Relationship Id="rId159" Type="http://schemas.openxmlformats.org/officeDocument/2006/relationships/customXml" Target="../ink/ink273.xml"/><Relationship Id="rId170" Type="http://schemas.openxmlformats.org/officeDocument/2006/relationships/image" Target="../media/image308.png"/><Relationship Id="rId107" Type="http://schemas.openxmlformats.org/officeDocument/2006/relationships/customXml" Target="../ink/ink247.xml"/><Relationship Id="rId11" Type="http://schemas.openxmlformats.org/officeDocument/2006/relationships/customXml" Target="../ink/ink199.xml"/><Relationship Id="rId32" Type="http://schemas.openxmlformats.org/officeDocument/2006/relationships/image" Target="../media/image240.png"/><Relationship Id="rId53" Type="http://schemas.openxmlformats.org/officeDocument/2006/relationships/customXml" Target="../ink/ink220.xml"/><Relationship Id="rId74" Type="http://schemas.openxmlformats.org/officeDocument/2006/relationships/image" Target="../media/image261.png"/><Relationship Id="rId128" Type="http://schemas.openxmlformats.org/officeDocument/2006/relationships/image" Target="../media/image288.png"/><Relationship Id="rId149" Type="http://schemas.openxmlformats.org/officeDocument/2006/relationships/customXml" Target="../ink/ink268.xml"/><Relationship Id="rId5" Type="http://schemas.openxmlformats.org/officeDocument/2006/relationships/image" Target="../media/image226.png"/><Relationship Id="rId95" Type="http://schemas.openxmlformats.org/officeDocument/2006/relationships/customXml" Target="../ink/ink241.xml"/><Relationship Id="rId160" Type="http://schemas.openxmlformats.org/officeDocument/2006/relationships/image" Target="../media/image303.png"/><Relationship Id="rId181" Type="http://schemas.openxmlformats.org/officeDocument/2006/relationships/image" Target="../media/image313.png"/><Relationship Id="rId22" Type="http://schemas.openxmlformats.org/officeDocument/2006/relationships/image" Target="../media/image235.png"/><Relationship Id="rId43" Type="http://schemas.openxmlformats.org/officeDocument/2006/relationships/customXml" Target="../ink/ink215.xml"/><Relationship Id="rId64" Type="http://schemas.openxmlformats.org/officeDocument/2006/relationships/image" Target="../media/image256.png"/><Relationship Id="rId118" Type="http://schemas.openxmlformats.org/officeDocument/2006/relationships/image" Target="../media/image283.png"/><Relationship Id="rId139" Type="http://schemas.openxmlformats.org/officeDocument/2006/relationships/customXml" Target="../ink/ink263.xml"/><Relationship Id="rId85" Type="http://schemas.openxmlformats.org/officeDocument/2006/relationships/customXml" Target="../ink/ink236.xml"/><Relationship Id="rId150" Type="http://schemas.openxmlformats.org/officeDocument/2006/relationships/image" Target="../media/image298.png"/><Relationship Id="rId171" Type="http://schemas.openxmlformats.org/officeDocument/2006/relationships/customXml" Target="../ink/ink279.xml"/><Relationship Id="rId12" Type="http://schemas.openxmlformats.org/officeDocument/2006/relationships/image" Target="../media/image230.png"/><Relationship Id="rId33" Type="http://schemas.openxmlformats.org/officeDocument/2006/relationships/customXml" Target="../ink/ink210.xml"/><Relationship Id="rId108" Type="http://schemas.openxmlformats.org/officeDocument/2006/relationships/image" Target="../media/image278.png"/><Relationship Id="rId129" Type="http://schemas.openxmlformats.org/officeDocument/2006/relationships/customXml" Target="../ink/ink258.xml"/><Relationship Id="rId54" Type="http://schemas.openxmlformats.org/officeDocument/2006/relationships/image" Target="../media/image251.png"/><Relationship Id="rId75" Type="http://schemas.openxmlformats.org/officeDocument/2006/relationships/customXml" Target="../ink/ink231.xml"/><Relationship Id="rId96" Type="http://schemas.openxmlformats.org/officeDocument/2006/relationships/image" Target="../media/image272.png"/><Relationship Id="rId140" Type="http://schemas.openxmlformats.org/officeDocument/2006/relationships/image" Target="../media/image294.png"/><Relationship Id="rId161" Type="http://schemas.openxmlformats.org/officeDocument/2006/relationships/customXml" Target="../ink/ink274.xml"/><Relationship Id="rId182" Type="http://schemas.openxmlformats.org/officeDocument/2006/relationships/customXml" Target="../ink/ink285.xml"/><Relationship Id="rId6" Type="http://schemas.openxmlformats.org/officeDocument/2006/relationships/image" Target="../media/image227.png"/><Relationship Id="rId23" Type="http://schemas.openxmlformats.org/officeDocument/2006/relationships/customXml" Target="../ink/ink205.xml"/><Relationship Id="rId119" Type="http://schemas.openxmlformats.org/officeDocument/2006/relationships/customXml" Target="../ink/ink253.xml"/><Relationship Id="rId44" Type="http://schemas.openxmlformats.org/officeDocument/2006/relationships/image" Target="../media/image246.png"/><Relationship Id="rId65" Type="http://schemas.openxmlformats.org/officeDocument/2006/relationships/customXml" Target="../ink/ink226.xml"/><Relationship Id="rId86" Type="http://schemas.openxmlformats.org/officeDocument/2006/relationships/image" Target="../media/image267.png"/><Relationship Id="rId130" Type="http://schemas.openxmlformats.org/officeDocument/2006/relationships/image" Target="../media/image289.png"/><Relationship Id="rId151" Type="http://schemas.openxmlformats.org/officeDocument/2006/relationships/customXml" Target="../ink/ink269.xml"/><Relationship Id="rId172" Type="http://schemas.openxmlformats.org/officeDocument/2006/relationships/image" Target="../media/image309.png"/><Relationship Id="rId13" Type="http://schemas.openxmlformats.org/officeDocument/2006/relationships/customXml" Target="../ink/ink200.xml"/><Relationship Id="rId18" Type="http://schemas.openxmlformats.org/officeDocument/2006/relationships/image" Target="../media/image233.png"/><Relationship Id="rId39" Type="http://schemas.openxmlformats.org/officeDocument/2006/relationships/customXml" Target="../ink/ink213.xml"/><Relationship Id="rId109" Type="http://schemas.openxmlformats.org/officeDocument/2006/relationships/customXml" Target="../ink/ink248.xml"/><Relationship Id="rId34" Type="http://schemas.openxmlformats.org/officeDocument/2006/relationships/image" Target="../media/image241.png"/><Relationship Id="rId50" Type="http://schemas.openxmlformats.org/officeDocument/2006/relationships/image" Target="../media/image249.png"/><Relationship Id="rId55" Type="http://schemas.openxmlformats.org/officeDocument/2006/relationships/customXml" Target="../ink/ink221.xml"/><Relationship Id="rId76" Type="http://schemas.openxmlformats.org/officeDocument/2006/relationships/image" Target="../media/image262.png"/><Relationship Id="rId97" Type="http://schemas.openxmlformats.org/officeDocument/2006/relationships/customXml" Target="../ink/ink242.xml"/><Relationship Id="rId104" Type="http://schemas.openxmlformats.org/officeDocument/2006/relationships/image" Target="../media/image276.png"/><Relationship Id="rId120" Type="http://schemas.openxmlformats.org/officeDocument/2006/relationships/image" Target="../media/image284.png"/><Relationship Id="rId125" Type="http://schemas.openxmlformats.org/officeDocument/2006/relationships/customXml" Target="../ink/ink256.xml"/><Relationship Id="rId141" Type="http://schemas.openxmlformats.org/officeDocument/2006/relationships/customXml" Target="../ink/ink264.xml"/><Relationship Id="rId146" Type="http://schemas.openxmlformats.org/officeDocument/2006/relationships/image" Target="../media/image116.png"/><Relationship Id="rId167" Type="http://schemas.openxmlformats.org/officeDocument/2006/relationships/customXml" Target="../ink/ink277.xml"/><Relationship Id="rId7" Type="http://schemas.openxmlformats.org/officeDocument/2006/relationships/customXml" Target="../ink/ink197.xml"/><Relationship Id="rId71" Type="http://schemas.openxmlformats.org/officeDocument/2006/relationships/customXml" Target="../ink/ink229.xml"/><Relationship Id="rId92" Type="http://schemas.openxmlformats.org/officeDocument/2006/relationships/image" Target="../media/image270.png"/><Relationship Id="rId162" Type="http://schemas.openxmlformats.org/officeDocument/2006/relationships/image" Target="../media/image304.png"/><Relationship Id="rId183" Type="http://schemas.openxmlformats.org/officeDocument/2006/relationships/image" Target="../media/image314.png"/><Relationship Id="rId2" Type="http://schemas.openxmlformats.org/officeDocument/2006/relationships/notesSlide" Target="../notesSlides/notesSlide32.xml"/><Relationship Id="rId29" Type="http://schemas.openxmlformats.org/officeDocument/2006/relationships/customXml" Target="../ink/ink208.xml"/><Relationship Id="rId24" Type="http://schemas.openxmlformats.org/officeDocument/2006/relationships/image" Target="../media/image236.png"/><Relationship Id="rId40" Type="http://schemas.openxmlformats.org/officeDocument/2006/relationships/image" Target="../media/image244.png"/><Relationship Id="rId45" Type="http://schemas.openxmlformats.org/officeDocument/2006/relationships/customXml" Target="../ink/ink216.xml"/><Relationship Id="rId66" Type="http://schemas.openxmlformats.org/officeDocument/2006/relationships/image" Target="../media/image257.png"/><Relationship Id="rId87" Type="http://schemas.openxmlformats.org/officeDocument/2006/relationships/customXml" Target="../ink/ink237.xml"/><Relationship Id="rId110" Type="http://schemas.openxmlformats.org/officeDocument/2006/relationships/image" Target="../media/image279.png"/><Relationship Id="rId115" Type="http://schemas.openxmlformats.org/officeDocument/2006/relationships/customXml" Target="../ink/ink251.xml"/><Relationship Id="rId131" Type="http://schemas.openxmlformats.org/officeDocument/2006/relationships/customXml" Target="../ink/ink259.xml"/><Relationship Id="rId136" Type="http://schemas.openxmlformats.org/officeDocument/2006/relationships/image" Target="../media/image292.png"/><Relationship Id="rId157" Type="http://schemas.openxmlformats.org/officeDocument/2006/relationships/customXml" Target="../ink/ink272.xml"/><Relationship Id="rId178" Type="http://schemas.openxmlformats.org/officeDocument/2006/relationships/customXml" Target="../ink/ink283.xml"/><Relationship Id="rId61" Type="http://schemas.openxmlformats.org/officeDocument/2006/relationships/customXml" Target="../ink/ink224.xml"/><Relationship Id="rId82" Type="http://schemas.openxmlformats.org/officeDocument/2006/relationships/image" Target="../media/image265.png"/><Relationship Id="rId152" Type="http://schemas.openxmlformats.org/officeDocument/2006/relationships/image" Target="../media/image299.png"/><Relationship Id="rId173" Type="http://schemas.openxmlformats.org/officeDocument/2006/relationships/customXml" Target="../ink/ink280.xml"/><Relationship Id="rId19" Type="http://schemas.openxmlformats.org/officeDocument/2006/relationships/customXml" Target="../ink/ink203.xml"/><Relationship Id="rId14" Type="http://schemas.openxmlformats.org/officeDocument/2006/relationships/image" Target="../media/image231.png"/><Relationship Id="rId30" Type="http://schemas.openxmlformats.org/officeDocument/2006/relationships/image" Target="../media/image239.png"/><Relationship Id="rId35" Type="http://schemas.openxmlformats.org/officeDocument/2006/relationships/customXml" Target="../ink/ink211.xml"/><Relationship Id="rId56" Type="http://schemas.openxmlformats.org/officeDocument/2006/relationships/image" Target="../media/image252.png"/><Relationship Id="rId77" Type="http://schemas.openxmlformats.org/officeDocument/2006/relationships/customXml" Target="../ink/ink232.xml"/><Relationship Id="rId100" Type="http://schemas.openxmlformats.org/officeDocument/2006/relationships/image" Target="../media/image274.png"/><Relationship Id="rId105" Type="http://schemas.openxmlformats.org/officeDocument/2006/relationships/customXml" Target="../ink/ink246.xml"/><Relationship Id="rId126" Type="http://schemas.openxmlformats.org/officeDocument/2006/relationships/image" Target="../media/image287.png"/><Relationship Id="rId147" Type="http://schemas.openxmlformats.org/officeDocument/2006/relationships/customXml" Target="../ink/ink267.xml"/><Relationship Id="rId168" Type="http://schemas.openxmlformats.org/officeDocument/2006/relationships/image" Target="../media/image307.png"/><Relationship Id="rId8" Type="http://schemas.openxmlformats.org/officeDocument/2006/relationships/image" Target="../media/image228.png"/><Relationship Id="rId51" Type="http://schemas.openxmlformats.org/officeDocument/2006/relationships/customXml" Target="../ink/ink219.xml"/><Relationship Id="rId72" Type="http://schemas.openxmlformats.org/officeDocument/2006/relationships/image" Target="../media/image260.png"/><Relationship Id="rId93" Type="http://schemas.openxmlformats.org/officeDocument/2006/relationships/customXml" Target="../ink/ink240.xml"/><Relationship Id="rId98" Type="http://schemas.openxmlformats.org/officeDocument/2006/relationships/image" Target="../media/image273.png"/><Relationship Id="rId121" Type="http://schemas.openxmlformats.org/officeDocument/2006/relationships/customXml" Target="../ink/ink254.xml"/><Relationship Id="rId142" Type="http://schemas.openxmlformats.org/officeDocument/2006/relationships/image" Target="../media/image295.png"/><Relationship Id="rId163" Type="http://schemas.openxmlformats.org/officeDocument/2006/relationships/customXml" Target="../ink/ink275.xml"/><Relationship Id="rId184" Type="http://schemas.openxmlformats.org/officeDocument/2006/relationships/customXml" Target="../ink/ink286.xml"/><Relationship Id="rId3" Type="http://schemas.openxmlformats.org/officeDocument/2006/relationships/image" Target="../media/image224.png"/><Relationship Id="rId25" Type="http://schemas.openxmlformats.org/officeDocument/2006/relationships/customXml" Target="../ink/ink206.xml"/><Relationship Id="rId46" Type="http://schemas.openxmlformats.org/officeDocument/2006/relationships/image" Target="../media/image247.png"/><Relationship Id="rId67" Type="http://schemas.openxmlformats.org/officeDocument/2006/relationships/customXml" Target="../ink/ink227.xml"/><Relationship Id="rId116" Type="http://schemas.openxmlformats.org/officeDocument/2006/relationships/image" Target="../media/image282.png"/><Relationship Id="rId137" Type="http://schemas.openxmlformats.org/officeDocument/2006/relationships/customXml" Target="../ink/ink262.xml"/><Relationship Id="rId158" Type="http://schemas.openxmlformats.org/officeDocument/2006/relationships/image" Target="../media/image302.png"/><Relationship Id="rId20" Type="http://schemas.openxmlformats.org/officeDocument/2006/relationships/image" Target="../media/image234.png"/><Relationship Id="rId41" Type="http://schemas.openxmlformats.org/officeDocument/2006/relationships/customXml" Target="../ink/ink214.xml"/><Relationship Id="rId62" Type="http://schemas.openxmlformats.org/officeDocument/2006/relationships/image" Target="../media/image255.png"/><Relationship Id="rId83" Type="http://schemas.openxmlformats.org/officeDocument/2006/relationships/customXml" Target="../ink/ink235.xml"/><Relationship Id="rId88" Type="http://schemas.openxmlformats.org/officeDocument/2006/relationships/image" Target="../media/image268.png"/><Relationship Id="rId111" Type="http://schemas.openxmlformats.org/officeDocument/2006/relationships/customXml" Target="../ink/ink249.xml"/><Relationship Id="rId132" Type="http://schemas.openxmlformats.org/officeDocument/2006/relationships/image" Target="../media/image290.png"/><Relationship Id="rId153" Type="http://schemas.openxmlformats.org/officeDocument/2006/relationships/customXml" Target="../ink/ink270.xml"/><Relationship Id="rId174" Type="http://schemas.openxmlformats.org/officeDocument/2006/relationships/image" Target="../media/image310.png"/><Relationship Id="rId179" Type="http://schemas.openxmlformats.org/officeDocument/2006/relationships/image" Target="../media/image312.png"/><Relationship Id="rId15" Type="http://schemas.openxmlformats.org/officeDocument/2006/relationships/customXml" Target="../ink/ink201.xml"/><Relationship Id="rId36" Type="http://schemas.openxmlformats.org/officeDocument/2006/relationships/image" Target="../media/image242.png"/><Relationship Id="rId57" Type="http://schemas.openxmlformats.org/officeDocument/2006/relationships/customXml" Target="../ink/ink222.xml"/><Relationship Id="rId106" Type="http://schemas.openxmlformats.org/officeDocument/2006/relationships/image" Target="../media/image277.png"/><Relationship Id="rId127" Type="http://schemas.openxmlformats.org/officeDocument/2006/relationships/customXml" Target="../ink/ink257.xml"/><Relationship Id="rId10" Type="http://schemas.openxmlformats.org/officeDocument/2006/relationships/image" Target="../media/image229.png"/><Relationship Id="rId31" Type="http://schemas.openxmlformats.org/officeDocument/2006/relationships/customXml" Target="../ink/ink209.xml"/><Relationship Id="rId52" Type="http://schemas.openxmlformats.org/officeDocument/2006/relationships/image" Target="../media/image250.png"/><Relationship Id="rId73" Type="http://schemas.openxmlformats.org/officeDocument/2006/relationships/customXml" Target="../ink/ink230.xml"/><Relationship Id="rId78" Type="http://schemas.openxmlformats.org/officeDocument/2006/relationships/image" Target="../media/image263.png"/><Relationship Id="rId94" Type="http://schemas.openxmlformats.org/officeDocument/2006/relationships/image" Target="../media/image271.png"/><Relationship Id="rId99" Type="http://schemas.openxmlformats.org/officeDocument/2006/relationships/customXml" Target="../ink/ink243.xml"/><Relationship Id="rId101" Type="http://schemas.openxmlformats.org/officeDocument/2006/relationships/customXml" Target="../ink/ink244.xml"/><Relationship Id="rId122" Type="http://schemas.openxmlformats.org/officeDocument/2006/relationships/image" Target="../media/image285.png"/><Relationship Id="rId143" Type="http://schemas.openxmlformats.org/officeDocument/2006/relationships/customXml" Target="../ink/ink265.xml"/><Relationship Id="rId148" Type="http://schemas.openxmlformats.org/officeDocument/2006/relationships/image" Target="../media/image297.png"/><Relationship Id="rId164" Type="http://schemas.openxmlformats.org/officeDocument/2006/relationships/image" Target="../media/image305.png"/><Relationship Id="rId169" Type="http://schemas.openxmlformats.org/officeDocument/2006/relationships/customXml" Target="../ink/ink278.xml"/><Relationship Id="rId185" Type="http://schemas.openxmlformats.org/officeDocument/2006/relationships/image" Target="../media/image315.png"/><Relationship Id="rId4" Type="http://schemas.openxmlformats.org/officeDocument/2006/relationships/image" Target="../media/image225.png"/><Relationship Id="rId9" Type="http://schemas.openxmlformats.org/officeDocument/2006/relationships/customXml" Target="../ink/ink198.xml"/><Relationship Id="rId180" Type="http://schemas.openxmlformats.org/officeDocument/2006/relationships/customXml" Target="../ink/ink284.xml"/><Relationship Id="rId26" Type="http://schemas.openxmlformats.org/officeDocument/2006/relationships/image" Target="../media/image237.png"/><Relationship Id="rId47" Type="http://schemas.openxmlformats.org/officeDocument/2006/relationships/customXml" Target="../ink/ink217.xml"/><Relationship Id="rId68" Type="http://schemas.openxmlformats.org/officeDocument/2006/relationships/image" Target="../media/image258.png"/><Relationship Id="rId89" Type="http://schemas.openxmlformats.org/officeDocument/2006/relationships/customXml" Target="../ink/ink238.xml"/><Relationship Id="rId112" Type="http://schemas.openxmlformats.org/officeDocument/2006/relationships/image" Target="../media/image280.png"/><Relationship Id="rId133" Type="http://schemas.openxmlformats.org/officeDocument/2006/relationships/customXml" Target="../ink/ink260.xml"/><Relationship Id="rId154" Type="http://schemas.openxmlformats.org/officeDocument/2006/relationships/image" Target="../media/image300.png"/><Relationship Id="rId175" Type="http://schemas.openxmlformats.org/officeDocument/2006/relationships/customXml" Target="../ink/ink281.xml"/><Relationship Id="rId16" Type="http://schemas.openxmlformats.org/officeDocument/2006/relationships/image" Target="../media/image232.png"/><Relationship Id="rId37" Type="http://schemas.openxmlformats.org/officeDocument/2006/relationships/customXml" Target="../ink/ink212.xml"/><Relationship Id="rId58" Type="http://schemas.openxmlformats.org/officeDocument/2006/relationships/image" Target="../media/image253.png"/><Relationship Id="rId79" Type="http://schemas.openxmlformats.org/officeDocument/2006/relationships/customXml" Target="../ink/ink233.xml"/><Relationship Id="rId102" Type="http://schemas.openxmlformats.org/officeDocument/2006/relationships/image" Target="../media/image275.png"/><Relationship Id="rId123" Type="http://schemas.openxmlformats.org/officeDocument/2006/relationships/customXml" Target="../ink/ink255.xml"/><Relationship Id="rId144" Type="http://schemas.openxmlformats.org/officeDocument/2006/relationships/image" Target="../media/image296.png"/><Relationship Id="rId90" Type="http://schemas.openxmlformats.org/officeDocument/2006/relationships/image" Target="../media/image269.png"/><Relationship Id="rId165" Type="http://schemas.openxmlformats.org/officeDocument/2006/relationships/customXml" Target="../ink/ink276.xml"/><Relationship Id="rId186" Type="http://schemas.openxmlformats.org/officeDocument/2006/relationships/customXml" Target="../ink/ink287.xml"/><Relationship Id="rId27" Type="http://schemas.openxmlformats.org/officeDocument/2006/relationships/customXml" Target="../ink/ink207.xml"/><Relationship Id="rId48" Type="http://schemas.openxmlformats.org/officeDocument/2006/relationships/image" Target="../media/image248.png"/><Relationship Id="rId69" Type="http://schemas.openxmlformats.org/officeDocument/2006/relationships/customXml" Target="../ink/ink228.xml"/><Relationship Id="rId113" Type="http://schemas.openxmlformats.org/officeDocument/2006/relationships/customXml" Target="../ink/ink250.xml"/><Relationship Id="rId134" Type="http://schemas.openxmlformats.org/officeDocument/2006/relationships/image" Target="../media/image291.png"/><Relationship Id="rId80" Type="http://schemas.openxmlformats.org/officeDocument/2006/relationships/image" Target="../media/image264.png"/><Relationship Id="rId155" Type="http://schemas.openxmlformats.org/officeDocument/2006/relationships/customXml" Target="../ink/ink271.xml"/><Relationship Id="rId176" Type="http://schemas.openxmlformats.org/officeDocument/2006/relationships/customXml" Target="../ink/ink282.xml"/><Relationship Id="rId17" Type="http://schemas.openxmlformats.org/officeDocument/2006/relationships/customXml" Target="../ink/ink202.xml"/><Relationship Id="rId38" Type="http://schemas.openxmlformats.org/officeDocument/2006/relationships/image" Target="../media/image243.png"/><Relationship Id="rId59" Type="http://schemas.openxmlformats.org/officeDocument/2006/relationships/customXml" Target="../ink/ink223.xml"/><Relationship Id="rId103" Type="http://schemas.openxmlformats.org/officeDocument/2006/relationships/customXml" Target="../ink/ink245.xml"/><Relationship Id="rId124" Type="http://schemas.openxmlformats.org/officeDocument/2006/relationships/image" Target="../media/image286.png"/><Relationship Id="rId70" Type="http://schemas.openxmlformats.org/officeDocument/2006/relationships/image" Target="../media/image259.png"/><Relationship Id="rId91" Type="http://schemas.openxmlformats.org/officeDocument/2006/relationships/customXml" Target="../ink/ink239.xml"/><Relationship Id="rId145" Type="http://schemas.openxmlformats.org/officeDocument/2006/relationships/customXml" Target="../ink/ink266.xml"/><Relationship Id="rId166" Type="http://schemas.openxmlformats.org/officeDocument/2006/relationships/image" Target="../media/image306.png"/><Relationship Id="rId187" Type="http://schemas.openxmlformats.org/officeDocument/2006/relationships/image" Target="../media/image316.png"/><Relationship Id="rId1" Type="http://schemas.openxmlformats.org/officeDocument/2006/relationships/slideLayout" Target="../slideLayouts/slideLayout3.xml"/><Relationship Id="rId28" Type="http://schemas.openxmlformats.org/officeDocument/2006/relationships/image" Target="../media/image238.png"/><Relationship Id="rId49" Type="http://schemas.openxmlformats.org/officeDocument/2006/relationships/customXml" Target="../ink/ink218.xml"/><Relationship Id="rId114" Type="http://schemas.openxmlformats.org/officeDocument/2006/relationships/image" Target="../media/image281.png"/><Relationship Id="rId60" Type="http://schemas.openxmlformats.org/officeDocument/2006/relationships/image" Target="../media/image254.png"/><Relationship Id="rId81" Type="http://schemas.openxmlformats.org/officeDocument/2006/relationships/customXml" Target="../ink/ink234.xml"/><Relationship Id="rId135" Type="http://schemas.openxmlformats.org/officeDocument/2006/relationships/customXml" Target="../ink/ink261.xml"/><Relationship Id="rId156" Type="http://schemas.openxmlformats.org/officeDocument/2006/relationships/image" Target="../media/image301.png"/><Relationship Id="rId177" Type="http://schemas.openxmlformats.org/officeDocument/2006/relationships/image" Target="../media/image311.png"/></Relationships>
</file>

<file path=ppt/slides/_rels/slide33.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319.png"/><Relationship Id="rId4" Type="http://schemas.openxmlformats.org/officeDocument/2006/relationships/image" Target="../media/image318.png"/></Relationships>
</file>

<file path=ppt/slides/_rels/slide34.xml.rels><?xml version="1.0" encoding="UTF-8" standalone="yes"?>
<Relationships xmlns="http://schemas.openxmlformats.org/package/2006/relationships"><Relationship Id="rId13" Type="http://schemas.openxmlformats.org/officeDocument/2006/relationships/image" Target="../media/image325.png"/><Relationship Id="rId18" Type="http://schemas.openxmlformats.org/officeDocument/2006/relationships/customXml" Target="../ink/ink295.xml"/><Relationship Id="rId26" Type="http://schemas.openxmlformats.org/officeDocument/2006/relationships/customXml" Target="../ink/ink299.xml"/><Relationship Id="rId39" Type="http://schemas.openxmlformats.org/officeDocument/2006/relationships/image" Target="../media/image338.png"/><Relationship Id="rId21" Type="http://schemas.openxmlformats.org/officeDocument/2006/relationships/image" Target="../media/image329.png"/><Relationship Id="rId34" Type="http://schemas.openxmlformats.org/officeDocument/2006/relationships/customXml" Target="../ink/ink303.xml"/><Relationship Id="rId7" Type="http://schemas.openxmlformats.org/officeDocument/2006/relationships/image" Target="../media/image322.png"/><Relationship Id="rId2" Type="http://schemas.openxmlformats.org/officeDocument/2006/relationships/notesSlide" Target="../notesSlides/notesSlide34.xml"/><Relationship Id="rId16" Type="http://schemas.openxmlformats.org/officeDocument/2006/relationships/customXml" Target="../ink/ink294.xml"/><Relationship Id="rId20" Type="http://schemas.openxmlformats.org/officeDocument/2006/relationships/customXml" Target="../ink/ink296.xml"/><Relationship Id="rId29" Type="http://schemas.openxmlformats.org/officeDocument/2006/relationships/image" Target="../media/image333.png"/><Relationship Id="rId41" Type="http://schemas.openxmlformats.org/officeDocument/2006/relationships/image" Target="../media/image339.png"/><Relationship Id="rId1" Type="http://schemas.openxmlformats.org/officeDocument/2006/relationships/slideLayout" Target="../slideLayouts/slideLayout4.xml"/><Relationship Id="rId6" Type="http://schemas.openxmlformats.org/officeDocument/2006/relationships/customXml" Target="../ink/ink289.xml"/><Relationship Id="rId11" Type="http://schemas.openxmlformats.org/officeDocument/2006/relationships/image" Target="../media/image324.png"/><Relationship Id="rId24" Type="http://schemas.openxmlformats.org/officeDocument/2006/relationships/customXml" Target="../ink/ink298.xml"/><Relationship Id="rId32" Type="http://schemas.openxmlformats.org/officeDocument/2006/relationships/customXml" Target="../ink/ink302.xml"/><Relationship Id="rId37" Type="http://schemas.openxmlformats.org/officeDocument/2006/relationships/image" Target="../media/image337.png"/><Relationship Id="rId40" Type="http://schemas.openxmlformats.org/officeDocument/2006/relationships/customXml" Target="../ink/ink306.xml"/><Relationship Id="rId5" Type="http://schemas.openxmlformats.org/officeDocument/2006/relationships/image" Target="../media/image321.png"/><Relationship Id="rId15" Type="http://schemas.openxmlformats.org/officeDocument/2006/relationships/image" Target="../media/image326.png"/><Relationship Id="rId23" Type="http://schemas.openxmlformats.org/officeDocument/2006/relationships/image" Target="../media/image330.png"/><Relationship Id="rId28" Type="http://schemas.openxmlformats.org/officeDocument/2006/relationships/customXml" Target="../ink/ink300.xml"/><Relationship Id="rId36" Type="http://schemas.openxmlformats.org/officeDocument/2006/relationships/customXml" Target="../ink/ink304.xml"/><Relationship Id="rId10" Type="http://schemas.openxmlformats.org/officeDocument/2006/relationships/customXml" Target="../ink/ink291.xml"/><Relationship Id="rId19" Type="http://schemas.openxmlformats.org/officeDocument/2006/relationships/image" Target="../media/image328.png"/><Relationship Id="rId31" Type="http://schemas.openxmlformats.org/officeDocument/2006/relationships/image" Target="../media/image334.png"/><Relationship Id="rId4" Type="http://schemas.openxmlformats.org/officeDocument/2006/relationships/customXml" Target="../ink/ink288.xml"/><Relationship Id="rId9" Type="http://schemas.openxmlformats.org/officeDocument/2006/relationships/image" Target="../media/image323.png"/><Relationship Id="rId14" Type="http://schemas.openxmlformats.org/officeDocument/2006/relationships/customXml" Target="../ink/ink293.xml"/><Relationship Id="rId22" Type="http://schemas.openxmlformats.org/officeDocument/2006/relationships/customXml" Target="../ink/ink297.xml"/><Relationship Id="rId27" Type="http://schemas.openxmlformats.org/officeDocument/2006/relationships/image" Target="../media/image332.png"/><Relationship Id="rId30" Type="http://schemas.openxmlformats.org/officeDocument/2006/relationships/customXml" Target="../ink/ink301.xml"/><Relationship Id="rId35" Type="http://schemas.openxmlformats.org/officeDocument/2006/relationships/image" Target="../media/image336.png"/><Relationship Id="rId8" Type="http://schemas.openxmlformats.org/officeDocument/2006/relationships/customXml" Target="../ink/ink290.xml"/><Relationship Id="rId3" Type="http://schemas.openxmlformats.org/officeDocument/2006/relationships/image" Target="../media/image320.png"/><Relationship Id="rId12" Type="http://schemas.openxmlformats.org/officeDocument/2006/relationships/customXml" Target="../ink/ink292.xml"/><Relationship Id="rId17" Type="http://schemas.openxmlformats.org/officeDocument/2006/relationships/image" Target="../media/image327.png"/><Relationship Id="rId25" Type="http://schemas.openxmlformats.org/officeDocument/2006/relationships/image" Target="../media/image331.png"/><Relationship Id="rId33" Type="http://schemas.openxmlformats.org/officeDocument/2006/relationships/image" Target="../media/image335.png"/><Relationship Id="rId38" Type="http://schemas.openxmlformats.org/officeDocument/2006/relationships/customXml" Target="../ink/ink305.xml"/></Relationships>
</file>

<file path=ppt/slides/_rels/slide35.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342.png"/><Relationship Id="rId4" Type="http://schemas.openxmlformats.org/officeDocument/2006/relationships/image" Target="../media/image341.png"/></Relationships>
</file>

<file path=ppt/slides/_rels/slide36.xml.rels><?xml version="1.0" encoding="UTF-8" standalone="yes"?>
<Relationships xmlns="http://schemas.openxmlformats.org/package/2006/relationships"><Relationship Id="rId13" Type="http://schemas.openxmlformats.org/officeDocument/2006/relationships/image" Target="../media/image349.png"/><Relationship Id="rId18" Type="http://schemas.openxmlformats.org/officeDocument/2006/relationships/customXml" Target="../ink/ink313.xml"/><Relationship Id="rId26" Type="http://schemas.openxmlformats.org/officeDocument/2006/relationships/customXml" Target="../ink/ink317.xml"/><Relationship Id="rId39" Type="http://schemas.openxmlformats.org/officeDocument/2006/relationships/image" Target="../media/image362.png"/><Relationship Id="rId21" Type="http://schemas.openxmlformats.org/officeDocument/2006/relationships/image" Target="../media/image353.png"/><Relationship Id="rId34" Type="http://schemas.openxmlformats.org/officeDocument/2006/relationships/customXml" Target="../ink/ink321.xml"/><Relationship Id="rId42" Type="http://schemas.openxmlformats.org/officeDocument/2006/relationships/customXml" Target="../ink/ink325.xml"/><Relationship Id="rId7" Type="http://schemas.openxmlformats.org/officeDocument/2006/relationships/image" Target="../media/image346.png"/><Relationship Id="rId2" Type="http://schemas.openxmlformats.org/officeDocument/2006/relationships/notesSlide" Target="../notesSlides/notesSlide36.xml"/><Relationship Id="rId16" Type="http://schemas.openxmlformats.org/officeDocument/2006/relationships/customXml" Target="../ink/ink312.xml"/><Relationship Id="rId29" Type="http://schemas.openxmlformats.org/officeDocument/2006/relationships/image" Target="../media/image357.png"/><Relationship Id="rId1" Type="http://schemas.openxmlformats.org/officeDocument/2006/relationships/slideLayout" Target="../slideLayouts/slideLayout3.xml"/><Relationship Id="rId6" Type="http://schemas.openxmlformats.org/officeDocument/2006/relationships/customXml" Target="../ink/ink307.xml"/><Relationship Id="rId11" Type="http://schemas.openxmlformats.org/officeDocument/2006/relationships/image" Target="../media/image348.png"/><Relationship Id="rId24" Type="http://schemas.openxmlformats.org/officeDocument/2006/relationships/customXml" Target="../ink/ink316.xml"/><Relationship Id="rId32" Type="http://schemas.openxmlformats.org/officeDocument/2006/relationships/customXml" Target="../ink/ink320.xml"/><Relationship Id="rId37" Type="http://schemas.openxmlformats.org/officeDocument/2006/relationships/image" Target="../media/image361.png"/><Relationship Id="rId40" Type="http://schemas.openxmlformats.org/officeDocument/2006/relationships/customXml" Target="../ink/ink324.xml"/><Relationship Id="rId45" Type="http://schemas.openxmlformats.org/officeDocument/2006/relationships/image" Target="../media/image365.png"/><Relationship Id="rId5" Type="http://schemas.openxmlformats.org/officeDocument/2006/relationships/image" Target="../media/image345.png"/><Relationship Id="rId15" Type="http://schemas.openxmlformats.org/officeDocument/2006/relationships/image" Target="../media/image350.png"/><Relationship Id="rId23" Type="http://schemas.openxmlformats.org/officeDocument/2006/relationships/image" Target="../media/image354.png"/><Relationship Id="rId28" Type="http://schemas.openxmlformats.org/officeDocument/2006/relationships/customXml" Target="../ink/ink318.xml"/><Relationship Id="rId36" Type="http://schemas.openxmlformats.org/officeDocument/2006/relationships/customXml" Target="../ink/ink322.xml"/><Relationship Id="rId10" Type="http://schemas.openxmlformats.org/officeDocument/2006/relationships/customXml" Target="../ink/ink309.xml"/><Relationship Id="rId19" Type="http://schemas.openxmlformats.org/officeDocument/2006/relationships/image" Target="../media/image352.png"/><Relationship Id="rId31" Type="http://schemas.openxmlformats.org/officeDocument/2006/relationships/image" Target="../media/image358.png"/><Relationship Id="rId44" Type="http://schemas.openxmlformats.org/officeDocument/2006/relationships/customXml" Target="../ink/ink326.xml"/><Relationship Id="rId4" Type="http://schemas.openxmlformats.org/officeDocument/2006/relationships/image" Target="../media/image344.png"/><Relationship Id="rId9" Type="http://schemas.openxmlformats.org/officeDocument/2006/relationships/image" Target="../media/image347.png"/><Relationship Id="rId14" Type="http://schemas.openxmlformats.org/officeDocument/2006/relationships/customXml" Target="../ink/ink311.xml"/><Relationship Id="rId22" Type="http://schemas.openxmlformats.org/officeDocument/2006/relationships/customXml" Target="../ink/ink315.xml"/><Relationship Id="rId27" Type="http://schemas.openxmlformats.org/officeDocument/2006/relationships/image" Target="../media/image356.png"/><Relationship Id="rId30" Type="http://schemas.openxmlformats.org/officeDocument/2006/relationships/customXml" Target="../ink/ink319.xml"/><Relationship Id="rId35" Type="http://schemas.openxmlformats.org/officeDocument/2006/relationships/image" Target="../media/image360.png"/><Relationship Id="rId43" Type="http://schemas.openxmlformats.org/officeDocument/2006/relationships/image" Target="../media/image364.png"/><Relationship Id="rId8" Type="http://schemas.openxmlformats.org/officeDocument/2006/relationships/customXml" Target="../ink/ink308.xml"/><Relationship Id="rId3" Type="http://schemas.openxmlformats.org/officeDocument/2006/relationships/image" Target="../media/image343.png"/><Relationship Id="rId12" Type="http://schemas.openxmlformats.org/officeDocument/2006/relationships/customXml" Target="../ink/ink310.xml"/><Relationship Id="rId17" Type="http://schemas.openxmlformats.org/officeDocument/2006/relationships/image" Target="../media/image351.png"/><Relationship Id="rId25" Type="http://schemas.openxmlformats.org/officeDocument/2006/relationships/image" Target="../media/image355.png"/><Relationship Id="rId33" Type="http://schemas.openxmlformats.org/officeDocument/2006/relationships/image" Target="../media/image359.png"/><Relationship Id="rId38" Type="http://schemas.openxmlformats.org/officeDocument/2006/relationships/customXml" Target="../ink/ink323.xml"/><Relationship Id="rId20" Type="http://schemas.openxmlformats.org/officeDocument/2006/relationships/customXml" Target="../ink/ink314.xml"/><Relationship Id="rId41" Type="http://schemas.openxmlformats.org/officeDocument/2006/relationships/image" Target="../media/image36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6" Type="http://schemas.openxmlformats.org/officeDocument/2006/relationships/image" Target="../media/image378.png"/><Relationship Id="rId117" Type="http://schemas.openxmlformats.org/officeDocument/2006/relationships/customXml" Target="../ink/ink383.xml"/><Relationship Id="rId21" Type="http://schemas.openxmlformats.org/officeDocument/2006/relationships/customXml" Target="../ink/ink335.xml"/><Relationship Id="rId42" Type="http://schemas.openxmlformats.org/officeDocument/2006/relationships/image" Target="../media/image386.png"/><Relationship Id="rId47" Type="http://schemas.openxmlformats.org/officeDocument/2006/relationships/customXml" Target="../ink/ink348.xml"/><Relationship Id="rId63" Type="http://schemas.openxmlformats.org/officeDocument/2006/relationships/customXml" Target="../ink/ink356.xml"/><Relationship Id="rId68" Type="http://schemas.openxmlformats.org/officeDocument/2006/relationships/image" Target="../media/image399.png"/><Relationship Id="rId84" Type="http://schemas.openxmlformats.org/officeDocument/2006/relationships/image" Target="../media/image407.png"/><Relationship Id="rId89" Type="http://schemas.openxmlformats.org/officeDocument/2006/relationships/customXml" Target="../ink/ink369.xml"/><Relationship Id="rId112" Type="http://schemas.openxmlformats.org/officeDocument/2006/relationships/image" Target="../media/image421.png"/><Relationship Id="rId16" Type="http://schemas.openxmlformats.org/officeDocument/2006/relationships/image" Target="../media/image373.png"/><Relationship Id="rId107" Type="http://schemas.openxmlformats.org/officeDocument/2006/relationships/customXml" Target="../ink/ink378.xml"/><Relationship Id="rId11" Type="http://schemas.openxmlformats.org/officeDocument/2006/relationships/customXml" Target="../ink/ink330.xml"/><Relationship Id="rId32" Type="http://schemas.openxmlformats.org/officeDocument/2006/relationships/image" Target="../media/image381.png"/><Relationship Id="rId37" Type="http://schemas.openxmlformats.org/officeDocument/2006/relationships/customXml" Target="../ink/ink343.xml"/><Relationship Id="rId53" Type="http://schemas.openxmlformats.org/officeDocument/2006/relationships/customXml" Target="../ink/ink351.xml"/><Relationship Id="rId58" Type="http://schemas.openxmlformats.org/officeDocument/2006/relationships/image" Target="../media/image394.png"/><Relationship Id="rId74" Type="http://schemas.openxmlformats.org/officeDocument/2006/relationships/image" Target="../media/image402.png"/><Relationship Id="rId79" Type="http://schemas.openxmlformats.org/officeDocument/2006/relationships/customXml" Target="../ink/ink364.xml"/><Relationship Id="rId102" Type="http://schemas.openxmlformats.org/officeDocument/2006/relationships/image" Target="../media/image416.png"/><Relationship Id="rId123" Type="http://schemas.openxmlformats.org/officeDocument/2006/relationships/customXml" Target="../ink/ink386.xml"/><Relationship Id="rId5" Type="http://schemas.openxmlformats.org/officeDocument/2006/relationships/customXml" Target="../ink/ink327.xml"/><Relationship Id="rId90" Type="http://schemas.openxmlformats.org/officeDocument/2006/relationships/image" Target="../media/image410.png"/><Relationship Id="rId95" Type="http://schemas.openxmlformats.org/officeDocument/2006/relationships/customXml" Target="../ink/ink372.xml"/><Relationship Id="rId22" Type="http://schemas.openxmlformats.org/officeDocument/2006/relationships/image" Target="../media/image376.png"/><Relationship Id="rId27" Type="http://schemas.openxmlformats.org/officeDocument/2006/relationships/customXml" Target="../ink/ink338.xml"/><Relationship Id="rId43" Type="http://schemas.openxmlformats.org/officeDocument/2006/relationships/customXml" Target="../ink/ink346.xml"/><Relationship Id="rId48" Type="http://schemas.openxmlformats.org/officeDocument/2006/relationships/image" Target="../media/image389.png"/><Relationship Id="rId64" Type="http://schemas.openxmlformats.org/officeDocument/2006/relationships/image" Target="../media/image397.png"/><Relationship Id="rId69" Type="http://schemas.openxmlformats.org/officeDocument/2006/relationships/customXml" Target="../ink/ink359.xml"/><Relationship Id="rId113" Type="http://schemas.openxmlformats.org/officeDocument/2006/relationships/customXml" Target="../ink/ink381.xml"/><Relationship Id="rId118" Type="http://schemas.openxmlformats.org/officeDocument/2006/relationships/image" Target="../media/image424.png"/><Relationship Id="rId80" Type="http://schemas.openxmlformats.org/officeDocument/2006/relationships/image" Target="../media/image405.png"/><Relationship Id="rId85" Type="http://schemas.openxmlformats.org/officeDocument/2006/relationships/customXml" Target="../ink/ink367.xml"/><Relationship Id="rId12" Type="http://schemas.openxmlformats.org/officeDocument/2006/relationships/image" Target="../media/image371.png"/><Relationship Id="rId17" Type="http://schemas.openxmlformats.org/officeDocument/2006/relationships/customXml" Target="../ink/ink333.xml"/><Relationship Id="rId33" Type="http://schemas.openxmlformats.org/officeDocument/2006/relationships/customXml" Target="../ink/ink341.xml"/><Relationship Id="rId38" Type="http://schemas.openxmlformats.org/officeDocument/2006/relationships/image" Target="../media/image384.png"/><Relationship Id="rId59" Type="http://schemas.openxmlformats.org/officeDocument/2006/relationships/customXml" Target="../ink/ink354.xml"/><Relationship Id="rId103" Type="http://schemas.openxmlformats.org/officeDocument/2006/relationships/customXml" Target="../ink/ink376.xml"/><Relationship Id="rId108" Type="http://schemas.openxmlformats.org/officeDocument/2006/relationships/image" Target="../media/image419.png"/><Relationship Id="rId124" Type="http://schemas.openxmlformats.org/officeDocument/2006/relationships/image" Target="../media/image427.png"/><Relationship Id="rId54" Type="http://schemas.openxmlformats.org/officeDocument/2006/relationships/image" Target="../media/image392.png"/><Relationship Id="rId70" Type="http://schemas.openxmlformats.org/officeDocument/2006/relationships/image" Target="../media/image400.png"/><Relationship Id="rId75" Type="http://schemas.openxmlformats.org/officeDocument/2006/relationships/customXml" Target="../ink/ink362.xml"/><Relationship Id="rId91" Type="http://schemas.openxmlformats.org/officeDocument/2006/relationships/customXml" Target="../ink/ink370.xml"/><Relationship Id="rId96" Type="http://schemas.openxmlformats.org/officeDocument/2006/relationships/image" Target="../media/image413.png"/><Relationship Id="rId1" Type="http://schemas.openxmlformats.org/officeDocument/2006/relationships/slideLayout" Target="../slideLayouts/slideLayout3.xml"/><Relationship Id="rId6" Type="http://schemas.openxmlformats.org/officeDocument/2006/relationships/image" Target="../media/image368.png"/><Relationship Id="rId23" Type="http://schemas.openxmlformats.org/officeDocument/2006/relationships/customXml" Target="../ink/ink336.xml"/><Relationship Id="rId28" Type="http://schemas.openxmlformats.org/officeDocument/2006/relationships/image" Target="../media/image379.png"/><Relationship Id="rId49" Type="http://schemas.openxmlformats.org/officeDocument/2006/relationships/customXml" Target="../ink/ink349.xml"/><Relationship Id="rId114" Type="http://schemas.openxmlformats.org/officeDocument/2006/relationships/image" Target="../media/image422.png"/><Relationship Id="rId119" Type="http://schemas.openxmlformats.org/officeDocument/2006/relationships/customXml" Target="../ink/ink384.xml"/><Relationship Id="rId44" Type="http://schemas.openxmlformats.org/officeDocument/2006/relationships/image" Target="../media/image387.png"/><Relationship Id="rId60" Type="http://schemas.openxmlformats.org/officeDocument/2006/relationships/image" Target="../media/image395.png"/><Relationship Id="rId65" Type="http://schemas.openxmlformats.org/officeDocument/2006/relationships/customXml" Target="../ink/ink357.xml"/><Relationship Id="rId81" Type="http://schemas.openxmlformats.org/officeDocument/2006/relationships/customXml" Target="../ink/ink365.xml"/><Relationship Id="rId86" Type="http://schemas.openxmlformats.org/officeDocument/2006/relationships/image" Target="../media/image408.png"/><Relationship Id="rId13" Type="http://schemas.openxmlformats.org/officeDocument/2006/relationships/customXml" Target="../ink/ink331.xml"/><Relationship Id="rId18" Type="http://schemas.openxmlformats.org/officeDocument/2006/relationships/image" Target="../media/image374.png"/><Relationship Id="rId39" Type="http://schemas.openxmlformats.org/officeDocument/2006/relationships/customXml" Target="../ink/ink344.xml"/><Relationship Id="rId109" Type="http://schemas.openxmlformats.org/officeDocument/2006/relationships/customXml" Target="../ink/ink379.xml"/><Relationship Id="rId34" Type="http://schemas.openxmlformats.org/officeDocument/2006/relationships/image" Target="../media/image382.png"/><Relationship Id="rId50" Type="http://schemas.openxmlformats.org/officeDocument/2006/relationships/image" Target="../media/image390.png"/><Relationship Id="rId55" Type="http://schemas.openxmlformats.org/officeDocument/2006/relationships/customXml" Target="../ink/ink352.xml"/><Relationship Id="rId76" Type="http://schemas.openxmlformats.org/officeDocument/2006/relationships/image" Target="../media/image403.png"/><Relationship Id="rId97" Type="http://schemas.openxmlformats.org/officeDocument/2006/relationships/customXml" Target="../ink/ink373.xml"/><Relationship Id="rId104" Type="http://schemas.openxmlformats.org/officeDocument/2006/relationships/image" Target="../media/image417.png"/><Relationship Id="rId120" Type="http://schemas.openxmlformats.org/officeDocument/2006/relationships/image" Target="../media/image425.png"/><Relationship Id="rId125" Type="http://schemas.openxmlformats.org/officeDocument/2006/relationships/customXml" Target="../ink/ink387.xml"/><Relationship Id="rId7" Type="http://schemas.openxmlformats.org/officeDocument/2006/relationships/customXml" Target="../ink/ink328.xml"/><Relationship Id="rId71" Type="http://schemas.openxmlformats.org/officeDocument/2006/relationships/customXml" Target="../ink/ink360.xml"/><Relationship Id="rId92" Type="http://schemas.openxmlformats.org/officeDocument/2006/relationships/image" Target="../media/image411.png"/><Relationship Id="rId2" Type="http://schemas.openxmlformats.org/officeDocument/2006/relationships/notesSlide" Target="../notesSlides/notesSlide38.xml"/><Relationship Id="rId29" Type="http://schemas.openxmlformats.org/officeDocument/2006/relationships/customXml" Target="../ink/ink339.xml"/><Relationship Id="rId24" Type="http://schemas.openxmlformats.org/officeDocument/2006/relationships/image" Target="../media/image377.png"/><Relationship Id="rId40" Type="http://schemas.openxmlformats.org/officeDocument/2006/relationships/image" Target="../media/image385.png"/><Relationship Id="rId45" Type="http://schemas.openxmlformats.org/officeDocument/2006/relationships/customXml" Target="../ink/ink347.xml"/><Relationship Id="rId66" Type="http://schemas.openxmlformats.org/officeDocument/2006/relationships/image" Target="../media/image398.png"/><Relationship Id="rId87" Type="http://schemas.openxmlformats.org/officeDocument/2006/relationships/customXml" Target="../ink/ink368.xml"/><Relationship Id="rId110" Type="http://schemas.openxmlformats.org/officeDocument/2006/relationships/image" Target="../media/image420.png"/><Relationship Id="rId115" Type="http://schemas.openxmlformats.org/officeDocument/2006/relationships/customXml" Target="../ink/ink382.xml"/><Relationship Id="rId61" Type="http://schemas.openxmlformats.org/officeDocument/2006/relationships/customXml" Target="../ink/ink355.xml"/><Relationship Id="rId82" Type="http://schemas.openxmlformats.org/officeDocument/2006/relationships/image" Target="../media/image406.png"/><Relationship Id="rId19" Type="http://schemas.openxmlformats.org/officeDocument/2006/relationships/customXml" Target="../ink/ink334.xml"/><Relationship Id="rId14" Type="http://schemas.openxmlformats.org/officeDocument/2006/relationships/image" Target="../media/image372.png"/><Relationship Id="rId30" Type="http://schemas.openxmlformats.org/officeDocument/2006/relationships/image" Target="../media/image380.png"/><Relationship Id="rId35" Type="http://schemas.openxmlformats.org/officeDocument/2006/relationships/customXml" Target="../ink/ink342.xml"/><Relationship Id="rId56" Type="http://schemas.openxmlformats.org/officeDocument/2006/relationships/image" Target="../media/image393.png"/><Relationship Id="rId77" Type="http://schemas.openxmlformats.org/officeDocument/2006/relationships/customXml" Target="../ink/ink363.xml"/><Relationship Id="rId100" Type="http://schemas.openxmlformats.org/officeDocument/2006/relationships/image" Target="../media/image415.png"/><Relationship Id="rId105" Type="http://schemas.openxmlformats.org/officeDocument/2006/relationships/customXml" Target="../ink/ink377.xml"/><Relationship Id="rId126" Type="http://schemas.openxmlformats.org/officeDocument/2006/relationships/image" Target="../media/image428.png"/><Relationship Id="rId8" Type="http://schemas.openxmlformats.org/officeDocument/2006/relationships/image" Target="../media/image369.png"/><Relationship Id="rId51" Type="http://schemas.openxmlformats.org/officeDocument/2006/relationships/customXml" Target="../ink/ink350.xml"/><Relationship Id="rId72" Type="http://schemas.openxmlformats.org/officeDocument/2006/relationships/image" Target="../media/image401.png"/><Relationship Id="rId93" Type="http://schemas.openxmlformats.org/officeDocument/2006/relationships/customXml" Target="../ink/ink371.xml"/><Relationship Id="rId98" Type="http://schemas.openxmlformats.org/officeDocument/2006/relationships/image" Target="../media/image414.png"/><Relationship Id="rId121" Type="http://schemas.openxmlformats.org/officeDocument/2006/relationships/customXml" Target="../ink/ink385.xml"/><Relationship Id="rId3" Type="http://schemas.openxmlformats.org/officeDocument/2006/relationships/image" Target="../media/image366.png"/><Relationship Id="rId25" Type="http://schemas.openxmlformats.org/officeDocument/2006/relationships/customXml" Target="../ink/ink337.xml"/><Relationship Id="rId46" Type="http://schemas.openxmlformats.org/officeDocument/2006/relationships/image" Target="../media/image388.png"/><Relationship Id="rId67" Type="http://schemas.openxmlformats.org/officeDocument/2006/relationships/customXml" Target="../ink/ink358.xml"/><Relationship Id="rId116" Type="http://schemas.openxmlformats.org/officeDocument/2006/relationships/image" Target="../media/image423.png"/><Relationship Id="rId20" Type="http://schemas.openxmlformats.org/officeDocument/2006/relationships/image" Target="../media/image375.png"/><Relationship Id="rId41" Type="http://schemas.openxmlformats.org/officeDocument/2006/relationships/customXml" Target="../ink/ink345.xml"/><Relationship Id="rId62" Type="http://schemas.openxmlformats.org/officeDocument/2006/relationships/image" Target="../media/image396.png"/><Relationship Id="rId83" Type="http://schemas.openxmlformats.org/officeDocument/2006/relationships/customXml" Target="../ink/ink366.xml"/><Relationship Id="rId88" Type="http://schemas.openxmlformats.org/officeDocument/2006/relationships/image" Target="../media/image409.png"/><Relationship Id="rId111" Type="http://schemas.openxmlformats.org/officeDocument/2006/relationships/customXml" Target="../ink/ink380.xml"/><Relationship Id="rId15" Type="http://schemas.openxmlformats.org/officeDocument/2006/relationships/customXml" Target="../ink/ink332.xml"/><Relationship Id="rId36" Type="http://schemas.openxmlformats.org/officeDocument/2006/relationships/image" Target="../media/image383.png"/><Relationship Id="rId57" Type="http://schemas.openxmlformats.org/officeDocument/2006/relationships/customXml" Target="../ink/ink353.xml"/><Relationship Id="rId106" Type="http://schemas.openxmlformats.org/officeDocument/2006/relationships/image" Target="../media/image418.png"/><Relationship Id="rId10" Type="http://schemas.openxmlformats.org/officeDocument/2006/relationships/image" Target="../media/image370.png"/><Relationship Id="rId31" Type="http://schemas.openxmlformats.org/officeDocument/2006/relationships/customXml" Target="../ink/ink340.xml"/><Relationship Id="rId52" Type="http://schemas.openxmlformats.org/officeDocument/2006/relationships/image" Target="../media/image391.png"/><Relationship Id="rId73" Type="http://schemas.openxmlformats.org/officeDocument/2006/relationships/customXml" Target="../ink/ink361.xml"/><Relationship Id="rId78" Type="http://schemas.openxmlformats.org/officeDocument/2006/relationships/image" Target="../media/image404.png"/><Relationship Id="rId94" Type="http://schemas.openxmlformats.org/officeDocument/2006/relationships/image" Target="../media/image412.png"/><Relationship Id="rId99" Type="http://schemas.openxmlformats.org/officeDocument/2006/relationships/customXml" Target="../ink/ink374.xml"/><Relationship Id="rId101" Type="http://schemas.openxmlformats.org/officeDocument/2006/relationships/customXml" Target="../ink/ink375.xml"/><Relationship Id="rId122" Type="http://schemas.openxmlformats.org/officeDocument/2006/relationships/image" Target="../media/image426.png"/><Relationship Id="rId4" Type="http://schemas.openxmlformats.org/officeDocument/2006/relationships/image" Target="../media/image367.png"/><Relationship Id="rId9" Type="http://schemas.openxmlformats.org/officeDocument/2006/relationships/customXml" Target="../ink/ink329.xml"/></Relationships>
</file>

<file path=ppt/slides/_rels/slide39.xml.rels><?xml version="1.0" encoding="UTF-8" standalone="yes"?>
<Relationships xmlns="http://schemas.openxmlformats.org/package/2006/relationships"><Relationship Id="rId26" Type="http://schemas.openxmlformats.org/officeDocument/2006/relationships/customXml" Target="../ink/ink399.xml"/><Relationship Id="rId21" Type="http://schemas.openxmlformats.org/officeDocument/2006/relationships/image" Target="../media/image438.png"/><Relationship Id="rId42" Type="http://schemas.openxmlformats.org/officeDocument/2006/relationships/customXml" Target="../ink/ink407.xml"/><Relationship Id="rId47" Type="http://schemas.openxmlformats.org/officeDocument/2006/relationships/image" Target="../media/image451.png"/><Relationship Id="rId63" Type="http://schemas.openxmlformats.org/officeDocument/2006/relationships/image" Target="../media/image459.png"/><Relationship Id="rId68" Type="http://schemas.openxmlformats.org/officeDocument/2006/relationships/customXml" Target="../ink/ink420.xml"/><Relationship Id="rId7" Type="http://schemas.openxmlformats.org/officeDocument/2006/relationships/image" Target="../media/image431.png"/><Relationship Id="rId2" Type="http://schemas.openxmlformats.org/officeDocument/2006/relationships/notesSlide" Target="../notesSlides/notesSlide39.xml"/><Relationship Id="rId16" Type="http://schemas.openxmlformats.org/officeDocument/2006/relationships/customXml" Target="../ink/ink394.xml"/><Relationship Id="rId29" Type="http://schemas.openxmlformats.org/officeDocument/2006/relationships/image" Target="../media/image442.png"/><Relationship Id="rId11" Type="http://schemas.openxmlformats.org/officeDocument/2006/relationships/image" Target="../media/image433.png"/><Relationship Id="rId24" Type="http://schemas.openxmlformats.org/officeDocument/2006/relationships/customXml" Target="../ink/ink398.xml"/><Relationship Id="rId32" Type="http://schemas.openxmlformats.org/officeDocument/2006/relationships/customXml" Target="../ink/ink402.xml"/><Relationship Id="rId37" Type="http://schemas.openxmlformats.org/officeDocument/2006/relationships/image" Target="../media/image446.png"/><Relationship Id="rId40" Type="http://schemas.openxmlformats.org/officeDocument/2006/relationships/customXml" Target="../ink/ink406.xml"/><Relationship Id="rId45" Type="http://schemas.openxmlformats.org/officeDocument/2006/relationships/image" Target="../media/image450.png"/><Relationship Id="rId53" Type="http://schemas.openxmlformats.org/officeDocument/2006/relationships/image" Target="../media/image454.png"/><Relationship Id="rId58" Type="http://schemas.openxmlformats.org/officeDocument/2006/relationships/customXml" Target="../ink/ink415.xml"/><Relationship Id="rId66" Type="http://schemas.openxmlformats.org/officeDocument/2006/relationships/customXml" Target="../ink/ink419.xml"/><Relationship Id="rId5" Type="http://schemas.openxmlformats.org/officeDocument/2006/relationships/image" Target="../media/image430.png"/><Relationship Id="rId61" Type="http://schemas.openxmlformats.org/officeDocument/2006/relationships/image" Target="../media/image458.png"/><Relationship Id="rId19" Type="http://schemas.openxmlformats.org/officeDocument/2006/relationships/image" Target="../media/image437.png"/><Relationship Id="rId14" Type="http://schemas.openxmlformats.org/officeDocument/2006/relationships/customXml" Target="../ink/ink393.xml"/><Relationship Id="rId22" Type="http://schemas.openxmlformats.org/officeDocument/2006/relationships/customXml" Target="../ink/ink397.xml"/><Relationship Id="rId27" Type="http://schemas.openxmlformats.org/officeDocument/2006/relationships/image" Target="../media/image441.png"/><Relationship Id="rId30" Type="http://schemas.openxmlformats.org/officeDocument/2006/relationships/customXml" Target="../ink/ink401.xml"/><Relationship Id="rId35" Type="http://schemas.openxmlformats.org/officeDocument/2006/relationships/image" Target="../media/image445.png"/><Relationship Id="rId43" Type="http://schemas.openxmlformats.org/officeDocument/2006/relationships/image" Target="../media/image449.png"/><Relationship Id="rId48" Type="http://schemas.openxmlformats.org/officeDocument/2006/relationships/customXml" Target="../ink/ink410.xml"/><Relationship Id="rId56" Type="http://schemas.openxmlformats.org/officeDocument/2006/relationships/customXml" Target="../ink/ink414.xml"/><Relationship Id="rId64" Type="http://schemas.openxmlformats.org/officeDocument/2006/relationships/customXml" Target="../ink/ink418.xml"/><Relationship Id="rId69" Type="http://schemas.openxmlformats.org/officeDocument/2006/relationships/image" Target="../media/image462.png"/><Relationship Id="rId8" Type="http://schemas.openxmlformats.org/officeDocument/2006/relationships/customXml" Target="../ink/ink390.xml"/><Relationship Id="rId51" Type="http://schemas.openxmlformats.org/officeDocument/2006/relationships/image" Target="../media/image453.png"/><Relationship Id="rId3" Type="http://schemas.openxmlformats.org/officeDocument/2006/relationships/image" Target="../media/image429.png"/><Relationship Id="rId12" Type="http://schemas.openxmlformats.org/officeDocument/2006/relationships/customXml" Target="../ink/ink392.xml"/><Relationship Id="rId17" Type="http://schemas.openxmlformats.org/officeDocument/2006/relationships/image" Target="../media/image436.png"/><Relationship Id="rId25" Type="http://schemas.openxmlformats.org/officeDocument/2006/relationships/image" Target="../media/image440.png"/><Relationship Id="rId33" Type="http://schemas.openxmlformats.org/officeDocument/2006/relationships/image" Target="../media/image444.png"/><Relationship Id="rId38" Type="http://schemas.openxmlformats.org/officeDocument/2006/relationships/customXml" Target="../ink/ink405.xml"/><Relationship Id="rId46" Type="http://schemas.openxmlformats.org/officeDocument/2006/relationships/customXml" Target="../ink/ink409.xml"/><Relationship Id="rId59" Type="http://schemas.openxmlformats.org/officeDocument/2006/relationships/image" Target="../media/image457.png"/><Relationship Id="rId67" Type="http://schemas.openxmlformats.org/officeDocument/2006/relationships/image" Target="../media/image461.png"/><Relationship Id="rId20" Type="http://schemas.openxmlformats.org/officeDocument/2006/relationships/customXml" Target="../ink/ink396.xml"/><Relationship Id="rId41" Type="http://schemas.openxmlformats.org/officeDocument/2006/relationships/image" Target="../media/image448.png"/><Relationship Id="rId54" Type="http://schemas.openxmlformats.org/officeDocument/2006/relationships/customXml" Target="../ink/ink413.xml"/><Relationship Id="rId62" Type="http://schemas.openxmlformats.org/officeDocument/2006/relationships/customXml" Target="../ink/ink417.xml"/><Relationship Id="rId1" Type="http://schemas.openxmlformats.org/officeDocument/2006/relationships/slideLayout" Target="../slideLayouts/slideLayout3.xml"/><Relationship Id="rId6" Type="http://schemas.openxmlformats.org/officeDocument/2006/relationships/customXml" Target="../ink/ink389.xml"/><Relationship Id="rId15" Type="http://schemas.openxmlformats.org/officeDocument/2006/relationships/image" Target="../media/image435.png"/><Relationship Id="rId23" Type="http://schemas.openxmlformats.org/officeDocument/2006/relationships/image" Target="../media/image439.png"/><Relationship Id="rId28" Type="http://schemas.openxmlformats.org/officeDocument/2006/relationships/customXml" Target="../ink/ink400.xml"/><Relationship Id="rId36" Type="http://schemas.openxmlformats.org/officeDocument/2006/relationships/customXml" Target="../ink/ink404.xml"/><Relationship Id="rId49" Type="http://schemas.openxmlformats.org/officeDocument/2006/relationships/image" Target="../media/image452.png"/><Relationship Id="rId57" Type="http://schemas.openxmlformats.org/officeDocument/2006/relationships/image" Target="../media/image456.png"/><Relationship Id="rId10" Type="http://schemas.openxmlformats.org/officeDocument/2006/relationships/customXml" Target="../ink/ink391.xml"/><Relationship Id="rId31" Type="http://schemas.openxmlformats.org/officeDocument/2006/relationships/image" Target="../media/image443.png"/><Relationship Id="rId44" Type="http://schemas.openxmlformats.org/officeDocument/2006/relationships/customXml" Target="../ink/ink408.xml"/><Relationship Id="rId52" Type="http://schemas.openxmlformats.org/officeDocument/2006/relationships/customXml" Target="../ink/ink412.xml"/><Relationship Id="rId60" Type="http://schemas.openxmlformats.org/officeDocument/2006/relationships/customXml" Target="../ink/ink416.xml"/><Relationship Id="rId65" Type="http://schemas.openxmlformats.org/officeDocument/2006/relationships/image" Target="../media/image460.png"/><Relationship Id="rId4" Type="http://schemas.openxmlformats.org/officeDocument/2006/relationships/customXml" Target="../ink/ink388.xml"/><Relationship Id="rId9" Type="http://schemas.openxmlformats.org/officeDocument/2006/relationships/image" Target="../media/image432.png"/><Relationship Id="rId13" Type="http://schemas.openxmlformats.org/officeDocument/2006/relationships/image" Target="../media/image434.png"/><Relationship Id="rId18" Type="http://schemas.openxmlformats.org/officeDocument/2006/relationships/customXml" Target="../ink/ink395.xml"/><Relationship Id="rId39" Type="http://schemas.openxmlformats.org/officeDocument/2006/relationships/image" Target="../media/image447.png"/><Relationship Id="rId34" Type="http://schemas.openxmlformats.org/officeDocument/2006/relationships/customXml" Target="../ink/ink403.xml"/><Relationship Id="rId50" Type="http://schemas.openxmlformats.org/officeDocument/2006/relationships/customXml" Target="../ink/ink411.xml"/><Relationship Id="rId55" Type="http://schemas.openxmlformats.org/officeDocument/2006/relationships/image" Target="../media/image455.png"/></Relationships>
</file>

<file path=ppt/slides/_rels/slide40.xml.rels><?xml version="1.0" encoding="UTF-8" standalone="yes"?>
<Relationships xmlns="http://schemas.openxmlformats.org/package/2006/relationships"><Relationship Id="rId3" Type="http://schemas.openxmlformats.org/officeDocument/2006/relationships/customXml" Target="../ink/ink421.xml"/><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464.png"/><Relationship Id="rId5" Type="http://schemas.openxmlformats.org/officeDocument/2006/relationships/customXml" Target="../ink/ink422.xml"/><Relationship Id="rId4" Type="http://schemas.openxmlformats.org/officeDocument/2006/relationships/image" Target="../media/image463.png"/></Relationships>
</file>

<file path=ppt/slides/_rels/slide41.xml.rels><?xml version="1.0" encoding="UTF-8" standalone="yes"?>
<Relationships xmlns="http://schemas.openxmlformats.org/package/2006/relationships"><Relationship Id="rId26" Type="http://schemas.openxmlformats.org/officeDocument/2006/relationships/customXml" Target="../ink/ink434.xml"/><Relationship Id="rId117" Type="http://schemas.openxmlformats.org/officeDocument/2006/relationships/image" Target="../media/image116.png"/><Relationship Id="rId21" Type="http://schemas.openxmlformats.org/officeDocument/2006/relationships/image" Target="../media/image474.png"/><Relationship Id="rId42" Type="http://schemas.openxmlformats.org/officeDocument/2006/relationships/customXml" Target="../ink/ink442.xml"/><Relationship Id="rId47" Type="http://schemas.openxmlformats.org/officeDocument/2006/relationships/image" Target="../media/image487.png"/><Relationship Id="rId63" Type="http://schemas.openxmlformats.org/officeDocument/2006/relationships/image" Target="../media/image495.png"/><Relationship Id="rId68" Type="http://schemas.openxmlformats.org/officeDocument/2006/relationships/customXml" Target="../ink/ink455.xml"/><Relationship Id="rId84" Type="http://schemas.openxmlformats.org/officeDocument/2006/relationships/customXml" Target="../ink/ink463.xml"/><Relationship Id="rId89" Type="http://schemas.openxmlformats.org/officeDocument/2006/relationships/image" Target="../media/image508.png"/><Relationship Id="rId112" Type="http://schemas.openxmlformats.org/officeDocument/2006/relationships/customXml" Target="../ink/ink477.xml"/><Relationship Id="rId16" Type="http://schemas.openxmlformats.org/officeDocument/2006/relationships/customXml" Target="../ink/ink429.xml"/><Relationship Id="rId107" Type="http://schemas.openxmlformats.org/officeDocument/2006/relationships/image" Target="../media/image517.png"/><Relationship Id="rId11" Type="http://schemas.openxmlformats.org/officeDocument/2006/relationships/image" Target="../media/image469.png"/><Relationship Id="rId32" Type="http://schemas.openxmlformats.org/officeDocument/2006/relationships/customXml" Target="../ink/ink437.xml"/><Relationship Id="rId37" Type="http://schemas.openxmlformats.org/officeDocument/2006/relationships/image" Target="../media/image482.png"/><Relationship Id="rId53" Type="http://schemas.openxmlformats.org/officeDocument/2006/relationships/image" Target="../media/image490.png"/><Relationship Id="rId58" Type="http://schemas.openxmlformats.org/officeDocument/2006/relationships/customXml" Target="../ink/ink450.xml"/><Relationship Id="rId74" Type="http://schemas.openxmlformats.org/officeDocument/2006/relationships/customXml" Target="../ink/ink458.xml"/><Relationship Id="rId79" Type="http://schemas.openxmlformats.org/officeDocument/2006/relationships/image" Target="../media/image503.png"/><Relationship Id="rId102" Type="http://schemas.openxmlformats.org/officeDocument/2006/relationships/customXml" Target="../ink/ink472.xml"/><Relationship Id="rId5" Type="http://schemas.openxmlformats.org/officeDocument/2006/relationships/image" Target="../media/image466.png"/><Relationship Id="rId90" Type="http://schemas.openxmlformats.org/officeDocument/2006/relationships/customXml" Target="../ink/ink466.xml"/><Relationship Id="rId95" Type="http://schemas.openxmlformats.org/officeDocument/2006/relationships/image" Target="../media/image511.png"/><Relationship Id="rId22" Type="http://schemas.openxmlformats.org/officeDocument/2006/relationships/customXml" Target="../ink/ink432.xml"/><Relationship Id="rId27" Type="http://schemas.openxmlformats.org/officeDocument/2006/relationships/image" Target="../media/image477.png"/><Relationship Id="rId43" Type="http://schemas.openxmlformats.org/officeDocument/2006/relationships/image" Target="../media/image485.png"/><Relationship Id="rId48" Type="http://schemas.openxmlformats.org/officeDocument/2006/relationships/customXml" Target="../ink/ink445.xml"/><Relationship Id="rId64" Type="http://schemas.openxmlformats.org/officeDocument/2006/relationships/customXml" Target="../ink/ink453.xml"/><Relationship Id="rId69" Type="http://schemas.openxmlformats.org/officeDocument/2006/relationships/image" Target="../media/image498.png"/><Relationship Id="rId113" Type="http://schemas.openxmlformats.org/officeDocument/2006/relationships/image" Target="../media/image520.png"/><Relationship Id="rId118" Type="http://schemas.openxmlformats.org/officeDocument/2006/relationships/customXml" Target="../ink/ink480.xml"/><Relationship Id="rId80" Type="http://schemas.openxmlformats.org/officeDocument/2006/relationships/customXml" Target="../ink/ink461.xml"/><Relationship Id="rId85" Type="http://schemas.openxmlformats.org/officeDocument/2006/relationships/image" Target="../media/image506.png"/><Relationship Id="rId12" Type="http://schemas.openxmlformats.org/officeDocument/2006/relationships/customXml" Target="../ink/ink427.xml"/><Relationship Id="rId17" Type="http://schemas.openxmlformats.org/officeDocument/2006/relationships/image" Target="../media/image472.png"/><Relationship Id="rId33" Type="http://schemas.openxmlformats.org/officeDocument/2006/relationships/image" Target="../media/image480.png"/><Relationship Id="rId38" Type="http://schemas.openxmlformats.org/officeDocument/2006/relationships/customXml" Target="../ink/ink440.xml"/><Relationship Id="rId59" Type="http://schemas.openxmlformats.org/officeDocument/2006/relationships/image" Target="../media/image493.png"/><Relationship Id="rId103" Type="http://schemas.openxmlformats.org/officeDocument/2006/relationships/image" Target="../media/image515.png"/><Relationship Id="rId108" Type="http://schemas.openxmlformats.org/officeDocument/2006/relationships/customXml" Target="../ink/ink475.xml"/><Relationship Id="rId54" Type="http://schemas.openxmlformats.org/officeDocument/2006/relationships/customXml" Target="../ink/ink448.xml"/><Relationship Id="rId70" Type="http://schemas.openxmlformats.org/officeDocument/2006/relationships/customXml" Target="../ink/ink456.xml"/><Relationship Id="rId75" Type="http://schemas.openxmlformats.org/officeDocument/2006/relationships/image" Target="../media/image501.png"/><Relationship Id="rId91" Type="http://schemas.openxmlformats.org/officeDocument/2006/relationships/image" Target="../media/image509.png"/><Relationship Id="rId96" Type="http://schemas.openxmlformats.org/officeDocument/2006/relationships/customXml" Target="../ink/ink469.xml"/><Relationship Id="rId1" Type="http://schemas.openxmlformats.org/officeDocument/2006/relationships/slideLayout" Target="../slideLayouts/slideLayout3.xml"/><Relationship Id="rId6" Type="http://schemas.openxmlformats.org/officeDocument/2006/relationships/customXml" Target="../ink/ink424.xml"/><Relationship Id="rId23" Type="http://schemas.openxmlformats.org/officeDocument/2006/relationships/image" Target="../media/image475.png"/><Relationship Id="rId28" Type="http://schemas.openxmlformats.org/officeDocument/2006/relationships/customXml" Target="../ink/ink435.xml"/><Relationship Id="rId49" Type="http://schemas.openxmlformats.org/officeDocument/2006/relationships/image" Target="../media/image488.png"/><Relationship Id="rId114" Type="http://schemas.openxmlformats.org/officeDocument/2006/relationships/customXml" Target="../ink/ink478.xml"/><Relationship Id="rId119" Type="http://schemas.openxmlformats.org/officeDocument/2006/relationships/image" Target="../media/image522.png"/><Relationship Id="rId44" Type="http://schemas.openxmlformats.org/officeDocument/2006/relationships/customXml" Target="../ink/ink443.xml"/><Relationship Id="rId60" Type="http://schemas.openxmlformats.org/officeDocument/2006/relationships/customXml" Target="../ink/ink451.xml"/><Relationship Id="rId65" Type="http://schemas.openxmlformats.org/officeDocument/2006/relationships/image" Target="../media/image496.png"/><Relationship Id="rId81" Type="http://schemas.openxmlformats.org/officeDocument/2006/relationships/image" Target="../media/image504.png"/><Relationship Id="rId86" Type="http://schemas.openxmlformats.org/officeDocument/2006/relationships/customXml" Target="../ink/ink464.xml"/><Relationship Id="rId4" Type="http://schemas.openxmlformats.org/officeDocument/2006/relationships/customXml" Target="../ink/ink423.xml"/><Relationship Id="rId9" Type="http://schemas.openxmlformats.org/officeDocument/2006/relationships/image" Target="../media/image468.png"/><Relationship Id="rId13" Type="http://schemas.openxmlformats.org/officeDocument/2006/relationships/image" Target="../media/image470.png"/><Relationship Id="rId18" Type="http://schemas.openxmlformats.org/officeDocument/2006/relationships/customXml" Target="../ink/ink430.xml"/><Relationship Id="rId39" Type="http://schemas.openxmlformats.org/officeDocument/2006/relationships/image" Target="../media/image483.png"/><Relationship Id="rId109" Type="http://schemas.openxmlformats.org/officeDocument/2006/relationships/image" Target="../media/image518.png"/><Relationship Id="rId34" Type="http://schemas.openxmlformats.org/officeDocument/2006/relationships/customXml" Target="../ink/ink438.xml"/><Relationship Id="rId50" Type="http://schemas.openxmlformats.org/officeDocument/2006/relationships/customXml" Target="../ink/ink446.xml"/><Relationship Id="rId55" Type="http://schemas.openxmlformats.org/officeDocument/2006/relationships/image" Target="../media/image491.png"/><Relationship Id="rId76" Type="http://schemas.openxmlformats.org/officeDocument/2006/relationships/customXml" Target="../ink/ink459.xml"/><Relationship Id="rId97" Type="http://schemas.openxmlformats.org/officeDocument/2006/relationships/image" Target="../media/image512.png"/><Relationship Id="rId104" Type="http://schemas.openxmlformats.org/officeDocument/2006/relationships/customXml" Target="../ink/ink473.xml"/><Relationship Id="rId120" Type="http://schemas.openxmlformats.org/officeDocument/2006/relationships/customXml" Target="../ink/ink481.xml"/><Relationship Id="rId7" Type="http://schemas.openxmlformats.org/officeDocument/2006/relationships/image" Target="../media/image467.png"/><Relationship Id="rId71" Type="http://schemas.openxmlformats.org/officeDocument/2006/relationships/image" Target="../media/image499.png"/><Relationship Id="rId92" Type="http://schemas.openxmlformats.org/officeDocument/2006/relationships/customXml" Target="../ink/ink467.xml"/><Relationship Id="rId2" Type="http://schemas.openxmlformats.org/officeDocument/2006/relationships/notesSlide" Target="../notesSlides/notesSlide41.xml"/><Relationship Id="rId29" Type="http://schemas.openxmlformats.org/officeDocument/2006/relationships/image" Target="../media/image478.png"/><Relationship Id="rId24" Type="http://schemas.openxmlformats.org/officeDocument/2006/relationships/customXml" Target="../ink/ink433.xml"/><Relationship Id="rId40" Type="http://schemas.openxmlformats.org/officeDocument/2006/relationships/customXml" Target="../ink/ink441.xml"/><Relationship Id="rId45" Type="http://schemas.openxmlformats.org/officeDocument/2006/relationships/image" Target="../media/image486.png"/><Relationship Id="rId66" Type="http://schemas.openxmlformats.org/officeDocument/2006/relationships/customXml" Target="../ink/ink454.xml"/><Relationship Id="rId87" Type="http://schemas.openxmlformats.org/officeDocument/2006/relationships/image" Target="../media/image507.png"/><Relationship Id="rId110" Type="http://schemas.openxmlformats.org/officeDocument/2006/relationships/customXml" Target="../ink/ink476.xml"/><Relationship Id="rId115" Type="http://schemas.openxmlformats.org/officeDocument/2006/relationships/image" Target="../media/image521.png"/><Relationship Id="rId61" Type="http://schemas.openxmlformats.org/officeDocument/2006/relationships/image" Target="../media/image494.png"/><Relationship Id="rId82" Type="http://schemas.openxmlformats.org/officeDocument/2006/relationships/customXml" Target="../ink/ink462.xml"/><Relationship Id="rId19" Type="http://schemas.openxmlformats.org/officeDocument/2006/relationships/image" Target="../media/image473.png"/><Relationship Id="rId14" Type="http://schemas.openxmlformats.org/officeDocument/2006/relationships/customXml" Target="../ink/ink428.xml"/><Relationship Id="rId30" Type="http://schemas.openxmlformats.org/officeDocument/2006/relationships/customXml" Target="../ink/ink436.xml"/><Relationship Id="rId35" Type="http://schemas.openxmlformats.org/officeDocument/2006/relationships/image" Target="../media/image481.png"/><Relationship Id="rId56" Type="http://schemas.openxmlformats.org/officeDocument/2006/relationships/customXml" Target="../ink/ink449.xml"/><Relationship Id="rId77" Type="http://schemas.openxmlformats.org/officeDocument/2006/relationships/image" Target="../media/image502.png"/><Relationship Id="rId100" Type="http://schemas.openxmlformats.org/officeDocument/2006/relationships/customXml" Target="../ink/ink471.xml"/><Relationship Id="rId105" Type="http://schemas.openxmlformats.org/officeDocument/2006/relationships/image" Target="../media/image516.png"/><Relationship Id="rId8" Type="http://schemas.openxmlformats.org/officeDocument/2006/relationships/customXml" Target="../ink/ink425.xml"/><Relationship Id="rId51" Type="http://schemas.openxmlformats.org/officeDocument/2006/relationships/image" Target="../media/image489.png"/><Relationship Id="rId72" Type="http://schemas.openxmlformats.org/officeDocument/2006/relationships/customXml" Target="../ink/ink457.xml"/><Relationship Id="rId93" Type="http://schemas.openxmlformats.org/officeDocument/2006/relationships/image" Target="../media/image510.png"/><Relationship Id="rId98" Type="http://schemas.openxmlformats.org/officeDocument/2006/relationships/customXml" Target="../ink/ink470.xml"/><Relationship Id="rId121" Type="http://schemas.openxmlformats.org/officeDocument/2006/relationships/image" Target="../media/image523.png"/><Relationship Id="rId3" Type="http://schemas.openxmlformats.org/officeDocument/2006/relationships/image" Target="../media/image465.png"/><Relationship Id="rId25" Type="http://schemas.openxmlformats.org/officeDocument/2006/relationships/image" Target="../media/image476.png"/><Relationship Id="rId46" Type="http://schemas.openxmlformats.org/officeDocument/2006/relationships/customXml" Target="../ink/ink444.xml"/><Relationship Id="rId67" Type="http://schemas.openxmlformats.org/officeDocument/2006/relationships/image" Target="../media/image497.png"/><Relationship Id="rId116" Type="http://schemas.openxmlformats.org/officeDocument/2006/relationships/customXml" Target="../ink/ink479.xml"/><Relationship Id="rId20" Type="http://schemas.openxmlformats.org/officeDocument/2006/relationships/customXml" Target="../ink/ink431.xml"/><Relationship Id="rId41" Type="http://schemas.openxmlformats.org/officeDocument/2006/relationships/image" Target="../media/image484.png"/><Relationship Id="rId62" Type="http://schemas.openxmlformats.org/officeDocument/2006/relationships/customXml" Target="../ink/ink452.xml"/><Relationship Id="rId83" Type="http://schemas.openxmlformats.org/officeDocument/2006/relationships/image" Target="../media/image505.png"/><Relationship Id="rId88" Type="http://schemas.openxmlformats.org/officeDocument/2006/relationships/customXml" Target="../ink/ink465.xml"/><Relationship Id="rId111" Type="http://schemas.openxmlformats.org/officeDocument/2006/relationships/image" Target="../media/image519.png"/><Relationship Id="rId15" Type="http://schemas.openxmlformats.org/officeDocument/2006/relationships/image" Target="../media/image471.png"/><Relationship Id="rId36" Type="http://schemas.openxmlformats.org/officeDocument/2006/relationships/customXml" Target="../ink/ink439.xml"/><Relationship Id="rId57" Type="http://schemas.openxmlformats.org/officeDocument/2006/relationships/image" Target="../media/image492.png"/><Relationship Id="rId106" Type="http://schemas.openxmlformats.org/officeDocument/2006/relationships/customXml" Target="../ink/ink474.xml"/><Relationship Id="rId10" Type="http://schemas.openxmlformats.org/officeDocument/2006/relationships/customXml" Target="../ink/ink426.xml"/><Relationship Id="rId31" Type="http://schemas.openxmlformats.org/officeDocument/2006/relationships/image" Target="../media/image479.png"/><Relationship Id="rId52" Type="http://schemas.openxmlformats.org/officeDocument/2006/relationships/customXml" Target="../ink/ink447.xml"/><Relationship Id="rId73" Type="http://schemas.openxmlformats.org/officeDocument/2006/relationships/image" Target="../media/image500.png"/><Relationship Id="rId78" Type="http://schemas.openxmlformats.org/officeDocument/2006/relationships/customXml" Target="../ink/ink460.xml"/><Relationship Id="rId94" Type="http://schemas.openxmlformats.org/officeDocument/2006/relationships/customXml" Target="../ink/ink468.xml"/><Relationship Id="rId99" Type="http://schemas.openxmlformats.org/officeDocument/2006/relationships/image" Target="../media/image513.png"/><Relationship Id="rId101" Type="http://schemas.openxmlformats.org/officeDocument/2006/relationships/image" Target="../media/image514.png"/></Relationships>
</file>

<file path=ppt/slides/_rels/slide42.xml.rels><?xml version="1.0" encoding="UTF-8" standalone="yes"?>
<Relationships xmlns="http://schemas.openxmlformats.org/package/2006/relationships"><Relationship Id="rId3" Type="http://schemas.openxmlformats.org/officeDocument/2006/relationships/image" Target="../media/image524.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25.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526.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27.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2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29.png"/><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532.png"/><Relationship Id="rId5" Type="http://schemas.openxmlformats.org/officeDocument/2006/relationships/image" Target="../media/image531.png"/><Relationship Id="rId4" Type="http://schemas.openxmlformats.org/officeDocument/2006/relationships/image" Target="../media/image530.png"/></Relationships>
</file>

<file path=ppt/slides/_rels/slide51.xml.rels><?xml version="1.0" encoding="UTF-8" standalone="yes"?>
<Relationships xmlns="http://schemas.openxmlformats.org/package/2006/relationships"><Relationship Id="rId26" Type="http://schemas.openxmlformats.org/officeDocument/2006/relationships/customXml" Target="../ink/ink491.xml"/><Relationship Id="rId21" Type="http://schemas.openxmlformats.org/officeDocument/2006/relationships/image" Target="../media/image543.png"/><Relationship Id="rId42" Type="http://schemas.openxmlformats.org/officeDocument/2006/relationships/customXml" Target="../ink/ink499.xml"/><Relationship Id="rId47" Type="http://schemas.openxmlformats.org/officeDocument/2006/relationships/image" Target="../media/image556.png"/><Relationship Id="rId63" Type="http://schemas.openxmlformats.org/officeDocument/2006/relationships/image" Target="../media/image564.png"/><Relationship Id="rId68" Type="http://schemas.openxmlformats.org/officeDocument/2006/relationships/customXml" Target="../ink/ink512.xml"/><Relationship Id="rId16" Type="http://schemas.openxmlformats.org/officeDocument/2006/relationships/customXml" Target="../ink/ink486.xml"/><Relationship Id="rId11" Type="http://schemas.openxmlformats.org/officeDocument/2006/relationships/image" Target="../media/image538.png"/><Relationship Id="rId24" Type="http://schemas.openxmlformats.org/officeDocument/2006/relationships/customXml" Target="../ink/ink490.xml"/><Relationship Id="rId32" Type="http://schemas.openxmlformats.org/officeDocument/2006/relationships/customXml" Target="../ink/ink494.xml"/><Relationship Id="rId37" Type="http://schemas.openxmlformats.org/officeDocument/2006/relationships/image" Target="../media/image551.png"/><Relationship Id="rId40" Type="http://schemas.openxmlformats.org/officeDocument/2006/relationships/customXml" Target="../ink/ink498.xml"/><Relationship Id="rId45" Type="http://schemas.openxmlformats.org/officeDocument/2006/relationships/image" Target="../media/image555.png"/><Relationship Id="rId53" Type="http://schemas.openxmlformats.org/officeDocument/2006/relationships/image" Target="../media/image559.png"/><Relationship Id="rId58" Type="http://schemas.openxmlformats.org/officeDocument/2006/relationships/customXml" Target="../ink/ink507.xml"/><Relationship Id="rId66" Type="http://schemas.openxmlformats.org/officeDocument/2006/relationships/customXml" Target="../ink/ink511.xml"/><Relationship Id="rId74" Type="http://schemas.openxmlformats.org/officeDocument/2006/relationships/customXml" Target="../ink/ink515.xml"/><Relationship Id="rId79" Type="http://schemas.openxmlformats.org/officeDocument/2006/relationships/image" Target="../media/image572.png"/><Relationship Id="rId5" Type="http://schemas.openxmlformats.org/officeDocument/2006/relationships/image" Target="../media/image530.png"/><Relationship Id="rId61" Type="http://schemas.openxmlformats.org/officeDocument/2006/relationships/image" Target="../media/image563.png"/><Relationship Id="rId19" Type="http://schemas.openxmlformats.org/officeDocument/2006/relationships/image" Target="../media/image542.png"/><Relationship Id="rId14" Type="http://schemas.openxmlformats.org/officeDocument/2006/relationships/customXml" Target="../ink/ink485.xml"/><Relationship Id="rId22" Type="http://schemas.openxmlformats.org/officeDocument/2006/relationships/customXml" Target="../ink/ink489.xml"/><Relationship Id="rId27" Type="http://schemas.openxmlformats.org/officeDocument/2006/relationships/image" Target="../media/image546.png"/><Relationship Id="rId30" Type="http://schemas.openxmlformats.org/officeDocument/2006/relationships/customXml" Target="../ink/ink493.xml"/><Relationship Id="rId35" Type="http://schemas.openxmlformats.org/officeDocument/2006/relationships/image" Target="../media/image550.png"/><Relationship Id="rId43" Type="http://schemas.openxmlformats.org/officeDocument/2006/relationships/image" Target="../media/image554.png"/><Relationship Id="rId48" Type="http://schemas.openxmlformats.org/officeDocument/2006/relationships/customXml" Target="../ink/ink502.xml"/><Relationship Id="rId56" Type="http://schemas.openxmlformats.org/officeDocument/2006/relationships/customXml" Target="../ink/ink506.xml"/><Relationship Id="rId64" Type="http://schemas.openxmlformats.org/officeDocument/2006/relationships/customXml" Target="../ink/ink510.xml"/><Relationship Id="rId69" Type="http://schemas.openxmlformats.org/officeDocument/2006/relationships/image" Target="../media/image567.png"/><Relationship Id="rId77" Type="http://schemas.openxmlformats.org/officeDocument/2006/relationships/image" Target="../media/image571.png"/><Relationship Id="rId8" Type="http://schemas.openxmlformats.org/officeDocument/2006/relationships/customXml" Target="../ink/ink482.xml"/><Relationship Id="rId51" Type="http://schemas.openxmlformats.org/officeDocument/2006/relationships/image" Target="../media/image558.png"/><Relationship Id="rId72" Type="http://schemas.openxmlformats.org/officeDocument/2006/relationships/customXml" Target="../ink/ink514.xml"/><Relationship Id="rId3" Type="http://schemas.openxmlformats.org/officeDocument/2006/relationships/image" Target="../media/image533.png"/><Relationship Id="rId12" Type="http://schemas.openxmlformats.org/officeDocument/2006/relationships/customXml" Target="../ink/ink484.xml"/><Relationship Id="rId17" Type="http://schemas.openxmlformats.org/officeDocument/2006/relationships/image" Target="../media/image541.png"/><Relationship Id="rId25" Type="http://schemas.openxmlformats.org/officeDocument/2006/relationships/image" Target="../media/image545.png"/><Relationship Id="rId33" Type="http://schemas.openxmlformats.org/officeDocument/2006/relationships/image" Target="../media/image549.png"/><Relationship Id="rId38" Type="http://schemas.openxmlformats.org/officeDocument/2006/relationships/customXml" Target="../ink/ink497.xml"/><Relationship Id="rId46" Type="http://schemas.openxmlformats.org/officeDocument/2006/relationships/customXml" Target="../ink/ink501.xml"/><Relationship Id="rId59" Type="http://schemas.openxmlformats.org/officeDocument/2006/relationships/image" Target="../media/image562.png"/><Relationship Id="rId67" Type="http://schemas.openxmlformats.org/officeDocument/2006/relationships/image" Target="../media/image566.png"/><Relationship Id="rId20" Type="http://schemas.openxmlformats.org/officeDocument/2006/relationships/customXml" Target="../ink/ink488.xml"/><Relationship Id="rId41" Type="http://schemas.openxmlformats.org/officeDocument/2006/relationships/image" Target="../media/image553.png"/><Relationship Id="rId54" Type="http://schemas.openxmlformats.org/officeDocument/2006/relationships/customXml" Target="../ink/ink505.xml"/><Relationship Id="rId62" Type="http://schemas.openxmlformats.org/officeDocument/2006/relationships/customXml" Target="../ink/ink509.xml"/><Relationship Id="rId70" Type="http://schemas.openxmlformats.org/officeDocument/2006/relationships/customXml" Target="../ink/ink513.xml"/><Relationship Id="rId75" Type="http://schemas.openxmlformats.org/officeDocument/2006/relationships/image" Target="../media/image570.png"/><Relationship Id="rId1" Type="http://schemas.openxmlformats.org/officeDocument/2006/relationships/slideLayout" Target="../slideLayouts/slideLayout3.xml"/><Relationship Id="rId6" Type="http://schemas.openxmlformats.org/officeDocument/2006/relationships/image" Target="../media/image535.png"/><Relationship Id="rId15" Type="http://schemas.openxmlformats.org/officeDocument/2006/relationships/image" Target="../media/image540.png"/><Relationship Id="rId23" Type="http://schemas.openxmlformats.org/officeDocument/2006/relationships/image" Target="../media/image544.png"/><Relationship Id="rId28" Type="http://schemas.openxmlformats.org/officeDocument/2006/relationships/customXml" Target="../ink/ink492.xml"/><Relationship Id="rId36" Type="http://schemas.openxmlformats.org/officeDocument/2006/relationships/customXml" Target="../ink/ink496.xml"/><Relationship Id="rId49" Type="http://schemas.openxmlformats.org/officeDocument/2006/relationships/image" Target="../media/image557.png"/><Relationship Id="rId57" Type="http://schemas.openxmlformats.org/officeDocument/2006/relationships/image" Target="../media/image561.png"/><Relationship Id="rId10" Type="http://schemas.openxmlformats.org/officeDocument/2006/relationships/customXml" Target="../ink/ink483.xml"/><Relationship Id="rId31" Type="http://schemas.openxmlformats.org/officeDocument/2006/relationships/image" Target="../media/image548.png"/><Relationship Id="rId44" Type="http://schemas.openxmlformats.org/officeDocument/2006/relationships/customXml" Target="../ink/ink500.xml"/><Relationship Id="rId52" Type="http://schemas.openxmlformats.org/officeDocument/2006/relationships/customXml" Target="../ink/ink504.xml"/><Relationship Id="rId60" Type="http://schemas.openxmlformats.org/officeDocument/2006/relationships/customXml" Target="../ink/ink508.xml"/><Relationship Id="rId65" Type="http://schemas.openxmlformats.org/officeDocument/2006/relationships/image" Target="../media/image565.png"/><Relationship Id="rId73" Type="http://schemas.openxmlformats.org/officeDocument/2006/relationships/image" Target="../media/image569.png"/><Relationship Id="rId78" Type="http://schemas.openxmlformats.org/officeDocument/2006/relationships/customXml" Target="../ink/ink517.xml"/><Relationship Id="rId4" Type="http://schemas.openxmlformats.org/officeDocument/2006/relationships/image" Target="../media/image534.png"/><Relationship Id="rId9" Type="http://schemas.openxmlformats.org/officeDocument/2006/relationships/image" Target="../media/image537.png"/><Relationship Id="rId13" Type="http://schemas.openxmlformats.org/officeDocument/2006/relationships/image" Target="../media/image539.png"/><Relationship Id="rId18" Type="http://schemas.openxmlformats.org/officeDocument/2006/relationships/customXml" Target="../ink/ink487.xml"/><Relationship Id="rId39" Type="http://schemas.openxmlformats.org/officeDocument/2006/relationships/image" Target="../media/image552.png"/><Relationship Id="rId34" Type="http://schemas.openxmlformats.org/officeDocument/2006/relationships/customXml" Target="../ink/ink495.xml"/><Relationship Id="rId50" Type="http://schemas.openxmlformats.org/officeDocument/2006/relationships/customXml" Target="../ink/ink503.xml"/><Relationship Id="rId55" Type="http://schemas.openxmlformats.org/officeDocument/2006/relationships/image" Target="../media/image560.png"/><Relationship Id="rId76" Type="http://schemas.openxmlformats.org/officeDocument/2006/relationships/customXml" Target="../ink/ink516.xml"/><Relationship Id="rId7" Type="http://schemas.openxmlformats.org/officeDocument/2006/relationships/image" Target="../media/image536.png"/><Relationship Id="rId71" Type="http://schemas.openxmlformats.org/officeDocument/2006/relationships/image" Target="../media/image568.png"/><Relationship Id="rId2" Type="http://schemas.openxmlformats.org/officeDocument/2006/relationships/notesSlide" Target="../notesSlides/notesSlide51.xml"/><Relationship Id="rId29" Type="http://schemas.openxmlformats.org/officeDocument/2006/relationships/image" Target="../media/image547.png"/></Relationships>
</file>

<file path=ppt/slides/_rels/slide52.xml.rels><?xml version="1.0" encoding="UTF-8" standalone="yes"?>
<Relationships xmlns="http://schemas.openxmlformats.org/package/2006/relationships"><Relationship Id="rId3" Type="http://schemas.openxmlformats.org/officeDocument/2006/relationships/image" Target="../media/image573.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574.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575.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57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577.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578.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579.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580.jp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581.jp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82.jp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6"/>
          <p:cNvSpPr txBox="1">
            <a:spLocks noGrp="1"/>
          </p:cNvSpPr>
          <p:nvPr>
            <p:ph type="ctrTitle"/>
          </p:nvPr>
        </p:nvSpPr>
        <p:spPr>
          <a:xfrm>
            <a:off x="4008437" y="2770187"/>
            <a:ext cx="7804200" cy="1344600"/>
          </a:xfrm>
          <a:prstGeom prst="rect">
            <a:avLst/>
          </a:prstGeom>
          <a:noFill/>
          <a:ln>
            <a:noFill/>
          </a:ln>
        </p:spPr>
        <p:txBody>
          <a:bodyPr spcFirstLastPara="1" wrap="square" lIns="68550" tIns="34275" rIns="68550" bIns="34275" anchor="ctr" anchorCtr="0">
            <a:normAutofit/>
          </a:bodyPr>
          <a:lstStyle/>
          <a:p>
            <a:pPr marL="0" lvl="0" indent="0" algn="ctr" rtl="0">
              <a:lnSpc>
                <a:spcPct val="90000"/>
              </a:lnSpc>
              <a:spcBef>
                <a:spcPts val="0"/>
              </a:spcBef>
              <a:spcAft>
                <a:spcPts val="0"/>
              </a:spcAft>
              <a:buSzPts val="3200"/>
              <a:buNone/>
            </a:pPr>
            <a:r>
              <a:rPr lang="en-US" sz="4000" b="1" i="0" u="none">
                <a:solidFill>
                  <a:srgbClr val="FFFFFF"/>
                </a:solidFill>
                <a:latin typeface="Arial"/>
                <a:ea typeface="Arial"/>
                <a:cs typeface="Arial"/>
                <a:sym typeface="Arial"/>
              </a:rPr>
              <a:t>Introduction to </a:t>
            </a:r>
            <a:br>
              <a:rPr lang="en-US" sz="4000" b="1" i="0" u="none">
                <a:solidFill>
                  <a:srgbClr val="FFFFFF"/>
                </a:solidFill>
                <a:latin typeface="Arial"/>
                <a:ea typeface="Arial"/>
                <a:cs typeface="Arial"/>
                <a:sym typeface="Arial"/>
              </a:rPr>
            </a:br>
            <a:r>
              <a:rPr lang="en-US" sz="4000" b="1" i="0" u="none">
                <a:solidFill>
                  <a:srgbClr val="FFFFFF"/>
                </a:solidFill>
                <a:latin typeface="Arial"/>
                <a:ea typeface="Arial"/>
                <a:cs typeface="Arial"/>
                <a:sym typeface="Arial"/>
              </a:rPr>
              <a:t>Statistical Methods</a:t>
            </a:r>
            <a:r>
              <a:rPr lang="en-US" sz="3600" b="1" i="0" u="none">
                <a:solidFill>
                  <a:srgbClr val="FFFFFF"/>
                </a:solidFill>
                <a:latin typeface="Calibri"/>
                <a:ea typeface="Calibri"/>
                <a:cs typeface="Calibri"/>
                <a:sym typeface="Calibri"/>
              </a:rPr>
              <a:t> </a:t>
            </a:r>
            <a:endParaRPr/>
          </a:p>
        </p:txBody>
      </p:sp>
      <p:sp>
        <p:nvSpPr>
          <p:cNvPr id="336" name="Google Shape;336;p56"/>
          <p:cNvSpPr txBox="1">
            <a:spLocks noGrp="1"/>
          </p:cNvSpPr>
          <p:nvPr>
            <p:ph type="body" idx="2"/>
          </p:nvPr>
        </p:nvSpPr>
        <p:spPr>
          <a:xfrm>
            <a:off x="5416550" y="4953000"/>
            <a:ext cx="5034000" cy="914400"/>
          </a:xfrm>
          <a:prstGeom prst="rect">
            <a:avLst/>
          </a:prstGeom>
          <a:noFill/>
          <a:ln>
            <a:noFill/>
          </a:ln>
        </p:spPr>
        <p:txBody>
          <a:bodyPr spcFirstLastPara="1" wrap="square" lIns="68550" tIns="34275" rIns="68550" bIns="34275" anchor="t" anchorCtr="0">
            <a:noAutofit/>
          </a:bodyPr>
          <a:lstStyle/>
          <a:p>
            <a:pPr marL="0" lvl="0" indent="0" algn="ctr" rtl="0">
              <a:lnSpc>
                <a:spcPct val="90000"/>
              </a:lnSpc>
              <a:spcBef>
                <a:spcPts val="0"/>
              </a:spcBef>
              <a:spcAft>
                <a:spcPts val="0"/>
              </a:spcAft>
              <a:buSzPts val="1700"/>
              <a:buNone/>
            </a:pPr>
            <a:r>
              <a:rPr lang="en-US" sz="2400" b="1" i="0" u="none">
                <a:solidFill>
                  <a:schemeClr val="dk1"/>
                </a:solidFill>
                <a:latin typeface="Helvetica Neue"/>
                <a:ea typeface="Helvetica Neue"/>
                <a:cs typeface="Helvetica Neue"/>
                <a:sym typeface="Helvetica Neue"/>
              </a:rPr>
              <a:t>ISM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7"/>
          <p:cNvSpPr txBox="1">
            <a:spLocks noGrp="1"/>
          </p:cNvSpPr>
          <p:nvPr>
            <p:ph type="body" idx="1"/>
          </p:nvPr>
        </p:nvSpPr>
        <p:spPr>
          <a:xfrm>
            <a:off x="2147887" y="2873375"/>
            <a:ext cx="7886700" cy="939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None/>
            </a:pPr>
            <a:r>
              <a:rPr lang="en-US" sz="2800" b="1" i="0" u="none" dirty="0">
                <a:solidFill>
                  <a:schemeClr val="dk1"/>
                </a:solidFill>
                <a:latin typeface="Calibri"/>
                <a:ea typeface="Calibri"/>
                <a:cs typeface="Calibri"/>
                <a:sym typeface="Calibri"/>
              </a:rPr>
              <a:t>Session 7</a:t>
            </a:r>
            <a:endParaRPr dirty="0"/>
          </a:p>
          <a:p>
            <a:pPr marL="0" lvl="0" indent="0" algn="ctr" rtl="0">
              <a:lnSpc>
                <a:spcPct val="90000"/>
              </a:lnSpc>
              <a:spcBef>
                <a:spcPts val="0"/>
              </a:spcBef>
              <a:spcAft>
                <a:spcPts val="0"/>
              </a:spcAft>
              <a:buClr>
                <a:schemeClr val="dk1"/>
              </a:buClr>
              <a:buSzPts val="2800"/>
              <a:buNone/>
            </a:pPr>
            <a:r>
              <a:rPr lang="en-US" sz="2800" b="1" i="0" u="none" dirty="0">
                <a:solidFill>
                  <a:schemeClr val="dk1"/>
                </a:solidFill>
                <a:latin typeface="Calibri"/>
                <a:ea typeface="Calibri"/>
                <a:cs typeface="Calibri"/>
                <a:sym typeface="Calibri"/>
              </a:rPr>
              <a:t>(</a:t>
            </a:r>
            <a:r>
              <a:rPr lang="en-US" sz="2800" b="1" dirty="0">
                <a:solidFill>
                  <a:schemeClr val="dk1"/>
                </a:solidFill>
                <a:latin typeface="Calibri"/>
                <a:ea typeface="Calibri"/>
                <a:cs typeface="Calibri"/>
                <a:sym typeface="Calibri"/>
              </a:rPr>
              <a:t>6</a:t>
            </a:r>
            <a:r>
              <a:rPr lang="en-US" sz="2800" b="1" i="0" u="none" baseline="30000" dirty="0">
                <a:solidFill>
                  <a:schemeClr val="dk1"/>
                </a:solidFill>
                <a:latin typeface="Calibri"/>
                <a:ea typeface="Calibri"/>
                <a:cs typeface="Calibri"/>
                <a:sym typeface="Calibri"/>
              </a:rPr>
              <a:t>th</a:t>
            </a:r>
            <a:r>
              <a:rPr lang="en-US" sz="2800" b="1" i="0" u="none" dirty="0">
                <a:solidFill>
                  <a:schemeClr val="dk1"/>
                </a:solidFill>
                <a:latin typeface="Calibri"/>
                <a:ea typeface="Calibri"/>
                <a:cs typeface="Calibri"/>
                <a:sym typeface="Calibri"/>
              </a:rPr>
              <a:t> December / 7</a:t>
            </a:r>
            <a:r>
              <a:rPr lang="en-US" sz="2800" b="1" baseline="30000" dirty="0">
                <a:solidFill>
                  <a:schemeClr val="dk1"/>
                </a:solidFill>
                <a:latin typeface="Calibri"/>
                <a:ea typeface="Calibri"/>
                <a:cs typeface="Calibri"/>
                <a:sym typeface="Calibri"/>
              </a:rPr>
              <a:t> </a:t>
            </a:r>
            <a:r>
              <a:rPr lang="en-US" sz="2800" b="1" baseline="30000" dirty="0" err="1">
                <a:solidFill>
                  <a:schemeClr val="dk1"/>
                </a:solidFill>
                <a:latin typeface="Calibri"/>
                <a:ea typeface="Calibri"/>
                <a:cs typeface="Calibri"/>
                <a:sym typeface="Calibri"/>
              </a:rPr>
              <a:t>th</a:t>
            </a:r>
            <a:r>
              <a:rPr lang="en-US" sz="2800" b="1" i="0" u="none" dirty="0">
                <a:solidFill>
                  <a:schemeClr val="dk1"/>
                </a:solidFill>
                <a:latin typeface="Calibri"/>
                <a:ea typeface="Calibri"/>
                <a:cs typeface="Calibri"/>
                <a:sym typeface="Calibri"/>
              </a:rPr>
              <a:t> December 2025)</a:t>
            </a:r>
            <a:endParaRPr dirty="0"/>
          </a:p>
          <a:p>
            <a:pPr marL="0" lvl="0" indent="0" algn="ctr" rtl="0">
              <a:lnSpc>
                <a:spcPct val="90000"/>
              </a:lnSpc>
              <a:spcBef>
                <a:spcPts val="0"/>
              </a:spcBef>
              <a:spcAft>
                <a:spcPts val="0"/>
              </a:spcAft>
              <a:buClr>
                <a:srgbClr val="888888"/>
              </a:buClr>
              <a:buSzPts val="1600"/>
              <a:buNone/>
            </a:pPr>
            <a:endParaRPr sz="1600" b="1" i="0" u="none" dirty="0">
              <a:solidFill>
                <a:schemeClr val="dk1"/>
              </a:solidFill>
              <a:latin typeface="Helvetica Neue Light"/>
              <a:ea typeface="Helvetica Neue Light"/>
              <a:cs typeface="Helvetica Neue Light"/>
              <a:sym typeface="Helvetica Neue Light"/>
            </a:endParaRPr>
          </a:p>
          <a:p>
            <a:pPr marL="0" lvl="0" indent="0" algn="r" rtl="0">
              <a:lnSpc>
                <a:spcPct val="90000"/>
              </a:lnSpc>
              <a:spcBef>
                <a:spcPts val="750"/>
              </a:spcBef>
              <a:spcAft>
                <a:spcPts val="0"/>
              </a:spcAft>
              <a:buClr>
                <a:srgbClr val="888888"/>
              </a:buClr>
              <a:buSzPts val="1600"/>
              <a:buNone/>
            </a:pPr>
            <a:endParaRPr sz="1600" b="1" i="0" u="none" dirty="0">
              <a:solidFill>
                <a:schemeClr val="dk1"/>
              </a:solidFill>
              <a:latin typeface="Helvetica Neue Light"/>
              <a:ea typeface="Helvetica Neue Light"/>
              <a:cs typeface="Helvetica Neue Light"/>
              <a:sym typeface="Helvetica Neue Light"/>
            </a:endParaRPr>
          </a:p>
        </p:txBody>
      </p:sp>
      <p:sp>
        <p:nvSpPr>
          <p:cNvPr id="342" name="Google Shape;342;p57"/>
          <p:cNvSpPr txBox="1"/>
          <p:nvPr/>
        </p:nvSpPr>
        <p:spPr>
          <a:xfrm>
            <a:off x="1427162" y="5168900"/>
            <a:ext cx="9204300" cy="523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Franklin Gothic"/>
              <a:buNone/>
            </a:pPr>
            <a:r>
              <a:rPr lang="en-US" sz="2800" b="0" i="0" u="none" strike="noStrike" cap="none" dirty="0">
                <a:solidFill>
                  <a:schemeClr val="dk1"/>
                </a:solidFill>
                <a:latin typeface="Franklin Gothic"/>
                <a:ea typeface="Franklin Gothic"/>
                <a:cs typeface="Franklin Gothic"/>
                <a:sym typeface="Franklin Gothic"/>
              </a:rPr>
              <a:t>Sampling Distribution and Estimation</a:t>
            </a:r>
            <a:endParaRPr dirty="0"/>
          </a:p>
        </p:txBody>
      </p:sp>
      <p:sp>
        <p:nvSpPr>
          <p:cNvPr id="343" name="Google Shape;343;p57"/>
          <p:cNvSpPr txBox="1"/>
          <p:nvPr/>
        </p:nvSpPr>
        <p:spPr>
          <a:xfrm>
            <a:off x="368300" y="320675"/>
            <a:ext cx="5021400" cy="1792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Times New Roman"/>
              <a:buNone/>
            </a:pPr>
            <a:r>
              <a:rPr lang="en-US" sz="1800" b="0" i="0" u="none" strike="noStrike" cap="none" dirty="0">
                <a:solidFill>
                  <a:srgbClr val="000000"/>
                </a:solidFill>
                <a:latin typeface="Times New Roman"/>
                <a:ea typeface="Times New Roman"/>
                <a:cs typeface="Times New Roman"/>
                <a:sym typeface="Times New Roman"/>
              </a:rPr>
              <a:t>Section: 7</a:t>
            </a:r>
            <a:endParaRPr dirty="0"/>
          </a:p>
          <a:p>
            <a:pPr marL="0" marR="0" lvl="0" indent="0" algn="l" rtl="0">
              <a:lnSpc>
                <a:spcPct val="90000"/>
              </a:lnSpc>
              <a:spcBef>
                <a:spcPts val="700"/>
              </a:spcBef>
              <a:spcAft>
                <a:spcPts val="0"/>
              </a:spcAft>
              <a:buClr>
                <a:srgbClr val="000000"/>
              </a:buClr>
              <a:buSzPts val="1800"/>
              <a:buFont typeface="Times New Roman"/>
              <a:buNone/>
            </a:pPr>
            <a:r>
              <a:rPr lang="en-US" sz="1800" b="0" i="0" u="none" strike="noStrike" cap="none" dirty="0">
                <a:solidFill>
                  <a:srgbClr val="000000"/>
                </a:solidFill>
                <a:latin typeface="Times New Roman"/>
                <a:ea typeface="Times New Roman"/>
                <a:cs typeface="Times New Roman"/>
                <a:sym typeface="Times New Roman"/>
              </a:rPr>
              <a:t>Faculty Name </a:t>
            </a:r>
            <a:r>
              <a:rPr lang="en-US" sz="1800" dirty="0">
                <a:latin typeface="Times New Roman"/>
                <a:ea typeface="Times New Roman"/>
                <a:cs typeface="Times New Roman"/>
                <a:sym typeface="Times New Roman"/>
              </a:rPr>
              <a:t>: Dr. V. Srinivasan</a:t>
            </a:r>
            <a:r>
              <a:rPr lang="en-US" sz="1800" b="0" i="0" u="none" strike="noStrike" cap="none" dirty="0">
                <a:solidFill>
                  <a:srgbClr val="000000"/>
                </a:solidFill>
                <a:latin typeface="Times New Roman"/>
                <a:ea typeface="Times New Roman"/>
                <a:cs typeface="Times New Roman"/>
                <a:sym typeface="Times New Roman"/>
              </a:rPr>
              <a:t> </a:t>
            </a:r>
            <a:endParaRPr dirty="0"/>
          </a:p>
          <a:p>
            <a:pPr marL="0" marR="0" lvl="0" indent="0" algn="l" rtl="0">
              <a:lnSpc>
                <a:spcPct val="90000"/>
              </a:lnSpc>
              <a:spcBef>
                <a:spcPts val="700"/>
              </a:spcBef>
              <a:spcAft>
                <a:spcPts val="0"/>
              </a:spcAft>
              <a:buClr>
                <a:srgbClr val="000000"/>
              </a:buClr>
              <a:buSzPts val="1800"/>
              <a:buFont typeface="Times New Roman"/>
              <a:buNone/>
            </a:pPr>
            <a:r>
              <a:rPr lang="en-US" sz="1800" b="0" i="0" u="none" strike="noStrike" cap="none" dirty="0">
                <a:solidFill>
                  <a:srgbClr val="000000"/>
                </a:solidFill>
                <a:latin typeface="Times New Roman"/>
                <a:ea typeface="Times New Roman"/>
                <a:cs typeface="Times New Roman"/>
                <a:sym typeface="Times New Roman"/>
              </a:rPr>
              <a:t>Email : vsrinivasan@wilp.bits-pilani.ac.in</a:t>
            </a:r>
            <a:endParaRPr dirty="0"/>
          </a:p>
          <a:p>
            <a:pPr marL="0" marR="0" lvl="0" indent="0" algn="l" rtl="0">
              <a:lnSpc>
                <a:spcPct val="90000"/>
              </a:lnSpc>
              <a:spcBef>
                <a:spcPts val="700"/>
              </a:spcBef>
              <a:spcAft>
                <a:spcPts val="0"/>
              </a:spcAft>
              <a:buClr>
                <a:srgbClr val="000000"/>
              </a:buClr>
              <a:buSzPts val="1800"/>
              <a:buFont typeface="Times New Roman"/>
              <a:buNone/>
            </a:pPr>
            <a:r>
              <a:rPr lang="en-US" sz="1800" b="0" i="0" u="none" strike="noStrike" cap="none" dirty="0">
                <a:solidFill>
                  <a:srgbClr val="000000"/>
                </a:solidFill>
                <a:latin typeface="Times New Roman"/>
                <a:ea typeface="Times New Roman"/>
                <a:cs typeface="Times New Roman"/>
                <a:sym typeface="Times New Roman"/>
              </a:rPr>
              <a:t>LF: Dr. Murali Kumar Jilla</a:t>
            </a:r>
            <a:endParaRPr dirty="0"/>
          </a:p>
          <a:p>
            <a:pPr marL="0" marR="0" lvl="0" indent="0" algn="l" rtl="0">
              <a:lnSpc>
                <a:spcPct val="90000"/>
              </a:lnSpc>
              <a:spcBef>
                <a:spcPts val="700"/>
              </a:spcBef>
              <a:spcAft>
                <a:spcPts val="0"/>
              </a:spcAft>
              <a:buClr>
                <a:srgbClr val="000000"/>
              </a:buClr>
              <a:buSzPts val="1800"/>
              <a:buFont typeface="Times New Roman"/>
              <a:buNone/>
            </a:pPr>
            <a:r>
              <a:rPr lang="en-US" sz="1800" b="0" i="0" u="none" strike="noStrike" cap="none" dirty="0">
                <a:solidFill>
                  <a:srgbClr val="000000"/>
                </a:solidFill>
                <a:latin typeface="Times New Roman"/>
                <a:ea typeface="Times New Roman"/>
                <a:cs typeface="Times New Roman"/>
                <a:sym typeface="Times New Roman"/>
              </a:rPr>
              <a:t>Email: muralikumarj@wilp.bits-pilani.ac.in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8"/>
          <p:cNvSpPr txBox="1">
            <a:spLocks noGrp="1"/>
          </p:cNvSpPr>
          <p:nvPr>
            <p:ph type="title"/>
          </p:nvPr>
        </p:nvSpPr>
        <p:spPr>
          <a:xfrm>
            <a:off x="0" y="176212"/>
            <a:ext cx="10160100" cy="749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Calibri"/>
              <a:buNone/>
            </a:pPr>
            <a:br>
              <a:rPr lang="en-US" sz="3200" b="1" i="0" u="none">
                <a:solidFill>
                  <a:schemeClr val="lt1"/>
                </a:solidFill>
                <a:latin typeface="Calibri"/>
                <a:ea typeface="Calibri"/>
                <a:cs typeface="Calibri"/>
                <a:sym typeface="Calibri"/>
              </a:rPr>
            </a:br>
            <a:r>
              <a:rPr lang="en-US" sz="3200" b="1" i="0" u="none">
                <a:solidFill>
                  <a:schemeClr val="lt1"/>
                </a:solidFill>
                <a:latin typeface="Calibri"/>
                <a:ea typeface="Calibri"/>
                <a:cs typeface="Calibri"/>
                <a:sym typeface="Calibri"/>
              </a:rPr>
              <a:t>Contact Session 7</a:t>
            </a:r>
            <a:br>
              <a:rPr lang="en-US" sz="3200" b="1" i="0" u="none">
                <a:solidFill>
                  <a:schemeClr val="lt1"/>
                </a:solidFill>
                <a:latin typeface="Calibri"/>
                <a:ea typeface="Calibri"/>
                <a:cs typeface="Calibri"/>
                <a:sym typeface="Calibri"/>
              </a:rPr>
            </a:br>
            <a:endParaRPr/>
          </a:p>
        </p:txBody>
      </p:sp>
      <p:pic>
        <p:nvPicPr>
          <p:cNvPr id="349" name="Google Shape;349;p58"/>
          <p:cNvPicPr preferRelativeResize="0"/>
          <p:nvPr/>
        </p:nvPicPr>
        <p:blipFill rotWithShape="1">
          <a:blip r:embed="rId3">
            <a:alphaModFix/>
          </a:blip>
          <a:srcRect/>
          <a:stretch/>
        </p:blipFill>
        <p:spPr>
          <a:xfrm>
            <a:off x="1301750" y="1177925"/>
            <a:ext cx="9264651" cy="28209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Agenda</a:t>
            </a:r>
            <a:endParaRPr/>
          </a:p>
        </p:txBody>
      </p:sp>
      <p:sp>
        <p:nvSpPr>
          <p:cNvPr id="355" name="Google Shape;355;p59"/>
          <p:cNvSpPr txBox="1">
            <a:spLocks noGrp="1"/>
          </p:cNvSpPr>
          <p:nvPr>
            <p:ph type="body" idx="1"/>
          </p:nvPr>
        </p:nvSpPr>
        <p:spPr>
          <a:xfrm>
            <a:off x="857250" y="1600200"/>
            <a:ext cx="10160100" cy="2728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sz="2800" b="1" i="0" u="none" dirty="0">
                <a:solidFill>
                  <a:schemeClr val="dk1"/>
                </a:solidFill>
                <a:latin typeface="Calibri"/>
                <a:ea typeface="Calibri"/>
                <a:cs typeface="Calibri"/>
                <a:sym typeface="Calibri"/>
              </a:rPr>
              <a:t>Random Sampling</a:t>
            </a:r>
            <a:endParaRPr dirty="0"/>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dirty="0">
                <a:solidFill>
                  <a:schemeClr val="dk1"/>
                </a:solidFill>
                <a:latin typeface="Calibri"/>
                <a:ea typeface="Calibri"/>
                <a:cs typeface="Calibri"/>
                <a:sym typeface="Calibri"/>
              </a:rPr>
              <a:t>Sampling Distribution and Central Limit Theorem </a:t>
            </a:r>
            <a:endParaRPr dirty="0"/>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dirty="0">
                <a:solidFill>
                  <a:schemeClr val="dk1"/>
                </a:solidFill>
                <a:latin typeface="Calibri"/>
                <a:ea typeface="Calibri"/>
                <a:cs typeface="Calibri"/>
                <a:sym typeface="Calibri"/>
              </a:rPr>
              <a:t>Point Estimation</a:t>
            </a:r>
            <a:endParaRPr dirty="0"/>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dirty="0">
                <a:solidFill>
                  <a:schemeClr val="dk1"/>
                </a:solidFill>
                <a:latin typeface="Calibri"/>
                <a:ea typeface="Calibri"/>
                <a:cs typeface="Calibri"/>
                <a:sym typeface="Calibri"/>
              </a:rPr>
              <a:t>Interval Estimation</a:t>
            </a:r>
            <a:endParaRPr dirty="0"/>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dirty="0">
                <a:solidFill>
                  <a:schemeClr val="dk1"/>
                </a:solidFill>
                <a:latin typeface="Calibri"/>
                <a:ea typeface="Calibri"/>
                <a:cs typeface="Calibri"/>
                <a:sym typeface="Calibri"/>
              </a:rPr>
              <a:t>Confidence Interval</a:t>
            </a:r>
            <a:endParaRPr sz="2800" b="1" i="0" u="none" dirty="0">
              <a:solidFill>
                <a:schemeClr val="dk1"/>
              </a:solidFill>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sz="2800" b="1" i="0" u="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alibri"/>
              <a:buNone/>
            </a:pPr>
            <a:r>
              <a:rPr lang="en-US" sz="4000" b="1" i="0" u="none">
                <a:solidFill>
                  <a:schemeClr val="lt1"/>
                </a:solidFill>
                <a:latin typeface="Calibri"/>
                <a:ea typeface="Calibri"/>
                <a:cs typeface="Calibri"/>
                <a:sym typeface="Calibri"/>
              </a:rPr>
              <a:t>Population and Sample</a:t>
            </a:r>
            <a:endParaRPr/>
          </a:p>
        </p:txBody>
      </p:sp>
      <p:sp>
        <p:nvSpPr>
          <p:cNvPr id="361" name="Google Shape;361;p60"/>
          <p:cNvSpPr txBox="1"/>
          <p:nvPr/>
        </p:nvSpPr>
        <p:spPr>
          <a:xfrm>
            <a:off x="439737" y="1128712"/>
            <a:ext cx="10920300" cy="4930800"/>
          </a:xfrm>
          <a:prstGeom prst="rect">
            <a:avLst/>
          </a:prstGeom>
          <a:noFill/>
          <a:ln>
            <a:noFill/>
          </a:ln>
        </p:spPr>
        <p:txBody>
          <a:bodyPr spcFirstLastPara="1" wrap="square" lIns="91425" tIns="45700" rIns="91425" bIns="45700" anchor="t" anchorCtr="0">
            <a:noAutofit/>
          </a:bodyPr>
          <a:lstStyle/>
          <a:p>
            <a:pPr marL="852487" marR="0" lvl="0" indent="-457200" algn="just" rtl="0">
              <a:lnSpc>
                <a:spcPct val="115000"/>
              </a:lnSpc>
              <a:spcBef>
                <a:spcPts val="0"/>
              </a:spcBef>
              <a:spcAft>
                <a:spcPts val="0"/>
              </a:spcAft>
              <a:buClr>
                <a:srgbClr val="0033CC"/>
              </a:buClr>
              <a:buSzPts val="2800"/>
              <a:buFont typeface="Noto Sans Symbols"/>
              <a:buChar char="⮚"/>
            </a:pPr>
            <a:r>
              <a:rPr lang="en-US" sz="2800" b="1" i="0" u="none" strike="noStrike" cap="none" dirty="0">
                <a:solidFill>
                  <a:srgbClr val="0033CC"/>
                </a:solidFill>
                <a:latin typeface="Calibri"/>
                <a:ea typeface="Calibri"/>
                <a:cs typeface="Calibri"/>
                <a:sym typeface="Calibri"/>
              </a:rPr>
              <a:t>POPULATION</a:t>
            </a:r>
            <a:r>
              <a:rPr lang="en-US" sz="2800" b="0" i="0" u="none" strike="noStrike" cap="none" dirty="0">
                <a:solidFill>
                  <a:srgbClr val="000000"/>
                </a:solidFill>
                <a:latin typeface="Calibri"/>
                <a:ea typeface="Calibri"/>
                <a:cs typeface="Calibri"/>
                <a:sym typeface="Calibri"/>
              </a:rPr>
              <a:t> (Big data or Huge or Massive data)</a:t>
            </a:r>
            <a:endParaRPr dirty="0"/>
          </a:p>
          <a:p>
            <a:pPr marL="852487" marR="0" lvl="0" indent="-457200" algn="just" rtl="0">
              <a:lnSpc>
                <a:spcPct val="115000"/>
              </a:lnSpc>
              <a:spcBef>
                <a:spcPts val="2100"/>
              </a:spcBef>
              <a:spcAft>
                <a:spcPts val="0"/>
              </a:spcAft>
              <a:buClr>
                <a:srgbClr val="000000"/>
              </a:buClr>
              <a:buSzPts val="2800"/>
              <a:buFont typeface="Calibri"/>
              <a:buNone/>
            </a:pPr>
            <a:r>
              <a:rPr lang="en-US" sz="2800" b="0" i="0" u="none" strike="noStrike" cap="none" dirty="0">
                <a:solidFill>
                  <a:srgbClr val="000000"/>
                </a:solidFill>
                <a:latin typeface="Calibri"/>
                <a:ea typeface="Calibri"/>
                <a:cs typeface="Calibri"/>
                <a:sym typeface="Calibri"/>
              </a:rPr>
              <a:t>A population is the aggregate of facts (Data). It is the set of all elements of interest for a specific aim and objectives. The process of conducting a survey to collect data for the entire population is called a census. </a:t>
            </a:r>
            <a:endParaRPr dirty="0"/>
          </a:p>
          <a:p>
            <a:pPr marL="852487" marR="0" lvl="0" indent="-457200" algn="just" rtl="0">
              <a:lnSpc>
                <a:spcPct val="115000"/>
              </a:lnSpc>
              <a:spcBef>
                <a:spcPts val="2100"/>
              </a:spcBef>
              <a:spcAft>
                <a:spcPts val="0"/>
              </a:spcAft>
              <a:buClr>
                <a:schemeClr val="accent1"/>
              </a:buClr>
              <a:buSzPts val="2800"/>
              <a:buFont typeface="Noto Sans Symbols"/>
              <a:buChar char="⮚"/>
            </a:pPr>
            <a:r>
              <a:rPr lang="en-US" sz="2800" b="1" i="0" u="none" strike="noStrike" cap="none" dirty="0">
                <a:solidFill>
                  <a:schemeClr val="accent1"/>
                </a:solidFill>
                <a:latin typeface="Calibri"/>
                <a:ea typeface="Calibri"/>
                <a:cs typeface="Calibri"/>
                <a:sym typeface="Calibri"/>
              </a:rPr>
              <a:t>SAMPLE</a:t>
            </a:r>
            <a:r>
              <a:rPr lang="en-US" sz="2800" b="1" i="0" u="none" strike="noStrike" cap="none" dirty="0">
                <a:solidFill>
                  <a:srgbClr val="000000"/>
                </a:solidFill>
                <a:latin typeface="Calibri"/>
                <a:ea typeface="Calibri"/>
                <a:cs typeface="Calibri"/>
                <a:sym typeface="Calibri"/>
              </a:rPr>
              <a:t> </a:t>
            </a:r>
            <a:r>
              <a:rPr lang="en-US" sz="2800" b="0" i="0" u="none" strike="noStrike" cap="none" dirty="0">
                <a:solidFill>
                  <a:srgbClr val="000000"/>
                </a:solidFill>
                <a:latin typeface="Calibri"/>
                <a:ea typeface="Calibri"/>
                <a:cs typeface="Calibri"/>
                <a:sym typeface="Calibri"/>
              </a:rPr>
              <a:t>(Small data)</a:t>
            </a:r>
            <a:endParaRPr dirty="0"/>
          </a:p>
          <a:p>
            <a:pPr marL="852487" marR="0" lvl="0" indent="-457200" algn="just" rtl="0">
              <a:lnSpc>
                <a:spcPct val="115000"/>
              </a:lnSpc>
              <a:spcBef>
                <a:spcPts val="2100"/>
              </a:spcBef>
              <a:spcAft>
                <a:spcPts val="0"/>
              </a:spcAft>
              <a:buClr>
                <a:srgbClr val="000000"/>
              </a:buClr>
              <a:buSzPts val="2800"/>
              <a:buFont typeface="Calibri"/>
              <a:buNone/>
            </a:pPr>
            <a:r>
              <a:rPr lang="en-US" sz="2800" b="0" i="0" u="none" strike="noStrike" cap="none" dirty="0">
                <a:solidFill>
                  <a:srgbClr val="000000"/>
                </a:solidFill>
                <a:latin typeface="Calibri"/>
                <a:ea typeface="Calibri"/>
                <a:cs typeface="Calibri"/>
                <a:sym typeface="Calibri"/>
              </a:rPr>
              <a:t>A sample is a subset of the population. </a:t>
            </a:r>
            <a:r>
              <a:rPr lang="en-US" sz="2800" b="0" i="0" u="none" strike="noStrike" cap="none" dirty="0">
                <a:solidFill>
                  <a:schemeClr val="dk1"/>
                </a:solidFill>
                <a:latin typeface="Calibri"/>
                <a:ea typeface="Calibri"/>
                <a:cs typeface="Calibri"/>
                <a:sym typeface="Calibri"/>
              </a:rPr>
              <a:t>The process of conducting a survey to collect data for a sample is called a sample survey. </a:t>
            </a:r>
            <a:endParaRPr sz="28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1100"/>
              </a:spcBef>
              <a:spcAft>
                <a:spcPts val="0"/>
              </a:spcAft>
              <a:buNone/>
            </a:pPr>
            <a:endParaRPr sz="2800" b="0" i="0" u="none" dirty="0">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1"/>
          <p:cNvSpPr txBox="1"/>
          <p:nvPr/>
        </p:nvSpPr>
        <p:spPr>
          <a:xfrm>
            <a:off x="0" y="166687"/>
            <a:ext cx="8372400" cy="7239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4000"/>
              <a:buFont typeface="Calibri"/>
              <a:buNone/>
            </a:pPr>
            <a:r>
              <a:rPr lang="en-US" sz="4000" b="1" i="0" u="none">
                <a:solidFill>
                  <a:schemeClr val="lt1"/>
                </a:solidFill>
                <a:latin typeface="Calibri"/>
                <a:ea typeface="Calibri"/>
                <a:cs typeface="Calibri"/>
                <a:sym typeface="Calibri"/>
              </a:rPr>
              <a:t>Basic Terminology</a:t>
            </a:r>
            <a:endParaRPr/>
          </a:p>
        </p:txBody>
      </p:sp>
      <p:sp>
        <p:nvSpPr>
          <p:cNvPr id="368" name="Google Shape;368;p61"/>
          <p:cNvSpPr txBox="1"/>
          <p:nvPr/>
        </p:nvSpPr>
        <p:spPr>
          <a:xfrm>
            <a:off x="439737" y="1128712"/>
            <a:ext cx="11398200" cy="5272200"/>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15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Statistics uses data from a </a:t>
            </a:r>
            <a:r>
              <a:rPr lang="en-US" sz="2800" b="1" i="0" u="none" dirty="0">
                <a:solidFill>
                  <a:srgbClr val="0033CC"/>
                </a:solidFill>
                <a:latin typeface="Calibri"/>
                <a:ea typeface="Calibri"/>
                <a:cs typeface="Calibri"/>
                <a:sym typeface="Calibri"/>
              </a:rPr>
              <a:t>sample</a:t>
            </a:r>
            <a:r>
              <a:rPr lang="en-US" sz="2800" b="0" i="0" u="none" dirty="0">
                <a:solidFill>
                  <a:schemeClr val="dk1"/>
                </a:solidFill>
                <a:latin typeface="Calibri"/>
                <a:ea typeface="Calibri"/>
                <a:cs typeface="Calibri"/>
                <a:sym typeface="Calibri"/>
              </a:rPr>
              <a:t> to make </a:t>
            </a:r>
            <a:r>
              <a:rPr lang="en-US" sz="2800" b="1" i="0" u="none" dirty="0">
                <a:solidFill>
                  <a:srgbClr val="FF0000"/>
                </a:solidFill>
                <a:latin typeface="Calibri"/>
                <a:ea typeface="Calibri"/>
                <a:cs typeface="Calibri"/>
                <a:sym typeface="Calibri"/>
              </a:rPr>
              <a:t>estimates</a:t>
            </a:r>
            <a:r>
              <a:rPr lang="en-US" sz="2800" b="0" i="0" u="none" dirty="0">
                <a:solidFill>
                  <a:schemeClr val="dk1"/>
                </a:solidFill>
                <a:latin typeface="Calibri"/>
                <a:ea typeface="Calibri"/>
                <a:cs typeface="Calibri"/>
                <a:sym typeface="Calibri"/>
              </a:rPr>
              <a:t> and </a:t>
            </a:r>
            <a:endParaRPr dirty="0"/>
          </a:p>
          <a:p>
            <a:pPr marL="228600" marR="0" lvl="0" indent="-228600" algn="just" rtl="0">
              <a:lnSpc>
                <a:spcPct val="15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Testing of hypotheses about the characteristics of a population in the point of view of minimizing the resources(Money, Manpower, Material and Time) </a:t>
            </a:r>
            <a:endParaRPr dirty="0"/>
          </a:p>
          <a:p>
            <a:pPr marL="228600" marR="0" lvl="0" indent="-228600" algn="just" rtl="0">
              <a:lnSpc>
                <a:spcPct val="15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This process of Statistics is called </a:t>
            </a:r>
            <a:r>
              <a:rPr lang="en-US" sz="2800" b="1" i="0" u="none" dirty="0">
                <a:solidFill>
                  <a:srgbClr val="FF0000"/>
                </a:solidFill>
                <a:latin typeface="Calibri"/>
                <a:ea typeface="Calibri"/>
                <a:cs typeface="Calibri"/>
                <a:sym typeface="Calibri"/>
              </a:rPr>
              <a:t>Inferential Statistics</a:t>
            </a:r>
            <a:r>
              <a:rPr lang="en-US" sz="2800" b="0" i="0" u="none" dirty="0">
                <a:solidFill>
                  <a:schemeClr val="dk1"/>
                </a:solidFill>
                <a:latin typeface="Calibri"/>
                <a:ea typeface="Calibri"/>
                <a:cs typeface="Calibri"/>
                <a:sym typeface="Calibri"/>
              </a:rPr>
              <a:t>.</a:t>
            </a:r>
            <a:endParaRPr sz="2800" b="0" i="0" u="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800" b="0" i="0" u="none"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2"/>
          <p:cNvSpPr txBox="1"/>
          <p:nvPr/>
        </p:nvSpPr>
        <p:spPr>
          <a:xfrm>
            <a:off x="0" y="46037"/>
            <a:ext cx="9028200" cy="84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Parameter and Statistic</a:t>
            </a:r>
            <a:endParaRPr/>
          </a:p>
        </p:txBody>
      </p:sp>
      <p:sp>
        <p:nvSpPr>
          <p:cNvPr id="374" name="Google Shape;374;p62"/>
          <p:cNvSpPr txBox="1"/>
          <p:nvPr/>
        </p:nvSpPr>
        <p:spPr>
          <a:xfrm>
            <a:off x="465137" y="1182687"/>
            <a:ext cx="11166600" cy="4413300"/>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571500" marR="0" lvl="0" indent="-571500" algn="l" rtl="0">
              <a:lnSpc>
                <a:spcPct val="100000"/>
              </a:lnSpc>
              <a:spcBef>
                <a:spcPts val="0"/>
              </a:spcBef>
              <a:spcAft>
                <a:spcPts val="0"/>
              </a:spcAft>
              <a:buClr>
                <a:schemeClr val="dk1"/>
              </a:buClr>
              <a:buSzPts val="3600"/>
              <a:buFont typeface="Noto Sans Symbols"/>
              <a:buChar char="⮚"/>
            </a:pPr>
            <a:r>
              <a:rPr lang="en-US" sz="3600" b="1" i="0" u="none" dirty="0">
                <a:solidFill>
                  <a:schemeClr val="dk1"/>
                </a:solidFill>
                <a:latin typeface="Helvetica Neue"/>
                <a:ea typeface="Helvetica Neue"/>
                <a:cs typeface="Helvetica Neue"/>
                <a:sym typeface="Helvetica Neue"/>
              </a:rPr>
              <a:t> </a:t>
            </a:r>
            <a:r>
              <a:rPr lang="en-US" sz="2800" b="1" i="0" u="none" dirty="0">
                <a:solidFill>
                  <a:schemeClr val="dk1"/>
                </a:solidFill>
                <a:latin typeface="Calibri"/>
                <a:ea typeface="Calibri"/>
                <a:cs typeface="Calibri"/>
                <a:sym typeface="Calibri"/>
              </a:rPr>
              <a:t>Parameter: </a:t>
            </a:r>
            <a:endParaRPr dirty="0"/>
          </a:p>
          <a:p>
            <a:pPr marL="571500" marR="0" lvl="0" indent="-571500" algn="just" rtl="0">
              <a:lnSpc>
                <a:spcPct val="100000"/>
              </a:lnSpc>
              <a:spcBef>
                <a:spcPts val="480"/>
              </a:spcBef>
              <a:spcAft>
                <a:spcPts val="0"/>
              </a:spcAft>
              <a:buClr>
                <a:schemeClr val="dk1"/>
              </a:buClr>
              <a:buSzPts val="2400"/>
              <a:buFont typeface="Courier New"/>
              <a:buChar char="o"/>
            </a:pPr>
            <a:r>
              <a:rPr lang="en-US" sz="2400" b="0" i="0" u="none" dirty="0">
                <a:solidFill>
                  <a:schemeClr val="dk1"/>
                </a:solidFill>
                <a:latin typeface="Calibri"/>
                <a:ea typeface="Calibri"/>
                <a:cs typeface="Calibri"/>
                <a:sym typeface="Calibri"/>
              </a:rPr>
              <a:t>It is the population constants, whose values are generally unknown.</a:t>
            </a:r>
            <a:endParaRPr dirty="0"/>
          </a:p>
          <a:p>
            <a:pPr marL="571500" marR="0" lvl="0" indent="-571500" algn="just" rtl="0">
              <a:lnSpc>
                <a:spcPct val="100000"/>
              </a:lnSpc>
              <a:spcBef>
                <a:spcPts val="480"/>
              </a:spcBef>
              <a:spcAft>
                <a:spcPts val="0"/>
              </a:spcAft>
              <a:buClr>
                <a:schemeClr val="dk1"/>
              </a:buClr>
              <a:buSzPts val="2400"/>
              <a:buFont typeface="Courier New"/>
              <a:buChar char="o"/>
            </a:pPr>
            <a:r>
              <a:rPr lang="en-US" sz="2400" b="0" i="0" u="none" dirty="0">
                <a:solidFill>
                  <a:schemeClr val="dk1"/>
                </a:solidFill>
                <a:latin typeface="Calibri"/>
                <a:ea typeface="Calibri"/>
                <a:cs typeface="Calibri"/>
                <a:sym typeface="Calibri"/>
              </a:rPr>
              <a:t> The various statistical characteristics or constants of a population are:</a:t>
            </a:r>
            <a:endParaRPr dirty="0"/>
          </a:p>
          <a:p>
            <a:pPr marL="742950" marR="0" lvl="1" indent="-285750" algn="just" rtl="0">
              <a:lnSpc>
                <a:spcPct val="100000"/>
              </a:lnSpc>
              <a:spcBef>
                <a:spcPts val="48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Population Mean (μ), Population Variance (σ</a:t>
            </a:r>
            <a:r>
              <a:rPr lang="en-US" sz="2400" b="0" i="0" u="none" strike="noStrike" cap="none" baseline="30000" dirty="0">
                <a:solidFill>
                  <a:schemeClr val="dk1"/>
                </a:solidFill>
                <a:latin typeface="Calibri"/>
                <a:ea typeface="Calibri"/>
                <a:cs typeface="Calibri"/>
                <a:sym typeface="Calibri"/>
              </a:rPr>
              <a:t>2</a:t>
            </a:r>
            <a:r>
              <a:rPr lang="en-US" sz="2400" b="0" i="0" u="none" strike="noStrike" cap="none" dirty="0">
                <a:solidFill>
                  <a:schemeClr val="dk1"/>
                </a:solidFill>
                <a:latin typeface="Calibri"/>
                <a:ea typeface="Calibri"/>
                <a:cs typeface="Calibri"/>
                <a:sym typeface="Calibri"/>
              </a:rPr>
              <a:t>), Population Proportion (P), Population Correlation Coefficient (ρ) etc.</a:t>
            </a:r>
            <a:endParaRPr dirty="0"/>
          </a:p>
          <a:p>
            <a:pPr marL="742950" marR="0" lvl="1" indent="-107950" algn="l" rtl="0">
              <a:lnSpc>
                <a:spcPct val="100000"/>
              </a:lnSpc>
              <a:spcBef>
                <a:spcPts val="560"/>
              </a:spcBef>
              <a:spcAft>
                <a:spcPts val="0"/>
              </a:spcAft>
              <a:buClr>
                <a:schemeClr val="dk1"/>
              </a:buClr>
              <a:buSzPts val="2800"/>
              <a:buFont typeface="Calibri"/>
              <a:buNone/>
            </a:pPr>
            <a:endParaRPr sz="2800" b="0" i="0" u="none" strike="noStrike" cap="none" dirty="0">
              <a:solidFill>
                <a:schemeClr val="dk1"/>
              </a:solidFill>
              <a:latin typeface="Calibri"/>
              <a:ea typeface="Calibri"/>
              <a:cs typeface="Calibri"/>
              <a:sym typeface="Calibri"/>
            </a:endParaRPr>
          </a:p>
          <a:p>
            <a:pPr marL="571500" marR="0" lvl="0" indent="-571500" algn="l" rtl="0">
              <a:lnSpc>
                <a:spcPct val="100000"/>
              </a:lnSpc>
              <a:spcBef>
                <a:spcPts val="560"/>
              </a:spcBef>
              <a:spcAft>
                <a:spcPts val="0"/>
              </a:spcAft>
              <a:buClr>
                <a:schemeClr val="dk1"/>
              </a:buClr>
              <a:buSzPts val="2800"/>
              <a:buFont typeface="Noto Sans Symbols"/>
              <a:buChar char="❑"/>
            </a:pPr>
            <a:r>
              <a:rPr lang="en-US" sz="2800" b="1" i="0" u="none" dirty="0">
                <a:solidFill>
                  <a:schemeClr val="dk1"/>
                </a:solidFill>
                <a:latin typeface="Calibri"/>
                <a:ea typeface="Calibri"/>
                <a:cs typeface="Calibri"/>
                <a:sym typeface="Calibri"/>
              </a:rPr>
              <a:t> </a:t>
            </a:r>
            <a:r>
              <a:rPr lang="en-US" sz="2800" b="0" i="0" u="none" dirty="0">
                <a:solidFill>
                  <a:schemeClr val="dk1"/>
                </a:solidFill>
                <a:latin typeface="Calibri"/>
                <a:ea typeface="Calibri"/>
                <a:cs typeface="Calibri"/>
                <a:sym typeface="Calibri"/>
              </a:rPr>
              <a:t>Example: Binomial distribution </a:t>
            </a:r>
            <a:r>
              <a:rPr lang="en-US" sz="2800" b="0" i="0" u="none" dirty="0">
                <a:solidFill>
                  <a:srgbClr val="FF0000"/>
                </a:solidFill>
                <a:latin typeface="Calibri"/>
                <a:ea typeface="Calibri"/>
                <a:cs typeface="Calibri"/>
                <a:sym typeface="Calibri"/>
              </a:rPr>
              <a:t>(n, p)</a:t>
            </a:r>
            <a:endParaRPr dirty="0"/>
          </a:p>
          <a:p>
            <a:pPr marL="571500" marR="0" lvl="0" indent="-571500" algn="l" rtl="0">
              <a:lnSpc>
                <a:spcPct val="100000"/>
              </a:lnSpc>
              <a:spcBef>
                <a:spcPts val="560"/>
              </a:spcBef>
              <a:spcAft>
                <a:spcPts val="0"/>
              </a:spcAft>
              <a:buClr>
                <a:schemeClr val="dk1"/>
              </a:buClr>
              <a:buSzPts val="2800"/>
              <a:buFont typeface="Calibri"/>
              <a:buNone/>
            </a:pPr>
            <a:r>
              <a:rPr lang="en-US" sz="2800" b="0" i="0" u="none" dirty="0">
                <a:solidFill>
                  <a:schemeClr val="dk1"/>
                </a:solidFill>
                <a:latin typeface="Calibri"/>
                <a:ea typeface="Calibri"/>
                <a:cs typeface="Calibri"/>
                <a:sym typeface="Calibri"/>
              </a:rPr>
              <a:t>                  Poisson distribution </a:t>
            </a:r>
            <a:r>
              <a:rPr lang="en-US" sz="2800" b="0" i="0" u="none" dirty="0">
                <a:solidFill>
                  <a:srgbClr val="FF0000"/>
                </a:solidFill>
                <a:latin typeface="Calibri"/>
                <a:ea typeface="Calibri"/>
                <a:cs typeface="Calibri"/>
                <a:sym typeface="Calibri"/>
              </a:rPr>
              <a:t>(λ)</a:t>
            </a:r>
            <a:r>
              <a:rPr lang="en-US" sz="2800" b="0" i="0" u="none" dirty="0">
                <a:solidFill>
                  <a:schemeClr val="dk1"/>
                </a:solidFill>
                <a:latin typeface="Calibri"/>
                <a:ea typeface="Calibri"/>
                <a:cs typeface="Calibri"/>
                <a:sym typeface="Calibri"/>
              </a:rPr>
              <a:t>      </a:t>
            </a:r>
            <a:endParaRPr dirty="0"/>
          </a:p>
          <a:p>
            <a:pPr marL="571500" marR="0" lvl="0" indent="-571500" algn="l" rtl="0">
              <a:lnSpc>
                <a:spcPct val="100000"/>
              </a:lnSpc>
              <a:spcBef>
                <a:spcPts val="560"/>
              </a:spcBef>
              <a:spcAft>
                <a:spcPts val="0"/>
              </a:spcAft>
              <a:buClr>
                <a:schemeClr val="dk1"/>
              </a:buClr>
              <a:buSzPts val="2800"/>
              <a:buFont typeface="Calibri"/>
              <a:buNone/>
            </a:pPr>
            <a:r>
              <a:rPr lang="en-US" sz="2800" b="0" i="0" u="none" dirty="0">
                <a:solidFill>
                  <a:schemeClr val="dk1"/>
                </a:solidFill>
                <a:latin typeface="Calibri"/>
                <a:ea typeface="Calibri"/>
                <a:cs typeface="Calibri"/>
                <a:sym typeface="Calibri"/>
              </a:rPr>
              <a:t>                  Normal distribution </a:t>
            </a:r>
            <a:r>
              <a:rPr lang="en-US" sz="2800" b="0" i="0" u="none" dirty="0">
                <a:solidFill>
                  <a:srgbClr val="FF0000"/>
                </a:solidFill>
                <a:latin typeface="Calibri"/>
                <a:ea typeface="Calibri"/>
                <a:cs typeface="Calibri"/>
                <a:sym typeface="Calibri"/>
              </a:rPr>
              <a:t>(μ, σ</a:t>
            </a:r>
            <a:r>
              <a:rPr lang="en-US" sz="2800" b="0" i="0" u="none" baseline="30000" dirty="0">
                <a:solidFill>
                  <a:srgbClr val="FF0000"/>
                </a:solidFill>
                <a:latin typeface="Calibri"/>
                <a:ea typeface="Calibri"/>
                <a:cs typeface="Calibri"/>
                <a:sym typeface="Calibri"/>
              </a:rPr>
              <a:t>2</a:t>
            </a:r>
            <a:r>
              <a:rPr lang="en-US" sz="2800" b="0" i="0" u="none" dirty="0">
                <a:solidFill>
                  <a:srgbClr val="FF0000"/>
                </a:solidFill>
                <a:latin typeface="Calibri"/>
                <a:ea typeface="Calibri"/>
                <a:cs typeface="Calibri"/>
                <a:sym typeface="Calibri"/>
              </a:rPr>
              <a:t>)</a:t>
            </a:r>
            <a:r>
              <a:rPr lang="en-US" sz="2800" b="0" i="0" u="none" dirty="0">
                <a:solidFill>
                  <a:schemeClr val="dk1"/>
                </a:solidFill>
                <a:latin typeface="Calibri"/>
                <a:ea typeface="Calibri"/>
                <a:cs typeface="Calibri"/>
                <a:sym typeface="Calibri"/>
              </a:rPr>
              <a:t>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fade">
                                      <p:cBhvr>
                                        <p:cTn id="7" dur="1000"/>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3"/>
          <p:cNvSpPr txBox="1"/>
          <p:nvPr/>
        </p:nvSpPr>
        <p:spPr>
          <a:xfrm>
            <a:off x="465139" y="1206500"/>
            <a:ext cx="11193600" cy="4752000"/>
          </a:xfrm>
          <a:prstGeom prst="rect">
            <a:avLst/>
          </a:prstGeom>
          <a:blipFill rotWithShape="1">
            <a:blip r:embed="rId3">
              <a:alphaModFix/>
            </a:blip>
            <a:stretch>
              <a:fillRect l="-1299" t="-899" b="-2559"/>
            </a:stretch>
          </a:blip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800"/>
              <a:buFont typeface="Calibri"/>
              <a:buNone/>
            </a:pPr>
            <a:r>
              <a:rPr lang="en-US" sz="1800" b="0" i="0" u="none" strike="noStrike" cap="none">
                <a:latin typeface="Calibri"/>
                <a:ea typeface="Calibri"/>
                <a:cs typeface="Calibri"/>
                <a:sym typeface="Calibri"/>
              </a:rPr>
              <a:t> </a:t>
            </a:r>
            <a:endParaRPr/>
          </a:p>
        </p:txBody>
      </p:sp>
      <p:sp>
        <p:nvSpPr>
          <p:cNvPr id="380" name="Google Shape;380;p63"/>
          <p:cNvSpPr txBox="1"/>
          <p:nvPr/>
        </p:nvSpPr>
        <p:spPr>
          <a:xfrm>
            <a:off x="3160712" y="46037"/>
            <a:ext cx="58674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Parameter and Statistic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4"/>
          <p:cNvSpPr txBox="1"/>
          <p:nvPr/>
        </p:nvSpPr>
        <p:spPr>
          <a:xfrm>
            <a:off x="619125" y="1174750"/>
            <a:ext cx="11060100" cy="4519500"/>
          </a:xfrm>
          <a:prstGeom prst="rect">
            <a:avLst/>
          </a:prstGeom>
          <a:noFill/>
          <a:ln>
            <a:noFill/>
          </a:ln>
        </p:spPr>
        <p:txBody>
          <a:bodyPr spcFirstLastPara="1" wrap="square" lIns="91425" tIns="45700" rIns="91425" bIns="45700" anchor="t" anchorCtr="0">
            <a:noAutofit/>
          </a:bodyPr>
          <a:lstStyle/>
          <a:p>
            <a:pPr marL="395287" marR="0" lvl="0" indent="-395287" algn="just" rtl="0">
              <a:lnSpc>
                <a:spcPct val="9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Sampling is a process of selecting samples from a well-defined </a:t>
            </a:r>
            <a:r>
              <a:rPr lang="en-US" sz="2800" b="1" i="0" u="none" dirty="0">
                <a:solidFill>
                  <a:srgbClr val="FF0000"/>
                </a:solidFill>
                <a:latin typeface="Calibri"/>
                <a:ea typeface="Calibri"/>
                <a:cs typeface="Calibri"/>
                <a:sym typeface="Calibri"/>
              </a:rPr>
              <a:t>target</a:t>
            </a:r>
            <a:r>
              <a:rPr lang="en-US" sz="2800" b="0" i="0" u="none" dirty="0">
                <a:solidFill>
                  <a:schemeClr val="dk1"/>
                </a:solidFill>
                <a:latin typeface="Calibri"/>
                <a:ea typeface="Calibri"/>
                <a:cs typeface="Calibri"/>
                <a:sym typeface="Calibri"/>
              </a:rPr>
              <a:t> population. A target population is a population characteristic in which the Analyst is interested. For instance, the coping problem of all adolescents with elders.</a:t>
            </a:r>
            <a:endParaRPr dirty="0"/>
          </a:p>
          <a:p>
            <a:pPr marL="395287" marR="0" lvl="0" indent="-217487" algn="just" rtl="0">
              <a:lnSpc>
                <a:spcPct val="90000"/>
              </a:lnSpc>
              <a:spcBef>
                <a:spcPts val="1000"/>
              </a:spcBef>
              <a:spcAft>
                <a:spcPts val="0"/>
              </a:spcAft>
              <a:buClr>
                <a:schemeClr val="dk1"/>
              </a:buClr>
              <a:buSzPts val="2800"/>
              <a:buFont typeface="Noto Sans Symbols"/>
              <a:buNone/>
            </a:pPr>
            <a:endParaRPr sz="2800" b="0" i="0" u="none" dirty="0">
              <a:solidFill>
                <a:schemeClr val="dk1"/>
              </a:solidFill>
              <a:latin typeface="Calibri"/>
              <a:ea typeface="Calibri"/>
              <a:cs typeface="Calibri"/>
              <a:sym typeface="Calibri"/>
            </a:endParaRPr>
          </a:p>
          <a:p>
            <a:pPr marL="395287" marR="0" lvl="0" indent="-395287" algn="just" rtl="0">
              <a:lnSpc>
                <a:spcPct val="9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If the representative samples are selected from the well-defined target population which are also consistent and accurate, then the  estimates obtained from such samples help in better generalization of the unknown parameters. This process is known as Inferential Statistics which forms a good scientific decision-making tool.</a:t>
            </a:r>
            <a:endParaRPr dirty="0"/>
          </a:p>
        </p:txBody>
      </p:sp>
      <p:sp>
        <p:nvSpPr>
          <p:cNvPr id="386" name="Google Shape;386;p64"/>
          <p:cNvSpPr txBox="1"/>
          <p:nvPr/>
        </p:nvSpPr>
        <p:spPr>
          <a:xfrm>
            <a:off x="4622800" y="46037"/>
            <a:ext cx="19734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Sampling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5"/>
          <p:cNvSpPr txBox="1"/>
          <p:nvPr/>
        </p:nvSpPr>
        <p:spPr>
          <a:xfrm>
            <a:off x="3975100" y="265112"/>
            <a:ext cx="3717900" cy="622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3100"/>
              <a:buFont typeface="Calibri"/>
              <a:buNone/>
            </a:pPr>
            <a:r>
              <a:rPr lang="en-US" sz="3100" b="1" i="0" u="none">
                <a:solidFill>
                  <a:schemeClr val="lt1"/>
                </a:solidFill>
                <a:latin typeface="Calibri"/>
                <a:ea typeface="Calibri"/>
                <a:cs typeface="Calibri"/>
                <a:sym typeface="Calibri"/>
              </a:rPr>
              <a:t>Reasons for Sampling</a:t>
            </a:r>
            <a:endParaRPr/>
          </a:p>
        </p:txBody>
      </p:sp>
      <p:sp>
        <p:nvSpPr>
          <p:cNvPr id="392" name="Google Shape;392;p65"/>
          <p:cNvSpPr txBox="1"/>
          <p:nvPr/>
        </p:nvSpPr>
        <p:spPr>
          <a:xfrm>
            <a:off x="439737" y="1433512"/>
            <a:ext cx="11215800" cy="4297500"/>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150000"/>
              </a:lnSpc>
              <a:spcBef>
                <a:spcPts val="0"/>
              </a:spcBef>
              <a:spcAft>
                <a:spcPts val="0"/>
              </a:spcAft>
              <a:buClr>
                <a:schemeClr val="dk1"/>
              </a:buClr>
              <a:buSzPts val="2400"/>
              <a:buFont typeface="Noto Sans Symbols"/>
              <a:buChar char="⮚"/>
            </a:pPr>
            <a:r>
              <a:rPr lang="en-US" sz="2400" b="0" i="0" u="none" dirty="0">
                <a:solidFill>
                  <a:schemeClr val="dk1"/>
                </a:solidFill>
                <a:latin typeface="Calibri"/>
                <a:ea typeface="Calibri"/>
                <a:cs typeface="Calibri"/>
                <a:sym typeface="Calibri"/>
              </a:rPr>
              <a:t>Most often the population under study may be either unknown or infinite. Collecting data from such population is not feasible. Further, even if the population is countably finite, the resources required to collect data may be huge. Hence, by selecting representative samples from the target population, not only the resources can be minimized but also a close estimation of parameters can be made. </a:t>
            </a:r>
            <a:endParaRPr sz="2400" b="0" i="0" u="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6"/>
          <p:cNvSpPr txBox="1"/>
          <p:nvPr/>
        </p:nvSpPr>
        <p:spPr>
          <a:xfrm>
            <a:off x="0" y="274637"/>
            <a:ext cx="6858000" cy="639900"/>
          </a:xfrm>
          <a:prstGeom prst="rect">
            <a:avLst/>
          </a:prstGeom>
          <a:noFill/>
          <a:ln>
            <a:noFill/>
          </a:ln>
        </p:spPr>
        <p:txBody>
          <a:bodyPr spcFirstLastPara="1" wrap="square" lIns="91425" tIns="45700" rIns="91425" bIns="45700" anchor="ctr" anchorCtr="0">
            <a:normAutofit/>
          </a:bodyPr>
          <a:lstStyle/>
          <a:p>
            <a:pPr marL="0" marR="0" lvl="0" indent="0" algn="l" rtl="0">
              <a:lnSpc>
                <a:spcPct val="80000"/>
              </a:lnSpc>
              <a:spcBef>
                <a:spcPts val="0"/>
              </a:spcBef>
              <a:spcAft>
                <a:spcPts val="0"/>
              </a:spcAft>
              <a:buClr>
                <a:schemeClr val="lt1"/>
              </a:buClr>
              <a:buSzPts val="4000"/>
              <a:buFont typeface="Calibri"/>
              <a:buNone/>
            </a:pPr>
            <a:r>
              <a:rPr lang="en-US" sz="4000" b="1" i="0" u="none">
                <a:solidFill>
                  <a:schemeClr val="lt1"/>
                </a:solidFill>
                <a:latin typeface="Calibri"/>
                <a:ea typeface="Calibri"/>
                <a:cs typeface="Calibri"/>
                <a:sym typeface="Calibri"/>
              </a:rPr>
              <a:t>Continued…</a:t>
            </a:r>
            <a:endParaRPr/>
          </a:p>
        </p:txBody>
      </p:sp>
      <p:sp>
        <p:nvSpPr>
          <p:cNvPr id="398" name="Google Shape;398;p66"/>
          <p:cNvSpPr txBox="1"/>
          <p:nvPr/>
        </p:nvSpPr>
        <p:spPr>
          <a:xfrm>
            <a:off x="446314" y="1556657"/>
            <a:ext cx="11013911" cy="3588405"/>
          </a:xfrm>
          <a:prstGeom prst="rect">
            <a:avLst/>
          </a:prstGeom>
          <a:noFill/>
          <a:ln>
            <a:noFill/>
          </a:ln>
        </p:spPr>
        <p:txBody>
          <a:bodyPr spcFirstLastPara="1" wrap="square" lIns="91425" tIns="45700" rIns="91425" bIns="45700" anchor="t" anchorCtr="0">
            <a:noAutofit/>
          </a:bodyPr>
          <a:lstStyle/>
          <a:p>
            <a:pPr marL="395287" marR="0" lvl="0" indent="-395287" algn="l" rtl="0">
              <a:lnSpc>
                <a:spcPct val="90000"/>
              </a:lnSpc>
              <a:spcBef>
                <a:spcPts val="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Collecting data from samples instead of population offers several Advantages:</a:t>
            </a:r>
            <a:endParaRPr dirty="0"/>
          </a:p>
          <a:p>
            <a:pPr marL="395287" marR="0" lvl="0" indent="-217487" algn="l" rtl="0">
              <a:lnSpc>
                <a:spcPct val="90000"/>
              </a:lnSpc>
              <a:spcBef>
                <a:spcPts val="0"/>
              </a:spcBef>
              <a:spcAft>
                <a:spcPts val="0"/>
              </a:spcAft>
              <a:buClr>
                <a:schemeClr val="dk1"/>
              </a:buClr>
              <a:buSzPts val="2800"/>
              <a:buFont typeface="Arial"/>
              <a:buNone/>
            </a:pPr>
            <a:endParaRPr sz="2800" b="0" i="0" u="none" dirty="0">
              <a:solidFill>
                <a:schemeClr val="dk1"/>
              </a:solidFill>
              <a:latin typeface="Calibri"/>
              <a:ea typeface="Calibri"/>
              <a:cs typeface="Calibri"/>
              <a:sym typeface="Calibri"/>
            </a:endParaRPr>
          </a:p>
          <a:p>
            <a:pPr marR="0" lvl="0" algn="l" rtl="0">
              <a:lnSpc>
                <a:spcPct val="90000"/>
              </a:lnSpc>
              <a:spcBef>
                <a:spcPts val="0"/>
              </a:spcBef>
              <a:spcAft>
                <a:spcPts val="0"/>
              </a:spcAft>
              <a:buClr>
                <a:schemeClr val="dk1"/>
              </a:buClr>
              <a:buSzPts val="2800"/>
            </a:pPr>
            <a:r>
              <a:rPr lang="en-US" sz="2800" b="0" i="0" u="none" dirty="0">
                <a:solidFill>
                  <a:schemeClr val="dk1"/>
                </a:solidFill>
                <a:latin typeface="Calibri"/>
                <a:ea typeface="Calibri"/>
                <a:cs typeface="Calibri"/>
                <a:sym typeface="Calibri"/>
              </a:rPr>
              <a:t>1.The sample can save money.</a:t>
            </a:r>
            <a:endParaRPr dirty="0"/>
          </a:p>
          <a:p>
            <a:pPr marL="395287" marR="0" lvl="0" indent="-217487" algn="l" rtl="0">
              <a:lnSpc>
                <a:spcPct val="90000"/>
              </a:lnSpc>
              <a:spcBef>
                <a:spcPts val="0"/>
              </a:spcBef>
              <a:spcAft>
                <a:spcPts val="0"/>
              </a:spcAft>
              <a:buClr>
                <a:schemeClr val="dk1"/>
              </a:buClr>
              <a:buSzPts val="2800"/>
              <a:buFont typeface="Arial"/>
              <a:buNone/>
            </a:pPr>
            <a:endParaRPr sz="2800" b="0" i="0" u="none" dirty="0">
              <a:solidFill>
                <a:schemeClr val="dk1"/>
              </a:solidFill>
              <a:latin typeface="Calibri"/>
              <a:ea typeface="Calibri"/>
              <a:cs typeface="Calibri"/>
              <a:sym typeface="Calibri"/>
            </a:endParaRPr>
          </a:p>
          <a:p>
            <a:pPr marR="0" lvl="0" algn="l" rtl="0">
              <a:lnSpc>
                <a:spcPct val="90000"/>
              </a:lnSpc>
              <a:spcBef>
                <a:spcPts val="0"/>
              </a:spcBef>
              <a:spcAft>
                <a:spcPts val="0"/>
              </a:spcAft>
              <a:buClr>
                <a:schemeClr val="dk1"/>
              </a:buClr>
              <a:buSzPts val="2800"/>
            </a:pPr>
            <a:r>
              <a:rPr lang="en-US" sz="2800" b="0" i="0" u="none" dirty="0">
                <a:solidFill>
                  <a:schemeClr val="dk1"/>
                </a:solidFill>
                <a:latin typeface="Calibri"/>
                <a:ea typeface="Calibri"/>
                <a:cs typeface="Calibri"/>
                <a:sym typeface="Calibri"/>
              </a:rPr>
              <a:t>2.The sample can save time. </a:t>
            </a:r>
            <a:endParaRPr dirty="0"/>
          </a:p>
          <a:p>
            <a:pPr marL="395287" marR="0" lvl="0" indent="-217487" algn="l" rtl="0">
              <a:lnSpc>
                <a:spcPct val="90000"/>
              </a:lnSpc>
              <a:spcBef>
                <a:spcPts val="0"/>
              </a:spcBef>
              <a:spcAft>
                <a:spcPts val="0"/>
              </a:spcAft>
              <a:buClr>
                <a:schemeClr val="dk1"/>
              </a:buClr>
              <a:buSzPts val="2800"/>
              <a:buFont typeface="Arial"/>
              <a:buNone/>
            </a:pPr>
            <a:endParaRPr sz="2800" b="0" i="0" u="none" dirty="0">
              <a:solidFill>
                <a:schemeClr val="dk1"/>
              </a:solidFill>
              <a:latin typeface="Calibri"/>
              <a:ea typeface="Calibri"/>
              <a:cs typeface="Calibri"/>
              <a:sym typeface="Calibri"/>
            </a:endParaRPr>
          </a:p>
          <a:p>
            <a:pPr marR="0" lvl="0" algn="l" rtl="0">
              <a:lnSpc>
                <a:spcPct val="90000"/>
              </a:lnSpc>
              <a:spcBef>
                <a:spcPts val="0"/>
              </a:spcBef>
              <a:spcAft>
                <a:spcPts val="0"/>
              </a:spcAft>
              <a:buClr>
                <a:schemeClr val="dk1"/>
              </a:buClr>
              <a:buSzPts val="2800"/>
            </a:pPr>
            <a:r>
              <a:rPr lang="en-US" sz="2800" b="0" i="0" u="none" dirty="0">
                <a:solidFill>
                  <a:schemeClr val="dk1"/>
                </a:solidFill>
                <a:latin typeface="Calibri"/>
                <a:ea typeface="Calibri"/>
                <a:cs typeface="Calibri"/>
                <a:sym typeface="Calibri"/>
              </a:rPr>
              <a:t>3.For given resources, the sample can broaden the scope of the study.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7"/>
          <p:cNvSpPr txBox="1"/>
          <p:nvPr/>
        </p:nvSpPr>
        <p:spPr>
          <a:xfrm>
            <a:off x="2846387" y="0"/>
            <a:ext cx="5724600" cy="1192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400"/>
              <a:buFont typeface="Calibri"/>
              <a:buNone/>
            </a:pPr>
            <a:r>
              <a:rPr lang="en-US" sz="3400" b="0" i="0" u="none">
                <a:solidFill>
                  <a:schemeClr val="lt1"/>
                </a:solidFill>
                <a:latin typeface="Calibri"/>
                <a:ea typeface="Calibri"/>
                <a:cs typeface="Calibri"/>
                <a:sym typeface="Calibri"/>
              </a:rPr>
              <a:t>Methods of Selection of Sample</a:t>
            </a:r>
            <a:endParaRPr/>
          </a:p>
        </p:txBody>
      </p:sp>
      <p:sp>
        <p:nvSpPr>
          <p:cNvPr id="404" name="Google Shape;404;p67"/>
          <p:cNvSpPr txBox="1"/>
          <p:nvPr/>
        </p:nvSpPr>
        <p:spPr>
          <a:xfrm>
            <a:off x="414337" y="1046162"/>
            <a:ext cx="10290300" cy="711300"/>
          </a:xfrm>
          <a:prstGeom prst="rect">
            <a:avLst/>
          </a:prstGeom>
          <a:noFill/>
          <a:ln>
            <a:noFill/>
          </a:ln>
        </p:spPr>
        <p:txBody>
          <a:bodyPr spcFirstLastPara="1" wrap="square" lIns="91425" tIns="45700" rIns="91425" bIns="45700" anchor="t" anchorCtr="0">
            <a:noAutofit/>
          </a:bodyPr>
          <a:lstStyle/>
          <a:p>
            <a:pPr marL="395287" marR="0" lvl="0" indent="-395287"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The data obtained from the samples are the observable data</a:t>
            </a:r>
            <a:endParaRPr/>
          </a:p>
        </p:txBody>
      </p:sp>
      <p:grpSp>
        <p:nvGrpSpPr>
          <p:cNvPr id="405" name="Google Shape;405;p67"/>
          <p:cNvGrpSpPr/>
          <p:nvPr/>
        </p:nvGrpSpPr>
        <p:grpSpPr>
          <a:xfrm>
            <a:off x="566874" y="1517793"/>
            <a:ext cx="9302389" cy="822909"/>
            <a:chOff x="1739135" y="2331182"/>
            <a:chExt cx="3299773" cy="1069964"/>
          </a:xfrm>
        </p:grpSpPr>
        <p:pic>
          <p:nvPicPr>
            <p:cNvPr id="406" name="Google Shape;406;p67"/>
            <p:cNvPicPr preferRelativeResize="0"/>
            <p:nvPr/>
          </p:nvPicPr>
          <p:blipFill rotWithShape="1">
            <a:blip r:embed="rId3">
              <a:alphaModFix/>
            </a:blip>
            <a:srcRect/>
            <a:stretch/>
          </p:blipFill>
          <p:spPr>
            <a:xfrm>
              <a:off x="1739135" y="2331182"/>
              <a:ext cx="3299773" cy="1069964"/>
            </a:xfrm>
            <a:prstGeom prst="rect">
              <a:avLst/>
            </a:prstGeom>
            <a:noFill/>
            <a:ln>
              <a:noFill/>
            </a:ln>
          </p:spPr>
        </p:pic>
        <p:sp>
          <p:nvSpPr>
            <p:cNvPr id="407" name="Google Shape;407;p67"/>
            <p:cNvSpPr txBox="1"/>
            <p:nvPr/>
          </p:nvSpPr>
          <p:spPr>
            <a:xfrm>
              <a:off x="1920391" y="2551698"/>
              <a:ext cx="2895600" cy="522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33CC"/>
                </a:buClr>
                <a:buSzPts val="2800"/>
                <a:buFont typeface="Helvetica Neue"/>
                <a:buNone/>
              </a:pPr>
              <a:r>
                <a:rPr lang="en-US" sz="2800" b="1" i="0" u="none">
                  <a:solidFill>
                    <a:srgbClr val="0033CC"/>
                  </a:solidFill>
                  <a:latin typeface="Helvetica Neue"/>
                  <a:ea typeface="Helvetica Neue"/>
                  <a:cs typeface="Helvetica Neue"/>
                  <a:sym typeface="Helvetica Neue"/>
                </a:rPr>
                <a:t>Observed data </a:t>
              </a:r>
              <a:r>
                <a:rPr lang="en-US" sz="2800" b="1" i="0" u="none">
                  <a:solidFill>
                    <a:schemeClr val="dk1"/>
                  </a:solidFill>
                  <a:latin typeface="Helvetica Neue"/>
                  <a:ea typeface="Helvetica Neue"/>
                  <a:cs typeface="Helvetica Neue"/>
                  <a:sym typeface="Helvetica Neue"/>
                </a:rPr>
                <a:t>= </a:t>
              </a:r>
              <a:r>
                <a:rPr lang="en-US" sz="2800" b="1" i="0" u="none">
                  <a:solidFill>
                    <a:srgbClr val="FF0000"/>
                  </a:solidFill>
                  <a:latin typeface="Helvetica Neue"/>
                  <a:ea typeface="Helvetica Neue"/>
                  <a:cs typeface="Helvetica Neue"/>
                  <a:sym typeface="Helvetica Neue"/>
                </a:rPr>
                <a:t>Truth</a:t>
              </a:r>
              <a:r>
                <a:rPr lang="en-US" sz="2800" b="1" i="0" u="none">
                  <a:solidFill>
                    <a:schemeClr val="dk1"/>
                  </a:solidFill>
                  <a:latin typeface="Helvetica Neue"/>
                  <a:ea typeface="Helvetica Neue"/>
                  <a:cs typeface="Helvetica Neue"/>
                  <a:sym typeface="Helvetica Neue"/>
                </a:rPr>
                <a:t> + </a:t>
              </a:r>
              <a:r>
                <a:rPr lang="en-US" sz="2800" b="1" i="0" u="none">
                  <a:solidFill>
                    <a:srgbClr val="00CC00"/>
                  </a:solidFill>
                  <a:latin typeface="Helvetica Neue"/>
                  <a:ea typeface="Helvetica Neue"/>
                  <a:cs typeface="Helvetica Neue"/>
                  <a:sym typeface="Helvetica Neue"/>
                </a:rPr>
                <a:t>Bias</a:t>
              </a:r>
              <a:r>
                <a:rPr lang="en-US" sz="2800" b="1" i="0" u="none">
                  <a:solidFill>
                    <a:schemeClr val="dk1"/>
                  </a:solidFill>
                  <a:latin typeface="Helvetica Neue"/>
                  <a:ea typeface="Helvetica Neue"/>
                  <a:cs typeface="Helvetica Neue"/>
                  <a:sym typeface="Helvetica Neue"/>
                </a:rPr>
                <a:t> + </a:t>
              </a:r>
              <a:r>
                <a:rPr lang="en-US" sz="2800" b="1" i="0" u="none">
                  <a:solidFill>
                    <a:srgbClr val="C00000"/>
                  </a:solidFill>
                  <a:latin typeface="Helvetica Neue"/>
                  <a:ea typeface="Helvetica Neue"/>
                  <a:cs typeface="Helvetica Neue"/>
                  <a:sym typeface="Helvetica Neue"/>
                </a:rPr>
                <a:t>Random error</a:t>
              </a:r>
              <a:endParaRPr/>
            </a:p>
          </p:txBody>
        </p:sp>
      </p:grpSp>
      <p:pic>
        <p:nvPicPr>
          <p:cNvPr id="408" name="Google Shape;408;p67"/>
          <p:cNvPicPr preferRelativeResize="0"/>
          <p:nvPr/>
        </p:nvPicPr>
        <p:blipFill rotWithShape="1">
          <a:blip r:embed="rId4">
            <a:alphaModFix/>
          </a:blip>
          <a:srcRect/>
          <a:stretch/>
        </p:blipFill>
        <p:spPr>
          <a:xfrm>
            <a:off x="3144837" y="2487612"/>
            <a:ext cx="4779962" cy="792162"/>
          </a:xfrm>
          <a:prstGeom prst="rect">
            <a:avLst/>
          </a:prstGeom>
          <a:noFill/>
          <a:ln>
            <a:noFill/>
          </a:ln>
        </p:spPr>
      </p:pic>
      <p:pic>
        <p:nvPicPr>
          <p:cNvPr id="409" name="Google Shape;409;p67"/>
          <p:cNvPicPr preferRelativeResize="0"/>
          <p:nvPr/>
        </p:nvPicPr>
        <p:blipFill rotWithShape="1">
          <a:blip r:embed="rId5">
            <a:alphaModFix/>
          </a:blip>
          <a:srcRect/>
          <a:stretch/>
        </p:blipFill>
        <p:spPr>
          <a:xfrm>
            <a:off x="152400" y="3992562"/>
            <a:ext cx="4151311" cy="890587"/>
          </a:xfrm>
          <a:prstGeom prst="rect">
            <a:avLst/>
          </a:prstGeom>
          <a:noFill/>
          <a:ln>
            <a:noFill/>
          </a:ln>
        </p:spPr>
      </p:pic>
      <p:pic>
        <p:nvPicPr>
          <p:cNvPr id="410" name="Google Shape;410;p67"/>
          <p:cNvPicPr preferRelativeResize="0"/>
          <p:nvPr/>
        </p:nvPicPr>
        <p:blipFill rotWithShape="1">
          <a:blip r:embed="rId6">
            <a:alphaModFix/>
          </a:blip>
          <a:srcRect/>
          <a:stretch/>
        </p:blipFill>
        <p:spPr>
          <a:xfrm>
            <a:off x="6156325" y="4059237"/>
            <a:ext cx="5383212" cy="903287"/>
          </a:xfrm>
          <a:prstGeom prst="rect">
            <a:avLst/>
          </a:prstGeom>
          <a:noFill/>
          <a:ln>
            <a:noFill/>
          </a:ln>
        </p:spPr>
      </p:pic>
      <p:cxnSp>
        <p:nvCxnSpPr>
          <p:cNvPr id="411" name="Google Shape;411;p67"/>
          <p:cNvCxnSpPr/>
          <p:nvPr/>
        </p:nvCxnSpPr>
        <p:spPr>
          <a:xfrm>
            <a:off x="5588000" y="3163887"/>
            <a:ext cx="0" cy="458700"/>
          </a:xfrm>
          <a:prstGeom prst="straightConnector1">
            <a:avLst/>
          </a:prstGeom>
          <a:noFill/>
          <a:ln w="28575" cap="flat" cmpd="sng">
            <a:solidFill>
              <a:schemeClr val="dk1"/>
            </a:solidFill>
            <a:prstDash val="solid"/>
            <a:miter lim="800000"/>
            <a:headEnd type="none" w="med" len="med"/>
            <a:tailEnd type="none" w="med" len="med"/>
          </a:ln>
        </p:spPr>
      </p:cxnSp>
      <p:grpSp>
        <p:nvGrpSpPr>
          <p:cNvPr id="412" name="Google Shape;412;p67"/>
          <p:cNvGrpSpPr/>
          <p:nvPr/>
        </p:nvGrpSpPr>
        <p:grpSpPr>
          <a:xfrm>
            <a:off x="1382831" y="3627380"/>
            <a:ext cx="7465800" cy="376346"/>
            <a:chOff x="-1757756" y="2723563"/>
            <a:chExt cx="7465800" cy="377100"/>
          </a:xfrm>
        </p:grpSpPr>
        <p:cxnSp>
          <p:nvCxnSpPr>
            <p:cNvPr id="413" name="Google Shape;413;p67"/>
            <p:cNvCxnSpPr/>
            <p:nvPr/>
          </p:nvCxnSpPr>
          <p:spPr>
            <a:xfrm>
              <a:off x="-1756256" y="2723563"/>
              <a:ext cx="7464300" cy="0"/>
            </a:xfrm>
            <a:prstGeom prst="straightConnector1">
              <a:avLst/>
            </a:prstGeom>
            <a:noFill/>
            <a:ln w="28575" cap="flat" cmpd="sng">
              <a:solidFill>
                <a:schemeClr val="dk1"/>
              </a:solidFill>
              <a:prstDash val="solid"/>
              <a:miter lim="800000"/>
              <a:headEnd type="none" w="med" len="med"/>
              <a:tailEnd type="none" w="med" len="med"/>
            </a:ln>
          </p:spPr>
        </p:cxnSp>
        <p:cxnSp>
          <p:nvCxnSpPr>
            <p:cNvPr id="414" name="Google Shape;414;p67"/>
            <p:cNvCxnSpPr/>
            <p:nvPr/>
          </p:nvCxnSpPr>
          <p:spPr>
            <a:xfrm flipH="1">
              <a:off x="-1757756" y="2723563"/>
              <a:ext cx="1500" cy="377100"/>
            </a:xfrm>
            <a:prstGeom prst="straightConnector1">
              <a:avLst/>
            </a:prstGeom>
            <a:noFill/>
            <a:ln w="28575" cap="flat" cmpd="sng">
              <a:solidFill>
                <a:schemeClr val="dk1"/>
              </a:solidFill>
              <a:prstDash val="solid"/>
              <a:miter lim="800000"/>
              <a:headEnd type="none" w="med" len="med"/>
              <a:tailEnd type="triangle" w="med" len="med"/>
            </a:ln>
          </p:spPr>
        </p:cxnSp>
        <p:cxnSp>
          <p:nvCxnSpPr>
            <p:cNvPr id="415" name="Google Shape;415;p67"/>
            <p:cNvCxnSpPr/>
            <p:nvPr/>
          </p:nvCxnSpPr>
          <p:spPr>
            <a:xfrm>
              <a:off x="5682632" y="2723563"/>
              <a:ext cx="0" cy="375300"/>
            </a:xfrm>
            <a:prstGeom prst="straightConnector1">
              <a:avLst/>
            </a:prstGeom>
            <a:noFill/>
            <a:ln w="28575" cap="flat" cmpd="sng">
              <a:solidFill>
                <a:schemeClr val="dk1"/>
              </a:solidFill>
              <a:prstDash val="solid"/>
              <a:miter lim="800000"/>
              <a:headEnd type="none" w="med" len="med"/>
              <a:tailEnd type="triangle" w="med" len="med"/>
            </a:ln>
          </p:spPr>
        </p:cxnSp>
      </p:grpSp>
      <p:sp>
        <p:nvSpPr>
          <p:cNvPr id="416" name="Google Shape;416;p67"/>
          <p:cNvSpPr/>
          <p:nvPr/>
        </p:nvSpPr>
        <p:spPr>
          <a:xfrm>
            <a:off x="941387" y="4906962"/>
            <a:ext cx="4789487" cy="1579562"/>
          </a:xfrm>
          <a:custGeom>
            <a:avLst/>
            <a:gdLst/>
            <a:ahLst/>
            <a:cxnLst/>
            <a:rect l="l" t="t" r="r" b="b"/>
            <a:pathLst>
              <a:path w="4789487" h="1579562" extrusionOk="0">
                <a:moveTo>
                  <a:pt x="0" y="0"/>
                </a:moveTo>
                <a:lnTo>
                  <a:pt x="4789487" y="0"/>
                </a:lnTo>
                <a:lnTo>
                  <a:pt x="4789487" y="0"/>
                </a:lnTo>
                <a:lnTo>
                  <a:pt x="4789487" y="1579562"/>
                </a:lnTo>
                <a:lnTo>
                  <a:pt x="4789487" y="1579562"/>
                </a:lnTo>
                <a:lnTo>
                  <a:pt x="0" y="1579562"/>
                </a:lnTo>
                <a:lnTo>
                  <a:pt x="0" y="1579562"/>
                </a:lnTo>
                <a:lnTo>
                  <a:pt x="0" y="0"/>
                </a:lnTo>
                <a:lnTo>
                  <a:pt x="0" y="0"/>
                </a:lnTo>
                <a:close/>
              </a:path>
            </a:pathLst>
          </a:custGeom>
          <a:solidFill>
            <a:schemeClr val="lt1"/>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Helvetica Neue"/>
              <a:buNone/>
            </a:pPr>
            <a:r>
              <a:rPr lang="en-US" sz="2400" b="0" i="0" u="none">
                <a:solidFill>
                  <a:schemeClr val="dk1"/>
                </a:solidFill>
                <a:latin typeface="Helvetica Neue"/>
                <a:ea typeface="Helvetica Neue"/>
                <a:cs typeface="Helvetica Neue"/>
                <a:sym typeface="Helvetica Neue"/>
              </a:rPr>
              <a:t>Procedure that assures all the units in the population have some </a:t>
            </a:r>
            <a:r>
              <a:rPr lang="en-US" sz="2400" b="1" i="0" u="none">
                <a:solidFill>
                  <a:srgbClr val="FF0000"/>
                </a:solidFill>
                <a:latin typeface="Helvetica Neue"/>
                <a:ea typeface="Helvetica Neue"/>
                <a:cs typeface="Helvetica Neue"/>
                <a:sym typeface="Helvetica Neue"/>
              </a:rPr>
              <a:t>probabilities</a:t>
            </a:r>
            <a:r>
              <a:rPr lang="en-US" sz="2400" b="0" i="0" u="none">
                <a:solidFill>
                  <a:schemeClr val="dk1"/>
                </a:solidFill>
                <a:latin typeface="Helvetica Neue"/>
                <a:ea typeface="Helvetica Neue"/>
                <a:cs typeface="Helvetica Neue"/>
                <a:sym typeface="Helvetica Neue"/>
              </a:rPr>
              <a:t> </a:t>
            </a:r>
            <a:r>
              <a:rPr lang="en-US" sz="2400" b="1" i="0" u="none">
                <a:solidFill>
                  <a:srgbClr val="FF0000"/>
                </a:solidFill>
                <a:latin typeface="Helvetica Neue"/>
                <a:ea typeface="Helvetica Neue"/>
                <a:cs typeface="Helvetica Neue"/>
                <a:sym typeface="Helvetica Neue"/>
              </a:rPr>
              <a:t>known in advance</a:t>
            </a:r>
            <a:r>
              <a:rPr lang="en-US" sz="2400" b="0" i="0" u="none">
                <a:solidFill>
                  <a:schemeClr val="dk1"/>
                </a:solidFill>
                <a:latin typeface="Helvetica Neue"/>
                <a:ea typeface="Helvetica Neue"/>
                <a:cs typeface="Helvetica Neue"/>
                <a:sym typeface="Helvetica Neue"/>
              </a:rPr>
              <a:t>  of  being chosen  in a sample</a:t>
            </a:r>
            <a:endParaRPr/>
          </a:p>
        </p:txBody>
      </p:sp>
      <p:grpSp>
        <p:nvGrpSpPr>
          <p:cNvPr id="417" name="Google Shape;417;p67"/>
          <p:cNvGrpSpPr/>
          <p:nvPr/>
        </p:nvGrpSpPr>
        <p:grpSpPr>
          <a:xfrm>
            <a:off x="433369" y="4813262"/>
            <a:ext cx="484191" cy="461953"/>
            <a:chOff x="1965255" y="3047203"/>
            <a:chExt cx="1197900" cy="765329"/>
          </a:xfrm>
        </p:grpSpPr>
        <p:cxnSp>
          <p:nvCxnSpPr>
            <p:cNvPr id="418" name="Google Shape;418;p67"/>
            <p:cNvCxnSpPr/>
            <p:nvPr/>
          </p:nvCxnSpPr>
          <p:spPr>
            <a:xfrm>
              <a:off x="1965255" y="3047203"/>
              <a:ext cx="0" cy="765300"/>
            </a:xfrm>
            <a:prstGeom prst="straightConnector1">
              <a:avLst/>
            </a:prstGeom>
            <a:noFill/>
            <a:ln w="38100" cap="flat" cmpd="sng">
              <a:solidFill>
                <a:srgbClr val="595959"/>
              </a:solidFill>
              <a:prstDash val="solid"/>
              <a:miter lim="800000"/>
              <a:headEnd type="none" w="med" len="med"/>
              <a:tailEnd type="none" w="med" len="med"/>
            </a:ln>
          </p:spPr>
        </p:cxnSp>
        <p:cxnSp>
          <p:nvCxnSpPr>
            <p:cNvPr id="419" name="Google Shape;419;p67"/>
            <p:cNvCxnSpPr/>
            <p:nvPr/>
          </p:nvCxnSpPr>
          <p:spPr>
            <a:xfrm>
              <a:off x="1965255" y="3812532"/>
              <a:ext cx="1197900" cy="0"/>
            </a:xfrm>
            <a:prstGeom prst="straightConnector1">
              <a:avLst/>
            </a:prstGeom>
            <a:noFill/>
            <a:ln w="38100" cap="flat" cmpd="sng">
              <a:solidFill>
                <a:srgbClr val="595959"/>
              </a:solidFill>
              <a:prstDash val="solid"/>
              <a:miter lim="800000"/>
              <a:headEnd type="none" w="med" len="med"/>
              <a:tailEnd type="triangle" w="med" len="med"/>
            </a:ln>
          </p:spPr>
        </p:cxnSp>
      </p:grpSp>
      <p:grpSp>
        <p:nvGrpSpPr>
          <p:cNvPr id="420" name="Google Shape;420;p67"/>
          <p:cNvGrpSpPr/>
          <p:nvPr/>
        </p:nvGrpSpPr>
        <p:grpSpPr>
          <a:xfrm>
            <a:off x="6535719" y="4849774"/>
            <a:ext cx="484191" cy="461953"/>
            <a:chOff x="1965255" y="3047203"/>
            <a:chExt cx="1197900" cy="765329"/>
          </a:xfrm>
        </p:grpSpPr>
        <p:cxnSp>
          <p:nvCxnSpPr>
            <p:cNvPr id="421" name="Google Shape;421;p67"/>
            <p:cNvCxnSpPr/>
            <p:nvPr/>
          </p:nvCxnSpPr>
          <p:spPr>
            <a:xfrm>
              <a:off x="1965255" y="3047203"/>
              <a:ext cx="0" cy="765300"/>
            </a:xfrm>
            <a:prstGeom prst="straightConnector1">
              <a:avLst/>
            </a:prstGeom>
            <a:noFill/>
            <a:ln w="38100" cap="flat" cmpd="sng">
              <a:solidFill>
                <a:srgbClr val="595959"/>
              </a:solidFill>
              <a:prstDash val="solid"/>
              <a:miter lim="800000"/>
              <a:headEnd type="none" w="med" len="med"/>
              <a:tailEnd type="none" w="med" len="med"/>
            </a:ln>
          </p:spPr>
        </p:cxnSp>
        <p:cxnSp>
          <p:nvCxnSpPr>
            <p:cNvPr id="422" name="Google Shape;422;p67"/>
            <p:cNvCxnSpPr/>
            <p:nvPr/>
          </p:nvCxnSpPr>
          <p:spPr>
            <a:xfrm>
              <a:off x="1965255" y="3812532"/>
              <a:ext cx="1197900" cy="0"/>
            </a:xfrm>
            <a:prstGeom prst="straightConnector1">
              <a:avLst/>
            </a:prstGeom>
            <a:noFill/>
            <a:ln w="38100" cap="flat" cmpd="sng">
              <a:solidFill>
                <a:srgbClr val="595959"/>
              </a:solidFill>
              <a:prstDash val="solid"/>
              <a:miter lim="800000"/>
              <a:headEnd type="none" w="med" len="med"/>
              <a:tailEnd type="triangle" w="med" len="med"/>
            </a:ln>
          </p:spPr>
        </p:cxnSp>
      </p:grpSp>
      <p:sp>
        <p:nvSpPr>
          <p:cNvPr id="423" name="Google Shape;423;p67"/>
          <p:cNvSpPr/>
          <p:nvPr/>
        </p:nvSpPr>
        <p:spPr>
          <a:xfrm>
            <a:off x="7088187" y="4968875"/>
            <a:ext cx="4037012" cy="1579563"/>
          </a:xfrm>
          <a:custGeom>
            <a:avLst/>
            <a:gdLst/>
            <a:ahLst/>
            <a:cxnLst/>
            <a:rect l="l" t="t" r="r" b="b"/>
            <a:pathLst>
              <a:path w="4037012" h="1579563" extrusionOk="0">
                <a:moveTo>
                  <a:pt x="0" y="0"/>
                </a:moveTo>
                <a:lnTo>
                  <a:pt x="4037012" y="0"/>
                </a:lnTo>
                <a:lnTo>
                  <a:pt x="4037012" y="0"/>
                </a:lnTo>
                <a:lnTo>
                  <a:pt x="4037012" y="1579563"/>
                </a:lnTo>
                <a:lnTo>
                  <a:pt x="4037012" y="1579563"/>
                </a:lnTo>
                <a:lnTo>
                  <a:pt x="0" y="1579563"/>
                </a:lnTo>
                <a:lnTo>
                  <a:pt x="0" y="1579563"/>
                </a:lnTo>
                <a:lnTo>
                  <a:pt x="0" y="0"/>
                </a:lnTo>
                <a:lnTo>
                  <a:pt x="0" y="0"/>
                </a:lnTo>
                <a:close/>
              </a:path>
            </a:pathLst>
          </a:custGeom>
          <a:solidFill>
            <a:schemeClr val="lt1"/>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Helvetica Neue"/>
              <a:buNone/>
            </a:pPr>
            <a:r>
              <a:rPr lang="en-US" sz="2400" b="0" i="0" u="none">
                <a:solidFill>
                  <a:schemeClr val="dk1"/>
                </a:solidFill>
                <a:latin typeface="Helvetica Neue"/>
                <a:ea typeface="Helvetica Neue"/>
                <a:cs typeface="Helvetica Neue"/>
                <a:sym typeface="Helvetica Neue"/>
              </a:rPr>
              <a:t>Procedures in which units in the sample are collected with no specific probability structure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500"/>
                                        <p:tgtEl>
                                          <p:spTgt spid="4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11"/>
                                        </p:tgtEl>
                                        <p:attrNameLst>
                                          <p:attrName>style.visibility</p:attrName>
                                        </p:attrNameLst>
                                      </p:cBhvr>
                                      <p:to>
                                        <p:strVal val="visible"/>
                                      </p:to>
                                    </p:set>
                                    <p:animEffect transition="in" filter="fade">
                                      <p:cBhvr>
                                        <p:cTn id="11" dur="500"/>
                                        <p:tgtEl>
                                          <p:spTgt spid="41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09"/>
                                        </p:tgtEl>
                                        <p:attrNameLst>
                                          <p:attrName>style.visibility</p:attrName>
                                        </p:attrNameLst>
                                      </p:cBhvr>
                                      <p:to>
                                        <p:strVal val="visible"/>
                                      </p:to>
                                    </p:set>
                                    <p:anim calcmode="lin" valueType="num">
                                      <p:cBhvr additive="base">
                                        <p:cTn id="15" dur="500"/>
                                        <p:tgtEl>
                                          <p:spTgt spid="409"/>
                                        </p:tgtEl>
                                        <p:attrNameLst>
                                          <p:attrName>ppt_w</p:attrName>
                                        </p:attrNameLst>
                                      </p:cBhvr>
                                      <p:tavLst>
                                        <p:tav tm="0">
                                          <p:val>
                                            <p:strVal val="0"/>
                                          </p:val>
                                        </p:tav>
                                        <p:tav tm="100000">
                                          <p:val>
                                            <p:strVal val="#ppt_w"/>
                                          </p:val>
                                        </p:tav>
                                      </p:tavLst>
                                    </p:anim>
                                    <p:anim calcmode="lin" valueType="num">
                                      <p:cBhvr additive="base">
                                        <p:cTn id="16" dur="500"/>
                                        <p:tgtEl>
                                          <p:spTgt spid="409"/>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410"/>
                                        </p:tgtEl>
                                        <p:attrNameLst>
                                          <p:attrName>style.visibility</p:attrName>
                                        </p:attrNameLst>
                                      </p:cBhvr>
                                      <p:to>
                                        <p:strVal val="visible"/>
                                      </p:to>
                                    </p:set>
                                    <p:anim calcmode="lin" valueType="num">
                                      <p:cBhvr additive="base">
                                        <p:cTn id="19" dur="500"/>
                                        <p:tgtEl>
                                          <p:spTgt spid="410"/>
                                        </p:tgtEl>
                                        <p:attrNameLst>
                                          <p:attrName>ppt_w</p:attrName>
                                        </p:attrNameLst>
                                      </p:cBhvr>
                                      <p:tavLst>
                                        <p:tav tm="0">
                                          <p:val>
                                            <p:strVal val="0"/>
                                          </p:val>
                                        </p:tav>
                                        <p:tav tm="100000">
                                          <p:val>
                                            <p:strVal val="#ppt_w"/>
                                          </p:val>
                                        </p:tav>
                                      </p:tavLst>
                                    </p:anim>
                                    <p:anim calcmode="lin" valueType="num">
                                      <p:cBhvr additive="base">
                                        <p:cTn id="20" dur="500"/>
                                        <p:tgtEl>
                                          <p:spTgt spid="410"/>
                                        </p:tgtEl>
                                        <p:attrNameLst>
                                          <p:attrName>ppt_h</p:attrName>
                                        </p:attrNameLst>
                                      </p:cBhvr>
                                      <p:tavLst>
                                        <p:tav tm="0">
                                          <p:val>
                                            <p:strVal val="0"/>
                                          </p:val>
                                        </p:tav>
                                        <p:tav tm="100000">
                                          <p:val>
                                            <p:strVal val="#ppt_h"/>
                                          </p:val>
                                        </p:tav>
                                      </p:tavLst>
                                    </p:anim>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416"/>
                                        </p:tgtEl>
                                        <p:attrNameLst>
                                          <p:attrName>style.visibility</p:attrName>
                                        </p:attrNameLst>
                                      </p:cBhvr>
                                      <p:to>
                                        <p:strVal val="visible"/>
                                      </p:to>
                                    </p:set>
                                    <p:animEffect transition="in" filter="fade">
                                      <p:cBhvr>
                                        <p:cTn id="24" dur="500"/>
                                        <p:tgtEl>
                                          <p:spTgt spid="416"/>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423"/>
                                        </p:tgtEl>
                                        <p:attrNameLst>
                                          <p:attrName>style.visibility</p:attrName>
                                        </p:attrNameLst>
                                      </p:cBhvr>
                                      <p:to>
                                        <p:strVal val="visible"/>
                                      </p:to>
                                    </p:set>
                                    <p:animEffect transition="in" filter="fade">
                                      <p:cBhvr>
                                        <p:cTn id="28" dur="500"/>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8"/>
          <p:cNvSpPr txBox="1"/>
          <p:nvPr/>
        </p:nvSpPr>
        <p:spPr>
          <a:xfrm>
            <a:off x="2774950" y="274637"/>
            <a:ext cx="4832400" cy="584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800"/>
              <a:buFont typeface="Calibri"/>
              <a:buNone/>
            </a:pPr>
            <a:r>
              <a:rPr lang="en-US" sz="2800" b="1" i="0" u="none">
                <a:solidFill>
                  <a:schemeClr val="lt1"/>
                </a:solidFill>
                <a:latin typeface="Calibri"/>
                <a:ea typeface="Calibri"/>
                <a:cs typeface="Calibri"/>
                <a:sym typeface="Calibri"/>
              </a:rPr>
              <a:t>Methods for Selection of Sample</a:t>
            </a:r>
            <a:endParaRPr/>
          </a:p>
        </p:txBody>
      </p:sp>
      <p:sp>
        <p:nvSpPr>
          <p:cNvPr id="429" name="Google Shape;429;p68"/>
          <p:cNvSpPr txBox="1"/>
          <p:nvPr/>
        </p:nvSpPr>
        <p:spPr>
          <a:xfrm>
            <a:off x="284162" y="1452562"/>
            <a:ext cx="5456100" cy="2776500"/>
          </a:xfrm>
          <a:prstGeom prst="rect">
            <a:avLst/>
          </a:prstGeom>
          <a:noFill/>
          <a:ln w="38100" cap="flat" cmpd="dbl">
            <a:solidFill>
              <a:srgbClr val="000066"/>
            </a:solidFill>
            <a:prstDash val="solid"/>
            <a:miter lim="800000"/>
            <a:headEnd type="none" w="sm" len="sm"/>
            <a:tailEnd type="none" w="sm" len="sm"/>
          </a:ln>
        </p:spPr>
        <p:txBody>
          <a:bodyPr spcFirstLastPara="1" wrap="square" lIns="125700" tIns="62850" rIns="125700" bIns="62850" anchor="t" anchorCtr="0">
            <a:noAutofit/>
          </a:bodyPr>
          <a:lstStyle/>
          <a:p>
            <a:pPr marL="107950" marR="0" lvl="0" indent="0" algn="l"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a:t>
            </a:r>
            <a:r>
              <a:rPr lang="en-US" sz="2800" b="0" i="0" u="none">
                <a:solidFill>
                  <a:schemeClr val="dk1"/>
                </a:solidFill>
                <a:latin typeface="Calibri"/>
                <a:ea typeface="Calibri"/>
                <a:cs typeface="Calibri"/>
                <a:sym typeface="Calibri"/>
              </a:rPr>
              <a:t>Probability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Simple Random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Systematic Random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Multistage Random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Stratified Random Sampling</a:t>
            </a:r>
            <a:endParaRPr/>
          </a:p>
        </p:txBody>
      </p:sp>
      <p:sp>
        <p:nvSpPr>
          <p:cNvPr id="430" name="Google Shape;430;p68"/>
          <p:cNvSpPr txBox="1"/>
          <p:nvPr/>
        </p:nvSpPr>
        <p:spPr>
          <a:xfrm>
            <a:off x="6215062" y="1447800"/>
            <a:ext cx="5646600" cy="2776500"/>
          </a:xfrm>
          <a:prstGeom prst="rect">
            <a:avLst/>
          </a:prstGeom>
          <a:noFill/>
          <a:ln w="38100" cap="flat" cmpd="dbl">
            <a:solidFill>
              <a:srgbClr val="000066"/>
            </a:solidFill>
            <a:prstDash val="solid"/>
            <a:miter lim="800000"/>
            <a:headEnd type="none" w="sm" len="sm"/>
            <a:tailEnd type="none" w="sm" len="sm"/>
          </a:ln>
        </p:spPr>
        <p:txBody>
          <a:bodyPr spcFirstLastPara="1" wrap="square" lIns="125700" tIns="62850" rIns="125700" bIns="62850" anchor="t" anchorCtr="0">
            <a:noAutofit/>
          </a:bodyPr>
          <a:lstStyle/>
          <a:p>
            <a:pPr marL="107950" marR="0" lvl="0" indent="0" algn="l"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Non – Probability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Purposive / Judgement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Convenience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Quota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Snowball Sampling</a:t>
            </a:r>
            <a:endParaRPr sz="24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9"/>
                                        </p:tgtEl>
                                        <p:attrNameLst>
                                          <p:attrName>style.visibility</p:attrName>
                                        </p:attrNameLst>
                                      </p:cBhvr>
                                      <p:to>
                                        <p:strVal val="visible"/>
                                      </p:to>
                                    </p:set>
                                    <p:animEffect transition="in" filter="fade">
                                      <p:cBhvr>
                                        <p:cTn id="7" dur="500"/>
                                        <p:tgtEl>
                                          <p:spTgt spid="4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gtEl>
                                        <p:attrNameLst>
                                          <p:attrName>style.visibility</p:attrName>
                                        </p:attrNameLst>
                                      </p:cBhvr>
                                      <p:to>
                                        <p:strVal val="visible"/>
                                      </p:to>
                                    </p:set>
                                    <p:animEffect transition="in" filter="fade">
                                      <p:cBhvr>
                                        <p:cTn id="12" dur="50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69"/>
          <p:cNvSpPr txBox="1"/>
          <p:nvPr/>
        </p:nvSpPr>
        <p:spPr>
          <a:xfrm>
            <a:off x="2870200" y="161925"/>
            <a:ext cx="5562600" cy="733500"/>
          </a:xfrm>
          <a:prstGeom prst="rect">
            <a:avLst/>
          </a:prstGeom>
          <a:noFill/>
          <a:ln>
            <a:noFill/>
          </a:ln>
        </p:spPr>
        <p:txBody>
          <a:bodyPr spcFirstLastPara="1" wrap="square" lIns="91425" tIns="45700" rIns="91425" bIns="45700" anchor="ctr" anchorCtr="0">
            <a:normAutofit/>
          </a:bodyPr>
          <a:lstStyle/>
          <a:p>
            <a:pPr marL="0" marR="0" lvl="0" indent="0" algn="l" rtl="0">
              <a:lnSpc>
                <a:spcPct val="70000"/>
              </a:lnSpc>
              <a:spcBef>
                <a:spcPts val="0"/>
              </a:spcBef>
              <a:spcAft>
                <a:spcPts val="0"/>
              </a:spcAft>
              <a:buClr>
                <a:schemeClr val="lt1"/>
              </a:buClr>
              <a:buSzPts val="3100"/>
              <a:buFont typeface="Calibri"/>
              <a:buNone/>
            </a:pPr>
            <a:r>
              <a:rPr lang="en-US" sz="3100" b="1" i="0" u="none">
                <a:solidFill>
                  <a:schemeClr val="lt1"/>
                </a:solidFill>
                <a:latin typeface="Calibri"/>
                <a:ea typeface="Calibri"/>
                <a:cs typeface="Calibri"/>
                <a:sym typeface="Calibri"/>
              </a:rPr>
              <a:t>Methods of Selection of Sample</a:t>
            </a:r>
            <a:endParaRPr/>
          </a:p>
        </p:txBody>
      </p:sp>
      <p:sp>
        <p:nvSpPr>
          <p:cNvPr id="436" name="Google Shape;436;p69"/>
          <p:cNvSpPr txBox="1"/>
          <p:nvPr/>
        </p:nvSpPr>
        <p:spPr>
          <a:xfrm>
            <a:off x="571500" y="1376362"/>
            <a:ext cx="10922100" cy="46941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033CC"/>
              </a:buClr>
              <a:buSzPts val="2800"/>
              <a:buFont typeface="Noto Sans Symbols"/>
              <a:buChar char="⮚"/>
            </a:pPr>
            <a:r>
              <a:rPr lang="en-US" sz="2800" b="1" i="0" u="none">
                <a:solidFill>
                  <a:srgbClr val="0033CC"/>
                </a:solidFill>
                <a:latin typeface="Calibri"/>
                <a:ea typeface="Calibri"/>
                <a:cs typeface="Calibri"/>
                <a:sym typeface="Calibri"/>
              </a:rPr>
              <a:t>The requirement for simple random sampling is</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Homogeneous and finite target population</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Samples are selected unit by unit with equal probability</a:t>
            </a:r>
            <a:endParaRPr/>
          </a:p>
          <a:p>
            <a:pPr marL="228600" marR="0" lvl="0" indent="-228600" algn="l" rtl="0">
              <a:lnSpc>
                <a:spcPct val="90000"/>
              </a:lnSpc>
              <a:spcBef>
                <a:spcPts val="1000"/>
              </a:spcBef>
              <a:spcAft>
                <a:spcPts val="0"/>
              </a:spcAft>
              <a:buClr>
                <a:srgbClr val="FF00FF"/>
              </a:buClr>
              <a:buSzPts val="2800"/>
              <a:buFont typeface="Noto Sans Symbols"/>
              <a:buChar char="⮚"/>
            </a:pPr>
            <a:r>
              <a:rPr lang="en-US" sz="2800" b="1" i="0" u="none">
                <a:solidFill>
                  <a:srgbClr val="FF00FF"/>
                </a:solidFill>
                <a:latin typeface="Calibri"/>
                <a:ea typeface="Calibri"/>
                <a:cs typeface="Calibri"/>
                <a:sym typeface="Calibri"/>
              </a:rPr>
              <a:t>The requirement for systematic random sampling is</a:t>
            </a:r>
            <a:endParaRPr/>
          </a:p>
          <a:p>
            <a:pPr marL="685800" marR="0" lvl="1" indent="-228600" algn="l" rtl="0">
              <a:lnSpc>
                <a:spcPct val="90000"/>
              </a:lnSpc>
              <a:spcBef>
                <a:spcPts val="500"/>
              </a:spcBef>
              <a:spcAft>
                <a:spcPts val="0"/>
              </a:spcAft>
              <a:buClr>
                <a:schemeClr val="dk1"/>
              </a:buClr>
              <a:buSzPts val="2800"/>
              <a:buFont typeface="Noto Sans Symbols"/>
              <a:buChar char="⮚"/>
            </a:pPr>
            <a:r>
              <a:rPr lang="en-US" sz="2800" b="0" i="0" u="none" strike="noStrike" cap="none">
                <a:solidFill>
                  <a:schemeClr val="dk1"/>
                </a:solidFill>
                <a:latin typeface="Calibri"/>
                <a:ea typeface="Calibri"/>
                <a:cs typeface="Calibri"/>
                <a:sym typeface="Calibri"/>
              </a:rPr>
              <a:t> </a:t>
            </a:r>
            <a:r>
              <a:rPr lang="en-US" sz="2400" b="0" i="0" u="none" strike="noStrike" cap="none">
                <a:solidFill>
                  <a:schemeClr val="dk1"/>
                </a:solidFill>
                <a:latin typeface="Calibri"/>
                <a:ea typeface="Calibri"/>
                <a:cs typeface="Calibri"/>
                <a:sym typeface="Calibri"/>
              </a:rPr>
              <a:t>Sampling frame (Listing of sampling units from finite population)</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All units must be arranged in a systematic order ( The order may be w.r.t alphabets, date of births, Adhaar numbers, telephone numbers.. etc)</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Only the first unit is selected at random for the sample</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Remaining units are selected at a regular interval of k (k = N/n)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70"/>
          <p:cNvSpPr txBox="1"/>
          <p:nvPr/>
        </p:nvSpPr>
        <p:spPr>
          <a:xfrm>
            <a:off x="2792412" y="274637"/>
            <a:ext cx="6496200" cy="593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0" i="0" u="none">
                <a:solidFill>
                  <a:schemeClr val="lt1"/>
                </a:solidFill>
                <a:latin typeface="Calibri"/>
                <a:ea typeface="Calibri"/>
                <a:cs typeface="Calibri"/>
                <a:sym typeface="Calibri"/>
              </a:rPr>
              <a:t>Stratified Random Sampling</a:t>
            </a:r>
            <a:endParaRPr/>
          </a:p>
        </p:txBody>
      </p:sp>
      <p:sp>
        <p:nvSpPr>
          <p:cNvPr id="442" name="Google Shape;442;p70"/>
          <p:cNvSpPr txBox="1"/>
          <p:nvPr/>
        </p:nvSpPr>
        <p:spPr>
          <a:xfrm>
            <a:off x="776287" y="1093787"/>
            <a:ext cx="10623600" cy="5173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033CC"/>
              </a:buClr>
              <a:buSzPts val="2800"/>
              <a:buFont typeface="Noto Sans Symbols"/>
              <a:buChar char="⮚"/>
            </a:pPr>
            <a:r>
              <a:rPr lang="en-US" sz="2800" b="1" i="0" u="none" dirty="0">
                <a:solidFill>
                  <a:srgbClr val="0033CC"/>
                </a:solidFill>
                <a:latin typeface="Calibri"/>
                <a:ea typeface="Calibri"/>
                <a:cs typeface="Calibri"/>
                <a:sym typeface="Calibri"/>
              </a:rPr>
              <a:t>The requirement for Stratified random sampling is</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Heterogeneous target population</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Divide the heterogeneous target population into different strata by ensuring homogeneity within each stratum</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 Use simple random sampling within each stratum to select samples proportional to population size</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For example, if there are three stratum with respective population sizes 2000, 6000, and 1000. The sample size is 1500, then with probability proportional to population size (PPPS) the respective samples are 333, 1000 and 167. (</a:t>
            </a:r>
            <a:r>
              <a:rPr lang="en-US" sz="2400" b="0" i="0" u="none" strike="noStrike" cap="none" dirty="0" err="1">
                <a:solidFill>
                  <a:schemeClr val="dk1"/>
                </a:solidFill>
                <a:latin typeface="Calibri"/>
                <a:ea typeface="Calibri"/>
                <a:cs typeface="Calibri"/>
                <a:sym typeface="Calibri"/>
              </a:rPr>
              <a:t>eg.</a:t>
            </a:r>
            <a:r>
              <a:rPr lang="en-US" sz="2400" b="0" i="0" u="none" strike="noStrike" cap="none" dirty="0">
                <a:solidFill>
                  <a:schemeClr val="dk1"/>
                </a:solidFill>
                <a:latin typeface="Calibri"/>
                <a:ea typeface="Calibri"/>
                <a:cs typeface="Calibri"/>
                <a:sym typeface="Calibri"/>
              </a:rPr>
              <a:t>, 2000x1500/9000=333)</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Obtain the estimates from each stratum and compute an estimate by weighted average.</a:t>
            </a:r>
            <a:endParaRPr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43D974C-A2A6-3107-1DF1-273EB7384960}"/>
                  </a:ext>
                </a:extLst>
              </p14:cNvPr>
              <p14:cNvContentPartPr/>
              <p14:nvPr/>
            </p14:nvContentPartPr>
            <p14:xfrm>
              <a:off x="5652989" y="4034975"/>
              <a:ext cx="1129320" cy="113040"/>
            </p14:xfrm>
          </p:contentPart>
        </mc:Choice>
        <mc:Fallback>
          <p:pic>
            <p:nvPicPr>
              <p:cNvPr id="2" name="Ink 1">
                <a:extLst>
                  <a:ext uri="{FF2B5EF4-FFF2-40B4-BE49-F238E27FC236}">
                    <a16:creationId xmlns:a16="http://schemas.microsoft.com/office/drawing/2014/main" id="{543D974C-A2A6-3107-1DF1-273EB7384960}"/>
                  </a:ext>
                </a:extLst>
              </p:cNvPr>
              <p:cNvPicPr/>
              <p:nvPr/>
            </p:nvPicPr>
            <p:blipFill>
              <a:blip r:embed="rId4"/>
              <a:stretch>
                <a:fillRect/>
              </a:stretch>
            </p:blipFill>
            <p:spPr>
              <a:xfrm>
                <a:off x="5648669" y="4030655"/>
                <a:ext cx="1137960" cy="121680"/>
              </a:xfrm>
              <a:prstGeom prst="rect">
                <a:avLst/>
              </a:prstGeom>
            </p:spPr>
          </p:pic>
        </mc:Fallback>
      </mc:AlternateContent>
      <p:grpSp>
        <p:nvGrpSpPr>
          <p:cNvPr id="13" name="Group 12">
            <a:extLst>
              <a:ext uri="{FF2B5EF4-FFF2-40B4-BE49-F238E27FC236}">
                <a16:creationId xmlns:a16="http://schemas.microsoft.com/office/drawing/2014/main" id="{5A5167F7-90B1-3C35-2F18-ABF0F3BF3FD4}"/>
              </a:ext>
            </a:extLst>
          </p:cNvPr>
          <p:cNvGrpSpPr/>
          <p:nvPr/>
        </p:nvGrpSpPr>
        <p:grpSpPr>
          <a:xfrm>
            <a:off x="8002709" y="4404695"/>
            <a:ext cx="1567080" cy="36720"/>
            <a:chOff x="8002709" y="4404695"/>
            <a:chExt cx="1567080" cy="36720"/>
          </a:xfrm>
        </p:grpSpPr>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37605754-E94E-0B6B-E6B5-153C01962B75}"/>
                    </a:ext>
                  </a:extLst>
                </p14:cNvPr>
                <p14:cNvContentPartPr/>
                <p14:nvPr/>
              </p14:nvContentPartPr>
              <p14:xfrm>
                <a:off x="8002709" y="4423775"/>
                <a:ext cx="689040" cy="17640"/>
              </p14:xfrm>
            </p:contentPart>
          </mc:Choice>
          <mc:Fallback>
            <p:pic>
              <p:nvPicPr>
                <p:cNvPr id="3" name="Ink 2">
                  <a:extLst>
                    <a:ext uri="{FF2B5EF4-FFF2-40B4-BE49-F238E27FC236}">
                      <a16:creationId xmlns:a16="http://schemas.microsoft.com/office/drawing/2014/main" id="{37605754-E94E-0B6B-E6B5-153C01962B75}"/>
                    </a:ext>
                  </a:extLst>
                </p:cNvPr>
                <p:cNvPicPr/>
                <p:nvPr/>
              </p:nvPicPr>
              <p:blipFill>
                <a:blip r:embed="rId6"/>
                <a:stretch>
                  <a:fillRect/>
                </a:stretch>
              </p:blipFill>
              <p:spPr>
                <a:xfrm>
                  <a:off x="7998389" y="4419455"/>
                  <a:ext cx="6976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3EB222C0-6E8E-6D2F-7C47-8A1C0FCEC81C}"/>
                    </a:ext>
                  </a:extLst>
                </p14:cNvPr>
                <p14:cNvContentPartPr/>
                <p14:nvPr/>
              </p14:nvContentPartPr>
              <p14:xfrm>
                <a:off x="8816309" y="4404695"/>
                <a:ext cx="753480" cy="36000"/>
              </p14:xfrm>
            </p:contentPart>
          </mc:Choice>
          <mc:Fallback>
            <p:pic>
              <p:nvPicPr>
                <p:cNvPr id="4" name="Ink 3">
                  <a:extLst>
                    <a:ext uri="{FF2B5EF4-FFF2-40B4-BE49-F238E27FC236}">
                      <a16:creationId xmlns:a16="http://schemas.microsoft.com/office/drawing/2014/main" id="{3EB222C0-6E8E-6D2F-7C47-8A1C0FCEC81C}"/>
                    </a:ext>
                  </a:extLst>
                </p:cNvPr>
                <p:cNvPicPr/>
                <p:nvPr/>
              </p:nvPicPr>
              <p:blipFill>
                <a:blip r:embed="rId8"/>
                <a:stretch>
                  <a:fillRect/>
                </a:stretch>
              </p:blipFill>
              <p:spPr>
                <a:xfrm>
                  <a:off x="8811989" y="4400375"/>
                  <a:ext cx="762120" cy="44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39FA91C6-184F-CA03-34D5-362F73FC41A9}"/>
                  </a:ext>
                </a:extLst>
              </p14:cNvPr>
              <p14:cNvContentPartPr/>
              <p14:nvPr/>
            </p14:nvContentPartPr>
            <p14:xfrm>
              <a:off x="10182149" y="4383455"/>
              <a:ext cx="551520" cy="23040"/>
            </p14:xfrm>
          </p:contentPart>
        </mc:Choice>
        <mc:Fallback>
          <p:pic>
            <p:nvPicPr>
              <p:cNvPr id="6" name="Ink 5">
                <a:extLst>
                  <a:ext uri="{FF2B5EF4-FFF2-40B4-BE49-F238E27FC236}">
                    <a16:creationId xmlns:a16="http://schemas.microsoft.com/office/drawing/2014/main" id="{39FA91C6-184F-CA03-34D5-362F73FC41A9}"/>
                  </a:ext>
                </a:extLst>
              </p:cNvPr>
              <p:cNvPicPr/>
              <p:nvPr/>
            </p:nvPicPr>
            <p:blipFill>
              <a:blip r:embed="rId10"/>
              <a:stretch>
                <a:fillRect/>
              </a:stretch>
            </p:blipFill>
            <p:spPr>
              <a:xfrm>
                <a:off x="10177829" y="4379135"/>
                <a:ext cx="56016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F9243BE0-74B1-A9FA-A3B9-4C9C6152BE16}"/>
                  </a:ext>
                </a:extLst>
              </p14:cNvPr>
              <p14:cNvContentPartPr/>
              <p14:nvPr/>
            </p14:nvContentPartPr>
            <p14:xfrm>
              <a:off x="10516229" y="3351695"/>
              <a:ext cx="762840" cy="426960"/>
            </p14:xfrm>
          </p:contentPart>
        </mc:Choice>
        <mc:Fallback>
          <p:pic>
            <p:nvPicPr>
              <p:cNvPr id="14" name="Ink 13">
                <a:extLst>
                  <a:ext uri="{FF2B5EF4-FFF2-40B4-BE49-F238E27FC236}">
                    <a16:creationId xmlns:a16="http://schemas.microsoft.com/office/drawing/2014/main" id="{F9243BE0-74B1-A9FA-A3B9-4C9C6152BE16}"/>
                  </a:ext>
                </a:extLst>
              </p:cNvPr>
              <p:cNvPicPr/>
              <p:nvPr/>
            </p:nvPicPr>
            <p:blipFill>
              <a:blip r:embed="rId12"/>
              <a:stretch>
                <a:fillRect/>
              </a:stretch>
            </p:blipFill>
            <p:spPr>
              <a:xfrm>
                <a:off x="10511909" y="3347375"/>
                <a:ext cx="771480" cy="435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B0C10B3A-0D2A-ACE7-0AD1-C576C05D5B2E}"/>
                  </a:ext>
                </a:extLst>
              </p14:cNvPr>
              <p14:cNvContentPartPr/>
              <p14:nvPr/>
            </p14:nvContentPartPr>
            <p14:xfrm>
              <a:off x="5730029" y="5580455"/>
              <a:ext cx="10440" cy="2880"/>
            </p14:xfrm>
          </p:contentPart>
        </mc:Choice>
        <mc:Fallback>
          <p:pic>
            <p:nvPicPr>
              <p:cNvPr id="9" name="Ink 8">
                <a:extLst>
                  <a:ext uri="{FF2B5EF4-FFF2-40B4-BE49-F238E27FC236}">
                    <a16:creationId xmlns:a16="http://schemas.microsoft.com/office/drawing/2014/main" id="{B0C10B3A-0D2A-ACE7-0AD1-C576C05D5B2E}"/>
                  </a:ext>
                </a:extLst>
              </p:cNvPr>
              <p:cNvPicPr/>
              <p:nvPr/>
            </p:nvPicPr>
            <p:blipFill>
              <a:blip r:embed="rId14"/>
              <a:stretch>
                <a:fillRect/>
              </a:stretch>
            </p:blipFill>
            <p:spPr>
              <a:xfrm>
                <a:off x="5725709" y="5576135"/>
                <a:ext cx="19080" cy="11520"/>
              </a:xfrm>
              <a:prstGeom prst="rect">
                <a:avLst/>
              </a:prstGeom>
            </p:spPr>
          </p:pic>
        </mc:Fallback>
      </mc:AlternateContent>
      <p:grpSp>
        <p:nvGrpSpPr>
          <p:cNvPr id="392" name="Group 391">
            <a:extLst>
              <a:ext uri="{FF2B5EF4-FFF2-40B4-BE49-F238E27FC236}">
                <a16:creationId xmlns:a16="http://schemas.microsoft.com/office/drawing/2014/main" id="{C1367A24-411D-9302-160B-3B74D333AC63}"/>
              </a:ext>
            </a:extLst>
          </p:cNvPr>
          <p:cNvGrpSpPr/>
          <p:nvPr/>
        </p:nvGrpSpPr>
        <p:grpSpPr>
          <a:xfrm>
            <a:off x="1843469" y="5378495"/>
            <a:ext cx="10243080" cy="1454760"/>
            <a:chOff x="1843469" y="5378495"/>
            <a:chExt cx="10243080" cy="1454760"/>
          </a:xfrm>
        </p:grpSpPr>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692B2286-12FE-7D8E-457A-A21605C10F03}"/>
                    </a:ext>
                  </a:extLst>
                </p14:cNvPr>
                <p14:cNvContentPartPr/>
                <p14:nvPr/>
              </p14:nvContentPartPr>
              <p14:xfrm>
                <a:off x="3397949" y="5667935"/>
                <a:ext cx="335880" cy="293400"/>
              </p14:xfrm>
            </p:contentPart>
          </mc:Choice>
          <mc:Fallback>
            <p:pic>
              <p:nvPicPr>
                <p:cNvPr id="15" name="Ink 14">
                  <a:extLst>
                    <a:ext uri="{FF2B5EF4-FFF2-40B4-BE49-F238E27FC236}">
                      <a16:creationId xmlns:a16="http://schemas.microsoft.com/office/drawing/2014/main" id="{692B2286-12FE-7D8E-457A-A21605C10F03}"/>
                    </a:ext>
                  </a:extLst>
                </p:cNvPr>
                <p:cNvPicPr/>
                <p:nvPr/>
              </p:nvPicPr>
              <p:blipFill>
                <a:blip r:embed="rId16"/>
                <a:stretch>
                  <a:fillRect/>
                </a:stretch>
              </p:blipFill>
              <p:spPr>
                <a:xfrm>
                  <a:off x="3393629" y="5663615"/>
                  <a:ext cx="34452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6" name="Ink 15">
                  <a:extLst>
                    <a:ext uri="{FF2B5EF4-FFF2-40B4-BE49-F238E27FC236}">
                      <a16:creationId xmlns:a16="http://schemas.microsoft.com/office/drawing/2014/main" id="{19B70130-C86E-CDC8-CE5F-0E3EE44A014C}"/>
                    </a:ext>
                  </a:extLst>
                </p14:cNvPr>
                <p14:cNvContentPartPr/>
                <p14:nvPr/>
              </p14:nvContentPartPr>
              <p14:xfrm>
                <a:off x="3845429" y="5729855"/>
                <a:ext cx="704520" cy="187560"/>
              </p14:xfrm>
            </p:contentPart>
          </mc:Choice>
          <mc:Fallback>
            <p:pic>
              <p:nvPicPr>
                <p:cNvPr id="16" name="Ink 15">
                  <a:extLst>
                    <a:ext uri="{FF2B5EF4-FFF2-40B4-BE49-F238E27FC236}">
                      <a16:creationId xmlns:a16="http://schemas.microsoft.com/office/drawing/2014/main" id="{19B70130-C86E-CDC8-CE5F-0E3EE44A014C}"/>
                    </a:ext>
                  </a:extLst>
                </p:cNvPr>
                <p:cNvPicPr/>
                <p:nvPr/>
              </p:nvPicPr>
              <p:blipFill>
                <a:blip r:embed="rId18"/>
                <a:stretch>
                  <a:fillRect/>
                </a:stretch>
              </p:blipFill>
              <p:spPr>
                <a:xfrm>
                  <a:off x="3841109" y="5725535"/>
                  <a:ext cx="71316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7" name="Ink 16">
                  <a:extLst>
                    <a:ext uri="{FF2B5EF4-FFF2-40B4-BE49-F238E27FC236}">
                      <a16:creationId xmlns:a16="http://schemas.microsoft.com/office/drawing/2014/main" id="{BD21543C-0686-F86E-42D0-CA1E8CDC0F41}"/>
                    </a:ext>
                  </a:extLst>
                </p14:cNvPr>
                <p14:cNvContentPartPr/>
                <p14:nvPr/>
              </p14:nvContentPartPr>
              <p14:xfrm>
                <a:off x="2638709" y="6078695"/>
                <a:ext cx="2606040" cy="110160"/>
              </p14:xfrm>
            </p:contentPart>
          </mc:Choice>
          <mc:Fallback>
            <p:pic>
              <p:nvPicPr>
                <p:cNvPr id="17" name="Ink 16">
                  <a:extLst>
                    <a:ext uri="{FF2B5EF4-FFF2-40B4-BE49-F238E27FC236}">
                      <a16:creationId xmlns:a16="http://schemas.microsoft.com/office/drawing/2014/main" id="{BD21543C-0686-F86E-42D0-CA1E8CDC0F41}"/>
                    </a:ext>
                  </a:extLst>
                </p:cNvPr>
                <p:cNvPicPr/>
                <p:nvPr/>
              </p:nvPicPr>
              <p:blipFill>
                <a:blip r:embed="rId20"/>
                <a:stretch>
                  <a:fillRect/>
                </a:stretch>
              </p:blipFill>
              <p:spPr>
                <a:xfrm>
                  <a:off x="2634389" y="6074375"/>
                  <a:ext cx="26146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8" name="Ink 17">
                  <a:extLst>
                    <a:ext uri="{FF2B5EF4-FFF2-40B4-BE49-F238E27FC236}">
                      <a16:creationId xmlns:a16="http://schemas.microsoft.com/office/drawing/2014/main" id="{7B57EEB6-4A05-5AEB-D640-F19D9F95D7D8}"/>
                    </a:ext>
                  </a:extLst>
                </p14:cNvPr>
                <p14:cNvContentPartPr/>
                <p14:nvPr/>
              </p14:nvContentPartPr>
              <p14:xfrm>
                <a:off x="2406869" y="6373535"/>
                <a:ext cx="348480" cy="247320"/>
              </p14:xfrm>
            </p:contentPart>
          </mc:Choice>
          <mc:Fallback>
            <p:pic>
              <p:nvPicPr>
                <p:cNvPr id="18" name="Ink 17">
                  <a:extLst>
                    <a:ext uri="{FF2B5EF4-FFF2-40B4-BE49-F238E27FC236}">
                      <a16:creationId xmlns:a16="http://schemas.microsoft.com/office/drawing/2014/main" id="{7B57EEB6-4A05-5AEB-D640-F19D9F95D7D8}"/>
                    </a:ext>
                  </a:extLst>
                </p:cNvPr>
                <p:cNvPicPr/>
                <p:nvPr/>
              </p:nvPicPr>
              <p:blipFill>
                <a:blip r:embed="rId22"/>
                <a:stretch>
                  <a:fillRect/>
                </a:stretch>
              </p:blipFill>
              <p:spPr>
                <a:xfrm>
                  <a:off x="2402189" y="6369215"/>
                  <a:ext cx="35712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9" name="Ink 18">
                  <a:extLst>
                    <a:ext uri="{FF2B5EF4-FFF2-40B4-BE49-F238E27FC236}">
                      <a16:creationId xmlns:a16="http://schemas.microsoft.com/office/drawing/2014/main" id="{99B4F056-DD29-AE68-6D47-A661BB78BE0B}"/>
                    </a:ext>
                  </a:extLst>
                </p14:cNvPr>
                <p14:cNvContentPartPr/>
                <p14:nvPr/>
              </p14:nvContentPartPr>
              <p14:xfrm>
                <a:off x="2776229" y="6532655"/>
                <a:ext cx="204840" cy="72360"/>
              </p14:xfrm>
            </p:contentPart>
          </mc:Choice>
          <mc:Fallback>
            <p:pic>
              <p:nvPicPr>
                <p:cNvPr id="19" name="Ink 18">
                  <a:extLst>
                    <a:ext uri="{FF2B5EF4-FFF2-40B4-BE49-F238E27FC236}">
                      <a16:creationId xmlns:a16="http://schemas.microsoft.com/office/drawing/2014/main" id="{99B4F056-DD29-AE68-6D47-A661BB78BE0B}"/>
                    </a:ext>
                  </a:extLst>
                </p:cNvPr>
                <p:cNvPicPr/>
                <p:nvPr/>
              </p:nvPicPr>
              <p:blipFill>
                <a:blip r:embed="rId24"/>
                <a:stretch>
                  <a:fillRect/>
                </a:stretch>
              </p:blipFill>
              <p:spPr>
                <a:xfrm>
                  <a:off x="2771909" y="6528335"/>
                  <a:ext cx="21348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0" name="Ink 19">
                  <a:extLst>
                    <a:ext uri="{FF2B5EF4-FFF2-40B4-BE49-F238E27FC236}">
                      <a16:creationId xmlns:a16="http://schemas.microsoft.com/office/drawing/2014/main" id="{067F087A-AFF9-D418-6AE8-D2F1673483E7}"/>
                    </a:ext>
                  </a:extLst>
                </p14:cNvPr>
                <p14:cNvContentPartPr/>
                <p14:nvPr/>
              </p14:nvContentPartPr>
              <p14:xfrm>
                <a:off x="3037229" y="6538775"/>
                <a:ext cx="180720" cy="75960"/>
              </p14:xfrm>
            </p:contentPart>
          </mc:Choice>
          <mc:Fallback>
            <p:pic>
              <p:nvPicPr>
                <p:cNvPr id="20" name="Ink 19">
                  <a:extLst>
                    <a:ext uri="{FF2B5EF4-FFF2-40B4-BE49-F238E27FC236}">
                      <a16:creationId xmlns:a16="http://schemas.microsoft.com/office/drawing/2014/main" id="{067F087A-AFF9-D418-6AE8-D2F1673483E7}"/>
                    </a:ext>
                  </a:extLst>
                </p:cNvPr>
                <p:cNvPicPr/>
                <p:nvPr/>
              </p:nvPicPr>
              <p:blipFill>
                <a:blip r:embed="rId26"/>
                <a:stretch>
                  <a:fillRect/>
                </a:stretch>
              </p:blipFill>
              <p:spPr>
                <a:xfrm>
                  <a:off x="3032909" y="6534455"/>
                  <a:ext cx="18936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1" name="Ink 20">
                  <a:extLst>
                    <a:ext uri="{FF2B5EF4-FFF2-40B4-BE49-F238E27FC236}">
                      <a16:creationId xmlns:a16="http://schemas.microsoft.com/office/drawing/2014/main" id="{AB9B29FD-8389-EBFA-724C-4A907C99A9FA}"/>
                    </a:ext>
                  </a:extLst>
                </p14:cNvPr>
                <p14:cNvContentPartPr/>
                <p14:nvPr/>
              </p14:nvContentPartPr>
              <p14:xfrm>
                <a:off x="3269429" y="6513575"/>
                <a:ext cx="157320" cy="73800"/>
              </p14:xfrm>
            </p:contentPart>
          </mc:Choice>
          <mc:Fallback>
            <p:pic>
              <p:nvPicPr>
                <p:cNvPr id="21" name="Ink 20">
                  <a:extLst>
                    <a:ext uri="{FF2B5EF4-FFF2-40B4-BE49-F238E27FC236}">
                      <a16:creationId xmlns:a16="http://schemas.microsoft.com/office/drawing/2014/main" id="{AB9B29FD-8389-EBFA-724C-4A907C99A9FA}"/>
                    </a:ext>
                  </a:extLst>
                </p:cNvPr>
                <p:cNvPicPr/>
                <p:nvPr/>
              </p:nvPicPr>
              <p:blipFill>
                <a:blip r:embed="rId28"/>
                <a:stretch>
                  <a:fillRect/>
                </a:stretch>
              </p:blipFill>
              <p:spPr>
                <a:xfrm>
                  <a:off x="3265109" y="6509255"/>
                  <a:ext cx="16596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2" name="Ink 21">
                  <a:extLst>
                    <a:ext uri="{FF2B5EF4-FFF2-40B4-BE49-F238E27FC236}">
                      <a16:creationId xmlns:a16="http://schemas.microsoft.com/office/drawing/2014/main" id="{BB2C111F-F845-00D0-905A-08F72D50E21F}"/>
                    </a:ext>
                  </a:extLst>
                </p14:cNvPr>
                <p14:cNvContentPartPr/>
                <p14:nvPr/>
              </p14:nvContentPartPr>
              <p14:xfrm>
                <a:off x="3512789" y="6557855"/>
                <a:ext cx="225360" cy="25560"/>
              </p14:xfrm>
            </p:contentPart>
          </mc:Choice>
          <mc:Fallback>
            <p:pic>
              <p:nvPicPr>
                <p:cNvPr id="22" name="Ink 21">
                  <a:extLst>
                    <a:ext uri="{FF2B5EF4-FFF2-40B4-BE49-F238E27FC236}">
                      <a16:creationId xmlns:a16="http://schemas.microsoft.com/office/drawing/2014/main" id="{BB2C111F-F845-00D0-905A-08F72D50E21F}"/>
                    </a:ext>
                  </a:extLst>
                </p:cNvPr>
                <p:cNvPicPr/>
                <p:nvPr/>
              </p:nvPicPr>
              <p:blipFill>
                <a:blip r:embed="rId30"/>
                <a:stretch>
                  <a:fillRect/>
                </a:stretch>
              </p:blipFill>
              <p:spPr>
                <a:xfrm>
                  <a:off x="3508469" y="6553535"/>
                  <a:ext cx="23400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3" name="Ink 22">
                  <a:extLst>
                    <a:ext uri="{FF2B5EF4-FFF2-40B4-BE49-F238E27FC236}">
                      <a16:creationId xmlns:a16="http://schemas.microsoft.com/office/drawing/2014/main" id="{E6C756CC-D902-612C-7E9D-A0526B3D04B4}"/>
                    </a:ext>
                  </a:extLst>
                </p14:cNvPr>
                <p14:cNvContentPartPr/>
                <p14:nvPr/>
              </p14:nvContentPartPr>
              <p14:xfrm>
                <a:off x="3583709" y="6402695"/>
                <a:ext cx="84600" cy="289800"/>
              </p14:xfrm>
            </p:contentPart>
          </mc:Choice>
          <mc:Fallback>
            <p:pic>
              <p:nvPicPr>
                <p:cNvPr id="23" name="Ink 22">
                  <a:extLst>
                    <a:ext uri="{FF2B5EF4-FFF2-40B4-BE49-F238E27FC236}">
                      <a16:creationId xmlns:a16="http://schemas.microsoft.com/office/drawing/2014/main" id="{E6C756CC-D902-612C-7E9D-A0526B3D04B4}"/>
                    </a:ext>
                  </a:extLst>
                </p:cNvPr>
                <p:cNvPicPr/>
                <p:nvPr/>
              </p:nvPicPr>
              <p:blipFill>
                <a:blip r:embed="rId32"/>
                <a:stretch>
                  <a:fillRect/>
                </a:stretch>
              </p:blipFill>
              <p:spPr>
                <a:xfrm>
                  <a:off x="3579389" y="6398375"/>
                  <a:ext cx="9324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4" name="Ink 23">
                  <a:extLst>
                    <a:ext uri="{FF2B5EF4-FFF2-40B4-BE49-F238E27FC236}">
                      <a16:creationId xmlns:a16="http://schemas.microsoft.com/office/drawing/2014/main" id="{317F277F-5CF1-2C5A-0642-71EFD42427CE}"/>
                    </a:ext>
                  </a:extLst>
                </p14:cNvPr>
                <p14:cNvContentPartPr/>
                <p14:nvPr/>
              </p14:nvContentPartPr>
              <p14:xfrm>
                <a:off x="3991949" y="6322055"/>
                <a:ext cx="174600" cy="263880"/>
              </p14:xfrm>
            </p:contentPart>
          </mc:Choice>
          <mc:Fallback>
            <p:pic>
              <p:nvPicPr>
                <p:cNvPr id="24" name="Ink 23">
                  <a:extLst>
                    <a:ext uri="{FF2B5EF4-FFF2-40B4-BE49-F238E27FC236}">
                      <a16:creationId xmlns:a16="http://schemas.microsoft.com/office/drawing/2014/main" id="{317F277F-5CF1-2C5A-0642-71EFD42427CE}"/>
                    </a:ext>
                  </a:extLst>
                </p:cNvPr>
                <p:cNvPicPr/>
                <p:nvPr/>
              </p:nvPicPr>
              <p:blipFill>
                <a:blip r:embed="rId34"/>
                <a:stretch>
                  <a:fillRect/>
                </a:stretch>
              </p:blipFill>
              <p:spPr>
                <a:xfrm>
                  <a:off x="3987629" y="6317735"/>
                  <a:ext cx="18324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5" name="Ink 24">
                  <a:extLst>
                    <a:ext uri="{FF2B5EF4-FFF2-40B4-BE49-F238E27FC236}">
                      <a16:creationId xmlns:a16="http://schemas.microsoft.com/office/drawing/2014/main" id="{1EBA2AD3-9399-8530-9C29-1B0472D1F0B2}"/>
                    </a:ext>
                  </a:extLst>
                </p14:cNvPr>
                <p14:cNvContentPartPr/>
                <p14:nvPr/>
              </p14:nvContentPartPr>
              <p14:xfrm>
                <a:off x="4240709" y="6460655"/>
                <a:ext cx="140400" cy="115200"/>
              </p14:xfrm>
            </p:contentPart>
          </mc:Choice>
          <mc:Fallback>
            <p:pic>
              <p:nvPicPr>
                <p:cNvPr id="25" name="Ink 24">
                  <a:extLst>
                    <a:ext uri="{FF2B5EF4-FFF2-40B4-BE49-F238E27FC236}">
                      <a16:creationId xmlns:a16="http://schemas.microsoft.com/office/drawing/2014/main" id="{1EBA2AD3-9399-8530-9C29-1B0472D1F0B2}"/>
                    </a:ext>
                  </a:extLst>
                </p:cNvPr>
                <p:cNvPicPr/>
                <p:nvPr/>
              </p:nvPicPr>
              <p:blipFill>
                <a:blip r:embed="rId36"/>
                <a:stretch>
                  <a:fillRect/>
                </a:stretch>
              </p:blipFill>
              <p:spPr>
                <a:xfrm>
                  <a:off x="4236389" y="6456335"/>
                  <a:ext cx="1490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6" name="Ink 25">
                  <a:extLst>
                    <a:ext uri="{FF2B5EF4-FFF2-40B4-BE49-F238E27FC236}">
                      <a16:creationId xmlns:a16="http://schemas.microsoft.com/office/drawing/2014/main" id="{D345A746-2344-A3F3-D27B-B4F497EFA5D9}"/>
                    </a:ext>
                  </a:extLst>
                </p14:cNvPr>
                <p14:cNvContentPartPr/>
                <p14:nvPr/>
              </p14:nvContentPartPr>
              <p14:xfrm>
                <a:off x="4445909" y="6459575"/>
                <a:ext cx="165600" cy="104760"/>
              </p14:xfrm>
            </p:contentPart>
          </mc:Choice>
          <mc:Fallback>
            <p:pic>
              <p:nvPicPr>
                <p:cNvPr id="26" name="Ink 25">
                  <a:extLst>
                    <a:ext uri="{FF2B5EF4-FFF2-40B4-BE49-F238E27FC236}">
                      <a16:creationId xmlns:a16="http://schemas.microsoft.com/office/drawing/2014/main" id="{D345A746-2344-A3F3-D27B-B4F497EFA5D9}"/>
                    </a:ext>
                  </a:extLst>
                </p:cNvPr>
                <p:cNvPicPr/>
                <p:nvPr/>
              </p:nvPicPr>
              <p:blipFill>
                <a:blip r:embed="rId38"/>
                <a:stretch>
                  <a:fillRect/>
                </a:stretch>
              </p:blipFill>
              <p:spPr>
                <a:xfrm>
                  <a:off x="4441589" y="6455255"/>
                  <a:ext cx="1742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7" name="Ink 26">
                  <a:extLst>
                    <a:ext uri="{FF2B5EF4-FFF2-40B4-BE49-F238E27FC236}">
                      <a16:creationId xmlns:a16="http://schemas.microsoft.com/office/drawing/2014/main" id="{D39DAD61-1ED7-C901-B2A5-C61AAE4EDCA3}"/>
                    </a:ext>
                  </a:extLst>
                </p14:cNvPr>
                <p14:cNvContentPartPr/>
                <p14:nvPr/>
              </p14:nvContentPartPr>
              <p14:xfrm>
                <a:off x="4682069" y="6417095"/>
                <a:ext cx="190800" cy="128520"/>
              </p14:xfrm>
            </p:contentPart>
          </mc:Choice>
          <mc:Fallback>
            <p:pic>
              <p:nvPicPr>
                <p:cNvPr id="27" name="Ink 26">
                  <a:extLst>
                    <a:ext uri="{FF2B5EF4-FFF2-40B4-BE49-F238E27FC236}">
                      <a16:creationId xmlns:a16="http://schemas.microsoft.com/office/drawing/2014/main" id="{D39DAD61-1ED7-C901-B2A5-C61AAE4EDCA3}"/>
                    </a:ext>
                  </a:extLst>
                </p:cNvPr>
                <p:cNvPicPr/>
                <p:nvPr/>
              </p:nvPicPr>
              <p:blipFill>
                <a:blip r:embed="rId40"/>
                <a:stretch>
                  <a:fillRect/>
                </a:stretch>
              </p:blipFill>
              <p:spPr>
                <a:xfrm>
                  <a:off x="4677749" y="6412775"/>
                  <a:ext cx="19944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A74943B3-3C2D-9DEC-77E9-69A354DE89B2}"/>
                    </a:ext>
                  </a:extLst>
                </p14:cNvPr>
                <p14:cNvContentPartPr/>
                <p14:nvPr/>
              </p14:nvContentPartPr>
              <p14:xfrm>
                <a:off x="5026229" y="6473615"/>
                <a:ext cx="151920" cy="9000"/>
              </p14:xfrm>
            </p:contentPart>
          </mc:Choice>
          <mc:Fallback>
            <p:pic>
              <p:nvPicPr>
                <p:cNvPr id="28" name="Ink 27">
                  <a:extLst>
                    <a:ext uri="{FF2B5EF4-FFF2-40B4-BE49-F238E27FC236}">
                      <a16:creationId xmlns:a16="http://schemas.microsoft.com/office/drawing/2014/main" id="{A74943B3-3C2D-9DEC-77E9-69A354DE89B2}"/>
                    </a:ext>
                  </a:extLst>
                </p:cNvPr>
                <p:cNvPicPr/>
                <p:nvPr/>
              </p:nvPicPr>
              <p:blipFill>
                <a:blip r:embed="rId42"/>
                <a:stretch>
                  <a:fillRect/>
                </a:stretch>
              </p:blipFill>
              <p:spPr>
                <a:xfrm>
                  <a:off x="5021909" y="6469295"/>
                  <a:ext cx="16056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BFC885AB-5BAB-0C77-C7CA-1EDE591264A1}"/>
                    </a:ext>
                  </a:extLst>
                </p14:cNvPr>
                <p14:cNvContentPartPr/>
                <p14:nvPr/>
              </p14:nvContentPartPr>
              <p14:xfrm>
                <a:off x="5132069" y="6349775"/>
                <a:ext cx="40680" cy="231120"/>
              </p14:xfrm>
            </p:contentPart>
          </mc:Choice>
          <mc:Fallback>
            <p:pic>
              <p:nvPicPr>
                <p:cNvPr id="29" name="Ink 28">
                  <a:extLst>
                    <a:ext uri="{FF2B5EF4-FFF2-40B4-BE49-F238E27FC236}">
                      <a16:creationId xmlns:a16="http://schemas.microsoft.com/office/drawing/2014/main" id="{BFC885AB-5BAB-0C77-C7CA-1EDE591264A1}"/>
                    </a:ext>
                  </a:extLst>
                </p:cNvPr>
                <p:cNvPicPr/>
                <p:nvPr/>
              </p:nvPicPr>
              <p:blipFill>
                <a:blip r:embed="rId44"/>
                <a:stretch>
                  <a:fillRect/>
                </a:stretch>
              </p:blipFill>
              <p:spPr>
                <a:xfrm>
                  <a:off x="5127749" y="6345455"/>
                  <a:ext cx="4932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2B297118-FAFB-438D-B147-712CA95C48CF}"/>
                    </a:ext>
                  </a:extLst>
                </p14:cNvPr>
                <p14:cNvContentPartPr/>
                <p14:nvPr/>
              </p14:nvContentPartPr>
              <p14:xfrm>
                <a:off x="5397749" y="6306935"/>
                <a:ext cx="34920" cy="236160"/>
              </p14:xfrm>
            </p:contentPart>
          </mc:Choice>
          <mc:Fallback>
            <p:pic>
              <p:nvPicPr>
                <p:cNvPr id="30" name="Ink 29">
                  <a:extLst>
                    <a:ext uri="{FF2B5EF4-FFF2-40B4-BE49-F238E27FC236}">
                      <a16:creationId xmlns:a16="http://schemas.microsoft.com/office/drawing/2014/main" id="{2B297118-FAFB-438D-B147-712CA95C48CF}"/>
                    </a:ext>
                  </a:extLst>
                </p:cNvPr>
                <p:cNvPicPr/>
                <p:nvPr/>
              </p:nvPicPr>
              <p:blipFill>
                <a:blip r:embed="rId46"/>
                <a:stretch>
                  <a:fillRect/>
                </a:stretch>
              </p:blipFill>
              <p:spPr>
                <a:xfrm>
                  <a:off x="5393429" y="6302615"/>
                  <a:ext cx="4356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2DF0A6EC-56AF-27CF-877C-4CA9080D2248}"/>
                    </a:ext>
                  </a:extLst>
                </p14:cNvPr>
                <p14:cNvContentPartPr/>
                <p14:nvPr/>
              </p14:nvContentPartPr>
              <p14:xfrm>
                <a:off x="5483069" y="6357335"/>
                <a:ext cx="611640" cy="221760"/>
              </p14:xfrm>
            </p:contentPart>
          </mc:Choice>
          <mc:Fallback>
            <p:pic>
              <p:nvPicPr>
                <p:cNvPr id="31" name="Ink 30">
                  <a:extLst>
                    <a:ext uri="{FF2B5EF4-FFF2-40B4-BE49-F238E27FC236}">
                      <a16:creationId xmlns:a16="http://schemas.microsoft.com/office/drawing/2014/main" id="{2DF0A6EC-56AF-27CF-877C-4CA9080D2248}"/>
                    </a:ext>
                  </a:extLst>
                </p:cNvPr>
                <p:cNvPicPr/>
                <p:nvPr/>
              </p:nvPicPr>
              <p:blipFill>
                <a:blip r:embed="rId48"/>
                <a:stretch>
                  <a:fillRect/>
                </a:stretch>
              </p:blipFill>
              <p:spPr>
                <a:xfrm>
                  <a:off x="5478749" y="6353015"/>
                  <a:ext cx="62028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4" name="Ink 33">
                  <a:extLst>
                    <a:ext uri="{FF2B5EF4-FFF2-40B4-BE49-F238E27FC236}">
                      <a16:creationId xmlns:a16="http://schemas.microsoft.com/office/drawing/2014/main" id="{010A4DE0-F0C6-1538-8D4C-2F83771C1D80}"/>
                    </a:ext>
                  </a:extLst>
                </p14:cNvPr>
                <p14:cNvContentPartPr/>
                <p14:nvPr/>
              </p14:nvContentPartPr>
              <p14:xfrm>
                <a:off x="1843469" y="5638415"/>
                <a:ext cx="432720" cy="1116360"/>
              </p14:xfrm>
            </p:contentPart>
          </mc:Choice>
          <mc:Fallback>
            <p:pic>
              <p:nvPicPr>
                <p:cNvPr id="34" name="Ink 33">
                  <a:extLst>
                    <a:ext uri="{FF2B5EF4-FFF2-40B4-BE49-F238E27FC236}">
                      <a16:creationId xmlns:a16="http://schemas.microsoft.com/office/drawing/2014/main" id="{010A4DE0-F0C6-1538-8D4C-2F83771C1D80}"/>
                    </a:ext>
                  </a:extLst>
                </p:cNvPr>
                <p:cNvPicPr/>
                <p:nvPr/>
              </p:nvPicPr>
              <p:blipFill>
                <a:blip r:embed="rId50"/>
                <a:stretch>
                  <a:fillRect/>
                </a:stretch>
              </p:blipFill>
              <p:spPr>
                <a:xfrm>
                  <a:off x="1839149" y="5634095"/>
                  <a:ext cx="441360" cy="1125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6" name="Ink 35">
                  <a:extLst>
                    <a:ext uri="{FF2B5EF4-FFF2-40B4-BE49-F238E27FC236}">
                      <a16:creationId xmlns:a16="http://schemas.microsoft.com/office/drawing/2014/main" id="{19040221-8CAB-3C40-C909-07E7152B67B1}"/>
                    </a:ext>
                  </a:extLst>
                </p14:cNvPr>
                <p14:cNvContentPartPr/>
                <p14:nvPr/>
              </p14:nvContentPartPr>
              <p14:xfrm>
                <a:off x="5894189" y="5500175"/>
                <a:ext cx="387000" cy="1333080"/>
              </p14:xfrm>
            </p:contentPart>
          </mc:Choice>
          <mc:Fallback>
            <p:pic>
              <p:nvPicPr>
                <p:cNvPr id="36" name="Ink 35">
                  <a:extLst>
                    <a:ext uri="{FF2B5EF4-FFF2-40B4-BE49-F238E27FC236}">
                      <a16:creationId xmlns:a16="http://schemas.microsoft.com/office/drawing/2014/main" id="{19040221-8CAB-3C40-C909-07E7152B67B1}"/>
                    </a:ext>
                  </a:extLst>
                </p:cNvPr>
                <p:cNvPicPr/>
                <p:nvPr/>
              </p:nvPicPr>
              <p:blipFill>
                <a:blip r:embed="rId52"/>
                <a:stretch>
                  <a:fillRect/>
                </a:stretch>
              </p:blipFill>
              <p:spPr>
                <a:xfrm>
                  <a:off x="5888069" y="5494055"/>
                  <a:ext cx="399240" cy="13453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7" name="Ink 36">
                  <a:extLst>
                    <a:ext uri="{FF2B5EF4-FFF2-40B4-BE49-F238E27FC236}">
                      <a16:creationId xmlns:a16="http://schemas.microsoft.com/office/drawing/2014/main" id="{8F442188-E638-08F1-907B-F22A35414AD6}"/>
                    </a:ext>
                  </a:extLst>
                </p14:cNvPr>
                <p14:cNvContentPartPr/>
                <p14:nvPr/>
              </p14:nvContentPartPr>
              <p14:xfrm>
                <a:off x="6446429" y="5866655"/>
                <a:ext cx="138960" cy="296280"/>
              </p14:xfrm>
            </p:contentPart>
          </mc:Choice>
          <mc:Fallback>
            <p:pic>
              <p:nvPicPr>
                <p:cNvPr id="37" name="Ink 36">
                  <a:extLst>
                    <a:ext uri="{FF2B5EF4-FFF2-40B4-BE49-F238E27FC236}">
                      <a16:creationId xmlns:a16="http://schemas.microsoft.com/office/drawing/2014/main" id="{8F442188-E638-08F1-907B-F22A35414AD6}"/>
                    </a:ext>
                  </a:extLst>
                </p:cNvPr>
                <p:cNvPicPr/>
                <p:nvPr/>
              </p:nvPicPr>
              <p:blipFill>
                <a:blip r:embed="rId54"/>
                <a:stretch>
                  <a:fillRect/>
                </a:stretch>
              </p:blipFill>
              <p:spPr>
                <a:xfrm>
                  <a:off x="6440309" y="5860535"/>
                  <a:ext cx="15120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8" name="Ink 37">
                  <a:extLst>
                    <a:ext uri="{FF2B5EF4-FFF2-40B4-BE49-F238E27FC236}">
                      <a16:creationId xmlns:a16="http://schemas.microsoft.com/office/drawing/2014/main" id="{6F9195B5-22FC-B416-D194-1CF15624B817}"/>
                    </a:ext>
                  </a:extLst>
                </p14:cNvPr>
                <p14:cNvContentPartPr/>
                <p14:nvPr/>
              </p14:nvContentPartPr>
              <p14:xfrm>
                <a:off x="6341669" y="5948735"/>
                <a:ext cx="294480" cy="189000"/>
              </p14:xfrm>
            </p:contentPart>
          </mc:Choice>
          <mc:Fallback>
            <p:pic>
              <p:nvPicPr>
                <p:cNvPr id="38" name="Ink 37">
                  <a:extLst>
                    <a:ext uri="{FF2B5EF4-FFF2-40B4-BE49-F238E27FC236}">
                      <a16:creationId xmlns:a16="http://schemas.microsoft.com/office/drawing/2014/main" id="{6F9195B5-22FC-B416-D194-1CF15624B817}"/>
                    </a:ext>
                  </a:extLst>
                </p:cNvPr>
                <p:cNvPicPr/>
                <p:nvPr/>
              </p:nvPicPr>
              <p:blipFill>
                <a:blip r:embed="rId56"/>
                <a:stretch>
                  <a:fillRect/>
                </a:stretch>
              </p:blipFill>
              <p:spPr>
                <a:xfrm>
                  <a:off x="6335549" y="5942615"/>
                  <a:ext cx="30672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9" name="Ink 38">
                  <a:extLst>
                    <a:ext uri="{FF2B5EF4-FFF2-40B4-BE49-F238E27FC236}">
                      <a16:creationId xmlns:a16="http://schemas.microsoft.com/office/drawing/2014/main" id="{72C6BFB9-E96A-C4A3-50D0-588F02E97E91}"/>
                    </a:ext>
                  </a:extLst>
                </p14:cNvPr>
                <p14:cNvContentPartPr/>
                <p14:nvPr/>
              </p14:nvContentPartPr>
              <p14:xfrm>
                <a:off x="6948629" y="5760815"/>
                <a:ext cx="37800" cy="318240"/>
              </p14:xfrm>
            </p:contentPart>
          </mc:Choice>
          <mc:Fallback>
            <p:pic>
              <p:nvPicPr>
                <p:cNvPr id="39" name="Ink 38">
                  <a:extLst>
                    <a:ext uri="{FF2B5EF4-FFF2-40B4-BE49-F238E27FC236}">
                      <a16:creationId xmlns:a16="http://schemas.microsoft.com/office/drawing/2014/main" id="{72C6BFB9-E96A-C4A3-50D0-588F02E97E91}"/>
                    </a:ext>
                  </a:extLst>
                </p:cNvPr>
                <p:cNvPicPr/>
                <p:nvPr/>
              </p:nvPicPr>
              <p:blipFill>
                <a:blip r:embed="rId58"/>
                <a:stretch>
                  <a:fillRect/>
                </a:stretch>
              </p:blipFill>
              <p:spPr>
                <a:xfrm>
                  <a:off x="6942509" y="5754695"/>
                  <a:ext cx="5004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0" name="Ink 39">
                  <a:extLst>
                    <a:ext uri="{FF2B5EF4-FFF2-40B4-BE49-F238E27FC236}">
                      <a16:creationId xmlns:a16="http://schemas.microsoft.com/office/drawing/2014/main" id="{BF9F9CEB-8123-158C-080B-13C7D23BA280}"/>
                    </a:ext>
                  </a:extLst>
                </p14:cNvPr>
                <p14:cNvContentPartPr/>
                <p14:nvPr/>
              </p14:nvContentPartPr>
              <p14:xfrm>
                <a:off x="7138709" y="5756495"/>
                <a:ext cx="192240" cy="15840"/>
              </p14:xfrm>
            </p:contentPart>
          </mc:Choice>
          <mc:Fallback>
            <p:pic>
              <p:nvPicPr>
                <p:cNvPr id="40" name="Ink 39">
                  <a:extLst>
                    <a:ext uri="{FF2B5EF4-FFF2-40B4-BE49-F238E27FC236}">
                      <a16:creationId xmlns:a16="http://schemas.microsoft.com/office/drawing/2014/main" id="{BF9F9CEB-8123-158C-080B-13C7D23BA280}"/>
                    </a:ext>
                  </a:extLst>
                </p:cNvPr>
                <p:cNvPicPr/>
                <p:nvPr/>
              </p:nvPicPr>
              <p:blipFill>
                <a:blip r:embed="rId60"/>
                <a:stretch>
                  <a:fillRect/>
                </a:stretch>
              </p:blipFill>
              <p:spPr>
                <a:xfrm>
                  <a:off x="7132589" y="5750375"/>
                  <a:ext cx="20448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1" name="Ink 40">
                  <a:extLst>
                    <a:ext uri="{FF2B5EF4-FFF2-40B4-BE49-F238E27FC236}">
                      <a16:creationId xmlns:a16="http://schemas.microsoft.com/office/drawing/2014/main" id="{D43A067E-01E4-7763-E74D-2D4ED046F787}"/>
                    </a:ext>
                  </a:extLst>
                </p14:cNvPr>
                <p14:cNvContentPartPr/>
                <p14:nvPr/>
              </p14:nvContentPartPr>
              <p14:xfrm>
                <a:off x="7101269" y="5751815"/>
                <a:ext cx="229680" cy="324360"/>
              </p14:xfrm>
            </p:contentPart>
          </mc:Choice>
          <mc:Fallback>
            <p:pic>
              <p:nvPicPr>
                <p:cNvPr id="41" name="Ink 40">
                  <a:extLst>
                    <a:ext uri="{FF2B5EF4-FFF2-40B4-BE49-F238E27FC236}">
                      <a16:creationId xmlns:a16="http://schemas.microsoft.com/office/drawing/2014/main" id="{D43A067E-01E4-7763-E74D-2D4ED046F787}"/>
                    </a:ext>
                  </a:extLst>
                </p:cNvPr>
                <p:cNvPicPr/>
                <p:nvPr/>
              </p:nvPicPr>
              <p:blipFill>
                <a:blip r:embed="rId62"/>
                <a:stretch>
                  <a:fillRect/>
                </a:stretch>
              </p:blipFill>
              <p:spPr>
                <a:xfrm>
                  <a:off x="7095149" y="5745695"/>
                  <a:ext cx="24192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2" name="Ink 41">
                  <a:extLst>
                    <a:ext uri="{FF2B5EF4-FFF2-40B4-BE49-F238E27FC236}">
                      <a16:creationId xmlns:a16="http://schemas.microsoft.com/office/drawing/2014/main" id="{4253E7A9-9692-E5AD-E418-9FE292337DAB}"/>
                    </a:ext>
                  </a:extLst>
                </p14:cNvPr>
                <p14:cNvContentPartPr/>
                <p14:nvPr/>
              </p14:nvContentPartPr>
              <p14:xfrm>
                <a:off x="7495469" y="5836415"/>
                <a:ext cx="429840" cy="176760"/>
              </p14:xfrm>
            </p:contentPart>
          </mc:Choice>
          <mc:Fallback>
            <p:pic>
              <p:nvPicPr>
                <p:cNvPr id="42" name="Ink 41">
                  <a:extLst>
                    <a:ext uri="{FF2B5EF4-FFF2-40B4-BE49-F238E27FC236}">
                      <a16:creationId xmlns:a16="http://schemas.microsoft.com/office/drawing/2014/main" id="{4253E7A9-9692-E5AD-E418-9FE292337DAB}"/>
                    </a:ext>
                  </a:extLst>
                </p:cNvPr>
                <p:cNvPicPr/>
                <p:nvPr/>
              </p:nvPicPr>
              <p:blipFill>
                <a:blip r:embed="rId64"/>
                <a:stretch>
                  <a:fillRect/>
                </a:stretch>
              </p:blipFill>
              <p:spPr>
                <a:xfrm>
                  <a:off x="7489349" y="5830295"/>
                  <a:ext cx="44208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3" name="Ink 42">
                  <a:extLst>
                    <a:ext uri="{FF2B5EF4-FFF2-40B4-BE49-F238E27FC236}">
                      <a16:creationId xmlns:a16="http://schemas.microsoft.com/office/drawing/2014/main" id="{6BAB179C-ABE4-9723-1866-995058A6BEB5}"/>
                    </a:ext>
                  </a:extLst>
                </p14:cNvPr>
                <p14:cNvContentPartPr/>
                <p14:nvPr/>
              </p14:nvContentPartPr>
              <p14:xfrm>
                <a:off x="8282789" y="5872775"/>
                <a:ext cx="168120" cy="16920"/>
              </p14:xfrm>
            </p:contentPart>
          </mc:Choice>
          <mc:Fallback>
            <p:pic>
              <p:nvPicPr>
                <p:cNvPr id="43" name="Ink 42">
                  <a:extLst>
                    <a:ext uri="{FF2B5EF4-FFF2-40B4-BE49-F238E27FC236}">
                      <a16:creationId xmlns:a16="http://schemas.microsoft.com/office/drawing/2014/main" id="{6BAB179C-ABE4-9723-1866-995058A6BEB5}"/>
                    </a:ext>
                  </a:extLst>
                </p:cNvPr>
                <p:cNvPicPr/>
                <p:nvPr/>
              </p:nvPicPr>
              <p:blipFill>
                <a:blip r:embed="rId66"/>
                <a:stretch>
                  <a:fillRect/>
                </a:stretch>
              </p:blipFill>
              <p:spPr>
                <a:xfrm>
                  <a:off x="8276669" y="5866655"/>
                  <a:ext cx="18036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4" name="Ink 43">
                  <a:extLst>
                    <a:ext uri="{FF2B5EF4-FFF2-40B4-BE49-F238E27FC236}">
                      <a16:creationId xmlns:a16="http://schemas.microsoft.com/office/drawing/2014/main" id="{8468FFF3-0C88-93F3-960F-3EABAE5FA1B6}"/>
                    </a:ext>
                  </a:extLst>
                </p14:cNvPr>
                <p14:cNvContentPartPr/>
                <p14:nvPr/>
              </p14:nvContentPartPr>
              <p14:xfrm>
                <a:off x="8325629" y="5943695"/>
                <a:ext cx="197280" cy="24480"/>
              </p14:xfrm>
            </p:contentPart>
          </mc:Choice>
          <mc:Fallback>
            <p:pic>
              <p:nvPicPr>
                <p:cNvPr id="44" name="Ink 43">
                  <a:extLst>
                    <a:ext uri="{FF2B5EF4-FFF2-40B4-BE49-F238E27FC236}">
                      <a16:creationId xmlns:a16="http://schemas.microsoft.com/office/drawing/2014/main" id="{8468FFF3-0C88-93F3-960F-3EABAE5FA1B6}"/>
                    </a:ext>
                  </a:extLst>
                </p:cNvPr>
                <p:cNvPicPr/>
                <p:nvPr/>
              </p:nvPicPr>
              <p:blipFill>
                <a:blip r:embed="rId68"/>
                <a:stretch>
                  <a:fillRect/>
                </a:stretch>
              </p:blipFill>
              <p:spPr>
                <a:xfrm>
                  <a:off x="8319509" y="5937575"/>
                  <a:ext cx="20952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6" name="Ink 45">
                  <a:extLst>
                    <a:ext uri="{FF2B5EF4-FFF2-40B4-BE49-F238E27FC236}">
                      <a16:creationId xmlns:a16="http://schemas.microsoft.com/office/drawing/2014/main" id="{5B69B96B-DEE2-E1D8-BFEC-D447050B82BC}"/>
                    </a:ext>
                  </a:extLst>
                </p14:cNvPr>
                <p14:cNvContentPartPr/>
                <p14:nvPr/>
              </p14:nvContentPartPr>
              <p14:xfrm>
                <a:off x="8806229" y="5716535"/>
                <a:ext cx="91440" cy="237600"/>
              </p14:xfrm>
            </p:contentPart>
          </mc:Choice>
          <mc:Fallback>
            <p:pic>
              <p:nvPicPr>
                <p:cNvPr id="46" name="Ink 45">
                  <a:extLst>
                    <a:ext uri="{FF2B5EF4-FFF2-40B4-BE49-F238E27FC236}">
                      <a16:creationId xmlns:a16="http://schemas.microsoft.com/office/drawing/2014/main" id="{5B69B96B-DEE2-E1D8-BFEC-D447050B82BC}"/>
                    </a:ext>
                  </a:extLst>
                </p:cNvPr>
                <p:cNvPicPr/>
                <p:nvPr/>
              </p:nvPicPr>
              <p:blipFill>
                <a:blip r:embed="rId70"/>
                <a:stretch>
                  <a:fillRect/>
                </a:stretch>
              </p:blipFill>
              <p:spPr>
                <a:xfrm>
                  <a:off x="8800109" y="5710415"/>
                  <a:ext cx="10368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7" name="Ink 46">
                  <a:extLst>
                    <a:ext uri="{FF2B5EF4-FFF2-40B4-BE49-F238E27FC236}">
                      <a16:creationId xmlns:a16="http://schemas.microsoft.com/office/drawing/2014/main" id="{8B34DD2E-89DD-EC6A-2A11-D00F936649A3}"/>
                    </a:ext>
                  </a:extLst>
                </p14:cNvPr>
                <p14:cNvContentPartPr/>
                <p14:nvPr/>
              </p14:nvContentPartPr>
              <p14:xfrm>
                <a:off x="8792189" y="5540135"/>
                <a:ext cx="69840" cy="736920"/>
              </p14:xfrm>
            </p:contentPart>
          </mc:Choice>
          <mc:Fallback>
            <p:pic>
              <p:nvPicPr>
                <p:cNvPr id="47" name="Ink 46">
                  <a:extLst>
                    <a:ext uri="{FF2B5EF4-FFF2-40B4-BE49-F238E27FC236}">
                      <a16:creationId xmlns:a16="http://schemas.microsoft.com/office/drawing/2014/main" id="{8B34DD2E-89DD-EC6A-2A11-D00F936649A3}"/>
                    </a:ext>
                  </a:extLst>
                </p:cNvPr>
                <p:cNvPicPr/>
                <p:nvPr/>
              </p:nvPicPr>
              <p:blipFill>
                <a:blip r:embed="rId72"/>
                <a:stretch>
                  <a:fillRect/>
                </a:stretch>
              </p:blipFill>
              <p:spPr>
                <a:xfrm>
                  <a:off x="8786069" y="5534015"/>
                  <a:ext cx="82080" cy="7491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8" name="Ink 47">
                  <a:extLst>
                    <a:ext uri="{FF2B5EF4-FFF2-40B4-BE49-F238E27FC236}">
                      <a16:creationId xmlns:a16="http://schemas.microsoft.com/office/drawing/2014/main" id="{5EA4367E-547A-5F04-BCDA-E5D655E743B5}"/>
                    </a:ext>
                  </a:extLst>
                </p14:cNvPr>
                <p14:cNvContentPartPr/>
                <p14:nvPr/>
              </p14:nvContentPartPr>
              <p14:xfrm>
                <a:off x="8984069" y="5430335"/>
                <a:ext cx="54720" cy="714240"/>
              </p14:xfrm>
            </p:contentPart>
          </mc:Choice>
          <mc:Fallback>
            <p:pic>
              <p:nvPicPr>
                <p:cNvPr id="48" name="Ink 47">
                  <a:extLst>
                    <a:ext uri="{FF2B5EF4-FFF2-40B4-BE49-F238E27FC236}">
                      <a16:creationId xmlns:a16="http://schemas.microsoft.com/office/drawing/2014/main" id="{5EA4367E-547A-5F04-BCDA-E5D655E743B5}"/>
                    </a:ext>
                  </a:extLst>
                </p:cNvPr>
                <p:cNvPicPr/>
                <p:nvPr/>
              </p:nvPicPr>
              <p:blipFill>
                <a:blip r:embed="rId74"/>
                <a:stretch>
                  <a:fillRect/>
                </a:stretch>
              </p:blipFill>
              <p:spPr>
                <a:xfrm>
                  <a:off x="8977949" y="5424215"/>
                  <a:ext cx="66960" cy="7264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9" name="Ink 48">
                  <a:extLst>
                    <a:ext uri="{FF2B5EF4-FFF2-40B4-BE49-F238E27FC236}">
                      <a16:creationId xmlns:a16="http://schemas.microsoft.com/office/drawing/2014/main" id="{C75F9C81-F70D-58B6-F61C-78365CED8405}"/>
                    </a:ext>
                  </a:extLst>
                </p14:cNvPr>
                <p14:cNvContentPartPr/>
                <p14:nvPr/>
              </p14:nvContentPartPr>
              <p14:xfrm>
                <a:off x="8646029" y="5803655"/>
                <a:ext cx="430560" cy="81000"/>
              </p14:xfrm>
            </p:contentPart>
          </mc:Choice>
          <mc:Fallback>
            <p:pic>
              <p:nvPicPr>
                <p:cNvPr id="49" name="Ink 48">
                  <a:extLst>
                    <a:ext uri="{FF2B5EF4-FFF2-40B4-BE49-F238E27FC236}">
                      <a16:creationId xmlns:a16="http://schemas.microsoft.com/office/drawing/2014/main" id="{C75F9C81-F70D-58B6-F61C-78365CED8405}"/>
                    </a:ext>
                  </a:extLst>
                </p:cNvPr>
                <p:cNvPicPr/>
                <p:nvPr/>
              </p:nvPicPr>
              <p:blipFill>
                <a:blip r:embed="rId76"/>
                <a:stretch>
                  <a:fillRect/>
                </a:stretch>
              </p:blipFill>
              <p:spPr>
                <a:xfrm>
                  <a:off x="8639909" y="5797535"/>
                  <a:ext cx="44280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0" name="Ink 49">
                  <a:extLst>
                    <a:ext uri="{FF2B5EF4-FFF2-40B4-BE49-F238E27FC236}">
                      <a16:creationId xmlns:a16="http://schemas.microsoft.com/office/drawing/2014/main" id="{B7587204-C26D-5845-E23D-01AEAEBF84A5}"/>
                    </a:ext>
                  </a:extLst>
                </p14:cNvPr>
                <p14:cNvContentPartPr/>
                <p14:nvPr/>
              </p14:nvContentPartPr>
              <p14:xfrm>
                <a:off x="8594189" y="5903375"/>
                <a:ext cx="392760" cy="83520"/>
              </p14:xfrm>
            </p:contentPart>
          </mc:Choice>
          <mc:Fallback>
            <p:pic>
              <p:nvPicPr>
                <p:cNvPr id="50" name="Ink 49">
                  <a:extLst>
                    <a:ext uri="{FF2B5EF4-FFF2-40B4-BE49-F238E27FC236}">
                      <a16:creationId xmlns:a16="http://schemas.microsoft.com/office/drawing/2014/main" id="{B7587204-C26D-5845-E23D-01AEAEBF84A5}"/>
                    </a:ext>
                  </a:extLst>
                </p:cNvPr>
                <p:cNvPicPr/>
                <p:nvPr/>
              </p:nvPicPr>
              <p:blipFill>
                <a:blip r:embed="rId78"/>
                <a:stretch>
                  <a:fillRect/>
                </a:stretch>
              </p:blipFill>
              <p:spPr>
                <a:xfrm>
                  <a:off x="8588069" y="5897255"/>
                  <a:ext cx="40500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1" name="Ink 50">
                  <a:extLst>
                    <a:ext uri="{FF2B5EF4-FFF2-40B4-BE49-F238E27FC236}">
                      <a16:creationId xmlns:a16="http://schemas.microsoft.com/office/drawing/2014/main" id="{86B24F4B-276B-BCED-6A45-D264A2347068}"/>
                    </a:ext>
                  </a:extLst>
                </p14:cNvPr>
                <p14:cNvContentPartPr/>
                <p14:nvPr/>
              </p14:nvContentPartPr>
              <p14:xfrm>
                <a:off x="9265229" y="5646695"/>
                <a:ext cx="240840" cy="594720"/>
              </p14:xfrm>
            </p:contentPart>
          </mc:Choice>
          <mc:Fallback>
            <p:pic>
              <p:nvPicPr>
                <p:cNvPr id="51" name="Ink 50">
                  <a:extLst>
                    <a:ext uri="{FF2B5EF4-FFF2-40B4-BE49-F238E27FC236}">
                      <a16:creationId xmlns:a16="http://schemas.microsoft.com/office/drawing/2014/main" id="{86B24F4B-276B-BCED-6A45-D264A2347068}"/>
                    </a:ext>
                  </a:extLst>
                </p:cNvPr>
                <p:cNvPicPr/>
                <p:nvPr/>
              </p:nvPicPr>
              <p:blipFill>
                <a:blip r:embed="rId80"/>
                <a:stretch>
                  <a:fillRect/>
                </a:stretch>
              </p:blipFill>
              <p:spPr>
                <a:xfrm>
                  <a:off x="9259109" y="5640575"/>
                  <a:ext cx="253080" cy="6069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2" name="Ink 51">
                  <a:extLst>
                    <a:ext uri="{FF2B5EF4-FFF2-40B4-BE49-F238E27FC236}">
                      <a16:creationId xmlns:a16="http://schemas.microsoft.com/office/drawing/2014/main" id="{480FE1E7-632A-A614-B0C7-002770086740}"/>
                    </a:ext>
                  </a:extLst>
                </p14:cNvPr>
                <p14:cNvContentPartPr/>
                <p14:nvPr/>
              </p14:nvContentPartPr>
              <p14:xfrm>
                <a:off x="9853109" y="5680535"/>
                <a:ext cx="128880" cy="248400"/>
              </p14:xfrm>
            </p:contentPart>
          </mc:Choice>
          <mc:Fallback>
            <p:pic>
              <p:nvPicPr>
                <p:cNvPr id="52" name="Ink 51">
                  <a:extLst>
                    <a:ext uri="{FF2B5EF4-FFF2-40B4-BE49-F238E27FC236}">
                      <a16:creationId xmlns:a16="http://schemas.microsoft.com/office/drawing/2014/main" id="{480FE1E7-632A-A614-B0C7-002770086740}"/>
                    </a:ext>
                  </a:extLst>
                </p:cNvPr>
                <p:cNvPicPr/>
                <p:nvPr/>
              </p:nvPicPr>
              <p:blipFill>
                <a:blip r:embed="rId82"/>
                <a:stretch>
                  <a:fillRect/>
                </a:stretch>
              </p:blipFill>
              <p:spPr>
                <a:xfrm>
                  <a:off x="9846989" y="5674415"/>
                  <a:ext cx="14112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3" name="Ink 52">
                  <a:extLst>
                    <a:ext uri="{FF2B5EF4-FFF2-40B4-BE49-F238E27FC236}">
                      <a16:creationId xmlns:a16="http://schemas.microsoft.com/office/drawing/2014/main" id="{E0427062-B672-38AC-FBA6-5129C50F73BF}"/>
                    </a:ext>
                  </a:extLst>
                </p14:cNvPr>
                <p14:cNvContentPartPr/>
                <p14:nvPr/>
              </p14:nvContentPartPr>
              <p14:xfrm>
                <a:off x="10057949" y="5435015"/>
                <a:ext cx="808200" cy="880920"/>
              </p14:xfrm>
            </p:contentPart>
          </mc:Choice>
          <mc:Fallback>
            <p:pic>
              <p:nvPicPr>
                <p:cNvPr id="53" name="Ink 52">
                  <a:extLst>
                    <a:ext uri="{FF2B5EF4-FFF2-40B4-BE49-F238E27FC236}">
                      <a16:creationId xmlns:a16="http://schemas.microsoft.com/office/drawing/2014/main" id="{E0427062-B672-38AC-FBA6-5129C50F73BF}"/>
                    </a:ext>
                  </a:extLst>
                </p:cNvPr>
                <p:cNvPicPr/>
                <p:nvPr/>
              </p:nvPicPr>
              <p:blipFill>
                <a:blip r:embed="rId84"/>
                <a:stretch>
                  <a:fillRect/>
                </a:stretch>
              </p:blipFill>
              <p:spPr>
                <a:xfrm>
                  <a:off x="10051829" y="5428895"/>
                  <a:ext cx="820440" cy="8931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4" name="Ink 53">
                  <a:extLst>
                    <a:ext uri="{FF2B5EF4-FFF2-40B4-BE49-F238E27FC236}">
                      <a16:creationId xmlns:a16="http://schemas.microsoft.com/office/drawing/2014/main" id="{756BBAD3-2898-3088-178C-3E52D14D61E3}"/>
                    </a:ext>
                  </a:extLst>
                </p14:cNvPr>
                <p14:cNvContentPartPr/>
                <p14:nvPr/>
              </p14:nvContentPartPr>
              <p14:xfrm>
                <a:off x="10903589" y="5378495"/>
                <a:ext cx="128880" cy="464400"/>
              </p14:xfrm>
            </p:contentPart>
          </mc:Choice>
          <mc:Fallback>
            <p:pic>
              <p:nvPicPr>
                <p:cNvPr id="54" name="Ink 53">
                  <a:extLst>
                    <a:ext uri="{FF2B5EF4-FFF2-40B4-BE49-F238E27FC236}">
                      <a16:creationId xmlns:a16="http://schemas.microsoft.com/office/drawing/2014/main" id="{756BBAD3-2898-3088-178C-3E52D14D61E3}"/>
                    </a:ext>
                  </a:extLst>
                </p:cNvPr>
                <p:cNvPicPr/>
                <p:nvPr/>
              </p:nvPicPr>
              <p:blipFill>
                <a:blip r:embed="rId86"/>
                <a:stretch>
                  <a:fillRect/>
                </a:stretch>
              </p:blipFill>
              <p:spPr>
                <a:xfrm>
                  <a:off x="10897469" y="5372375"/>
                  <a:ext cx="141120" cy="4766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5" name="Ink 54">
                  <a:extLst>
                    <a:ext uri="{FF2B5EF4-FFF2-40B4-BE49-F238E27FC236}">
                      <a16:creationId xmlns:a16="http://schemas.microsoft.com/office/drawing/2014/main" id="{7200A892-A4B0-A87A-8C2F-00115F7E6A41}"/>
                    </a:ext>
                  </a:extLst>
                </p14:cNvPr>
                <p14:cNvContentPartPr/>
                <p14:nvPr/>
              </p14:nvContentPartPr>
              <p14:xfrm>
                <a:off x="11092949" y="5648495"/>
                <a:ext cx="249480" cy="197280"/>
              </p14:xfrm>
            </p:contentPart>
          </mc:Choice>
          <mc:Fallback>
            <p:pic>
              <p:nvPicPr>
                <p:cNvPr id="55" name="Ink 54">
                  <a:extLst>
                    <a:ext uri="{FF2B5EF4-FFF2-40B4-BE49-F238E27FC236}">
                      <a16:creationId xmlns:a16="http://schemas.microsoft.com/office/drawing/2014/main" id="{7200A892-A4B0-A87A-8C2F-00115F7E6A41}"/>
                    </a:ext>
                  </a:extLst>
                </p:cNvPr>
                <p:cNvPicPr/>
                <p:nvPr/>
              </p:nvPicPr>
              <p:blipFill>
                <a:blip r:embed="rId88"/>
                <a:stretch>
                  <a:fillRect/>
                </a:stretch>
              </p:blipFill>
              <p:spPr>
                <a:xfrm>
                  <a:off x="11086829" y="5642375"/>
                  <a:ext cx="26172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6" name="Ink 55">
                  <a:extLst>
                    <a:ext uri="{FF2B5EF4-FFF2-40B4-BE49-F238E27FC236}">
                      <a16:creationId xmlns:a16="http://schemas.microsoft.com/office/drawing/2014/main" id="{CE5ED8A7-8670-09CA-4BD9-BE35721368BB}"/>
                    </a:ext>
                  </a:extLst>
                </p14:cNvPr>
                <p14:cNvContentPartPr/>
                <p14:nvPr/>
              </p14:nvContentPartPr>
              <p14:xfrm>
                <a:off x="8868149" y="6148535"/>
                <a:ext cx="141480" cy="526680"/>
              </p14:xfrm>
            </p:contentPart>
          </mc:Choice>
          <mc:Fallback>
            <p:pic>
              <p:nvPicPr>
                <p:cNvPr id="56" name="Ink 55">
                  <a:extLst>
                    <a:ext uri="{FF2B5EF4-FFF2-40B4-BE49-F238E27FC236}">
                      <a16:creationId xmlns:a16="http://schemas.microsoft.com/office/drawing/2014/main" id="{CE5ED8A7-8670-09CA-4BD9-BE35721368BB}"/>
                    </a:ext>
                  </a:extLst>
                </p:cNvPr>
                <p:cNvPicPr/>
                <p:nvPr/>
              </p:nvPicPr>
              <p:blipFill>
                <a:blip r:embed="rId90"/>
                <a:stretch>
                  <a:fillRect/>
                </a:stretch>
              </p:blipFill>
              <p:spPr>
                <a:xfrm>
                  <a:off x="8862029" y="6142415"/>
                  <a:ext cx="153720" cy="5389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7" name="Ink 56">
                  <a:extLst>
                    <a:ext uri="{FF2B5EF4-FFF2-40B4-BE49-F238E27FC236}">
                      <a16:creationId xmlns:a16="http://schemas.microsoft.com/office/drawing/2014/main" id="{86411D91-7F1B-0475-EBAA-F95E351590E7}"/>
                    </a:ext>
                  </a:extLst>
                </p14:cNvPr>
                <p14:cNvContentPartPr/>
                <p14:nvPr/>
              </p14:nvContentPartPr>
              <p14:xfrm>
                <a:off x="8871749" y="6308015"/>
                <a:ext cx="272880" cy="214920"/>
              </p14:xfrm>
            </p:contentPart>
          </mc:Choice>
          <mc:Fallback>
            <p:pic>
              <p:nvPicPr>
                <p:cNvPr id="57" name="Ink 56">
                  <a:extLst>
                    <a:ext uri="{FF2B5EF4-FFF2-40B4-BE49-F238E27FC236}">
                      <a16:creationId xmlns:a16="http://schemas.microsoft.com/office/drawing/2014/main" id="{86411D91-7F1B-0475-EBAA-F95E351590E7}"/>
                    </a:ext>
                  </a:extLst>
                </p:cNvPr>
                <p:cNvPicPr/>
                <p:nvPr/>
              </p:nvPicPr>
              <p:blipFill>
                <a:blip r:embed="rId92"/>
                <a:stretch>
                  <a:fillRect/>
                </a:stretch>
              </p:blipFill>
              <p:spPr>
                <a:xfrm>
                  <a:off x="8865629" y="6301895"/>
                  <a:ext cx="28512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8" name="Ink 57">
                  <a:extLst>
                    <a:ext uri="{FF2B5EF4-FFF2-40B4-BE49-F238E27FC236}">
                      <a16:creationId xmlns:a16="http://schemas.microsoft.com/office/drawing/2014/main" id="{546D7F7B-43C1-EAF9-35F8-42B358C28F11}"/>
                    </a:ext>
                  </a:extLst>
                </p14:cNvPr>
                <p14:cNvContentPartPr/>
                <p14:nvPr/>
              </p14:nvContentPartPr>
              <p14:xfrm>
                <a:off x="9267029" y="6364895"/>
                <a:ext cx="468360" cy="199440"/>
              </p14:xfrm>
            </p:contentPart>
          </mc:Choice>
          <mc:Fallback>
            <p:pic>
              <p:nvPicPr>
                <p:cNvPr id="58" name="Ink 57">
                  <a:extLst>
                    <a:ext uri="{FF2B5EF4-FFF2-40B4-BE49-F238E27FC236}">
                      <a16:creationId xmlns:a16="http://schemas.microsoft.com/office/drawing/2014/main" id="{546D7F7B-43C1-EAF9-35F8-42B358C28F11}"/>
                    </a:ext>
                  </a:extLst>
                </p:cNvPr>
                <p:cNvPicPr/>
                <p:nvPr/>
              </p:nvPicPr>
              <p:blipFill>
                <a:blip r:embed="rId94"/>
                <a:stretch>
                  <a:fillRect/>
                </a:stretch>
              </p:blipFill>
              <p:spPr>
                <a:xfrm>
                  <a:off x="9260909" y="6358775"/>
                  <a:ext cx="48060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9" name="Ink 58">
                  <a:extLst>
                    <a:ext uri="{FF2B5EF4-FFF2-40B4-BE49-F238E27FC236}">
                      <a16:creationId xmlns:a16="http://schemas.microsoft.com/office/drawing/2014/main" id="{EE57FEB5-9610-6723-12E4-252959DC17E5}"/>
                    </a:ext>
                  </a:extLst>
                </p14:cNvPr>
                <p14:cNvContentPartPr/>
                <p14:nvPr/>
              </p14:nvContentPartPr>
              <p14:xfrm>
                <a:off x="10000709" y="6081215"/>
                <a:ext cx="17640" cy="473400"/>
              </p14:xfrm>
            </p:contentPart>
          </mc:Choice>
          <mc:Fallback>
            <p:pic>
              <p:nvPicPr>
                <p:cNvPr id="59" name="Ink 58">
                  <a:extLst>
                    <a:ext uri="{FF2B5EF4-FFF2-40B4-BE49-F238E27FC236}">
                      <a16:creationId xmlns:a16="http://schemas.microsoft.com/office/drawing/2014/main" id="{EE57FEB5-9610-6723-12E4-252959DC17E5}"/>
                    </a:ext>
                  </a:extLst>
                </p:cNvPr>
                <p:cNvPicPr/>
                <p:nvPr/>
              </p:nvPicPr>
              <p:blipFill>
                <a:blip r:embed="rId96"/>
                <a:stretch>
                  <a:fillRect/>
                </a:stretch>
              </p:blipFill>
              <p:spPr>
                <a:xfrm>
                  <a:off x="9994589" y="6075095"/>
                  <a:ext cx="2988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0" name="Ink 59">
                  <a:extLst>
                    <a:ext uri="{FF2B5EF4-FFF2-40B4-BE49-F238E27FC236}">
                      <a16:creationId xmlns:a16="http://schemas.microsoft.com/office/drawing/2014/main" id="{A9314510-0141-53F4-79A1-B2F02FC7EAE2}"/>
                    </a:ext>
                  </a:extLst>
                </p14:cNvPr>
                <p14:cNvContentPartPr/>
                <p14:nvPr/>
              </p14:nvContentPartPr>
              <p14:xfrm>
                <a:off x="10113029" y="6284255"/>
                <a:ext cx="100080" cy="289080"/>
              </p14:xfrm>
            </p:contentPart>
          </mc:Choice>
          <mc:Fallback>
            <p:pic>
              <p:nvPicPr>
                <p:cNvPr id="60" name="Ink 59">
                  <a:extLst>
                    <a:ext uri="{FF2B5EF4-FFF2-40B4-BE49-F238E27FC236}">
                      <a16:creationId xmlns:a16="http://schemas.microsoft.com/office/drawing/2014/main" id="{A9314510-0141-53F4-79A1-B2F02FC7EAE2}"/>
                    </a:ext>
                  </a:extLst>
                </p:cNvPr>
                <p:cNvPicPr/>
                <p:nvPr/>
              </p:nvPicPr>
              <p:blipFill>
                <a:blip r:embed="rId98"/>
                <a:stretch>
                  <a:fillRect/>
                </a:stretch>
              </p:blipFill>
              <p:spPr>
                <a:xfrm>
                  <a:off x="10106909" y="6278135"/>
                  <a:ext cx="11232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1" name="Ink 60">
                  <a:extLst>
                    <a:ext uri="{FF2B5EF4-FFF2-40B4-BE49-F238E27FC236}">
                      <a16:creationId xmlns:a16="http://schemas.microsoft.com/office/drawing/2014/main" id="{B2A554C1-6F4B-C7AA-9082-821CBA5D3111}"/>
                    </a:ext>
                  </a:extLst>
                </p14:cNvPr>
                <p14:cNvContentPartPr/>
                <p14:nvPr/>
              </p14:nvContentPartPr>
              <p14:xfrm>
                <a:off x="10316069" y="6112535"/>
                <a:ext cx="24480" cy="426600"/>
              </p14:xfrm>
            </p:contentPart>
          </mc:Choice>
          <mc:Fallback>
            <p:pic>
              <p:nvPicPr>
                <p:cNvPr id="61" name="Ink 60">
                  <a:extLst>
                    <a:ext uri="{FF2B5EF4-FFF2-40B4-BE49-F238E27FC236}">
                      <a16:creationId xmlns:a16="http://schemas.microsoft.com/office/drawing/2014/main" id="{B2A554C1-6F4B-C7AA-9082-821CBA5D3111}"/>
                    </a:ext>
                  </a:extLst>
                </p:cNvPr>
                <p:cNvPicPr/>
                <p:nvPr/>
              </p:nvPicPr>
              <p:blipFill>
                <a:blip r:embed="rId100"/>
                <a:stretch>
                  <a:fillRect/>
                </a:stretch>
              </p:blipFill>
              <p:spPr>
                <a:xfrm>
                  <a:off x="10309949" y="6106415"/>
                  <a:ext cx="36720" cy="4388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2" name="Ink 61">
                  <a:extLst>
                    <a:ext uri="{FF2B5EF4-FFF2-40B4-BE49-F238E27FC236}">
                      <a16:creationId xmlns:a16="http://schemas.microsoft.com/office/drawing/2014/main" id="{82D37A82-36C8-977E-C380-31A2047E942E}"/>
                    </a:ext>
                  </a:extLst>
                </p14:cNvPr>
                <p14:cNvContentPartPr/>
                <p14:nvPr/>
              </p14:nvContentPartPr>
              <p14:xfrm>
                <a:off x="10284389" y="6305495"/>
                <a:ext cx="178200" cy="27000"/>
              </p14:xfrm>
            </p:contentPart>
          </mc:Choice>
          <mc:Fallback>
            <p:pic>
              <p:nvPicPr>
                <p:cNvPr id="62" name="Ink 61">
                  <a:extLst>
                    <a:ext uri="{FF2B5EF4-FFF2-40B4-BE49-F238E27FC236}">
                      <a16:creationId xmlns:a16="http://schemas.microsoft.com/office/drawing/2014/main" id="{82D37A82-36C8-977E-C380-31A2047E942E}"/>
                    </a:ext>
                  </a:extLst>
                </p:cNvPr>
                <p:cNvPicPr/>
                <p:nvPr/>
              </p:nvPicPr>
              <p:blipFill>
                <a:blip r:embed="rId102"/>
                <a:stretch>
                  <a:fillRect/>
                </a:stretch>
              </p:blipFill>
              <p:spPr>
                <a:xfrm>
                  <a:off x="10278269" y="6299375"/>
                  <a:ext cx="19044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3" name="Ink 62">
                  <a:extLst>
                    <a:ext uri="{FF2B5EF4-FFF2-40B4-BE49-F238E27FC236}">
                      <a16:creationId xmlns:a16="http://schemas.microsoft.com/office/drawing/2014/main" id="{DEA33310-6AA0-B38B-1657-F37F3DF0E479}"/>
                    </a:ext>
                  </a:extLst>
                </p14:cNvPr>
                <p14:cNvContentPartPr/>
                <p14:nvPr/>
              </p14:nvContentPartPr>
              <p14:xfrm>
                <a:off x="10622429" y="6232415"/>
                <a:ext cx="155520" cy="326880"/>
              </p14:xfrm>
            </p:contentPart>
          </mc:Choice>
          <mc:Fallback>
            <p:pic>
              <p:nvPicPr>
                <p:cNvPr id="63" name="Ink 62">
                  <a:extLst>
                    <a:ext uri="{FF2B5EF4-FFF2-40B4-BE49-F238E27FC236}">
                      <a16:creationId xmlns:a16="http://schemas.microsoft.com/office/drawing/2014/main" id="{DEA33310-6AA0-B38B-1657-F37F3DF0E479}"/>
                    </a:ext>
                  </a:extLst>
                </p:cNvPr>
                <p:cNvPicPr/>
                <p:nvPr/>
              </p:nvPicPr>
              <p:blipFill>
                <a:blip r:embed="rId104"/>
                <a:stretch>
                  <a:fillRect/>
                </a:stretch>
              </p:blipFill>
              <p:spPr>
                <a:xfrm>
                  <a:off x="10616309" y="6226295"/>
                  <a:ext cx="16776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384" name="Ink 383">
                  <a:extLst>
                    <a:ext uri="{FF2B5EF4-FFF2-40B4-BE49-F238E27FC236}">
                      <a16:creationId xmlns:a16="http://schemas.microsoft.com/office/drawing/2014/main" id="{DA45DA1C-284A-655F-92FA-BC464434BB3C}"/>
                    </a:ext>
                  </a:extLst>
                </p14:cNvPr>
                <p14:cNvContentPartPr/>
                <p14:nvPr/>
              </p14:nvContentPartPr>
              <p14:xfrm>
                <a:off x="10812509" y="6076175"/>
                <a:ext cx="154800" cy="566280"/>
              </p14:xfrm>
            </p:contentPart>
          </mc:Choice>
          <mc:Fallback>
            <p:pic>
              <p:nvPicPr>
                <p:cNvPr id="384" name="Ink 383">
                  <a:extLst>
                    <a:ext uri="{FF2B5EF4-FFF2-40B4-BE49-F238E27FC236}">
                      <a16:creationId xmlns:a16="http://schemas.microsoft.com/office/drawing/2014/main" id="{DA45DA1C-284A-655F-92FA-BC464434BB3C}"/>
                    </a:ext>
                  </a:extLst>
                </p:cNvPr>
                <p:cNvPicPr/>
                <p:nvPr/>
              </p:nvPicPr>
              <p:blipFill>
                <a:blip r:embed="rId106"/>
                <a:stretch>
                  <a:fillRect/>
                </a:stretch>
              </p:blipFill>
              <p:spPr>
                <a:xfrm>
                  <a:off x="10806389" y="6070055"/>
                  <a:ext cx="167040" cy="5785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385" name="Ink 384">
                  <a:extLst>
                    <a:ext uri="{FF2B5EF4-FFF2-40B4-BE49-F238E27FC236}">
                      <a16:creationId xmlns:a16="http://schemas.microsoft.com/office/drawing/2014/main" id="{71326E54-5036-5092-85FA-6E5348FC4E2A}"/>
                    </a:ext>
                  </a:extLst>
                </p14:cNvPr>
                <p14:cNvContentPartPr/>
                <p14:nvPr/>
              </p14:nvContentPartPr>
              <p14:xfrm>
                <a:off x="10771109" y="6354815"/>
                <a:ext cx="335880" cy="159120"/>
              </p14:xfrm>
            </p:contentPart>
          </mc:Choice>
          <mc:Fallback>
            <p:pic>
              <p:nvPicPr>
                <p:cNvPr id="385" name="Ink 384">
                  <a:extLst>
                    <a:ext uri="{FF2B5EF4-FFF2-40B4-BE49-F238E27FC236}">
                      <a16:creationId xmlns:a16="http://schemas.microsoft.com/office/drawing/2014/main" id="{71326E54-5036-5092-85FA-6E5348FC4E2A}"/>
                    </a:ext>
                  </a:extLst>
                </p:cNvPr>
                <p:cNvPicPr/>
                <p:nvPr/>
              </p:nvPicPr>
              <p:blipFill>
                <a:blip r:embed="rId108"/>
                <a:stretch>
                  <a:fillRect/>
                </a:stretch>
              </p:blipFill>
              <p:spPr>
                <a:xfrm>
                  <a:off x="10764989" y="6348695"/>
                  <a:ext cx="34812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386" name="Ink 385">
                  <a:extLst>
                    <a:ext uri="{FF2B5EF4-FFF2-40B4-BE49-F238E27FC236}">
                      <a16:creationId xmlns:a16="http://schemas.microsoft.com/office/drawing/2014/main" id="{5681B180-8885-B05C-8044-2BE360712AE4}"/>
                    </a:ext>
                  </a:extLst>
                </p14:cNvPr>
                <p14:cNvContentPartPr/>
                <p14:nvPr/>
              </p14:nvContentPartPr>
              <p14:xfrm>
                <a:off x="11106989" y="6072215"/>
                <a:ext cx="399600" cy="512280"/>
              </p14:xfrm>
            </p:contentPart>
          </mc:Choice>
          <mc:Fallback>
            <p:pic>
              <p:nvPicPr>
                <p:cNvPr id="386" name="Ink 385">
                  <a:extLst>
                    <a:ext uri="{FF2B5EF4-FFF2-40B4-BE49-F238E27FC236}">
                      <a16:creationId xmlns:a16="http://schemas.microsoft.com/office/drawing/2014/main" id="{5681B180-8885-B05C-8044-2BE360712AE4}"/>
                    </a:ext>
                  </a:extLst>
                </p:cNvPr>
                <p:cNvPicPr/>
                <p:nvPr/>
              </p:nvPicPr>
              <p:blipFill>
                <a:blip r:embed="rId110"/>
                <a:stretch>
                  <a:fillRect/>
                </a:stretch>
              </p:blipFill>
              <p:spPr>
                <a:xfrm>
                  <a:off x="11100869" y="6066095"/>
                  <a:ext cx="411840" cy="5245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387" name="Ink 386">
                  <a:extLst>
                    <a:ext uri="{FF2B5EF4-FFF2-40B4-BE49-F238E27FC236}">
                      <a16:creationId xmlns:a16="http://schemas.microsoft.com/office/drawing/2014/main" id="{81711339-91AC-CF43-F56A-CEB116712E8E}"/>
                    </a:ext>
                  </a:extLst>
                </p14:cNvPr>
                <p14:cNvContentPartPr/>
                <p14:nvPr/>
              </p14:nvContentPartPr>
              <p14:xfrm>
                <a:off x="11441069" y="6313775"/>
                <a:ext cx="143280" cy="62640"/>
              </p14:xfrm>
            </p:contentPart>
          </mc:Choice>
          <mc:Fallback>
            <p:pic>
              <p:nvPicPr>
                <p:cNvPr id="387" name="Ink 386">
                  <a:extLst>
                    <a:ext uri="{FF2B5EF4-FFF2-40B4-BE49-F238E27FC236}">
                      <a16:creationId xmlns:a16="http://schemas.microsoft.com/office/drawing/2014/main" id="{81711339-91AC-CF43-F56A-CEB116712E8E}"/>
                    </a:ext>
                  </a:extLst>
                </p:cNvPr>
                <p:cNvPicPr/>
                <p:nvPr/>
              </p:nvPicPr>
              <p:blipFill>
                <a:blip r:embed="rId112"/>
                <a:stretch>
                  <a:fillRect/>
                </a:stretch>
              </p:blipFill>
              <p:spPr>
                <a:xfrm>
                  <a:off x="11434949" y="6307655"/>
                  <a:ext cx="15552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388" name="Ink 387">
                  <a:extLst>
                    <a:ext uri="{FF2B5EF4-FFF2-40B4-BE49-F238E27FC236}">
                      <a16:creationId xmlns:a16="http://schemas.microsoft.com/office/drawing/2014/main" id="{4815457C-177D-693D-13BC-2ADD04A283EA}"/>
                    </a:ext>
                  </a:extLst>
                </p14:cNvPr>
                <p14:cNvContentPartPr/>
                <p14:nvPr/>
              </p14:nvContentPartPr>
              <p14:xfrm>
                <a:off x="11606309" y="6362375"/>
                <a:ext cx="117720" cy="146520"/>
              </p14:xfrm>
            </p:contentPart>
          </mc:Choice>
          <mc:Fallback>
            <p:pic>
              <p:nvPicPr>
                <p:cNvPr id="388" name="Ink 387">
                  <a:extLst>
                    <a:ext uri="{FF2B5EF4-FFF2-40B4-BE49-F238E27FC236}">
                      <a16:creationId xmlns:a16="http://schemas.microsoft.com/office/drawing/2014/main" id="{4815457C-177D-693D-13BC-2ADD04A283EA}"/>
                    </a:ext>
                  </a:extLst>
                </p:cNvPr>
                <p:cNvPicPr/>
                <p:nvPr/>
              </p:nvPicPr>
              <p:blipFill>
                <a:blip r:embed="rId114"/>
                <a:stretch>
                  <a:fillRect/>
                </a:stretch>
              </p:blipFill>
              <p:spPr>
                <a:xfrm>
                  <a:off x="11600189" y="6356255"/>
                  <a:ext cx="1299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389" name="Ink 388">
                  <a:extLst>
                    <a:ext uri="{FF2B5EF4-FFF2-40B4-BE49-F238E27FC236}">
                      <a16:creationId xmlns:a16="http://schemas.microsoft.com/office/drawing/2014/main" id="{E6320C8E-0B46-D7C9-26A5-A11A523E3EF1}"/>
                    </a:ext>
                  </a:extLst>
                </p14:cNvPr>
                <p14:cNvContentPartPr/>
                <p14:nvPr/>
              </p14:nvContentPartPr>
              <p14:xfrm>
                <a:off x="11593709" y="6374615"/>
                <a:ext cx="492840" cy="155520"/>
              </p14:xfrm>
            </p:contentPart>
          </mc:Choice>
          <mc:Fallback>
            <p:pic>
              <p:nvPicPr>
                <p:cNvPr id="389" name="Ink 388">
                  <a:extLst>
                    <a:ext uri="{FF2B5EF4-FFF2-40B4-BE49-F238E27FC236}">
                      <a16:creationId xmlns:a16="http://schemas.microsoft.com/office/drawing/2014/main" id="{E6320C8E-0B46-D7C9-26A5-A11A523E3EF1}"/>
                    </a:ext>
                  </a:extLst>
                </p:cNvPr>
                <p:cNvPicPr/>
                <p:nvPr/>
              </p:nvPicPr>
              <p:blipFill>
                <a:blip r:embed="rId116"/>
                <a:stretch>
                  <a:fillRect/>
                </a:stretch>
              </p:blipFill>
              <p:spPr>
                <a:xfrm>
                  <a:off x="11587589" y="6368495"/>
                  <a:ext cx="5050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391" name="Ink 390">
                  <a:extLst>
                    <a:ext uri="{FF2B5EF4-FFF2-40B4-BE49-F238E27FC236}">
                      <a16:creationId xmlns:a16="http://schemas.microsoft.com/office/drawing/2014/main" id="{968A932E-8CAC-AF60-7677-F57FB852E75F}"/>
                    </a:ext>
                  </a:extLst>
                </p14:cNvPr>
                <p14:cNvContentPartPr/>
                <p14:nvPr/>
              </p14:nvContentPartPr>
              <p14:xfrm>
                <a:off x="4982309" y="6025775"/>
                <a:ext cx="1310760" cy="116280"/>
              </p14:xfrm>
            </p:contentPart>
          </mc:Choice>
          <mc:Fallback>
            <p:pic>
              <p:nvPicPr>
                <p:cNvPr id="391" name="Ink 390">
                  <a:extLst>
                    <a:ext uri="{FF2B5EF4-FFF2-40B4-BE49-F238E27FC236}">
                      <a16:creationId xmlns:a16="http://schemas.microsoft.com/office/drawing/2014/main" id="{968A932E-8CAC-AF60-7677-F57FB852E75F}"/>
                    </a:ext>
                  </a:extLst>
                </p:cNvPr>
                <p:cNvPicPr/>
                <p:nvPr/>
              </p:nvPicPr>
              <p:blipFill>
                <a:blip r:embed="rId118"/>
                <a:stretch>
                  <a:fillRect/>
                </a:stretch>
              </p:blipFill>
              <p:spPr>
                <a:xfrm>
                  <a:off x="4976189" y="6019655"/>
                  <a:ext cx="1323000" cy="128520"/>
                </a:xfrm>
                <a:prstGeom prst="rect">
                  <a:avLst/>
                </a:prstGeom>
              </p:spPr>
            </p:pic>
          </mc:Fallback>
        </mc:AlternateContent>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71"/>
          <p:cNvSpPr txBox="1"/>
          <p:nvPr/>
        </p:nvSpPr>
        <p:spPr>
          <a:xfrm>
            <a:off x="3975100" y="212725"/>
            <a:ext cx="3095700" cy="6699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Sampling Error</a:t>
            </a:r>
            <a:endParaRPr/>
          </a:p>
        </p:txBody>
      </p:sp>
      <p:sp>
        <p:nvSpPr>
          <p:cNvPr id="448" name="Google Shape;448;p71"/>
          <p:cNvSpPr txBox="1"/>
          <p:nvPr/>
        </p:nvSpPr>
        <p:spPr>
          <a:xfrm>
            <a:off x="468312" y="1220787"/>
            <a:ext cx="10980600" cy="1936800"/>
          </a:xfrm>
          <a:prstGeom prst="rect">
            <a:avLst/>
          </a:prstGeom>
          <a:noFill/>
          <a:ln>
            <a:noFill/>
          </a:ln>
        </p:spPr>
        <p:txBody>
          <a:bodyPr spcFirstLastPara="1" wrap="square" lIns="91425" tIns="45700" rIns="91425" bIns="45700" anchor="t" anchorCtr="0">
            <a:noAutofit/>
          </a:bodyPr>
          <a:lstStyle/>
          <a:p>
            <a:pPr marL="857250" marR="0" lvl="1" indent="-328612" algn="just" rtl="0">
              <a:lnSpc>
                <a:spcPct val="150000"/>
              </a:lnSpc>
              <a:spcBef>
                <a:spcPts val="0"/>
              </a:spcBef>
              <a:spcAft>
                <a:spcPts val="0"/>
              </a:spcAft>
              <a:buClr>
                <a:schemeClr val="dk1"/>
              </a:buClr>
              <a:buSzPts val="2800"/>
              <a:buFont typeface="Noto Sans Symbols"/>
              <a:buChar char="⮚"/>
            </a:pPr>
            <a:r>
              <a:rPr lang="en-US" sz="2800" b="0" i="0" u="none" strike="noStrike" cap="none">
                <a:solidFill>
                  <a:schemeClr val="dk1"/>
                </a:solidFill>
                <a:latin typeface="Calibri"/>
                <a:ea typeface="Calibri"/>
                <a:cs typeface="Calibri"/>
                <a:sym typeface="Calibri"/>
              </a:rPr>
              <a:t>which</a:t>
            </a:r>
            <a:r>
              <a:rPr lang="en-US" sz="2800" b="1" i="0" u="none" strike="noStrike" cap="none">
                <a:solidFill>
                  <a:schemeClr val="dk1"/>
                </a:solidFill>
                <a:latin typeface="Calibri"/>
                <a:ea typeface="Calibri"/>
                <a:cs typeface="Calibri"/>
                <a:sym typeface="Calibri"/>
              </a:rPr>
              <a:t> </a:t>
            </a:r>
            <a:r>
              <a:rPr lang="en-US" sz="2800" b="0" i="0" u="none" strike="noStrike" cap="none">
                <a:solidFill>
                  <a:schemeClr val="dk1"/>
                </a:solidFill>
                <a:latin typeface="Calibri"/>
                <a:ea typeface="Calibri"/>
                <a:cs typeface="Calibri"/>
                <a:sym typeface="Calibri"/>
              </a:rPr>
              <a:t>occurs when the sample is not a representative of the population (not selected using probability basis). </a:t>
            </a:r>
            <a:endParaRPr/>
          </a:p>
          <a:p>
            <a:pPr marL="857250" marR="0" lvl="1" indent="-328612" algn="just" rtl="0">
              <a:lnSpc>
                <a:spcPct val="150000"/>
              </a:lnSpc>
              <a:spcBef>
                <a:spcPts val="0"/>
              </a:spcBef>
              <a:spcAft>
                <a:spcPts val="0"/>
              </a:spcAft>
              <a:buClr>
                <a:schemeClr val="dk1"/>
              </a:buClr>
              <a:buSzPts val="2800"/>
              <a:buFont typeface="Noto Sans Symbols"/>
              <a:buChar char="⮚"/>
            </a:pPr>
            <a:r>
              <a:rPr lang="en-US" sz="2800" b="0" i="0" u="none" strike="noStrike" cap="none">
                <a:solidFill>
                  <a:schemeClr val="dk1"/>
                </a:solidFill>
                <a:latin typeface="Calibri"/>
                <a:ea typeface="Calibri"/>
                <a:cs typeface="Calibri"/>
                <a:sym typeface="Calibri"/>
              </a:rPr>
              <a:t>Improper sampling techniques used for selecting the samples</a:t>
            </a:r>
            <a:endParaRPr/>
          </a:p>
          <a:p>
            <a:pPr marL="857250" marR="0" lvl="1" indent="-328612" algn="just" rtl="0">
              <a:lnSpc>
                <a:spcPct val="150000"/>
              </a:lnSpc>
              <a:spcBef>
                <a:spcPts val="0"/>
              </a:spcBef>
              <a:spcAft>
                <a:spcPts val="0"/>
              </a:spcAft>
              <a:buClr>
                <a:schemeClr val="dk1"/>
              </a:buClr>
              <a:buSzPts val="2800"/>
              <a:buFont typeface="Noto Sans Symbols"/>
              <a:buChar char="⮚"/>
            </a:pPr>
            <a:r>
              <a:rPr lang="en-US" sz="2800" b="0" i="0" u="none" strike="noStrike" cap="none">
                <a:solidFill>
                  <a:schemeClr val="dk1"/>
                </a:solidFill>
                <a:latin typeface="Calibri"/>
                <a:ea typeface="Calibri"/>
                <a:cs typeface="Calibri"/>
                <a:sym typeface="Calibri"/>
              </a:rPr>
              <a:t>Sampling error is proportionate to sampling variation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72"/>
          <p:cNvSpPr txBox="1"/>
          <p:nvPr/>
        </p:nvSpPr>
        <p:spPr>
          <a:xfrm>
            <a:off x="4056062" y="0"/>
            <a:ext cx="30639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2800"/>
              <a:buFont typeface="Calibri"/>
              <a:buNone/>
            </a:pPr>
            <a:r>
              <a:rPr lang="en-US" sz="2800" b="1" i="0" u="none">
                <a:solidFill>
                  <a:schemeClr val="lt1"/>
                </a:solidFill>
                <a:latin typeface="Calibri"/>
                <a:ea typeface="Calibri"/>
                <a:cs typeface="Calibri"/>
                <a:sym typeface="Calibri"/>
              </a:rPr>
              <a:t>Sampling Variation</a:t>
            </a:r>
            <a:endParaRPr/>
          </a:p>
        </p:txBody>
      </p:sp>
      <p:graphicFrame>
        <p:nvGraphicFramePr>
          <p:cNvPr id="454" name="Google Shape;454;p72"/>
          <p:cNvGraphicFramePr/>
          <p:nvPr/>
        </p:nvGraphicFramePr>
        <p:xfrm>
          <a:off x="560387" y="1670050"/>
          <a:ext cx="9166150" cy="5029100"/>
        </p:xfrm>
        <a:graphic>
          <a:graphicData uri="http://schemas.openxmlformats.org/drawingml/2006/table">
            <a:tbl>
              <a:tblPr>
                <a:noFill/>
                <a:tableStyleId>{1B3EF211-E8B0-4F73-B020-F0332A32C9B0}</a:tableStyleId>
              </a:tblPr>
              <a:tblGrid>
                <a:gridCol w="915975">
                  <a:extLst>
                    <a:ext uri="{9D8B030D-6E8A-4147-A177-3AD203B41FA5}">
                      <a16:colId xmlns:a16="http://schemas.microsoft.com/office/drawing/2014/main" val="20000"/>
                    </a:ext>
                  </a:extLst>
                </a:gridCol>
                <a:gridCol w="917575">
                  <a:extLst>
                    <a:ext uri="{9D8B030D-6E8A-4147-A177-3AD203B41FA5}">
                      <a16:colId xmlns:a16="http://schemas.microsoft.com/office/drawing/2014/main" val="20001"/>
                    </a:ext>
                  </a:extLst>
                </a:gridCol>
                <a:gridCol w="915975">
                  <a:extLst>
                    <a:ext uri="{9D8B030D-6E8A-4147-A177-3AD203B41FA5}">
                      <a16:colId xmlns:a16="http://schemas.microsoft.com/office/drawing/2014/main" val="20002"/>
                    </a:ext>
                  </a:extLst>
                </a:gridCol>
                <a:gridCol w="917575">
                  <a:extLst>
                    <a:ext uri="{9D8B030D-6E8A-4147-A177-3AD203B41FA5}">
                      <a16:colId xmlns:a16="http://schemas.microsoft.com/office/drawing/2014/main" val="20003"/>
                    </a:ext>
                  </a:extLst>
                </a:gridCol>
                <a:gridCol w="915975">
                  <a:extLst>
                    <a:ext uri="{9D8B030D-6E8A-4147-A177-3AD203B41FA5}">
                      <a16:colId xmlns:a16="http://schemas.microsoft.com/office/drawing/2014/main" val="20004"/>
                    </a:ext>
                  </a:extLst>
                </a:gridCol>
                <a:gridCol w="915975">
                  <a:extLst>
                    <a:ext uri="{9D8B030D-6E8A-4147-A177-3AD203B41FA5}">
                      <a16:colId xmlns:a16="http://schemas.microsoft.com/office/drawing/2014/main" val="20005"/>
                    </a:ext>
                  </a:extLst>
                </a:gridCol>
                <a:gridCol w="917575">
                  <a:extLst>
                    <a:ext uri="{9D8B030D-6E8A-4147-A177-3AD203B41FA5}">
                      <a16:colId xmlns:a16="http://schemas.microsoft.com/office/drawing/2014/main" val="20006"/>
                    </a:ext>
                  </a:extLst>
                </a:gridCol>
                <a:gridCol w="915975">
                  <a:extLst>
                    <a:ext uri="{9D8B030D-6E8A-4147-A177-3AD203B41FA5}">
                      <a16:colId xmlns:a16="http://schemas.microsoft.com/office/drawing/2014/main" val="20007"/>
                    </a:ext>
                  </a:extLst>
                </a:gridCol>
                <a:gridCol w="917575">
                  <a:extLst>
                    <a:ext uri="{9D8B030D-6E8A-4147-A177-3AD203B41FA5}">
                      <a16:colId xmlns:a16="http://schemas.microsoft.com/office/drawing/2014/main" val="20008"/>
                    </a:ext>
                  </a:extLst>
                </a:gridCol>
                <a:gridCol w="915975">
                  <a:extLst>
                    <a:ext uri="{9D8B030D-6E8A-4147-A177-3AD203B41FA5}">
                      <a16:colId xmlns:a16="http://schemas.microsoft.com/office/drawing/2014/main" val="20009"/>
                    </a:ext>
                  </a:extLst>
                </a:gridCol>
              </a:tblGrid>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1000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791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1327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1678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2858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795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2501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1160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1480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1650">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659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827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2643</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868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1327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2486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3011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1489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2855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2093</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1165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2085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2998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2956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3019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2858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3038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dirty="0">
                          <a:solidFill>
                            <a:schemeClr val="dk1"/>
                          </a:solidFill>
                          <a:latin typeface="Helvetica Neue"/>
                          <a:ea typeface="Helvetica Neue"/>
                          <a:cs typeface="Helvetica Neue"/>
                          <a:sym typeface="Helvetica Neue"/>
                        </a:rPr>
                        <a:t>3000</a:t>
                      </a:r>
                      <a:endParaRPr dirty="0"/>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1313</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596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656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3240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590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2501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2485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3015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01650">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1679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3024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2825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2900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1159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3050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2896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2500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926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1481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875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2482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2086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934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3200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dirty="0">
                          <a:solidFill>
                            <a:schemeClr val="dk1"/>
                          </a:solidFill>
                          <a:latin typeface="Helvetica Neue"/>
                          <a:ea typeface="Helvetica Neue"/>
                          <a:cs typeface="Helvetica Neue"/>
                          <a:sym typeface="Helvetica Neue"/>
                        </a:rPr>
                        <a:t>2490</a:t>
                      </a:r>
                      <a:endParaRPr dirty="0"/>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455" name="Google Shape;455;p72"/>
          <p:cNvSpPr txBox="1"/>
          <p:nvPr/>
        </p:nvSpPr>
        <p:spPr>
          <a:xfrm>
            <a:off x="468312" y="1123950"/>
            <a:ext cx="9502800" cy="457200"/>
          </a:xfrm>
          <a:prstGeom prst="rect">
            <a:avLst/>
          </a:prstGeom>
          <a:noFill/>
          <a:ln>
            <a:noFill/>
          </a:ln>
        </p:spPr>
        <p:txBody>
          <a:bodyPr spcFirstLastPara="1" wrap="square" lIns="59275" tIns="29625" rIns="59275" bIns="29625" anchor="ctr" anchorCtr="0">
            <a:normAutofit/>
          </a:bodyPr>
          <a:lstStyle/>
          <a:p>
            <a:pPr marL="0" marR="0" lvl="0" indent="0" algn="l" rtl="0">
              <a:lnSpc>
                <a:spcPct val="90000"/>
              </a:lnSpc>
              <a:spcBef>
                <a:spcPts val="0"/>
              </a:spcBef>
              <a:spcAft>
                <a:spcPts val="0"/>
              </a:spcAft>
              <a:buClr>
                <a:srgbClr val="000000"/>
              </a:buClr>
              <a:buSzPts val="2700"/>
              <a:buFont typeface="Helvetica Neue"/>
              <a:buNone/>
            </a:pPr>
            <a:r>
              <a:rPr lang="en-US" sz="2700" b="1" i="0" u="none">
                <a:solidFill>
                  <a:srgbClr val="000000"/>
                </a:solidFill>
                <a:latin typeface="Helvetica Neue"/>
                <a:ea typeface="Helvetica Neue"/>
                <a:cs typeface="Helvetica Neue"/>
                <a:sym typeface="Helvetica Neue"/>
              </a:rPr>
              <a:t>Population of Wages of employees of an organization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73"/>
          <p:cNvSpPr txBox="1"/>
          <p:nvPr/>
        </p:nvSpPr>
        <p:spPr>
          <a:xfrm>
            <a:off x="2016125" y="0"/>
            <a:ext cx="66771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Selecting Samples of Different Sizes</a:t>
            </a:r>
            <a:endParaRPr/>
          </a:p>
        </p:txBody>
      </p:sp>
      <p:graphicFrame>
        <p:nvGraphicFramePr>
          <p:cNvPr id="461" name="Google Shape;461;p73"/>
          <p:cNvGraphicFramePr/>
          <p:nvPr/>
        </p:nvGraphicFramePr>
        <p:xfrm>
          <a:off x="1085850" y="984250"/>
          <a:ext cx="10167875" cy="5648250"/>
        </p:xfrm>
        <a:graphic>
          <a:graphicData uri="http://schemas.openxmlformats.org/drawingml/2006/table">
            <a:tbl>
              <a:tblPr>
                <a:noFill/>
                <a:tableStyleId>{1B3EF211-E8B0-4F73-B020-F0332A32C9B0}</a:tableStyleId>
              </a:tblPr>
              <a:tblGrid>
                <a:gridCol w="947725">
                  <a:extLst>
                    <a:ext uri="{9D8B030D-6E8A-4147-A177-3AD203B41FA5}">
                      <a16:colId xmlns:a16="http://schemas.microsoft.com/office/drawing/2014/main" val="20000"/>
                    </a:ext>
                  </a:extLst>
                </a:gridCol>
                <a:gridCol w="836600">
                  <a:extLst>
                    <a:ext uri="{9D8B030D-6E8A-4147-A177-3AD203B41FA5}">
                      <a16:colId xmlns:a16="http://schemas.microsoft.com/office/drawing/2014/main" val="20001"/>
                    </a:ext>
                  </a:extLst>
                </a:gridCol>
                <a:gridCol w="839775">
                  <a:extLst>
                    <a:ext uri="{9D8B030D-6E8A-4147-A177-3AD203B41FA5}">
                      <a16:colId xmlns:a16="http://schemas.microsoft.com/office/drawing/2014/main" val="20002"/>
                    </a:ext>
                  </a:extLst>
                </a:gridCol>
                <a:gridCol w="8366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41375">
                  <a:extLst>
                    <a:ext uri="{9D8B030D-6E8A-4147-A177-3AD203B41FA5}">
                      <a16:colId xmlns:a16="http://schemas.microsoft.com/office/drawing/2014/main" val="20005"/>
                    </a:ext>
                  </a:extLst>
                </a:gridCol>
                <a:gridCol w="836600">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838200">
                  <a:extLst>
                    <a:ext uri="{9D8B030D-6E8A-4147-A177-3AD203B41FA5}">
                      <a16:colId xmlns:a16="http://schemas.microsoft.com/office/drawing/2014/main" val="20009"/>
                    </a:ext>
                  </a:extLst>
                </a:gridCol>
                <a:gridCol w="838200">
                  <a:extLst>
                    <a:ext uri="{9D8B030D-6E8A-4147-A177-3AD203B41FA5}">
                      <a16:colId xmlns:a16="http://schemas.microsoft.com/office/drawing/2014/main" val="20010"/>
                    </a:ext>
                  </a:extLst>
                </a:gridCol>
                <a:gridCol w="838200">
                  <a:extLst>
                    <a:ext uri="{9D8B030D-6E8A-4147-A177-3AD203B41FA5}">
                      <a16:colId xmlns:a16="http://schemas.microsoft.com/office/drawing/2014/main" val="20011"/>
                    </a:ext>
                  </a:extLst>
                </a:gridCol>
              </a:tblGrid>
              <a:tr h="4143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strike="noStrike" cap="none">
                          <a:solidFill>
                            <a:srgbClr val="0000FF"/>
                          </a:solidFill>
                          <a:latin typeface="Helvetica Neue"/>
                          <a:ea typeface="Helvetica Neue"/>
                          <a:cs typeface="Helvetica Neue"/>
                          <a:sym typeface="Helvetica Neue"/>
                        </a:rPr>
                        <a:t>Sample 1</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0"/>
                  </a:ext>
                </a:extLst>
              </a:tr>
              <a:tr h="4032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2486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820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1678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2070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2638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1865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596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3200</a:t>
                      </a:r>
                      <a:endParaRPr/>
                    </a:p>
                  </a:txBody>
                  <a:tcPr marL="105350" marR="105350" marT="39600" marB="39600" anchor="ctr"/>
                </a:tc>
                <a:extLst>
                  <a:ext uri="{0D108BD9-81ED-4DB2-BD59-A6C34878D82A}">
                    <a16:rowId xmlns:a16="http://schemas.microsoft.com/office/drawing/2014/main" val="10001"/>
                  </a:ext>
                </a:extLst>
              </a:tr>
              <a:tr h="4016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2"/>
                  </a:ext>
                </a:extLst>
              </a:tr>
              <a:tr h="4032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2</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3"/>
                  </a:ext>
                </a:extLst>
              </a:tr>
              <a:tr h="4032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2858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2998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3050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2070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3280</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4"/>
                  </a:ext>
                </a:extLst>
              </a:tr>
              <a:tr h="4016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5"/>
                  </a:ext>
                </a:extLst>
              </a:tr>
              <a:tr h="4032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3</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6"/>
                  </a:ext>
                </a:extLst>
              </a:tr>
              <a:tr h="4016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2858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2497</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2865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656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2093</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934</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1861</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868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795</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7"/>
                  </a:ext>
                </a:extLst>
              </a:tr>
              <a:tr h="4032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8"/>
                  </a:ext>
                </a:extLst>
              </a:tr>
              <a:tr h="4032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4</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9"/>
                  </a:ext>
                </a:extLst>
              </a:tr>
              <a:tr h="4016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2086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2497</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596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656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875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2085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934</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1313</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0"/>
                  </a:ext>
                </a:extLst>
              </a:tr>
              <a:tr h="4032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1"/>
                  </a:ext>
                </a:extLst>
              </a:tr>
              <a:tr h="4016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5</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2"/>
                  </a:ext>
                </a:extLst>
              </a:tr>
              <a:tr h="4032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820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1313</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596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934</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2500</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7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Continued….</a:t>
            </a:r>
            <a:endParaRPr/>
          </a:p>
        </p:txBody>
      </p:sp>
      <p:graphicFrame>
        <p:nvGraphicFramePr>
          <p:cNvPr id="467" name="Google Shape;467;p74"/>
          <p:cNvGraphicFramePr/>
          <p:nvPr>
            <p:extLst>
              <p:ext uri="{D42A27DB-BD31-4B8C-83A1-F6EECF244321}">
                <p14:modId xmlns:p14="http://schemas.microsoft.com/office/powerpoint/2010/main" val="1081153989"/>
              </p:ext>
            </p:extLst>
          </p:nvPr>
        </p:nvGraphicFramePr>
        <p:xfrm>
          <a:off x="304800" y="996950"/>
          <a:ext cx="11180675" cy="5692915"/>
        </p:xfrm>
        <a:graphic>
          <a:graphicData uri="http://schemas.openxmlformats.org/drawingml/2006/table">
            <a:tbl>
              <a:tblPr>
                <a:noFill/>
                <a:tableStyleId>{1B3EF211-E8B0-4F73-B020-F0332A32C9B0}</a:tableStyleId>
              </a:tblPr>
              <a:tblGrid>
                <a:gridCol w="1136650">
                  <a:extLst>
                    <a:ext uri="{9D8B030D-6E8A-4147-A177-3AD203B41FA5}">
                      <a16:colId xmlns:a16="http://schemas.microsoft.com/office/drawing/2014/main" val="20000"/>
                    </a:ext>
                  </a:extLst>
                </a:gridCol>
                <a:gridCol w="1001700">
                  <a:extLst>
                    <a:ext uri="{9D8B030D-6E8A-4147-A177-3AD203B41FA5}">
                      <a16:colId xmlns:a16="http://schemas.microsoft.com/office/drawing/2014/main" val="20001"/>
                    </a:ext>
                  </a:extLst>
                </a:gridCol>
                <a:gridCol w="1006475">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gridCol w="1004875">
                  <a:extLst>
                    <a:ext uri="{9D8B030D-6E8A-4147-A177-3AD203B41FA5}">
                      <a16:colId xmlns:a16="http://schemas.microsoft.com/office/drawing/2014/main" val="20004"/>
                    </a:ext>
                  </a:extLst>
                </a:gridCol>
                <a:gridCol w="1006475">
                  <a:extLst>
                    <a:ext uri="{9D8B030D-6E8A-4147-A177-3AD203B41FA5}">
                      <a16:colId xmlns:a16="http://schemas.microsoft.com/office/drawing/2014/main" val="20005"/>
                    </a:ext>
                  </a:extLst>
                </a:gridCol>
                <a:gridCol w="1001700">
                  <a:extLst>
                    <a:ext uri="{9D8B030D-6E8A-4147-A177-3AD203B41FA5}">
                      <a16:colId xmlns:a16="http://schemas.microsoft.com/office/drawing/2014/main" val="20006"/>
                    </a:ext>
                  </a:extLst>
                </a:gridCol>
                <a:gridCol w="1004875">
                  <a:extLst>
                    <a:ext uri="{9D8B030D-6E8A-4147-A177-3AD203B41FA5}">
                      <a16:colId xmlns:a16="http://schemas.microsoft.com/office/drawing/2014/main" val="20007"/>
                    </a:ext>
                  </a:extLst>
                </a:gridCol>
                <a:gridCol w="1004875">
                  <a:extLst>
                    <a:ext uri="{9D8B030D-6E8A-4147-A177-3AD203B41FA5}">
                      <a16:colId xmlns:a16="http://schemas.microsoft.com/office/drawing/2014/main" val="20008"/>
                    </a:ext>
                  </a:extLst>
                </a:gridCol>
                <a:gridCol w="1004875">
                  <a:extLst>
                    <a:ext uri="{9D8B030D-6E8A-4147-A177-3AD203B41FA5}">
                      <a16:colId xmlns:a16="http://schemas.microsoft.com/office/drawing/2014/main" val="20009"/>
                    </a:ext>
                  </a:extLst>
                </a:gridCol>
                <a:gridCol w="1004875">
                  <a:extLst>
                    <a:ext uri="{9D8B030D-6E8A-4147-A177-3AD203B41FA5}">
                      <a16:colId xmlns:a16="http://schemas.microsoft.com/office/drawing/2014/main" val="20010"/>
                    </a:ext>
                  </a:extLst>
                </a:gridCol>
              </a:tblGrid>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6</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0"/>
                  </a:ext>
                </a:extLst>
              </a:tr>
              <a:tr h="34447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2840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1327</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1861</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3024</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3038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2497</a:t>
                      </a:r>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975" marR="10975" marT="8250" marB="0" anchor="ctr"/>
                </a:tc>
                <a:extLst>
                  <a:ext uri="{0D108BD9-81ED-4DB2-BD59-A6C34878D82A}">
                    <a16:rowId xmlns:a16="http://schemas.microsoft.com/office/drawing/2014/main" val="10001"/>
                  </a:ext>
                </a:extLst>
              </a:tr>
              <a:tr h="4143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2"/>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7</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3"/>
                  </a:ext>
                </a:extLst>
              </a:tr>
              <a:tr h="41432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2858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868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1670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1480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2643</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1480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1680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2085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2490</a:t>
                      </a:r>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ctr"/>
                </a:tc>
                <a:extLst>
                  <a:ext uri="{0D108BD9-81ED-4DB2-BD59-A6C34878D82A}">
                    <a16:rowId xmlns:a16="http://schemas.microsoft.com/office/drawing/2014/main" val="10004"/>
                  </a:ext>
                </a:extLst>
              </a:tr>
              <a:tr h="4143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5"/>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8</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6"/>
                  </a:ext>
                </a:extLst>
              </a:tr>
              <a:tr h="342900">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2858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1861</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2092</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2660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1000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1679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926</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2660</a:t>
                      </a:r>
                      <a:endParaRPr/>
                    </a:p>
                  </a:txBody>
                  <a:tcPr marL="10975" marR="10975" marT="8250" marB="0" anchor="ctr"/>
                </a:tc>
                <a:extLst>
                  <a:ext uri="{0D108BD9-81ED-4DB2-BD59-A6C34878D82A}">
                    <a16:rowId xmlns:a16="http://schemas.microsoft.com/office/drawing/2014/main" val="10007"/>
                  </a:ext>
                </a:extLst>
              </a:tr>
              <a:tr h="4159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8"/>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9</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9"/>
                  </a:ext>
                </a:extLst>
              </a:tr>
              <a:tr h="41432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795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791</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3200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2085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2638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2497</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2486</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1159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2640</a:t>
                      </a:r>
                      <a:endParaRPr/>
                    </a:p>
                  </a:txBody>
                  <a:tcPr marL="10975" marR="10975" marT="8250" marB="0" anchor="ctr"/>
                </a:tc>
                <a:tc>
                  <a:txBody>
                    <a:bodyPr/>
                    <a:lstStyle/>
                    <a:p>
                      <a:pPr marL="0" marR="0" lvl="0" indent="0" algn="l" rtl="0">
                        <a:spcBef>
                          <a:spcPts val="0"/>
                        </a:spcBef>
                        <a:spcAft>
                          <a:spcPts val="0"/>
                        </a:spcAft>
                        <a:buNone/>
                      </a:pPr>
                      <a:r>
                        <a:rPr lang="en-US" sz="2400" b="1" dirty="0">
                          <a:solidFill>
                            <a:schemeClr val="dk1"/>
                          </a:solidFill>
                          <a:latin typeface="Calibri"/>
                          <a:ea typeface="Calibri"/>
                          <a:cs typeface="Calibri"/>
                          <a:sym typeface="Calibri"/>
                        </a:rPr>
                        <a:t>870</a:t>
                      </a:r>
                      <a:endParaRPr sz="2400" b="1" dirty="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0"/>
                  </a:ext>
                </a:extLst>
              </a:tr>
              <a:tr h="4143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1"/>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10</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2"/>
                  </a:ext>
                </a:extLst>
              </a:tr>
              <a:tr h="41432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3019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3240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3200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3050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3015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2900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2896</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2998</a:t>
                      </a:r>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ctr"/>
                </a:tc>
                <a:tc>
                  <a:txBody>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7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Calculation of Mean and Variance</a:t>
            </a:r>
            <a:endParaRPr/>
          </a:p>
        </p:txBody>
      </p:sp>
      <p:graphicFrame>
        <p:nvGraphicFramePr>
          <p:cNvPr id="473" name="Google Shape;473;p75"/>
          <p:cNvGraphicFramePr/>
          <p:nvPr>
            <p:extLst>
              <p:ext uri="{D42A27DB-BD31-4B8C-83A1-F6EECF244321}">
                <p14:modId xmlns:p14="http://schemas.microsoft.com/office/powerpoint/2010/main" val="3659596722"/>
              </p:ext>
            </p:extLst>
          </p:nvPr>
        </p:nvGraphicFramePr>
        <p:xfrm>
          <a:off x="1346200" y="1004887"/>
          <a:ext cx="9467800" cy="5645690"/>
        </p:xfrm>
        <a:graphic>
          <a:graphicData uri="http://schemas.openxmlformats.org/drawingml/2006/table">
            <a:tbl>
              <a:tblPr>
                <a:noFill/>
                <a:tableStyleId>{1B3EF211-E8B0-4F73-B020-F0332A32C9B0}</a:tableStyleId>
              </a:tblPr>
              <a:tblGrid>
                <a:gridCol w="2278050">
                  <a:extLst>
                    <a:ext uri="{9D8B030D-6E8A-4147-A177-3AD203B41FA5}">
                      <a16:colId xmlns:a16="http://schemas.microsoft.com/office/drawing/2014/main" val="20000"/>
                    </a:ext>
                  </a:extLst>
                </a:gridCol>
                <a:gridCol w="2279650">
                  <a:extLst>
                    <a:ext uri="{9D8B030D-6E8A-4147-A177-3AD203B41FA5}">
                      <a16:colId xmlns:a16="http://schemas.microsoft.com/office/drawing/2014/main" val="20001"/>
                    </a:ext>
                  </a:extLst>
                </a:gridCol>
                <a:gridCol w="1614475">
                  <a:extLst>
                    <a:ext uri="{9D8B030D-6E8A-4147-A177-3AD203B41FA5}">
                      <a16:colId xmlns:a16="http://schemas.microsoft.com/office/drawing/2014/main" val="20002"/>
                    </a:ext>
                  </a:extLst>
                </a:gridCol>
                <a:gridCol w="1458900">
                  <a:extLst>
                    <a:ext uri="{9D8B030D-6E8A-4147-A177-3AD203B41FA5}">
                      <a16:colId xmlns:a16="http://schemas.microsoft.com/office/drawing/2014/main" val="20003"/>
                    </a:ext>
                  </a:extLst>
                </a:gridCol>
                <a:gridCol w="1836725">
                  <a:extLst>
                    <a:ext uri="{9D8B030D-6E8A-4147-A177-3AD203B41FA5}">
                      <a16:colId xmlns:a16="http://schemas.microsoft.com/office/drawing/2014/main" val="20004"/>
                    </a:ext>
                  </a:extLst>
                </a:gridCol>
              </a:tblGrid>
              <a:tr h="4333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Sample No.</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Sample size</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Mean</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SD</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Variance</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12</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1994.42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843.23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711036.83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482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2830.18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349.94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122458.00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1866.70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988.57</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977270.64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1338.00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704.36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496123.01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5</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1953.80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920.44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847209.79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2447.63</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590.64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348855.61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dirty="0">
                          <a:solidFill>
                            <a:schemeClr val="dk1"/>
                          </a:solidFill>
                          <a:latin typeface="Helvetica Neue"/>
                          <a:ea typeface="Helvetica Neue"/>
                          <a:cs typeface="Helvetica Neue"/>
                          <a:sym typeface="Helvetica Neue"/>
                        </a:rPr>
                        <a:t>10</a:t>
                      </a:r>
                      <a:endParaRPr dirty="0"/>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1974.40</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638.05</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407107.80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dirty="0">
                          <a:solidFill>
                            <a:schemeClr val="dk1"/>
                          </a:solidFill>
                          <a:latin typeface="Helvetica Neue"/>
                          <a:ea typeface="Helvetica Neue"/>
                          <a:cs typeface="Helvetica Neue"/>
                          <a:sym typeface="Helvetica Neue"/>
                        </a:rPr>
                        <a:t>11</a:t>
                      </a:r>
                      <a:endParaRPr dirty="0"/>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2157.27</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715.1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511368.01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dirty="0">
                          <a:solidFill>
                            <a:schemeClr val="dk1"/>
                          </a:solidFill>
                          <a:latin typeface="Helvetica Neue"/>
                          <a:sym typeface="Helvetica Neue"/>
                        </a:rPr>
                        <a:t>10</a:t>
                      </a:r>
                      <a:endParaRPr dirty="0"/>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2032.33</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891.53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794825.74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3035.33</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117.4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13782.76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Overall</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2800"/>
                        <a:buFont typeface="Helvetica Neue"/>
                        <a:buNone/>
                      </a:pPr>
                      <a:r>
                        <a:rPr lang="en-US" sz="2800" b="1" i="0" u="none">
                          <a:solidFill>
                            <a:srgbClr val="FF0000"/>
                          </a:solidFill>
                          <a:latin typeface="Helvetica Neue"/>
                          <a:ea typeface="Helvetica Neue"/>
                          <a:cs typeface="Helvetica Neue"/>
                          <a:sym typeface="Helvetica Neue"/>
                        </a:rPr>
                        <a:t>2162.24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tc>
                  <a:txBody>
                    <a:bodyPr/>
                    <a:lstStyle/>
                    <a:p>
                      <a:pPr marL="0" marR="0" lvl="0" indent="0" algn="ctr" rtl="0">
                        <a:lnSpc>
                          <a:spcPct val="100000"/>
                        </a:lnSpc>
                        <a:spcBef>
                          <a:spcPts val="0"/>
                        </a:spcBef>
                        <a:spcAft>
                          <a:spcPts val="0"/>
                        </a:spcAft>
                        <a:buClr>
                          <a:srgbClr val="FF0000"/>
                        </a:buClr>
                        <a:buSzPts val="2800"/>
                        <a:buFont typeface="Helvetica Neue"/>
                        <a:buNone/>
                      </a:pPr>
                      <a:r>
                        <a:rPr lang="en-US" sz="2800" b="1" i="0" u="none">
                          <a:solidFill>
                            <a:srgbClr val="FF0000"/>
                          </a:solidFill>
                          <a:latin typeface="Helvetica Neue"/>
                          <a:ea typeface="Helvetica Neue"/>
                          <a:cs typeface="Helvetica Neue"/>
                          <a:sym typeface="Helvetica Neue"/>
                        </a:rPr>
                        <a:t>732.26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tc>
                  <a:txBody>
                    <a:bodyPr/>
                    <a:lstStyle/>
                    <a:p>
                      <a:pPr marL="0" marR="0" lvl="0" indent="0" algn="r" rtl="0">
                        <a:lnSpc>
                          <a:spcPct val="100000"/>
                        </a:lnSpc>
                        <a:spcBef>
                          <a:spcPts val="0"/>
                        </a:spcBef>
                        <a:spcAft>
                          <a:spcPts val="0"/>
                        </a:spcAft>
                        <a:buClr>
                          <a:srgbClr val="FF0000"/>
                        </a:buClr>
                        <a:buSzPts val="2800"/>
                        <a:buFont typeface="Helvetica Neue"/>
                        <a:buNone/>
                      </a:pPr>
                      <a:r>
                        <a:rPr lang="en-US" sz="2800" b="1" i="0" u="none" dirty="0">
                          <a:solidFill>
                            <a:srgbClr val="FF0000"/>
                          </a:solidFill>
                          <a:latin typeface="Helvetica Neue"/>
                          <a:ea typeface="Helvetica Neue"/>
                          <a:cs typeface="Helvetica Neue"/>
                          <a:sym typeface="Helvetica Neue"/>
                        </a:rPr>
                        <a:t>536204.71</a:t>
                      </a:r>
                      <a:endParaRPr dirty="0"/>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7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Variation</a:t>
            </a:r>
            <a:endParaRPr/>
          </a:p>
        </p:txBody>
      </p:sp>
      <p:sp>
        <p:nvSpPr>
          <p:cNvPr id="479" name="Google Shape;479;p76"/>
          <p:cNvSpPr txBox="1"/>
          <p:nvPr/>
        </p:nvSpPr>
        <p:spPr>
          <a:xfrm>
            <a:off x="579437" y="1346200"/>
            <a:ext cx="11174400" cy="5103900"/>
          </a:xfrm>
          <a:prstGeom prst="rect">
            <a:avLst/>
          </a:prstGeom>
          <a:noFill/>
          <a:ln>
            <a:noFill/>
          </a:ln>
        </p:spPr>
        <p:txBody>
          <a:bodyPr spcFirstLastPara="1" wrap="square" lIns="91425" tIns="45700" rIns="91425" bIns="45700" anchor="t" anchorCtr="0">
            <a:noAutofit/>
          </a:bodyPr>
          <a:lstStyle/>
          <a:p>
            <a:pPr marL="328612" marR="0" lvl="0" indent="-328612" algn="l" rtl="0">
              <a:lnSpc>
                <a:spcPct val="9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The term </a:t>
            </a:r>
            <a:r>
              <a:rPr lang="en-US" sz="2800" b="1" i="0" u="none" dirty="0">
                <a:solidFill>
                  <a:srgbClr val="FF0000"/>
                </a:solidFill>
                <a:latin typeface="Calibri"/>
                <a:ea typeface="Calibri"/>
                <a:cs typeface="Calibri"/>
                <a:sym typeface="Calibri"/>
              </a:rPr>
              <a:t>"sampling variation" </a:t>
            </a:r>
            <a:r>
              <a:rPr lang="en-US" sz="2800" b="0" i="0" u="none" dirty="0">
                <a:solidFill>
                  <a:schemeClr val="dk1"/>
                </a:solidFill>
                <a:latin typeface="Calibri"/>
                <a:ea typeface="Calibri"/>
                <a:cs typeface="Calibri"/>
                <a:sym typeface="Calibri"/>
              </a:rPr>
              <a:t>refers to the fact that the sampling estimates vary from one sample to another forming a random variable. </a:t>
            </a:r>
            <a:endParaRPr dirty="0"/>
          </a:p>
          <a:p>
            <a:pPr marL="328612" marR="0" lvl="0" indent="-150812" algn="l" rtl="0">
              <a:lnSpc>
                <a:spcPct val="90000"/>
              </a:lnSpc>
              <a:spcBef>
                <a:spcPts val="1000"/>
              </a:spcBef>
              <a:spcAft>
                <a:spcPts val="0"/>
              </a:spcAft>
              <a:buClr>
                <a:schemeClr val="dk1"/>
              </a:buClr>
              <a:buSzPts val="2800"/>
              <a:buFont typeface="Noto Sans Symbols"/>
              <a:buNone/>
            </a:pPr>
            <a:endParaRPr sz="2800" b="0" i="0" u="none" dirty="0">
              <a:solidFill>
                <a:schemeClr val="dk1"/>
              </a:solidFill>
              <a:latin typeface="Calibri"/>
              <a:ea typeface="Calibri"/>
              <a:cs typeface="Calibri"/>
              <a:sym typeface="Calibri"/>
            </a:endParaRPr>
          </a:p>
          <a:p>
            <a:pPr marL="328612" marR="0" lvl="0" indent="-328612" algn="l" rtl="0">
              <a:lnSpc>
                <a:spcPct val="90000"/>
              </a:lnSpc>
              <a:spcBef>
                <a:spcPts val="1000"/>
              </a:spcBef>
              <a:spcAft>
                <a:spcPts val="0"/>
              </a:spcAft>
              <a:buClr>
                <a:schemeClr val="dk1"/>
              </a:buClr>
              <a:buSzPts val="2800"/>
              <a:buFont typeface="Noto Sans Symbols"/>
              <a:buChar char="⮚"/>
            </a:pPr>
            <a:r>
              <a:rPr lang="en-US" sz="2800" b="1" i="0" u="none" dirty="0">
                <a:solidFill>
                  <a:schemeClr val="dk1"/>
                </a:solidFill>
                <a:latin typeface="Calibri"/>
                <a:ea typeface="Calibri"/>
                <a:cs typeface="Calibri"/>
                <a:sym typeface="Calibri"/>
              </a:rPr>
              <a:t>Sampling</a:t>
            </a:r>
            <a:r>
              <a:rPr lang="en-US" sz="2800" b="0" i="0" u="none" dirty="0">
                <a:solidFill>
                  <a:schemeClr val="dk1"/>
                </a:solidFill>
                <a:latin typeface="Calibri"/>
                <a:ea typeface="Calibri"/>
                <a:cs typeface="Calibri"/>
                <a:sym typeface="Calibri"/>
              </a:rPr>
              <a:t> </a:t>
            </a:r>
            <a:r>
              <a:rPr lang="en-US" sz="2800" b="1" i="0" u="none" dirty="0">
                <a:solidFill>
                  <a:schemeClr val="dk1"/>
                </a:solidFill>
                <a:latin typeface="Calibri"/>
                <a:ea typeface="Calibri"/>
                <a:cs typeface="Calibri"/>
                <a:sym typeface="Calibri"/>
              </a:rPr>
              <a:t>variability</a:t>
            </a:r>
            <a:r>
              <a:rPr lang="en-US" sz="2800" b="0" i="0" u="none" dirty="0">
                <a:solidFill>
                  <a:schemeClr val="dk1"/>
                </a:solidFill>
                <a:latin typeface="Calibri"/>
                <a:ea typeface="Calibri"/>
                <a:cs typeface="Calibri"/>
                <a:sym typeface="Calibri"/>
              </a:rPr>
              <a:t> will </a:t>
            </a:r>
            <a:r>
              <a:rPr lang="en-US" sz="2800" b="1" i="0" u="none" dirty="0">
                <a:solidFill>
                  <a:schemeClr val="dk1"/>
                </a:solidFill>
                <a:latin typeface="Calibri"/>
                <a:ea typeface="Calibri"/>
                <a:cs typeface="Calibri"/>
                <a:sym typeface="Calibri"/>
              </a:rPr>
              <a:t>decrease</a:t>
            </a:r>
            <a:r>
              <a:rPr lang="en-US" sz="2800" b="0" i="0" u="none" dirty="0">
                <a:solidFill>
                  <a:schemeClr val="dk1"/>
                </a:solidFill>
                <a:latin typeface="Calibri"/>
                <a:ea typeface="Calibri"/>
                <a:cs typeface="Calibri"/>
                <a:sym typeface="Calibri"/>
              </a:rPr>
              <a:t> as the </a:t>
            </a:r>
            <a:r>
              <a:rPr lang="en-US" sz="2800" b="1" i="0" u="none" dirty="0">
                <a:solidFill>
                  <a:srgbClr val="FF0000"/>
                </a:solidFill>
                <a:latin typeface="Calibri"/>
                <a:ea typeface="Calibri"/>
                <a:cs typeface="Calibri"/>
                <a:sym typeface="Calibri"/>
              </a:rPr>
              <a:t>sample size increases</a:t>
            </a:r>
            <a:r>
              <a:rPr lang="en-US" sz="2800" b="1" i="0" u="none" dirty="0">
                <a:solidFill>
                  <a:schemeClr val="dk1"/>
                </a:solidFill>
                <a:latin typeface="Calibri"/>
                <a:ea typeface="Calibri"/>
                <a:cs typeface="Calibri"/>
                <a:sym typeface="Calibri"/>
              </a:rPr>
              <a:t>.</a:t>
            </a:r>
            <a:endParaRPr dirty="0"/>
          </a:p>
          <a:p>
            <a:pPr marL="328612" marR="0" lvl="0" indent="-150812" algn="l" rtl="0">
              <a:lnSpc>
                <a:spcPct val="90000"/>
              </a:lnSpc>
              <a:spcBef>
                <a:spcPts val="1000"/>
              </a:spcBef>
              <a:spcAft>
                <a:spcPts val="0"/>
              </a:spcAft>
              <a:buClr>
                <a:schemeClr val="dk1"/>
              </a:buClr>
              <a:buSzPts val="2800"/>
              <a:buFont typeface="Noto Sans Symbols"/>
              <a:buNone/>
            </a:pPr>
            <a:endParaRPr sz="2800" b="0" i="0" u="none" dirty="0">
              <a:solidFill>
                <a:schemeClr val="dk1"/>
              </a:solidFill>
              <a:latin typeface="Calibri"/>
              <a:ea typeface="Calibri"/>
              <a:cs typeface="Calibri"/>
              <a:sym typeface="Calibri"/>
            </a:endParaRPr>
          </a:p>
          <a:p>
            <a:pPr marL="328612" marR="0" lvl="0" indent="-328612" algn="l" rtl="0">
              <a:lnSpc>
                <a:spcPct val="9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The samples must be randomly chosen. The size of the samples should be optimum (neither too small nor too large). The required optimum sample sizes are computed based on some statistical procedures like proportion, SD etc.</a:t>
            </a:r>
            <a:endParaRPr dirty="0"/>
          </a:p>
        </p:txBody>
      </p:sp>
      <p:grpSp>
        <p:nvGrpSpPr>
          <p:cNvPr id="17" name="Group 16">
            <a:extLst>
              <a:ext uri="{FF2B5EF4-FFF2-40B4-BE49-F238E27FC236}">
                <a16:creationId xmlns:a16="http://schemas.microsoft.com/office/drawing/2014/main" id="{01EF10FE-D895-1C87-8506-17393DF243C7}"/>
              </a:ext>
            </a:extLst>
          </p:cNvPr>
          <p:cNvGrpSpPr/>
          <p:nvPr/>
        </p:nvGrpSpPr>
        <p:grpSpPr>
          <a:xfrm>
            <a:off x="8165429" y="2099615"/>
            <a:ext cx="3347280" cy="1470240"/>
            <a:chOff x="8165429" y="2099615"/>
            <a:chExt cx="3347280" cy="147024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D60EE90-3EBA-9408-039D-00AED3794E30}"/>
                    </a:ext>
                  </a:extLst>
                </p14:cNvPr>
                <p14:cNvContentPartPr/>
                <p14:nvPr/>
              </p14:nvContentPartPr>
              <p14:xfrm>
                <a:off x="10674989" y="2610095"/>
                <a:ext cx="317520" cy="277560"/>
              </p14:xfrm>
            </p:contentPart>
          </mc:Choice>
          <mc:Fallback>
            <p:pic>
              <p:nvPicPr>
                <p:cNvPr id="2" name="Ink 1">
                  <a:extLst>
                    <a:ext uri="{FF2B5EF4-FFF2-40B4-BE49-F238E27FC236}">
                      <a16:creationId xmlns:a16="http://schemas.microsoft.com/office/drawing/2014/main" id="{8D60EE90-3EBA-9408-039D-00AED3794E30}"/>
                    </a:ext>
                  </a:extLst>
                </p:cNvPr>
                <p:cNvPicPr/>
                <p:nvPr/>
              </p:nvPicPr>
              <p:blipFill>
                <a:blip r:embed="rId4"/>
                <a:stretch>
                  <a:fillRect/>
                </a:stretch>
              </p:blipFill>
              <p:spPr>
                <a:xfrm>
                  <a:off x="10668869" y="2603975"/>
                  <a:ext cx="32976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ACFB342-D5BC-3891-EC20-5056C2385814}"/>
                    </a:ext>
                  </a:extLst>
                </p14:cNvPr>
                <p14:cNvContentPartPr/>
                <p14:nvPr/>
              </p14:nvContentPartPr>
              <p14:xfrm>
                <a:off x="11008349" y="2397695"/>
                <a:ext cx="442080" cy="183240"/>
              </p14:xfrm>
            </p:contentPart>
          </mc:Choice>
          <mc:Fallback>
            <p:pic>
              <p:nvPicPr>
                <p:cNvPr id="3" name="Ink 2">
                  <a:extLst>
                    <a:ext uri="{FF2B5EF4-FFF2-40B4-BE49-F238E27FC236}">
                      <a16:creationId xmlns:a16="http://schemas.microsoft.com/office/drawing/2014/main" id="{DACFB342-D5BC-3891-EC20-5056C2385814}"/>
                    </a:ext>
                  </a:extLst>
                </p:cNvPr>
                <p:cNvPicPr/>
                <p:nvPr/>
              </p:nvPicPr>
              <p:blipFill>
                <a:blip r:embed="rId6"/>
                <a:stretch>
                  <a:fillRect/>
                </a:stretch>
              </p:blipFill>
              <p:spPr>
                <a:xfrm>
                  <a:off x="11002229" y="2391575"/>
                  <a:ext cx="45432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57A6E824-51E9-BC68-32BD-1BD0EB661983}"/>
                    </a:ext>
                  </a:extLst>
                </p14:cNvPr>
                <p14:cNvContentPartPr/>
                <p14:nvPr/>
              </p14:nvContentPartPr>
              <p14:xfrm>
                <a:off x="10411829" y="2977295"/>
                <a:ext cx="1100880" cy="61920"/>
              </p14:xfrm>
            </p:contentPart>
          </mc:Choice>
          <mc:Fallback>
            <p:pic>
              <p:nvPicPr>
                <p:cNvPr id="4" name="Ink 3">
                  <a:extLst>
                    <a:ext uri="{FF2B5EF4-FFF2-40B4-BE49-F238E27FC236}">
                      <a16:creationId xmlns:a16="http://schemas.microsoft.com/office/drawing/2014/main" id="{57A6E824-51E9-BC68-32BD-1BD0EB661983}"/>
                    </a:ext>
                  </a:extLst>
                </p:cNvPr>
                <p:cNvPicPr/>
                <p:nvPr/>
              </p:nvPicPr>
              <p:blipFill>
                <a:blip r:embed="rId8"/>
                <a:stretch>
                  <a:fillRect/>
                </a:stretch>
              </p:blipFill>
              <p:spPr>
                <a:xfrm>
                  <a:off x="10405709" y="2971175"/>
                  <a:ext cx="111312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8BC2FD61-626F-80F4-ABC3-9CD718DA4E4D}"/>
                    </a:ext>
                  </a:extLst>
                </p14:cNvPr>
                <p14:cNvContentPartPr/>
                <p14:nvPr/>
              </p14:nvContentPartPr>
              <p14:xfrm>
                <a:off x="10652669" y="3252695"/>
                <a:ext cx="190800" cy="141120"/>
              </p14:xfrm>
            </p:contentPart>
          </mc:Choice>
          <mc:Fallback>
            <p:pic>
              <p:nvPicPr>
                <p:cNvPr id="5" name="Ink 4">
                  <a:extLst>
                    <a:ext uri="{FF2B5EF4-FFF2-40B4-BE49-F238E27FC236}">
                      <a16:creationId xmlns:a16="http://schemas.microsoft.com/office/drawing/2014/main" id="{8BC2FD61-626F-80F4-ABC3-9CD718DA4E4D}"/>
                    </a:ext>
                  </a:extLst>
                </p:cNvPr>
                <p:cNvPicPr/>
                <p:nvPr/>
              </p:nvPicPr>
              <p:blipFill>
                <a:blip r:embed="rId10"/>
                <a:stretch>
                  <a:fillRect/>
                </a:stretch>
              </p:blipFill>
              <p:spPr>
                <a:xfrm>
                  <a:off x="10646549" y="3246575"/>
                  <a:ext cx="2030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8D96A112-1462-D2D9-72E3-2BFE7B5F9B71}"/>
                    </a:ext>
                  </a:extLst>
                </p14:cNvPr>
                <p14:cNvContentPartPr/>
                <p14:nvPr/>
              </p14:nvContentPartPr>
              <p14:xfrm>
                <a:off x="10203389" y="2183135"/>
                <a:ext cx="1277640" cy="1386720"/>
              </p14:xfrm>
            </p:contentPart>
          </mc:Choice>
          <mc:Fallback>
            <p:pic>
              <p:nvPicPr>
                <p:cNvPr id="6" name="Ink 5">
                  <a:extLst>
                    <a:ext uri="{FF2B5EF4-FFF2-40B4-BE49-F238E27FC236}">
                      <a16:creationId xmlns:a16="http://schemas.microsoft.com/office/drawing/2014/main" id="{8D96A112-1462-D2D9-72E3-2BFE7B5F9B71}"/>
                    </a:ext>
                  </a:extLst>
                </p:cNvPr>
                <p:cNvPicPr/>
                <p:nvPr/>
              </p:nvPicPr>
              <p:blipFill>
                <a:blip r:embed="rId12"/>
                <a:stretch>
                  <a:fillRect/>
                </a:stretch>
              </p:blipFill>
              <p:spPr>
                <a:xfrm>
                  <a:off x="10197269" y="2177015"/>
                  <a:ext cx="1289880" cy="1398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85DF4E2A-041D-08EB-00F7-F597BDEF4F62}"/>
                    </a:ext>
                  </a:extLst>
                </p14:cNvPr>
                <p14:cNvContentPartPr/>
                <p14:nvPr/>
              </p14:nvContentPartPr>
              <p14:xfrm>
                <a:off x="8165429" y="2285015"/>
                <a:ext cx="248760" cy="471240"/>
              </p14:xfrm>
            </p:contentPart>
          </mc:Choice>
          <mc:Fallback>
            <p:pic>
              <p:nvPicPr>
                <p:cNvPr id="8" name="Ink 7">
                  <a:extLst>
                    <a:ext uri="{FF2B5EF4-FFF2-40B4-BE49-F238E27FC236}">
                      <a16:creationId xmlns:a16="http://schemas.microsoft.com/office/drawing/2014/main" id="{85DF4E2A-041D-08EB-00F7-F597BDEF4F62}"/>
                    </a:ext>
                  </a:extLst>
                </p:cNvPr>
                <p:cNvPicPr/>
                <p:nvPr/>
              </p:nvPicPr>
              <p:blipFill>
                <a:blip r:embed="rId14"/>
                <a:stretch>
                  <a:fillRect/>
                </a:stretch>
              </p:blipFill>
              <p:spPr>
                <a:xfrm>
                  <a:off x="8159309" y="2278895"/>
                  <a:ext cx="261000" cy="4834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F8D9B0F1-37E5-E733-B951-ADA7686734BC}"/>
                    </a:ext>
                  </a:extLst>
                </p14:cNvPr>
                <p14:cNvContentPartPr/>
                <p14:nvPr/>
              </p14:nvContentPartPr>
              <p14:xfrm>
                <a:off x="8406989" y="2569775"/>
                <a:ext cx="574920" cy="175680"/>
              </p14:xfrm>
            </p:contentPart>
          </mc:Choice>
          <mc:Fallback>
            <p:pic>
              <p:nvPicPr>
                <p:cNvPr id="9" name="Ink 8">
                  <a:extLst>
                    <a:ext uri="{FF2B5EF4-FFF2-40B4-BE49-F238E27FC236}">
                      <a16:creationId xmlns:a16="http://schemas.microsoft.com/office/drawing/2014/main" id="{F8D9B0F1-37E5-E733-B951-ADA7686734BC}"/>
                    </a:ext>
                  </a:extLst>
                </p:cNvPr>
                <p:cNvPicPr/>
                <p:nvPr/>
              </p:nvPicPr>
              <p:blipFill>
                <a:blip r:embed="rId16"/>
                <a:stretch>
                  <a:fillRect/>
                </a:stretch>
              </p:blipFill>
              <p:spPr>
                <a:xfrm>
                  <a:off x="8400869" y="2563655"/>
                  <a:ext cx="58716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7580B2E8-85F3-0250-A9AE-D310D15BD610}"/>
                    </a:ext>
                  </a:extLst>
                </p14:cNvPr>
                <p14:cNvContentPartPr/>
                <p14:nvPr/>
              </p14:nvContentPartPr>
              <p14:xfrm>
                <a:off x="8909189" y="2346575"/>
                <a:ext cx="297000" cy="677520"/>
              </p14:xfrm>
            </p:contentPart>
          </mc:Choice>
          <mc:Fallback>
            <p:pic>
              <p:nvPicPr>
                <p:cNvPr id="10" name="Ink 9">
                  <a:extLst>
                    <a:ext uri="{FF2B5EF4-FFF2-40B4-BE49-F238E27FC236}">
                      <a16:creationId xmlns:a16="http://schemas.microsoft.com/office/drawing/2014/main" id="{7580B2E8-85F3-0250-A9AE-D310D15BD610}"/>
                    </a:ext>
                  </a:extLst>
                </p:cNvPr>
                <p:cNvPicPr/>
                <p:nvPr/>
              </p:nvPicPr>
              <p:blipFill>
                <a:blip r:embed="rId18"/>
                <a:stretch>
                  <a:fillRect/>
                </a:stretch>
              </p:blipFill>
              <p:spPr>
                <a:xfrm>
                  <a:off x="8903069" y="2340455"/>
                  <a:ext cx="309240" cy="6897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3C3C6733-F794-6535-CAE4-8B1FB929E1A9}"/>
                    </a:ext>
                  </a:extLst>
                </p14:cNvPr>
                <p14:cNvContentPartPr/>
                <p14:nvPr/>
              </p14:nvContentPartPr>
              <p14:xfrm>
                <a:off x="9294029" y="2467535"/>
                <a:ext cx="251640" cy="339840"/>
              </p14:xfrm>
            </p:contentPart>
          </mc:Choice>
          <mc:Fallback>
            <p:pic>
              <p:nvPicPr>
                <p:cNvPr id="11" name="Ink 10">
                  <a:extLst>
                    <a:ext uri="{FF2B5EF4-FFF2-40B4-BE49-F238E27FC236}">
                      <a16:creationId xmlns:a16="http://schemas.microsoft.com/office/drawing/2014/main" id="{3C3C6733-F794-6535-CAE4-8B1FB929E1A9}"/>
                    </a:ext>
                  </a:extLst>
                </p:cNvPr>
                <p:cNvPicPr/>
                <p:nvPr/>
              </p:nvPicPr>
              <p:blipFill>
                <a:blip r:embed="rId20"/>
                <a:stretch>
                  <a:fillRect/>
                </a:stretch>
              </p:blipFill>
              <p:spPr>
                <a:xfrm>
                  <a:off x="9287909" y="2461415"/>
                  <a:ext cx="26388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 name="Ink 11">
                  <a:extLst>
                    <a:ext uri="{FF2B5EF4-FFF2-40B4-BE49-F238E27FC236}">
                      <a16:creationId xmlns:a16="http://schemas.microsoft.com/office/drawing/2014/main" id="{71152D5D-8CB7-968D-1C31-1CA090A50AF5}"/>
                    </a:ext>
                  </a:extLst>
                </p14:cNvPr>
                <p14:cNvContentPartPr/>
                <p14:nvPr/>
              </p14:nvContentPartPr>
              <p14:xfrm>
                <a:off x="9311669" y="2491655"/>
                <a:ext cx="243360" cy="280440"/>
              </p14:xfrm>
            </p:contentPart>
          </mc:Choice>
          <mc:Fallback>
            <p:pic>
              <p:nvPicPr>
                <p:cNvPr id="12" name="Ink 11">
                  <a:extLst>
                    <a:ext uri="{FF2B5EF4-FFF2-40B4-BE49-F238E27FC236}">
                      <a16:creationId xmlns:a16="http://schemas.microsoft.com/office/drawing/2014/main" id="{71152D5D-8CB7-968D-1C31-1CA090A50AF5}"/>
                    </a:ext>
                  </a:extLst>
                </p:cNvPr>
                <p:cNvPicPr/>
                <p:nvPr/>
              </p:nvPicPr>
              <p:blipFill>
                <a:blip r:embed="rId22"/>
                <a:stretch>
                  <a:fillRect/>
                </a:stretch>
              </p:blipFill>
              <p:spPr>
                <a:xfrm>
                  <a:off x="9305549" y="2485535"/>
                  <a:ext cx="25560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3" name="Ink 12">
                  <a:extLst>
                    <a:ext uri="{FF2B5EF4-FFF2-40B4-BE49-F238E27FC236}">
                      <a16:creationId xmlns:a16="http://schemas.microsoft.com/office/drawing/2014/main" id="{02958271-CE6B-562A-B5C4-58DF27ADFB58}"/>
                    </a:ext>
                  </a:extLst>
                </p14:cNvPr>
                <p14:cNvContentPartPr/>
                <p14:nvPr/>
              </p14:nvContentPartPr>
              <p14:xfrm>
                <a:off x="9277829" y="2303735"/>
                <a:ext cx="328320" cy="33120"/>
              </p14:xfrm>
            </p:contentPart>
          </mc:Choice>
          <mc:Fallback>
            <p:pic>
              <p:nvPicPr>
                <p:cNvPr id="13" name="Ink 12">
                  <a:extLst>
                    <a:ext uri="{FF2B5EF4-FFF2-40B4-BE49-F238E27FC236}">
                      <a16:creationId xmlns:a16="http://schemas.microsoft.com/office/drawing/2014/main" id="{02958271-CE6B-562A-B5C4-58DF27ADFB58}"/>
                    </a:ext>
                  </a:extLst>
                </p:cNvPr>
                <p:cNvPicPr/>
                <p:nvPr/>
              </p:nvPicPr>
              <p:blipFill>
                <a:blip r:embed="rId24"/>
                <a:stretch>
                  <a:fillRect/>
                </a:stretch>
              </p:blipFill>
              <p:spPr>
                <a:xfrm>
                  <a:off x="9271709" y="2297615"/>
                  <a:ext cx="34056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4" name="Ink 13">
                  <a:extLst>
                    <a:ext uri="{FF2B5EF4-FFF2-40B4-BE49-F238E27FC236}">
                      <a16:creationId xmlns:a16="http://schemas.microsoft.com/office/drawing/2014/main" id="{DDEF1EB6-3659-2DFB-FECD-C1A3BACA8F5A}"/>
                    </a:ext>
                  </a:extLst>
                </p14:cNvPr>
                <p14:cNvContentPartPr/>
                <p14:nvPr/>
              </p14:nvContentPartPr>
              <p14:xfrm>
                <a:off x="9535229" y="2099615"/>
                <a:ext cx="262800" cy="1142640"/>
              </p14:xfrm>
            </p:contentPart>
          </mc:Choice>
          <mc:Fallback>
            <p:pic>
              <p:nvPicPr>
                <p:cNvPr id="14" name="Ink 13">
                  <a:extLst>
                    <a:ext uri="{FF2B5EF4-FFF2-40B4-BE49-F238E27FC236}">
                      <a16:creationId xmlns:a16="http://schemas.microsoft.com/office/drawing/2014/main" id="{DDEF1EB6-3659-2DFB-FECD-C1A3BACA8F5A}"/>
                    </a:ext>
                  </a:extLst>
                </p:cNvPr>
                <p:cNvPicPr/>
                <p:nvPr/>
              </p:nvPicPr>
              <p:blipFill>
                <a:blip r:embed="rId26"/>
                <a:stretch>
                  <a:fillRect/>
                </a:stretch>
              </p:blipFill>
              <p:spPr>
                <a:xfrm>
                  <a:off x="9529109" y="2093495"/>
                  <a:ext cx="275040" cy="11548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5" name="Ink 14">
                  <a:extLst>
                    <a:ext uri="{FF2B5EF4-FFF2-40B4-BE49-F238E27FC236}">
                      <a16:creationId xmlns:a16="http://schemas.microsoft.com/office/drawing/2014/main" id="{84B2E708-2DE3-E4CE-AA85-472C3A0F3957}"/>
                    </a:ext>
                  </a:extLst>
                </p14:cNvPr>
                <p14:cNvContentPartPr/>
                <p14:nvPr/>
              </p14:nvContentPartPr>
              <p14:xfrm>
                <a:off x="9948869" y="2708375"/>
                <a:ext cx="212400" cy="19440"/>
              </p14:xfrm>
            </p:contentPart>
          </mc:Choice>
          <mc:Fallback>
            <p:pic>
              <p:nvPicPr>
                <p:cNvPr id="15" name="Ink 14">
                  <a:extLst>
                    <a:ext uri="{FF2B5EF4-FFF2-40B4-BE49-F238E27FC236}">
                      <a16:creationId xmlns:a16="http://schemas.microsoft.com/office/drawing/2014/main" id="{84B2E708-2DE3-E4CE-AA85-472C3A0F3957}"/>
                    </a:ext>
                  </a:extLst>
                </p:cNvPr>
                <p:cNvPicPr/>
                <p:nvPr/>
              </p:nvPicPr>
              <p:blipFill>
                <a:blip r:embed="rId28"/>
                <a:stretch>
                  <a:fillRect/>
                </a:stretch>
              </p:blipFill>
              <p:spPr>
                <a:xfrm>
                  <a:off x="9942749" y="2702255"/>
                  <a:ext cx="2246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6" name="Ink 15">
                  <a:extLst>
                    <a:ext uri="{FF2B5EF4-FFF2-40B4-BE49-F238E27FC236}">
                      <a16:creationId xmlns:a16="http://schemas.microsoft.com/office/drawing/2014/main" id="{E42A0505-98E8-DB12-849D-11D4EA8DF6FB}"/>
                    </a:ext>
                  </a:extLst>
                </p14:cNvPr>
                <p14:cNvContentPartPr/>
                <p14:nvPr/>
              </p14:nvContentPartPr>
              <p14:xfrm>
                <a:off x="9940229" y="2818175"/>
                <a:ext cx="228600" cy="38160"/>
              </p14:xfrm>
            </p:contentPart>
          </mc:Choice>
          <mc:Fallback>
            <p:pic>
              <p:nvPicPr>
                <p:cNvPr id="16" name="Ink 15">
                  <a:extLst>
                    <a:ext uri="{FF2B5EF4-FFF2-40B4-BE49-F238E27FC236}">
                      <a16:creationId xmlns:a16="http://schemas.microsoft.com/office/drawing/2014/main" id="{E42A0505-98E8-DB12-849D-11D4EA8DF6FB}"/>
                    </a:ext>
                  </a:extLst>
                </p:cNvPr>
                <p:cNvPicPr/>
                <p:nvPr/>
              </p:nvPicPr>
              <p:blipFill>
                <a:blip r:embed="rId30"/>
                <a:stretch>
                  <a:fillRect/>
                </a:stretch>
              </p:blipFill>
              <p:spPr>
                <a:xfrm>
                  <a:off x="9934109" y="2812055"/>
                  <a:ext cx="240840" cy="50400"/>
                </a:xfrm>
                <a:prstGeom prst="rect">
                  <a:avLst/>
                </a:prstGeom>
              </p:spPr>
            </p:pic>
          </mc:Fallback>
        </mc:AlternateContent>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dirty="0">
                <a:solidFill>
                  <a:schemeClr val="lt1"/>
                </a:solidFill>
                <a:latin typeface="Helvetica Neue"/>
                <a:ea typeface="Helvetica Neue"/>
                <a:cs typeface="Helvetica Neue"/>
                <a:sym typeface="Helvetica Neue"/>
              </a:rPr>
              <a:t>Sampling Distribution: Definition</a:t>
            </a:r>
            <a:endParaRPr dirty="0"/>
          </a:p>
        </p:txBody>
      </p:sp>
      <p:sp>
        <p:nvSpPr>
          <p:cNvPr id="485" name="Google Shape;485;p77"/>
          <p:cNvSpPr txBox="1"/>
          <p:nvPr/>
        </p:nvSpPr>
        <p:spPr>
          <a:xfrm>
            <a:off x="468312" y="1346200"/>
            <a:ext cx="11346000" cy="3627300"/>
          </a:xfrm>
          <a:prstGeom prst="rect">
            <a:avLst/>
          </a:prstGeom>
          <a:noFill/>
          <a:ln>
            <a:noFill/>
          </a:ln>
        </p:spPr>
        <p:txBody>
          <a:bodyPr spcFirstLastPara="1" wrap="square" lIns="91425" tIns="45700" rIns="91425" bIns="45700" anchor="t" anchorCtr="0">
            <a:normAutofit/>
          </a:bodyPr>
          <a:lstStyle/>
          <a:p>
            <a:pPr marL="395287" marR="0" lvl="0" indent="-395287" algn="l" rtl="0">
              <a:lnSpc>
                <a:spcPct val="15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probability distribution of a </a:t>
            </a:r>
            <a:r>
              <a:rPr lang="en-US" sz="2800" b="0" i="0" u="none">
                <a:solidFill>
                  <a:srgbClr val="FF0000"/>
                </a:solidFill>
                <a:latin typeface="Calibri"/>
                <a:ea typeface="Calibri"/>
                <a:cs typeface="Calibri"/>
                <a:sym typeface="Calibri"/>
              </a:rPr>
              <a:t>statistic</a:t>
            </a:r>
            <a:r>
              <a:rPr lang="en-US" sz="2800" b="0" i="0" u="none">
                <a:solidFill>
                  <a:schemeClr val="dk1"/>
                </a:solidFill>
                <a:latin typeface="Calibri"/>
                <a:ea typeface="Calibri"/>
                <a:cs typeface="Calibri"/>
                <a:sym typeface="Calibri"/>
              </a:rPr>
              <a:t>  (sample estimate) is called </a:t>
            </a:r>
            <a:r>
              <a:rPr lang="en-US" sz="2800" b="1" i="0" u="none">
                <a:solidFill>
                  <a:srgbClr val="FF0000"/>
                </a:solidFill>
                <a:latin typeface="Calibri"/>
                <a:ea typeface="Calibri"/>
                <a:cs typeface="Calibri"/>
                <a:sym typeface="Calibri"/>
              </a:rPr>
              <a:t>sampling distribution</a:t>
            </a:r>
            <a:r>
              <a:rPr lang="en-US" sz="2800" b="0" i="0" u="none">
                <a:solidFill>
                  <a:schemeClr val="dk1"/>
                </a:solidFill>
                <a:latin typeface="Calibri"/>
                <a:ea typeface="Calibri"/>
                <a:cs typeface="Calibri"/>
                <a:sym typeface="Calibri"/>
              </a:rPr>
              <a:t>.</a:t>
            </a:r>
            <a:endParaRPr/>
          </a:p>
          <a:p>
            <a:pPr marL="395287" marR="0" lvl="0" indent="-217487" algn="l" rtl="0">
              <a:lnSpc>
                <a:spcPct val="150000"/>
              </a:lnSpc>
              <a:spcBef>
                <a:spcPts val="0"/>
              </a:spcBef>
              <a:spcAft>
                <a:spcPts val="0"/>
              </a:spcAft>
              <a:buClr>
                <a:schemeClr val="dk1"/>
              </a:buClr>
              <a:buSzPts val="2800"/>
              <a:buFont typeface="Arial"/>
              <a:buNone/>
            </a:pPr>
            <a:endParaRPr sz="2800" b="0" i="0" u="none">
              <a:solidFill>
                <a:schemeClr val="dk1"/>
              </a:solidFill>
              <a:latin typeface="Calibri"/>
              <a:ea typeface="Calibri"/>
              <a:cs typeface="Calibri"/>
              <a:sym typeface="Calibri"/>
            </a:endParaRPr>
          </a:p>
          <a:p>
            <a:pPr marL="395287" marR="0" lvl="0" indent="-395287" algn="l" rtl="0">
              <a:lnSpc>
                <a:spcPct val="15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sampling distribution of a statistic depends on the distribution of the population, the size of the sample, and the method of sample selection</a:t>
            </a:r>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C0476EA-5B5D-B2E2-5E6E-530D52D11A96}"/>
                  </a:ext>
                </a:extLst>
              </p14:cNvPr>
              <p14:cNvContentPartPr/>
              <p14:nvPr/>
            </p14:nvContentPartPr>
            <p14:xfrm>
              <a:off x="5515829" y="1975775"/>
              <a:ext cx="4768560" cy="126720"/>
            </p14:xfrm>
          </p:contentPart>
        </mc:Choice>
        <mc:Fallback>
          <p:pic>
            <p:nvPicPr>
              <p:cNvPr id="2" name="Ink 1">
                <a:extLst>
                  <a:ext uri="{FF2B5EF4-FFF2-40B4-BE49-F238E27FC236}">
                    <a16:creationId xmlns:a16="http://schemas.microsoft.com/office/drawing/2014/main" id="{BC0476EA-5B5D-B2E2-5E6E-530D52D11A96}"/>
                  </a:ext>
                </a:extLst>
              </p:cNvPr>
              <p:cNvPicPr/>
              <p:nvPr/>
            </p:nvPicPr>
            <p:blipFill>
              <a:blip r:embed="rId4"/>
              <a:stretch>
                <a:fillRect/>
              </a:stretch>
            </p:blipFill>
            <p:spPr>
              <a:xfrm>
                <a:off x="5509709" y="1969655"/>
                <a:ext cx="47808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FE8C4588-41AE-3FE5-E9FA-F63AD198446B}"/>
                  </a:ext>
                </a:extLst>
              </p14:cNvPr>
              <p14:cNvContentPartPr/>
              <p14:nvPr/>
            </p14:nvContentPartPr>
            <p14:xfrm>
              <a:off x="910709" y="2630255"/>
              <a:ext cx="3574440" cy="118800"/>
            </p14:xfrm>
          </p:contentPart>
        </mc:Choice>
        <mc:Fallback>
          <p:pic>
            <p:nvPicPr>
              <p:cNvPr id="3" name="Ink 2">
                <a:extLst>
                  <a:ext uri="{FF2B5EF4-FFF2-40B4-BE49-F238E27FC236}">
                    <a16:creationId xmlns:a16="http://schemas.microsoft.com/office/drawing/2014/main" id="{FE8C4588-41AE-3FE5-E9FA-F63AD198446B}"/>
                  </a:ext>
                </a:extLst>
              </p:cNvPr>
              <p:cNvPicPr/>
              <p:nvPr/>
            </p:nvPicPr>
            <p:blipFill>
              <a:blip r:embed="rId6"/>
              <a:stretch>
                <a:fillRect/>
              </a:stretch>
            </p:blipFill>
            <p:spPr>
              <a:xfrm>
                <a:off x="904589" y="2624135"/>
                <a:ext cx="358668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92316233-9CCA-18A5-51EA-458EC612065D}"/>
                  </a:ext>
                </a:extLst>
              </p14:cNvPr>
              <p14:cNvContentPartPr/>
              <p14:nvPr/>
            </p14:nvContentPartPr>
            <p14:xfrm>
              <a:off x="1757069" y="3895295"/>
              <a:ext cx="9692640" cy="88560"/>
            </p14:xfrm>
          </p:contentPart>
        </mc:Choice>
        <mc:Fallback>
          <p:pic>
            <p:nvPicPr>
              <p:cNvPr id="4" name="Ink 3">
                <a:extLst>
                  <a:ext uri="{FF2B5EF4-FFF2-40B4-BE49-F238E27FC236}">
                    <a16:creationId xmlns:a16="http://schemas.microsoft.com/office/drawing/2014/main" id="{92316233-9CCA-18A5-51EA-458EC612065D}"/>
                  </a:ext>
                </a:extLst>
              </p:cNvPr>
              <p:cNvPicPr/>
              <p:nvPr/>
            </p:nvPicPr>
            <p:blipFill>
              <a:blip r:embed="rId8"/>
              <a:stretch>
                <a:fillRect/>
              </a:stretch>
            </p:blipFill>
            <p:spPr>
              <a:xfrm>
                <a:off x="1750949" y="3889175"/>
                <a:ext cx="9704880" cy="100800"/>
              </a:xfrm>
              <a:prstGeom prst="rect">
                <a:avLst/>
              </a:prstGeom>
            </p:spPr>
          </p:pic>
        </mc:Fallback>
      </mc:AlternateContent>
      <p:grpSp>
        <p:nvGrpSpPr>
          <p:cNvPr id="7" name="Group 6">
            <a:extLst>
              <a:ext uri="{FF2B5EF4-FFF2-40B4-BE49-F238E27FC236}">
                <a16:creationId xmlns:a16="http://schemas.microsoft.com/office/drawing/2014/main" id="{46C39FB1-BDBF-07C1-330A-9A6EB14CC0ED}"/>
              </a:ext>
            </a:extLst>
          </p:cNvPr>
          <p:cNvGrpSpPr/>
          <p:nvPr/>
        </p:nvGrpSpPr>
        <p:grpSpPr>
          <a:xfrm>
            <a:off x="899549" y="4447895"/>
            <a:ext cx="10536840" cy="133920"/>
            <a:chOff x="899549" y="4447895"/>
            <a:chExt cx="10536840" cy="133920"/>
          </a:xfrm>
        </p:grpSpPr>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2BF6FBA0-E864-9F69-D553-FDDAA3D89BB4}"/>
                    </a:ext>
                  </a:extLst>
                </p14:cNvPr>
                <p14:cNvContentPartPr/>
                <p14:nvPr/>
              </p14:nvContentPartPr>
              <p14:xfrm>
                <a:off x="899549" y="4507655"/>
                <a:ext cx="1600920" cy="74160"/>
              </p14:xfrm>
            </p:contentPart>
          </mc:Choice>
          <mc:Fallback>
            <p:pic>
              <p:nvPicPr>
                <p:cNvPr id="5" name="Ink 4">
                  <a:extLst>
                    <a:ext uri="{FF2B5EF4-FFF2-40B4-BE49-F238E27FC236}">
                      <a16:creationId xmlns:a16="http://schemas.microsoft.com/office/drawing/2014/main" id="{2BF6FBA0-E864-9F69-D553-FDDAA3D89BB4}"/>
                    </a:ext>
                  </a:extLst>
                </p:cNvPr>
                <p:cNvPicPr/>
                <p:nvPr/>
              </p:nvPicPr>
              <p:blipFill>
                <a:blip r:embed="rId10"/>
                <a:stretch>
                  <a:fillRect/>
                </a:stretch>
              </p:blipFill>
              <p:spPr>
                <a:xfrm>
                  <a:off x="893429" y="4501535"/>
                  <a:ext cx="161316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A1B19530-9854-E9E1-53F5-B09A8FF4D586}"/>
                    </a:ext>
                  </a:extLst>
                </p14:cNvPr>
                <p14:cNvContentPartPr/>
                <p14:nvPr/>
              </p14:nvContentPartPr>
              <p14:xfrm>
                <a:off x="2262869" y="4447895"/>
                <a:ext cx="9173520" cy="133560"/>
              </p14:xfrm>
            </p:contentPart>
          </mc:Choice>
          <mc:Fallback>
            <p:pic>
              <p:nvPicPr>
                <p:cNvPr id="6" name="Ink 5">
                  <a:extLst>
                    <a:ext uri="{FF2B5EF4-FFF2-40B4-BE49-F238E27FC236}">
                      <a16:creationId xmlns:a16="http://schemas.microsoft.com/office/drawing/2014/main" id="{A1B19530-9854-E9E1-53F5-B09A8FF4D586}"/>
                    </a:ext>
                  </a:extLst>
                </p:cNvPr>
                <p:cNvPicPr/>
                <p:nvPr/>
              </p:nvPicPr>
              <p:blipFill>
                <a:blip r:embed="rId12"/>
                <a:stretch>
                  <a:fillRect/>
                </a:stretch>
              </p:blipFill>
              <p:spPr>
                <a:xfrm>
                  <a:off x="2256749" y="4441775"/>
                  <a:ext cx="9185760" cy="145800"/>
                </a:xfrm>
                <a:prstGeom prst="rect">
                  <a:avLst/>
                </a:prstGeom>
              </p:spPr>
            </p:pic>
          </mc:Fallback>
        </mc:AlternateContent>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8"/>
          <p:cNvSpPr txBox="1">
            <a:spLocks noGrp="1"/>
          </p:cNvSpPr>
          <p:nvPr>
            <p:ph type="title" idx="4294967295"/>
          </p:nvPr>
        </p:nvSpPr>
        <p:spPr>
          <a:xfrm>
            <a:off x="838200" y="160569"/>
            <a:ext cx="9321900" cy="764400"/>
          </a:xfrm>
          <a:prstGeom prst="rect">
            <a:avLst/>
          </a:prstGeom>
          <a:blipFill rotWithShape="1">
            <a:blip r:embed="rId3">
              <a:alphaModFix/>
            </a:blip>
            <a:stretch>
              <a:fillRect l="-1049"/>
            </a:stretch>
          </a:blip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SzPts val="2400"/>
              <a:buFont typeface="Helvetica Neue"/>
              <a:buNone/>
            </a:pPr>
            <a:r>
              <a:rPr lang="en-US" sz="2400" b="1" i="0" u="none" strike="noStrike" cap="none">
                <a:latin typeface="Helvetica Neue"/>
                <a:ea typeface="Helvetica Neue"/>
                <a:cs typeface="Helvetica Neue"/>
                <a:sym typeface="Helvetica Neue"/>
              </a:rPr>
              <a:t> </a:t>
            </a:r>
            <a:endParaRPr/>
          </a:p>
        </p:txBody>
      </p:sp>
      <p:sp>
        <p:nvSpPr>
          <p:cNvPr id="491" name="Google Shape;491;p78"/>
          <p:cNvSpPr txBox="1"/>
          <p:nvPr/>
        </p:nvSpPr>
        <p:spPr>
          <a:xfrm>
            <a:off x="658367" y="1233734"/>
            <a:ext cx="10399800" cy="4862400"/>
          </a:xfrm>
          <a:prstGeom prst="rect">
            <a:avLst/>
          </a:prstGeom>
          <a:blipFill rotWithShape="1">
            <a:blip r:embed="rId4">
              <a:alphaModFix/>
            </a:blip>
            <a:stretch>
              <a:fillRect l="-1309" t="-158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2800"/>
              <a:buFont typeface="Arial"/>
              <a:buChar char="•"/>
            </a:pPr>
            <a:r>
              <a:rPr lang="en-US" sz="2800" b="0" i="0" u="none" strike="noStrike" cap="none">
                <a:latin typeface="Calibri"/>
                <a:ea typeface="Calibri"/>
                <a:cs typeface="Calibri"/>
                <a:sym typeface="Calibri"/>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7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497" name="Google Shape;497;p79"/>
          <p:cNvSpPr txBox="1"/>
          <p:nvPr/>
        </p:nvSpPr>
        <p:spPr>
          <a:xfrm>
            <a:off x="636587" y="1254125"/>
            <a:ext cx="10982400" cy="5443500"/>
          </a:xfrm>
          <a:prstGeom prst="rect">
            <a:avLst/>
          </a:prstGeom>
          <a:noFill/>
          <a:ln>
            <a:noFill/>
          </a:ln>
        </p:spPr>
        <p:txBody>
          <a:bodyPr spcFirstLastPara="1" wrap="square" lIns="91425" tIns="45700" rIns="91425" bIns="45700" anchor="t" anchorCtr="0">
            <a:noAutofit/>
          </a:bodyPr>
          <a:lstStyle/>
          <a:p>
            <a:pPr marL="328612" marR="0" lvl="0" indent="-328612" algn="l" rtl="0">
              <a:lnSpc>
                <a:spcPct val="9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Suppose a small finite population consists of only </a:t>
            </a:r>
            <a:r>
              <a:rPr lang="en-US" sz="2800" b="0" i="1" u="none" dirty="0">
                <a:solidFill>
                  <a:schemeClr val="dk1"/>
                </a:solidFill>
                <a:latin typeface="Calibri"/>
                <a:ea typeface="Calibri"/>
                <a:cs typeface="Calibri"/>
                <a:sym typeface="Calibri"/>
              </a:rPr>
              <a:t>N </a:t>
            </a:r>
            <a:r>
              <a:rPr lang="en-US" sz="2800" b="0" i="0" u="none" dirty="0">
                <a:solidFill>
                  <a:schemeClr val="dk1"/>
                </a:solidFill>
                <a:latin typeface="Calibri"/>
                <a:ea typeface="Calibri"/>
                <a:cs typeface="Calibri"/>
                <a:sym typeface="Calibri"/>
              </a:rPr>
              <a:t>= 8 numbers: 54,     55,      59,      63,      64,      68,      69,      70</a:t>
            </a:r>
            <a:endParaRPr dirty="0"/>
          </a:p>
          <a:p>
            <a:pPr marL="328612" marR="0" lvl="0" indent="-328612" algn="l" rtl="0">
              <a:lnSpc>
                <a:spcPct val="9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Using an Excel-produced histogram, we can see the shape of the distribution of this population of data.</a:t>
            </a:r>
            <a:endParaRPr dirty="0"/>
          </a:p>
          <a:p>
            <a:pPr marL="328612" marR="0" lvl="0" indent="-328612" algn="l" rtl="0">
              <a:lnSpc>
                <a:spcPct val="9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Suppose we take all possible samples of </a:t>
            </a:r>
            <a:endParaRPr dirty="0"/>
          </a:p>
          <a:p>
            <a:pPr marL="328612" marR="0" lvl="0" indent="-328612" algn="l" rtl="0">
              <a:lnSpc>
                <a:spcPct val="90000"/>
              </a:lnSpc>
              <a:spcBef>
                <a:spcPts val="1000"/>
              </a:spcBef>
              <a:spcAft>
                <a:spcPts val="0"/>
              </a:spcAft>
              <a:buClr>
                <a:schemeClr val="dk1"/>
              </a:buClr>
              <a:buSzPts val="2800"/>
              <a:buFont typeface="Calibri"/>
              <a:buNone/>
            </a:pPr>
            <a:r>
              <a:rPr lang="en-US" sz="2800" b="0" i="0" u="none" dirty="0">
                <a:solidFill>
                  <a:schemeClr val="dk1"/>
                </a:solidFill>
                <a:latin typeface="Calibri"/>
                <a:ea typeface="Calibri"/>
                <a:cs typeface="Calibri"/>
                <a:sym typeface="Calibri"/>
              </a:rPr>
              <a:t>size </a:t>
            </a:r>
            <a:r>
              <a:rPr lang="en-US" sz="2800" b="0" i="1" u="none" dirty="0">
                <a:solidFill>
                  <a:schemeClr val="dk1"/>
                </a:solidFill>
                <a:latin typeface="Calibri"/>
                <a:ea typeface="Calibri"/>
                <a:cs typeface="Calibri"/>
                <a:sym typeface="Calibri"/>
              </a:rPr>
              <a:t>n </a:t>
            </a:r>
            <a:r>
              <a:rPr lang="en-US" sz="2800" b="0" i="0" u="none" dirty="0">
                <a:solidFill>
                  <a:schemeClr val="dk1"/>
                </a:solidFill>
                <a:latin typeface="Calibri"/>
                <a:ea typeface="Calibri"/>
                <a:cs typeface="Calibri"/>
                <a:sym typeface="Calibri"/>
              </a:rPr>
              <a:t>= 2 from this population </a:t>
            </a:r>
            <a:endParaRPr dirty="0"/>
          </a:p>
          <a:p>
            <a:pPr marL="328612" marR="0" lvl="0" indent="-328612" algn="l" rtl="0">
              <a:lnSpc>
                <a:spcPct val="90000"/>
              </a:lnSpc>
              <a:spcBef>
                <a:spcPts val="1000"/>
              </a:spcBef>
              <a:spcAft>
                <a:spcPts val="0"/>
              </a:spcAft>
              <a:buClr>
                <a:schemeClr val="dk1"/>
              </a:buClr>
              <a:buSzPts val="2800"/>
              <a:buFont typeface="Calibri"/>
              <a:buNone/>
            </a:pPr>
            <a:r>
              <a:rPr lang="en-US" sz="2800" b="0" i="0" u="none" dirty="0">
                <a:solidFill>
                  <a:schemeClr val="dk1"/>
                </a:solidFill>
                <a:latin typeface="Calibri"/>
                <a:ea typeface="Calibri"/>
                <a:cs typeface="Calibri"/>
                <a:sym typeface="Calibri"/>
              </a:rPr>
              <a:t>with replacement, as shown in the </a:t>
            </a:r>
          </a:p>
          <a:p>
            <a:pPr marL="328612" marR="0" lvl="0" indent="-328612" algn="l" rtl="0">
              <a:lnSpc>
                <a:spcPct val="90000"/>
              </a:lnSpc>
              <a:spcBef>
                <a:spcPts val="1000"/>
              </a:spcBef>
              <a:spcAft>
                <a:spcPts val="0"/>
              </a:spcAft>
              <a:buClr>
                <a:schemeClr val="dk1"/>
              </a:buClr>
              <a:buSzPts val="2800"/>
              <a:buFont typeface="Calibri"/>
              <a:buNone/>
            </a:pPr>
            <a:r>
              <a:rPr lang="en-US" sz="2800" dirty="0">
                <a:solidFill>
                  <a:schemeClr val="dk1"/>
                </a:solidFill>
                <a:latin typeface="Calibri"/>
                <a:ea typeface="Calibri"/>
                <a:cs typeface="Calibri"/>
                <a:sym typeface="Calibri"/>
              </a:rPr>
              <a:t>Following table:</a:t>
            </a:r>
            <a:endParaRPr dirty="0"/>
          </a:p>
        </p:txBody>
      </p:sp>
      <p:pic>
        <p:nvPicPr>
          <p:cNvPr id="498" name="Google Shape;498;p79"/>
          <p:cNvPicPr preferRelativeResize="0"/>
          <p:nvPr/>
        </p:nvPicPr>
        <p:blipFill rotWithShape="1">
          <a:blip r:embed="rId3">
            <a:alphaModFix/>
          </a:blip>
          <a:srcRect/>
          <a:stretch/>
        </p:blipFill>
        <p:spPr>
          <a:xfrm>
            <a:off x="6096000" y="3706812"/>
            <a:ext cx="5780087" cy="299085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547990C-8BBD-018E-30DB-E3E36FF05B74}"/>
                  </a:ext>
                </a:extLst>
              </p14:cNvPr>
              <p14:cNvContentPartPr/>
              <p14:nvPr/>
            </p14:nvContentPartPr>
            <p14:xfrm>
              <a:off x="6845669" y="6415295"/>
              <a:ext cx="267120" cy="62280"/>
            </p14:xfrm>
          </p:contentPart>
        </mc:Choice>
        <mc:Fallback>
          <p:pic>
            <p:nvPicPr>
              <p:cNvPr id="2" name="Ink 1">
                <a:extLst>
                  <a:ext uri="{FF2B5EF4-FFF2-40B4-BE49-F238E27FC236}">
                    <a16:creationId xmlns:a16="http://schemas.microsoft.com/office/drawing/2014/main" id="{4547990C-8BBD-018E-30DB-E3E36FF05B74}"/>
                  </a:ext>
                </a:extLst>
              </p:cNvPr>
              <p:cNvPicPr/>
              <p:nvPr/>
            </p:nvPicPr>
            <p:blipFill>
              <a:blip r:embed="rId5"/>
              <a:stretch>
                <a:fillRect/>
              </a:stretch>
            </p:blipFill>
            <p:spPr>
              <a:xfrm>
                <a:off x="6839549" y="6409175"/>
                <a:ext cx="27936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15EC2443-F294-72EC-5102-E19376455D70}"/>
                  </a:ext>
                </a:extLst>
              </p14:cNvPr>
              <p14:cNvContentPartPr/>
              <p14:nvPr/>
            </p14:nvContentPartPr>
            <p14:xfrm>
              <a:off x="7938629" y="6432935"/>
              <a:ext cx="479160" cy="30240"/>
            </p14:xfrm>
          </p:contentPart>
        </mc:Choice>
        <mc:Fallback>
          <p:pic>
            <p:nvPicPr>
              <p:cNvPr id="3" name="Ink 2">
                <a:extLst>
                  <a:ext uri="{FF2B5EF4-FFF2-40B4-BE49-F238E27FC236}">
                    <a16:creationId xmlns:a16="http://schemas.microsoft.com/office/drawing/2014/main" id="{15EC2443-F294-72EC-5102-E19376455D70}"/>
                  </a:ext>
                </a:extLst>
              </p:cNvPr>
              <p:cNvPicPr/>
              <p:nvPr/>
            </p:nvPicPr>
            <p:blipFill>
              <a:blip r:embed="rId7"/>
              <a:stretch>
                <a:fillRect/>
              </a:stretch>
            </p:blipFill>
            <p:spPr>
              <a:xfrm>
                <a:off x="7932509" y="6426815"/>
                <a:ext cx="4914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C6C3E8F9-434B-B31A-B97C-3AFC388F42E7}"/>
                  </a:ext>
                </a:extLst>
              </p14:cNvPr>
              <p14:cNvContentPartPr/>
              <p14:nvPr/>
            </p14:nvContentPartPr>
            <p14:xfrm>
              <a:off x="10305989" y="1166135"/>
              <a:ext cx="904320" cy="577800"/>
            </p14:xfrm>
          </p:contentPart>
        </mc:Choice>
        <mc:Fallback>
          <p:pic>
            <p:nvPicPr>
              <p:cNvPr id="4" name="Ink 3">
                <a:extLst>
                  <a:ext uri="{FF2B5EF4-FFF2-40B4-BE49-F238E27FC236}">
                    <a16:creationId xmlns:a16="http://schemas.microsoft.com/office/drawing/2014/main" id="{C6C3E8F9-434B-B31A-B97C-3AFC388F42E7}"/>
                  </a:ext>
                </a:extLst>
              </p:cNvPr>
              <p:cNvPicPr/>
              <p:nvPr/>
            </p:nvPicPr>
            <p:blipFill>
              <a:blip r:embed="rId9"/>
              <a:stretch>
                <a:fillRect/>
              </a:stretch>
            </p:blipFill>
            <p:spPr>
              <a:xfrm>
                <a:off x="10299869" y="1160015"/>
                <a:ext cx="916560" cy="590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D35FA9E8-B2AF-4B5F-D8D3-8F952798528E}"/>
                  </a:ext>
                </a:extLst>
              </p14:cNvPr>
              <p14:cNvContentPartPr/>
              <p14:nvPr/>
            </p14:nvContentPartPr>
            <p14:xfrm>
              <a:off x="856709" y="1597775"/>
              <a:ext cx="744120" cy="531720"/>
            </p14:xfrm>
          </p:contentPart>
        </mc:Choice>
        <mc:Fallback>
          <p:pic>
            <p:nvPicPr>
              <p:cNvPr id="5" name="Ink 4">
                <a:extLst>
                  <a:ext uri="{FF2B5EF4-FFF2-40B4-BE49-F238E27FC236}">
                    <a16:creationId xmlns:a16="http://schemas.microsoft.com/office/drawing/2014/main" id="{D35FA9E8-B2AF-4B5F-D8D3-8F952798528E}"/>
                  </a:ext>
                </a:extLst>
              </p:cNvPr>
              <p:cNvPicPr/>
              <p:nvPr/>
            </p:nvPicPr>
            <p:blipFill>
              <a:blip r:embed="rId11"/>
              <a:stretch>
                <a:fillRect/>
              </a:stretch>
            </p:blipFill>
            <p:spPr>
              <a:xfrm>
                <a:off x="850589" y="1591655"/>
                <a:ext cx="756360" cy="543960"/>
              </a:xfrm>
              <a:prstGeom prst="rect">
                <a:avLst/>
              </a:prstGeom>
            </p:spPr>
          </p:pic>
        </mc:Fallback>
      </mc:AlternateContent>
      <p:grpSp>
        <p:nvGrpSpPr>
          <p:cNvPr id="8" name="Group 7">
            <a:extLst>
              <a:ext uri="{FF2B5EF4-FFF2-40B4-BE49-F238E27FC236}">
                <a16:creationId xmlns:a16="http://schemas.microsoft.com/office/drawing/2014/main" id="{817147A7-788B-2BFD-111E-32DECDE695B3}"/>
              </a:ext>
            </a:extLst>
          </p:cNvPr>
          <p:cNvGrpSpPr/>
          <p:nvPr/>
        </p:nvGrpSpPr>
        <p:grpSpPr>
          <a:xfrm>
            <a:off x="7287749" y="4726535"/>
            <a:ext cx="286560" cy="1295640"/>
            <a:chOff x="7287749" y="4726535"/>
            <a:chExt cx="286560" cy="1295640"/>
          </a:xfrm>
        </p:grpSpPr>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61EC9339-2013-CDD4-FB9A-B48181F18E4B}"/>
                    </a:ext>
                  </a:extLst>
                </p14:cNvPr>
                <p14:cNvContentPartPr/>
                <p14:nvPr/>
              </p14:nvContentPartPr>
              <p14:xfrm>
                <a:off x="7344629" y="4726535"/>
                <a:ext cx="88560" cy="1295640"/>
              </p14:xfrm>
            </p:contentPart>
          </mc:Choice>
          <mc:Fallback>
            <p:pic>
              <p:nvPicPr>
                <p:cNvPr id="6" name="Ink 5">
                  <a:extLst>
                    <a:ext uri="{FF2B5EF4-FFF2-40B4-BE49-F238E27FC236}">
                      <a16:creationId xmlns:a16="http://schemas.microsoft.com/office/drawing/2014/main" id="{61EC9339-2013-CDD4-FB9A-B48181F18E4B}"/>
                    </a:ext>
                  </a:extLst>
                </p:cNvPr>
                <p:cNvPicPr/>
                <p:nvPr/>
              </p:nvPicPr>
              <p:blipFill>
                <a:blip r:embed="rId13"/>
                <a:stretch>
                  <a:fillRect/>
                </a:stretch>
              </p:blipFill>
              <p:spPr>
                <a:xfrm>
                  <a:off x="7338509" y="4720415"/>
                  <a:ext cx="100800" cy="13078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5D82502B-FA0D-0A1F-76D4-16F60E979697}"/>
                    </a:ext>
                  </a:extLst>
                </p14:cNvPr>
                <p14:cNvContentPartPr/>
                <p14:nvPr/>
              </p14:nvContentPartPr>
              <p14:xfrm>
                <a:off x="7287749" y="4733015"/>
                <a:ext cx="286560" cy="253800"/>
              </p14:xfrm>
            </p:contentPart>
          </mc:Choice>
          <mc:Fallback>
            <p:pic>
              <p:nvPicPr>
                <p:cNvPr id="7" name="Ink 6">
                  <a:extLst>
                    <a:ext uri="{FF2B5EF4-FFF2-40B4-BE49-F238E27FC236}">
                      <a16:creationId xmlns:a16="http://schemas.microsoft.com/office/drawing/2014/main" id="{5D82502B-FA0D-0A1F-76D4-16F60E979697}"/>
                    </a:ext>
                  </a:extLst>
                </p:cNvPr>
                <p:cNvPicPr/>
                <p:nvPr/>
              </p:nvPicPr>
              <p:blipFill>
                <a:blip r:embed="rId15"/>
                <a:stretch>
                  <a:fillRect/>
                </a:stretch>
              </p:blipFill>
              <p:spPr>
                <a:xfrm>
                  <a:off x="7281629" y="4726895"/>
                  <a:ext cx="298800" cy="266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BB7CE419-9E02-A089-F34A-73A2249066DD}"/>
                  </a:ext>
                </a:extLst>
              </p14:cNvPr>
              <p14:cNvContentPartPr/>
              <p14:nvPr/>
            </p14:nvContentPartPr>
            <p14:xfrm>
              <a:off x="9040949" y="6409175"/>
              <a:ext cx="382680" cy="42120"/>
            </p14:xfrm>
          </p:contentPart>
        </mc:Choice>
        <mc:Fallback>
          <p:pic>
            <p:nvPicPr>
              <p:cNvPr id="9" name="Ink 8">
                <a:extLst>
                  <a:ext uri="{FF2B5EF4-FFF2-40B4-BE49-F238E27FC236}">
                    <a16:creationId xmlns:a16="http://schemas.microsoft.com/office/drawing/2014/main" id="{BB7CE419-9E02-A089-F34A-73A2249066DD}"/>
                  </a:ext>
                </a:extLst>
              </p:cNvPr>
              <p:cNvPicPr/>
              <p:nvPr/>
            </p:nvPicPr>
            <p:blipFill>
              <a:blip r:embed="rId17"/>
              <a:stretch>
                <a:fillRect/>
              </a:stretch>
            </p:blipFill>
            <p:spPr>
              <a:xfrm>
                <a:off x="9034829" y="6403055"/>
                <a:ext cx="394920" cy="54360"/>
              </a:xfrm>
              <a:prstGeom prst="rect">
                <a:avLst/>
              </a:prstGeom>
            </p:spPr>
          </p:pic>
        </mc:Fallback>
      </mc:AlternateContent>
      <p:grpSp>
        <p:nvGrpSpPr>
          <p:cNvPr id="12" name="Group 11">
            <a:extLst>
              <a:ext uri="{FF2B5EF4-FFF2-40B4-BE49-F238E27FC236}">
                <a16:creationId xmlns:a16="http://schemas.microsoft.com/office/drawing/2014/main" id="{18750C95-938C-2E46-6F60-34890031EC06}"/>
              </a:ext>
            </a:extLst>
          </p:cNvPr>
          <p:cNvGrpSpPr/>
          <p:nvPr/>
        </p:nvGrpSpPr>
        <p:grpSpPr>
          <a:xfrm>
            <a:off x="8553869" y="5340695"/>
            <a:ext cx="433080" cy="772200"/>
            <a:chOff x="8553869" y="5340695"/>
            <a:chExt cx="433080" cy="772200"/>
          </a:xfrm>
        </p:grpSpPr>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8713FE64-AB7E-7BCE-C3E5-71F797B5D1E9}"/>
                    </a:ext>
                  </a:extLst>
                </p14:cNvPr>
                <p14:cNvContentPartPr/>
                <p14:nvPr/>
              </p14:nvContentPartPr>
              <p14:xfrm>
                <a:off x="8688869" y="5422775"/>
                <a:ext cx="39240" cy="690120"/>
              </p14:xfrm>
            </p:contentPart>
          </mc:Choice>
          <mc:Fallback>
            <p:pic>
              <p:nvPicPr>
                <p:cNvPr id="10" name="Ink 9">
                  <a:extLst>
                    <a:ext uri="{FF2B5EF4-FFF2-40B4-BE49-F238E27FC236}">
                      <a16:creationId xmlns:a16="http://schemas.microsoft.com/office/drawing/2014/main" id="{8713FE64-AB7E-7BCE-C3E5-71F797B5D1E9}"/>
                    </a:ext>
                  </a:extLst>
                </p:cNvPr>
                <p:cNvPicPr/>
                <p:nvPr/>
              </p:nvPicPr>
              <p:blipFill>
                <a:blip r:embed="rId19"/>
                <a:stretch>
                  <a:fillRect/>
                </a:stretch>
              </p:blipFill>
              <p:spPr>
                <a:xfrm>
                  <a:off x="8682749" y="5416655"/>
                  <a:ext cx="51480" cy="702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3300D662-0BB9-D6F8-306A-343DE304352D}"/>
                    </a:ext>
                  </a:extLst>
                </p14:cNvPr>
                <p14:cNvContentPartPr/>
                <p14:nvPr/>
              </p14:nvContentPartPr>
              <p14:xfrm>
                <a:off x="8553869" y="5340695"/>
                <a:ext cx="433080" cy="221040"/>
              </p14:xfrm>
            </p:contentPart>
          </mc:Choice>
          <mc:Fallback>
            <p:pic>
              <p:nvPicPr>
                <p:cNvPr id="11" name="Ink 10">
                  <a:extLst>
                    <a:ext uri="{FF2B5EF4-FFF2-40B4-BE49-F238E27FC236}">
                      <a16:creationId xmlns:a16="http://schemas.microsoft.com/office/drawing/2014/main" id="{3300D662-0BB9-D6F8-306A-343DE304352D}"/>
                    </a:ext>
                  </a:extLst>
                </p:cNvPr>
                <p:cNvPicPr/>
                <p:nvPr/>
              </p:nvPicPr>
              <p:blipFill>
                <a:blip r:embed="rId21"/>
                <a:stretch>
                  <a:fillRect/>
                </a:stretch>
              </p:blipFill>
              <p:spPr>
                <a:xfrm>
                  <a:off x="8547749" y="5334575"/>
                  <a:ext cx="445320" cy="233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E516B0A7-43C4-6E12-466E-5E1C56951621}"/>
                  </a:ext>
                </a:extLst>
              </p14:cNvPr>
              <p14:cNvContentPartPr/>
              <p14:nvPr/>
            </p14:nvContentPartPr>
            <p14:xfrm>
              <a:off x="1969829" y="1993415"/>
              <a:ext cx="483120" cy="110520"/>
            </p14:xfrm>
          </p:contentPart>
        </mc:Choice>
        <mc:Fallback>
          <p:pic>
            <p:nvPicPr>
              <p:cNvPr id="13" name="Ink 12">
                <a:extLst>
                  <a:ext uri="{FF2B5EF4-FFF2-40B4-BE49-F238E27FC236}">
                    <a16:creationId xmlns:a16="http://schemas.microsoft.com/office/drawing/2014/main" id="{E516B0A7-43C4-6E12-466E-5E1C56951621}"/>
                  </a:ext>
                </a:extLst>
              </p:cNvPr>
              <p:cNvPicPr/>
              <p:nvPr/>
            </p:nvPicPr>
            <p:blipFill>
              <a:blip r:embed="rId23"/>
              <a:stretch>
                <a:fillRect/>
              </a:stretch>
            </p:blipFill>
            <p:spPr>
              <a:xfrm>
                <a:off x="1963709" y="1987295"/>
                <a:ext cx="495360" cy="122760"/>
              </a:xfrm>
              <a:prstGeom prst="rect">
                <a:avLst/>
              </a:prstGeom>
            </p:spPr>
          </p:pic>
        </mc:Fallback>
      </mc:AlternateContent>
      <p:grpSp>
        <p:nvGrpSpPr>
          <p:cNvPr id="16" name="Group 15">
            <a:extLst>
              <a:ext uri="{FF2B5EF4-FFF2-40B4-BE49-F238E27FC236}">
                <a16:creationId xmlns:a16="http://schemas.microsoft.com/office/drawing/2014/main" id="{E4832DC5-8695-7F57-1084-D1786DC44F42}"/>
              </a:ext>
            </a:extLst>
          </p:cNvPr>
          <p:cNvGrpSpPr/>
          <p:nvPr/>
        </p:nvGrpSpPr>
        <p:grpSpPr>
          <a:xfrm>
            <a:off x="2961629" y="2029415"/>
            <a:ext cx="1330920" cy="201240"/>
            <a:chOff x="2961629" y="2029415"/>
            <a:chExt cx="1330920" cy="201240"/>
          </a:xfrm>
        </p:grpSpPr>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54BBE9D3-DCFA-EA96-CC80-5AA085EEBBBC}"/>
                    </a:ext>
                  </a:extLst>
                </p14:cNvPr>
                <p14:cNvContentPartPr/>
                <p14:nvPr/>
              </p14:nvContentPartPr>
              <p14:xfrm>
                <a:off x="2961629" y="2029415"/>
                <a:ext cx="420480" cy="164160"/>
              </p14:xfrm>
            </p:contentPart>
          </mc:Choice>
          <mc:Fallback>
            <p:pic>
              <p:nvPicPr>
                <p:cNvPr id="14" name="Ink 13">
                  <a:extLst>
                    <a:ext uri="{FF2B5EF4-FFF2-40B4-BE49-F238E27FC236}">
                      <a16:creationId xmlns:a16="http://schemas.microsoft.com/office/drawing/2014/main" id="{54BBE9D3-DCFA-EA96-CC80-5AA085EEBBBC}"/>
                    </a:ext>
                  </a:extLst>
                </p:cNvPr>
                <p:cNvPicPr/>
                <p:nvPr/>
              </p:nvPicPr>
              <p:blipFill>
                <a:blip r:embed="rId25"/>
                <a:stretch>
                  <a:fillRect/>
                </a:stretch>
              </p:blipFill>
              <p:spPr>
                <a:xfrm>
                  <a:off x="2955509" y="2023295"/>
                  <a:ext cx="43272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FB803768-D493-C6E8-23B5-0DAF2D60FCF8}"/>
                    </a:ext>
                  </a:extLst>
                </p14:cNvPr>
                <p14:cNvContentPartPr/>
                <p14:nvPr/>
              </p14:nvContentPartPr>
              <p14:xfrm>
                <a:off x="3791429" y="2111855"/>
                <a:ext cx="501120" cy="118800"/>
              </p14:xfrm>
            </p:contentPart>
          </mc:Choice>
          <mc:Fallback>
            <p:pic>
              <p:nvPicPr>
                <p:cNvPr id="15" name="Ink 14">
                  <a:extLst>
                    <a:ext uri="{FF2B5EF4-FFF2-40B4-BE49-F238E27FC236}">
                      <a16:creationId xmlns:a16="http://schemas.microsoft.com/office/drawing/2014/main" id="{FB803768-D493-C6E8-23B5-0DAF2D60FCF8}"/>
                    </a:ext>
                  </a:extLst>
                </p:cNvPr>
                <p:cNvPicPr/>
                <p:nvPr/>
              </p:nvPicPr>
              <p:blipFill>
                <a:blip r:embed="rId27"/>
                <a:stretch>
                  <a:fillRect/>
                </a:stretch>
              </p:blipFill>
              <p:spPr>
                <a:xfrm>
                  <a:off x="3785309" y="2105735"/>
                  <a:ext cx="513360" cy="131040"/>
                </a:xfrm>
                <a:prstGeom prst="rect">
                  <a:avLst/>
                </a:prstGeom>
              </p:spPr>
            </p:pic>
          </mc:Fallback>
        </mc:AlternateContent>
      </p:grpSp>
      <p:grpSp>
        <p:nvGrpSpPr>
          <p:cNvPr id="19" name="Group 18">
            <a:extLst>
              <a:ext uri="{FF2B5EF4-FFF2-40B4-BE49-F238E27FC236}">
                <a16:creationId xmlns:a16="http://schemas.microsoft.com/office/drawing/2014/main" id="{AC6D4FF0-7712-C00E-4AA9-090A636A17A2}"/>
              </a:ext>
            </a:extLst>
          </p:cNvPr>
          <p:cNvGrpSpPr/>
          <p:nvPr/>
        </p:nvGrpSpPr>
        <p:grpSpPr>
          <a:xfrm>
            <a:off x="9658709" y="4702415"/>
            <a:ext cx="310680" cy="1309680"/>
            <a:chOff x="9658709" y="4702415"/>
            <a:chExt cx="310680" cy="1309680"/>
          </a:xfrm>
        </p:grpSpPr>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C4B3EF05-BD9E-9D1D-2527-EC00B591A841}"/>
                    </a:ext>
                  </a:extLst>
                </p14:cNvPr>
                <p14:cNvContentPartPr/>
                <p14:nvPr/>
              </p14:nvContentPartPr>
              <p14:xfrm>
                <a:off x="9748349" y="4702415"/>
                <a:ext cx="113760" cy="1309680"/>
              </p14:xfrm>
            </p:contentPart>
          </mc:Choice>
          <mc:Fallback>
            <p:pic>
              <p:nvPicPr>
                <p:cNvPr id="17" name="Ink 16">
                  <a:extLst>
                    <a:ext uri="{FF2B5EF4-FFF2-40B4-BE49-F238E27FC236}">
                      <a16:creationId xmlns:a16="http://schemas.microsoft.com/office/drawing/2014/main" id="{C4B3EF05-BD9E-9D1D-2527-EC00B591A841}"/>
                    </a:ext>
                  </a:extLst>
                </p:cNvPr>
                <p:cNvPicPr/>
                <p:nvPr/>
              </p:nvPicPr>
              <p:blipFill>
                <a:blip r:embed="rId29"/>
                <a:stretch>
                  <a:fillRect/>
                </a:stretch>
              </p:blipFill>
              <p:spPr>
                <a:xfrm>
                  <a:off x="9742229" y="4696295"/>
                  <a:ext cx="126000" cy="1321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3A6E86F0-FB76-1A7A-878D-DCF12BB8F258}"/>
                    </a:ext>
                  </a:extLst>
                </p14:cNvPr>
                <p14:cNvContentPartPr/>
                <p14:nvPr/>
              </p14:nvContentPartPr>
              <p14:xfrm>
                <a:off x="9658709" y="4745615"/>
                <a:ext cx="310680" cy="256320"/>
              </p14:xfrm>
            </p:contentPart>
          </mc:Choice>
          <mc:Fallback>
            <p:pic>
              <p:nvPicPr>
                <p:cNvPr id="18" name="Ink 17">
                  <a:extLst>
                    <a:ext uri="{FF2B5EF4-FFF2-40B4-BE49-F238E27FC236}">
                      <a16:creationId xmlns:a16="http://schemas.microsoft.com/office/drawing/2014/main" id="{3A6E86F0-FB76-1A7A-878D-DCF12BB8F258}"/>
                    </a:ext>
                  </a:extLst>
                </p:cNvPr>
                <p:cNvPicPr/>
                <p:nvPr/>
              </p:nvPicPr>
              <p:blipFill>
                <a:blip r:embed="rId31"/>
                <a:stretch>
                  <a:fillRect/>
                </a:stretch>
              </p:blipFill>
              <p:spPr>
                <a:xfrm>
                  <a:off x="9652589" y="4739495"/>
                  <a:ext cx="322920" cy="268560"/>
                </a:xfrm>
                <a:prstGeom prst="rect">
                  <a:avLst/>
                </a:prstGeom>
              </p:spPr>
            </p:pic>
          </mc:Fallback>
        </mc:AlternateContent>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8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Sample of Size 2</a:t>
            </a:r>
            <a:endParaRPr/>
          </a:p>
        </p:txBody>
      </p:sp>
      <p:sp>
        <p:nvSpPr>
          <p:cNvPr id="504" name="Google Shape;504;p80"/>
          <p:cNvSpPr txBox="1"/>
          <p:nvPr/>
        </p:nvSpPr>
        <p:spPr>
          <a:xfrm>
            <a:off x="85725" y="965200"/>
            <a:ext cx="3990900" cy="563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The result is the following pairs of data</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(54,54)	(55,54)	(59,54)	(63,54)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(54,55)	(55,55)	(59,55)	(63,55)</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(54,59)	(55,59)	(59,59)	(63,59)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(54,63)	(55,63)	(59,63)	(63,63)</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(54,64)	(55,64)	(59,64)	(63,64)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(54,68)	(55,68)	(59,68)	(63,68)</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(54,69)	(55,69)	(59,69)	(63,69)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(54,70)	(55,70)	(59,70)	(63,70)</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(64,54)	(68,54)	(59,54)	(70,54)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(64,55)	(68,55)	(69,55)	(70,55)</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(64,59)	(68,59)	(69,59)	(70,59)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(64,63)	(68,63)	(69,63)	(70,63)</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(64,64)	(68,64)	(69,64)	(70,64)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(64,68)	(68,68)	(69,68)	(70,68)</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(64,69)	(68,69)	(69,69)	(70,69)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(64,70)	(68,70)	(69,70)	(70,70)</a:t>
            </a:r>
            <a:endParaRPr/>
          </a:p>
        </p:txBody>
      </p:sp>
      <p:sp>
        <p:nvSpPr>
          <p:cNvPr id="505" name="Google Shape;505;p80"/>
          <p:cNvSpPr txBox="1"/>
          <p:nvPr/>
        </p:nvSpPr>
        <p:spPr>
          <a:xfrm>
            <a:off x="3860800" y="1079500"/>
            <a:ext cx="8077200" cy="529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The means of each of these samples follow</a:t>
            </a:r>
            <a:endParaRPr/>
          </a:p>
          <a:p>
            <a:pPr marL="0" marR="0" lvl="0" indent="-127000" algn="l" rtl="0">
              <a:lnSpc>
                <a:spcPct val="100000"/>
              </a:lnSpc>
              <a:spcBef>
                <a:spcPts val="0"/>
              </a:spcBef>
              <a:spcAft>
                <a:spcPts val="0"/>
              </a:spcAft>
              <a:buClr>
                <a:schemeClr val="dk1"/>
              </a:buClr>
              <a:buSzPts val="2000"/>
              <a:buFont typeface="Calibri"/>
              <a:buAutoNum type="arabicPlain" startAt="54"/>
            </a:pPr>
            <a:r>
              <a:rPr lang="en-US" sz="2000" b="0" i="0" u="none">
                <a:solidFill>
                  <a:schemeClr val="dk1"/>
                </a:solidFill>
                <a:latin typeface="Calibri"/>
                <a:ea typeface="Calibri"/>
                <a:cs typeface="Calibri"/>
                <a:sym typeface="Calibri"/>
              </a:rPr>
              <a:t>       54.5	56.5	58.5	59	61	61.5	62</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	55	57	59	59.5	61.5	62	62.5</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56.5	57	59	61	61.5	63.5	64	64.5</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58.5	59	61	63	63.5	65.5	66	66.5</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127000" algn="l" rtl="0">
              <a:lnSpc>
                <a:spcPct val="100000"/>
              </a:lnSpc>
              <a:spcBef>
                <a:spcPts val="0"/>
              </a:spcBef>
              <a:spcAft>
                <a:spcPts val="0"/>
              </a:spcAft>
              <a:buClr>
                <a:schemeClr val="dk1"/>
              </a:buClr>
              <a:buSzPts val="2000"/>
              <a:buFont typeface="Calibri"/>
              <a:buAutoNum type="arabicPlain" startAt="59"/>
            </a:pPr>
            <a:r>
              <a:rPr lang="en-US" sz="2000" b="0" i="0" u="none">
                <a:solidFill>
                  <a:schemeClr val="dk1"/>
                </a:solidFill>
                <a:latin typeface="Calibri"/>
                <a:ea typeface="Calibri"/>
                <a:cs typeface="Calibri"/>
                <a:sym typeface="Calibri"/>
              </a:rPr>
              <a:t>        59.5	61.5	63.5	64	66	66.5	67</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127000" algn="l" rtl="0">
              <a:lnSpc>
                <a:spcPct val="100000"/>
              </a:lnSpc>
              <a:spcBef>
                <a:spcPts val="0"/>
              </a:spcBef>
              <a:spcAft>
                <a:spcPts val="0"/>
              </a:spcAft>
              <a:buClr>
                <a:schemeClr val="dk1"/>
              </a:buClr>
              <a:buSzPts val="2000"/>
              <a:buFont typeface="Calibri"/>
              <a:buAutoNum type="arabicPlain" startAt="59"/>
            </a:pPr>
            <a:r>
              <a:rPr lang="en-US" sz="2000" b="0" i="0" u="none">
                <a:solidFill>
                  <a:schemeClr val="dk1"/>
                </a:solidFill>
                <a:latin typeface="Calibri"/>
                <a:ea typeface="Calibri"/>
                <a:cs typeface="Calibri"/>
                <a:sym typeface="Calibri"/>
              </a:rPr>
              <a:t>       61.5	63.5	65.5	66	68	68.5	69</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61.5	62	64	66	66.5	68.5	69	69.5</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62	62.5	64.5	66.5	67	69	69.5	70	</a:t>
            </a:r>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8026B576-3A79-13C8-AF2E-14DED5240D31}"/>
              </a:ext>
            </a:extLst>
          </p:cNvPr>
          <p:cNvGrpSpPr/>
          <p:nvPr/>
        </p:nvGrpSpPr>
        <p:grpSpPr>
          <a:xfrm>
            <a:off x="116549" y="1569695"/>
            <a:ext cx="2731320" cy="424080"/>
            <a:chOff x="116549" y="1569695"/>
            <a:chExt cx="2731320" cy="42408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7CEB47A-EE64-669D-5EAB-CDB1821D18FD}"/>
                    </a:ext>
                  </a:extLst>
                </p14:cNvPr>
                <p14:cNvContentPartPr/>
                <p14:nvPr/>
              </p14:nvContentPartPr>
              <p14:xfrm>
                <a:off x="116549" y="1569695"/>
                <a:ext cx="853200" cy="405720"/>
              </p14:xfrm>
            </p:contentPart>
          </mc:Choice>
          <mc:Fallback>
            <p:pic>
              <p:nvPicPr>
                <p:cNvPr id="2" name="Ink 1">
                  <a:extLst>
                    <a:ext uri="{FF2B5EF4-FFF2-40B4-BE49-F238E27FC236}">
                      <a16:creationId xmlns:a16="http://schemas.microsoft.com/office/drawing/2014/main" id="{37CEB47A-EE64-669D-5EAB-CDB1821D18FD}"/>
                    </a:ext>
                  </a:extLst>
                </p:cNvPr>
                <p:cNvPicPr/>
                <p:nvPr/>
              </p:nvPicPr>
              <p:blipFill>
                <a:blip r:embed="rId4"/>
                <a:stretch>
                  <a:fillRect/>
                </a:stretch>
              </p:blipFill>
              <p:spPr>
                <a:xfrm>
                  <a:off x="110429" y="1563575"/>
                  <a:ext cx="86544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99BCC63B-BA65-C346-5E91-71D78FEBC91F}"/>
                    </a:ext>
                  </a:extLst>
                </p14:cNvPr>
                <p14:cNvContentPartPr/>
                <p14:nvPr/>
              </p14:nvContentPartPr>
              <p14:xfrm>
                <a:off x="949229" y="1579775"/>
                <a:ext cx="885960" cy="390600"/>
              </p14:xfrm>
            </p:contentPart>
          </mc:Choice>
          <mc:Fallback>
            <p:pic>
              <p:nvPicPr>
                <p:cNvPr id="3" name="Ink 2">
                  <a:extLst>
                    <a:ext uri="{FF2B5EF4-FFF2-40B4-BE49-F238E27FC236}">
                      <a16:creationId xmlns:a16="http://schemas.microsoft.com/office/drawing/2014/main" id="{99BCC63B-BA65-C346-5E91-71D78FEBC91F}"/>
                    </a:ext>
                  </a:extLst>
                </p:cNvPr>
                <p:cNvPicPr/>
                <p:nvPr/>
              </p:nvPicPr>
              <p:blipFill>
                <a:blip r:embed="rId6"/>
                <a:stretch>
                  <a:fillRect/>
                </a:stretch>
              </p:blipFill>
              <p:spPr>
                <a:xfrm>
                  <a:off x="943109" y="1573655"/>
                  <a:ext cx="898200" cy="402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4DC8BC11-34F8-EB12-F8FD-E818AA3ED9A5}"/>
                    </a:ext>
                  </a:extLst>
                </p14:cNvPr>
                <p14:cNvContentPartPr/>
                <p14:nvPr/>
              </p14:nvContentPartPr>
              <p14:xfrm>
                <a:off x="1874789" y="1579775"/>
                <a:ext cx="973080" cy="414000"/>
              </p14:xfrm>
            </p:contentPart>
          </mc:Choice>
          <mc:Fallback>
            <p:pic>
              <p:nvPicPr>
                <p:cNvPr id="4" name="Ink 3">
                  <a:extLst>
                    <a:ext uri="{FF2B5EF4-FFF2-40B4-BE49-F238E27FC236}">
                      <a16:creationId xmlns:a16="http://schemas.microsoft.com/office/drawing/2014/main" id="{4DC8BC11-34F8-EB12-F8FD-E818AA3ED9A5}"/>
                    </a:ext>
                  </a:extLst>
                </p:cNvPr>
                <p:cNvPicPr/>
                <p:nvPr/>
              </p:nvPicPr>
              <p:blipFill>
                <a:blip r:embed="rId8"/>
                <a:stretch>
                  <a:fillRect/>
                </a:stretch>
              </p:blipFill>
              <p:spPr>
                <a:xfrm>
                  <a:off x="1868669" y="1573655"/>
                  <a:ext cx="985320" cy="426240"/>
                </a:xfrm>
                <a:prstGeom prst="rect">
                  <a:avLst/>
                </a:prstGeom>
              </p:spPr>
            </p:pic>
          </mc:Fallback>
        </mc:AlternateContent>
      </p:grpSp>
      <p:grpSp>
        <p:nvGrpSpPr>
          <p:cNvPr id="8" name="Group 7">
            <a:extLst>
              <a:ext uri="{FF2B5EF4-FFF2-40B4-BE49-F238E27FC236}">
                <a16:creationId xmlns:a16="http://schemas.microsoft.com/office/drawing/2014/main" id="{7B51FAA0-CD3A-6D74-0F18-BCFF8FA59BDB}"/>
              </a:ext>
            </a:extLst>
          </p:cNvPr>
          <p:cNvGrpSpPr/>
          <p:nvPr/>
        </p:nvGrpSpPr>
        <p:grpSpPr>
          <a:xfrm>
            <a:off x="241109" y="2225975"/>
            <a:ext cx="740880" cy="38880"/>
            <a:chOff x="241109" y="2225975"/>
            <a:chExt cx="740880" cy="38880"/>
          </a:xfrm>
        </p:grpSpPr>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ED9EE326-6429-0AE7-07B3-86B5CBC2F5BE}"/>
                    </a:ext>
                  </a:extLst>
                </p14:cNvPr>
                <p14:cNvContentPartPr/>
                <p14:nvPr/>
              </p14:nvContentPartPr>
              <p14:xfrm>
                <a:off x="241109" y="2264495"/>
                <a:ext cx="360" cy="360"/>
              </p14:xfrm>
            </p:contentPart>
          </mc:Choice>
          <mc:Fallback>
            <p:pic>
              <p:nvPicPr>
                <p:cNvPr id="6" name="Ink 5">
                  <a:extLst>
                    <a:ext uri="{FF2B5EF4-FFF2-40B4-BE49-F238E27FC236}">
                      <a16:creationId xmlns:a16="http://schemas.microsoft.com/office/drawing/2014/main" id="{ED9EE326-6429-0AE7-07B3-86B5CBC2F5BE}"/>
                    </a:ext>
                  </a:extLst>
                </p:cNvPr>
                <p:cNvPicPr/>
                <p:nvPr/>
              </p:nvPicPr>
              <p:blipFill>
                <a:blip r:embed="rId10"/>
                <a:stretch>
                  <a:fillRect/>
                </a:stretch>
              </p:blipFill>
              <p:spPr>
                <a:xfrm>
                  <a:off x="234989" y="225837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BC3597CC-E7B5-73C8-394B-639174F4BF72}"/>
                    </a:ext>
                  </a:extLst>
                </p14:cNvPr>
                <p14:cNvContentPartPr/>
                <p14:nvPr/>
              </p14:nvContentPartPr>
              <p14:xfrm>
                <a:off x="280349" y="2225975"/>
                <a:ext cx="701640" cy="37080"/>
              </p14:xfrm>
            </p:contentPart>
          </mc:Choice>
          <mc:Fallback>
            <p:pic>
              <p:nvPicPr>
                <p:cNvPr id="7" name="Ink 6">
                  <a:extLst>
                    <a:ext uri="{FF2B5EF4-FFF2-40B4-BE49-F238E27FC236}">
                      <a16:creationId xmlns:a16="http://schemas.microsoft.com/office/drawing/2014/main" id="{BC3597CC-E7B5-73C8-394B-639174F4BF72}"/>
                    </a:ext>
                  </a:extLst>
                </p:cNvPr>
                <p:cNvPicPr/>
                <p:nvPr/>
              </p:nvPicPr>
              <p:blipFill>
                <a:blip r:embed="rId12"/>
                <a:stretch>
                  <a:fillRect/>
                </a:stretch>
              </p:blipFill>
              <p:spPr>
                <a:xfrm>
                  <a:off x="274229" y="2219855"/>
                  <a:ext cx="713880" cy="49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52255731-464A-DC73-930C-2D4954D338EE}"/>
                  </a:ext>
                </a:extLst>
              </p14:cNvPr>
              <p14:cNvContentPartPr/>
              <p14:nvPr/>
            </p14:nvContentPartPr>
            <p14:xfrm>
              <a:off x="165509" y="2445215"/>
              <a:ext cx="888840" cy="72000"/>
            </p14:xfrm>
          </p:contentPart>
        </mc:Choice>
        <mc:Fallback>
          <p:pic>
            <p:nvPicPr>
              <p:cNvPr id="9" name="Ink 8">
                <a:extLst>
                  <a:ext uri="{FF2B5EF4-FFF2-40B4-BE49-F238E27FC236}">
                    <a16:creationId xmlns:a16="http://schemas.microsoft.com/office/drawing/2014/main" id="{52255731-464A-DC73-930C-2D4954D338EE}"/>
                  </a:ext>
                </a:extLst>
              </p:cNvPr>
              <p:cNvPicPr/>
              <p:nvPr/>
            </p:nvPicPr>
            <p:blipFill>
              <a:blip r:embed="rId14"/>
              <a:stretch>
                <a:fillRect/>
              </a:stretch>
            </p:blipFill>
            <p:spPr>
              <a:xfrm>
                <a:off x="159389" y="2439095"/>
                <a:ext cx="9010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E068D6AF-D82A-398C-C714-5FB28409D146}"/>
                  </a:ext>
                </a:extLst>
              </p14:cNvPr>
              <p14:cNvContentPartPr/>
              <p14:nvPr/>
            </p14:nvContentPartPr>
            <p14:xfrm>
              <a:off x="210509" y="2815655"/>
              <a:ext cx="723240" cy="27720"/>
            </p14:xfrm>
          </p:contentPart>
        </mc:Choice>
        <mc:Fallback>
          <p:pic>
            <p:nvPicPr>
              <p:cNvPr id="10" name="Ink 9">
                <a:extLst>
                  <a:ext uri="{FF2B5EF4-FFF2-40B4-BE49-F238E27FC236}">
                    <a16:creationId xmlns:a16="http://schemas.microsoft.com/office/drawing/2014/main" id="{E068D6AF-D82A-398C-C714-5FB28409D146}"/>
                  </a:ext>
                </a:extLst>
              </p:cNvPr>
              <p:cNvPicPr/>
              <p:nvPr/>
            </p:nvPicPr>
            <p:blipFill>
              <a:blip r:embed="rId16"/>
              <a:stretch>
                <a:fillRect/>
              </a:stretch>
            </p:blipFill>
            <p:spPr>
              <a:xfrm>
                <a:off x="204389" y="2809535"/>
                <a:ext cx="735480" cy="39960"/>
              </a:xfrm>
              <a:prstGeom prst="rect">
                <a:avLst/>
              </a:prstGeom>
            </p:spPr>
          </p:pic>
        </mc:Fallback>
      </mc:AlternateContent>
      <p:grpSp>
        <p:nvGrpSpPr>
          <p:cNvPr id="13" name="Group 12">
            <a:extLst>
              <a:ext uri="{FF2B5EF4-FFF2-40B4-BE49-F238E27FC236}">
                <a16:creationId xmlns:a16="http://schemas.microsoft.com/office/drawing/2014/main" id="{96B2ADC7-A2CB-AEED-0652-43720668906B}"/>
              </a:ext>
            </a:extLst>
          </p:cNvPr>
          <p:cNvGrpSpPr/>
          <p:nvPr/>
        </p:nvGrpSpPr>
        <p:grpSpPr>
          <a:xfrm>
            <a:off x="3864869" y="1373855"/>
            <a:ext cx="1383120" cy="499680"/>
            <a:chOff x="3864869" y="1373855"/>
            <a:chExt cx="1383120" cy="499680"/>
          </a:xfrm>
        </p:grpSpPr>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486E05FE-6966-0243-0432-4B5171E9C957}"/>
                    </a:ext>
                  </a:extLst>
                </p14:cNvPr>
                <p14:cNvContentPartPr/>
                <p14:nvPr/>
              </p14:nvContentPartPr>
              <p14:xfrm>
                <a:off x="3864869" y="1401935"/>
                <a:ext cx="548640" cy="405720"/>
              </p14:xfrm>
            </p:contentPart>
          </mc:Choice>
          <mc:Fallback>
            <p:pic>
              <p:nvPicPr>
                <p:cNvPr id="11" name="Ink 10">
                  <a:extLst>
                    <a:ext uri="{FF2B5EF4-FFF2-40B4-BE49-F238E27FC236}">
                      <a16:creationId xmlns:a16="http://schemas.microsoft.com/office/drawing/2014/main" id="{486E05FE-6966-0243-0432-4B5171E9C957}"/>
                    </a:ext>
                  </a:extLst>
                </p:cNvPr>
                <p:cNvPicPr/>
                <p:nvPr/>
              </p:nvPicPr>
              <p:blipFill>
                <a:blip r:embed="rId18"/>
                <a:stretch>
                  <a:fillRect/>
                </a:stretch>
              </p:blipFill>
              <p:spPr>
                <a:xfrm>
                  <a:off x="3858749" y="1395815"/>
                  <a:ext cx="56088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0ECA3967-0B26-83CD-B346-66DEB0C1B7D5}"/>
                    </a:ext>
                  </a:extLst>
                </p14:cNvPr>
                <p14:cNvContentPartPr/>
                <p14:nvPr/>
              </p14:nvContentPartPr>
              <p14:xfrm>
                <a:off x="4476869" y="1373855"/>
                <a:ext cx="771120" cy="499680"/>
              </p14:xfrm>
            </p:contentPart>
          </mc:Choice>
          <mc:Fallback>
            <p:pic>
              <p:nvPicPr>
                <p:cNvPr id="12" name="Ink 11">
                  <a:extLst>
                    <a:ext uri="{FF2B5EF4-FFF2-40B4-BE49-F238E27FC236}">
                      <a16:creationId xmlns:a16="http://schemas.microsoft.com/office/drawing/2014/main" id="{0ECA3967-0B26-83CD-B346-66DEB0C1B7D5}"/>
                    </a:ext>
                  </a:extLst>
                </p:cNvPr>
                <p:cNvPicPr/>
                <p:nvPr/>
              </p:nvPicPr>
              <p:blipFill>
                <a:blip r:embed="rId20"/>
                <a:stretch>
                  <a:fillRect/>
                </a:stretch>
              </p:blipFill>
              <p:spPr>
                <a:xfrm>
                  <a:off x="4470749" y="1367735"/>
                  <a:ext cx="783360" cy="511920"/>
                </a:xfrm>
                <a:prstGeom prst="rect">
                  <a:avLst/>
                </a:prstGeom>
              </p:spPr>
            </p:pic>
          </mc:Fallback>
        </mc:AlternateContent>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8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Distribution</a:t>
            </a:r>
            <a:endParaRPr/>
          </a:p>
        </p:txBody>
      </p:sp>
      <p:sp>
        <p:nvSpPr>
          <p:cNvPr id="512" name="Google Shape;512;p81"/>
          <p:cNvSpPr txBox="1"/>
          <p:nvPr/>
        </p:nvSpPr>
        <p:spPr>
          <a:xfrm>
            <a:off x="412750" y="1328737"/>
            <a:ext cx="9942600" cy="4568700"/>
          </a:xfrm>
          <a:prstGeom prst="rect">
            <a:avLst/>
          </a:prstGeom>
          <a:noFill/>
          <a:ln>
            <a:noFill/>
          </a:ln>
        </p:spPr>
        <p:txBody>
          <a:bodyPr spcFirstLastPara="1" wrap="square" lIns="91425" tIns="45700" rIns="91425" bIns="45700" anchor="t" anchorCtr="0">
            <a:noAutofit/>
          </a:bodyPr>
          <a:lstStyle/>
          <a:p>
            <a:pPr marL="328612" marR="0" lvl="0" indent="-328612" algn="l" rtl="0">
              <a:lnSpc>
                <a:spcPct val="9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Again, using an Excel-produced histogram, we can see the shape of the distribution of these sample means.</a:t>
            </a:r>
            <a:endParaRPr dirty="0"/>
          </a:p>
        </p:txBody>
      </p:sp>
      <p:pic>
        <p:nvPicPr>
          <p:cNvPr id="513" name="Google Shape;513;p81"/>
          <p:cNvPicPr preferRelativeResize="0"/>
          <p:nvPr/>
        </p:nvPicPr>
        <p:blipFill rotWithShape="1">
          <a:blip r:embed="rId3">
            <a:alphaModFix/>
          </a:blip>
          <a:srcRect/>
          <a:stretch/>
        </p:blipFill>
        <p:spPr>
          <a:xfrm>
            <a:off x="595312" y="2243137"/>
            <a:ext cx="11044237" cy="4454525"/>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89D4594-9AD2-61F1-3662-115EAF4D58AF}"/>
                  </a:ext>
                </a:extLst>
              </p14:cNvPr>
              <p14:cNvContentPartPr/>
              <p14:nvPr/>
            </p14:nvContentPartPr>
            <p14:xfrm>
              <a:off x="1875869" y="1715855"/>
              <a:ext cx="5166360" cy="68400"/>
            </p14:xfrm>
          </p:contentPart>
        </mc:Choice>
        <mc:Fallback>
          <p:pic>
            <p:nvPicPr>
              <p:cNvPr id="2" name="Ink 1">
                <a:extLst>
                  <a:ext uri="{FF2B5EF4-FFF2-40B4-BE49-F238E27FC236}">
                    <a16:creationId xmlns:a16="http://schemas.microsoft.com/office/drawing/2014/main" id="{089D4594-9AD2-61F1-3662-115EAF4D58AF}"/>
                  </a:ext>
                </a:extLst>
              </p:cNvPr>
              <p:cNvPicPr/>
              <p:nvPr/>
            </p:nvPicPr>
            <p:blipFill>
              <a:blip r:embed="rId5"/>
              <a:stretch>
                <a:fillRect/>
              </a:stretch>
            </p:blipFill>
            <p:spPr>
              <a:xfrm>
                <a:off x="1869749" y="1709735"/>
                <a:ext cx="517860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C3261CF4-7061-6D1D-C811-2811FA5ED8E0}"/>
                  </a:ext>
                </a:extLst>
              </p14:cNvPr>
              <p14:cNvContentPartPr/>
              <p14:nvPr/>
            </p14:nvContentPartPr>
            <p14:xfrm>
              <a:off x="6943229" y="1768775"/>
              <a:ext cx="3395160" cy="57600"/>
            </p14:xfrm>
          </p:contentPart>
        </mc:Choice>
        <mc:Fallback>
          <p:pic>
            <p:nvPicPr>
              <p:cNvPr id="3" name="Ink 2">
                <a:extLst>
                  <a:ext uri="{FF2B5EF4-FFF2-40B4-BE49-F238E27FC236}">
                    <a16:creationId xmlns:a16="http://schemas.microsoft.com/office/drawing/2014/main" id="{C3261CF4-7061-6D1D-C811-2811FA5ED8E0}"/>
                  </a:ext>
                </a:extLst>
              </p:cNvPr>
              <p:cNvPicPr/>
              <p:nvPr/>
            </p:nvPicPr>
            <p:blipFill>
              <a:blip r:embed="rId7"/>
              <a:stretch>
                <a:fillRect/>
              </a:stretch>
            </p:blipFill>
            <p:spPr>
              <a:xfrm>
                <a:off x="6937109" y="1762655"/>
                <a:ext cx="340740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F8405257-C45A-A5A8-A1C2-52971CED46C6}"/>
                  </a:ext>
                </a:extLst>
              </p14:cNvPr>
              <p14:cNvContentPartPr/>
              <p14:nvPr/>
            </p14:nvContentPartPr>
            <p14:xfrm>
              <a:off x="777149" y="2144615"/>
              <a:ext cx="6061680" cy="151920"/>
            </p14:xfrm>
          </p:contentPart>
        </mc:Choice>
        <mc:Fallback>
          <p:pic>
            <p:nvPicPr>
              <p:cNvPr id="5" name="Ink 4">
                <a:extLst>
                  <a:ext uri="{FF2B5EF4-FFF2-40B4-BE49-F238E27FC236}">
                    <a16:creationId xmlns:a16="http://schemas.microsoft.com/office/drawing/2014/main" id="{F8405257-C45A-A5A8-A1C2-52971CED46C6}"/>
                  </a:ext>
                </a:extLst>
              </p:cNvPr>
              <p:cNvPicPr/>
              <p:nvPr/>
            </p:nvPicPr>
            <p:blipFill>
              <a:blip r:embed="rId9"/>
              <a:stretch>
                <a:fillRect/>
              </a:stretch>
            </p:blipFill>
            <p:spPr>
              <a:xfrm>
                <a:off x="771029" y="2138495"/>
                <a:ext cx="607392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E39DB270-249B-34A4-6F80-DF02476302D6}"/>
                  </a:ext>
                </a:extLst>
              </p14:cNvPr>
              <p14:cNvContentPartPr/>
              <p14:nvPr/>
            </p14:nvContentPartPr>
            <p14:xfrm>
              <a:off x="1583189" y="6246455"/>
              <a:ext cx="866880" cy="136440"/>
            </p14:xfrm>
          </p:contentPart>
        </mc:Choice>
        <mc:Fallback>
          <p:pic>
            <p:nvPicPr>
              <p:cNvPr id="7" name="Ink 6">
                <a:extLst>
                  <a:ext uri="{FF2B5EF4-FFF2-40B4-BE49-F238E27FC236}">
                    <a16:creationId xmlns:a16="http://schemas.microsoft.com/office/drawing/2014/main" id="{E39DB270-249B-34A4-6F80-DF02476302D6}"/>
                  </a:ext>
                </a:extLst>
              </p:cNvPr>
              <p:cNvPicPr/>
              <p:nvPr/>
            </p:nvPicPr>
            <p:blipFill>
              <a:blip r:embed="rId11"/>
              <a:stretch>
                <a:fillRect/>
              </a:stretch>
            </p:blipFill>
            <p:spPr>
              <a:xfrm>
                <a:off x="1577069" y="6240335"/>
                <a:ext cx="8791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E4A4993B-3F73-F6B1-19A8-C1AB95B92A97}"/>
                  </a:ext>
                </a:extLst>
              </p14:cNvPr>
              <p14:cNvContentPartPr/>
              <p14:nvPr/>
            </p14:nvContentPartPr>
            <p14:xfrm>
              <a:off x="10522709" y="6313055"/>
              <a:ext cx="927360" cy="108720"/>
            </p14:xfrm>
          </p:contentPart>
        </mc:Choice>
        <mc:Fallback>
          <p:pic>
            <p:nvPicPr>
              <p:cNvPr id="8" name="Ink 7">
                <a:extLst>
                  <a:ext uri="{FF2B5EF4-FFF2-40B4-BE49-F238E27FC236}">
                    <a16:creationId xmlns:a16="http://schemas.microsoft.com/office/drawing/2014/main" id="{E4A4993B-3F73-F6B1-19A8-C1AB95B92A97}"/>
                  </a:ext>
                </a:extLst>
              </p:cNvPr>
              <p:cNvPicPr/>
              <p:nvPr/>
            </p:nvPicPr>
            <p:blipFill>
              <a:blip r:embed="rId13"/>
              <a:stretch>
                <a:fillRect/>
              </a:stretch>
            </p:blipFill>
            <p:spPr>
              <a:xfrm>
                <a:off x="10516589" y="6306935"/>
                <a:ext cx="93960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8BA38DFF-B86C-305E-862C-A15521F954CD}"/>
                  </a:ext>
                </a:extLst>
              </p14:cNvPr>
              <p14:cNvContentPartPr/>
              <p14:nvPr/>
            </p14:nvContentPartPr>
            <p14:xfrm>
              <a:off x="1501109" y="2670575"/>
              <a:ext cx="9949320" cy="2573280"/>
            </p14:xfrm>
          </p:contentPart>
        </mc:Choice>
        <mc:Fallback>
          <p:pic>
            <p:nvPicPr>
              <p:cNvPr id="9" name="Ink 8">
                <a:extLst>
                  <a:ext uri="{FF2B5EF4-FFF2-40B4-BE49-F238E27FC236}">
                    <a16:creationId xmlns:a16="http://schemas.microsoft.com/office/drawing/2014/main" id="{8BA38DFF-B86C-305E-862C-A15521F954CD}"/>
                  </a:ext>
                </a:extLst>
              </p:cNvPr>
              <p:cNvPicPr/>
              <p:nvPr/>
            </p:nvPicPr>
            <p:blipFill>
              <a:blip r:embed="rId15"/>
              <a:stretch>
                <a:fillRect/>
              </a:stretch>
            </p:blipFill>
            <p:spPr>
              <a:xfrm>
                <a:off x="1494989" y="2664455"/>
                <a:ext cx="9961560" cy="258552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Conclusion</a:t>
            </a:r>
            <a:endParaRPr/>
          </a:p>
        </p:txBody>
      </p:sp>
      <p:sp>
        <p:nvSpPr>
          <p:cNvPr id="519" name="Google Shape;519;p82"/>
          <p:cNvSpPr txBox="1"/>
          <p:nvPr/>
        </p:nvSpPr>
        <p:spPr>
          <a:xfrm>
            <a:off x="592137" y="1227137"/>
            <a:ext cx="11026800" cy="4344900"/>
          </a:xfrm>
          <a:prstGeom prst="rect">
            <a:avLst/>
          </a:prstGeom>
          <a:noFill/>
          <a:ln>
            <a:noFill/>
          </a:ln>
        </p:spPr>
        <p:txBody>
          <a:bodyPr spcFirstLastPara="1" wrap="square" lIns="91425" tIns="45700" rIns="91425" bIns="45700" anchor="t" anchorCtr="0">
            <a:noAutofit/>
          </a:bodyPr>
          <a:lstStyle/>
          <a:p>
            <a:pPr marL="395287" marR="0" lvl="0" indent="-395287" algn="l" rtl="0">
              <a:lnSpc>
                <a:spcPct val="9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Observe that the shape of the histogram for sample means is quite </a:t>
            </a:r>
            <a:r>
              <a:rPr lang="en-US" sz="2800" dirty="0">
                <a:solidFill>
                  <a:schemeClr val="dk1"/>
                </a:solidFill>
                <a:latin typeface="Calibri"/>
                <a:ea typeface="Calibri"/>
                <a:cs typeface="Calibri"/>
                <a:sym typeface="Calibri"/>
              </a:rPr>
              <a:t>different from</a:t>
            </a:r>
            <a:r>
              <a:rPr lang="en-US" sz="2800" b="0" i="0" u="none" dirty="0">
                <a:solidFill>
                  <a:schemeClr val="dk1"/>
                </a:solidFill>
                <a:latin typeface="Calibri"/>
                <a:ea typeface="Calibri"/>
                <a:cs typeface="Calibri"/>
                <a:sym typeface="Calibri"/>
              </a:rPr>
              <a:t> the shape of the histogram for the population.</a:t>
            </a:r>
            <a:endParaRPr dirty="0"/>
          </a:p>
          <a:p>
            <a:pPr marL="395287" marR="0" lvl="0" indent="-217487" algn="l" rtl="0">
              <a:lnSpc>
                <a:spcPct val="90000"/>
              </a:lnSpc>
              <a:spcBef>
                <a:spcPts val="1000"/>
              </a:spcBef>
              <a:spcAft>
                <a:spcPts val="0"/>
              </a:spcAft>
              <a:buClr>
                <a:schemeClr val="dk1"/>
              </a:buClr>
              <a:buSzPts val="2800"/>
              <a:buFont typeface="Noto Sans Symbols"/>
              <a:buNone/>
            </a:pPr>
            <a:endParaRPr sz="2800" b="0" i="0" u="none" dirty="0">
              <a:solidFill>
                <a:schemeClr val="dk1"/>
              </a:solidFill>
              <a:latin typeface="Calibri"/>
              <a:ea typeface="Calibri"/>
              <a:cs typeface="Calibri"/>
              <a:sym typeface="Calibri"/>
            </a:endParaRPr>
          </a:p>
          <a:p>
            <a:pPr marL="395287" marR="0" lvl="0" indent="-395287" algn="l" rtl="0">
              <a:lnSpc>
                <a:spcPct val="9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The sample means appear to “pile up” toward the middle of the distribution and “tail off” toward the extremes.</a:t>
            </a:r>
            <a:endParaRPr dirty="0"/>
          </a:p>
          <a:p>
            <a:pPr marL="395287" marR="0" lvl="0" indent="-217487" algn="l" rtl="0">
              <a:lnSpc>
                <a:spcPct val="90000"/>
              </a:lnSpc>
              <a:spcBef>
                <a:spcPts val="1000"/>
              </a:spcBef>
              <a:spcAft>
                <a:spcPts val="0"/>
              </a:spcAft>
              <a:buClr>
                <a:schemeClr val="dk1"/>
              </a:buClr>
              <a:buSzPts val="2800"/>
              <a:buFont typeface="Noto Sans Symbols"/>
              <a:buNone/>
            </a:pPr>
            <a:endParaRPr sz="2800" b="0" i="0" u="none" dirty="0">
              <a:solidFill>
                <a:schemeClr val="dk1"/>
              </a:solidFill>
              <a:latin typeface="Calibri"/>
              <a:ea typeface="Calibri"/>
              <a:cs typeface="Calibri"/>
              <a:sym typeface="Calibri"/>
            </a:endParaRPr>
          </a:p>
          <a:p>
            <a:pPr marL="395287" marR="0" lvl="0" indent="-395287" algn="l" rtl="0">
              <a:lnSpc>
                <a:spcPct val="9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As sample sizes become much larger, the sample mean distributions begin to approach a </a:t>
            </a:r>
            <a:r>
              <a:rPr lang="en-US" sz="2800" b="1" i="0" u="none" dirty="0">
                <a:solidFill>
                  <a:srgbClr val="FF0000"/>
                </a:solidFill>
                <a:latin typeface="Calibri"/>
                <a:ea typeface="Calibri"/>
                <a:cs typeface="Calibri"/>
                <a:sym typeface="Calibri"/>
              </a:rPr>
              <a:t>Normal distribution</a:t>
            </a:r>
            <a:r>
              <a:rPr lang="en-US" sz="2800" b="0" i="0" u="none" dirty="0">
                <a:solidFill>
                  <a:srgbClr val="FF0000"/>
                </a:solidFill>
                <a:latin typeface="Calibri"/>
                <a:ea typeface="Calibri"/>
                <a:cs typeface="Calibri"/>
                <a:sym typeface="Calibri"/>
              </a:rPr>
              <a:t> </a:t>
            </a:r>
            <a:r>
              <a:rPr lang="en-US" sz="2800" b="0" i="0" u="none" dirty="0">
                <a:solidFill>
                  <a:schemeClr val="dk1"/>
                </a:solidFill>
                <a:latin typeface="Calibri"/>
                <a:ea typeface="Calibri"/>
                <a:cs typeface="Calibri"/>
                <a:sym typeface="Calibri"/>
              </a:rPr>
              <a:t>and the variation among the means decreases.</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8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Disrtibution Analysis</a:t>
            </a:r>
            <a:endParaRPr/>
          </a:p>
        </p:txBody>
      </p:sp>
      <p:sp>
        <p:nvSpPr>
          <p:cNvPr id="525" name="Google Shape;525;p83"/>
          <p:cNvSpPr txBox="1"/>
          <p:nvPr/>
        </p:nvSpPr>
        <p:spPr>
          <a:xfrm>
            <a:off x="96837" y="1041400"/>
            <a:ext cx="11009400" cy="892200"/>
          </a:xfrm>
          <a:prstGeom prst="rect">
            <a:avLst/>
          </a:prstGeom>
          <a:noFill/>
          <a:ln>
            <a:noFill/>
          </a:ln>
        </p:spPr>
        <p:txBody>
          <a:bodyPr spcFirstLastPara="1" wrap="square" lIns="91425" tIns="45700" rIns="91425" bIns="45700" anchor="t" anchorCtr="0">
            <a:noAutofit/>
          </a:bodyPr>
          <a:lstStyle/>
          <a:p>
            <a:pPr marL="228600" marR="0" lvl="0" indent="-228600" algn="ctr" rtl="0">
              <a:lnSpc>
                <a:spcPct val="90000"/>
              </a:lnSpc>
              <a:spcBef>
                <a:spcPts val="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Sample Means from 90 Samples Ranging in Size from </a:t>
            </a:r>
            <a:endParaRPr/>
          </a:p>
          <a:p>
            <a:pPr marL="228600" marR="0" lvl="0" indent="-228600" algn="ctr"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n = 2 to n = 30 from a Uniformly Distributed Population with a = 10 and b = 30</a:t>
            </a:r>
            <a:endParaRPr/>
          </a:p>
        </p:txBody>
      </p:sp>
      <p:pic>
        <p:nvPicPr>
          <p:cNvPr id="526" name="Google Shape;526;p83"/>
          <p:cNvPicPr preferRelativeResize="0"/>
          <p:nvPr/>
        </p:nvPicPr>
        <p:blipFill rotWithShape="1">
          <a:blip r:embed="rId3">
            <a:alphaModFix/>
          </a:blip>
          <a:srcRect/>
          <a:stretch/>
        </p:blipFill>
        <p:spPr>
          <a:xfrm>
            <a:off x="2092325" y="2011362"/>
            <a:ext cx="8067674" cy="4568826"/>
          </a:xfrm>
          <a:prstGeom prst="rect">
            <a:avLst/>
          </a:prstGeom>
          <a:noFill/>
          <a:ln>
            <a:noFill/>
          </a:ln>
        </p:spPr>
      </p:pic>
      <p:grpSp>
        <p:nvGrpSpPr>
          <p:cNvPr id="29" name="Group 28">
            <a:extLst>
              <a:ext uri="{FF2B5EF4-FFF2-40B4-BE49-F238E27FC236}">
                <a16:creationId xmlns:a16="http://schemas.microsoft.com/office/drawing/2014/main" id="{8F5D8385-DF2F-2734-93B6-18ABE6E3ECBD}"/>
              </a:ext>
            </a:extLst>
          </p:cNvPr>
          <p:cNvGrpSpPr/>
          <p:nvPr/>
        </p:nvGrpSpPr>
        <p:grpSpPr>
          <a:xfrm>
            <a:off x="10131749" y="4572815"/>
            <a:ext cx="487080" cy="361080"/>
            <a:chOff x="10131749" y="4572815"/>
            <a:chExt cx="487080" cy="361080"/>
          </a:xfrm>
        </p:grpSpPr>
        <mc:AlternateContent xmlns:mc="http://schemas.openxmlformats.org/markup-compatibility/2006">
          <mc:Choice xmlns:p14="http://schemas.microsoft.com/office/powerpoint/2010/main" Requires="p14">
            <p:contentPart p14:bwMode="auto" r:id="rId4">
              <p14:nvContentPartPr>
                <p14:cNvPr id="23" name="Ink 22">
                  <a:extLst>
                    <a:ext uri="{FF2B5EF4-FFF2-40B4-BE49-F238E27FC236}">
                      <a16:creationId xmlns:a16="http://schemas.microsoft.com/office/drawing/2014/main" id="{93D60F82-7FE4-85AE-EC93-212F1700C230}"/>
                    </a:ext>
                  </a:extLst>
                </p14:cNvPr>
                <p14:cNvContentPartPr/>
                <p14:nvPr/>
              </p14:nvContentPartPr>
              <p14:xfrm>
                <a:off x="10340909" y="4572815"/>
                <a:ext cx="14400" cy="198360"/>
              </p14:xfrm>
            </p:contentPart>
          </mc:Choice>
          <mc:Fallback>
            <p:pic>
              <p:nvPicPr>
                <p:cNvPr id="23" name="Ink 22">
                  <a:extLst>
                    <a:ext uri="{FF2B5EF4-FFF2-40B4-BE49-F238E27FC236}">
                      <a16:creationId xmlns:a16="http://schemas.microsoft.com/office/drawing/2014/main" id="{93D60F82-7FE4-85AE-EC93-212F1700C230}"/>
                    </a:ext>
                  </a:extLst>
                </p:cNvPr>
                <p:cNvPicPr/>
                <p:nvPr/>
              </p:nvPicPr>
              <p:blipFill>
                <a:blip r:embed="rId5"/>
                <a:stretch>
                  <a:fillRect/>
                </a:stretch>
              </p:blipFill>
              <p:spPr>
                <a:xfrm>
                  <a:off x="10334789" y="4566695"/>
                  <a:ext cx="2664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4" name="Ink 23">
                  <a:extLst>
                    <a:ext uri="{FF2B5EF4-FFF2-40B4-BE49-F238E27FC236}">
                      <a16:creationId xmlns:a16="http://schemas.microsoft.com/office/drawing/2014/main" id="{087CDBF7-E8B0-2597-DDB4-15DC7070C37A}"/>
                    </a:ext>
                  </a:extLst>
                </p14:cNvPr>
                <p14:cNvContentPartPr/>
                <p14:nvPr/>
              </p14:nvContentPartPr>
              <p14:xfrm>
                <a:off x="10131749" y="4911935"/>
                <a:ext cx="487080" cy="21960"/>
              </p14:xfrm>
            </p:contentPart>
          </mc:Choice>
          <mc:Fallback>
            <p:pic>
              <p:nvPicPr>
                <p:cNvPr id="24" name="Ink 23">
                  <a:extLst>
                    <a:ext uri="{FF2B5EF4-FFF2-40B4-BE49-F238E27FC236}">
                      <a16:creationId xmlns:a16="http://schemas.microsoft.com/office/drawing/2014/main" id="{087CDBF7-E8B0-2597-DDB4-15DC7070C37A}"/>
                    </a:ext>
                  </a:extLst>
                </p:cNvPr>
                <p:cNvPicPr/>
                <p:nvPr/>
              </p:nvPicPr>
              <p:blipFill>
                <a:blip r:embed="rId7"/>
                <a:stretch>
                  <a:fillRect/>
                </a:stretch>
              </p:blipFill>
              <p:spPr>
                <a:xfrm>
                  <a:off x="10125629" y="4905815"/>
                  <a:ext cx="499320" cy="34200"/>
                </a:xfrm>
                <a:prstGeom prst="rect">
                  <a:avLst/>
                </a:prstGeom>
              </p:spPr>
            </p:pic>
          </mc:Fallback>
        </mc:AlternateContent>
      </p:grpSp>
      <p:grpSp>
        <p:nvGrpSpPr>
          <p:cNvPr id="40" name="Group 39">
            <a:extLst>
              <a:ext uri="{FF2B5EF4-FFF2-40B4-BE49-F238E27FC236}">
                <a16:creationId xmlns:a16="http://schemas.microsoft.com/office/drawing/2014/main" id="{199C66DB-3CC0-24DA-FB8E-D3145FD5CD43}"/>
              </a:ext>
            </a:extLst>
          </p:cNvPr>
          <p:cNvGrpSpPr/>
          <p:nvPr/>
        </p:nvGrpSpPr>
        <p:grpSpPr>
          <a:xfrm>
            <a:off x="8414549" y="5096255"/>
            <a:ext cx="3486600" cy="1712880"/>
            <a:chOff x="8414549" y="5096255"/>
            <a:chExt cx="3486600" cy="1712880"/>
          </a:xfrm>
        </p:grpSpPr>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A8C7B1B5-1420-DDAD-FD8D-9FFA008476DD}"/>
                    </a:ext>
                  </a:extLst>
                </p14:cNvPr>
                <p14:cNvContentPartPr/>
                <p14:nvPr/>
              </p14:nvContentPartPr>
              <p14:xfrm>
                <a:off x="8416349" y="6218735"/>
                <a:ext cx="2807640" cy="90000"/>
              </p14:xfrm>
            </p:contentPart>
          </mc:Choice>
          <mc:Fallback>
            <p:pic>
              <p:nvPicPr>
                <p:cNvPr id="2" name="Ink 1">
                  <a:extLst>
                    <a:ext uri="{FF2B5EF4-FFF2-40B4-BE49-F238E27FC236}">
                      <a16:creationId xmlns:a16="http://schemas.microsoft.com/office/drawing/2014/main" id="{A8C7B1B5-1420-DDAD-FD8D-9FFA008476DD}"/>
                    </a:ext>
                  </a:extLst>
                </p:cNvPr>
                <p:cNvPicPr/>
                <p:nvPr/>
              </p:nvPicPr>
              <p:blipFill>
                <a:blip r:embed="rId9"/>
                <a:stretch>
                  <a:fillRect/>
                </a:stretch>
              </p:blipFill>
              <p:spPr>
                <a:xfrm>
                  <a:off x="8410229" y="6212615"/>
                  <a:ext cx="28198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 name="Ink 2">
                  <a:extLst>
                    <a:ext uri="{FF2B5EF4-FFF2-40B4-BE49-F238E27FC236}">
                      <a16:creationId xmlns:a16="http://schemas.microsoft.com/office/drawing/2014/main" id="{1642CA24-32BE-B02C-5065-1B96BD5DF883}"/>
                    </a:ext>
                  </a:extLst>
                </p14:cNvPr>
                <p14:cNvContentPartPr/>
                <p14:nvPr/>
              </p14:nvContentPartPr>
              <p14:xfrm>
                <a:off x="8692469" y="6127655"/>
                <a:ext cx="13680" cy="326880"/>
              </p14:xfrm>
            </p:contentPart>
          </mc:Choice>
          <mc:Fallback>
            <p:pic>
              <p:nvPicPr>
                <p:cNvPr id="3" name="Ink 2">
                  <a:extLst>
                    <a:ext uri="{FF2B5EF4-FFF2-40B4-BE49-F238E27FC236}">
                      <a16:creationId xmlns:a16="http://schemas.microsoft.com/office/drawing/2014/main" id="{1642CA24-32BE-B02C-5065-1B96BD5DF883}"/>
                    </a:ext>
                  </a:extLst>
                </p:cNvPr>
                <p:cNvPicPr/>
                <p:nvPr/>
              </p:nvPicPr>
              <p:blipFill>
                <a:blip r:embed="rId11"/>
                <a:stretch>
                  <a:fillRect/>
                </a:stretch>
              </p:blipFill>
              <p:spPr>
                <a:xfrm>
                  <a:off x="8686349" y="6121535"/>
                  <a:ext cx="2592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227B0D0F-8804-BFFF-4005-1FF29852E7F5}"/>
                    </a:ext>
                  </a:extLst>
                </p14:cNvPr>
                <p14:cNvContentPartPr/>
                <p14:nvPr/>
              </p14:nvContentPartPr>
              <p14:xfrm>
                <a:off x="8414549" y="6555695"/>
                <a:ext cx="286200" cy="186480"/>
              </p14:xfrm>
            </p:contentPart>
          </mc:Choice>
          <mc:Fallback>
            <p:pic>
              <p:nvPicPr>
                <p:cNvPr id="4" name="Ink 3">
                  <a:extLst>
                    <a:ext uri="{FF2B5EF4-FFF2-40B4-BE49-F238E27FC236}">
                      <a16:creationId xmlns:a16="http://schemas.microsoft.com/office/drawing/2014/main" id="{227B0D0F-8804-BFFF-4005-1FF29852E7F5}"/>
                    </a:ext>
                  </a:extLst>
                </p:cNvPr>
                <p:cNvPicPr/>
                <p:nvPr/>
              </p:nvPicPr>
              <p:blipFill>
                <a:blip r:embed="rId13"/>
                <a:stretch>
                  <a:fillRect/>
                </a:stretch>
              </p:blipFill>
              <p:spPr>
                <a:xfrm>
                  <a:off x="8408429" y="6549575"/>
                  <a:ext cx="29844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10F06647-29D5-0703-ED49-BB6819D1D635}"/>
                    </a:ext>
                  </a:extLst>
                </p14:cNvPr>
                <p14:cNvContentPartPr/>
                <p14:nvPr/>
              </p14:nvContentPartPr>
              <p14:xfrm>
                <a:off x="8782109" y="6602135"/>
                <a:ext cx="163080" cy="31680"/>
              </p14:xfrm>
            </p:contentPart>
          </mc:Choice>
          <mc:Fallback>
            <p:pic>
              <p:nvPicPr>
                <p:cNvPr id="5" name="Ink 4">
                  <a:extLst>
                    <a:ext uri="{FF2B5EF4-FFF2-40B4-BE49-F238E27FC236}">
                      <a16:creationId xmlns:a16="http://schemas.microsoft.com/office/drawing/2014/main" id="{10F06647-29D5-0703-ED49-BB6819D1D635}"/>
                    </a:ext>
                  </a:extLst>
                </p:cNvPr>
                <p:cNvPicPr/>
                <p:nvPr/>
              </p:nvPicPr>
              <p:blipFill>
                <a:blip r:embed="rId15"/>
                <a:stretch>
                  <a:fillRect/>
                </a:stretch>
              </p:blipFill>
              <p:spPr>
                <a:xfrm>
                  <a:off x="8775989" y="6596015"/>
                  <a:ext cx="1753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 name="Ink 5">
                  <a:extLst>
                    <a:ext uri="{FF2B5EF4-FFF2-40B4-BE49-F238E27FC236}">
                      <a16:creationId xmlns:a16="http://schemas.microsoft.com/office/drawing/2014/main" id="{503740D9-A9A1-B370-4970-083C983D8116}"/>
                    </a:ext>
                  </a:extLst>
                </p14:cNvPr>
                <p14:cNvContentPartPr/>
                <p14:nvPr/>
              </p14:nvContentPartPr>
              <p14:xfrm>
                <a:off x="8755829" y="6696455"/>
                <a:ext cx="183240" cy="14400"/>
              </p14:xfrm>
            </p:contentPart>
          </mc:Choice>
          <mc:Fallback>
            <p:pic>
              <p:nvPicPr>
                <p:cNvPr id="6" name="Ink 5">
                  <a:extLst>
                    <a:ext uri="{FF2B5EF4-FFF2-40B4-BE49-F238E27FC236}">
                      <a16:creationId xmlns:a16="http://schemas.microsoft.com/office/drawing/2014/main" id="{503740D9-A9A1-B370-4970-083C983D8116}"/>
                    </a:ext>
                  </a:extLst>
                </p:cNvPr>
                <p:cNvPicPr/>
                <p:nvPr/>
              </p:nvPicPr>
              <p:blipFill>
                <a:blip r:embed="rId17"/>
                <a:stretch>
                  <a:fillRect/>
                </a:stretch>
              </p:blipFill>
              <p:spPr>
                <a:xfrm>
                  <a:off x="8749709" y="6690335"/>
                  <a:ext cx="1954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 name="Ink 6">
                  <a:extLst>
                    <a:ext uri="{FF2B5EF4-FFF2-40B4-BE49-F238E27FC236}">
                      <a16:creationId xmlns:a16="http://schemas.microsoft.com/office/drawing/2014/main" id="{25787546-89B5-2DA4-D29E-AC2C30D5475F}"/>
                    </a:ext>
                  </a:extLst>
                </p14:cNvPr>
                <p14:cNvContentPartPr/>
                <p14:nvPr/>
              </p14:nvContentPartPr>
              <p14:xfrm>
                <a:off x="9094229" y="6531215"/>
                <a:ext cx="54000" cy="164160"/>
              </p14:xfrm>
            </p:contentPart>
          </mc:Choice>
          <mc:Fallback>
            <p:pic>
              <p:nvPicPr>
                <p:cNvPr id="7" name="Ink 6">
                  <a:extLst>
                    <a:ext uri="{FF2B5EF4-FFF2-40B4-BE49-F238E27FC236}">
                      <a16:creationId xmlns:a16="http://schemas.microsoft.com/office/drawing/2014/main" id="{25787546-89B5-2DA4-D29E-AC2C30D5475F}"/>
                    </a:ext>
                  </a:extLst>
                </p:cNvPr>
                <p:cNvPicPr/>
                <p:nvPr/>
              </p:nvPicPr>
              <p:blipFill>
                <a:blip r:embed="rId19"/>
                <a:stretch>
                  <a:fillRect/>
                </a:stretch>
              </p:blipFill>
              <p:spPr>
                <a:xfrm>
                  <a:off x="9088109" y="6525095"/>
                  <a:ext cx="662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 name="Ink 7">
                  <a:extLst>
                    <a:ext uri="{FF2B5EF4-FFF2-40B4-BE49-F238E27FC236}">
                      <a16:creationId xmlns:a16="http://schemas.microsoft.com/office/drawing/2014/main" id="{FF8B082A-9F33-FA50-1ACF-CD84CF76D511}"/>
                    </a:ext>
                  </a:extLst>
                </p14:cNvPr>
                <p14:cNvContentPartPr/>
                <p14:nvPr/>
              </p14:nvContentPartPr>
              <p14:xfrm>
                <a:off x="9146789" y="6583415"/>
                <a:ext cx="227160" cy="79560"/>
              </p14:xfrm>
            </p:contentPart>
          </mc:Choice>
          <mc:Fallback>
            <p:pic>
              <p:nvPicPr>
                <p:cNvPr id="8" name="Ink 7">
                  <a:extLst>
                    <a:ext uri="{FF2B5EF4-FFF2-40B4-BE49-F238E27FC236}">
                      <a16:creationId xmlns:a16="http://schemas.microsoft.com/office/drawing/2014/main" id="{FF8B082A-9F33-FA50-1ACF-CD84CF76D511}"/>
                    </a:ext>
                  </a:extLst>
                </p:cNvPr>
                <p:cNvPicPr/>
                <p:nvPr/>
              </p:nvPicPr>
              <p:blipFill>
                <a:blip r:embed="rId21"/>
                <a:stretch>
                  <a:fillRect/>
                </a:stretch>
              </p:blipFill>
              <p:spPr>
                <a:xfrm>
                  <a:off x="9140669" y="6577295"/>
                  <a:ext cx="23940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 name="Ink 8">
                  <a:extLst>
                    <a:ext uri="{FF2B5EF4-FFF2-40B4-BE49-F238E27FC236}">
                      <a16:creationId xmlns:a16="http://schemas.microsoft.com/office/drawing/2014/main" id="{22ADF284-687A-9DC2-1541-ABFDE2AB3898}"/>
                    </a:ext>
                  </a:extLst>
                </p14:cNvPr>
                <p14:cNvContentPartPr/>
                <p14:nvPr/>
              </p14:nvContentPartPr>
              <p14:xfrm>
                <a:off x="10908989" y="6135215"/>
                <a:ext cx="14760" cy="306360"/>
              </p14:xfrm>
            </p:contentPart>
          </mc:Choice>
          <mc:Fallback>
            <p:pic>
              <p:nvPicPr>
                <p:cNvPr id="9" name="Ink 8">
                  <a:extLst>
                    <a:ext uri="{FF2B5EF4-FFF2-40B4-BE49-F238E27FC236}">
                      <a16:creationId xmlns:a16="http://schemas.microsoft.com/office/drawing/2014/main" id="{22ADF284-687A-9DC2-1541-ABFDE2AB3898}"/>
                    </a:ext>
                  </a:extLst>
                </p:cNvPr>
                <p:cNvPicPr/>
                <p:nvPr/>
              </p:nvPicPr>
              <p:blipFill>
                <a:blip r:embed="rId23"/>
                <a:stretch>
                  <a:fillRect/>
                </a:stretch>
              </p:blipFill>
              <p:spPr>
                <a:xfrm>
                  <a:off x="10902869" y="6129095"/>
                  <a:ext cx="2700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 name="Ink 9">
                  <a:extLst>
                    <a:ext uri="{FF2B5EF4-FFF2-40B4-BE49-F238E27FC236}">
                      <a16:creationId xmlns:a16="http://schemas.microsoft.com/office/drawing/2014/main" id="{59A8626F-73C2-62E2-9ED9-708BCBB5A72E}"/>
                    </a:ext>
                  </a:extLst>
                </p14:cNvPr>
                <p14:cNvContentPartPr/>
                <p14:nvPr/>
              </p14:nvContentPartPr>
              <p14:xfrm>
                <a:off x="10843109" y="6462455"/>
                <a:ext cx="100080" cy="346680"/>
              </p14:xfrm>
            </p:contentPart>
          </mc:Choice>
          <mc:Fallback>
            <p:pic>
              <p:nvPicPr>
                <p:cNvPr id="10" name="Ink 9">
                  <a:extLst>
                    <a:ext uri="{FF2B5EF4-FFF2-40B4-BE49-F238E27FC236}">
                      <a16:creationId xmlns:a16="http://schemas.microsoft.com/office/drawing/2014/main" id="{59A8626F-73C2-62E2-9ED9-708BCBB5A72E}"/>
                    </a:ext>
                  </a:extLst>
                </p:cNvPr>
                <p:cNvPicPr/>
                <p:nvPr/>
              </p:nvPicPr>
              <p:blipFill>
                <a:blip r:embed="rId25"/>
                <a:stretch>
                  <a:fillRect/>
                </a:stretch>
              </p:blipFill>
              <p:spPr>
                <a:xfrm>
                  <a:off x="10836989" y="6456335"/>
                  <a:ext cx="112320" cy="358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1" name="Ink 10">
                  <a:extLst>
                    <a:ext uri="{FF2B5EF4-FFF2-40B4-BE49-F238E27FC236}">
                      <a16:creationId xmlns:a16="http://schemas.microsoft.com/office/drawing/2014/main" id="{EEB3F2A6-BF93-36AD-B695-4D2CE9252FFB}"/>
                    </a:ext>
                  </a:extLst>
                </p14:cNvPr>
                <p14:cNvContentPartPr/>
                <p14:nvPr/>
              </p14:nvContentPartPr>
              <p14:xfrm>
                <a:off x="11181149" y="6645335"/>
                <a:ext cx="106920" cy="13680"/>
              </p14:xfrm>
            </p:contentPart>
          </mc:Choice>
          <mc:Fallback>
            <p:pic>
              <p:nvPicPr>
                <p:cNvPr id="11" name="Ink 10">
                  <a:extLst>
                    <a:ext uri="{FF2B5EF4-FFF2-40B4-BE49-F238E27FC236}">
                      <a16:creationId xmlns:a16="http://schemas.microsoft.com/office/drawing/2014/main" id="{EEB3F2A6-BF93-36AD-B695-4D2CE9252FFB}"/>
                    </a:ext>
                  </a:extLst>
                </p:cNvPr>
                <p:cNvPicPr/>
                <p:nvPr/>
              </p:nvPicPr>
              <p:blipFill>
                <a:blip r:embed="rId27"/>
                <a:stretch>
                  <a:fillRect/>
                </a:stretch>
              </p:blipFill>
              <p:spPr>
                <a:xfrm>
                  <a:off x="11175029" y="6639215"/>
                  <a:ext cx="11916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2" name="Ink 11">
                  <a:extLst>
                    <a:ext uri="{FF2B5EF4-FFF2-40B4-BE49-F238E27FC236}">
                      <a16:creationId xmlns:a16="http://schemas.microsoft.com/office/drawing/2014/main" id="{D46EB25E-34E3-48B8-3506-5251E1BA2104}"/>
                    </a:ext>
                  </a:extLst>
                </p14:cNvPr>
                <p14:cNvContentPartPr/>
                <p14:nvPr/>
              </p14:nvContentPartPr>
              <p14:xfrm>
                <a:off x="11171069" y="6676295"/>
                <a:ext cx="181800" cy="19440"/>
              </p14:xfrm>
            </p:contentPart>
          </mc:Choice>
          <mc:Fallback>
            <p:pic>
              <p:nvPicPr>
                <p:cNvPr id="12" name="Ink 11">
                  <a:extLst>
                    <a:ext uri="{FF2B5EF4-FFF2-40B4-BE49-F238E27FC236}">
                      <a16:creationId xmlns:a16="http://schemas.microsoft.com/office/drawing/2014/main" id="{D46EB25E-34E3-48B8-3506-5251E1BA2104}"/>
                    </a:ext>
                  </a:extLst>
                </p:cNvPr>
                <p:cNvPicPr/>
                <p:nvPr/>
              </p:nvPicPr>
              <p:blipFill>
                <a:blip r:embed="rId29"/>
                <a:stretch>
                  <a:fillRect/>
                </a:stretch>
              </p:blipFill>
              <p:spPr>
                <a:xfrm>
                  <a:off x="11164949" y="6670175"/>
                  <a:ext cx="1940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3" name="Ink 12">
                  <a:extLst>
                    <a:ext uri="{FF2B5EF4-FFF2-40B4-BE49-F238E27FC236}">
                      <a16:creationId xmlns:a16="http://schemas.microsoft.com/office/drawing/2014/main" id="{1E6506E6-129F-4143-6510-E41475C8392F}"/>
                    </a:ext>
                  </a:extLst>
                </p14:cNvPr>
                <p14:cNvContentPartPr/>
                <p14:nvPr/>
              </p14:nvContentPartPr>
              <p14:xfrm>
                <a:off x="11444669" y="6479735"/>
                <a:ext cx="227520" cy="248760"/>
              </p14:xfrm>
            </p:contentPart>
          </mc:Choice>
          <mc:Fallback>
            <p:pic>
              <p:nvPicPr>
                <p:cNvPr id="13" name="Ink 12">
                  <a:extLst>
                    <a:ext uri="{FF2B5EF4-FFF2-40B4-BE49-F238E27FC236}">
                      <a16:creationId xmlns:a16="http://schemas.microsoft.com/office/drawing/2014/main" id="{1E6506E6-129F-4143-6510-E41475C8392F}"/>
                    </a:ext>
                  </a:extLst>
                </p:cNvPr>
                <p:cNvPicPr/>
                <p:nvPr/>
              </p:nvPicPr>
              <p:blipFill>
                <a:blip r:embed="rId31"/>
                <a:stretch>
                  <a:fillRect/>
                </a:stretch>
              </p:blipFill>
              <p:spPr>
                <a:xfrm>
                  <a:off x="11438549" y="6473615"/>
                  <a:ext cx="23976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4" name="Ink 13">
                  <a:extLst>
                    <a:ext uri="{FF2B5EF4-FFF2-40B4-BE49-F238E27FC236}">
                      <a16:creationId xmlns:a16="http://schemas.microsoft.com/office/drawing/2014/main" id="{FD3EF06B-95E1-C511-9751-E21217D71027}"/>
                    </a:ext>
                  </a:extLst>
                </p14:cNvPr>
                <p14:cNvContentPartPr/>
                <p14:nvPr/>
              </p14:nvContentPartPr>
              <p14:xfrm>
                <a:off x="11630069" y="6515015"/>
                <a:ext cx="271080" cy="110520"/>
              </p14:xfrm>
            </p:contentPart>
          </mc:Choice>
          <mc:Fallback>
            <p:pic>
              <p:nvPicPr>
                <p:cNvPr id="14" name="Ink 13">
                  <a:extLst>
                    <a:ext uri="{FF2B5EF4-FFF2-40B4-BE49-F238E27FC236}">
                      <a16:creationId xmlns:a16="http://schemas.microsoft.com/office/drawing/2014/main" id="{FD3EF06B-95E1-C511-9751-E21217D71027}"/>
                    </a:ext>
                  </a:extLst>
                </p:cNvPr>
                <p:cNvPicPr/>
                <p:nvPr/>
              </p:nvPicPr>
              <p:blipFill>
                <a:blip r:embed="rId33"/>
                <a:stretch>
                  <a:fillRect/>
                </a:stretch>
              </p:blipFill>
              <p:spPr>
                <a:xfrm>
                  <a:off x="11623949" y="6508895"/>
                  <a:ext cx="28332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7" name="Ink 16">
                  <a:extLst>
                    <a:ext uri="{FF2B5EF4-FFF2-40B4-BE49-F238E27FC236}">
                      <a16:creationId xmlns:a16="http://schemas.microsoft.com/office/drawing/2014/main" id="{D8E6A2E6-691C-C77C-8A74-66B96F8C811D}"/>
                    </a:ext>
                  </a:extLst>
                </p14:cNvPr>
                <p14:cNvContentPartPr/>
                <p14:nvPr/>
              </p14:nvContentPartPr>
              <p14:xfrm>
                <a:off x="8691389" y="6239975"/>
                <a:ext cx="360" cy="360"/>
              </p14:xfrm>
            </p:contentPart>
          </mc:Choice>
          <mc:Fallback>
            <p:pic>
              <p:nvPicPr>
                <p:cNvPr id="17" name="Ink 16">
                  <a:extLst>
                    <a:ext uri="{FF2B5EF4-FFF2-40B4-BE49-F238E27FC236}">
                      <a16:creationId xmlns:a16="http://schemas.microsoft.com/office/drawing/2014/main" id="{D8E6A2E6-691C-C77C-8A74-66B96F8C811D}"/>
                    </a:ext>
                  </a:extLst>
                </p:cNvPr>
                <p:cNvPicPr/>
                <p:nvPr/>
              </p:nvPicPr>
              <p:blipFill>
                <a:blip r:embed="rId35"/>
                <a:stretch>
                  <a:fillRect/>
                </a:stretch>
              </p:blipFill>
              <p:spPr>
                <a:xfrm>
                  <a:off x="8685269" y="623385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8" name="Ink 17">
                  <a:extLst>
                    <a:ext uri="{FF2B5EF4-FFF2-40B4-BE49-F238E27FC236}">
                      <a16:creationId xmlns:a16="http://schemas.microsoft.com/office/drawing/2014/main" id="{02D44494-4DA6-359B-2D8D-DD141C9CCDE4}"/>
                    </a:ext>
                  </a:extLst>
                </p14:cNvPr>
                <p14:cNvContentPartPr/>
                <p14:nvPr/>
              </p14:nvContentPartPr>
              <p14:xfrm>
                <a:off x="8700389" y="5334935"/>
                <a:ext cx="2294280" cy="910440"/>
              </p14:xfrm>
            </p:contentPart>
          </mc:Choice>
          <mc:Fallback>
            <p:pic>
              <p:nvPicPr>
                <p:cNvPr id="18" name="Ink 17">
                  <a:extLst>
                    <a:ext uri="{FF2B5EF4-FFF2-40B4-BE49-F238E27FC236}">
                      <a16:creationId xmlns:a16="http://schemas.microsoft.com/office/drawing/2014/main" id="{02D44494-4DA6-359B-2D8D-DD141C9CCDE4}"/>
                    </a:ext>
                  </a:extLst>
                </p:cNvPr>
                <p:cNvPicPr/>
                <p:nvPr/>
              </p:nvPicPr>
              <p:blipFill>
                <a:blip r:embed="rId37"/>
                <a:stretch>
                  <a:fillRect/>
                </a:stretch>
              </p:blipFill>
              <p:spPr>
                <a:xfrm>
                  <a:off x="8694269" y="5328815"/>
                  <a:ext cx="2306520" cy="922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9" name="Ink 18">
                  <a:extLst>
                    <a:ext uri="{FF2B5EF4-FFF2-40B4-BE49-F238E27FC236}">
                      <a16:creationId xmlns:a16="http://schemas.microsoft.com/office/drawing/2014/main" id="{E9242433-F6F4-952F-9A23-7A16199BBE7C}"/>
                    </a:ext>
                  </a:extLst>
                </p14:cNvPr>
                <p14:cNvContentPartPr/>
                <p14:nvPr/>
              </p14:nvContentPartPr>
              <p14:xfrm>
                <a:off x="10951829" y="5440415"/>
                <a:ext cx="54720" cy="832680"/>
              </p14:xfrm>
            </p:contentPart>
          </mc:Choice>
          <mc:Fallback>
            <p:pic>
              <p:nvPicPr>
                <p:cNvPr id="19" name="Ink 18">
                  <a:extLst>
                    <a:ext uri="{FF2B5EF4-FFF2-40B4-BE49-F238E27FC236}">
                      <a16:creationId xmlns:a16="http://schemas.microsoft.com/office/drawing/2014/main" id="{E9242433-F6F4-952F-9A23-7A16199BBE7C}"/>
                    </a:ext>
                  </a:extLst>
                </p:cNvPr>
                <p:cNvPicPr/>
                <p:nvPr/>
              </p:nvPicPr>
              <p:blipFill>
                <a:blip r:embed="rId39"/>
                <a:stretch>
                  <a:fillRect/>
                </a:stretch>
              </p:blipFill>
              <p:spPr>
                <a:xfrm>
                  <a:off x="10945709" y="5434295"/>
                  <a:ext cx="66960" cy="844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0" name="Ink 19">
                  <a:extLst>
                    <a:ext uri="{FF2B5EF4-FFF2-40B4-BE49-F238E27FC236}">
                      <a16:creationId xmlns:a16="http://schemas.microsoft.com/office/drawing/2014/main" id="{43057609-2038-9DD6-25DF-4DF5FDA48B1D}"/>
                    </a:ext>
                  </a:extLst>
                </p14:cNvPr>
                <p14:cNvContentPartPr/>
                <p14:nvPr/>
              </p14:nvContentPartPr>
              <p14:xfrm>
                <a:off x="10927709" y="5426375"/>
                <a:ext cx="43560" cy="837720"/>
              </p14:xfrm>
            </p:contentPart>
          </mc:Choice>
          <mc:Fallback>
            <p:pic>
              <p:nvPicPr>
                <p:cNvPr id="20" name="Ink 19">
                  <a:extLst>
                    <a:ext uri="{FF2B5EF4-FFF2-40B4-BE49-F238E27FC236}">
                      <a16:creationId xmlns:a16="http://schemas.microsoft.com/office/drawing/2014/main" id="{43057609-2038-9DD6-25DF-4DF5FDA48B1D}"/>
                    </a:ext>
                  </a:extLst>
                </p:cNvPr>
                <p:cNvPicPr/>
                <p:nvPr/>
              </p:nvPicPr>
              <p:blipFill>
                <a:blip r:embed="rId41"/>
                <a:stretch>
                  <a:fillRect/>
                </a:stretch>
              </p:blipFill>
              <p:spPr>
                <a:xfrm>
                  <a:off x="10921589" y="5420255"/>
                  <a:ext cx="55800" cy="849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1" name="Ink 20">
                  <a:extLst>
                    <a:ext uri="{FF2B5EF4-FFF2-40B4-BE49-F238E27FC236}">
                      <a16:creationId xmlns:a16="http://schemas.microsoft.com/office/drawing/2014/main" id="{0A074E06-50F3-C128-679B-925A2944658C}"/>
                    </a:ext>
                  </a:extLst>
                </p14:cNvPr>
                <p14:cNvContentPartPr/>
                <p14:nvPr/>
              </p14:nvContentPartPr>
              <p14:xfrm>
                <a:off x="10966589" y="5370935"/>
                <a:ext cx="32040" cy="266400"/>
              </p14:xfrm>
            </p:contentPart>
          </mc:Choice>
          <mc:Fallback>
            <p:pic>
              <p:nvPicPr>
                <p:cNvPr id="21" name="Ink 20">
                  <a:extLst>
                    <a:ext uri="{FF2B5EF4-FFF2-40B4-BE49-F238E27FC236}">
                      <a16:creationId xmlns:a16="http://schemas.microsoft.com/office/drawing/2014/main" id="{0A074E06-50F3-C128-679B-925A2944658C}"/>
                    </a:ext>
                  </a:extLst>
                </p:cNvPr>
                <p:cNvPicPr/>
                <p:nvPr/>
              </p:nvPicPr>
              <p:blipFill>
                <a:blip r:embed="rId43"/>
                <a:stretch>
                  <a:fillRect/>
                </a:stretch>
              </p:blipFill>
              <p:spPr>
                <a:xfrm>
                  <a:off x="10960469" y="5364815"/>
                  <a:ext cx="4428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BA2170B8-2308-07B7-FF2E-D95DBFFBA48F}"/>
                    </a:ext>
                  </a:extLst>
                </p14:cNvPr>
                <p14:cNvContentPartPr/>
                <p14:nvPr/>
              </p14:nvContentPartPr>
              <p14:xfrm>
                <a:off x="10180709" y="5104895"/>
                <a:ext cx="250200" cy="154440"/>
              </p14:xfrm>
            </p:contentPart>
          </mc:Choice>
          <mc:Fallback>
            <p:pic>
              <p:nvPicPr>
                <p:cNvPr id="25" name="Ink 24">
                  <a:extLst>
                    <a:ext uri="{FF2B5EF4-FFF2-40B4-BE49-F238E27FC236}">
                      <a16:creationId xmlns:a16="http://schemas.microsoft.com/office/drawing/2014/main" id="{BA2170B8-2308-07B7-FF2E-D95DBFFBA48F}"/>
                    </a:ext>
                  </a:extLst>
                </p:cNvPr>
                <p:cNvPicPr/>
                <p:nvPr/>
              </p:nvPicPr>
              <p:blipFill>
                <a:blip r:embed="rId45"/>
                <a:stretch>
                  <a:fillRect/>
                </a:stretch>
              </p:blipFill>
              <p:spPr>
                <a:xfrm>
                  <a:off x="10174589" y="5098775"/>
                  <a:ext cx="2624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3184D22A-1F06-DCAD-8C42-363422668FB7}"/>
                    </a:ext>
                  </a:extLst>
                </p14:cNvPr>
                <p14:cNvContentPartPr/>
                <p14:nvPr/>
              </p14:nvContentPartPr>
              <p14:xfrm>
                <a:off x="10428029" y="5096255"/>
                <a:ext cx="261720" cy="53280"/>
              </p14:xfrm>
            </p:contentPart>
          </mc:Choice>
          <mc:Fallback>
            <p:pic>
              <p:nvPicPr>
                <p:cNvPr id="26" name="Ink 25">
                  <a:extLst>
                    <a:ext uri="{FF2B5EF4-FFF2-40B4-BE49-F238E27FC236}">
                      <a16:creationId xmlns:a16="http://schemas.microsoft.com/office/drawing/2014/main" id="{3184D22A-1F06-DCAD-8C42-363422668FB7}"/>
                    </a:ext>
                  </a:extLst>
                </p:cNvPr>
                <p:cNvPicPr/>
                <p:nvPr/>
              </p:nvPicPr>
              <p:blipFill>
                <a:blip r:embed="rId47"/>
                <a:stretch>
                  <a:fillRect/>
                </a:stretch>
              </p:blipFill>
              <p:spPr>
                <a:xfrm>
                  <a:off x="10421909" y="5090135"/>
                  <a:ext cx="27396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ED0B4674-6484-0ADA-79B7-5D62D494B3BA}"/>
                    </a:ext>
                  </a:extLst>
                </p14:cNvPr>
                <p14:cNvContentPartPr/>
                <p14:nvPr/>
              </p14:nvContentPartPr>
              <p14:xfrm>
                <a:off x="11113109" y="5243495"/>
                <a:ext cx="351000" cy="920160"/>
              </p14:xfrm>
            </p:contentPart>
          </mc:Choice>
          <mc:Fallback>
            <p:pic>
              <p:nvPicPr>
                <p:cNvPr id="27" name="Ink 26">
                  <a:extLst>
                    <a:ext uri="{FF2B5EF4-FFF2-40B4-BE49-F238E27FC236}">
                      <a16:creationId xmlns:a16="http://schemas.microsoft.com/office/drawing/2014/main" id="{ED0B4674-6484-0ADA-79B7-5D62D494B3BA}"/>
                    </a:ext>
                  </a:extLst>
                </p:cNvPr>
                <p:cNvPicPr/>
                <p:nvPr/>
              </p:nvPicPr>
              <p:blipFill>
                <a:blip r:embed="rId49"/>
                <a:stretch>
                  <a:fillRect/>
                </a:stretch>
              </p:blipFill>
              <p:spPr>
                <a:xfrm>
                  <a:off x="11106989" y="5237375"/>
                  <a:ext cx="363240" cy="932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D5B5ECB3-F8C0-387F-2AF0-A5093613A6C9}"/>
                    </a:ext>
                  </a:extLst>
                </p14:cNvPr>
                <p14:cNvContentPartPr/>
                <p14:nvPr/>
              </p14:nvContentPartPr>
              <p14:xfrm>
                <a:off x="8817749" y="6159335"/>
                <a:ext cx="166680" cy="242280"/>
              </p14:xfrm>
            </p:contentPart>
          </mc:Choice>
          <mc:Fallback>
            <p:pic>
              <p:nvPicPr>
                <p:cNvPr id="30" name="Ink 29">
                  <a:extLst>
                    <a:ext uri="{FF2B5EF4-FFF2-40B4-BE49-F238E27FC236}">
                      <a16:creationId xmlns:a16="http://schemas.microsoft.com/office/drawing/2014/main" id="{D5B5ECB3-F8C0-387F-2AF0-A5093613A6C9}"/>
                    </a:ext>
                  </a:extLst>
                </p:cNvPr>
                <p:cNvPicPr/>
                <p:nvPr/>
              </p:nvPicPr>
              <p:blipFill>
                <a:blip r:embed="rId51"/>
                <a:stretch>
                  <a:fillRect/>
                </a:stretch>
              </p:blipFill>
              <p:spPr>
                <a:xfrm>
                  <a:off x="8811629" y="6153215"/>
                  <a:ext cx="17892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99F8B701-CA34-D6E3-E194-DE5990BA454E}"/>
                    </a:ext>
                  </a:extLst>
                </p14:cNvPr>
                <p14:cNvContentPartPr/>
                <p14:nvPr/>
              </p14:nvContentPartPr>
              <p14:xfrm>
                <a:off x="8830349" y="6199655"/>
                <a:ext cx="253800" cy="171720"/>
              </p14:xfrm>
            </p:contentPart>
          </mc:Choice>
          <mc:Fallback>
            <p:pic>
              <p:nvPicPr>
                <p:cNvPr id="31" name="Ink 30">
                  <a:extLst>
                    <a:ext uri="{FF2B5EF4-FFF2-40B4-BE49-F238E27FC236}">
                      <a16:creationId xmlns:a16="http://schemas.microsoft.com/office/drawing/2014/main" id="{99F8B701-CA34-D6E3-E194-DE5990BA454E}"/>
                    </a:ext>
                  </a:extLst>
                </p:cNvPr>
                <p:cNvPicPr/>
                <p:nvPr/>
              </p:nvPicPr>
              <p:blipFill>
                <a:blip r:embed="rId53"/>
                <a:stretch>
                  <a:fillRect/>
                </a:stretch>
              </p:blipFill>
              <p:spPr>
                <a:xfrm>
                  <a:off x="8824229" y="6193535"/>
                  <a:ext cx="26604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Ink 31">
                  <a:extLst>
                    <a:ext uri="{FF2B5EF4-FFF2-40B4-BE49-F238E27FC236}">
                      <a16:creationId xmlns:a16="http://schemas.microsoft.com/office/drawing/2014/main" id="{A4465955-74E2-91A7-0B3B-83D1B559D795}"/>
                    </a:ext>
                  </a:extLst>
                </p14:cNvPr>
                <p14:cNvContentPartPr/>
                <p14:nvPr/>
              </p14:nvContentPartPr>
              <p14:xfrm>
                <a:off x="9238949" y="6157895"/>
                <a:ext cx="140400" cy="186840"/>
              </p14:xfrm>
            </p:contentPart>
          </mc:Choice>
          <mc:Fallback>
            <p:pic>
              <p:nvPicPr>
                <p:cNvPr id="32" name="Ink 31">
                  <a:extLst>
                    <a:ext uri="{FF2B5EF4-FFF2-40B4-BE49-F238E27FC236}">
                      <a16:creationId xmlns:a16="http://schemas.microsoft.com/office/drawing/2014/main" id="{A4465955-74E2-91A7-0B3B-83D1B559D795}"/>
                    </a:ext>
                  </a:extLst>
                </p:cNvPr>
                <p:cNvPicPr/>
                <p:nvPr/>
              </p:nvPicPr>
              <p:blipFill>
                <a:blip r:embed="rId55"/>
                <a:stretch>
                  <a:fillRect/>
                </a:stretch>
              </p:blipFill>
              <p:spPr>
                <a:xfrm>
                  <a:off x="9232829" y="6151775"/>
                  <a:ext cx="15264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3" name="Ink 32">
                  <a:extLst>
                    <a:ext uri="{FF2B5EF4-FFF2-40B4-BE49-F238E27FC236}">
                      <a16:creationId xmlns:a16="http://schemas.microsoft.com/office/drawing/2014/main" id="{9460EA2E-538E-5CA0-2A80-1F33BF58A48D}"/>
                    </a:ext>
                  </a:extLst>
                </p14:cNvPr>
                <p14:cNvContentPartPr/>
                <p14:nvPr/>
              </p14:nvContentPartPr>
              <p14:xfrm>
                <a:off x="9213029" y="6217295"/>
                <a:ext cx="194040" cy="130320"/>
              </p14:xfrm>
            </p:contentPart>
          </mc:Choice>
          <mc:Fallback>
            <p:pic>
              <p:nvPicPr>
                <p:cNvPr id="33" name="Ink 32">
                  <a:extLst>
                    <a:ext uri="{FF2B5EF4-FFF2-40B4-BE49-F238E27FC236}">
                      <a16:creationId xmlns:a16="http://schemas.microsoft.com/office/drawing/2014/main" id="{9460EA2E-538E-5CA0-2A80-1F33BF58A48D}"/>
                    </a:ext>
                  </a:extLst>
                </p:cNvPr>
                <p:cNvPicPr/>
                <p:nvPr/>
              </p:nvPicPr>
              <p:blipFill>
                <a:blip r:embed="rId57"/>
                <a:stretch>
                  <a:fillRect/>
                </a:stretch>
              </p:blipFill>
              <p:spPr>
                <a:xfrm>
                  <a:off x="9206909" y="6211175"/>
                  <a:ext cx="20628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4" name="Ink 33">
                  <a:extLst>
                    <a:ext uri="{FF2B5EF4-FFF2-40B4-BE49-F238E27FC236}">
                      <a16:creationId xmlns:a16="http://schemas.microsoft.com/office/drawing/2014/main" id="{8528188C-E937-5293-80E7-0089469479B5}"/>
                    </a:ext>
                  </a:extLst>
                </p14:cNvPr>
                <p14:cNvContentPartPr/>
                <p14:nvPr/>
              </p14:nvContentPartPr>
              <p14:xfrm>
                <a:off x="9670229" y="6112535"/>
                <a:ext cx="178200" cy="164160"/>
              </p14:xfrm>
            </p:contentPart>
          </mc:Choice>
          <mc:Fallback>
            <p:pic>
              <p:nvPicPr>
                <p:cNvPr id="34" name="Ink 33">
                  <a:extLst>
                    <a:ext uri="{FF2B5EF4-FFF2-40B4-BE49-F238E27FC236}">
                      <a16:creationId xmlns:a16="http://schemas.microsoft.com/office/drawing/2014/main" id="{8528188C-E937-5293-80E7-0089469479B5}"/>
                    </a:ext>
                  </a:extLst>
                </p:cNvPr>
                <p:cNvPicPr/>
                <p:nvPr/>
              </p:nvPicPr>
              <p:blipFill>
                <a:blip r:embed="rId59"/>
                <a:stretch>
                  <a:fillRect/>
                </a:stretch>
              </p:blipFill>
              <p:spPr>
                <a:xfrm>
                  <a:off x="9664109" y="6106415"/>
                  <a:ext cx="1904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5" name="Ink 34">
                  <a:extLst>
                    <a:ext uri="{FF2B5EF4-FFF2-40B4-BE49-F238E27FC236}">
                      <a16:creationId xmlns:a16="http://schemas.microsoft.com/office/drawing/2014/main" id="{F85BF137-289F-8EC2-F6A9-047408DA6B01}"/>
                    </a:ext>
                  </a:extLst>
                </p14:cNvPr>
                <p14:cNvContentPartPr/>
                <p14:nvPr/>
              </p14:nvContentPartPr>
              <p14:xfrm>
                <a:off x="9655109" y="6201095"/>
                <a:ext cx="304200" cy="97560"/>
              </p14:xfrm>
            </p:contentPart>
          </mc:Choice>
          <mc:Fallback>
            <p:pic>
              <p:nvPicPr>
                <p:cNvPr id="35" name="Ink 34">
                  <a:extLst>
                    <a:ext uri="{FF2B5EF4-FFF2-40B4-BE49-F238E27FC236}">
                      <a16:creationId xmlns:a16="http://schemas.microsoft.com/office/drawing/2014/main" id="{F85BF137-289F-8EC2-F6A9-047408DA6B01}"/>
                    </a:ext>
                  </a:extLst>
                </p:cNvPr>
                <p:cNvPicPr/>
                <p:nvPr/>
              </p:nvPicPr>
              <p:blipFill>
                <a:blip r:embed="rId61"/>
                <a:stretch>
                  <a:fillRect/>
                </a:stretch>
              </p:blipFill>
              <p:spPr>
                <a:xfrm>
                  <a:off x="9648989" y="6194975"/>
                  <a:ext cx="31644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6" name="Ink 35">
                  <a:extLst>
                    <a:ext uri="{FF2B5EF4-FFF2-40B4-BE49-F238E27FC236}">
                      <a16:creationId xmlns:a16="http://schemas.microsoft.com/office/drawing/2014/main" id="{15C90EA3-E59F-83C5-642D-FD31E8D66EFE}"/>
                    </a:ext>
                  </a:extLst>
                </p14:cNvPr>
                <p14:cNvContentPartPr/>
                <p14:nvPr/>
              </p14:nvContentPartPr>
              <p14:xfrm>
                <a:off x="10203749" y="6161855"/>
                <a:ext cx="158040" cy="198360"/>
              </p14:xfrm>
            </p:contentPart>
          </mc:Choice>
          <mc:Fallback>
            <p:pic>
              <p:nvPicPr>
                <p:cNvPr id="36" name="Ink 35">
                  <a:extLst>
                    <a:ext uri="{FF2B5EF4-FFF2-40B4-BE49-F238E27FC236}">
                      <a16:creationId xmlns:a16="http://schemas.microsoft.com/office/drawing/2014/main" id="{15C90EA3-E59F-83C5-642D-FD31E8D66EFE}"/>
                    </a:ext>
                  </a:extLst>
                </p:cNvPr>
                <p:cNvPicPr/>
                <p:nvPr/>
              </p:nvPicPr>
              <p:blipFill>
                <a:blip r:embed="rId63"/>
                <a:stretch>
                  <a:fillRect/>
                </a:stretch>
              </p:blipFill>
              <p:spPr>
                <a:xfrm>
                  <a:off x="10197629" y="6155735"/>
                  <a:ext cx="17028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7" name="Ink 36">
                  <a:extLst>
                    <a:ext uri="{FF2B5EF4-FFF2-40B4-BE49-F238E27FC236}">
                      <a16:creationId xmlns:a16="http://schemas.microsoft.com/office/drawing/2014/main" id="{AE05FC99-E71E-EBDB-6BB4-D03224065B44}"/>
                    </a:ext>
                  </a:extLst>
                </p14:cNvPr>
                <p14:cNvContentPartPr/>
                <p14:nvPr/>
              </p14:nvContentPartPr>
              <p14:xfrm>
                <a:off x="10206629" y="6199295"/>
                <a:ext cx="195480" cy="117000"/>
              </p14:xfrm>
            </p:contentPart>
          </mc:Choice>
          <mc:Fallback>
            <p:pic>
              <p:nvPicPr>
                <p:cNvPr id="37" name="Ink 36">
                  <a:extLst>
                    <a:ext uri="{FF2B5EF4-FFF2-40B4-BE49-F238E27FC236}">
                      <a16:creationId xmlns:a16="http://schemas.microsoft.com/office/drawing/2014/main" id="{AE05FC99-E71E-EBDB-6BB4-D03224065B44}"/>
                    </a:ext>
                  </a:extLst>
                </p:cNvPr>
                <p:cNvPicPr/>
                <p:nvPr/>
              </p:nvPicPr>
              <p:blipFill>
                <a:blip r:embed="rId65"/>
                <a:stretch>
                  <a:fillRect/>
                </a:stretch>
              </p:blipFill>
              <p:spPr>
                <a:xfrm>
                  <a:off x="10200509" y="6193175"/>
                  <a:ext cx="20772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 name="Ink 37">
                  <a:extLst>
                    <a:ext uri="{FF2B5EF4-FFF2-40B4-BE49-F238E27FC236}">
                      <a16:creationId xmlns:a16="http://schemas.microsoft.com/office/drawing/2014/main" id="{AFBB584F-55C5-1CAB-D59C-39718DF18981}"/>
                    </a:ext>
                  </a:extLst>
                </p14:cNvPr>
                <p14:cNvContentPartPr/>
                <p14:nvPr/>
              </p14:nvContentPartPr>
              <p14:xfrm>
                <a:off x="10618469" y="6134495"/>
                <a:ext cx="217440" cy="210600"/>
              </p14:xfrm>
            </p:contentPart>
          </mc:Choice>
          <mc:Fallback>
            <p:pic>
              <p:nvPicPr>
                <p:cNvPr id="38" name="Ink 37">
                  <a:extLst>
                    <a:ext uri="{FF2B5EF4-FFF2-40B4-BE49-F238E27FC236}">
                      <a16:creationId xmlns:a16="http://schemas.microsoft.com/office/drawing/2014/main" id="{AFBB584F-55C5-1CAB-D59C-39718DF18981}"/>
                    </a:ext>
                  </a:extLst>
                </p:cNvPr>
                <p:cNvPicPr/>
                <p:nvPr/>
              </p:nvPicPr>
              <p:blipFill>
                <a:blip r:embed="rId67"/>
                <a:stretch>
                  <a:fillRect/>
                </a:stretch>
              </p:blipFill>
              <p:spPr>
                <a:xfrm>
                  <a:off x="10612349" y="6128375"/>
                  <a:ext cx="22968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9" name="Ink 38">
                  <a:extLst>
                    <a:ext uri="{FF2B5EF4-FFF2-40B4-BE49-F238E27FC236}">
                      <a16:creationId xmlns:a16="http://schemas.microsoft.com/office/drawing/2014/main" id="{1DDBE0D3-CE21-D089-7B44-736CE2B96F08}"/>
                    </a:ext>
                  </a:extLst>
                </p14:cNvPr>
                <p14:cNvContentPartPr/>
                <p14:nvPr/>
              </p14:nvContentPartPr>
              <p14:xfrm>
                <a:off x="10584629" y="6197135"/>
                <a:ext cx="277920" cy="138960"/>
              </p14:xfrm>
            </p:contentPart>
          </mc:Choice>
          <mc:Fallback>
            <p:pic>
              <p:nvPicPr>
                <p:cNvPr id="39" name="Ink 38">
                  <a:extLst>
                    <a:ext uri="{FF2B5EF4-FFF2-40B4-BE49-F238E27FC236}">
                      <a16:creationId xmlns:a16="http://schemas.microsoft.com/office/drawing/2014/main" id="{1DDBE0D3-CE21-D089-7B44-736CE2B96F08}"/>
                    </a:ext>
                  </a:extLst>
                </p:cNvPr>
                <p:cNvPicPr/>
                <p:nvPr/>
              </p:nvPicPr>
              <p:blipFill>
                <a:blip r:embed="rId69"/>
                <a:stretch>
                  <a:fillRect/>
                </a:stretch>
              </p:blipFill>
              <p:spPr>
                <a:xfrm>
                  <a:off x="10578509" y="6191015"/>
                  <a:ext cx="290160" cy="151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B2EFF40B-0985-FF63-4105-5CE49A582A50}"/>
                  </a:ext>
                </a:extLst>
              </p14:cNvPr>
              <p14:cNvContentPartPr/>
              <p14:nvPr/>
            </p14:nvContentPartPr>
            <p14:xfrm>
              <a:off x="5186429" y="2225615"/>
              <a:ext cx="609480" cy="101160"/>
            </p14:xfrm>
          </p:contentPart>
        </mc:Choice>
        <mc:Fallback>
          <p:pic>
            <p:nvPicPr>
              <p:cNvPr id="41" name="Ink 40">
                <a:extLst>
                  <a:ext uri="{FF2B5EF4-FFF2-40B4-BE49-F238E27FC236}">
                    <a16:creationId xmlns:a16="http://schemas.microsoft.com/office/drawing/2014/main" id="{B2EFF40B-0985-FF63-4105-5CE49A582A50}"/>
                  </a:ext>
                </a:extLst>
              </p:cNvPr>
              <p:cNvPicPr/>
              <p:nvPr/>
            </p:nvPicPr>
            <p:blipFill>
              <a:blip r:embed="rId71"/>
              <a:stretch>
                <a:fillRect/>
              </a:stretch>
            </p:blipFill>
            <p:spPr>
              <a:xfrm>
                <a:off x="5180309" y="2219495"/>
                <a:ext cx="62172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FF066CA7-767F-2621-C688-B45B1550FDD8}"/>
                  </a:ext>
                </a:extLst>
              </p14:cNvPr>
              <p14:cNvContentPartPr/>
              <p14:nvPr/>
            </p14:nvContentPartPr>
            <p14:xfrm>
              <a:off x="9196109" y="2187815"/>
              <a:ext cx="648360" cy="53280"/>
            </p14:xfrm>
          </p:contentPart>
        </mc:Choice>
        <mc:Fallback>
          <p:pic>
            <p:nvPicPr>
              <p:cNvPr id="42" name="Ink 41">
                <a:extLst>
                  <a:ext uri="{FF2B5EF4-FFF2-40B4-BE49-F238E27FC236}">
                    <a16:creationId xmlns:a16="http://schemas.microsoft.com/office/drawing/2014/main" id="{FF066CA7-767F-2621-C688-B45B1550FDD8}"/>
                  </a:ext>
                </a:extLst>
              </p:cNvPr>
              <p:cNvPicPr/>
              <p:nvPr/>
            </p:nvPicPr>
            <p:blipFill>
              <a:blip r:embed="rId73"/>
              <a:stretch>
                <a:fillRect/>
              </a:stretch>
            </p:blipFill>
            <p:spPr>
              <a:xfrm>
                <a:off x="9189989" y="2181695"/>
                <a:ext cx="66060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3AFE0B8C-6A7B-3D03-6A8D-793942736533}"/>
                  </a:ext>
                </a:extLst>
              </p14:cNvPr>
              <p14:cNvContentPartPr/>
              <p14:nvPr/>
            </p14:nvContentPartPr>
            <p14:xfrm>
              <a:off x="4986989" y="1862735"/>
              <a:ext cx="828360" cy="601560"/>
            </p14:xfrm>
          </p:contentPart>
        </mc:Choice>
        <mc:Fallback>
          <p:pic>
            <p:nvPicPr>
              <p:cNvPr id="43" name="Ink 42">
                <a:extLst>
                  <a:ext uri="{FF2B5EF4-FFF2-40B4-BE49-F238E27FC236}">
                    <a16:creationId xmlns:a16="http://schemas.microsoft.com/office/drawing/2014/main" id="{3AFE0B8C-6A7B-3D03-6A8D-793942736533}"/>
                  </a:ext>
                </a:extLst>
              </p:cNvPr>
              <p:cNvPicPr/>
              <p:nvPr/>
            </p:nvPicPr>
            <p:blipFill>
              <a:blip r:embed="rId75"/>
              <a:stretch>
                <a:fillRect/>
              </a:stretch>
            </p:blipFill>
            <p:spPr>
              <a:xfrm>
                <a:off x="4980869" y="1856615"/>
                <a:ext cx="840600" cy="6138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4" name="Ink 43">
                <a:extLst>
                  <a:ext uri="{FF2B5EF4-FFF2-40B4-BE49-F238E27FC236}">
                    <a16:creationId xmlns:a16="http://schemas.microsoft.com/office/drawing/2014/main" id="{E037FD06-131A-6F69-CC4A-5602ED7C8BEA}"/>
                  </a:ext>
                </a:extLst>
              </p14:cNvPr>
              <p14:cNvContentPartPr/>
              <p14:nvPr/>
            </p14:nvContentPartPr>
            <p14:xfrm>
              <a:off x="9139949" y="1846895"/>
              <a:ext cx="850680" cy="503640"/>
            </p14:xfrm>
          </p:contentPart>
        </mc:Choice>
        <mc:Fallback>
          <p:pic>
            <p:nvPicPr>
              <p:cNvPr id="44" name="Ink 43">
                <a:extLst>
                  <a:ext uri="{FF2B5EF4-FFF2-40B4-BE49-F238E27FC236}">
                    <a16:creationId xmlns:a16="http://schemas.microsoft.com/office/drawing/2014/main" id="{E037FD06-131A-6F69-CC4A-5602ED7C8BEA}"/>
                  </a:ext>
                </a:extLst>
              </p:cNvPr>
              <p:cNvPicPr/>
              <p:nvPr/>
            </p:nvPicPr>
            <p:blipFill>
              <a:blip r:embed="rId77"/>
              <a:stretch>
                <a:fillRect/>
              </a:stretch>
            </p:blipFill>
            <p:spPr>
              <a:xfrm>
                <a:off x="9133829" y="1840775"/>
                <a:ext cx="862920" cy="515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5" name="Ink 44">
                <a:extLst>
                  <a:ext uri="{FF2B5EF4-FFF2-40B4-BE49-F238E27FC236}">
                    <a16:creationId xmlns:a16="http://schemas.microsoft.com/office/drawing/2014/main" id="{2C5EAA45-9186-AC9D-9F38-0BBE5316F052}"/>
                  </a:ext>
                </a:extLst>
              </p14:cNvPr>
              <p14:cNvContentPartPr/>
              <p14:nvPr/>
            </p14:nvContentPartPr>
            <p14:xfrm>
              <a:off x="9119789" y="3536735"/>
              <a:ext cx="796680" cy="461880"/>
            </p14:xfrm>
          </p:contentPart>
        </mc:Choice>
        <mc:Fallback>
          <p:pic>
            <p:nvPicPr>
              <p:cNvPr id="45" name="Ink 44">
                <a:extLst>
                  <a:ext uri="{FF2B5EF4-FFF2-40B4-BE49-F238E27FC236}">
                    <a16:creationId xmlns:a16="http://schemas.microsoft.com/office/drawing/2014/main" id="{2C5EAA45-9186-AC9D-9F38-0BBE5316F052}"/>
                  </a:ext>
                </a:extLst>
              </p:cNvPr>
              <p:cNvPicPr/>
              <p:nvPr/>
            </p:nvPicPr>
            <p:blipFill>
              <a:blip r:embed="rId79"/>
              <a:stretch>
                <a:fillRect/>
              </a:stretch>
            </p:blipFill>
            <p:spPr>
              <a:xfrm>
                <a:off x="9113669" y="3530615"/>
                <a:ext cx="808920" cy="4741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6" name="Ink 45">
                <a:extLst>
                  <a:ext uri="{FF2B5EF4-FFF2-40B4-BE49-F238E27FC236}">
                    <a16:creationId xmlns:a16="http://schemas.microsoft.com/office/drawing/2014/main" id="{85826E10-0FFA-7672-9F8A-E2F3BB72A27B}"/>
                  </a:ext>
                </a:extLst>
              </p14:cNvPr>
              <p14:cNvContentPartPr/>
              <p14:nvPr/>
            </p14:nvContentPartPr>
            <p14:xfrm>
              <a:off x="6918389" y="4927055"/>
              <a:ext cx="693360" cy="93600"/>
            </p14:xfrm>
          </p:contentPart>
        </mc:Choice>
        <mc:Fallback>
          <p:pic>
            <p:nvPicPr>
              <p:cNvPr id="46" name="Ink 45">
                <a:extLst>
                  <a:ext uri="{FF2B5EF4-FFF2-40B4-BE49-F238E27FC236}">
                    <a16:creationId xmlns:a16="http://schemas.microsoft.com/office/drawing/2014/main" id="{85826E10-0FFA-7672-9F8A-E2F3BB72A27B}"/>
                  </a:ext>
                </a:extLst>
              </p:cNvPr>
              <p:cNvPicPr/>
              <p:nvPr/>
            </p:nvPicPr>
            <p:blipFill>
              <a:blip r:embed="rId81"/>
              <a:stretch>
                <a:fillRect/>
              </a:stretch>
            </p:blipFill>
            <p:spPr>
              <a:xfrm>
                <a:off x="6912269" y="4920935"/>
                <a:ext cx="70560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7" name="Ink 46">
                <a:extLst>
                  <a:ext uri="{FF2B5EF4-FFF2-40B4-BE49-F238E27FC236}">
                    <a16:creationId xmlns:a16="http://schemas.microsoft.com/office/drawing/2014/main" id="{F37B9541-E660-F483-9926-15EA1809428A}"/>
                  </a:ext>
                </a:extLst>
              </p14:cNvPr>
              <p14:cNvContentPartPr/>
              <p14:nvPr/>
            </p14:nvContentPartPr>
            <p14:xfrm>
              <a:off x="8844029" y="4987535"/>
              <a:ext cx="789480" cy="64800"/>
            </p14:xfrm>
          </p:contentPart>
        </mc:Choice>
        <mc:Fallback>
          <p:pic>
            <p:nvPicPr>
              <p:cNvPr id="47" name="Ink 46">
                <a:extLst>
                  <a:ext uri="{FF2B5EF4-FFF2-40B4-BE49-F238E27FC236}">
                    <a16:creationId xmlns:a16="http://schemas.microsoft.com/office/drawing/2014/main" id="{F37B9541-E660-F483-9926-15EA1809428A}"/>
                  </a:ext>
                </a:extLst>
              </p:cNvPr>
              <p:cNvPicPr/>
              <p:nvPr/>
            </p:nvPicPr>
            <p:blipFill>
              <a:blip r:embed="rId83"/>
              <a:stretch>
                <a:fillRect/>
              </a:stretch>
            </p:blipFill>
            <p:spPr>
              <a:xfrm>
                <a:off x="8837909" y="4981415"/>
                <a:ext cx="80172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8" name="Ink 47">
                <a:extLst>
                  <a:ext uri="{FF2B5EF4-FFF2-40B4-BE49-F238E27FC236}">
                    <a16:creationId xmlns:a16="http://schemas.microsoft.com/office/drawing/2014/main" id="{C66375A1-D488-5E80-8168-F4488701631E}"/>
                  </a:ext>
                </a:extLst>
              </p14:cNvPr>
              <p14:cNvContentPartPr/>
              <p14:nvPr/>
            </p14:nvContentPartPr>
            <p14:xfrm>
              <a:off x="9224909" y="4819775"/>
              <a:ext cx="358560" cy="254160"/>
            </p14:xfrm>
          </p:contentPart>
        </mc:Choice>
        <mc:Fallback>
          <p:pic>
            <p:nvPicPr>
              <p:cNvPr id="48" name="Ink 47">
                <a:extLst>
                  <a:ext uri="{FF2B5EF4-FFF2-40B4-BE49-F238E27FC236}">
                    <a16:creationId xmlns:a16="http://schemas.microsoft.com/office/drawing/2014/main" id="{C66375A1-D488-5E80-8168-F4488701631E}"/>
                  </a:ext>
                </a:extLst>
              </p:cNvPr>
              <p:cNvPicPr/>
              <p:nvPr/>
            </p:nvPicPr>
            <p:blipFill>
              <a:blip r:embed="rId85"/>
              <a:stretch>
                <a:fillRect/>
              </a:stretch>
            </p:blipFill>
            <p:spPr>
              <a:xfrm>
                <a:off x="9218789" y="4813655"/>
                <a:ext cx="370800" cy="26640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8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Shapes of the Distributions of Sample Means</a:t>
            </a:r>
            <a:endParaRPr/>
          </a:p>
        </p:txBody>
      </p:sp>
      <p:pic>
        <p:nvPicPr>
          <p:cNvPr id="532" name="Google Shape;532;p84"/>
          <p:cNvPicPr preferRelativeResize="0"/>
          <p:nvPr/>
        </p:nvPicPr>
        <p:blipFill rotWithShape="1">
          <a:blip r:embed="rId3">
            <a:alphaModFix/>
          </a:blip>
          <a:srcRect/>
          <a:stretch/>
        </p:blipFill>
        <p:spPr>
          <a:xfrm>
            <a:off x="544512" y="1447800"/>
            <a:ext cx="11166476" cy="4876800"/>
          </a:xfrm>
          <a:prstGeom prst="rect">
            <a:avLst/>
          </a:prstGeom>
          <a:noFill/>
          <a:ln>
            <a:noFill/>
          </a:ln>
        </p:spPr>
      </p:pic>
      <p:grpSp>
        <p:nvGrpSpPr>
          <p:cNvPr id="12" name="Group 11">
            <a:extLst>
              <a:ext uri="{FF2B5EF4-FFF2-40B4-BE49-F238E27FC236}">
                <a16:creationId xmlns:a16="http://schemas.microsoft.com/office/drawing/2014/main" id="{C9BF08BD-006A-EFDA-9652-9C1C8C42EA56}"/>
              </a:ext>
            </a:extLst>
          </p:cNvPr>
          <p:cNvGrpSpPr/>
          <p:nvPr/>
        </p:nvGrpSpPr>
        <p:grpSpPr>
          <a:xfrm>
            <a:off x="4063949" y="2007455"/>
            <a:ext cx="1364040" cy="446400"/>
            <a:chOff x="4063949" y="2007455"/>
            <a:chExt cx="1364040" cy="44640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1C427E4-A9B9-A0CC-AC93-7D2B734F7FC7}"/>
                    </a:ext>
                  </a:extLst>
                </p14:cNvPr>
                <p14:cNvContentPartPr/>
                <p14:nvPr/>
              </p14:nvContentPartPr>
              <p14:xfrm>
                <a:off x="4083029" y="2047775"/>
                <a:ext cx="171720" cy="240840"/>
              </p14:xfrm>
            </p:contentPart>
          </mc:Choice>
          <mc:Fallback>
            <p:pic>
              <p:nvPicPr>
                <p:cNvPr id="2" name="Ink 1">
                  <a:extLst>
                    <a:ext uri="{FF2B5EF4-FFF2-40B4-BE49-F238E27FC236}">
                      <a16:creationId xmlns:a16="http://schemas.microsoft.com/office/drawing/2014/main" id="{B1C427E4-A9B9-A0CC-AC93-7D2B734F7FC7}"/>
                    </a:ext>
                  </a:extLst>
                </p:cNvPr>
                <p:cNvPicPr/>
                <p:nvPr/>
              </p:nvPicPr>
              <p:blipFill>
                <a:blip r:embed="rId5"/>
                <a:stretch>
                  <a:fillRect/>
                </a:stretch>
              </p:blipFill>
              <p:spPr>
                <a:xfrm>
                  <a:off x="4076909" y="2041655"/>
                  <a:ext cx="18396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194BE8AB-A31D-1614-E3D4-5DE9F4846188}"/>
                    </a:ext>
                  </a:extLst>
                </p14:cNvPr>
                <p14:cNvContentPartPr/>
                <p14:nvPr/>
              </p14:nvContentPartPr>
              <p14:xfrm>
                <a:off x="4063949" y="2094215"/>
                <a:ext cx="163080" cy="178200"/>
              </p14:xfrm>
            </p:contentPart>
          </mc:Choice>
          <mc:Fallback>
            <p:pic>
              <p:nvPicPr>
                <p:cNvPr id="3" name="Ink 2">
                  <a:extLst>
                    <a:ext uri="{FF2B5EF4-FFF2-40B4-BE49-F238E27FC236}">
                      <a16:creationId xmlns:a16="http://schemas.microsoft.com/office/drawing/2014/main" id="{194BE8AB-A31D-1614-E3D4-5DE9F4846188}"/>
                    </a:ext>
                  </a:extLst>
                </p:cNvPr>
                <p:cNvPicPr/>
                <p:nvPr/>
              </p:nvPicPr>
              <p:blipFill>
                <a:blip r:embed="rId7"/>
                <a:stretch>
                  <a:fillRect/>
                </a:stretch>
              </p:blipFill>
              <p:spPr>
                <a:xfrm>
                  <a:off x="4057829" y="2088095"/>
                  <a:ext cx="17532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A91304EC-AD62-7AA2-5177-0255A80BE0CD}"/>
                    </a:ext>
                  </a:extLst>
                </p14:cNvPr>
                <p14:cNvContentPartPr/>
                <p14:nvPr/>
              </p14:nvContentPartPr>
              <p14:xfrm>
                <a:off x="4327829" y="2255855"/>
                <a:ext cx="14040" cy="155520"/>
              </p14:xfrm>
            </p:contentPart>
          </mc:Choice>
          <mc:Fallback>
            <p:pic>
              <p:nvPicPr>
                <p:cNvPr id="4" name="Ink 3">
                  <a:extLst>
                    <a:ext uri="{FF2B5EF4-FFF2-40B4-BE49-F238E27FC236}">
                      <a16:creationId xmlns:a16="http://schemas.microsoft.com/office/drawing/2014/main" id="{A91304EC-AD62-7AA2-5177-0255A80BE0CD}"/>
                    </a:ext>
                  </a:extLst>
                </p:cNvPr>
                <p:cNvPicPr/>
                <p:nvPr/>
              </p:nvPicPr>
              <p:blipFill>
                <a:blip r:embed="rId9"/>
                <a:stretch>
                  <a:fillRect/>
                </a:stretch>
              </p:blipFill>
              <p:spPr>
                <a:xfrm>
                  <a:off x="4321709" y="2249735"/>
                  <a:ext cx="262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FAA39A92-47C5-8DE5-9849-C48E545053CE}"/>
                    </a:ext>
                  </a:extLst>
                </p14:cNvPr>
                <p14:cNvContentPartPr/>
                <p14:nvPr/>
              </p14:nvContentPartPr>
              <p14:xfrm>
                <a:off x="4560749" y="2173775"/>
                <a:ext cx="245520" cy="37800"/>
              </p14:xfrm>
            </p:contentPart>
          </mc:Choice>
          <mc:Fallback>
            <p:pic>
              <p:nvPicPr>
                <p:cNvPr id="5" name="Ink 4">
                  <a:extLst>
                    <a:ext uri="{FF2B5EF4-FFF2-40B4-BE49-F238E27FC236}">
                      <a16:creationId xmlns:a16="http://schemas.microsoft.com/office/drawing/2014/main" id="{FAA39A92-47C5-8DE5-9849-C48E545053CE}"/>
                    </a:ext>
                  </a:extLst>
                </p:cNvPr>
                <p:cNvPicPr/>
                <p:nvPr/>
              </p:nvPicPr>
              <p:blipFill>
                <a:blip r:embed="rId11"/>
                <a:stretch>
                  <a:fillRect/>
                </a:stretch>
              </p:blipFill>
              <p:spPr>
                <a:xfrm>
                  <a:off x="4554629" y="2167655"/>
                  <a:ext cx="2577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1F9E8DAD-F25F-69D8-AA3C-BE2AE4836B6D}"/>
                    </a:ext>
                  </a:extLst>
                </p14:cNvPr>
                <p14:cNvContentPartPr/>
                <p14:nvPr/>
              </p14:nvContentPartPr>
              <p14:xfrm>
                <a:off x="4684589" y="2069015"/>
                <a:ext cx="54720" cy="243720"/>
              </p14:xfrm>
            </p:contentPart>
          </mc:Choice>
          <mc:Fallback>
            <p:pic>
              <p:nvPicPr>
                <p:cNvPr id="6" name="Ink 5">
                  <a:extLst>
                    <a:ext uri="{FF2B5EF4-FFF2-40B4-BE49-F238E27FC236}">
                      <a16:creationId xmlns:a16="http://schemas.microsoft.com/office/drawing/2014/main" id="{1F9E8DAD-F25F-69D8-AA3C-BE2AE4836B6D}"/>
                    </a:ext>
                  </a:extLst>
                </p:cNvPr>
                <p:cNvPicPr/>
                <p:nvPr/>
              </p:nvPicPr>
              <p:blipFill>
                <a:blip r:embed="rId13"/>
                <a:stretch>
                  <a:fillRect/>
                </a:stretch>
              </p:blipFill>
              <p:spPr>
                <a:xfrm>
                  <a:off x="4678469" y="2062895"/>
                  <a:ext cx="6696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42ED0D28-1297-51AB-8672-37F3C1EDDC03}"/>
                    </a:ext>
                  </a:extLst>
                </p14:cNvPr>
                <p14:cNvContentPartPr/>
                <p14:nvPr/>
              </p14:nvContentPartPr>
              <p14:xfrm>
                <a:off x="5034509" y="2007455"/>
                <a:ext cx="174960" cy="269640"/>
              </p14:xfrm>
            </p:contentPart>
          </mc:Choice>
          <mc:Fallback>
            <p:pic>
              <p:nvPicPr>
                <p:cNvPr id="7" name="Ink 6">
                  <a:extLst>
                    <a:ext uri="{FF2B5EF4-FFF2-40B4-BE49-F238E27FC236}">
                      <a16:creationId xmlns:a16="http://schemas.microsoft.com/office/drawing/2014/main" id="{42ED0D28-1297-51AB-8672-37F3C1EDDC03}"/>
                    </a:ext>
                  </a:extLst>
                </p:cNvPr>
                <p:cNvPicPr/>
                <p:nvPr/>
              </p:nvPicPr>
              <p:blipFill>
                <a:blip r:embed="rId15"/>
                <a:stretch>
                  <a:fillRect/>
                </a:stretch>
              </p:blipFill>
              <p:spPr>
                <a:xfrm>
                  <a:off x="5028389" y="2001335"/>
                  <a:ext cx="18720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ADF85741-F9C4-82E0-51A9-E216C9A53E16}"/>
                    </a:ext>
                  </a:extLst>
                </p14:cNvPr>
                <p14:cNvContentPartPr/>
                <p14:nvPr/>
              </p14:nvContentPartPr>
              <p14:xfrm>
                <a:off x="4980869" y="2046335"/>
                <a:ext cx="163800" cy="204840"/>
              </p14:xfrm>
            </p:contentPart>
          </mc:Choice>
          <mc:Fallback>
            <p:pic>
              <p:nvPicPr>
                <p:cNvPr id="8" name="Ink 7">
                  <a:extLst>
                    <a:ext uri="{FF2B5EF4-FFF2-40B4-BE49-F238E27FC236}">
                      <a16:creationId xmlns:a16="http://schemas.microsoft.com/office/drawing/2014/main" id="{ADF85741-F9C4-82E0-51A9-E216C9A53E16}"/>
                    </a:ext>
                  </a:extLst>
                </p:cNvPr>
                <p:cNvPicPr/>
                <p:nvPr/>
              </p:nvPicPr>
              <p:blipFill>
                <a:blip r:embed="rId17"/>
                <a:stretch>
                  <a:fillRect/>
                </a:stretch>
              </p:blipFill>
              <p:spPr>
                <a:xfrm>
                  <a:off x="4974749" y="2040215"/>
                  <a:ext cx="17604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3CED3627-B40D-F57D-71E3-A7E0A562B766}"/>
                    </a:ext>
                  </a:extLst>
                </p14:cNvPr>
                <p14:cNvContentPartPr/>
                <p14:nvPr/>
              </p14:nvContentPartPr>
              <p14:xfrm>
                <a:off x="5160149" y="2203295"/>
                <a:ext cx="267840" cy="152640"/>
              </p14:xfrm>
            </p:contentPart>
          </mc:Choice>
          <mc:Fallback>
            <p:pic>
              <p:nvPicPr>
                <p:cNvPr id="9" name="Ink 8">
                  <a:extLst>
                    <a:ext uri="{FF2B5EF4-FFF2-40B4-BE49-F238E27FC236}">
                      <a16:creationId xmlns:a16="http://schemas.microsoft.com/office/drawing/2014/main" id="{3CED3627-B40D-F57D-71E3-A7E0A562B766}"/>
                    </a:ext>
                  </a:extLst>
                </p:cNvPr>
                <p:cNvPicPr/>
                <p:nvPr/>
              </p:nvPicPr>
              <p:blipFill>
                <a:blip r:embed="rId19"/>
                <a:stretch>
                  <a:fillRect/>
                </a:stretch>
              </p:blipFill>
              <p:spPr>
                <a:xfrm>
                  <a:off x="5154029" y="2197175"/>
                  <a:ext cx="28008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 name="Ink 9">
                  <a:extLst>
                    <a:ext uri="{FF2B5EF4-FFF2-40B4-BE49-F238E27FC236}">
                      <a16:creationId xmlns:a16="http://schemas.microsoft.com/office/drawing/2014/main" id="{3DFCEFB1-B759-E399-01FB-82A6EE77E6AC}"/>
                    </a:ext>
                  </a:extLst>
                </p14:cNvPr>
                <p14:cNvContentPartPr/>
                <p14:nvPr/>
              </p14:nvContentPartPr>
              <p14:xfrm>
                <a:off x="4107149" y="2426855"/>
                <a:ext cx="1207440" cy="27000"/>
              </p14:xfrm>
            </p:contentPart>
          </mc:Choice>
          <mc:Fallback>
            <p:pic>
              <p:nvPicPr>
                <p:cNvPr id="10" name="Ink 9">
                  <a:extLst>
                    <a:ext uri="{FF2B5EF4-FFF2-40B4-BE49-F238E27FC236}">
                      <a16:creationId xmlns:a16="http://schemas.microsoft.com/office/drawing/2014/main" id="{3DFCEFB1-B759-E399-01FB-82A6EE77E6AC}"/>
                    </a:ext>
                  </a:extLst>
                </p:cNvPr>
                <p:cNvPicPr/>
                <p:nvPr/>
              </p:nvPicPr>
              <p:blipFill>
                <a:blip r:embed="rId21"/>
                <a:stretch>
                  <a:fillRect/>
                </a:stretch>
              </p:blipFill>
              <p:spPr>
                <a:xfrm>
                  <a:off x="4101029" y="2420735"/>
                  <a:ext cx="1219680" cy="39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11" name="Ink 10">
                <a:extLst>
                  <a:ext uri="{FF2B5EF4-FFF2-40B4-BE49-F238E27FC236}">
                    <a16:creationId xmlns:a16="http://schemas.microsoft.com/office/drawing/2014/main" id="{DF0299BD-8775-3E5C-51F4-8CB7F20681DC}"/>
                  </a:ext>
                </a:extLst>
              </p14:cNvPr>
              <p14:cNvContentPartPr/>
              <p14:nvPr/>
            </p14:nvContentPartPr>
            <p14:xfrm>
              <a:off x="4809149" y="2572295"/>
              <a:ext cx="334440" cy="118440"/>
            </p14:xfrm>
          </p:contentPart>
        </mc:Choice>
        <mc:Fallback>
          <p:pic>
            <p:nvPicPr>
              <p:cNvPr id="11" name="Ink 10">
                <a:extLst>
                  <a:ext uri="{FF2B5EF4-FFF2-40B4-BE49-F238E27FC236}">
                    <a16:creationId xmlns:a16="http://schemas.microsoft.com/office/drawing/2014/main" id="{DF0299BD-8775-3E5C-51F4-8CB7F20681DC}"/>
                  </a:ext>
                </a:extLst>
              </p:cNvPr>
              <p:cNvPicPr/>
              <p:nvPr/>
            </p:nvPicPr>
            <p:blipFill>
              <a:blip r:embed="rId23"/>
              <a:stretch>
                <a:fillRect/>
              </a:stretch>
            </p:blipFill>
            <p:spPr>
              <a:xfrm>
                <a:off x="4803029" y="2566175"/>
                <a:ext cx="34668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5" name="Ink 34">
                <a:extLst>
                  <a:ext uri="{FF2B5EF4-FFF2-40B4-BE49-F238E27FC236}">
                    <a16:creationId xmlns:a16="http://schemas.microsoft.com/office/drawing/2014/main" id="{026A46CA-A4BF-1F47-3257-C2880390F2B6}"/>
                  </a:ext>
                </a:extLst>
              </p14:cNvPr>
              <p14:cNvContentPartPr/>
              <p14:nvPr/>
            </p14:nvContentPartPr>
            <p14:xfrm>
              <a:off x="9681389" y="1886135"/>
              <a:ext cx="1173240" cy="63000"/>
            </p14:xfrm>
          </p:contentPart>
        </mc:Choice>
        <mc:Fallback>
          <p:pic>
            <p:nvPicPr>
              <p:cNvPr id="35" name="Ink 34">
                <a:extLst>
                  <a:ext uri="{FF2B5EF4-FFF2-40B4-BE49-F238E27FC236}">
                    <a16:creationId xmlns:a16="http://schemas.microsoft.com/office/drawing/2014/main" id="{026A46CA-A4BF-1F47-3257-C2880390F2B6}"/>
                  </a:ext>
                </a:extLst>
              </p:cNvPr>
              <p:cNvPicPr/>
              <p:nvPr/>
            </p:nvPicPr>
            <p:blipFill>
              <a:blip r:embed="rId25"/>
              <a:stretch>
                <a:fillRect/>
              </a:stretch>
            </p:blipFill>
            <p:spPr>
              <a:xfrm>
                <a:off x="9675269" y="1880015"/>
                <a:ext cx="118548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3" name="Ink 12">
                <a:extLst>
                  <a:ext uri="{FF2B5EF4-FFF2-40B4-BE49-F238E27FC236}">
                    <a16:creationId xmlns:a16="http://schemas.microsoft.com/office/drawing/2014/main" id="{1998E652-40CE-0BDA-7482-F943A4B3E5CD}"/>
                  </a:ext>
                </a:extLst>
              </p14:cNvPr>
              <p14:cNvContentPartPr/>
              <p14:nvPr/>
            </p14:nvContentPartPr>
            <p14:xfrm>
              <a:off x="7035749" y="1964255"/>
              <a:ext cx="146160" cy="322200"/>
            </p14:xfrm>
          </p:contentPart>
        </mc:Choice>
        <mc:Fallback>
          <p:pic>
            <p:nvPicPr>
              <p:cNvPr id="13" name="Ink 12">
                <a:extLst>
                  <a:ext uri="{FF2B5EF4-FFF2-40B4-BE49-F238E27FC236}">
                    <a16:creationId xmlns:a16="http://schemas.microsoft.com/office/drawing/2014/main" id="{1998E652-40CE-0BDA-7482-F943A4B3E5CD}"/>
                  </a:ext>
                </a:extLst>
              </p:cNvPr>
              <p:cNvPicPr/>
              <p:nvPr/>
            </p:nvPicPr>
            <p:blipFill>
              <a:blip r:embed="rId27"/>
              <a:stretch>
                <a:fillRect/>
              </a:stretch>
            </p:blipFill>
            <p:spPr>
              <a:xfrm>
                <a:off x="7029629" y="1958135"/>
                <a:ext cx="15840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4" name="Ink 13">
                <a:extLst>
                  <a:ext uri="{FF2B5EF4-FFF2-40B4-BE49-F238E27FC236}">
                    <a16:creationId xmlns:a16="http://schemas.microsoft.com/office/drawing/2014/main" id="{3541E2FE-5DEF-0177-AF12-294E6C335BD7}"/>
                  </a:ext>
                </a:extLst>
              </p14:cNvPr>
              <p14:cNvContentPartPr/>
              <p14:nvPr/>
            </p14:nvContentPartPr>
            <p14:xfrm>
              <a:off x="6972389" y="2022575"/>
              <a:ext cx="242640" cy="255240"/>
            </p14:xfrm>
          </p:contentPart>
        </mc:Choice>
        <mc:Fallback>
          <p:pic>
            <p:nvPicPr>
              <p:cNvPr id="14" name="Ink 13">
                <a:extLst>
                  <a:ext uri="{FF2B5EF4-FFF2-40B4-BE49-F238E27FC236}">
                    <a16:creationId xmlns:a16="http://schemas.microsoft.com/office/drawing/2014/main" id="{3541E2FE-5DEF-0177-AF12-294E6C335BD7}"/>
                  </a:ext>
                </a:extLst>
              </p:cNvPr>
              <p:cNvPicPr/>
              <p:nvPr/>
            </p:nvPicPr>
            <p:blipFill>
              <a:blip r:embed="rId29"/>
              <a:stretch>
                <a:fillRect/>
              </a:stretch>
            </p:blipFill>
            <p:spPr>
              <a:xfrm>
                <a:off x="6966269" y="2016455"/>
                <a:ext cx="25488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5" name="Ink 14">
                <a:extLst>
                  <a:ext uri="{FF2B5EF4-FFF2-40B4-BE49-F238E27FC236}">
                    <a16:creationId xmlns:a16="http://schemas.microsoft.com/office/drawing/2014/main" id="{9DCC8DBA-97AA-45F4-A4C0-FD9C241B351E}"/>
                  </a:ext>
                </a:extLst>
              </p14:cNvPr>
              <p14:cNvContentPartPr/>
              <p14:nvPr/>
            </p14:nvContentPartPr>
            <p14:xfrm>
              <a:off x="7314029" y="2178095"/>
              <a:ext cx="16920" cy="196560"/>
            </p14:xfrm>
          </p:contentPart>
        </mc:Choice>
        <mc:Fallback>
          <p:pic>
            <p:nvPicPr>
              <p:cNvPr id="15" name="Ink 14">
                <a:extLst>
                  <a:ext uri="{FF2B5EF4-FFF2-40B4-BE49-F238E27FC236}">
                    <a16:creationId xmlns:a16="http://schemas.microsoft.com/office/drawing/2014/main" id="{9DCC8DBA-97AA-45F4-A4C0-FD9C241B351E}"/>
                  </a:ext>
                </a:extLst>
              </p:cNvPr>
              <p:cNvPicPr/>
              <p:nvPr/>
            </p:nvPicPr>
            <p:blipFill>
              <a:blip r:embed="rId31"/>
              <a:stretch>
                <a:fillRect/>
              </a:stretch>
            </p:blipFill>
            <p:spPr>
              <a:xfrm>
                <a:off x="7307909" y="2171975"/>
                <a:ext cx="2916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6" name="Ink 15">
                <a:extLst>
                  <a:ext uri="{FF2B5EF4-FFF2-40B4-BE49-F238E27FC236}">
                    <a16:creationId xmlns:a16="http://schemas.microsoft.com/office/drawing/2014/main" id="{99FDAC41-962D-927C-9B84-28E99849889B}"/>
                  </a:ext>
                </a:extLst>
              </p14:cNvPr>
              <p14:cNvContentPartPr/>
              <p14:nvPr/>
            </p14:nvContentPartPr>
            <p14:xfrm>
              <a:off x="7417709" y="2084135"/>
              <a:ext cx="242280" cy="69840"/>
            </p14:xfrm>
          </p:contentPart>
        </mc:Choice>
        <mc:Fallback>
          <p:pic>
            <p:nvPicPr>
              <p:cNvPr id="16" name="Ink 15">
                <a:extLst>
                  <a:ext uri="{FF2B5EF4-FFF2-40B4-BE49-F238E27FC236}">
                    <a16:creationId xmlns:a16="http://schemas.microsoft.com/office/drawing/2014/main" id="{99FDAC41-962D-927C-9B84-28E99849889B}"/>
                  </a:ext>
                </a:extLst>
              </p:cNvPr>
              <p:cNvPicPr/>
              <p:nvPr/>
            </p:nvPicPr>
            <p:blipFill>
              <a:blip r:embed="rId33"/>
              <a:stretch>
                <a:fillRect/>
              </a:stretch>
            </p:blipFill>
            <p:spPr>
              <a:xfrm>
                <a:off x="7411589" y="2078015"/>
                <a:ext cx="25452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7" name="Ink 16">
                <a:extLst>
                  <a:ext uri="{FF2B5EF4-FFF2-40B4-BE49-F238E27FC236}">
                    <a16:creationId xmlns:a16="http://schemas.microsoft.com/office/drawing/2014/main" id="{9BB6E762-1085-D5D6-53B7-3FD1200CD96F}"/>
                  </a:ext>
                </a:extLst>
              </p14:cNvPr>
              <p14:cNvContentPartPr/>
              <p14:nvPr/>
            </p14:nvContentPartPr>
            <p14:xfrm>
              <a:off x="7528589" y="2036255"/>
              <a:ext cx="24840" cy="208440"/>
            </p14:xfrm>
          </p:contentPart>
        </mc:Choice>
        <mc:Fallback>
          <p:pic>
            <p:nvPicPr>
              <p:cNvPr id="17" name="Ink 16">
                <a:extLst>
                  <a:ext uri="{FF2B5EF4-FFF2-40B4-BE49-F238E27FC236}">
                    <a16:creationId xmlns:a16="http://schemas.microsoft.com/office/drawing/2014/main" id="{9BB6E762-1085-D5D6-53B7-3FD1200CD96F}"/>
                  </a:ext>
                </a:extLst>
              </p:cNvPr>
              <p:cNvPicPr/>
              <p:nvPr/>
            </p:nvPicPr>
            <p:blipFill>
              <a:blip r:embed="rId35"/>
              <a:stretch>
                <a:fillRect/>
              </a:stretch>
            </p:blipFill>
            <p:spPr>
              <a:xfrm>
                <a:off x="7522469" y="2030135"/>
                <a:ext cx="3708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8" name="Ink 17">
                <a:extLst>
                  <a:ext uri="{FF2B5EF4-FFF2-40B4-BE49-F238E27FC236}">
                    <a16:creationId xmlns:a16="http://schemas.microsoft.com/office/drawing/2014/main" id="{CE531011-5629-2165-1F30-8915C2671188}"/>
                  </a:ext>
                </a:extLst>
              </p14:cNvPr>
              <p14:cNvContentPartPr/>
              <p14:nvPr/>
            </p14:nvContentPartPr>
            <p14:xfrm>
              <a:off x="7779509" y="1944095"/>
              <a:ext cx="188280" cy="366120"/>
            </p14:xfrm>
          </p:contentPart>
        </mc:Choice>
        <mc:Fallback>
          <p:pic>
            <p:nvPicPr>
              <p:cNvPr id="18" name="Ink 17">
                <a:extLst>
                  <a:ext uri="{FF2B5EF4-FFF2-40B4-BE49-F238E27FC236}">
                    <a16:creationId xmlns:a16="http://schemas.microsoft.com/office/drawing/2014/main" id="{CE531011-5629-2165-1F30-8915C2671188}"/>
                  </a:ext>
                </a:extLst>
              </p:cNvPr>
              <p:cNvPicPr/>
              <p:nvPr/>
            </p:nvPicPr>
            <p:blipFill>
              <a:blip r:embed="rId37"/>
              <a:stretch>
                <a:fillRect/>
              </a:stretch>
            </p:blipFill>
            <p:spPr>
              <a:xfrm>
                <a:off x="7773389" y="1937975"/>
                <a:ext cx="200520" cy="3783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9" name="Ink 18">
                <a:extLst>
                  <a:ext uri="{FF2B5EF4-FFF2-40B4-BE49-F238E27FC236}">
                    <a16:creationId xmlns:a16="http://schemas.microsoft.com/office/drawing/2014/main" id="{20E6BC48-62DD-831C-6C76-195F6991650D}"/>
                  </a:ext>
                </a:extLst>
              </p14:cNvPr>
              <p14:cNvContentPartPr/>
              <p14:nvPr/>
            </p14:nvContentPartPr>
            <p14:xfrm>
              <a:off x="7710029" y="2038775"/>
              <a:ext cx="221040" cy="198360"/>
            </p14:xfrm>
          </p:contentPart>
        </mc:Choice>
        <mc:Fallback>
          <p:pic>
            <p:nvPicPr>
              <p:cNvPr id="19" name="Ink 18">
                <a:extLst>
                  <a:ext uri="{FF2B5EF4-FFF2-40B4-BE49-F238E27FC236}">
                    <a16:creationId xmlns:a16="http://schemas.microsoft.com/office/drawing/2014/main" id="{20E6BC48-62DD-831C-6C76-195F6991650D}"/>
                  </a:ext>
                </a:extLst>
              </p:cNvPr>
              <p:cNvPicPr/>
              <p:nvPr/>
            </p:nvPicPr>
            <p:blipFill>
              <a:blip r:embed="rId39"/>
              <a:stretch>
                <a:fillRect/>
              </a:stretch>
            </p:blipFill>
            <p:spPr>
              <a:xfrm>
                <a:off x="7703909" y="2032655"/>
                <a:ext cx="23328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1" name="Ink 20">
                <a:extLst>
                  <a:ext uri="{FF2B5EF4-FFF2-40B4-BE49-F238E27FC236}">
                    <a16:creationId xmlns:a16="http://schemas.microsoft.com/office/drawing/2014/main" id="{40E64B8C-45C5-DEF6-A196-C303DF0413F0}"/>
                  </a:ext>
                </a:extLst>
              </p14:cNvPr>
              <p14:cNvContentPartPr/>
              <p14:nvPr/>
            </p14:nvContentPartPr>
            <p14:xfrm>
              <a:off x="8001629" y="2234615"/>
              <a:ext cx="208800" cy="137880"/>
            </p14:xfrm>
          </p:contentPart>
        </mc:Choice>
        <mc:Fallback>
          <p:pic>
            <p:nvPicPr>
              <p:cNvPr id="21" name="Ink 20">
                <a:extLst>
                  <a:ext uri="{FF2B5EF4-FFF2-40B4-BE49-F238E27FC236}">
                    <a16:creationId xmlns:a16="http://schemas.microsoft.com/office/drawing/2014/main" id="{40E64B8C-45C5-DEF6-A196-C303DF0413F0}"/>
                  </a:ext>
                </a:extLst>
              </p:cNvPr>
              <p:cNvPicPr/>
              <p:nvPr/>
            </p:nvPicPr>
            <p:blipFill>
              <a:blip r:embed="rId41"/>
              <a:stretch>
                <a:fillRect/>
              </a:stretch>
            </p:blipFill>
            <p:spPr>
              <a:xfrm>
                <a:off x="7995509" y="2228495"/>
                <a:ext cx="22104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2" name="Ink 21">
                <a:extLst>
                  <a:ext uri="{FF2B5EF4-FFF2-40B4-BE49-F238E27FC236}">
                    <a16:creationId xmlns:a16="http://schemas.microsoft.com/office/drawing/2014/main" id="{6601F83A-8A5B-E289-4DAB-0BB9046CAA13}"/>
                  </a:ext>
                </a:extLst>
              </p14:cNvPr>
              <p14:cNvContentPartPr/>
              <p14:nvPr/>
            </p14:nvContentPartPr>
            <p14:xfrm>
              <a:off x="8155709" y="2133455"/>
              <a:ext cx="169920" cy="20520"/>
            </p14:xfrm>
          </p:contentPart>
        </mc:Choice>
        <mc:Fallback>
          <p:pic>
            <p:nvPicPr>
              <p:cNvPr id="22" name="Ink 21">
                <a:extLst>
                  <a:ext uri="{FF2B5EF4-FFF2-40B4-BE49-F238E27FC236}">
                    <a16:creationId xmlns:a16="http://schemas.microsoft.com/office/drawing/2014/main" id="{6601F83A-8A5B-E289-4DAB-0BB9046CAA13}"/>
                  </a:ext>
                </a:extLst>
              </p:cNvPr>
              <p:cNvPicPr/>
              <p:nvPr/>
            </p:nvPicPr>
            <p:blipFill>
              <a:blip r:embed="rId43"/>
              <a:stretch>
                <a:fillRect/>
              </a:stretch>
            </p:blipFill>
            <p:spPr>
              <a:xfrm>
                <a:off x="8149589" y="2127335"/>
                <a:ext cx="1821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3" name="Ink 22">
                <a:extLst>
                  <a:ext uri="{FF2B5EF4-FFF2-40B4-BE49-F238E27FC236}">
                    <a16:creationId xmlns:a16="http://schemas.microsoft.com/office/drawing/2014/main" id="{57B7DEAA-6633-2BA4-9473-2BDA40B3A6C7}"/>
                  </a:ext>
                </a:extLst>
              </p14:cNvPr>
              <p14:cNvContentPartPr/>
              <p14:nvPr/>
            </p14:nvContentPartPr>
            <p14:xfrm>
              <a:off x="8180549" y="2041295"/>
              <a:ext cx="69840" cy="245160"/>
            </p14:xfrm>
          </p:contentPart>
        </mc:Choice>
        <mc:Fallback>
          <p:pic>
            <p:nvPicPr>
              <p:cNvPr id="23" name="Ink 22">
                <a:extLst>
                  <a:ext uri="{FF2B5EF4-FFF2-40B4-BE49-F238E27FC236}">
                    <a16:creationId xmlns:a16="http://schemas.microsoft.com/office/drawing/2014/main" id="{57B7DEAA-6633-2BA4-9473-2BDA40B3A6C7}"/>
                  </a:ext>
                </a:extLst>
              </p:cNvPr>
              <p:cNvPicPr/>
              <p:nvPr/>
            </p:nvPicPr>
            <p:blipFill>
              <a:blip r:embed="rId45"/>
              <a:stretch>
                <a:fillRect/>
              </a:stretch>
            </p:blipFill>
            <p:spPr>
              <a:xfrm>
                <a:off x="8174429" y="2035175"/>
                <a:ext cx="8208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4" name="Ink 23">
                <a:extLst>
                  <a:ext uri="{FF2B5EF4-FFF2-40B4-BE49-F238E27FC236}">
                    <a16:creationId xmlns:a16="http://schemas.microsoft.com/office/drawing/2014/main" id="{49C6B141-6F71-D2A5-6C08-D8908DEA1AB5}"/>
                  </a:ext>
                </a:extLst>
              </p14:cNvPr>
              <p14:cNvContentPartPr/>
              <p14:nvPr/>
            </p14:nvContentPartPr>
            <p14:xfrm>
              <a:off x="8333189" y="2168735"/>
              <a:ext cx="20520" cy="20520"/>
            </p14:xfrm>
          </p:contentPart>
        </mc:Choice>
        <mc:Fallback>
          <p:pic>
            <p:nvPicPr>
              <p:cNvPr id="24" name="Ink 23">
                <a:extLst>
                  <a:ext uri="{FF2B5EF4-FFF2-40B4-BE49-F238E27FC236}">
                    <a16:creationId xmlns:a16="http://schemas.microsoft.com/office/drawing/2014/main" id="{49C6B141-6F71-D2A5-6C08-D8908DEA1AB5}"/>
                  </a:ext>
                </a:extLst>
              </p:cNvPr>
              <p:cNvPicPr/>
              <p:nvPr/>
            </p:nvPicPr>
            <p:blipFill>
              <a:blip r:embed="rId47"/>
              <a:stretch>
                <a:fillRect/>
              </a:stretch>
            </p:blipFill>
            <p:spPr>
              <a:xfrm>
                <a:off x="8327069" y="2162615"/>
                <a:ext cx="327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5" name="Ink 24">
                <a:extLst>
                  <a:ext uri="{FF2B5EF4-FFF2-40B4-BE49-F238E27FC236}">
                    <a16:creationId xmlns:a16="http://schemas.microsoft.com/office/drawing/2014/main" id="{AFA4EB89-C5F5-8374-80C1-8A7C9DC8ECC3}"/>
                  </a:ext>
                </a:extLst>
              </p14:cNvPr>
              <p14:cNvContentPartPr/>
              <p14:nvPr/>
            </p14:nvContentPartPr>
            <p14:xfrm>
              <a:off x="8487269" y="2151095"/>
              <a:ext cx="28080" cy="6840"/>
            </p14:xfrm>
          </p:contentPart>
        </mc:Choice>
        <mc:Fallback>
          <p:pic>
            <p:nvPicPr>
              <p:cNvPr id="25" name="Ink 24">
                <a:extLst>
                  <a:ext uri="{FF2B5EF4-FFF2-40B4-BE49-F238E27FC236}">
                    <a16:creationId xmlns:a16="http://schemas.microsoft.com/office/drawing/2014/main" id="{AFA4EB89-C5F5-8374-80C1-8A7C9DC8ECC3}"/>
                  </a:ext>
                </a:extLst>
              </p:cNvPr>
              <p:cNvPicPr/>
              <p:nvPr/>
            </p:nvPicPr>
            <p:blipFill>
              <a:blip r:embed="rId49"/>
              <a:stretch>
                <a:fillRect/>
              </a:stretch>
            </p:blipFill>
            <p:spPr>
              <a:xfrm>
                <a:off x="8481149" y="2144975"/>
                <a:ext cx="403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6" name="Ink 25">
                <a:extLst>
                  <a:ext uri="{FF2B5EF4-FFF2-40B4-BE49-F238E27FC236}">
                    <a16:creationId xmlns:a16="http://schemas.microsoft.com/office/drawing/2014/main" id="{A01C969C-8B61-9426-9147-B58FCACDD90B}"/>
                  </a:ext>
                </a:extLst>
              </p14:cNvPr>
              <p14:cNvContentPartPr/>
              <p14:nvPr/>
            </p14:nvContentPartPr>
            <p14:xfrm>
              <a:off x="8760149" y="1907735"/>
              <a:ext cx="211680" cy="344520"/>
            </p14:xfrm>
          </p:contentPart>
        </mc:Choice>
        <mc:Fallback>
          <p:pic>
            <p:nvPicPr>
              <p:cNvPr id="26" name="Ink 25">
                <a:extLst>
                  <a:ext uri="{FF2B5EF4-FFF2-40B4-BE49-F238E27FC236}">
                    <a16:creationId xmlns:a16="http://schemas.microsoft.com/office/drawing/2014/main" id="{A01C969C-8B61-9426-9147-B58FCACDD90B}"/>
                  </a:ext>
                </a:extLst>
              </p:cNvPr>
              <p:cNvPicPr/>
              <p:nvPr/>
            </p:nvPicPr>
            <p:blipFill>
              <a:blip r:embed="rId51"/>
              <a:stretch>
                <a:fillRect/>
              </a:stretch>
            </p:blipFill>
            <p:spPr>
              <a:xfrm>
                <a:off x="8754029" y="1901615"/>
                <a:ext cx="223920" cy="3567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7" name="Ink 26">
                <a:extLst>
                  <a:ext uri="{FF2B5EF4-FFF2-40B4-BE49-F238E27FC236}">
                    <a16:creationId xmlns:a16="http://schemas.microsoft.com/office/drawing/2014/main" id="{ACF21707-32E8-2661-AEB8-B039BAFC784B}"/>
                  </a:ext>
                </a:extLst>
              </p14:cNvPr>
              <p14:cNvContentPartPr/>
              <p14:nvPr/>
            </p14:nvContentPartPr>
            <p14:xfrm>
              <a:off x="8697869" y="2002415"/>
              <a:ext cx="199800" cy="203400"/>
            </p14:xfrm>
          </p:contentPart>
        </mc:Choice>
        <mc:Fallback>
          <p:pic>
            <p:nvPicPr>
              <p:cNvPr id="27" name="Ink 26">
                <a:extLst>
                  <a:ext uri="{FF2B5EF4-FFF2-40B4-BE49-F238E27FC236}">
                    <a16:creationId xmlns:a16="http://schemas.microsoft.com/office/drawing/2014/main" id="{ACF21707-32E8-2661-AEB8-B039BAFC784B}"/>
                  </a:ext>
                </a:extLst>
              </p:cNvPr>
              <p:cNvPicPr/>
              <p:nvPr/>
            </p:nvPicPr>
            <p:blipFill>
              <a:blip r:embed="rId53"/>
              <a:stretch>
                <a:fillRect/>
              </a:stretch>
            </p:blipFill>
            <p:spPr>
              <a:xfrm>
                <a:off x="8691749" y="1996295"/>
                <a:ext cx="21204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8" name="Ink 27">
                <a:extLst>
                  <a:ext uri="{FF2B5EF4-FFF2-40B4-BE49-F238E27FC236}">
                    <a16:creationId xmlns:a16="http://schemas.microsoft.com/office/drawing/2014/main" id="{A78824F1-F26E-9E9B-AE4D-E1A8E83BADC5}"/>
                  </a:ext>
                </a:extLst>
              </p14:cNvPr>
              <p14:cNvContentPartPr/>
              <p14:nvPr/>
            </p14:nvContentPartPr>
            <p14:xfrm>
              <a:off x="9009269" y="2050295"/>
              <a:ext cx="74880" cy="34560"/>
            </p14:xfrm>
          </p:contentPart>
        </mc:Choice>
        <mc:Fallback>
          <p:pic>
            <p:nvPicPr>
              <p:cNvPr id="28" name="Ink 27">
                <a:extLst>
                  <a:ext uri="{FF2B5EF4-FFF2-40B4-BE49-F238E27FC236}">
                    <a16:creationId xmlns:a16="http://schemas.microsoft.com/office/drawing/2014/main" id="{A78824F1-F26E-9E9B-AE4D-E1A8E83BADC5}"/>
                  </a:ext>
                </a:extLst>
              </p:cNvPr>
              <p:cNvPicPr/>
              <p:nvPr/>
            </p:nvPicPr>
            <p:blipFill>
              <a:blip r:embed="rId55"/>
              <a:stretch>
                <a:fillRect/>
              </a:stretch>
            </p:blipFill>
            <p:spPr>
              <a:xfrm>
                <a:off x="9003149" y="2044175"/>
                <a:ext cx="8712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9" name="Ink 28">
                <a:extLst>
                  <a:ext uri="{FF2B5EF4-FFF2-40B4-BE49-F238E27FC236}">
                    <a16:creationId xmlns:a16="http://schemas.microsoft.com/office/drawing/2014/main" id="{6F7D245C-F8FA-8573-63C6-316862622153}"/>
                  </a:ext>
                </a:extLst>
              </p14:cNvPr>
              <p14:cNvContentPartPr/>
              <p14:nvPr/>
            </p14:nvContentPartPr>
            <p14:xfrm>
              <a:off x="8989109" y="2064695"/>
              <a:ext cx="79920" cy="207720"/>
            </p14:xfrm>
          </p:contentPart>
        </mc:Choice>
        <mc:Fallback>
          <p:pic>
            <p:nvPicPr>
              <p:cNvPr id="29" name="Ink 28">
                <a:extLst>
                  <a:ext uri="{FF2B5EF4-FFF2-40B4-BE49-F238E27FC236}">
                    <a16:creationId xmlns:a16="http://schemas.microsoft.com/office/drawing/2014/main" id="{6F7D245C-F8FA-8573-63C6-316862622153}"/>
                  </a:ext>
                </a:extLst>
              </p:cNvPr>
              <p:cNvPicPr/>
              <p:nvPr/>
            </p:nvPicPr>
            <p:blipFill>
              <a:blip r:embed="rId57"/>
              <a:stretch>
                <a:fillRect/>
              </a:stretch>
            </p:blipFill>
            <p:spPr>
              <a:xfrm>
                <a:off x="8982989" y="2058575"/>
                <a:ext cx="9216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0" name="Ink 29">
                <a:extLst>
                  <a:ext uri="{FF2B5EF4-FFF2-40B4-BE49-F238E27FC236}">
                    <a16:creationId xmlns:a16="http://schemas.microsoft.com/office/drawing/2014/main" id="{04DA64B3-A620-2C85-81D4-A585F5A096EF}"/>
                  </a:ext>
                </a:extLst>
              </p14:cNvPr>
              <p14:cNvContentPartPr/>
              <p14:nvPr/>
            </p14:nvContentPartPr>
            <p14:xfrm>
              <a:off x="7092269" y="2380775"/>
              <a:ext cx="2007000" cy="45000"/>
            </p14:xfrm>
          </p:contentPart>
        </mc:Choice>
        <mc:Fallback>
          <p:pic>
            <p:nvPicPr>
              <p:cNvPr id="30" name="Ink 29">
                <a:extLst>
                  <a:ext uri="{FF2B5EF4-FFF2-40B4-BE49-F238E27FC236}">
                    <a16:creationId xmlns:a16="http://schemas.microsoft.com/office/drawing/2014/main" id="{04DA64B3-A620-2C85-81D4-A585F5A096EF}"/>
                  </a:ext>
                </a:extLst>
              </p:cNvPr>
              <p:cNvPicPr/>
              <p:nvPr/>
            </p:nvPicPr>
            <p:blipFill>
              <a:blip r:embed="rId59"/>
              <a:stretch>
                <a:fillRect/>
              </a:stretch>
            </p:blipFill>
            <p:spPr>
              <a:xfrm>
                <a:off x="7086149" y="2374655"/>
                <a:ext cx="201924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1" name="Ink 30">
                <a:extLst>
                  <a:ext uri="{FF2B5EF4-FFF2-40B4-BE49-F238E27FC236}">
                    <a16:creationId xmlns:a16="http://schemas.microsoft.com/office/drawing/2014/main" id="{C7C24DC4-6DA4-42D6-672B-66F34DB56C8D}"/>
                  </a:ext>
                </a:extLst>
              </p14:cNvPr>
              <p14:cNvContentPartPr/>
              <p14:nvPr/>
            </p14:nvContentPartPr>
            <p14:xfrm>
              <a:off x="8195669" y="2476535"/>
              <a:ext cx="197280" cy="45720"/>
            </p14:xfrm>
          </p:contentPart>
        </mc:Choice>
        <mc:Fallback>
          <p:pic>
            <p:nvPicPr>
              <p:cNvPr id="31" name="Ink 30">
                <a:extLst>
                  <a:ext uri="{FF2B5EF4-FFF2-40B4-BE49-F238E27FC236}">
                    <a16:creationId xmlns:a16="http://schemas.microsoft.com/office/drawing/2014/main" id="{C7C24DC4-6DA4-42D6-672B-66F34DB56C8D}"/>
                  </a:ext>
                </a:extLst>
              </p:cNvPr>
              <p:cNvPicPr/>
              <p:nvPr/>
            </p:nvPicPr>
            <p:blipFill>
              <a:blip r:embed="rId61"/>
              <a:stretch>
                <a:fillRect/>
              </a:stretch>
            </p:blipFill>
            <p:spPr>
              <a:xfrm>
                <a:off x="8189549" y="2470415"/>
                <a:ext cx="20952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2" name="Ink 31">
                <a:extLst>
                  <a:ext uri="{FF2B5EF4-FFF2-40B4-BE49-F238E27FC236}">
                    <a16:creationId xmlns:a16="http://schemas.microsoft.com/office/drawing/2014/main" id="{D09E5C23-D5CC-85F5-973A-709C30FC3C43}"/>
                  </a:ext>
                </a:extLst>
              </p14:cNvPr>
              <p14:cNvContentPartPr/>
              <p14:nvPr/>
            </p14:nvContentPartPr>
            <p14:xfrm>
              <a:off x="8277749" y="2442335"/>
              <a:ext cx="6840" cy="6840"/>
            </p14:xfrm>
          </p:contentPart>
        </mc:Choice>
        <mc:Fallback>
          <p:pic>
            <p:nvPicPr>
              <p:cNvPr id="32" name="Ink 31">
                <a:extLst>
                  <a:ext uri="{FF2B5EF4-FFF2-40B4-BE49-F238E27FC236}">
                    <a16:creationId xmlns:a16="http://schemas.microsoft.com/office/drawing/2014/main" id="{D09E5C23-D5CC-85F5-973A-709C30FC3C43}"/>
                  </a:ext>
                </a:extLst>
              </p:cNvPr>
              <p:cNvPicPr/>
              <p:nvPr/>
            </p:nvPicPr>
            <p:blipFill>
              <a:blip r:embed="rId63"/>
              <a:stretch>
                <a:fillRect/>
              </a:stretch>
            </p:blipFill>
            <p:spPr>
              <a:xfrm>
                <a:off x="8271629" y="2436215"/>
                <a:ext cx="19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3" name="Ink 32">
                <a:extLst>
                  <a:ext uri="{FF2B5EF4-FFF2-40B4-BE49-F238E27FC236}">
                    <a16:creationId xmlns:a16="http://schemas.microsoft.com/office/drawing/2014/main" id="{FAACC902-4547-21A8-B73F-BBB2D54E5884}"/>
                  </a:ext>
                </a:extLst>
              </p14:cNvPr>
              <p14:cNvContentPartPr/>
              <p14:nvPr/>
            </p14:nvContentPartPr>
            <p14:xfrm>
              <a:off x="8172989" y="2485175"/>
              <a:ext cx="232920" cy="257400"/>
            </p14:xfrm>
          </p:contentPart>
        </mc:Choice>
        <mc:Fallback>
          <p:pic>
            <p:nvPicPr>
              <p:cNvPr id="33" name="Ink 32">
                <a:extLst>
                  <a:ext uri="{FF2B5EF4-FFF2-40B4-BE49-F238E27FC236}">
                    <a16:creationId xmlns:a16="http://schemas.microsoft.com/office/drawing/2014/main" id="{FAACC902-4547-21A8-B73F-BBB2D54E5884}"/>
                  </a:ext>
                </a:extLst>
              </p:cNvPr>
              <p:cNvPicPr/>
              <p:nvPr/>
            </p:nvPicPr>
            <p:blipFill>
              <a:blip r:embed="rId65"/>
              <a:stretch>
                <a:fillRect/>
              </a:stretch>
            </p:blipFill>
            <p:spPr>
              <a:xfrm>
                <a:off x="8166869" y="2479055"/>
                <a:ext cx="24516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7480FB03-A6B7-9E6B-9C10-977B388FAF34}"/>
                  </a:ext>
                </a:extLst>
              </p14:cNvPr>
              <p14:cNvContentPartPr/>
              <p14:nvPr/>
            </p14:nvContentPartPr>
            <p14:xfrm>
              <a:off x="9401669" y="1930775"/>
              <a:ext cx="1823040" cy="4467960"/>
            </p14:xfrm>
          </p:contentPart>
        </mc:Choice>
        <mc:Fallback>
          <p:pic>
            <p:nvPicPr>
              <p:cNvPr id="36" name="Ink 35">
                <a:extLst>
                  <a:ext uri="{FF2B5EF4-FFF2-40B4-BE49-F238E27FC236}">
                    <a16:creationId xmlns:a16="http://schemas.microsoft.com/office/drawing/2014/main" id="{7480FB03-A6B7-9E6B-9C10-977B388FAF34}"/>
                  </a:ext>
                </a:extLst>
              </p:cNvPr>
              <p:cNvPicPr/>
              <p:nvPr/>
            </p:nvPicPr>
            <p:blipFill>
              <a:blip r:embed="rId67"/>
              <a:stretch>
                <a:fillRect/>
              </a:stretch>
            </p:blipFill>
            <p:spPr>
              <a:xfrm>
                <a:off x="9395549" y="1924655"/>
                <a:ext cx="1835280" cy="44802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8" name="Ink 37">
                <a:extLst>
                  <a:ext uri="{FF2B5EF4-FFF2-40B4-BE49-F238E27FC236}">
                    <a16:creationId xmlns:a16="http://schemas.microsoft.com/office/drawing/2014/main" id="{D868353E-FC43-D278-2E54-9DD2192E0A06}"/>
                  </a:ext>
                </a:extLst>
              </p14:cNvPr>
              <p14:cNvContentPartPr/>
              <p14:nvPr/>
            </p14:nvContentPartPr>
            <p14:xfrm>
              <a:off x="9301949" y="6176975"/>
              <a:ext cx="501120" cy="549000"/>
            </p14:xfrm>
          </p:contentPart>
        </mc:Choice>
        <mc:Fallback>
          <p:pic>
            <p:nvPicPr>
              <p:cNvPr id="38" name="Ink 37">
                <a:extLst>
                  <a:ext uri="{FF2B5EF4-FFF2-40B4-BE49-F238E27FC236}">
                    <a16:creationId xmlns:a16="http://schemas.microsoft.com/office/drawing/2014/main" id="{D868353E-FC43-D278-2E54-9DD2192E0A06}"/>
                  </a:ext>
                </a:extLst>
              </p:cNvPr>
              <p:cNvPicPr/>
              <p:nvPr/>
            </p:nvPicPr>
            <p:blipFill>
              <a:blip r:embed="rId69"/>
              <a:stretch>
                <a:fillRect/>
              </a:stretch>
            </p:blipFill>
            <p:spPr>
              <a:xfrm>
                <a:off x="9295829" y="6170855"/>
                <a:ext cx="513360" cy="5612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9" name="Ink 38">
                <a:extLst>
                  <a:ext uri="{FF2B5EF4-FFF2-40B4-BE49-F238E27FC236}">
                    <a16:creationId xmlns:a16="http://schemas.microsoft.com/office/drawing/2014/main" id="{ECF50C70-1F6E-8B19-BCAD-A634B24F18F2}"/>
                  </a:ext>
                </a:extLst>
              </p14:cNvPr>
              <p14:cNvContentPartPr/>
              <p14:nvPr/>
            </p14:nvContentPartPr>
            <p14:xfrm>
              <a:off x="9825389" y="6567935"/>
              <a:ext cx="187560" cy="153360"/>
            </p14:xfrm>
          </p:contentPart>
        </mc:Choice>
        <mc:Fallback>
          <p:pic>
            <p:nvPicPr>
              <p:cNvPr id="39" name="Ink 38">
                <a:extLst>
                  <a:ext uri="{FF2B5EF4-FFF2-40B4-BE49-F238E27FC236}">
                    <a16:creationId xmlns:a16="http://schemas.microsoft.com/office/drawing/2014/main" id="{ECF50C70-1F6E-8B19-BCAD-A634B24F18F2}"/>
                  </a:ext>
                </a:extLst>
              </p:cNvPr>
              <p:cNvPicPr/>
              <p:nvPr/>
            </p:nvPicPr>
            <p:blipFill>
              <a:blip r:embed="rId71"/>
              <a:stretch>
                <a:fillRect/>
              </a:stretch>
            </p:blipFill>
            <p:spPr>
              <a:xfrm>
                <a:off x="9819269" y="6561815"/>
                <a:ext cx="19980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0" name="Ink 39">
                <a:extLst>
                  <a:ext uri="{FF2B5EF4-FFF2-40B4-BE49-F238E27FC236}">
                    <a16:creationId xmlns:a16="http://schemas.microsoft.com/office/drawing/2014/main" id="{9E693949-F3B4-2E98-8FEA-A2E0D67E9971}"/>
                  </a:ext>
                </a:extLst>
              </p14:cNvPr>
              <p14:cNvContentPartPr/>
              <p14:nvPr/>
            </p14:nvContentPartPr>
            <p14:xfrm>
              <a:off x="10074149" y="6350855"/>
              <a:ext cx="28800" cy="461160"/>
            </p14:xfrm>
          </p:contentPart>
        </mc:Choice>
        <mc:Fallback>
          <p:pic>
            <p:nvPicPr>
              <p:cNvPr id="40" name="Ink 39">
                <a:extLst>
                  <a:ext uri="{FF2B5EF4-FFF2-40B4-BE49-F238E27FC236}">
                    <a16:creationId xmlns:a16="http://schemas.microsoft.com/office/drawing/2014/main" id="{9E693949-F3B4-2E98-8FEA-A2E0D67E9971}"/>
                  </a:ext>
                </a:extLst>
              </p:cNvPr>
              <p:cNvPicPr/>
              <p:nvPr/>
            </p:nvPicPr>
            <p:blipFill>
              <a:blip r:embed="rId73"/>
              <a:stretch>
                <a:fillRect/>
              </a:stretch>
            </p:blipFill>
            <p:spPr>
              <a:xfrm>
                <a:off x="10068029" y="6344735"/>
                <a:ext cx="41040" cy="473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1" name="Ink 40">
                <a:extLst>
                  <a:ext uri="{FF2B5EF4-FFF2-40B4-BE49-F238E27FC236}">
                    <a16:creationId xmlns:a16="http://schemas.microsoft.com/office/drawing/2014/main" id="{DDAB2FE5-8FE1-F7D6-3316-5443C82D7C84}"/>
                  </a:ext>
                </a:extLst>
              </p14:cNvPr>
              <p14:cNvContentPartPr/>
              <p14:nvPr/>
            </p14:nvContentPartPr>
            <p14:xfrm>
              <a:off x="10134269" y="6553895"/>
              <a:ext cx="218520" cy="126000"/>
            </p14:xfrm>
          </p:contentPart>
        </mc:Choice>
        <mc:Fallback>
          <p:pic>
            <p:nvPicPr>
              <p:cNvPr id="41" name="Ink 40">
                <a:extLst>
                  <a:ext uri="{FF2B5EF4-FFF2-40B4-BE49-F238E27FC236}">
                    <a16:creationId xmlns:a16="http://schemas.microsoft.com/office/drawing/2014/main" id="{DDAB2FE5-8FE1-F7D6-3316-5443C82D7C84}"/>
                  </a:ext>
                </a:extLst>
              </p:cNvPr>
              <p:cNvPicPr/>
              <p:nvPr/>
            </p:nvPicPr>
            <p:blipFill>
              <a:blip r:embed="rId75"/>
              <a:stretch>
                <a:fillRect/>
              </a:stretch>
            </p:blipFill>
            <p:spPr>
              <a:xfrm>
                <a:off x="10128149" y="6547775"/>
                <a:ext cx="230760" cy="138240"/>
              </a:xfrm>
              <a:prstGeom prst="rect">
                <a:avLst/>
              </a:prstGeom>
            </p:spPr>
          </p:pic>
        </mc:Fallback>
      </mc:AlternateContent>
      <p:grpSp>
        <p:nvGrpSpPr>
          <p:cNvPr id="48" name="Group 47">
            <a:extLst>
              <a:ext uri="{FF2B5EF4-FFF2-40B4-BE49-F238E27FC236}">
                <a16:creationId xmlns:a16="http://schemas.microsoft.com/office/drawing/2014/main" id="{D5355F1E-B398-ED24-A85E-32152D8E7860}"/>
              </a:ext>
            </a:extLst>
          </p:cNvPr>
          <p:cNvGrpSpPr/>
          <p:nvPr/>
        </p:nvGrpSpPr>
        <p:grpSpPr>
          <a:xfrm>
            <a:off x="10712429" y="6239975"/>
            <a:ext cx="1369800" cy="420480"/>
            <a:chOff x="10712429" y="6239975"/>
            <a:chExt cx="1369800" cy="420480"/>
          </a:xfrm>
        </p:grpSpPr>
        <mc:AlternateContent xmlns:mc="http://schemas.openxmlformats.org/markup-compatibility/2006">
          <mc:Choice xmlns:p14="http://schemas.microsoft.com/office/powerpoint/2010/main" Requires="p14">
            <p:contentPart p14:bwMode="auto" r:id="rId76">
              <p14:nvContentPartPr>
                <p14:cNvPr id="42" name="Ink 41">
                  <a:extLst>
                    <a:ext uri="{FF2B5EF4-FFF2-40B4-BE49-F238E27FC236}">
                      <a16:creationId xmlns:a16="http://schemas.microsoft.com/office/drawing/2014/main" id="{8D09C838-FDB9-E5F7-986B-5EC2E74D9A08}"/>
                    </a:ext>
                  </a:extLst>
                </p14:cNvPr>
                <p14:cNvContentPartPr/>
                <p14:nvPr/>
              </p14:nvContentPartPr>
              <p14:xfrm>
                <a:off x="10712429" y="6500975"/>
                <a:ext cx="423720" cy="122760"/>
              </p14:xfrm>
            </p:contentPart>
          </mc:Choice>
          <mc:Fallback>
            <p:pic>
              <p:nvPicPr>
                <p:cNvPr id="42" name="Ink 41">
                  <a:extLst>
                    <a:ext uri="{FF2B5EF4-FFF2-40B4-BE49-F238E27FC236}">
                      <a16:creationId xmlns:a16="http://schemas.microsoft.com/office/drawing/2014/main" id="{8D09C838-FDB9-E5F7-986B-5EC2E74D9A08}"/>
                    </a:ext>
                  </a:extLst>
                </p:cNvPr>
                <p:cNvPicPr/>
                <p:nvPr/>
              </p:nvPicPr>
              <p:blipFill>
                <a:blip r:embed="rId77"/>
                <a:stretch>
                  <a:fillRect/>
                </a:stretch>
              </p:blipFill>
              <p:spPr>
                <a:xfrm>
                  <a:off x="10706309" y="6494855"/>
                  <a:ext cx="43596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3" name="Ink 42">
                  <a:extLst>
                    <a:ext uri="{FF2B5EF4-FFF2-40B4-BE49-F238E27FC236}">
                      <a16:creationId xmlns:a16="http://schemas.microsoft.com/office/drawing/2014/main" id="{0537742A-009B-A67E-5962-13E35B7FF8D2}"/>
                    </a:ext>
                  </a:extLst>
                </p14:cNvPr>
                <p14:cNvContentPartPr/>
                <p14:nvPr/>
              </p14:nvContentPartPr>
              <p14:xfrm>
                <a:off x="11213909" y="6495935"/>
                <a:ext cx="182520" cy="140400"/>
              </p14:xfrm>
            </p:contentPart>
          </mc:Choice>
          <mc:Fallback>
            <p:pic>
              <p:nvPicPr>
                <p:cNvPr id="43" name="Ink 42">
                  <a:extLst>
                    <a:ext uri="{FF2B5EF4-FFF2-40B4-BE49-F238E27FC236}">
                      <a16:creationId xmlns:a16="http://schemas.microsoft.com/office/drawing/2014/main" id="{0537742A-009B-A67E-5962-13E35B7FF8D2}"/>
                    </a:ext>
                  </a:extLst>
                </p:cNvPr>
                <p:cNvPicPr/>
                <p:nvPr/>
              </p:nvPicPr>
              <p:blipFill>
                <a:blip r:embed="rId79"/>
                <a:stretch>
                  <a:fillRect/>
                </a:stretch>
              </p:blipFill>
              <p:spPr>
                <a:xfrm>
                  <a:off x="11207789" y="6489815"/>
                  <a:ext cx="1947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6" name="Ink 45">
                  <a:extLst>
                    <a:ext uri="{FF2B5EF4-FFF2-40B4-BE49-F238E27FC236}">
                      <a16:creationId xmlns:a16="http://schemas.microsoft.com/office/drawing/2014/main" id="{6E68195E-D353-9F9D-99C5-6C9639C86603}"/>
                    </a:ext>
                  </a:extLst>
                </p14:cNvPr>
                <p14:cNvContentPartPr/>
                <p14:nvPr/>
              </p14:nvContentPartPr>
              <p14:xfrm>
                <a:off x="11334869" y="6506375"/>
                <a:ext cx="326880" cy="154080"/>
              </p14:xfrm>
            </p:contentPart>
          </mc:Choice>
          <mc:Fallback>
            <p:pic>
              <p:nvPicPr>
                <p:cNvPr id="46" name="Ink 45">
                  <a:extLst>
                    <a:ext uri="{FF2B5EF4-FFF2-40B4-BE49-F238E27FC236}">
                      <a16:creationId xmlns:a16="http://schemas.microsoft.com/office/drawing/2014/main" id="{6E68195E-D353-9F9D-99C5-6C9639C86603}"/>
                    </a:ext>
                  </a:extLst>
                </p:cNvPr>
                <p:cNvPicPr/>
                <p:nvPr/>
              </p:nvPicPr>
              <p:blipFill>
                <a:blip r:embed="rId81"/>
                <a:stretch>
                  <a:fillRect/>
                </a:stretch>
              </p:blipFill>
              <p:spPr>
                <a:xfrm>
                  <a:off x="11328749" y="6500255"/>
                  <a:ext cx="33912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7" name="Ink 46">
                  <a:extLst>
                    <a:ext uri="{FF2B5EF4-FFF2-40B4-BE49-F238E27FC236}">
                      <a16:creationId xmlns:a16="http://schemas.microsoft.com/office/drawing/2014/main" id="{7F927986-35DF-CB10-322E-BCDDCC9EDE48}"/>
                    </a:ext>
                  </a:extLst>
                </p14:cNvPr>
                <p14:cNvContentPartPr/>
                <p14:nvPr/>
              </p14:nvContentPartPr>
              <p14:xfrm>
                <a:off x="11761469" y="6239975"/>
                <a:ext cx="320760" cy="385920"/>
              </p14:xfrm>
            </p:contentPart>
          </mc:Choice>
          <mc:Fallback>
            <p:pic>
              <p:nvPicPr>
                <p:cNvPr id="47" name="Ink 46">
                  <a:extLst>
                    <a:ext uri="{FF2B5EF4-FFF2-40B4-BE49-F238E27FC236}">
                      <a16:creationId xmlns:a16="http://schemas.microsoft.com/office/drawing/2014/main" id="{7F927986-35DF-CB10-322E-BCDDCC9EDE48}"/>
                    </a:ext>
                  </a:extLst>
                </p:cNvPr>
                <p:cNvPicPr/>
                <p:nvPr/>
              </p:nvPicPr>
              <p:blipFill>
                <a:blip r:embed="rId83"/>
                <a:stretch>
                  <a:fillRect/>
                </a:stretch>
              </p:blipFill>
              <p:spPr>
                <a:xfrm>
                  <a:off x="11755349" y="6233855"/>
                  <a:ext cx="333000" cy="398160"/>
                </a:xfrm>
                <a:prstGeom prst="rect">
                  <a:avLst/>
                </a:prstGeom>
              </p:spPr>
            </p:pic>
          </mc:Fallback>
        </mc:AlternateContent>
      </p:grpSp>
      <p:grpSp>
        <p:nvGrpSpPr>
          <p:cNvPr id="51" name="Group 50">
            <a:extLst>
              <a:ext uri="{FF2B5EF4-FFF2-40B4-BE49-F238E27FC236}">
                <a16:creationId xmlns:a16="http://schemas.microsoft.com/office/drawing/2014/main" id="{87FAA245-90A2-F397-CC9B-D51C371EE2C2}"/>
              </a:ext>
            </a:extLst>
          </p:cNvPr>
          <p:cNvGrpSpPr/>
          <p:nvPr/>
        </p:nvGrpSpPr>
        <p:grpSpPr>
          <a:xfrm>
            <a:off x="247589" y="2680295"/>
            <a:ext cx="1017360" cy="558360"/>
            <a:chOff x="247589" y="2680295"/>
            <a:chExt cx="1017360" cy="558360"/>
          </a:xfrm>
        </p:grpSpPr>
        <mc:AlternateContent xmlns:mc="http://schemas.openxmlformats.org/markup-compatibility/2006">
          <mc:Choice xmlns:p14="http://schemas.microsoft.com/office/powerpoint/2010/main" Requires="p14">
            <p:contentPart p14:bwMode="auto" r:id="rId84">
              <p14:nvContentPartPr>
                <p14:cNvPr id="49" name="Ink 48">
                  <a:extLst>
                    <a:ext uri="{FF2B5EF4-FFF2-40B4-BE49-F238E27FC236}">
                      <a16:creationId xmlns:a16="http://schemas.microsoft.com/office/drawing/2014/main" id="{D5BA2012-B9FD-3807-12CF-BCD376A583AD}"/>
                    </a:ext>
                  </a:extLst>
                </p14:cNvPr>
                <p14:cNvContentPartPr/>
                <p14:nvPr/>
              </p14:nvContentPartPr>
              <p14:xfrm>
                <a:off x="247589" y="2850935"/>
                <a:ext cx="793800" cy="159120"/>
              </p14:xfrm>
            </p:contentPart>
          </mc:Choice>
          <mc:Fallback>
            <p:pic>
              <p:nvPicPr>
                <p:cNvPr id="49" name="Ink 48">
                  <a:extLst>
                    <a:ext uri="{FF2B5EF4-FFF2-40B4-BE49-F238E27FC236}">
                      <a16:creationId xmlns:a16="http://schemas.microsoft.com/office/drawing/2014/main" id="{D5BA2012-B9FD-3807-12CF-BCD376A583AD}"/>
                    </a:ext>
                  </a:extLst>
                </p:cNvPr>
                <p:cNvPicPr/>
                <p:nvPr/>
              </p:nvPicPr>
              <p:blipFill>
                <a:blip r:embed="rId85"/>
                <a:stretch>
                  <a:fillRect/>
                </a:stretch>
              </p:blipFill>
              <p:spPr>
                <a:xfrm>
                  <a:off x="241469" y="2844815"/>
                  <a:ext cx="80604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15BCFA90-D455-313C-FD60-930CAE5D9BE4}"/>
                    </a:ext>
                  </a:extLst>
                </p14:cNvPr>
                <p14:cNvContentPartPr/>
                <p14:nvPr/>
              </p14:nvContentPartPr>
              <p14:xfrm>
                <a:off x="885509" y="2680295"/>
                <a:ext cx="379440" cy="558360"/>
              </p14:xfrm>
            </p:contentPart>
          </mc:Choice>
          <mc:Fallback>
            <p:pic>
              <p:nvPicPr>
                <p:cNvPr id="50" name="Ink 49">
                  <a:extLst>
                    <a:ext uri="{FF2B5EF4-FFF2-40B4-BE49-F238E27FC236}">
                      <a16:creationId xmlns:a16="http://schemas.microsoft.com/office/drawing/2014/main" id="{15BCFA90-D455-313C-FD60-930CAE5D9BE4}"/>
                    </a:ext>
                  </a:extLst>
                </p:cNvPr>
                <p:cNvPicPr/>
                <p:nvPr/>
              </p:nvPicPr>
              <p:blipFill>
                <a:blip r:embed="rId87"/>
                <a:stretch>
                  <a:fillRect/>
                </a:stretch>
              </p:blipFill>
              <p:spPr>
                <a:xfrm>
                  <a:off x="879389" y="2674175"/>
                  <a:ext cx="391680" cy="570600"/>
                </a:xfrm>
                <a:prstGeom prst="rect">
                  <a:avLst/>
                </a:prstGeom>
              </p:spPr>
            </p:pic>
          </mc:Fallback>
        </mc:AlternateContent>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85"/>
          <p:cNvSpPr txBox="1">
            <a:spLocks noGrp="1"/>
          </p:cNvSpPr>
          <p:nvPr>
            <p:ph type="title"/>
          </p:nvPr>
        </p:nvSpPr>
        <p:spPr>
          <a:xfrm>
            <a:off x="82550" y="160337"/>
            <a:ext cx="100776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800"/>
              <a:buFont typeface="Helvetica Neue"/>
              <a:buNone/>
            </a:pPr>
            <a:r>
              <a:rPr lang="en-US" sz="2800" b="1" i="0" u="none">
                <a:solidFill>
                  <a:schemeClr val="lt1"/>
                </a:solidFill>
                <a:latin typeface="Helvetica Neue"/>
                <a:ea typeface="Helvetica Neue"/>
                <a:cs typeface="Helvetica Neue"/>
                <a:sym typeface="Helvetica Neue"/>
              </a:rPr>
              <a:t>Central Limit Theorem</a:t>
            </a:r>
            <a:endParaRPr/>
          </a:p>
        </p:txBody>
      </p:sp>
      <p:sp>
        <p:nvSpPr>
          <p:cNvPr id="538" name="Google Shape;538;p85"/>
          <p:cNvSpPr txBox="1"/>
          <p:nvPr/>
        </p:nvSpPr>
        <p:spPr>
          <a:xfrm>
            <a:off x="422651" y="1194870"/>
            <a:ext cx="11339700" cy="5159700"/>
          </a:xfrm>
          <a:prstGeom prst="rect">
            <a:avLst/>
          </a:prstGeom>
          <a:blipFill rotWithShape="1">
            <a:blip r:embed="rId3">
              <a:alphaModFix/>
            </a:blip>
            <a:stretch>
              <a:fillRect l="-1259" t="-1539" r="-31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2800"/>
              <a:buFont typeface="Arial"/>
              <a:buChar char="•"/>
            </a:pPr>
            <a:r>
              <a:rPr lang="en-US" sz="2800" b="0" i="0" u="none" strike="noStrike" cap="none">
                <a:latin typeface="Calibri"/>
                <a:ea typeface="Calibri"/>
                <a:cs typeface="Calibri"/>
                <a:sym typeface="Calibri"/>
              </a:rPr>
              <a:t> </a:t>
            </a:r>
            <a:endParaRPr/>
          </a:p>
        </p:txBody>
      </p:sp>
      <p:sp>
        <p:nvSpPr>
          <p:cNvPr id="539" name="Google Shape;539;p85"/>
          <p:cNvSpPr txBox="1"/>
          <p:nvPr/>
        </p:nvSpPr>
        <p:spPr>
          <a:xfrm>
            <a:off x="6783562" y="5163183"/>
            <a:ext cx="1395000" cy="5331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559"/>
              <a:buFont typeface="Calibri"/>
              <a:buNone/>
            </a:pPr>
            <a:r>
              <a:rPr lang="en-US" sz="1559" b="0" i="0" u="none" strike="noStrike" cap="none">
                <a:latin typeface="Calibri"/>
                <a:ea typeface="Calibri"/>
                <a:cs typeface="Calibri"/>
                <a:sym typeface="Calibri"/>
              </a:rPr>
              <a:t> </a:t>
            </a:r>
            <a:endParaRPr/>
          </a:p>
        </p:txBody>
      </p:sp>
      <p:sp>
        <p:nvSpPr>
          <p:cNvPr id="540" name="Google Shape;540;p85"/>
          <p:cNvSpPr txBox="1"/>
          <p:nvPr/>
        </p:nvSpPr>
        <p:spPr>
          <a:xfrm>
            <a:off x="9002955" y="4925243"/>
            <a:ext cx="1680900" cy="10089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559"/>
              <a:buFont typeface="Calibri"/>
              <a:buNone/>
            </a:pPr>
            <a:r>
              <a:rPr lang="en-US" sz="1559" b="0" i="0" u="none" strike="noStrike" cap="none">
                <a:latin typeface="Calibri"/>
                <a:ea typeface="Calibri"/>
                <a:cs typeface="Calibri"/>
                <a:sym typeface="Calibri"/>
              </a:rPr>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8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Z score for sample means</a:t>
            </a:r>
            <a:endParaRPr/>
          </a:p>
        </p:txBody>
      </p:sp>
      <p:sp>
        <p:nvSpPr>
          <p:cNvPr id="546" name="Google Shape;546;p86"/>
          <p:cNvSpPr txBox="1"/>
          <p:nvPr/>
        </p:nvSpPr>
        <p:spPr>
          <a:xfrm>
            <a:off x="395415" y="1011349"/>
            <a:ext cx="11343600" cy="4979400"/>
          </a:xfrm>
          <a:prstGeom prst="rect">
            <a:avLst/>
          </a:prstGeom>
          <a:blipFill rotWithShape="1">
            <a:blip r:embed="rId3">
              <a:alphaModFix/>
            </a:blip>
            <a:stretch>
              <a:fillRect l="-969" t="-1219" r="-1339" b="-256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800"/>
              <a:buFont typeface="Calibri"/>
              <a:buNone/>
            </a:pPr>
            <a:r>
              <a:rPr lang="en-US" sz="1800" b="0" i="0" u="none" strike="noStrike" cap="none">
                <a:latin typeface="Calibri"/>
                <a:ea typeface="Calibri"/>
                <a:cs typeface="Calibri"/>
                <a:sym typeface="Calibri"/>
              </a:rPr>
              <a:t> </a:t>
            </a:r>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A100E67-4674-AB09-C001-2687FEECD7C7}"/>
                  </a:ext>
                </a:extLst>
              </p14:cNvPr>
              <p14:cNvContentPartPr/>
              <p14:nvPr/>
            </p14:nvContentPartPr>
            <p14:xfrm>
              <a:off x="3384269" y="3169535"/>
              <a:ext cx="806400" cy="711720"/>
            </p14:xfrm>
          </p:contentPart>
        </mc:Choice>
        <mc:Fallback>
          <p:pic>
            <p:nvPicPr>
              <p:cNvPr id="2" name="Ink 1">
                <a:extLst>
                  <a:ext uri="{FF2B5EF4-FFF2-40B4-BE49-F238E27FC236}">
                    <a16:creationId xmlns:a16="http://schemas.microsoft.com/office/drawing/2014/main" id="{EA100E67-4674-AB09-C001-2687FEECD7C7}"/>
                  </a:ext>
                </a:extLst>
              </p:cNvPr>
              <p:cNvPicPr/>
              <p:nvPr/>
            </p:nvPicPr>
            <p:blipFill>
              <a:blip r:embed="rId5"/>
              <a:stretch>
                <a:fillRect/>
              </a:stretch>
            </p:blipFill>
            <p:spPr>
              <a:xfrm>
                <a:off x="3378149" y="3163415"/>
                <a:ext cx="818640" cy="723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0A2F12D9-DDAC-78FB-B738-B2DF08EE457F}"/>
                  </a:ext>
                </a:extLst>
              </p14:cNvPr>
              <p14:cNvContentPartPr/>
              <p14:nvPr/>
            </p14:nvContentPartPr>
            <p14:xfrm>
              <a:off x="2540429" y="3711335"/>
              <a:ext cx="347040" cy="174240"/>
            </p14:xfrm>
          </p:contentPart>
        </mc:Choice>
        <mc:Fallback>
          <p:pic>
            <p:nvPicPr>
              <p:cNvPr id="3" name="Ink 2">
                <a:extLst>
                  <a:ext uri="{FF2B5EF4-FFF2-40B4-BE49-F238E27FC236}">
                    <a16:creationId xmlns:a16="http://schemas.microsoft.com/office/drawing/2014/main" id="{0A2F12D9-DDAC-78FB-B738-B2DF08EE457F}"/>
                  </a:ext>
                </a:extLst>
              </p:cNvPr>
              <p:cNvPicPr/>
              <p:nvPr/>
            </p:nvPicPr>
            <p:blipFill>
              <a:blip r:embed="rId7"/>
              <a:stretch>
                <a:fillRect/>
              </a:stretch>
            </p:blipFill>
            <p:spPr>
              <a:xfrm>
                <a:off x="2534309" y="3705215"/>
                <a:ext cx="3592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5083CEE7-4712-3920-6B37-21012DE2F6D2}"/>
                  </a:ext>
                </a:extLst>
              </p14:cNvPr>
              <p14:cNvContentPartPr/>
              <p14:nvPr/>
            </p14:nvContentPartPr>
            <p14:xfrm>
              <a:off x="3247829" y="4283375"/>
              <a:ext cx="7841880" cy="67320"/>
            </p14:xfrm>
          </p:contentPart>
        </mc:Choice>
        <mc:Fallback>
          <p:pic>
            <p:nvPicPr>
              <p:cNvPr id="4" name="Ink 3">
                <a:extLst>
                  <a:ext uri="{FF2B5EF4-FFF2-40B4-BE49-F238E27FC236}">
                    <a16:creationId xmlns:a16="http://schemas.microsoft.com/office/drawing/2014/main" id="{5083CEE7-4712-3920-6B37-21012DE2F6D2}"/>
                  </a:ext>
                </a:extLst>
              </p:cNvPr>
              <p:cNvPicPr/>
              <p:nvPr/>
            </p:nvPicPr>
            <p:blipFill>
              <a:blip r:embed="rId9"/>
              <a:stretch>
                <a:fillRect/>
              </a:stretch>
            </p:blipFill>
            <p:spPr>
              <a:xfrm>
                <a:off x="3241709" y="4277255"/>
                <a:ext cx="7854120" cy="79560"/>
              </a:xfrm>
              <a:prstGeom prst="rect">
                <a:avLst/>
              </a:prstGeom>
            </p:spPr>
          </p:pic>
        </mc:Fallback>
      </mc:AlternateContent>
      <p:grpSp>
        <p:nvGrpSpPr>
          <p:cNvPr id="7" name="Group 6">
            <a:extLst>
              <a:ext uri="{FF2B5EF4-FFF2-40B4-BE49-F238E27FC236}">
                <a16:creationId xmlns:a16="http://schemas.microsoft.com/office/drawing/2014/main" id="{46E6BFEE-003B-7AEB-2C3E-7F1EB5EF44AE}"/>
              </a:ext>
            </a:extLst>
          </p:cNvPr>
          <p:cNvGrpSpPr/>
          <p:nvPr/>
        </p:nvGrpSpPr>
        <p:grpSpPr>
          <a:xfrm>
            <a:off x="5268149" y="4343495"/>
            <a:ext cx="528840" cy="822600"/>
            <a:chOff x="5268149" y="4343495"/>
            <a:chExt cx="528840" cy="822600"/>
          </a:xfrm>
        </p:grpSpPr>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02FF5433-98C5-9608-1515-FE26F3E7664C}"/>
                    </a:ext>
                  </a:extLst>
                </p14:cNvPr>
                <p14:cNvContentPartPr/>
                <p14:nvPr/>
              </p14:nvContentPartPr>
              <p14:xfrm>
                <a:off x="5485589" y="4343495"/>
                <a:ext cx="311400" cy="471960"/>
              </p14:xfrm>
            </p:contentPart>
          </mc:Choice>
          <mc:Fallback>
            <p:pic>
              <p:nvPicPr>
                <p:cNvPr id="5" name="Ink 4">
                  <a:extLst>
                    <a:ext uri="{FF2B5EF4-FFF2-40B4-BE49-F238E27FC236}">
                      <a16:creationId xmlns:a16="http://schemas.microsoft.com/office/drawing/2014/main" id="{02FF5433-98C5-9608-1515-FE26F3E7664C}"/>
                    </a:ext>
                  </a:extLst>
                </p:cNvPr>
                <p:cNvPicPr/>
                <p:nvPr/>
              </p:nvPicPr>
              <p:blipFill>
                <a:blip r:embed="rId11"/>
                <a:stretch>
                  <a:fillRect/>
                </a:stretch>
              </p:blipFill>
              <p:spPr>
                <a:xfrm>
                  <a:off x="5479469" y="4337375"/>
                  <a:ext cx="323640" cy="484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B9E1ABE0-3D94-D17C-1609-2CE87959B7EF}"/>
                    </a:ext>
                  </a:extLst>
                </p14:cNvPr>
                <p14:cNvContentPartPr/>
                <p14:nvPr/>
              </p14:nvContentPartPr>
              <p14:xfrm>
                <a:off x="5268149" y="4756415"/>
                <a:ext cx="362520" cy="409680"/>
              </p14:xfrm>
            </p:contentPart>
          </mc:Choice>
          <mc:Fallback>
            <p:pic>
              <p:nvPicPr>
                <p:cNvPr id="6" name="Ink 5">
                  <a:extLst>
                    <a:ext uri="{FF2B5EF4-FFF2-40B4-BE49-F238E27FC236}">
                      <a16:creationId xmlns:a16="http://schemas.microsoft.com/office/drawing/2014/main" id="{B9E1ABE0-3D94-D17C-1609-2CE87959B7EF}"/>
                    </a:ext>
                  </a:extLst>
                </p:cNvPr>
                <p:cNvPicPr/>
                <p:nvPr/>
              </p:nvPicPr>
              <p:blipFill>
                <a:blip r:embed="rId13"/>
                <a:stretch>
                  <a:fillRect/>
                </a:stretch>
              </p:blipFill>
              <p:spPr>
                <a:xfrm>
                  <a:off x="5262029" y="4750295"/>
                  <a:ext cx="374760" cy="421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65648E1F-B2F6-DA0F-5BC7-EC7C08B91D9C}"/>
                  </a:ext>
                </a:extLst>
              </p14:cNvPr>
              <p14:cNvContentPartPr/>
              <p14:nvPr/>
            </p14:nvContentPartPr>
            <p14:xfrm>
              <a:off x="4828229" y="5455535"/>
              <a:ext cx="3807360" cy="720"/>
            </p14:xfrm>
          </p:contentPart>
        </mc:Choice>
        <mc:Fallback>
          <p:pic>
            <p:nvPicPr>
              <p:cNvPr id="9" name="Ink 8">
                <a:extLst>
                  <a:ext uri="{FF2B5EF4-FFF2-40B4-BE49-F238E27FC236}">
                    <a16:creationId xmlns:a16="http://schemas.microsoft.com/office/drawing/2014/main" id="{65648E1F-B2F6-DA0F-5BC7-EC7C08B91D9C}"/>
                  </a:ext>
                </a:extLst>
              </p:cNvPr>
              <p:cNvPicPr/>
              <p:nvPr/>
            </p:nvPicPr>
            <p:blipFill>
              <a:blip r:embed="rId15"/>
              <a:stretch>
                <a:fillRect/>
              </a:stretch>
            </p:blipFill>
            <p:spPr>
              <a:xfrm>
                <a:off x="4822109" y="5443295"/>
                <a:ext cx="38196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1EAF1AFD-CFD3-3D3F-C5FB-5DEC82FE9F97}"/>
                  </a:ext>
                </a:extLst>
              </p14:cNvPr>
              <p14:cNvContentPartPr/>
              <p14:nvPr/>
            </p14:nvContentPartPr>
            <p14:xfrm>
              <a:off x="3688109" y="5962415"/>
              <a:ext cx="3733920" cy="100080"/>
            </p14:xfrm>
          </p:contentPart>
        </mc:Choice>
        <mc:Fallback>
          <p:pic>
            <p:nvPicPr>
              <p:cNvPr id="10" name="Ink 9">
                <a:extLst>
                  <a:ext uri="{FF2B5EF4-FFF2-40B4-BE49-F238E27FC236}">
                    <a16:creationId xmlns:a16="http://schemas.microsoft.com/office/drawing/2014/main" id="{1EAF1AFD-CFD3-3D3F-C5FB-5DEC82FE9F97}"/>
                  </a:ext>
                </a:extLst>
              </p:cNvPr>
              <p:cNvPicPr/>
              <p:nvPr/>
            </p:nvPicPr>
            <p:blipFill>
              <a:blip r:embed="rId17"/>
              <a:stretch>
                <a:fillRect/>
              </a:stretch>
            </p:blipFill>
            <p:spPr>
              <a:xfrm>
                <a:off x="3681989" y="5956295"/>
                <a:ext cx="3746160" cy="11232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8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Example-1</a:t>
            </a:r>
            <a:endParaRPr/>
          </a:p>
        </p:txBody>
      </p:sp>
      <p:sp>
        <p:nvSpPr>
          <p:cNvPr id="552" name="Google Shape;552;p87"/>
          <p:cNvSpPr txBox="1">
            <a:spLocks noGrp="1"/>
          </p:cNvSpPr>
          <p:nvPr>
            <p:ph type="body" idx="1"/>
          </p:nvPr>
        </p:nvSpPr>
        <p:spPr>
          <a:xfrm>
            <a:off x="309562" y="1143000"/>
            <a:ext cx="11430000" cy="2728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2800" b="0" i="0" u="none">
                <a:solidFill>
                  <a:schemeClr val="dk1"/>
                </a:solidFill>
                <a:latin typeface="Calibri"/>
                <a:ea typeface="Calibri"/>
                <a:cs typeface="Calibri"/>
                <a:sym typeface="Calibri"/>
              </a:rPr>
              <a:t>The average age of a vehicle registered in the United States is 8 years, or 96 months. Assume the standard deviation is 16 months. If a random sample of 36 vehicles is selected, find the probability that the </a:t>
            </a:r>
            <a:r>
              <a:rPr lang="en-US" sz="2800" b="1" i="0" u="none">
                <a:solidFill>
                  <a:schemeClr val="dk1"/>
                </a:solidFill>
                <a:latin typeface="Calibri"/>
                <a:ea typeface="Calibri"/>
                <a:cs typeface="Calibri"/>
                <a:sym typeface="Calibri"/>
              </a:rPr>
              <a:t>mean</a:t>
            </a:r>
            <a:r>
              <a:rPr lang="en-US" sz="2800" b="0" i="0" u="none">
                <a:solidFill>
                  <a:schemeClr val="dk1"/>
                </a:solidFill>
                <a:latin typeface="Calibri"/>
                <a:ea typeface="Calibri"/>
                <a:cs typeface="Calibri"/>
                <a:sym typeface="Calibri"/>
              </a:rPr>
              <a:t> of their age is between 90 and 100 months.</a:t>
            </a:r>
            <a:endParaRPr/>
          </a:p>
          <a:p>
            <a:pPr marL="228600" lvl="0" indent="-50800" algn="l" rtl="0">
              <a:lnSpc>
                <a:spcPct val="90000"/>
              </a:lnSpc>
              <a:spcBef>
                <a:spcPts val="1000"/>
              </a:spcBef>
              <a:spcAft>
                <a:spcPts val="0"/>
              </a:spcAft>
              <a:buClr>
                <a:schemeClr val="dk1"/>
              </a:buClr>
              <a:buSzPts val="2800"/>
              <a:buNone/>
            </a:pPr>
            <a:endParaRPr sz="2800" b="0" i="0" u="none">
              <a:solidFill>
                <a:schemeClr val="dk1"/>
              </a:solidFill>
              <a:latin typeface="Calibri"/>
              <a:ea typeface="Calibri"/>
              <a:cs typeface="Calibri"/>
              <a:sym typeface="Calibri"/>
            </a:endParaRPr>
          </a:p>
        </p:txBody>
      </p:sp>
      <p:pic>
        <p:nvPicPr>
          <p:cNvPr id="553" name="Google Shape;553;p87"/>
          <p:cNvPicPr preferRelativeResize="0"/>
          <p:nvPr/>
        </p:nvPicPr>
        <p:blipFill rotWithShape="1">
          <a:blip r:embed="rId3">
            <a:alphaModFix/>
          </a:blip>
          <a:srcRect/>
          <a:stretch/>
        </p:blipFill>
        <p:spPr>
          <a:xfrm>
            <a:off x="177800" y="2981325"/>
            <a:ext cx="7783512" cy="1195387"/>
          </a:xfrm>
          <a:prstGeom prst="rect">
            <a:avLst/>
          </a:prstGeom>
          <a:noFill/>
          <a:ln>
            <a:noFill/>
          </a:ln>
        </p:spPr>
      </p:pic>
      <p:pic>
        <p:nvPicPr>
          <p:cNvPr id="554" name="Google Shape;554;p87"/>
          <p:cNvPicPr preferRelativeResize="0"/>
          <p:nvPr/>
        </p:nvPicPr>
        <p:blipFill rotWithShape="1">
          <a:blip r:embed="rId4">
            <a:alphaModFix/>
          </a:blip>
          <a:srcRect/>
          <a:stretch/>
        </p:blipFill>
        <p:spPr>
          <a:xfrm>
            <a:off x="260350" y="4195762"/>
            <a:ext cx="6291263" cy="1195387"/>
          </a:xfrm>
          <a:prstGeom prst="rect">
            <a:avLst/>
          </a:prstGeom>
          <a:noFill/>
          <a:ln>
            <a:noFill/>
          </a:ln>
        </p:spPr>
      </p:pic>
      <p:pic>
        <p:nvPicPr>
          <p:cNvPr id="555" name="Google Shape;555;p87"/>
          <p:cNvPicPr preferRelativeResize="0"/>
          <p:nvPr/>
        </p:nvPicPr>
        <p:blipFill rotWithShape="1">
          <a:blip r:embed="rId5">
            <a:alphaModFix/>
          </a:blip>
          <a:srcRect/>
          <a:stretch/>
        </p:blipFill>
        <p:spPr>
          <a:xfrm>
            <a:off x="679450" y="5548312"/>
            <a:ext cx="4506912" cy="1123950"/>
          </a:xfrm>
          <a:prstGeom prst="rect">
            <a:avLst/>
          </a:prstGeom>
          <a:noFill/>
          <a:ln>
            <a:noFill/>
          </a:ln>
        </p:spPr>
      </p:pic>
      <p:pic>
        <p:nvPicPr>
          <p:cNvPr id="556" name="Google Shape;556;p87"/>
          <p:cNvPicPr preferRelativeResize="0"/>
          <p:nvPr/>
        </p:nvPicPr>
        <p:blipFill rotWithShape="1">
          <a:blip r:embed="rId6">
            <a:alphaModFix/>
          </a:blip>
          <a:srcRect/>
          <a:stretch/>
        </p:blipFill>
        <p:spPr>
          <a:xfrm>
            <a:off x="6551612" y="3910012"/>
            <a:ext cx="5440362" cy="2673350"/>
          </a:xfrm>
          <a:prstGeom prst="rect">
            <a:avLst/>
          </a:prstGeom>
          <a:noFill/>
          <a:ln w="25400" cap="flat" cmpd="sng">
            <a:solidFill>
              <a:srgbClr val="1133DF"/>
            </a:solidFill>
            <a:prstDash val="solid"/>
            <a:miter lim="800000"/>
            <a:headEnd type="none" w="sm" len="sm"/>
            <a:tailEnd type="none" w="sm" len="sm"/>
          </a:ln>
        </p:spPr>
      </p:pic>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2BFE62E8-C7CB-0B1B-0C75-0B092F7F3C3A}"/>
                  </a:ext>
                </a:extLst>
              </p14:cNvPr>
              <p14:cNvContentPartPr/>
              <p14:nvPr/>
            </p14:nvContentPartPr>
            <p14:xfrm>
              <a:off x="9015749" y="1608575"/>
              <a:ext cx="1440720" cy="30240"/>
            </p14:xfrm>
          </p:contentPart>
        </mc:Choice>
        <mc:Fallback>
          <p:pic>
            <p:nvPicPr>
              <p:cNvPr id="2" name="Ink 1">
                <a:extLst>
                  <a:ext uri="{FF2B5EF4-FFF2-40B4-BE49-F238E27FC236}">
                    <a16:creationId xmlns:a16="http://schemas.microsoft.com/office/drawing/2014/main" id="{2BFE62E8-C7CB-0B1B-0C75-0B092F7F3C3A}"/>
                  </a:ext>
                </a:extLst>
              </p:cNvPr>
              <p:cNvPicPr/>
              <p:nvPr/>
            </p:nvPicPr>
            <p:blipFill>
              <a:blip r:embed="rId8"/>
              <a:stretch>
                <a:fillRect/>
              </a:stretch>
            </p:blipFill>
            <p:spPr>
              <a:xfrm>
                <a:off x="9009629" y="1602455"/>
                <a:ext cx="145296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 name="Ink 2">
                <a:extLst>
                  <a:ext uri="{FF2B5EF4-FFF2-40B4-BE49-F238E27FC236}">
                    <a16:creationId xmlns:a16="http://schemas.microsoft.com/office/drawing/2014/main" id="{1BDBDA5B-E8C5-F9FE-7157-EEEF5448F160}"/>
                  </a:ext>
                </a:extLst>
              </p14:cNvPr>
              <p14:cNvContentPartPr/>
              <p14:nvPr/>
            </p14:nvContentPartPr>
            <p14:xfrm>
              <a:off x="9592109" y="986855"/>
              <a:ext cx="477000" cy="298080"/>
            </p14:xfrm>
          </p:contentPart>
        </mc:Choice>
        <mc:Fallback>
          <p:pic>
            <p:nvPicPr>
              <p:cNvPr id="3" name="Ink 2">
                <a:extLst>
                  <a:ext uri="{FF2B5EF4-FFF2-40B4-BE49-F238E27FC236}">
                    <a16:creationId xmlns:a16="http://schemas.microsoft.com/office/drawing/2014/main" id="{1BDBDA5B-E8C5-F9FE-7157-EEEF5448F160}"/>
                  </a:ext>
                </a:extLst>
              </p:cNvPr>
              <p:cNvPicPr/>
              <p:nvPr/>
            </p:nvPicPr>
            <p:blipFill>
              <a:blip r:embed="rId10"/>
              <a:stretch>
                <a:fillRect/>
              </a:stretch>
            </p:blipFill>
            <p:spPr>
              <a:xfrm>
                <a:off x="9585989" y="980735"/>
                <a:ext cx="48924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4331A035-0196-5939-CEC6-EF7366DE9136}"/>
                  </a:ext>
                </a:extLst>
              </p14:cNvPr>
              <p14:cNvContentPartPr/>
              <p14:nvPr/>
            </p14:nvContentPartPr>
            <p14:xfrm>
              <a:off x="6155189" y="1926455"/>
              <a:ext cx="1890720" cy="83520"/>
            </p14:xfrm>
          </p:contentPart>
        </mc:Choice>
        <mc:Fallback>
          <p:pic>
            <p:nvPicPr>
              <p:cNvPr id="4" name="Ink 3">
                <a:extLst>
                  <a:ext uri="{FF2B5EF4-FFF2-40B4-BE49-F238E27FC236}">
                    <a16:creationId xmlns:a16="http://schemas.microsoft.com/office/drawing/2014/main" id="{4331A035-0196-5939-CEC6-EF7366DE9136}"/>
                  </a:ext>
                </a:extLst>
              </p:cNvPr>
              <p:cNvPicPr/>
              <p:nvPr/>
            </p:nvPicPr>
            <p:blipFill>
              <a:blip r:embed="rId12"/>
              <a:stretch>
                <a:fillRect/>
              </a:stretch>
            </p:blipFill>
            <p:spPr>
              <a:xfrm>
                <a:off x="6149069" y="1920335"/>
                <a:ext cx="1902960" cy="95760"/>
              </a:xfrm>
              <a:prstGeom prst="rect">
                <a:avLst/>
              </a:prstGeom>
            </p:spPr>
          </p:pic>
        </mc:Fallback>
      </mc:AlternateContent>
      <p:grpSp>
        <p:nvGrpSpPr>
          <p:cNvPr id="7" name="Group 6">
            <a:extLst>
              <a:ext uri="{FF2B5EF4-FFF2-40B4-BE49-F238E27FC236}">
                <a16:creationId xmlns:a16="http://schemas.microsoft.com/office/drawing/2014/main" id="{6A70FADF-7F33-EAAF-CB29-7BDEE90A56FD}"/>
              </a:ext>
            </a:extLst>
          </p:cNvPr>
          <p:cNvGrpSpPr/>
          <p:nvPr/>
        </p:nvGrpSpPr>
        <p:grpSpPr>
          <a:xfrm>
            <a:off x="7215749" y="873095"/>
            <a:ext cx="1114560" cy="812880"/>
            <a:chOff x="7215749" y="873095"/>
            <a:chExt cx="1114560" cy="812880"/>
          </a:xfrm>
        </p:grpSpPr>
        <mc:AlternateContent xmlns:mc="http://schemas.openxmlformats.org/markup-compatibility/2006">
          <mc:Choice xmlns:p14="http://schemas.microsoft.com/office/powerpoint/2010/main" Requires="p14">
            <p:contentPart p14:bwMode="auto" r:id="rId13">
              <p14:nvContentPartPr>
                <p14:cNvPr id="5" name="Ink 4">
                  <a:extLst>
                    <a:ext uri="{FF2B5EF4-FFF2-40B4-BE49-F238E27FC236}">
                      <a16:creationId xmlns:a16="http://schemas.microsoft.com/office/drawing/2014/main" id="{80166684-84AA-2872-7E98-49E7C21A9BDD}"/>
                    </a:ext>
                  </a:extLst>
                </p14:cNvPr>
                <p14:cNvContentPartPr/>
                <p14:nvPr/>
              </p14:nvContentPartPr>
              <p14:xfrm>
                <a:off x="7215749" y="994055"/>
                <a:ext cx="476640" cy="691920"/>
              </p14:xfrm>
            </p:contentPart>
          </mc:Choice>
          <mc:Fallback>
            <p:pic>
              <p:nvPicPr>
                <p:cNvPr id="5" name="Ink 4">
                  <a:extLst>
                    <a:ext uri="{FF2B5EF4-FFF2-40B4-BE49-F238E27FC236}">
                      <a16:creationId xmlns:a16="http://schemas.microsoft.com/office/drawing/2014/main" id="{80166684-84AA-2872-7E98-49E7C21A9BDD}"/>
                    </a:ext>
                  </a:extLst>
                </p:cNvPr>
                <p:cNvPicPr/>
                <p:nvPr/>
              </p:nvPicPr>
              <p:blipFill>
                <a:blip r:embed="rId14"/>
                <a:stretch>
                  <a:fillRect/>
                </a:stretch>
              </p:blipFill>
              <p:spPr>
                <a:xfrm>
                  <a:off x="7209629" y="987935"/>
                  <a:ext cx="488880" cy="704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6" name="Ink 5">
                  <a:extLst>
                    <a:ext uri="{FF2B5EF4-FFF2-40B4-BE49-F238E27FC236}">
                      <a16:creationId xmlns:a16="http://schemas.microsoft.com/office/drawing/2014/main" id="{823F085C-6056-0D47-B5E7-2B7EE5B2F3CE}"/>
                    </a:ext>
                  </a:extLst>
                </p14:cNvPr>
                <p14:cNvContentPartPr/>
                <p14:nvPr/>
              </p14:nvContentPartPr>
              <p14:xfrm>
                <a:off x="7827389" y="873095"/>
                <a:ext cx="502920" cy="295200"/>
              </p14:xfrm>
            </p:contentPart>
          </mc:Choice>
          <mc:Fallback>
            <p:pic>
              <p:nvPicPr>
                <p:cNvPr id="6" name="Ink 5">
                  <a:extLst>
                    <a:ext uri="{FF2B5EF4-FFF2-40B4-BE49-F238E27FC236}">
                      <a16:creationId xmlns:a16="http://schemas.microsoft.com/office/drawing/2014/main" id="{823F085C-6056-0D47-B5E7-2B7EE5B2F3CE}"/>
                    </a:ext>
                  </a:extLst>
                </p:cNvPr>
                <p:cNvPicPr/>
                <p:nvPr/>
              </p:nvPicPr>
              <p:blipFill>
                <a:blip r:embed="rId16"/>
                <a:stretch>
                  <a:fillRect/>
                </a:stretch>
              </p:blipFill>
              <p:spPr>
                <a:xfrm>
                  <a:off x="7821269" y="866975"/>
                  <a:ext cx="515160" cy="307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8" name="Ink 7">
                <a:extLst>
                  <a:ext uri="{FF2B5EF4-FFF2-40B4-BE49-F238E27FC236}">
                    <a16:creationId xmlns:a16="http://schemas.microsoft.com/office/drawing/2014/main" id="{85A05564-4FCA-D77C-F89B-C875B2A8DCEC}"/>
                  </a:ext>
                </a:extLst>
              </p14:cNvPr>
              <p14:cNvContentPartPr/>
              <p14:nvPr/>
            </p14:nvContentPartPr>
            <p14:xfrm>
              <a:off x="8364869" y="1880015"/>
              <a:ext cx="3075480" cy="60840"/>
            </p14:xfrm>
          </p:contentPart>
        </mc:Choice>
        <mc:Fallback>
          <p:pic>
            <p:nvPicPr>
              <p:cNvPr id="8" name="Ink 7">
                <a:extLst>
                  <a:ext uri="{FF2B5EF4-FFF2-40B4-BE49-F238E27FC236}">
                    <a16:creationId xmlns:a16="http://schemas.microsoft.com/office/drawing/2014/main" id="{85A05564-4FCA-D77C-F89B-C875B2A8DCEC}"/>
                  </a:ext>
                </a:extLst>
              </p:cNvPr>
              <p:cNvPicPr/>
              <p:nvPr/>
            </p:nvPicPr>
            <p:blipFill>
              <a:blip r:embed="rId18"/>
              <a:stretch>
                <a:fillRect/>
              </a:stretch>
            </p:blipFill>
            <p:spPr>
              <a:xfrm>
                <a:off x="8358749" y="1873895"/>
                <a:ext cx="3087720" cy="73080"/>
              </a:xfrm>
              <a:prstGeom prst="rect">
                <a:avLst/>
              </a:prstGeom>
            </p:spPr>
          </p:pic>
        </mc:Fallback>
      </mc:AlternateContent>
      <p:grpSp>
        <p:nvGrpSpPr>
          <p:cNvPr id="17" name="Group 16">
            <a:extLst>
              <a:ext uri="{FF2B5EF4-FFF2-40B4-BE49-F238E27FC236}">
                <a16:creationId xmlns:a16="http://schemas.microsoft.com/office/drawing/2014/main" id="{43769571-29A5-1624-ED6B-551D9ABC5F53}"/>
              </a:ext>
            </a:extLst>
          </p:cNvPr>
          <p:cNvGrpSpPr/>
          <p:nvPr/>
        </p:nvGrpSpPr>
        <p:grpSpPr>
          <a:xfrm>
            <a:off x="52829" y="1881455"/>
            <a:ext cx="3499200" cy="560880"/>
            <a:chOff x="52829" y="1881455"/>
            <a:chExt cx="3499200" cy="560880"/>
          </a:xfrm>
        </p:grpSpPr>
        <mc:AlternateContent xmlns:mc="http://schemas.openxmlformats.org/markup-compatibility/2006">
          <mc:Choice xmlns:p14="http://schemas.microsoft.com/office/powerpoint/2010/main" Requires="p14">
            <p:contentPart p14:bwMode="auto" r:id="rId19">
              <p14:nvContentPartPr>
                <p14:cNvPr id="9" name="Ink 8">
                  <a:extLst>
                    <a:ext uri="{FF2B5EF4-FFF2-40B4-BE49-F238E27FC236}">
                      <a16:creationId xmlns:a16="http://schemas.microsoft.com/office/drawing/2014/main" id="{9EA60D5B-73DD-2539-7264-F6154BF5EAB4}"/>
                    </a:ext>
                  </a:extLst>
                </p14:cNvPr>
                <p14:cNvContentPartPr/>
                <p14:nvPr/>
              </p14:nvContentPartPr>
              <p14:xfrm>
                <a:off x="314189" y="2321375"/>
                <a:ext cx="3237840" cy="67320"/>
              </p14:xfrm>
            </p:contentPart>
          </mc:Choice>
          <mc:Fallback>
            <p:pic>
              <p:nvPicPr>
                <p:cNvPr id="9" name="Ink 8">
                  <a:extLst>
                    <a:ext uri="{FF2B5EF4-FFF2-40B4-BE49-F238E27FC236}">
                      <a16:creationId xmlns:a16="http://schemas.microsoft.com/office/drawing/2014/main" id="{9EA60D5B-73DD-2539-7264-F6154BF5EAB4}"/>
                    </a:ext>
                  </a:extLst>
                </p:cNvPr>
                <p:cNvPicPr/>
                <p:nvPr/>
              </p:nvPicPr>
              <p:blipFill>
                <a:blip r:embed="rId20"/>
                <a:stretch>
                  <a:fillRect/>
                </a:stretch>
              </p:blipFill>
              <p:spPr>
                <a:xfrm>
                  <a:off x="308069" y="2315255"/>
                  <a:ext cx="32500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0" name="Ink 9">
                  <a:extLst>
                    <a:ext uri="{FF2B5EF4-FFF2-40B4-BE49-F238E27FC236}">
                      <a16:creationId xmlns:a16="http://schemas.microsoft.com/office/drawing/2014/main" id="{9EFEA7E9-33DF-EDB1-1D97-6158159F3CE0}"/>
                    </a:ext>
                  </a:extLst>
                </p14:cNvPr>
                <p14:cNvContentPartPr/>
                <p14:nvPr/>
              </p14:nvContentPartPr>
              <p14:xfrm>
                <a:off x="407789" y="1881455"/>
                <a:ext cx="460440" cy="560880"/>
              </p14:xfrm>
            </p:contentPart>
          </mc:Choice>
          <mc:Fallback>
            <p:pic>
              <p:nvPicPr>
                <p:cNvPr id="10" name="Ink 9">
                  <a:extLst>
                    <a:ext uri="{FF2B5EF4-FFF2-40B4-BE49-F238E27FC236}">
                      <a16:creationId xmlns:a16="http://schemas.microsoft.com/office/drawing/2014/main" id="{9EFEA7E9-33DF-EDB1-1D97-6158159F3CE0}"/>
                    </a:ext>
                  </a:extLst>
                </p:cNvPr>
                <p:cNvPicPr/>
                <p:nvPr/>
              </p:nvPicPr>
              <p:blipFill>
                <a:blip r:embed="rId22"/>
                <a:stretch>
                  <a:fillRect/>
                </a:stretch>
              </p:blipFill>
              <p:spPr>
                <a:xfrm>
                  <a:off x="401669" y="1875335"/>
                  <a:ext cx="472680" cy="5731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1" name="Ink 10">
                  <a:extLst>
                    <a:ext uri="{FF2B5EF4-FFF2-40B4-BE49-F238E27FC236}">
                      <a16:creationId xmlns:a16="http://schemas.microsoft.com/office/drawing/2014/main" id="{C779FA9F-8D53-6681-DBB4-550CF9DBF14A}"/>
                    </a:ext>
                  </a:extLst>
                </p14:cNvPr>
                <p14:cNvContentPartPr/>
                <p14:nvPr/>
              </p14:nvContentPartPr>
              <p14:xfrm>
                <a:off x="52829" y="2022575"/>
                <a:ext cx="208800" cy="198720"/>
              </p14:xfrm>
            </p:contentPart>
          </mc:Choice>
          <mc:Fallback>
            <p:pic>
              <p:nvPicPr>
                <p:cNvPr id="11" name="Ink 10">
                  <a:extLst>
                    <a:ext uri="{FF2B5EF4-FFF2-40B4-BE49-F238E27FC236}">
                      <a16:creationId xmlns:a16="http://schemas.microsoft.com/office/drawing/2014/main" id="{C779FA9F-8D53-6681-DBB4-550CF9DBF14A}"/>
                    </a:ext>
                  </a:extLst>
                </p:cNvPr>
                <p:cNvPicPr/>
                <p:nvPr/>
              </p:nvPicPr>
              <p:blipFill>
                <a:blip r:embed="rId24"/>
                <a:stretch>
                  <a:fillRect/>
                </a:stretch>
              </p:blipFill>
              <p:spPr>
                <a:xfrm>
                  <a:off x="46709" y="2016455"/>
                  <a:ext cx="22104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2" name="Ink 11">
                  <a:extLst>
                    <a:ext uri="{FF2B5EF4-FFF2-40B4-BE49-F238E27FC236}">
                      <a16:creationId xmlns:a16="http://schemas.microsoft.com/office/drawing/2014/main" id="{DD508E1B-13F4-BB4E-D3BA-09CB212FA7B6}"/>
                    </a:ext>
                  </a:extLst>
                </p14:cNvPr>
                <p14:cNvContentPartPr/>
                <p14:nvPr/>
              </p14:nvContentPartPr>
              <p14:xfrm>
                <a:off x="248669" y="1964255"/>
                <a:ext cx="165600" cy="36000"/>
              </p14:xfrm>
            </p:contentPart>
          </mc:Choice>
          <mc:Fallback>
            <p:pic>
              <p:nvPicPr>
                <p:cNvPr id="12" name="Ink 11">
                  <a:extLst>
                    <a:ext uri="{FF2B5EF4-FFF2-40B4-BE49-F238E27FC236}">
                      <a16:creationId xmlns:a16="http://schemas.microsoft.com/office/drawing/2014/main" id="{DD508E1B-13F4-BB4E-D3BA-09CB212FA7B6}"/>
                    </a:ext>
                  </a:extLst>
                </p:cNvPr>
                <p:cNvPicPr/>
                <p:nvPr/>
              </p:nvPicPr>
              <p:blipFill>
                <a:blip r:embed="rId26"/>
                <a:stretch>
                  <a:fillRect/>
                </a:stretch>
              </p:blipFill>
              <p:spPr>
                <a:xfrm>
                  <a:off x="242549" y="1958135"/>
                  <a:ext cx="17784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3" name="Ink 12">
                  <a:extLst>
                    <a:ext uri="{FF2B5EF4-FFF2-40B4-BE49-F238E27FC236}">
                      <a16:creationId xmlns:a16="http://schemas.microsoft.com/office/drawing/2014/main" id="{26D242A5-DA5A-02C9-59BB-77FB35B7CF41}"/>
                    </a:ext>
                  </a:extLst>
                </p14:cNvPr>
                <p14:cNvContentPartPr/>
                <p14:nvPr/>
              </p14:nvContentPartPr>
              <p14:xfrm>
                <a:off x="335789" y="1945535"/>
                <a:ext cx="141480" cy="83520"/>
              </p14:xfrm>
            </p:contentPart>
          </mc:Choice>
          <mc:Fallback>
            <p:pic>
              <p:nvPicPr>
                <p:cNvPr id="13" name="Ink 12">
                  <a:extLst>
                    <a:ext uri="{FF2B5EF4-FFF2-40B4-BE49-F238E27FC236}">
                      <a16:creationId xmlns:a16="http://schemas.microsoft.com/office/drawing/2014/main" id="{26D242A5-DA5A-02C9-59BB-77FB35B7CF41}"/>
                    </a:ext>
                  </a:extLst>
                </p:cNvPr>
                <p:cNvPicPr/>
                <p:nvPr/>
              </p:nvPicPr>
              <p:blipFill>
                <a:blip r:embed="rId28"/>
                <a:stretch>
                  <a:fillRect/>
                </a:stretch>
              </p:blipFill>
              <p:spPr>
                <a:xfrm>
                  <a:off x="329669" y="1939415"/>
                  <a:ext cx="15372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5" name="Ink 14">
                  <a:extLst>
                    <a:ext uri="{FF2B5EF4-FFF2-40B4-BE49-F238E27FC236}">
                      <a16:creationId xmlns:a16="http://schemas.microsoft.com/office/drawing/2014/main" id="{51B0AAFA-165A-4D0B-9238-E019C8806BFE}"/>
                    </a:ext>
                  </a:extLst>
                </p14:cNvPr>
                <p14:cNvContentPartPr/>
                <p14:nvPr/>
              </p14:nvContentPartPr>
              <p14:xfrm>
                <a:off x="304109" y="1897295"/>
                <a:ext cx="214920" cy="119160"/>
              </p14:xfrm>
            </p:contentPart>
          </mc:Choice>
          <mc:Fallback>
            <p:pic>
              <p:nvPicPr>
                <p:cNvPr id="15" name="Ink 14">
                  <a:extLst>
                    <a:ext uri="{FF2B5EF4-FFF2-40B4-BE49-F238E27FC236}">
                      <a16:creationId xmlns:a16="http://schemas.microsoft.com/office/drawing/2014/main" id="{51B0AAFA-165A-4D0B-9238-E019C8806BFE}"/>
                    </a:ext>
                  </a:extLst>
                </p:cNvPr>
                <p:cNvPicPr/>
                <p:nvPr/>
              </p:nvPicPr>
              <p:blipFill>
                <a:blip r:embed="rId30"/>
                <a:stretch>
                  <a:fillRect/>
                </a:stretch>
              </p:blipFill>
              <p:spPr>
                <a:xfrm>
                  <a:off x="297989" y="1891175"/>
                  <a:ext cx="22716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6" name="Ink 15">
                  <a:extLst>
                    <a:ext uri="{FF2B5EF4-FFF2-40B4-BE49-F238E27FC236}">
                      <a16:creationId xmlns:a16="http://schemas.microsoft.com/office/drawing/2014/main" id="{6CCDFBE8-BA73-04A4-7B9F-6621D7D17285}"/>
                    </a:ext>
                  </a:extLst>
                </p14:cNvPr>
                <p14:cNvContentPartPr/>
                <p14:nvPr/>
              </p14:nvContentPartPr>
              <p14:xfrm>
                <a:off x="357029" y="1968215"/>
                <a:ext cx="174240" cy="90000"/>
              </p14:xfrm>
            </p:contentPart>
          </mc:Choice>
          <mc:Fallback>
            <p:pic>
              <p:nvPicPr>
                <p:cNvPr id="16" name="Ink 15">
                  <a:extLst>
                    <a:ext uri="{FF2B5EF4-FFF2-40B4-BE49-F238E27FC236}">
                      <a16:creationId xmlns:a16="http://schemas.microsoft.com/office/drawing/2014/main" id="{6CCDFBE8-BA73-04A4-7B9F-6621D7D17285}"/>
                    </a:ext>
                  </a:extLst>
                </p:cNvPr>
                <p:cNvPicPr/>
                <p:nvPr/>
              </p:nvPicPr>
              <p:blipFill>
                <a:blip r:embed="rId32"/>
                <a:stretch>
                  <a:fillRect/>
                </a:stretch>
              </p:blipFill>
              <p:spPr>
                <a:xfrm>
                  <a:off x="350909" y="1962095"/>
                  <a:ext cx="186480" cy="102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
            <p14:nvContentPartPr>
              <p14:cNvPr id="18" name="Ink 17">
                <a:extLst>
                  <a:ext uri="{FF2B5EF4-FFF2-40B4-BE49-F238E27FC236}">
                    <a16:creationId xmlns:a16="http://schemas.microsoft.com/office/drawing/2014/main" id="{99F9C995-A734-DC78-0A98-8AC91C299246}"/>
                  </a:ext>
                </a:extLst>
              </p14:cNvPr>
              <p14:cNvContentPartPr/>
              <p14:nvPr/>
            </p14:nvContentPartPr>
            <p14:xfrm>
              <a:off x="7673669" y="2157215"/>
              <a:ext cx="2911320" cy="205920"/>
            </p14:xfrm>
          </p:contentPart>
        </mc:Choice>
        <mc:Fallback>
          <p:pic>
            <p:nvPicPr>
              <p:cNvPr id="18" name="Ink 17">
                <a:extLst>
                  <a:ext uri="{FF2B5EF4-FFF2-40B4-BE49-F238E27FC236}">
                    <a16:creationId xmlns:a16="http://schemas.microsoft.com/office/drawing/2014/main" id="{99F9C995-A734-DC78-0A98-8AC91C299246}"/>
                  </a:ext>
                </a:extLst>
              </p:cNvPr>
              <p:cNvPicPr/>
              <p:nvPr/>
            </p:nvPicPr>
            <p:blipFill>
              <a:blip r:embed="rId34"/>
              <a:stretch>
                <a:fillRect/>
              </a:stretch>
            </p:blipFill>
            <p:spPr>
              <a:xfrm>
                <a:off x="7667549" y="2151095"/>
                <a:ext cx="292356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9" name="Ink 18">
                <a:extLst>
                  <a:ext uri="{FF2B5EF4-FFF2-40B4-BE49-F238E27FC236}">
                    <a16:creationId xmlns:a16="http://schemas.microsoft.com/office/drawing/2014/main" id="{04A5EF09-DB30-5607-801C-5FAF9A96690C}"/>
                  </a:ext>
                </a:extLst>
              </p14:cNvPr>
              <p14:cNvContentPartPr/>
              <p14:nvPr/>
            </p14:nvContentPartPr>
            <p14:xfrm>
              <a:off x="439109" y="2690735"/>
              <a:ext cx="4494240" cy="150120"/>
            </p14:xfrm>
          </p:contentPart>
        </mc:Choice>
        <mc:Fallback>
          <p:pic>
            <p:nvPicPr>
              <p:cNvPr id="19" name="Ink 18">
                <a:extLst>
                  <a:ext uri="{FF2B5EF4-FFF2-40B4-BE49-F238E27FC236}">
                    <a16:creationId xmlns:a16="http://schemas.microsoft.com/office/drawing/2014/main" id="{04A5EF09-DB30-5607-801C-5FAF9A96690C}"/>
                  </a:ext>
                </a:extLst>
              </p:cNvPr>
              <p:cNvPicPr/>
              <p:nvPr/>
            </p:nvPicPr>
            <p:blipFill>
              <a:blip r:embed="rId36"/>
              <a:stretch>
                <a:fillRect/>
              </a:stretch>
            </p:blipFill>
            <p:spPr>
              <a:xfrm>
                <a:off x="432989" y="2684615"/>
                <a:ext cx="450648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A922C17C-4E67-4F01-FDDA-0DEB8BFDB928}"/>
                  </a:ext>
                </a:extLst>
              </p14:cNvPr>
              <p14:cNvContentPartPr/>
              <p14:nvPr/>
            </p14:nvContentPartPr>
            <p14:xfrm>
              <a:off x="5471549" y="3361775"/>
              <a:ext cx="1303200" cy="83520"/>
            </p14:xfrm>
          </p:contentPart>
        </mc:Choice>
        <mc:Fallback>
          <p:pic>
            <p:nvPicPr>
              <p:cNvPr id="23" name="Ink 22">
                <a:extLst>
                  <a:ext uri="{FF2B5EF4-FFF2-40B4-BE49-F238E27FC236}">
                    <a16:creationId xmlns:a16="http://schemas.microsoft.com/office/drawing/2014/main" id="{A922C17C-4E67-4F01-FDDA-0DEB8BFDB928}"/>
                  </a:ext>
                </a:extLst>
              </p:cNvPr>
              <p:cNvPicPr/>
              <p:nvPr/>
            </p:nvPicPr>
            <p:blipFill>
              <a:blip r:embed="rId38"/>
              <a:stretch>
                <a:fillRect/>
              </a:stretch>
            </p:blipFill>
            <p:spPr>
              <a:xfrm>
                <a:off x="5465429" y="3355655"/>
                <a:ext cx="131544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D2A88A4A-AEEF-9662-93EC-2ABF77BA51A6}"/>
                  </a:ext>
                </a:extLst>
              </p14:cNvPr>
              <p14:cNvContentPartPr/>
              <p14:nvPr/>
            </p14:nvContentPartPr>
            <p14:xfrm>
              <a:off x="7215389" y="2874695"/>
              <a:ext cx="775800" cy="601920"/>
            </p14:xfrm>
          </p:contentPart>
        </mc:Choice>
        <mc:Fallback>
          <p:pic>
            <p:nvPicPr>
              <p:cNvPr id="24" name="Ink 23">
                <a:extLst>
                  <a:ext uri="{FF2B5EF4-FFF2-40B4-BE49-F238E27FC236}">
                    <a16:creationId xmlns:a16="http://schemas.microsoft.com/office/drawing/2014/main" id="{D2A88A4A-AEEF-9662-93EC-2ABF77BA51A6}"/>
                  </a:ext>
                </a:extLst>
              </p:cNvPr>
              <p:cNvPicPr/>
              <p:nvPr/>
            </p:nvPicPr>
            <p:blipFill>
              <a:blip r:embed="rId40"/>
              <a:stretch>
                <a:fillRect/>
              </a:stretch>
            </p:blipFill>
            <p:spPr>
              <a:xfrm>
                <a:off x="7209269" y="2868575"/>
                <a:ext cx="788040" cy="614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FFF96FE8-7D80-4FD2-52B3-36A8516F130F}"/>
                  </a:ext>
                </a:extLst>
              </p14:cNvPr>
              <p14:cNvContentPartPr/>
              <p14:nvPr/>
            </p14:nvContentPartPr>
            <p14:xfrm>
              <a:off x="3817349" y="3460415"/>
              <a:ext cx="312840" cy="334440"/>
            </p14:xfrm>
          </p:contentPart>
        </mc:Choice>
        <mc:Fallback>
          <p:pic>
            <p:nvPicPr>
              <p:cNvPr id="25" name="Ink 24">
                <a:extLst>
                  <a:ext uri="{FF2B5EF4-FFF2-40B4-BE49-F238E27FC236}">
                    <a16:creationId xmlns:a16="http://schemas.microsoft.com/office/drawing/2014/main" id="{FFF96FE8-7D80-4FD2-52B3-36A8516F130F}"/>
                  </a:ext>
                </a:extLst>
              </p:cNvPr>
              <p:cNvPicPr/>
              <p:nvPr/>
            </p:nvPicPr>
            <p:blipFill>
              <a:blip r:embed="rId42"/>
              <a:stretch>
                <a:fillRect/>
              </a:stretch>
            </p:blipFill>
            <p:spPr>
              <a:xfrm>
                <a:off x="3811229" y="3454295"/>
                <a:ext cx="325080" cy="346680"/>
              </a:xfrm>
              <a:prstGeom prst="rect">
                <a:avLst/>
              </a:prstGeom>
            </p:spPr>
          </p:pic>
        </mc:Fallback>
      </mc:AlternateContent>
      <p:grpSp>
        <p:nvGrpSpPr>
          <p:cNvPr id="28" name="Group 27">
            <a:extLst>
              <a:ext uri="{FF2B5EF4-FFF2-40B4-BE49-F238E27FC236}">
                <a16:creationId xmlns:a16="http://schemas.microsoft.com/office/drawing/2014/main" id="{540BD6E4-9024-939F-20A4-77188F7D9315}"/>
              </a:ext>
            </a:extLst>
          </p:cNvPr>
          <p:cNvGrpSpPr/>
          <p:nvPr/>
        </p:nvGrpSpPr>
        <p:grpSpPr>
          <a:xfrm>
            <a:off x="1175669" y="3424775"/>
            <a:ext cx="4076640" cy="462240"/>
            <a:chOff x="1175669" y="3424775"/>
            <a:chExt cx="4076640" cy="462240"/>
          </a:xfrm>
        </p:grpSpPr>
        <mc:AlternateContent xmlns:mc="http://schemas.openxmlformats.org/markup-compatibility/2006">
          <mc:Choice xmlns:p14="http://schemas.microsoft.com/office/powerpoint/2010/main" Requires="p14">
            <p:contentPart p14:bwMode="auto" r:id="rId43">
              <p14:nvContentPartPr>
                <p14:cNvPr id="20" name="Ink 19">
                  <a:extLst>
                    <a:ext uri="{FF2B5EF4-FFF2-40B4-BE49-F238E27FC236}">
                      <a16:creationId xmlns:a16="http://schemas.microsoft.com/office/drawing/2014/main" id="{FF298AC3-762F-DBB4-68F6-69540453B4C3}"/>
                    </a:ext>
                  </a:extLst>
                </p14:cNvPr>
                <p14:cNvContentPartPr/>
                <p14:nvPr/>
              </p14:nvContentPartPr>
              <p14:xfrm>
                <a:off x="1175669" y="3424775"/>
                <a:ext cx="2241720" cy="69840"/>
              </p14:xfrm>
            </p:contentPart>
          </mc:Choice>
          <mc:Fallback>
            <p:pic>
              <p:nvPicPr>
                <p:cNvPr id="20" name="Ink 19">
                  <a:extLst>
                    <a:ext uri="{FF2B5EF4-FFF2-40B4-BE49-F238E27FC236}">
                      <a16:creationId xmlns:a16="http://schemas.microsoft.com/office/drawing/2014/main" id="{FF298AC3-762F-DBB4-68F6-69540453B4C3}"/>
                    </a:ext>
                  </a:extLst>
                </p:cNvPr>
                <p:cNvPicPr/>
                <p:nvPr/>
              </p:nvPicPr>
              <p:blipFill>
                <a:blip r:embed="rId44"/>
                <a:stretch>
                  <a:fillRect/>
                </a:stretch>
              </p:blipFill>
              <p:spPr>
                <a:xfrm>
                  <a:off x="1169549" y="3418655"/>
                  <a:ext cx="225396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1" name="Ink 20">
                  <a:extLst>
                    <a:ext uri="{FF2B5EF4-FFF2-40B4-BE49-F238E27FC236}">
                      <a16:creationId xmlns:a16="http://schemas.microsoft.com/office/drawing/2014/main" id="{5F1DCB9C-9444-6EA4-978F-8EB35243106E}"/>
                    </a:ext>
                  </a:extLst>
                </p14:cNvPr>
                <p14:cNvContentPartPr/>
                <p14:nvPr/>
              </p14:nvContentPartPr>
              <p14:xfrm>
                <a:off x="4071509" y="3431255"/>
                <a:ext cx="1180800" cy="59760"/>
              </p14:xfrm>
            </p:contentPart>
          </mc:Choice>
          <mc:Fallback>
            <p:pic>
              <p:nvPicPr>
                <p:cNvPr id="21" name="Ink 20">
                  <a:extLst>
                    <a:ext uri="{FF2B5EF4-FFF2-40B4-BE49-F238E27FC236}">
                      <a16:creationId xmlns:a16="http://schemas.microsoft.com/office/drawing/2014/main" id="{5F1DCB9C-9444-6EA4-978F-8EB35243106E}"/>
                    </a:ext>
                  </a:extLst>
                </p:cNvPr>
                <p:cNvPicPr/>
                <p:nvPr/>
              </p:nvPicPr>
              <p:blipFill>
                <a:blip r:embed="rId46"/>
                <a:stretch>
                  <a:fillRect/>
                </a:stretch>
              </p:blipFill>
              <p:spPr>
                <a:xfrm>
                  <a:off x="4065389" y="3425135"/>
                  <a:ext cx="119304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7" name="Ink 26">
                  <a:extLst>
                    <a:ext uri="{FF2B5EF4-FFF2-40B4-BE49-F238E27FC236}">
                      <a16:creationId xmlns:a16="http://schemas.microsoft.com/office/drawing/2014/main" id="{F1BCAE97-262A-9FF7-BA26-06D3EC296873}"/>
                    </a:ext>
                  </a:extLst>
                </p14:cNvPr>
                <p14:cNvContentPartPr/>
                <p14:nvPr/>
              </p14:nvContentPartPr>
              <p14:xfrm>
                <a:off x="4223789" y="3472295"/>
                <a:ext cx="380520" cy="414720"/>
              </p14:xfrm>
            </p:contentPart>
          </mc:Choice>
          <mc:Fallback>
            <p:pic>
              <p:nvPicPr>
                <p:cNvPr id="27" name="Ink 26">
                  <a:extLst>
                    <a:ext uri="{FF2B5EF4-FFF2-40B4-BE49-F238E27FC236}">
                      <a16:creationId xmlns:a16="http://schemas.microsoft.com/office/drawing/2014/main" id="{F1BCAE97-262A-9FF7-BA26-06D3EC296873}"/>
                    </a:ext>
                  </a:extLst>
                </p:cNvPr>
                <p:cNvPicPr/>
                <p:nvPr/>
              </p:nvPicPr>
              <p:blipFill>
                <a:blip r:embed="rId48"/>
                <a:stretch>
                  <a:fillRect/>
                </a:stretch>
              </p:blipFill>
              <p:spPr>
                <a:xfrm>
                  <a:off x="4217669" y="3466175"/>
                  <a:ext cx="392760" cy="426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1694E352-C478-F4E6-4F17-6FAFC5956E69}"/>
                  </a:ext>
                </a:extLst>
              </p14:cNvPr>
              <p14:cNvContentPartPr/>
              <p14:nvPr/>
            </p14:nvContentPartPr>
            <p14:xfrm>
              <a:off x="5139989" y="3501095"/>
              <a:ext cx="308880" cy="308520"/>
            </p14:xfrm>
          </p:contentPart>
        </mc:Choice>
        <mc:Fallback>
          <p:pic>
            <p:nvPicPr>
              <p:cNvPr id="30" name="Ink 29">
                <a:extLst>
                  <a:ext uri="{FF2B5EF4-FFF2-40B4-BE49-F238E27FC236}">
                    <a16:creationId xmlns:a16="http://schemas.microsoft.com/office/drawing/2014/main" id="{1694E352-C478-F4E6-4F17-6FAFC5956E69}"/>
                  </a:ext>
                </a:extLst>
              </p:cNvPr>
              <p:cNvPicPr/>
              <p:nvPr/>
            </p:nvPicPr>
            <p:blipFill>
              <a:blip r:embed="rId50"/>
              <a:stretch>
                <a:fillRect/>
              </a:stretch>
            </p:blipFill>
            <p:spPr>
              <a:xfrm>
                <a:off x="5133869" y="3494975"/>
                <a:ext cx="321120" cy="3207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114E279D-A33E-78A0-8647-67BD04791416}"/>
                  </a:ext>
                </a:extLst>
              </p14:cNvPr>
              <p14:cNvContentPartPr/>
              <p14:nvPr/>
            </p14:nvContentPartPr>
            <p14:xfrm>
              <a:off x="3999149" y="3836975"/>
              <a:ext cx="378720" cy="378720"/>
            </p14:xfrm>
          </p:contentPart>
        </mc:Choice>
        <mc:Fallback>
          <p:pic>
            <p:nvPicPr>
              <p:cNvPr id="32" name="Ink 31">
                <a:extLst>
                  <a:ext uri="{FF2B5EF4-FFF2-40B4-BE49-F238E27FC236}">
                    <a16:creationId xmlns:a16="http://schemas.microsoft.com/office/drawing/2014/main" id="{114E279D-A33E-78A0-8647-67BD04791416}"/>
                  </a:ext>
                </a:extLst>
              </p:cNvPr>
              <p:cNvPicPr/>
              <p:nvPr/>
            </p:nvPicPr>
            <p:blipFill>
              <a:blip r:embed="rId52"/>
              <a:stretch>
                <a:fillRect/>
              </a:stretch>
            </p:blipFill>
            <p:spPr>
              <a:xfrm>
                <a:off x="3993029" y="3830855"/>
                <a:ext cx="390960" cy="390960"/>
              </a:xfrm>
              <a:prstGeom prst="rect">
                <a:avLst/>
              </a:prstGeom>
            </p:spPr>
          </p:pic>
        </mc:Fallback>
      </mc:AlternateContent>
      <p:grpSp>
        <p:nvGrpSpPr>
          <p:cNvPr id="41" name="Group 40">
            <a:extLst>
              <a:ext uri="{FF2B5EF4-FFF2-40B4-BE49-F238E27FC236}">
                <a16:creationId xmlns:a16="http://schemas.microsoft.com/office/drawing/2014/main" id="{A1ED675E-7B91-17E8-1285-5EE752B2782A}"/>
              </a:ext>
            </a:extLst>
          </p:cNvPr>
          <p:cNvGrpSpPr/>
          <p:nvPr/>
        </p:nvGrpSpPr>
        <p:grpSpPr>
          <a:xfrm>
            <a:off x="539909" y="3863975"/>
            <a:ext cx="1169640" cy="854640"/>
            <a:chOff x="539909" y="3863975"/>
            <a:chExt cx="1169640" cy="854640"/>
          </a:xfrm>
        </p:grpSpPr>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472CBCF8-153E-E914-B863-D27E8BAEBA3D}"/>
                    </a:ext>
                  </a:extLst>
                </p14:cNvPr>
                <p14:cNvContentPartPr/>
                <p14:nvPr/>
              </p14:nvContentPartPr>
              <p14:xfrm>
                <a:off x="741509" y="4257815"/>
                <a:ext cx="506520" cy="460800"/>
              </p14:xfrm>
            </p:contentPart>
          </mc:Choice>
          <mc:Fallback>
            <p:pic>
              <p:nvPicPr>
                <p:cNvPr id="33" name="Ink 32">
                  <a:extLst>
                    <a:ext uri="{FF2B5EF4-FFF2-40B4-BE49-F238E27FC236}">
                      <a16:creationId xmlns:a16="http://schemas.microsoft.com/office/drawing/2014/main" id="{472CBCF8-153E-E914-B863-D27E8BAEBA3D}"/>
                    </a:ext>
                  </a:extLst>
                </p:cNvPr>
                <p:cNvPicPr/>
                <p:nvPr/>
              </p:nvPicPr>
              <p:blipFill>
                <a:blip r:embed="rId54"/>
                <a:stretch>
                  <a:fillRect/>
                </a:stretch>
              </p:blipFill>
              <p:spPr>
                <a:xfrm>
                  <a:off x="735389" y="4251695"/>
                  <a:ext cx="518760" cy="4730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90BA2679-7749-4595-8810-A32C908F99F4}"/>
                    </a:ext>
                  </a:extLst>
                </p14:cNvPr>
                <p14:cNvContentPartPr/>
                <p14:nvPr/>
              </p14:nvContentPartPr>
              <p14:xfrm>
                <a:off x="772109" y="3957215"/>
                <a:ext cx="131760" cy="295560"/>
              </p14:xfrm>
            </p:contentPart>
          </mc:Choice>
          <mc:Fallback>
            <p:pic>
              <p:nvPicPr>
                <p:cNvPr id="34" name="Ink 33">
                  <a:extLst>
                    <a:ext uri="{FF2B5EF4-FFF2-40B4-BE49-F238E27FC236}">
                      <a16:creationId xmlns:a16="http://schemas.microsoft.com/office/drawing/2014/main" id="{90BA2679-7749-4595-8810-A32C908F99F4}"/>
                    </a:ext>
                  </a:extLst>
                </p:cNvPr>
                <p:cNvPicPr/>
                <p:nvPr/>
              </p:nvPicPr>
              <p:blipFill>
                <a:blip r:embed="rId56"/>
                <a:stretch>
                  <a:fillRect/>
                </a:stretch>
              </p:blipFill>
              <p:spPr>
                <a:xfrm>
                  <a:off x="765989" y="3951095"/>
                  <a:ext cx="14400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9A005472-97F0-1B93-B1B1-0B573E4D4006}"/>
                    </a:ext>
                  </a:extLst>
                </p14:cNvPr>
                <p14:cNvContentPartPr/>
                <p14:nvPr/>
              </p14:nvContentPartPr>
              <p14:xfrm>
                <a:off x="695069" y="4084655"/>
                <a:ext cx="232560" cy="141840"/>
              </p14:xfrm>
            </p:contentPart>
          </mc:Choice>
          <mc:Fallback>
            <p:pic>
              <p:nvPicPr>
                <p:cNvPr id="35" name="Ink 34">
                  <a:extLst>
                    <a:ext uri="{FF2B5EF4-FFF2-40B4-BE49-F238E27FC236}">
                      <a16:creationId xmlns:a16="http://schemas.microsoft.com/office/drawing/2014/main" id="{9A005472-97F0-1B93-B1B1-0B573E4D4006}"/>
                    </a:ext>
                  </a:extLst>
                </p:cNvPr>
                <p:cNvPicPr/>
                <p:nvPr/>
              </p:nvPicPr>
              <p:blipFill>
                <a:blip r:embed="rId58"/>
                <a:stretch>
                  <a:fillRect/>
                </a:stretch>
              </p:blipFill>
              <p:spPr>
                <a:xfrm>
                  <a:off x="688949" y="4078535"/>
                  <a:ext cx="24480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837F425A-46B4-C27E-3CD5-B40A9335B98F}"/>
                    </a:ext>
                  </a:extLst>
                </p14:cNvPr>
                <p14:cNvContentPartPr/>
                <p14:nvPr/>
              </p14:nvContentPartPr>
              <p14:xfrm>
                <a:off x="539909" y="3897815"/>
                <a:ext cx="334800" cy="96480"/>
              </p14:xfrm>
            </p:contentPart>
          </mc:Choice>
          <mc:Fallback>
            <p:pic>
              <p:nvPicPr>
                <p:cNvPr id="36" name="Ink 35">
                  <a:extLst>
                    <a:ext uri="{FF2B5EF4-FFF2-40B4-BE49-F238E27FC236}">
                      <a16:creationId xmlns:a16="http://schemas.microsoft.com/office/drawing/2014/main" id="{837F425A-46B4-C27E-3CD5-B40A9335B98F}"/>
                    </a:ext>
                  </a:extLst>
                </p:cNvPr>
                <p:cNvPicPr/>
                <p:nvPr/>
              </p:nvPicPr>
              <p:blipFill>
                <a:blip r:embed="rId60"/>
                <a:stretch>
                  <a:fillRect/>
                </a:stretch>
              </p:blipFill>
              <p:spPr>
                <a:xfrm>
                  <a:off x="533789" y="3891695"/>
                  <a:ext cx="3470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6944C070-879C-3670-F509-7C67FC40C186}"/>
                    </a:ext>
                  </a:extLst>
                </p14:cNvPr>
                <p14:cNvContentPartPr/>
                <p14:nvPr/>
              </p14:nvContentPartPr>
              <p14:xfrm>
                <a:off x="975509" y="4093295"/>
                <a:ext cx="122400" cy="34560"/>
              </p14:xfrm>
            </p:contentPart>
          </mc:Choice>
          <mc:Fallback>
            <p:pic>
              <p:nvPicPr>
                <p:cNvPr id="37" name="Ink 36">
                  <a:extLst>
                    <a:ext uri="{FF2B5EF4-FFF2-40B4-BE49-F238E27FC236}">
                      <a16:creationId xmlns:a16="http://schemas.microsoft.com/office/drawing/2014/main" id="{6944C070-879C-3670-F509-7C67FC40C186}"/>
                    </a:ext>
                  </a:extLst>
                </p:cNvPr>
                <p:cNvPicPr/>
                <p:nvPr/>
              </p:nvPicPr>
              <p:blipFill>
                <a:blip r:embed="rId62"/>
                <a:stretch>
                  <a:fillRect/>
                </a:stretch>
              </p:blipFill>
              <p:spPr>
                <a:xfrm>
                  <a:off x="969389" y="4087175"/>
                  <a:ext cx="13464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8" name="Ink 37">
                  <a:extLst>
                    <a:ext uri="{FF2B5EF4-FFF2-40B4-BE49-F238E27FC236}">
                      <a16:creationId xmlns:a16="http://schemas.microsoft.com/office/drawing/2014/main" id="{D9905496-3881-10EF-6254-D31846821F18}"/>
                    </a:ext>
                  </a:extLst>
                </p14:cNvPr>
                <p14:cNvContentPartPr/>
                <p14:nvPr/>
              </p14:nvContentPartPr>
              <p14:xfrm>
                <a:off x="1020509" y="4135055"/>
                <a:ext cx="171720" cy="50760"/>
              </p14:xfrm>
            </p:contentPart>
          </mc:Choice>
          <mc:Fallback>
            <p:pic>
              <p:nvPicPr>
                <p:cNvPr id="38" name="Ink 37">
                  <a:extLst>
                    <a:ext uri="{FF2B5EF4-FFF2-40B4-BE49-F238E27FC236}">
                      <a16:creationId xmlns:a16="http://schemas.microsoft.com/office/drawing/2014/main" id="{D9905496-3881-10EF-6254-D31846821F18}"/>
                    </a:ext>
                  </a:extLst>
                </p:cNvPr>
                <p:cNvPicPr/>
                <p:nvPr/>
              </p:nvPicPr>
              <p:blipFill>
                <a:blip r:embed="rId64"/>
                <a:stretch>
                  <a:fillRect/>
                </a:stretch>
              </p:blipFill>
              <p:spPr>
                <a:xfrm>
                  <a:off x="1014389" y="4128935"/>
                  <a:ext cx="18396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9" name="Ink 38">
                  <a:extLst>
                    <a:ext uri="{FF2B5EF4-FFF2-40B4-BE49-F238E27FC236}">
                      <a16:creationId xmlns:a16="http://schemas.microsoft.com/office/drawing/2014/main" id="{416A28F9-A585-5798-08C9-57FEC1A7A430}"/>
                    </a:ext>
                  </a:extLst>
                </p14:cNvPr>
                <p14:cNvContentPartPr/>
                <p14:nvPr/>
              </p14:nvContentPartPr>
              <p14:xfrm>
                <a:off x="1257749" y="3884135"/>
                <a:ext cx="191520" cy="252720"/>
              </p14:xfrm>
            </p:contentPart>
          </mc:Choice>
          <mc:Fallback>
            <p:pic>
              <p:nvPicPr>
                <p:cNvPr id="39" name="Ink 38">
                  <a:extLst>
                    <a:ext uri="{FF2B5EF4-FFF2-40B4-BE49-F238E27FC236}">
                      <a16:creationId xmlns:a16="http://schemas.microsoft.com/office/drawing/2014/main" id="{416A28F9-A585-5798-08C9-57FEC1A7A430}"/>
                    </a:ext>
                  </a:extLst>
                </p:cNvPr>
                <p:cNvPicPr/>
                <p:nvPr/>
              </p:nvPicPr>
              <p:blipFill>
                <a:blip r:embed="rId66"/>
                <a:stretch>
                  <a:fillRect/>
                </a:stretch>
              </p:blipFill>
              <p:spPr>
                <a:xfrm>
                  <a:off x="1251629" y="3878015"/>
                  <a:ext cx="20376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0" name="Ink 39">
                  <a:extLst>
                    <a:ext uri="{FF2B5EF4-FFF2-40B4-BE49-F238E27FC236}">
                      <a16:creationId xmlns:a16="http://schemas.microsoft.com/office/drawing/2014/main" id="{29E556B7-421D-A146-8980-F71D51F383B5}"/>
                    </a:ext>
                  </a:extLst>
                </p14:cNvPr>
                <p14:cNvContentPartPr/>
                <p14:nvPr/>
              </p14:nvContentPartPr>
              <p14:xfrm>
                <a:off x="1542869" y="3863975"/>
                <a:ext cx="166680" cy="98640"/>
              </p14:xfrm>
            </p:contentPart>
          </mc:Choice>
          <mc:Fallback>
            <p:pic>
              <p:nvPicPr>
                <p:cNvPr id="40" name="Ink 39">
                  <a:extLst>
                    <a:ext uri="{FF2B5EF4-FFF2-40B4-BE49-F238E27FC236}">
                      <a16:creationId xmlns:a16="http://schemas.microsoft.com/office/drawing/2014/main" id="{29E556B7-421D-A146-8980-F71D51F383B5}"/>
                    </a:ext>
                  </a:extLst>
                </p:cNvPr>
                <p:cNvPicPr/>
                <p:nvPr/>
              </p:nvPicPr>
              <p:blipFill>
                <a:blip r:embed="rId68"/>
                <a:stretch>
                  <a:fillRect/>
                </a:stretch>
              </p:blipFill>
              <p:spPr>
                <a:xfrm>
                  <a:off x="1536749" y="3857855"/>
                  <a:ext cx="178920" cy="110880"/>
                </a:xfrm>
                <a:prstGeom prst="rect">
                  <a:avLst/>
                </a:prstGeom>
              </p:spPr>
            </p:pic>
          </mc:Fallback>
        </mc:AlternateContent>
      </p:grpSp>
      <p:grpSp>
        <p:nvGrpSpPr>
          <p:cNvPr id="51" name="Group 50">
            <a:extLst>
              <a:ext uri="{FF2B5EF4-FFF2-40B4-BE49-F238E27FC236}">
                <a16:creationId xmlns:a16="http://schemas.microsoft.com/office/drawing/2014/main" id="{A0A7DB37-6D6F-BEA0-415D-F06DB38945B8}"/>
              </a:ext>
            </a:extLst>
          </p:cNvPr>
          <p:cNvGrpSpPr/>
          <p:nvPr/>
        </p:nvGrpSpPr>
        <p:grpSpPr>
          <a:xfrm>
            <a:off x="4466789" y="4043255"/>
            <a:ext cx="1707840" cy="705960"/>
            <a:chOff x="4466789" y="4043255"/>
            <a:chExt cx="1707840" cy="705960"/>
          </a:xfrm>
        </p:grpSpPr>
        <mc:AlternateContent xmlns:mc="http://schemas.openxmlformats.org/markup-compatibility/2006">
          <mc:Choice xmlns:p14="http://schemas.microsoft.com/office/powerpoint/2010/main" Requires="p14">
            <p:contentPart p14:bwMode="auto" r:id="rId69">
              <p14:nvContentPartPr>
                <p14:cNvPr id="42" name="Ink 41">
                  <a:extLst>
                    <a:ext uri="{FF2B5EF4-FFF2-40B4-BE49-F238E27FC236}">
                      <a16:creationId xmlns:a16="http://schemas.microsoft.com/office/drawing/2014/main" id="{84FA45C2-B9A0-558F-A231-D9BECA05D5D5}"/>
                    </a:ext>
                  </a:extLst>
                </p14:cNvPr>
                <p14:cNvContentPartPr/>
                <p14:nvPr/>
              </p14:nvContentPartPr>
              <p14:xfrm>
                <a:off x="4466789" y="4287335"/>
                <a:ext cx="708840" cy="461880"/>
              </p14:xfrm>
            </p:contentPart>
          </mc:Choice>
          <mc:Fallback>
            <p:pic>
              <p:nvPicPr>
                <p:cNvPr id="42" name="Ink 41">
                  <a:extLst>
                    <a:ext uri="{FF2B5EF4-FFF2-40B4-BE49-F238E27FC236}">
                      <a16:creationId xmlns:a16="http://schemas.microsoft.com/office/drawing/2014/main" id="{84FA45C2-B9A0-558F-A231-D9BECA05D5D5}"/>
                    </a:ext>
                  </a:extLst>
                </p:cNvPr>
                <p:cNvPicPr/>
                <p:nvPr/>
              </p:nvPicPr>
              <p:blipFill>
                <a:blip r:embed="rId70"/>
                <a:stretch>
                  <a:fillRect/>
                </a:stretch>
              </p:blipFill>
              <p:spPr>
                <a:xfrm>
                  <a:off x="4460669" y="4281215"/>
                  <a:ext cx="721080" cy="4741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3" name="Ink 42">
                  <a:extLst>
                    <a:ext uri="{FF2B5EF4-FFF2-40B4-BE49-F238E27FC236}">
                      <a16:creationId xmlns:a16="http://schemas.microsoft.com/office/drawing/2014/main" id="{63B6CF6F-54EF-9B41-5989-6B11F004E55B}"/>
                    </a:ext>
                  </a:extLst>
                </p14:cNvPr>
                <p14:cNvContentPartPr/>
                <p14:nvPr/>
              </p14:nvContentPartPr>
              <p14:xfrm>
                <a:off x="5193989" y="4104095"/>
                <a:ext cx="166680" cy="240480"/>
              </p14:xfrm>
            </p:contentPart>
          </mc:Choice>
          <mc:Fallback>
            <p:pic>
              <p:nvPicPr>
                <p:cNvPr id="43" name="Ink 42">
                  <a:extLst>
                    <a:ext uri="{FF2B5EF4-FFF2-40B4-BE49-F238E27FC236}">
                      <a16:creationId xmlns:a16="http://schemas.microsoft.com/office/drawing/2014/main" id="{63B6CF6F-54EF-9B41-5989-6B11F004E55B}"/>
                    </a:ext>
                  </a:extLst>
                </p:cNvPr>
                <p:cNvPicPr/>
                <p:nvPr/>
              </p:nvPicPr>
              <p:blipFill>
                <a:blip r:embed="rId72"/>
                <a:stretch>
                  <a:fillRect/>
                </a:stretch>
              </p:blipFill>
              <p:spPr>
                <a:xfrm>
                  <a:off x="5187869" y="4097975"/>
                  <a:ext cx="17892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4" name="Ink 43">
                  <a:extLst>
                    <a:ext uri="{FF2B5EF4-FFF2-40B4-BE49-F238E27FC236}">
                      <a16:creationId xmlns:a16="http://schemas.microsoft.com/office/drawing/2014/main" id="{EDEE6216-6E22-9378-1AC2-16BE9108F2FB}"/>
                    </a:ext>
                  </a:extLst>
                </p14:cNvPr>
                <p14:cNvContentPartPr/>
                <p14:nvPr/>
              </p14:nvContentPartPr>
              <p14:xfrm>
                <a:off x="5106869" y="4181855"/>
                <a:ext cx="304920" cy="164160"/>
              </p14:xfrm>
            </p:contentPart>
          </mc:Choice>
          <mc:Fallback>
            <p:pic>
              <p:nvPicPr>
                <p:cNvPr id="44" name="Ink 43">
                  <a:extLst>
                    <a:ext uri="{FF2B5EF4-FFF2-40B4-BE49-F238E27FC236}">
                      <a16:creationId xmlns:a16="http://schemas.microsoft.com/office/drawing/2014/main" id="{EDEE6216-6E22-9378-1AC2-16BE9108F2FB}"/>
                    </a:ext>
                  </a:extLst>
                </p:cNvPr>
                <p:cNvPicPr/>
                <p:nvPr/>
              </p:nvPicPr>
              <p:blipFill>
                <a:blip r:embed="rId74"/>
                <a:stretch>
                  <a:fillRect/>
                </a:stretch>
              </p:blipFill>
              <p:spPr>
                <a:xfrm>
                  <a:off x="5100749" y="4175735"/>
                  <a:ext cx="31716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5" name="Ink 44">
                  <a:extLst>
                    <a:ext uri="{FF2B5EF4-FFF2-40B4-BE49-F238E27FC236}">
                      <a16:creationId xmlns:a16="http://schemas.microsoft.com/office/drawing/2014/main" id="{E228129B-225B-1D74-6F2C-D8AC8C01EAB3}"/>
                    </a:ext>
                  </a:extLst>
                </p14:cNvPr>
                <p14:cNvContentPartPr/>
                <p14:nvPr/>
              </p14:nvContentPartPr>
              <p14:xfrm>
                <a:off x="5034149" y="4043255"/>
                <a:ext cx="291960" cy="69480"/>
              </p14:xfrm>
            </p:contentPart>
          </mc:Choice>
          <mc:Fallback>
            <p:pic>
              <p:nvPicPr>
                <p:cNvPr id="45" name="Ink 44">
                  <a:extLst>
                    <a:ext uri="{FF2B5EF4-FFF2-40B4-BE49-F238E27FC236}">
                      <a16:creationId xmlns:a16="http://schemas.microsoft.com/office/drawing/2014/main" id="{E228129B-225B-1D74-6F2C-D8AC8C01EAB3}"/>
                    </a:ext>
                  </a:extLst>
                </p:cNvPr>
                <p:cNvPicPr/>
                <p:nvPr/>
              </p:nvPicPr>
              <p:blipFill>
                <a:blip r:embed="rId76"/>
                <a:stretch>
                  <a:fillRect/>
                </a:stretch>
              </p:blipFill>
              <p:spPr>
                <a:xfrm>
                  <a:off x="5028029" y="4037135"/>
                  <a:ext cx="30420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6" name="Ink 45">
                  <a:extLst>
                    <a:ext uri="{FF2B5EF4-FFF2-40B4-BE49-F238E27FC236}">
                      <a16:creationId xmlns:a16="http://schemas.microsoft.com/office/drawing/2014/main" id="{248AFC1B-FACF-A708-9291-204D7025DA06}"/>
                    </a:ext>
                  </a:extLst>
                </p14:cNvPr>
                <p14:cNvContentPartPr/>
                <p14:nvPr/>
              </p14:nvContentPartPr>
              <p14:xfrm>
                <a:off x="5424749" y="4214615"/>
                <a:ext cx="200880" cy="28800"/>
              </p14:xfrm>
            </p:contentPart>
          </mc:Choice>
          <mc:Fallback>
            <p:pic>
              <p:nvPicPr>
                <p:cNvPr id="46" name="Ink 45">
                  <a:extLst>
                    <a:ext uri="{FF2B5EF4-FFF2-40B4-BE49-F238E27FC236}">
                      <a16:creationId xmlns:a16="http://schemas.microsoft.com/office/drawing/2014/main" id="{248AFC1B-FACF-A708-9291-204D7025DA06}"/>
                    </a:ext>
                  </a:extLst>
                </p:cNvPr>
                <p:cNvPicPr/>
                <p:nvPr/>
              </p:nvPicPr>
              <p:blipFill>
                <a:blip r:embed="rId78"/>
                <a:stretch>
                  <a:fillRect/>
                </a:stretch>
              </p:blipFill>
              <p:spPr>
                <a:xfrm>
                  <a:off x="5418629" y="4208495"/>
                  <a:ext cx="2131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7" name="Ink 46">
                  <a:extLst>
                    <a:ext uri="{FF2B5EF4-FFF2-40B4-BE49-F238E27FC236}">
                      <a16:creationId xmlns:a16="http://schemas.microsoft.com/office/drawing/2014/main" id="{8560E760-0384-4F79-5BAF-9251E88A4F7A}"/>
                    </a:ext>
                  </a:extLst>
                </p14:cNvPr>
                <p14:cNvContentPartPr/>
                <p14:nvPr/>
              </p14:nvContentPartPr>
              <p14:xfrm>
                <a:off x="5481629" y="4295255"/>
                <a:ext cx="202320" cy="45720"/>
              </p14:xfrm>
            </p:contentPart>
          </mc:Choice>
          <mc:Fallback>
            <p:pic>
              <p:nvPicPr>
                <p:cNvPr id="47" name="Ink 46">
                  <a:extLst>
                    <a:ext uri="{FF2B5EF4-FFF2-40B4-BE49-F238E27FC236}">
                      <a16:creationId xmlns:a16="http://schemas.microsoft.com/office/drawing/2014/main" id="{8560E760-0384-4F79-5BAF-9251E88A4F7A}"/>
                    </a:ext>
                  </a:extLst>
                </p:cNvPr>
                <p:cNvPicPr/>
                <p:nvPr/>
              </p:nvPicPr>
              <p:blipFill>
                <a:blip r:embed="rId80"/>
                <a:stretch>
                  <a:fillRect/>
                </a:stretch>
              </p:blipFill>
              <p:spPr>
                <a:xfrm>
                  <a:off x="5475509" y="4289135"/>
                  <a:ext cx="21456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8" name="Ink 47">
                  <a:extLst>
                    <a:ext uri="{FF2B5EF4-FFF2-40B4-BE49-F238E27FC236}">
                      <a16:creationId xmlns:a16="http://schemas.microsoft.com/office/drawing/2014/main" id="{D592FAE9-527E-1D59-067D-8B391516F6C1}"/>
                    </a:ext>
                  </a:extLst>
                </p14:cNvPr>
                <p14:cNvContentPartPr/>
                <p14:nvPr/>
              </p14:nvContentPartPr>
              <p14:xfrm>
                <a:off x="5776469" y="4110935"/>
                <a:ext cx="58320" cy="208800"/>
              </p14:xfrm>
            </p:contentPart>
          </mc:Choice>
          <mc:Fallback>
            <p:pic>
              <p:nvPicPr>
                <p:cNvPr id="48" name="Ink 47">
                  <a:extLst>
                    <a:ext uri="{FF2B5EF4-FFF2-40B4-BE49-F238E27FC236}">
                      <a16:creationId xmlns:a16="http://schemas.microsoft.com/office/drawing/2014/main" id="{D592FAE9-527E-1D59-067D-8B391516F6C1}"/>
                    </a:ext>
                  </a:extLst>
                </p:cNvPr>
                <p:cNvPicPr/>
                <p:nvPr/>
              </p:nvPicPr>
              <p:blipFill>
                <a:blip r:embed="rId82"/>
                <a:stretch>
                  <a:fillRect/>
                </a:stretch>
              </p:blipFill>
              <p:spPr>
                <a:xfrm>
                  <a:off x="5770349" y="4104815"/>
                  <a:ext cx="705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9" name="Ink 48">
                  <a:extLst>
                    <a:ext uri="{FF2B5EF4-FFF2-40B4-BE49-F238E27FC236}">
                      <a16:creationId xmlns:a16="http://schemas.microsoft.com/office/drawing/2014/main" id="{3ADAD7B3-8D1A-1E08-F6B2-149908289D4C}"/>
                    </a:ext>
                  </a:extLst>
                </p14:cNvPr>
                <p14:cNvContentPartPr/>
                <p14:nvPr/>
              </p14:nvContentPartPr>
              <p14:xfrm>
                <a:off x="5881589" y="4161695"/>
                <a:ext cx="293040" cy="142920"/>
              </p14:xfrm>
            </p:contentPart>
          </mc:Choice>
          <mc:Fallback>
            <p:pic>
              <p:nvPicPr>
                <p:cNvPr id="49" name="Ink 48">
                  <a:extLst>
                    <a:ext uri="{FF2B5EF4-FFF2-40B4-BE49-F238E27FC236}">
                      <a16:creationId xmlns:a16="http://schemas.microsoft.com/office/drawing/2014/main" id="{3ADAD7B3-8D1A-1E08-F6B2-149908289D4C}"/>
                    </a:ext>
                  </a:extLst>
                </p:cNvPr>
                <p:cNvPicPr/>
                <p:nvPr/>
              </p:nvPicPr>
              <p:blipFill>
                <a:blip r:embed="rId84"/>
                <a:stretch>
                  <a:fillRect/>
                </a:stretch>
              </p:blipFill>
              <p:spPr>
                <a:xfrm>
                  <a:off x="5875469" y="4155575"/>
                  <a:ext cx="30528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0" name="Ink 49">
                  <a:extLst>
                    <a:ext uri="{FF2B5EF4-FFF2-40B4-BE49-F238E27FC236}">
                      <a16:creationId xmlns:a16="http://schemas.microsoft.com/office/drawing/2014/main" id="{A780A0FD-722E-1D21-F942-828545F3FB46}"/>
                    </a:ext>
                  </a:extLst>
                </p14:cNvPr>
                <p14:cNvContentPartPr/>
                <p14:nvPr/>
              </p14:nvContentPartPr>
              <p14:xfrm>
                <a:off x="6004349" y="4199855"/>
                <a:ext cx="167040" cy="105120"/>
              </p14:xfrm>
            </p:contentPart>
          </mc:Choice>
          <mc:Fallback>
            <p:pic>
              <p:nvPicPr>
                <p:cNvPr id="50" name="Ink 49">
                  <a:extLst>
                    <a:ext uri="{FF2B5EF4-FFF2-40B4-BE49-F238E27FC236}">
                      <a16:creationId xmlns:a16="http://schemas.microsoft.com/office/drawing/2014/main" id="{A780A0FD-722E-1D21-F942-828545F3FB46}"/>
                    </a:ext>
                  </a:extLst>
                </p:cNvPr>
                <p:cNvPicPr/>
                <p:nvPr/>
              </p:nvPicPr>
              <p:blipFill>
                <a:blip r:embed="rId86"/>
                <a:stretch>
                  <a:fillRect/>
                </a:stretch>
              </p:blipFill>
              <p:spPr>
                <a:xfrm>
                  <a:off x="5998229" y="4193735"/>
                  <a:ext cx="179280" cy="117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7">
            <p14:nvContentPartPr>
              <p14:cNvPr id="52" name="Ink 51">
                <a:extLst>
                  <a:ext uri="{FF2B5EF4-FFF2-40B4-BE49-F238E27FC236}">
                    <a16:creationId xmlns:a16="http://schemas.microsoft.com/office/drawing/2014/main" id="{5F9FA775-E579-4597-6189-D62CEFBD37D1}"/>
                  </a:ext>
                </a:extLst>
              </p14:cNvPr>
              <p14:cNvContentPartPr/>
              <p14:nvPr/>
            </p14:nvContentPartPr>
            <p14:xfrm>
              <a:off x="8850509" y="3308855"/>
              <a:ext cx="2570760" cy="68400"/>
            </p14:xfrm>
          </p:contentPart>
        </mc:Choice>
        <mc:Fallback>
          <p:pic>
            <p:nvPicPr>
              <p:cNvPr id="52" name="Ink 51">
                <a:extLst>
                  <a:ext uri="{FF2B5EF4-FFF2-40B4-BE49-F238E27FC236}">
                    <a16:creationId xmlns:a16="http://schemas.microsoft.com/office/drawing/2014/main" id="{5F9FA775-E579-4597-6189-D62CEFBD37D1}"/>
                  </a:ext>
                </a:extLst>
              </p:cNvPr>
              <p:cNvPicPr/>
              <p:nvPr/>
            </p:nvPicPr>
            <p:blipFill>
              <a:blip r:embed="rId88"/>
              <a:stretch>
                <a:fillRect/>
              </a:stretch>
            </p:blipFill>
            <p:spPr>
              <a:xfrm>
                <a:off x="8844389" y="3302735"/>
                <a:ext cx="2583000" cy="80640"/>
              </a:xfrm>
              <a:prstGeom prst="rect">
                <a:avLst/>
              </a:prstGeom>
            </p:spPr>
          </p:pic>
        </mc:Fallback>
      </mc:AlternateContent>
      <p:grpSp>
        <p:nvGrpSpPr>
          <p:cNvPr id="521" name="Group 520">
            <a:extLst>
              <a:ext uri="{FF2B5EF4-FFF2-40B4-BE49-F238E27FC236}">
                <a16:creationId xmlns:a16="http://schemas.microsoft.com/office/drawing/2014/main" id="{4C1CBAB0-52A7-62E3-76E6-48A058BD9BBF}"/>
              </a:ext>
            </a:extLst>
          </p:cNvPr>
          <p:cNvGrpSpPr/>
          <p:nvPr/>
        </p:nvGrpSpPr>
        <p:grpSpPr>
          <a:xfrm>
            <a:off x="8440469" y="1976495"/>
            <a:ext cx="3470040" cy="1815840"/>
            <a:chOff x="8440469" y="1976495"/>
            <a:chExt cx="3470040" cy="1815840"/>
          </a:xfrm>
        </p:grpSpPr>
        <mc:AlternateContent xmlns:mc="http://schemas.openxmlformats.org/markup-compatibility/2006">
          <mc:Choice xmlns:p14="http://schemas.microsoft.com/office/powerpoint/2010/main" Requires="p14">
            <p:contentPart p14:bwMode="auto" r:id="rId89">
              <p14:nvContentPartPr>
                <p14:cNvPr id="53" name="Ink 52">
                  <a:extLst>
                    <a:ext uri="{FF2B5EF4-FFF2-40B4-BE49-F238E27FC236}">
                      <a16:creationId xmlns:a16="http://schemas.microsoft.com/office/drawing/2014/main" id="{8DB55B6F-DE77-B5F9-DCF0-724EF57DC4A0}"/>
                    </a:ext>
                  </a:extLst>
                </p14:cNvPr>
                <p14:cNvContentPartPr/>
                <p14:nvPr/>
              </p14:nvContentPartPr>
              <p14:xfrm>
                <a:off x="8440469" y="2134535"/>
                <a:ext cx="3367800" cy="1240200"/>
              </p14:xfrm>
            </p:contentPart>
          </mc:Choice>
          <mc:Fallback>
            <p:pic>
              <p:nvPicPr>
                <p:cNvPr id="53" name="Ink 52">
                  <a:extLst>
                    <a:ext uri="{FF2B5EF4-FFF2-40B4-BE49-F238E27FC236}">
                      <a16:creationId xmlns:a16="http://schemas.microsoft.com/office/drawing/2014/main" id="{8DB55B6F-DE77-B5F9-DCF0-724EF57DC4A0}"/>
                    </a:ext>
                  </a:extLst>
                </p:cNvPr>
                <p:cNvPicPr/>
                <p:nvPr/>
              </p:nvPicPr>
              <p:blipFill>
                <a:blip r:embed="rId90"/>
                <a:stretch>
                  <a:fillRect/>
                </a:stretch>
              </p:blipFill>
              <p:spPr>
                <a:xfrm>
                  <a:off x="8434349" y="2128415"/>
                  <a:ext cx="3380040" cy="12524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4" name="Ink 53">
                  <a:extLst>
                    <a:ext uri="{FF2B5EF4-FFF2-40B4-BE49-F238E27FC236}">
                      <a16:creationId xmlns:a16="http://schemas.microsoft.com/office/drawing/2014/main" id="{E66B6B52-AEBA-AC78-A655-07AF73CEF879}"/>
                    </a:ext>
                  </a:extLst>
                </p14:cNvPr>
                <p14:cNvContentPartPr/>
                <p14:nvPr/>
              </p14:nvContentPartPr>
              <p14:xfrm>
                <a:off x="11215349" y="3325415"/>
                <a:ext cx="695160" cy="44640"/>
              </p14:xfrm>
            </p:contentPart>
          </mc:Choice>
          <mc:Fallback>
            <p:pic>
              <p:nvPicPr>
                <p:cNvPr id="54" name="Ink 53">
                  <a:extLst>
                    <a:ext uri="{FF2B5EF4-FFF2-40B4-BE49-F238E27FC236}">
                      <a16:creationId xmlns:a16="http://schemas.microsoft.com/office/drawing/2014/main" id="{E66B6B52-AEBA-AC78-A655-07AF73CEF879}"/>
                    </a:ext>
                  </a:extLst>
                </p:cNvPr>
                <p:cNvPicPr/>
                <p:nvPr/>
              </p:nvPicPr>
              <p:blipFill>
                <a:blip r:embed="rId92"/>
                <a:stretch>
                  <a:fillRect/>
                </a:stretch>
              </p:blipFill>
              <p:spPr>
                <a:xfrm>
                  <a:off x="11209229" y="3319295"/>
                  <a:ext cx="70740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7" name="Ink 56">
                  <a:extLst>
                    <a:ext uri="{FF2B5EF4-FFF2-40B4-BE49-F238E27FC236}">
                      <a16:creationId xmlns:a16="http://schemas.microsoft.com/office/drawing/2014/main" id="{764D45F6-A0B6-7F29-AACE-10C82E0E5EAB}"/>
                    </a:ext>
                  </a:extLst>
                </p14:cNvPr>
                <p14:cNvContentPartPr/>
                <p14:nvPr/>
              </p14:nvContentPartPr>
              <p14:xfrm>
                <a:off x="9602189" y="2434775"/>
                <a:ext cx="41760" cy="970200"/>
              </p14:xfrm>
            </p:contentPart>
          </mc:Choice>
          <mc:Fallback>
            <p:pic>
              <p:nvPicPr>
                <p:cNvPr id="57" name="Ink 56">
                  <a:extLst>
                    <a:ext uri="{FF2B5EF4-FFF2-40B4-BE49-F238E27FC236}">
                      <a16:creationId xmlns:a16="http://schemas.microsoft.com/office/drawing/2014/main" id="{764D45F6-A0B6-7F29-AACE-10C82E0E5EAB}"/>
                    </a:ext>
                  </a:extLst>
                </p:cNvPr>
                <p:cNvPicPr/>
                <p:nvPr/>
              </p:nvPicPr>
              <p:blipFill>
                <a:blip r:embed="rId94"/>
                <a:stretch>
                  <a:fillRect/>
                </a:stretch>
              </p:blipFill>
              <p:spPr>
                <a:xfrm>
                  <a:off x="9596069" y="2428655"/>
                  <a:ext cx="54000" cy="9824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8" name="Ink 57">
                  <a:extLst>
                    <a:ext uri="{FF2B5EF4-FFF2-40B4-BE49-F238E27FC236}">
                      <a16:creationId xmlns:a16="http://schemas.microsoft.com/office/drawing/2014/main" id="{CC7DF6F5-F0EA-CF52-4BE5-CFB0966AFE75}"/>
                    </a:ext>
                  </a:extLst>
                </p14:cNvPr>
                <p14:cNvContentPartPr/>
                <p14:nvPr/>
              </p14:nvContentPartPr>
              <p14:xfrm>
                <a:off x="9522629" y="3496775"/>
                <a:ext cx="150840" cy="270000"/>
              </p14:xfrm>
            </p:contentPart>
          </mc:Choice>
          <mc:Fallback>
            <p:pic>
              <p:nvPicPr>
                <p:cNvPr id="58" name="Ink 57">
                  <a:extLst>
                    <a:ext uri="{FF2B5EF4-FFF2-40B4-BE49-F238E27FC236}">
                      <a16:creationId xmlns:a16="http://schemas.microsoft.com/office/drawing/2014/main" id="{CC7DF6F5-F0EA-CF52-4BE5-CFB0966AFE75}"/>
                    </a:ext>
                  </a:extLst>
                </p:cNvPr>
                <p:cNvPicPr/>
                <p:nvPr/>
              </p:nvPicPr>
              <p:blipFill>
                <a:blip r:embed="rId96"/>
                <a:stretch>
                  <a:fillRect/>
                </a:stretch>
              </p:blipFill>
              <p:spPr>
                <a:xfrm>
                  <a:off x="9516509" y="3490655"/>
                  <a:ext cx="16308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9" name="Ink 58">
                  <a:extLst>
                    <a:ext uri="{FF2B5EF4-FFF2-40B4-BE49-F238E27FC236}">
                      <a16:creationId xmlns:a16="http://schemas.microsoft.com/office/drawing/2014/main" id="{C62E1BF9-63F9-5CFD-F344-1B4DB05CF328}"/>
                    </a:ext>
                  </a:extLst>
                </p14:cNvPr>
                <p14:cNvContentPartPr/>
                <p14:nvPr/>
              </p14:nvContentPartPr>
              <p14:xfrm>
                <a:off x="9734669" y="3566975"/>
                <a:ext cx="178920" cy="99360"/>
              </p14:xfrm>
            </p:contentPart>
          </mc:Choice>
          <mc:Fallback>
            <p:pic>
              <p:nvPicPr>
                <p:cNvPr id="59" name="Ink 58">
                  <a:extLst>
                    <a:ext uri="{FF2B5EF4-FFF2-40B4-BE49-F238E27FC236}">
                      <a16:creationId xmlns:a16="http://schemas.microsoft.com/office/drawing/2014/main" id="{C62E1BF9-63F9-5CFD-F344-1B4DB05CF328}"/>
                    </a:ext>
                  </a:extLst>
                </p:cNvPr>
                <p:cNvPicPr/>
                <p:nvPr/>
              </p:nvPicPr>
              <p:blipFill>
                <a:blip r:embed="rId98"/>
                <a:stretch>
                  <a:fillRect/>
                </a:stretch>
              </p:blipFill>
              <p:spPr>
                <a:xfrm>
                  <a:off x="9728549" y="3560855"/>
                  <a:ext cx="19116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1" name="Ink 60">
                  <a:extLst>
                    <a:ext uri="{FF2B5EF4-FFF2-40B4-BE49-F238E27FC236}">
                      <a16:creationId xmlns:a16="http://schemas.microsoft.com/office/drawing/2014/main" id="{D89CB29D-3214-2EC3-B08E-C4CD2CA6777A}"/>
                    </a:ext>
                  </a:extLst>
                </p14:cNvPr>
                <p14:cNvContentPartPr/>
                <p14:nvPr/>
              </p14:nvContentPartPr>
              <p14:xfrm>
                <a:off x="10728269" y="2287175"/>
                <a:ext cx="43200" cy="1044720"/>
              </p14:xfrm>
            </p:contentPart>
          </mc:Choice>
          <mc:Fallback>
            <p:pic>
              <p:nvPicPr>
                <p:cNvPr id="61" name="Ink 60">
                  <a:extLst>
                    <a:ext uri="{FF2B5EF4-FFF2-40B4-BE49-F238E27FC236}">
                      <a16:creationId xmlns:a16="http://schemas.microsoft.com/office/drawing/2014/main" id="{D89CB29D-3214-2EC3-B08E-C4CD2CA6777A}"/>
                    </a:ext>
                  </a:extLst>
                </p:cNvPr>
                <p:cNvPicPr/>
                <p:nvPr/>
              </p:nvPicPr>
              <p:blipFill>
                <a:blip r:embed="rId100"/>
                <a:stretch>
                  <a:fillRect/>
                </a:stretch>
              </p:blipFill>
              <p:spPr>
                <a:xfrm>
                  <a:off x="10722149" y="2281055"/>
                  <a:ext cx="55440" cy="105696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2" name="Ink 61">
                  <a:extLst>
                    <a:ext uri="{FF2B5EF4-FFF2-40B4-BE49-F238E27FC236}">
                      <a16:creationId xmlns:a16="http://schemas.microsoft.com/office/drawing/2014/main" id="{F2E42C8E-037F-BE33-5D7B-BE239D971E44}"/>
                    </a:ext>
                  </a:extLst>
                </p14:cNvPr>
                <p14:cNvContentPartPr/>
                <p14:nvPr/>
              </p14:nvContentPartPr>
              <p14:xfrm>
                <a:off x="10709549" y="3517655"/>
                <a:ext cx="51840" cy="274680"/>
              </p14:xfrm>
            </p:contentPart>
          </mc:Choice>
          <mc:Fallback>
            <p:pic>
              <p:nvPicPr>
                <p:cNvPr id="62" name="Ink 61">
                  <a:extLst>
                    <a:ext uri="{FF2B5EF4-FFF2-40B4-BE49-F238E27FC236}">
                      <a16:creationId xmlns:a16="http://schemas.microsoft.com/office/drawing/2014/main" id="{F2E42C8E-037F-BE33-5D7B-BE239D971E44}"/>
                    </a:ext>
                  </a:extLst>
                </p:cNvPr>
                <p:cNvPicPr/>
                <p:nvPr/>
              </p:nvPicPr>
              <p:blipFill>
                <a:blip r:embed="rId102"/>
                <a:stretch>
                  <a:fillRect/>
                </a:stretch>
              </p:blipFill>
              <p:spPr>
                <a:xfrm>
                  <a:off x="10703429" y="3511535"/>
                  <a:ext cx="640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3" name="Ink 62">
                  <a:extLst>
                    <a:ext uri="{FF2B5EF4-FFF2-40B4-BE49-F238E27FC236}">
                      <a16:creationId xmlns:a16="http://schemas.microsoft.com/office/drawing/2014/main" id="{19E69199-AAD0-BF53-FF3D-6DCBA00C1086}"/>
                    </a:ext>
                  </a:extLst>
                </p14:cNvPr>
                <p14:cNvContentPartPr/>
                <p14:nvPr/>
              </p14:nvContentPartPr>
              <p14:xfrm>
                <a:off x="10809269" y="3629255"/>
                <a:ext cx="456480" cy="128880"/>
              </p14:xfrm>
            </p:contentPart>
          </mc:Choice>
          <mc:Fallback>
            <p:pic>
              <p:nvPicPr>
                <p:cNvPr id="63" name="Ink 62">
                  <a:extLst>
                    <a:ext uri="{FF2B5EF4-FFF2-40B4-BE49-F238E27FC236}">
                      <a16:creationId xmlns:a16="http://schemas.microsoft.com/office/drawing/2014/main" id="{19E69199-AAD0-BF53-FF3D-6DCBA00C1086}"/>
                    </a:ext>
                  </a:extLst>
                </p:cNvPr>
                <p:cNvPicPr/>
                <p:nvPr/>
              </p:nvPicPr>
              <p:blipFill>
                <a:blip r:embed="rId104"/>
                <a:stretch>
                  <a:fillRect/>
                </a:stretch>
              </p:blipFill>
              <p:spPr>
                <a:xfrm>
                  <a:off x="10803149" y="3623135"/>
                  <a:ext cx="46872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512" name="Ink 511">
                  <a:extLst>
                    <a:ext uri="{FF2B5EF4-FFF2-40B4-BE49-F238E27FC236}">
                      <a16:creationId xmlns:a16="http://schemas.microsoft.com/office/drawing/2014/main" id="{4A7CDE05-E6D9-82D1-7C59-5A5FE47BBE84}"/>
                    </a:ext>
                  </a:extLst>
                </p14:cNvPr>
                <p14:cNvContentPartPr/>
                <p14:nvPr/>
              </p14:nvContentPartPr>
              <p14:xfrm>
                <a:off x="9597149" y="2538455"/>
                <a:ext cx="1000440" cy="417960"/>
              </p14:xfrm>
            </p:contentPart>
          </mc:Choice>
          <mc:Fallback>
            <p:pic>
              <p:nvPicPr>
                <p:cNvPr id="512" name="Ink 511">
                  <a:extLst>
                    <a:ext uri="{FF2B5EF4-FFF2-40B4-BE49-F238E27FC236}">
                      <a16:creationId xmlns:a16="http://schemas.microsoft.com/office/drawing/2014/main" id="{4A7CDE05-E6D9-82D1-7C59-5A5FE47BBE84}"/>
                    </a:ext>
                  </a:extLst>
                </p:cNvPr>
                <p:cNvPicPr/>
                <p:nvPr/>
              </p:nvPicPr>
              <p:blipFill>
                <a:blip r:embed="rId106"/>
                <a:stretch>
                  <a:fillRect/>
                </a:stretch>
              </p:blipFill>
              <p:spPr>
                <a:xfrm>
                  <a:off x="9591029" y="2532335"/>
                  <a:ext cx="1012680" cy="4302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513" name="Ink 512">
                  <a:extLst>
                    <a:ext uri="{FF2B5EF4-FFF2-40B4-BE49-F238E27FC236}">
                      <a16:creationId xmlns:a16="http://schemas.microsoft.com/office/drawing/2014/main" id="{826C7868-9158-DA05-4836-CDDF7AD97117}"/>
                    </a:ext>
                  </a:extLst>
                </p14:cNvPr>
                <p14:cNvContentPartPr/>
                <p14:nvPr/>
              </p14:nvContentPartPr>
              <p14:xfrm>
                <a:off x="9532709" y="2692175"/>
                <a:ext cx="1096560" cy="493560"/>
              </p14:xfrm>
            </p:contentPart>
          </mc:Choice>
          <mc:Fallback>
            <p:pic>
              <p:nvPicPr>
                <p:cNvPr id="513" name="Ink 512">
                  <a:extLst>
                    <a:ext uri="{FF2B5EF4-FFF2-40B4-BE49-F238E27FC236}">
                      <a16:creationId xmlns:a16="http://schemas.microsoft.com/office/drawing/2014/main" id="{826C7868-9158-DA05-4836-CDDF7AD97117}"/>
                    </a:ext>
                  </a:extLst>
                </p:cNvPr>
                <p:cNvPicPr/>
                <p:nvPr/>
              </p:nvPicPr>
              <p:blipFill>
                <a:blip r:embed="rId108"/>
                <a:stretch>
                  <a:fillRect/>
                </a:stretch>
              </p:blipFill>
              <p:spPr>
                <a:xfrm>
                  <a:off x="9526589" y="2686055"/>
                  <a:ext cx="1108800" cy="50580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514" name="Ink 513">
                  <a:extLst>
                    <a:ext uri="{FF2B5EF4-FFF2-40B4-BE49-F238E27FC236}">
                      <a16:creationId xmlns:a16="http://schemas.microsoft.com/office/drawing/2014/main" id="{2A6D3A69-B122-8722-B3A8-F3FC8CF282C0}"/>
                    </a:ext>
                  </a:extLst>
                </p14:cNvPr>
                <p14:cNvContentPartPr/>
                <p14:nvPr/>
              </p14:nvContentPartPr>
              <p14:xfrm>
                <a:off x="9696509" y="2843375"/>
                <a:ext cx="1013040" cy="438120"/>
              </p14:xfrm>
            </p:contentPart>
          </mc:Choice>
          <mc:Fallback>
            <p:pic>
              <p:nvPicPr>
                <p:cNvPr id="514" name="Ink 513">
                  <a:extLst>
                    <a:ext uri="{FF2B5EF4-FFF2-40B4-BE49-F238E27FC236}">
                      <a16:creationId xmlns:a16="http://schemas.microsoft.com/office/drawing/2014/main" id="{2A6D3A69-B122-8722-B3A8-F3FC8CF282C0}"/>
                    </a:ext>
                  </a:extLst>
                </p:cNvPr>
                <p:cNvPicPr/>
                <p:nvPr/>
              </p:nvPicPr>
              <p:blipFill>
                <a:blip r:embed="rId110"/>
                <a:stretch>
                  <a:fillRect/>
                </a:stretch>
              </p:blipFill>
              <p:spPr>
                <a:xfrm>
                  <a:off x="9690389" y="2837255"/>
                  <a:ext cx="102528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515" name="Ink 514">
                  <a:extLst>
                    <a:ext uri="{FF2B5EF4-FFF2-40B4-BE49-F238E27FC236}">
                      <a16:creationId xmlns:a16="http://schemas.microsoft.com/office/drawing/2014/main" id="{9F224AB5-B044-7750-8649-40C2761BE31B}"/>
                    </a:ext>
                  </a:extLst>
                </p14:cNvPr>
                <p14:cNvContentPartPr/>
                <p14:nvPr/>
              </p14:nvContentPartPr>
              <p14:xfrm>
                <a:off x="9938789" y="2984855"/>
                <a:ext cx="786240" cy="339480"/>
              </p14:xfrm>
            </p:contentPart>
          </mc:Choice>
          <mc:Fallback>
            <p:pic>
              <p:nvPicPr>
                <p:cNvPr id="515" name="Ink 514">
                  <a:extLst>
                    <a:ext uri="{FF2B5EF4-FFF2-40B4-BE49-F238E27FC236}">
                      <a16:creationId xmlns:a16="http://schemas.microsoft.com/office/drawing/2014/main" id="{9F224AB5-B044-7750-8649-40C2761BE31B}"/>
                    </a:ext>
                  </a:extLst>
                </p:cNvPr>
                <p:cNvPicPr/>
                <p:nvPr/>
              </p:nvPicPr>
              <p:blipFill>
                <a:blip r:embed="rId112"/>
                <a:stretch>
                  <a:fillRect/>
                </a:stretch>
              </p:blipFill>
              <p:spPr>
                <a:xfrm>
                  <a:off x="9932669" y="2978735"/>
                  <a:ext cx="79848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516" name="Ink 515">
                  <a:extLst>
                    <a:ext uri="{FF2B5EF4-FFF2-40B4-BE49-F238E27FC236}">
                      <a16:creationId xmlns:a16="http://schemas.microsoft.com/office/drawing/2014/main" id="{4F956797-3591-6460-17FD-B8C41472F5CB}"/>
                    </a:ext>
                  </a:extLst>
                </p14:cNvPr>
                <p14:cNvContentPartPr/>
                <p14:nvPr/>
              </p14:nvContentPartPr>
              <p14:xfrm>
                <a:off x="10139309" y="3146135"/>
                <a:ext cx="589320" cy="219960"/>
              </p14:xfrm>
            </p:contentPart>
          </mc:Choice>
          <mc:Fallback>
            <p:pic>
              <p:nvPicPr>
                <p:cNvPr id="516" name="Ink 515">
                  <a:extLst>
                    <a:ext uri="{FF2B5EF4-FFF2-40B4-BE49-F238E27FC236}">
                      <a16:creationId xmlns:a16="http://schemas.microsoft.com/office/drawing/2014/main" id="{4F956797-3591-6460-17FD-B8C41472F5CB}"/>
                    </a:ext>
                  </a:extLst>
                </p:cNvPr>
                <p:cNvPicPr/>
                <p:nvPr/>
              </p:nvPicPr>
              <p:blipFill>
                <a:blip r:embed="rId114"/>
                <a:stretch>
                  <a:fillRect/>
                </a:stretch>
              </p:blipFill>
              <p:spPr>
                <a:xfrm>
                  <a:off x="10133189" y="3140015"/>
                  <a:ext cx="6015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517" name="Ink 516">
                  <a:extLst>
                    <a:ext uri="{FF2B5EF4-FFF2-40B4-BE49-F238E27FC236}">
                      <a16:creationId xmlns:a16="http://schemas.microsoft.com/office/drawing/2014/main" id="{DAF64215-9BD7-F223-2BBC-565E24E9C0B0}"/>
                    </a:ext>
                  </a:extLst>
                </p14:cNvPr>
                <p14:cNvContentPartPr/>
                <p14:nvPr/>
              </p14:nvContentPartPr>
              <p14:xfrm>
                <a:off x="9817829" y="2391935"/>
                <a:ext cx="834120" cy="290160"/>
              </p14:xfrm>
            </p:contentPart>
          </mc:Choice>
          <mc:Fallback>
            <p:pic>
              <p:nvPicPr>
                <p:cNvPr id="517" name="Ink 516">
                  <a:extLst>
                    <a:ext uri="{FF2B5EF4-FFF2-40B4-BE49-F238E27FC236}">
                      <a16:creationId xmlns:a16="http://schemas.microsoft.com/office/drawing/2014/main" id="{DAF64215-9BD7-F223-2BBC-565E24E9C0B0}"/>
                    </a:ext>
                  </a:extLst>
                </p:cNvPr>
                <p:cNvPicPr/>
                <p:nvPr/>
              </p:nvPicPr>
              <p:blipFill>
                <a:blip r:embed="rId116"/>
                <a:stretch>
                  <a:fillRect/>
                </a:stretch>
              </p:blipFill>
              <p:spPr>
                <a:xfrm>
                  <a:off x="9811709" y="2385815"/>
                  <a:ext cx="84636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518" name="Ink 517">
                  <a:extLst>
                    <a:ext uri="{FF2B5EF4-FFF2-40B4-BE49-F238E27FC236}">
                      <a16:creationId xmlns:a16="http://schemas.microsoft.com/office/drawing/2014/main" id="{BF9544CD-096C-405A-F358-1C15E00E66B2}"/>
                    </a:ext>
                  </a:extLst>
                </p14:cNvPr>
                <p14:cNvContentPartPr/>
                <p14:nvPr/>
              </p14:nvContentPartPr>
              <p14:xfrm>
                <a:off x="9859229" y="2303735"/>
                <a:ext cx="552960" cy="235080"/>
              </p14:xfrm>
            </p:contentPart>
          </mc:Choice>
          <mc:Fallback>
            <p:pic>
              <p:nvPicPr>
                <p:cNvPr id="518" name="Ink 517">
                  <a:extLst>
                    <a:ext uri="{FF2B5EF4-FFF2-40B4-BE49-F238E27FC236}">
                      <a16:creationId xmlns:a16="http://schemas.microsoft.com/office/drawing/2014/main" id="{BF9544CD-096C-405A-F358-1C15E00E66B2}"/>
                    </a:ext>
                  </a:extLst>
                </p:cNvPr>
                <p:cNvPicPr/>
                <p:nvPr/>
              </p:nvPicPr>
              <p:blipFill>
                <a:blip r:embed="rId118"/>
                <a:stretch>
                  <a:fillRect/>
                </a:stretch>
              </p:blipFill>
              <p:spPr>
                <a:xfrm>
                  <a:off x="9853109" y="2297615"/>
                  <a:ext cx="56520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519" name="Ink 518">
                  <a:extLst>
                    <a:ext uri="{FF2B5EF4-FFF2-40B4-BE49-F238E27FC236}">
                      <a16:creationId xmlns:a16="http://schemas.microsoft.com/office/drawing/2014/main" id="{7D327ABE-F1DD-BF15-CCD7-9D945B71B180}"/>
                    </a:ext>
                  </a:extLst>
                </p14:cNvPr>
                <p14:cNvContentPartPr/>
                <p14:nvPr/>
              </p14:nvContentPartPr>
              <p14:xfrm>
                <a:off x="9996749" y="2157215"/>
                <a:ext cx="486000" cy="175680"/>
              </p14:xfrm>
            </p:contentPart>
          </mc:Choice>
          <mc:Fallback>
            <p:pic>
              <p:nvPicPr>
                <p:cNvPr id="519" name="Ink 518">
                  <a:extLst>
                    <a:ext uri="{FF2B5EF4-FFF2-40B4-BE49-F238E27FC236}">
                      <a16:creationId xmlns:a16="http://schemas.microsoft.com/office/drawing/2014/main" id="{7D327ABE-F1DD-BF15-CCD7-9D945B71B180}"/>
                    </a:ext>
                  </a:extLst>
                </p:cNvPr>
                <p:cNvPicPr/>
                <p:nvPr/>
              </p:nvPicPr>
              <p:blipFill>
                <a:blip r:embed="rId120"/>
                <a:stretch>
                  <a:fillRect/>
                </a:stretch>
              </p:blipFill>
              <p:spPr>
                <a:xfrm>
                  <a:off x="9990629" y="2151095"/>
                  <a:ext cx="49824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520" name="Ink 519">
                  <a:extLst>
                    <a:ext uri="{FF2B5EF4-FFF2-40B4-BE49-F238E27FC236}">
                      <a16:creationId xmlns:a16="http://schemas.microsoft.com/office/drawing/2014/main" id="{F81C0A6A-82AE-D533-4682-613F52B60AF3}"/>
                    </a:ext>
                  </a:extLst>
                </p14:cNvPr>
                <p14:cNvContentPartPr/>
                <p14:nvPr/>
              </p14:nvContentPartPr>
              <p14:xfrm>
                <a:off x="10191149" y="1976495"/>
                <a:ext cx="404280" cy="204120"/>
              </p14:xfrm>
            </p:contentPart>
          </mc:Choice>
          <mc:Fallback>
            <p:pic>
              <p:nvPicPr>
                <p:cNvPr id="520" name="Ink 519">
                  <a:extLst>
                    <a:ext uri="{FF2B5EF4-FFF2-40B4-BE49-F238E27FC236}">
                      <a16:creationId xmlns:a16="http://schemas.microsoft.com/office/drawing/2014/main" id="{F81C0A6A-82AE-D533-4682-613F52B60AF3}"/>
                    </a:ext>
                  </a:extLst>
                </p:cNvPr>
                <p:cNvPicPr/>
                <p:nvPr/>
              </p:nvPicPr>
              <p:blipFill>
                <a:blip r:embed="rId122"/>
                <a:stretch>
                  <a:fillRect/>
                </a:stretch>
              </p:blipFill>
              <p:spPr>
                <a:xfrm>
                  <a:off x="10185029" y="1970375"/>
                  <a:ext cx="416520" cy="216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3">
            <p14:nvContentPartPr>
              <p14:cNvPr id="522" name="Ink 521">
                <a:extLst>
                  <a:ext uri="{FF2B5EF4-FFF2-40B4-BE49-F238E27FC236}">
                    <a16:creationId xmlns:a16="http://schemas.microsoft.com/office/drawing/2014/main" id="{677B4435-AA09-D4E2-281E-97562DDD4606}"/>
                  </a:ext>
                </a:extLst>
              </p14:cNvPr>
              <p14:cNvContentPartPr/>
              <p14:nvPr/>
            </p14:nvContentPartPr>
            <p14:xfrm>
              <a:off x="8982629" y="6222335"/>
              <a:ext cx="463320" cy="412200"/>
            </p14:xfrm>
          </p:contentPart>
        </mc:Choice>
        <mc:Fallback>
          <p:pic>
            <p:nvPicPr>
              <p:cNvPr id="522" name="Ink 521">
                <a:extLst>
                  <a:ext uri="{FF2B5EF4-FFF2-40B4-BE49-F238E27FC236}">
                    <a16:creationId xmlns:a16="http://schemas.microsoft.com/office/drawing/2014/main" id="{677B4435-AA09-D4E2-281E-97562DDD4606}"/>
                  </a:ext>
                </a:extLst>
              </p:cNvPr>
              <p:cNvPicPr/>
              <p:nvPr/>
            </p:nvPicPr>
            <p:blipFill>
              <a:blip r:embed="rId124"/>
              <a:stretch>
                <a:fillRect/>
              </a:stretch>
            </p:blipFill>
            <p:spPr>
              <a:xfrm>
                <a:off x="8976509" y="6216215"/>
                <a:ext cx="475560" cy="42444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523" name="Ink 522">
                <a:extLst>
                  <a:ext uri="{FF2B5EF4-FFF2-40B4-BE49-F238E27FC236}">
                    <a16:creationId xmlns:a16="http://schemas.microsoft.com/office/drawing/2014/main" id="{A2CE91E6-F71D-43A9-FE7C-B4513E381016}"/>
                  </a:ext>
                </a:extLst>
              </p14:cNvPr>
              <p14:cNvContentPartPr/>
              <p14:nvPr/>
            </p14:nvContentPartPr>
            <p14:xfrm>
              <a:off x="7720469" y="6185615"/>
              <a:ext cx="580320" cy="430920"/>
            </p14:xfrm>
          </p:contentPart>
        </mc:Choice>
        <mc:Fallback>
          <p:pic>
            <p:nvPicPr>
              <p:cNvPr id="523" name="Ink 522">
                <a:extLst>
                  <a:ext uri="{FF2B5EF4-FFF2-40B4-BE49-F238E27FC236}">
                    <a16:creationId xmlns:a16="http://schemas.microsoft.com/office/drawing/2014/main" id="{A2CE91E6-F71D-43A9-FE7C-B4513E381016}"/>
                  </a:ext>
                </a:extLst>
              </p:cNvPr>
              <p:cNvPicPr/>
              <p:nvPr/>
            </p:nvPicPr>
            <p:blipFill>
              <a:blip r:embed="rId126"/>
              <a:stretch>
                <a:fillRect/>
              </a:stretch>
            </p:blipFill>
            <p:spPr>
              <a:xfrm>
                <a:off x="7714349" y="6179495"/>
                <a:ext cx="592560" cy="44316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524" name="Ink 523">
                <a:extLst>
                  <a:ext uri="{FF2B5EF4-FFF2-40B4-BE49-F238E27FC236}">
                    <a16:creationId xmlns:a16="http://schemas.microsoft.com/office/drawing/2014/main" id="{07D024C2-6B4A-7D23-25A3-C3210180BB5C}"/>
                  </a:ext>
                </a:extLst>
              </p14:cNvPr>
              <p14:cNvContentPartPr/>
              <p14:nvPr/>
            </p14:nvContentPartPr>
            <p14:xfrm>
              <a:off x="9822869" y="6210815"/>
              <a:ext cx="521640" cy="329400"/>
            </p14:xfrm>
          </p:contentPart>
        </mc:Choice>
        <mc:Fallback>
          <p:pic>
            <p:nvPicPr>
              <p:cNvPr id="524" name="Ink 523">
                <a:extLst>
                  <a:ext uri="{FF2B5EF4-FFF2-40B4-BE49-F238E27FC236}">
                    <a16:creationId xmlns:a16="http://schemas.microsoft.com/office/drawing/2014/main" id="{07D024C2-6B4A-7D23-25A3-C3210180BB5C}"/>
                  </a:ext>
                </a:extLst>
              </p:cNvPr>
              <p:cNvPicPr/>
              <p:nvPr/>
            </p:nvPicPr>
            <p:blipFill>
              <a:blip r:embed="rId128"/>
              <a:stretch>
                <a:fillRect/>
              </a:stretch>
            </p:blipFill>
            <p:spPr>
              <a:xfrm>
                <a:off x="9816749" y="6204695"/>
                <a:ext cx="53388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525" name="Ink 524">
                <a:extLst>
                  <a:ext uri="{FF2B5EF4-FFF2-40B4-BE49-F238E27FC236}">
                    <a16:creationId xmlns:a16="http://schemas.microsoft.com/office/drawing/2014/main" id="{C6C70F08-B155-22AD-CC28-0BBDCC8A9F1B}"/>
                  </a:ext>
                </a:extLst>
              </p14:cNvPr>
              <p14:cNvContentPartPr/>
              <p14:nvPr/>
            </p14:nvContentPartPr>
            <p14:xfrm>
              <a:off x="5988509" y="4865495"/>
              <a:ext cx="632520" cy="109800"/>
            </p14:xfrm>
          </p:contentPart>
        </mc:Choice>
        <mc:Fallback>
          <p:pic>
            <p:nvPicPr>
              <p:cNvPr id="525" name="Ink 524">
                <a:extLst>
                  <a:ext uri="{FF2B5EF4-FFF2-40B4-BE49-F238E27FC236}">
                    <a16:creationId xmlns:a16="http://schemas.microsoft.com/office/drawing/2014/main" id="{C6C70F08-B155-22AD-CC28-0BBDCC8A9F1B}"/>
                  </a:ext>
                </a:extLst>
              </p:cNvPr>
              <p:cNvPicPr/>
              <p:nvPr/>
            </p:nvPicPr>
            <p:blipFill>
              <a:blip r:embed="rId130"/>
              <a:stretch>
                <a:fillRect/>
              </a:stretch>
            </p:blipFill>
            <p:spPr>
              <a:xfrm>
                <a:off x="5982389" y="4859375"/>
                <a:ext cx="64476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527" name="Ink 526">
                <a:extLst>
                  <a:ext uri="{FF2B5EF4-FFF2-40B4-BE49-F238E27FC236}">
                    <a16:creationId xmlns:a16="http://schemas.microsoft.com/office/drawing/2014/main" id="{CB8FD707-FE72-F1B0-BE31-9A2F20A0D3ED}"/>
                  </a:ext>
                </a:extLst>
              </p14:cNvPr>
              <p14:cNvContentPartPr/>
              <p14:nvPr/>
            </p14:nvContentPartPr>
            <p14:xfrm>
              <a:off x="2242709" y="4896815"/>
              <a:ext cx="711720" cy="54720"/>
            </p14:xfrm>
          </p:contentPart>
        </mc:Choice>
        <mc:Fallback>
          <p:pic>
            <p:nvPicPr>
              <p:cNvPr id="527" name="Ink 526">
                <a:extLst>
                  <a:ext uri="{FF2B5EF4-FFF2-40B4-BE49-F238E27FC236}">
                    <a16:creationId xmlns:a16="http://schemas.microsoft.com/office/drawing/2014/main" id="{CB8FD707-FE72-F1B0-BE31-9A2F20A0D3ED}"/>
                  </a:ext>
                </a:extLst>
              </p:cNvPr>
              <p:cNvPicPr/>
              <p:nvPr/>
            </p:nvPicPr>
            <p:blipFill>
              <a:blip r:embed="rId132"/>
              <a:stretch>
                <a:fillRect/>
              </a:stretch>
            </p:blipFill>
            <p:spPr>
              <a:xfrm>
                <a:off x="2236589" y="4890695"/>
                <a:ext cx="723960" cy="66960"/>
              </a:xfrm>
              <a:prstGeom prst="rect">
                <a:avLst/>
              </a:prstGeom>
            </p:spPr>
          </p:pic>
        </mc:Fallback>
      </mc:AlternateContent>
      <p:grpSp>
        <p:nvGrpSpPr>
          <p:cNvPr id="564" name="Group 563">
            <a:extLst>
              <a:ext uri="{FF2B5EF4-FFF2-40B4-BE49-F238E27FC236}">
                <a16:creationId xmlns:a16="http://schemas.microsoft.com/office/drawing/2014/main" id="{A490AB07-F850-3147-CD31-35ACE596B37B}"/>
              </a:ext>
            </a:extLst>
          </p:cNvPr>
          <p:cNvGrpSpPr/>
          <p:nvPr/>
        </p:nvGrpSpPr>
        <p:grpSpPr>
          <a:xfrm>
            <a:off x="1156949" y="5756855"/>
            <a:ext cx="4372200" cy="1029240"/>
            <a:chOff x="1156949" y="5756855"/>
            <a:chExt cx="4372200" cy="1029240"/>
          </a:xfrm>
        </p:grpSpPr>
        <mc:AlternateContent xmlns:mc="http://schemas.openxmlformats.org/markup-compatibility/2006">
          <mc:Choice xmlns:p14="http://schemas.microsoft.com/office/powerpoint/2010/main" Requires="p14">
            <p:contentPart p14:bwMode="auto" r:id="rId133">
              <p14:nvContentPartPr>
                <p14:cNvPr id="528" name="Ink 527">
                  <a:extLst>
                    <a:ext uri="{FF2B5EF4-FFF2-40B4-BE49-F238E27FC236}">
                      <a16:creationId xmlns:a16="http://schemas.microsoft.com/office/drawing/2014/main" id="{4D2A4AF9-D327-9A50-82EE-79092B09FF28}"/>
                    </a:ext>
                  </a:extLst>
                </p14:cNvPr>
                <p14:cNvContentPartPr/>
                <p14:nvPr/>
              </p14:nvContentPartPr>
              <p14:xfrm>
                <a:off x="1473029" y="6302975"/>
                <a:ext cx="978840" cy="474840"/>
              </p14:xfrm>
            </p:contentPart>
          </mc:Choice>
          <mc:Fallback>
            <p:pic>
              <p:nvPicPr>
                <p:cNvPr id="528" name="Ink 527">
                  <a:extLst>
                    <a:ext uri="{FF2B5EF4-FFF2-40B4-BE49-F238E27FC236}">
                      <a16:creationId xmlns:a16="http://schemas.microsoft.com/office/drawing/2014/main" id="{4D2A4AF9-D327-9A50-82EE-79092B09FF28}"/>
                    </a:ext>
                  </a:extLst>
                </p:cNvPr>
                <p:cNvPicPr/>
                <p:nvPr/>
              </p:nvPicPr>
              <p:blipFill>
                <a:blip r:embed="rId134"/>
                <a:stretch>
                  <a:fillRect/>
                </a:stretch>
              </p:blipFill>
              <p:spPr>
                <a:xfrm>
                  <a:off x="1466909" y="6296855"/>
                  <a:ext cx="991080" cy="4870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529" name="Ink 528">
                  <a:extLst>
                    <a:ext uri="{FF2B5EF4-FFF2-40B4-BE49-F238E27FC236}">
                      <a16:creationId xmlns:a16="http://schemas.microsoft.com/office/drawing/2014/main" id="{BD84DD38-9E86-6902-A5CD-85E4EE7AF648}"/>
                    </a:ext>
                  </a:extLst>
                </p14:cNvPr>
                <p14:cNvContentPartPr/>
                <p14:nvPr/>
              </p14:nvContentPartPr>
              <p14:xfrm>
                <a:off x="1207349" y="5921015"/>
                <a:ext cx="96120" cy="342000"/>
              </p14:xfrm>
            </p:contentPart>
          </mc:Choice>
          <mc:Fallback>
            <p:pic>
              <p:nvPicPr>
                <p:cNvPr id="529" name="Ink 528">
                  <a:extLst>
                    <a:ext uri="{FF2B5EF4-FFF2-40B4-BE49-F238E27FC236}">
                      <a16:creationId xmlns:a16="http://schemas.microsoft.com/office/drawing/2014/main" id="{BD84DD38-9E86-6902-A5CD-85E4EE7AF648}"/>
                    </a:ext>
                  </a:extLst>
                </p:cNvPr>
                <p:cNvPicPr/>
                <p:nvPr/>
              </p:nvPicPr>
              <p:blipFill>
                <a:blip r:embed="rId136"/>
                <a:stretch>
                  <a:fillRect/>
                </a:stretch>
              </p:blipFill>
              <p:spPr>
                <a:xfrm>
                  <a:off x="1201229" y="5914895"/>
                  <a:ext cx="10836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530" name="Ink 529">
                  <a:extLst>
                    <a:ext uri="{FF2B5EF4-FFF2-40B4-BE49-F238E27FC236}">
                      <a16:creationId xmlns:a16="http://schemas.microsoft.com/office/drawing/2014/main" id="{76CCB508-2FA7-E572-7870-5E82E62ADF9B}"/>
                    </a:ext>
                  </a:extLst>
                </p14:cNvPr>
                <p14:cNvContentPartPr/>
                <p14:nvPr/>
              </p14:nvContentPartPr>
              <p14:xfrm>
                <a:off x="1156949" y="5975015"/>
                <a:ext cx="69840" cy="60840"/>
              </p14:xfrm>
            </p:contentPart>
          </mc:Choice>
          <mc:Fallback>
            <p:pic>
              <p:nvPicPr>
                <p:cNvPr id="530" name="Ink 529">
                  <a:extLst>
                    <a:ext uri="{FF2B5EF4-FFF2-40B4-BE49-F238E27FC236}">
                      <a16:creationId xmlns:a16="http://schemas.microsoft.com/office/drawing/2014/main" id="{76CCB508-2FA7-E572-7870-5E82E62ADF9B}"/>
                    </a:ext>
                  </a:extLst>
                </p:cNvPr>
                <p:cNvPicPr/>
                <p:nvPr/>
              </p:nvPicPr>
              <p:blipFill>
                <a:blip r:embed="rId138"/>
                <a:stretch>
                  <a:fillRect/>
                </a:stretch>
              </p:blipFill>
              <p:spPr>
                <a:xfrm>
                  <a:off x="1150829" y="5968895"/>
                  <a:ext cx="8208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531" name="Ink 530">
                  <a:extLst>
                    <a:ext uri="{FF2B5EF4-FFF2-40B4-BE49-F238E27FC236}">
                      <a16:creationId xmlns:a16="http://schemas.microsoft.com/office/drawing/2014/main" id="{40B5DD6B-5509-2449-8793-E8A645732199}"/>
                    </a:ext>
                  </a:extLst>
                </p14:cNvPr>
                <p14:cNvContentPartPr/>
                <p14:nvPr/>
              </p14:nvContentPartPr>
              <p14:xfrm>
                <a:off x="1354949" y="5922095"/>
                <a:ext cx="229680" cy="450360"/>
              </p14:xfrm>
            </p:contentPart>
          </mc:Choice>
          <mc:Fallback>
            <p:pic>
              <p:nvPicPr>
                <p:cNvPr id="531" name="Ink 530">
                  <a:extLst>
                    <a:ext uri="{FF2B5EF4-FFF2-40B4-BE49-F238E27FC236}">
                      <a16:creationId xmlns:a16="http://schemas.microsoft.com/office/drawing/2014/main" id="{40B5DD6B-5509-2449-8793-E8A645732199}"/>
                    </a:ext>
                  </a:extLst>
                </p:cNvPr>
                <p:cNvPicPr/>
                <p:nvPr/>
              </p:nvPicPr>
              <p:blipFill>
                <a:blip r:embed="rId140"/>
                <a:stretch>
                  <a:fillRect/>
                </a:stretch>
              </p:blipFill>
              <p:spPr>
                <a:xfrm>
                  <a:off x="1348829" y="5915975"/>
                  <a:ext cx="241920" cy="46260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532" name="Ink 531">
                  <a:extLst>
                    <a:ext uri="{FF2B5EF4-FFF2-40B4-BE49-F238E27FC236}">
                      <a16:creationId xmlns:a16="http://schemas.microsoft.com/office/drawing/2014/main" id="{0A9BDFDA-9C5D-8DA2-E484-1FD3AE0AC8F4}"/>
                    </a:ext>
                  </a:extLst>
                </p14:cNvPr>
                <p14:cNvContentPartPr/>
                <p14:nvPr/>
              </p14:nvContentPartPr>
              <p14:xfrm>
                <a:off x="1548989" y="5994095"/>
                <a:ext cx="238680" cy="261360"/>
              </p14:xfrm>
            </p:contentPart>
          </mc:Choice>
          <mc:Fallback>
            <p:pic>
              <p:nvPicPr>
                <p:cNvPr id="532" name="Ink 531">
                  <a:extLst>
                    <a:ext uri="{FF2B5EF4-FFF2-40B4-BE49-F238E27FC236}">
                      <a16:creationId xmlns:a16="http://schemas.microsoft.com/office/drawing/2014/main" id="{0A9BDFDA-9C5D-8DA2-E484-1FD3AE0AC8F4}"/>
                    </a:ext>
                  </a:extLst>
                </p:cNvPr>
                <p:cNvPicPr/>
                <p:nvPr/>
              </p:nvPicPr>
              <p:blipFill>
                <a:blip r:embed="rId142"/>
                <a:stretch>
                  <a:fillRect/>
                </a:stretch>
              </p:blipFill>
              <p:spPr>
                <a:xfrm>
                  <a:off x="1542869" y="5987975"/>
                  <a:ext cx="2509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533" name="Ink 532">
                  <a:extLst>
                    <a:ext uri="{FF2B5EF4-FFF2-40B4-BE49-F238E27FC236}">
                      <a16:creationId xmlns:a16="http://schemas.microsoft.com/office/drawing/2014/main" id="{BE5AF4FD-A43E-6F9B-2B06-2F151304B753}"/>
                    </a:ext>
                  </a:extLst>
                </p14:cNvPr>
                <p14:cNvContentPartPr/>
                <p14:nvPr/>
              </p14:nvContentPartPr>
              <p14:xfrm>
                <a:off x="1482029" y="6098135"/>
                <a:ext cx="256320" cy="37800"/>
              </p14:xfrm>
            </p:contentPart>
          </mc:Choice>
          <mc:Fallback>
            <p:pic>
              <p:nvPicPr>
                <p:cNvPr id="533" name="Ink 532">
                  <a:extLst>
                    <a:ext uri="{FF2B5EF4-FFF2-40B4-BE49-F238E27FC236}">
                      <a16:creationId xmlns:a16="http://schemas.microsoft.com/office/drawing/2014/main" id="{BE5AF4FD-A43E-6F9B-2B06-2F151304B753}"/>
                    </a:ext>
                  </a:extLst>
                </p:cNvPr>
                <p:cNvPicPr/>
                <p:nvPr/>
              </p:nvPicPr>
              <p:blipFill>
                <a:blip r:embed="rId144"/>
                <a:stretch>
                  <a:fillRect/>
                </a:stretch>
              </p:blipFill>
              <p:spPr>
                <a:xfrm>
                  <a:off x="1475909" y="6092015"/>
                  <a:ext cx="2685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534" name="Ink 533">
                  <a:extLst>
                    <a:ext uri="{FF2B5EF4-FFF2-40B4-BE49-F238E27FC236}">
                      <a16:creationId xmlns:a16="http://schemas.microsoft.com/office/drawing/2014/main" id="{0E27659B-1B01-BEA3-804D-E76D8BA520C9}"/>
                    </a:ext>
                  </a:extLst>
                </p14:cNvPr>
                <p14:cNvContentPartPr/>
                <p14:nvPr/>
              </p14:nvContentPartPr>
              <p14:xfrm>
                <a:off x="2114189" y="6039455"/>
                <a:ext cx="360" cy="360"/>
              </p14:xfrm>
            </p:contentPart>
          </mc:Choice>
          <mc:Fallback>
            <p:pic>
              <p:nvPicPr>
                <p:cNvPr id="534" name="Ink 533">
                  <a:extLst>
                    <a:ext uri="{FF2B5EF4-FFF2-40B4-BE49-F238E27FC236}">
                      <a16:creationId xmlns:a16="http://schemas.microsoft.com/office/drawing/2014/main" id="{0E27659B-1B01-BEA3-804D-E76D8BA520C9}"/>
                    </a:ext>
                  </a:extLst>
                </p:cNvPr>
                <p:cNvPicPr/>
                <p:nvPr/>
              </p:nvPicPr>
              <p:blipFill>
                <a:blip r:embed="rId146"/>
                <a:stretch>
                  <a:fillRect/>
                </a:stretch>
              </p:blipFill>
              <p:spPr>
                <a:xfrm>
                  <a:off x="2108069" y="603333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535" name="Ink 534">
                  <a:extLst>
                    <a:ext uri="{FF2B5EF4-FFF2-40B4-BE49-F238E27FC236}">
                      <a16:creationId xmlns:a16="http://schemas.microsoft.com/office/drawing/2014/main" id="{F2D3FFDA-C48B-7B0D-9E89-8B334FBB4FD2}"/>
                    </a:ext>
                  </a:extLst>
                </p14:cNvPr>
                <p14:cNvContentPartPr/>
                <p14:nvPr/>
              </p14:nvContentPartPr>
              <p14:xfrm>
                <a:off x="1885589" y="6034415"/>
                <a:ext cx="266400" cy="106200"/>
              </p14:xfrm>
            </p:contentPart>
          </mc:Choice>
          <mc:Fallback>
            <p:pic>
              <p:nvPicPr>
                <p:cNvPr id="535" name="Ink 534">
                  <a:extLst>
                    <a:ext uri="{FF2B5EF4-FFF2-40B4-BE49-F238E27FC236}">
                      <a16:creationId xmlns:a16="http://schemas.microsoft.com/office/drawing/2014/main" id="{F2D3FFDA-C48B-7B0D-9E89-8B334FBB4FD2}"/>
                    </a:ext>
                  </a:extLst>
                </p:cNvPr>
                <p:cNvPicPr/>
                <p:nvPr/>
              </p:nvPicPr>
              <p:blipFill>
                <a:blip r:embed="rId148"/>
                <a:stretch>
                  <a:fillRect/>
                </a:stretch>
              </p:blipFill>
              <p:spPr>
                <a:xfrm>
                  <a:off x="1879469" y="6028295"/>
                  <a:ext cx="27864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536" name="Ink 535">
                  <a:extLst>
                    <a:ext uri="{FF2B5EF4-FFF2-40B4-BE49-F238E27FC236}">
                      <a16:creationId xmlns:a16="http://schemas.microsoft.com/office/drawing/2014/main" id="{0493129E-5121-0812-B514-40EB3E48A528}"/>
                    </a:ext>
                  </a:extLst>
                </p14:cNvPr>
                <p14:cNvContentPartPr/>
                <p14:nvPr/>
              </p14:nvContentPartPr>
              <p14:xfrm>
                <a:off x="2287349" y="6034415"/>
                <a:ext cx="17280" cy="149400"/>
              </p14:xfrm>
            </p:contentPart>
          </mc:Choice>
          <mc:Fallback>
            <p:pic>
              <p:nvPicPr>
                <p:cNvPr id="536" name="Ink 535">
                  <a:extLst>
                    <a:ext uri="{FF2B5EF4-FFF2-40B4-BE49-F238E27FC236}">
                      <a16:creationId xmlns:a16="http://schemas.microsoft.com/office/drawing/2014/main" id="{0493129E-5121-0812-B514-40EB3E48A528}"/>
                    </a:ext>
                  </a:extLst>
                </p:cNvPr>
                <p:cNvPicPr/>
                <p:nvPr/>
              </p:nvPicPr>
              <p:blipFill>
                <a:blip r:embed="rId150"/>
                <a:stretch>
                  <a:fillRect/>
                </a:stretch>
              </p:blipFill>
              <p:spPr>
                <a:xfrm>
                  <a:off x="2281229" y="6028295"/>
                  <a:ext cx="2952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537" name="Ink 536">
                  <a:extLst>
                    <a:ext uri="{FF2B5EF4-FFF2-40B4-BE49-F238E27FC236}">
                      <a16:creationId xmlns:a16="http://schemas.microsoft.com/office/drawing/2014/main" id="{FEF66442-467E-76B6-1BD1-67EAAE5CA06B}"/>
                    </a:ext>
                  </a:extLst>
                </p14:cNvPr>
                <p14:cNvContentPartPr/>
                <p14:nvPr/>
              </p14:nvContentPartPr>
              <p14:xfrm>
                <a:off x="2418029" y="6030815"/>
                <a:ext cx="15480" cy="9360"/>
              </p14:xfrm>
            </p:contentPart>
          </mc:Choice>
          <mc:Fallback>
            <p:pic>
              <p:nvPicPr>
                <p:cNvPr id="537" name="Ink 536">
                  <a:extLst>
                    <a:ext uri="{FF2B5EF4-FFF2-40B4-BE49-F238E27FC236}">
                      <a16:creationId xmlns:a16="http://schemas.microsoft.com/office/drawing/2014/main" id="{FEF66442-467E-76B6-1BD1-67EAAE5CA06B}"/>
                    </a:ext>
                  </a:extLst>
                </p:cNvPr>
                <p:cNvPicPr/>
                <p:nvPr/>
              </p:nvPicPr>
              <p:blipFill>
                <a:blip r:embed="rId152"/>
                <a:stretch>
                  <a:fillRect/>
                </a:stretch>
              </p:blipFill>
              <p:spPr>
                <a:xfrm>
                  <a:off x="2411909" y="6024695"/>
                  <a:ext cx="2772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538" name="Ink 537">
                  <a:extLst>
                    <a:ext uri="{FF2B5EF4-FFF2-40B4-BE49-F238E27FC236}">
                      <a16:creationId xmlns:a16="http://schemas.microsoft.com/office/drawing/2014/main" id="{B906B5A4-48EB-A46F-8BE4-9A6D98644992}"/>
                    </a:ext>
                  </a:extLst>
                </p14:cNvPr>
                <p14:cNvContentPartPr/>
                <p14:nvPr/>
              </p14:nvContentPartPr>
              <p14:xfrm>
                <a:off x="2584349" y="5949815"/>
                <a:ext cx="126720" cy="27000"/>
              </p14:xfrm>
            </p:contentPart>
          </mc:Choice>
          <mc:Fallback>
            <p:pic>
              <p:nvPicPr>
                <p:cNvPr id="538" name="Ink 537">
                  <a:extLst>
                    <a:ext uri="{FF2B5EF4-FFF2-40B4-BE49-F238E27FC236}">
                      <a16:creationId xmlns:a16="http://schemas.microsoft.com/office/drawing/2014/main" id="{B906B5A4-48EB-A46F-8BE4-9A6D98644992}"/>
                    </a:ext>
                  </a:extLst>
                </p:cNvPr>
                <p:cNvPicPr/>
                <p:nvPr/>
              </p:nvPicPr>
              <p:blipFill>
                <a:blip r:embed="rId154"/>
                <a:stretch>
                  <a:fillRect/>
                </a:stretch>
              </p:blipFill>
              <p:spPr>
                <a:xfrm>
                  <a:off x="2578229" y="5943695"/>
                  <a:ext cx="13896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539" name="Ink 538">
                  <a:extLst>
                    <a:ext uri="{FF2B5EF4-FFF2-40B4-BE49-F238E27FC236}">
                      <a16:creationId xmlns:a16="http://schemas.microsoft.com/office/drawing/2014/main" id="{49B9CDC1-62FF-65D8-E410-CEED95248BA4}"/>
                    </a:ext>
                  </a:extLst>
                </p14:cNvPr>
                <p14:cNvContentPartPr/>
                <p14:nvPr/>
              </p14:nvContentPartPr>
              <p14:xfrm>
                <a:off x="2570669" y="5921015"/>
                <a:ext cx="137880" cy="257760"/>
              </p14:xfrm>
            </p:contentPart>
          </mc:Choice>
          <mc:Fallback>
            <p:pic>
              <p:nvPicPr>
                <p:cNvPr id="539" name="Ink 538">
                  <a:extLst>
                    <a:ext uri="{FF2B5EF4-FFF2-40B4-BE49-F238E27FC236}">
                      <a16:creationId xmlns:a16="http://schemas.microsoft.com/office/drawing/2014/main" id="{49B9CDC1-62FF-65D8-E410-CEED95248BA4}"/>
                    </a:ext>
                  </a:extLst>
                </p:cNvPr>
                <p:cNvPicPr/>
                <p:nvPr/>
              </p:nvPicPr>
              <p:blipFill>
                <a:blip r:embed="rId156"/>
                <a:stretch>
                  <a:fillRect/>
                </a:stretch>
              </p:blipFill>
              <p:spPr>
                <a:xfrm>
                  <a:off x="2564549" y="5914895"/>
                  <a:ext cx="15012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540" name="Ink 539">
                  <a:extLst>
                    <a:ext uri="{FF2B5EF4-FFF2-40B4-BE49-F238E27FC236}">
                      <a16:creationId xmlns:a16="http://schemas.microsoft.com/office/drawing/2014/main" id="{4312695D-18B0-8D9E-170F-4A22AC5D204D}"/>
                    </a:ext>
                  </a:extLst>
                </p14:cNvPr>
                <p14:cNvContentPartPr/>
                <p14:nvPr/>
              </p14:nvContentPartPr>
              <p14:xfrm>
                <a:off x="2684069" y="5836415"/>
                <a:ext cx="177120" cy="676440"/>
              </p14:xfrm>
            </p:contentPart>
          </mc:Choice>
          <mc:Fallback>
            <p:pic>
              <p:nvPicPr>
                <p:cNvPr id="540" name="Ink 539">
                  <a:extLst>
                    <a:ext uri="{FF2B5EF4-FFF2-40B4-BE49-F238E27FC236}">
                      <a16:creationId xmlns:a16="http://schemas.microsoft.com/office/drawing/2014/main" id="{4312695D-18B0-8D9E-170F-4A22AC5D204D}"/>
                    </a:ext>
                  </a:extLst>
                </p:cNvPr>
                <p:cNvPicPr/>
                <p:nvPr/>
              </p:nvPicPr>
              <p:blipFill>
                <a:blip r:embed="rId158"/>
                <a:stretch>
                  <a:fillRect/>
                </a:stretch>
              </p:blipFill>
              <p:spPr>
                <a:xfrm>
                  <a:off x="2677949" y="5830295"/>
                  <a:ext cx="189360" cy="68868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542" name="Ink 541">
                  <a:extLst>
                    <a:ext uri="{FF2B5EF4-FFF2-40B4-BE49-F238E27FC236}">
                      <a16:creationId xmlns:a16="http://schemas.microsoft.com/office/drawing/2014/main" id="{C3767D22-AA7F-5FE8-4765-3EEF3364E9EE}"/>
                    </a:ext>
                  </a:extLst>
                </p14:cNvPr>
                <p14:cNvContentPartPr/>
                <p14:nvPr/>
              </p14:nvContentPartPr>
              <p14:xfrm>
                <a:off x="2480669" y="6276695"/>
                <a:ext cx="883800" cy="509400"/>
              </p14:xfrm>
            </p:contentPart>
          </mc:Choice>
          <mc:Fallback>
            <p:pic>
              <p:nvPicPr>
                <p:cNvPr id="542" name="Ink 541">
                  <a:extLst>
                    <a:ext uri="{FF2B5EF4-FFF2-40B4-BE49-F238E27FC236}">
                      <a16:creationId xmlns:a16="http://schemas.microsoft.com/office/drawing/2014/main" id="{C3767D22-AA7F-5FE8-4765-3EEF3364E9EE}"/>
                    </a:ext>
                  </a:extLst>
                </p:cNvPr>
                <p:cNvPicPr/>
                <p:nvPr/>
              </p:nvPicPr>
              <p:blipFill>
                <a:blip r:embed="rId160"/>
                <a:stretch>
                  <a:fillRect/>
                </a:stretch>
              </p:blipFill>
              <p:spPr>
                <a:xfrm>
                  <a:off x="2474549" y="6270575"/>
                  <a:ext cx="896040" cy="52164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543" name="Ink 542">
                  <a:extLst>
                    <a:ext uri="{FF2B5EF4-FFF2-40B4-BE49-F238E27FC236}">
                      <a16:creationId xmlns:a16="http://schemas.microsoft.com/office/drawing/2014/main" id="{21ACD773-C5A9-0E51-C7BE-75A3DFEFBE7B}"/>
                    </a:ext>
                  </a:extLst>
                </p14:cNvPr>
                <p14:cNvContentPartPr/>
                <p14:nvPr/>
              </p14:nvContentPartPr>
              <p14:xfrm>
                <a:off x="3242429" y="5939015"/>
                <a:ext cx="83160" cy="353160"/>
              </p14:xfrm>
            </p:contentPart>
          </mc:Choice>
          <mc:Fallback>
            <p:pic>
              <p:nvPicPr>
                <p:cNvPr id="543" name="Ink 542">
                  <a:extLst>
                    <a:ext uri="{FF2B5EF4-FFF2-40B4-BE49-F238E27FC236}">
                      <a16:creationId xmlns:a16="http://schemas.microsoft.com/office/drawing/2014/main" id="{21ACD773-C5A9-0E51-C7BE-75A3DFEFBE7B}"/>
                    </a:ext>
                  </a:extLst>
                </p:cNvPr>
                <p:cNvPicPr/>
                <p:nvPr/>
              </p:nvPicPr>
              <p:blipFill>
                <a:blip r:embed="rId162"/>
                <a:stretch>
                  <a:fillRect/>
                </a:stretch>
              </p:blipFill>
              <p:spPr>
                <a:xfrm>
                  <a:off x="3236309" y="5932895"/>
                  <a:ext cx="95400" cy="36540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544" name="Ink 543">
                  <a:extLst>
                    <a:ext uri="{FF2B5EF4-FFF2-40B4-BE49-F238E27FC236}">
                      <a16:creationId xmlns:a16="http://schemas.microsoft.com/office/drawing/2014/main" id="{AA017508-0196-80A5-80C8-6D21F540C0AF}"/>
                    </a:ext>
                  </a:extLst>
                </p14:cNvPr>
                <p14:cNvContentPartPr/>
                <p14:nvPr/>
              </p14:nvContentPartPr>
              <p14:xfrm>
                <a:off x="3383909" y="5898335"/>
                <a:ext cx="244080" cy="456840"/>
              </p14:xfrm>
            </p:contentPart>
          </mc:Choice>
          <mc:Fallback>
            <p:pic>
              <p:nvPicPr>
                <p:cNvPr id="544" name="Ink 543">
                  <a:extLst>
                    <a:ext uri="{FF2B5EF4-FFF2-40B4-BE49-F238E27FC236}">
                      <a16:creationId xmlns:a16="http://schemas.microsoft.com/office/drawing/2014/main" id="{AA017508-0196-80A5-80C8-6D21F540C0AF}"/>
                    </a:ext>
                  </a:extLst>
                </p:cNvPr>
                <p:cNvPicPr/>
                <p:nvPr/>
              </p:nvPicPr>
              <p:blipFill>
                <a:blip r:embed="rId164"/>
                <a:stretch>
                  <a:fillRect/>
                </a:stretch>
              </p:blipFill>
              <p:spPr>
                <a:xfrm>
                  <a:off x="3377789" y="5892215"/>
                  <a:ext cx="256320" cy="4690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546" name="Ink 545">
                  <a:extLst>
                    <a:ext uri="{FF2B5EF4-FFF2-40B4-BE49-F238E27FC236}">
                      <a16:creationId xmlns:a16="http://schemas.microsoft.com/office/drawing/2014/main" id="{7C2DF318-0110-F66B-C218-0BEED59B8998}"/>
                    </a:ext>
                  </a:extLst>
                </p14:cNvPr>
                <p14:cNvContentPartPr/>
                <p14:nvPr/>
              </p14:nvContentPartPr>
              <p14:xfrm>
                <a:off x="3525029" y="6055295"/>
                <a:ext cx="303480" cy="269280"/>
              </p14:xfrm>
            </p:contentPart>
          </mc:Choice>
          <mc:Fallback>
            <p:pic>
              <p:nvPicPr>
                <p:cNvPr id="546" name="Ink 545">
                  <a:extLst>
                    <a:ext uri="{FF2B5EF4-FFF2-40B4-BE49-F238E27FC236}">
                      <a16:creationId xmlns:a16="http://schemas.microsoft.com/office/drawing/2014/main" id="{7C2DF318-0110-F66B-C218-0BEED59B8998}"/>
                    </a:ext>
                  </a:extLst>
                </p:cNvPr>
                <p:cNvPicPr/>
                <p:nvPr/>
              </p:nvPicPr>
              <p:blipFill>
                <a:blip r:embed="rId166"/>
                <a:stretch>
                  <a:fillRect/>
                </a:stretch>
              </p:blipFill>
              <p:spPr>
                <a:xfrm>
                  <a:off x="3518909" y="6049175"/>
                  <a:ext cx="31572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547" name="Ink 546">
                  <a:extLst>
                    <a:ext uri="{FF2B5EF4-FFF2-40B4-BE49-F238E27FC236}">
                      <a16:creationId xmlns:a16="http://schemas.microsoft.com/office/drawing/2014/main" id="{372CD9AD-2872-8FAC-5868-6E1A9D837953}"/>
                    </a:ext>
                  </a:extLst>
                </p14:cNvPr>
                <p14:cNvContentPartPr/>
                <p14:nvPr/>
              </p14:nvContentPartPr>
              <p14:xfrm>
                <a:off x="3467069" y="6167975"/>
                <a:ext cx="256680" cy="56160"/>
              </p14:xfrm>
            </p:contentPart>
          </mc:Choice>
          <mc:Fallback>
            <p:pic>
              <p:nvPicPr>
                <p:cNvPr id="547" name="Ink 546">
                  <a:extLst>
                    <a:ext uri="{FF2B5EF4-FFF2-40B4-BE49-F238E27FC236}">
                      <a16:creationId xmlns:a16="http://schemas.microsoft.com/office/drawing/2014/main" id="{372CD9AD-2872-8FAC-5868-6E1A9D837953}"/>
                    </a:ext>
                  </a:extLst>
                </p:cNvPr>
                <p:cNvPicPr/>
                <p:nvPr/>
              </p:nvPicPr>
              <p:blipFill>
                <a:blip r:embed="rId168"/>
                <a:stretch>
                  <a:fillRect/>
                </a:stretch>
              </p:blipFill>
              <p:spPr>
                <a:xfrm>
                  <a:off x="3460949" y="6161855"/>
                  <a:ext cx="26892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548" name="Ink 547">
                  <a:extLst>
                    <a:ext uri="{FF2B5EF4-FFF2-40B4-BE49-F238E27FC236}">
                      <a16:creationId xmlns:a16="http://schemas.microsoft.com/office/drawing/2014/main" id="{B0E08BD1-3FD8-05A1-1C6B-538DA2D7EDF3}"/>
                    </a:ext>
                  </a:extLst>
                </p14:cNvPr>
                <p14:cNvContentPartPr/>
                <p14:nvPr/>
              </p14:nvContentPartPr>
              <p14:xfrm>
                <a:off x="3903749" y="6060335"/>
                <a:ext cx="289080" cy="232920"/>
              </p14:xfrm>
            </p:contentPart>
          </mc:Choice>
          <mc:Fallback>
            <p:pic>
              <p:nvPicPr>
                <p:cNvPr id="548" name="Ink 547">
                  <a:extLst>
                    <a:ext uri="{FF2B5EF4-FFF2-40B4-BE49-F238E27FC236}">
                      <a16:creationId xmlns:a16="http://schemas.microsoft.com/office/drawing/2014/main" id="{B0E08BD1-3FD8-05A1-1C6B-538DA2D7EDF3}"/>
                    </a:ext>
                  </a:extLst>
                </p:cNvPr>
                <p:cNvPicPr/>
                <p:nvPr/>
              </p:nvPicPr>
              <p:blipFill>
                <a:blip r:embed="rId170"/>
                <a:stretch>
                  <a:fillRect/>
                </a:stretch>
              </p:blipFill>
              <p:spPr>
                <a:xfrm>
                  <a:off x="3897629" y="6054215"/>
                  <a:ext cx="30132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549" name="Ink 548">
                  <a:extLst>
                    <a:ext uri="{FF2B5EF4-FFF2-40B4-BE49-F238E27FC236}">
                      <a16:creationId xmlns:a16="http://schemas.microsoft.com/office/drawing/2014/main" id="{DA4467A8-0FF1-9EF9-DE18-8F23C40583FF}"/>
                    </a:ext>
                  </a:extLst>
                </p14:cNvPr>
                <p14:cNvContentPartPr/>
                <p14:nvPr/>
              </p14:nvContentPartPr>
              <p14:xfrm>
                <a:off x="4350149" y="6125135"/>
                <a:ext cx="132840" cy="44640"/>
              </p14:xfrm>
            </p:contentPart>
          </mc:Choice>
          <mc:Fallback>
            <p:pic>
              <p:nvPicPr>
                <p:cNvPr id="549" name="Ink 548">
                  <a:extLst>
                    <a:ext uri="{FF2B5EF4-FFF2-40B4-BE49-F238E27FC236}">
                      <a16:creationId xmlns:a16="http://schemas.microsoft.com/office/drawing/2014/main" id="{DA4467A8-0FF1-9EF9-DE18-8F23C40583FF}"/>
                    </a:ext>
                  </a:extLst>
                </p:cNvPr>
                <p:cNvPicPr/>
                <p:nvPr/>
              </p:nvPicPr>
              <p:blipFill>
                <a:blip r:embed="rId172"/>
                <a:stretch>
                  <a:fillRect/>
                </a:stretch>
              </p:blipFill>
              <p:spPr>
                <a:xfrm>
                  <a:off x="4344029" y="6119015"/>
                  <a:ext cx="14508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550" name="Ink 549">
                  <a:extLst>
                    <a:ext uri="{FF2B5EF4-FFF2-40B4-BE49-F238E27FC236}">
                      <a16:creationId xmlns:a16="http://schemas.microsoft.com/office/drawing/2014/main" id="{B9C164DA-BA09-7A40-F94C-017F0C398658}"/>
                    </a:ext>
                  </a:extLst>
                </p14:cNvPr>
                <p14:cNvContentPartPr/>
                <p14:nvPr/>
              </p14:nvContentPartPr>
              <p14:xfrm>
                <a:off x="4594949" y="6017495"/>
                <a:ext cx="222840" cy="214560"/>
              </p14:xfrm>
            </p:contentPart>
          </mc:Choice>
          <mc:Fallback>
            <p:pic>
              <p:nvPicPr>
                <p:cNvPr id="550" name="Ink 549">
                  <a:extLst>
                    <a:ext uri="{FF2B5EF4-FFF2-40B4-BE49-F238E27FC236}">
                      <a16:creationId xmlns:a16="http://schemas.microsoft.com/office/drawing/2014/main" id="{B9C164DA-BA09-7A40-F94C-017F0C398658}"/>
                    </a:ext>
                  </a:extLst>
                </p:cNvPr>
                <p:cNvPicPr/>
                <p:nvPr/>
              </p:nvPicPr>
              <p:blipFill>
                <a:blip r:embed="rId174"/>
                <a:stretch>
                  <a:fillRect/>
                </a:stretch>
              </p:blipFill>
              <p:spPr>
                <a:xfrm>
                  <a:off x="4588829" y="6011375"/>
                  <a:ext cx="23508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557" name="Ink 556">
                  <a:extLst>
                    <a:ext uri="{FF2B5EF4-FFF2-40B4-BE49-F238E27FC236}">
                      <a16:creationId xmlns:a16="http://schemas.microsoft.com/office/drawing/2014/main" id="{195E7B16-68C9-920E-6A78-6BAC6B17951D}"/>
                    </a:ext>
                  </a:extLst>
                </p14:cNvPr>
                <p14:cNvContentPartPr/>
                <p14:nvPr/>
              </p14:nvContentPartPr>
              <p14:xfrm>
                <a:off x="4890149" y="5978975"/>
                <a:ext cx="360" cy="360"/>
              </p14:xfrm>
            </p:contentPart>
          </mc:Choice>
          <mc:Fallback>
            <p:pic>
              <p:nvPicPr>
                <p:cNvPr id="557" name="Ink 556">
                  <a:extLst>
                    <a:ext uri="{FF2B5EF4-FFF2-40B4-BE49-F238E27FC236}">
                      <a16:creationId xmlns:a16="http://schemas.microsoft.com/office/drawing/2014/main" id="{195E7B16-68C9-920E-6A78-6BAC6B17951D}"/>
                    </a:ext>
                  </a:extLst>
                </p:cNvPr>
                <p:cNvPicPr/>
                <p:nvPr/>
              </p:nvPicPr>
              <p:blipFill>
                <a:blip r:embed="rId146"/>
                <a:stretch>
                  <a:fillRect/>
                </a:stretch>
              </p:blipFill>
              <p:spPr>
                <a:xfrm>
                  <a:off x="4884029" y="597285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558" name="Ink 557">
                  <a:extLst>
                    <a:ext uri="{FF2B5EF4-FFF2-40B4-BE49-F238E27FC236}">
                      <a16:creationId xmlns:a16="http://schemas.microsoft.com/office/drawing/2014/main" id="{528E376A-7BF7-83D0-3DAB-567D2C37D8F6}"/>
                    </a:ext>
                  </a:extLst>
                </p14:cNvPr>
                <p14:cNvContentPartPr/>
                <p14:nvPr/>
              </p14:nvContentPartPr>
              <p14:xfrm>
                <a:off x="4830749" y="6067175"/>
                <a:ext cx="54720" cy="39600"/>
              </p14:xfrm>
            </p:contentPart>
          </mc:Choice>
          <mc:Fallback>
            <p:pic>
              <p:nvPicPr>
                <p:cNvPr id="558" name="Ink 557">
                  <a:extLst>
                    <a:ext uri="{FF2B5EF4-FFF2-40B4-BE49-F238E27FC236}">
                      <a16:creationId xmlns:a16="http://schemas.microsoft.com/office/drawing/2014/main" id="{528E376A-7BF7-83D0-3DAB-567D2C37D8F6}"/>
                    </a:ext>
                  </a:extLst>
                </p:cNvPr>
                <p:cNvPicPr/>
                <p:nvPr/>
              </p:nvPicPr>
              <p:blipFill>
                <a:blip r:embed="rId177"/>
                <a:stretch>
                  <a:fillRect/>
                </a:stretch>
              </p:blipFill>
              <p:spPr>
                <a:xfrm>
                  <a:off x="4824629" y="6061055"/>
                  <a:ext cx="669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559" name="Ink 558">
                  <a:extLst>
                    <a:ext uri="{FF2B5EF4-FFF2-40B4-BE49-F238E27FC236}">
                      <a16:creationId xmlns:a16="http://schemas.microsoft.com/office/drawing/2014/main" id="{7087D2C8-0300-EF0C-F94A-0D5752BD7EE4}"/>
                    </a:ext>
                  </a:extLst>
                </p14:cNvPr>
                <p14:cNvContentPartPr/>
                <p14:nvPr/>
              </p14:nvContentPartPr>
              <p14:xfrm>
                <a:off x="5002469" y="5994095"/>
                <a:ext cx="228600" cy="198720"/>
              </p14:xfrm>
            </p:contentPart>
          </mc:Choice>
          <mc:Fallback>
            <p:pic>
              <p:nvPicPr>
                <p:cNvPr id="559" name="Ink 558">
                  <a:extLst>
                    <a:ext uri="{FF2B5EF4-FFF2-40B4-BE49-F238E27FC236}">
                      <a16:creationId xmlns:a16="http://schemas.microsoft.com/office/drawing/2014/main" id="{7087D2C8-0300-EF0C-F94A-0D5752BD7EE4}"/>
                    </a:ext>
                  </a:extLst>
                </p:cNvPr>
                <p:cNvPicPr/>
                <p:nvPr/>
              </p:nvPicPr>
              <p:blipFill>
                <a:blip r:embed="rId179"/>
                <a:stretch>
                  <a:fillRect/>
                </a:stretch>
              </p:blipFill>
              <p:spPr>
                <a:xfrm>
                  <a:off x="4996349" y="5987975"/>
                  <a:ext cx="24084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560" name="Ink 559">
                  <a:extLst>
                    <a:ext uri="{FF2B5EF4-FFF2-40B4-BE49-F238E27FC236}">
                      <a16:creationId xmlns:a16="http://schemas.microsoft.com/office/drawing/2014/main" id="{76E62069-9824-3D0D-F553-C51B689AFE35}"/>
                    </a:ext>
                  </a:extLst>
                </p14:cNvPr>
                <p14:cNvContentPartPr/>
                <p14:nvPr/>
              </p14:nvContentPartPr>
              <p14:xfrm>
                <a:off x="5255909" y="5931095"/>
                <a:ext cx="127800" cy="5400"/>
              </p14:xfrm>
            </p:contentPart>
          </mc:Choice>
          <mc:Fallback>
            <p:pic>
              <p:nvPicPr>
                <p:cNvPr id="560" name="Ink 559">
                  <a:extLst>
                    <a:ext uri="{FF2B5EF4-FFF2-40B4-BE49-F238E27FC236}">
                      <a16:creationId xmlns:a16="http://schemas.microsoft.com/office/drawing/2014/main" id="{76E62069-9824-3D0D-F553-C51B689AFE35}"/>
                    </a:ext>
                  </a:extLst>
                </p:cNvPr>
                <p:cNvPicPr/>
                <p:nvPr/>
              </p:nvPicPr>
              <p:blipFill>
                <a:blip r:embed="rId181"/>
                <a:stretch>
                  <a:fillRect/>
                </a:stretch>
              </p:blipFill>
              <p:spPr>
                <a:xfrm>
                  <a:off x="5249789" y="5924975"/>
                  <a:ext cx="14004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561" name="Ink 560">
                  <a:extLst>
                    <a:ext uri="{FF2B5EF4-FFF2-40B4-BE49-F238E27FC236}">
                      <a16:creationId xmlns:a16="http://schemas.microsoft.com/office/drawing/2014/main" id="{D18359ED-34AE-BC4C-6F67-5762A954B006}"/>
                    </a:ext>
                  </a:extLst>
                </p14:cNvPr>
                <p14:cNvContentPartPr/>
                <p14:nvPr/>
              </p14:nvContentPartPr>
              <p14:xfrm>
                <a:off x="5250869" y="5932175"/>
                <a:ext cx="27000" cy="11880"/>
              </p14:xfrm>
            </p:contentPart>
          </mc:Choice>
          <mc:Fallback>
            <p:pic>
              <p:nvPicPr>
                <p:cNvPr id="561" name="Ink 560">
                  <a:extLst>
                    <a:ext uri="{FF2B5EF4-FFF2-40B4-BE49-F238E27FC236}">
                      <a16:creationId xmlns:a16="http://schemas.microsoft.com/office/drawing/2014/main" id="{D18359ED-34AE-BC4C-6F67-5762A954B006}"/>
                    </a:ext>
                  </a:extLst>
                </p:cNvPr>
                <p:cNvPicPr/>
                <p:nvPr/>
              </p:nvPicPr>
              <p:blipFill>
                <a:blip r:embed="rId183"/>
                <a:stretch>
                  <a:fillRect/>
                </a:stretch>
              </p:blipFill>
              <p:spPr>
                <a:xfrm>
                  <a:off x="5244749" y="5926055"/>
                  <a:ext cx="3924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562" name="Ink 561">
                  <a:extLst>
                    <a:ext uri="{FF2B5EF4-FFF2-40B4-BE49-F238E27FC236}">
                      <a16:creationId xmlns:a16="http://schemas.microsoft.com/office/drawing/2014/main" id="{90A649E9-6D52-95EF-71D4-456AC7B678C3}"/>
                    </a:ext>
                  </a:extLst>
                </p14:cNvPr>
                <p14:cNvContentPartPr/>
                <p14:nvPr/>
              </p14:nvContentPartPr>
              <p14:xfrm>
                <a:off x="5190389" y="5985095"/>
                <a:ext cx="194400" cy="241200"/>
              </p14:xfrm>
            </p:contentPart>
          </mc:Choice>
          <mc:Fallback>
            <p:pic>
              <p:nvPicPr>
                <p:cNvPr id="562" name="Ink 561">
                  <a:extLst>
                    <a:ext uri="{FF2B5EF4-FFF2-40B4-BE49-F238E27FC236}">
                      <a16:creationId xmlns:a16="http://schemas.microsoft.com/office/drawing/2014/main" id="{90A649E9-6D52-95EF-71D4-456AC7B678C3}"/>
                    </a:ext>
                  </a:extLst>
                </p:cNvPr>
                <p:cNvPicPr/>
                <p:nvPr/>
              </p:nvPicPr>
              <p:blipFill>
                <a:blip r:embed="rId185"/>
                <a:stretch>
                  <a:fillRect/>
                </a:stretch>
              </p:blipFill>
              <p:spPr>
                <a:xfrm>
                  <a:off x="5184269" y="5978975"/>
                  <a:ext cx="20664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563" name="Ink 562">
                  <a:extLst>
                    <a:ext uri="{FF2B5EF4-FFF2-40B4-BE49-F238E27FC236}">
                      <a16:creationId xmlns:a16="http://schemas.microsoft.com/office/drawing/2014/main" id="{F4DA915A-14F1-B60F-04DE-ECF19E598044}"/>
                    </a:ext>
                  </a:extLst>
                </p14:cNvPr>
                <p14:cNvContentPartPr/>
                <p14:nvPr/>
              </p14:nvContentPartPr>
              <p14:xfrm>
                <a:off x="5303789" y="5756855"/>
                <a:ext cx="225360" cy="919800"/>
              </p14:xfrm>
            </p:contentPart>
          </mc:Choice>
          <mc:Fallback>
            <p:pic>
              <p:nvPicPr>
                <p:cNvPr id="563" name="Ink 562">
                  <a:extLst>
                    <a:ext uri="{FF2B5EF4-FFF2-40B4-BE49-F238E27FC236}">
                      <a16:creationId xmlns:a16="http://schemas.microsoft.com/office/drawing/2014/main" id="{F4DA915A-14F1-B60F-04DE-ECF19E598044}"/>
                    </a:ext>
                  </a:extLst>
                </p:cNvPr>
                <p:cNvPicPr/>
                <p:nvPr/>
              </p:nvPicPr>
              <p:blipFill>
                <a:blip r:embed="rId187"/>
                <a:stretch>
                  <a:fillRect/>
                </a:stretch>
              </p:blipFill>
              <p:spPr>
                <a:xfrm>
                  <a:off x="5297669" y="5750735"/>
                  <a:ext cx="237600" cy="93204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8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Example-2</a:t>
            </a:r>
            <a:endParaRPr/>
          </a:p>
        </p:txBody>
      </p:sp>
      <p:sp>
        <p:nvSpPr>
          <p:cNvPr id="562" name="Google Shape;562;p88"/>
          <p:cNvSpPr txBox="1">
            <a:spLocks noGrp="1"/>
          </p:cNvSpPr>
          <p:nvPr>
            <p:ph type="body" idx="1"/>
          </p:nvPr>
        </p:nvSpPr>
        <p:spPr>
          <a:xfrm>
            <a:off x="350837" y="1155699"/>
            <a:ext cx="11684100" cy="5541963"/>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Clr>
                <a:schemeClr val="dk1"/>
              </a:buClr>
              <a:buSzPts val="2600"/>
              <a:buNone/>
            </a:pPr>
            <a:r>
              <a:rPr lang="en-US" sz="2600" b="0" i="0" u="none" dirty="0">
                <a:solidFill>
                  <a:schemeClr val="dk1"/>
                </a:solidFill>
                <a:latin typeface="Calibri"/>
                <a:ea typeface="Calibri"/>
                <a:cs typeface="Calibri"/>
                <a:sym typeface="Calibri"/>
              </a:rPr>
              <a:t>Suppose the mean expenditure per customer at a tire store is $85.00, with a standard deviation of $9.00. If a random sample of 40 customers is taken, what is the probability that the sample average expenditure per customer for this sample will be $87.00 or more?</a:t>
            </a:r>
            <a:endParaRPr dirty="0"/>
          </a:p>
          <a:p>
            <a:pPr marL="0" lvl="0" indent="0" algn="l" rtl="0">
              <a:lnSpc>
                <a:spcPct val="80000"/>
              </a:lnSpc>
              <a:spcBef>
                <a:spcPts val="1000"/>
              </a:spcBef>
              <a:spcAft>
                <a:spcPts val="0"/>
              </a:spcAft>
              <a:buClr>
                <a:schemeClr val="accent1"/>
              </a:buClr>
              <a:buSzPts val="2600"/>
              <a:buNone/>
            </a:pPr>
            <a:r>
              <a:rPr lang="en-US" sz="2600" b="0" i="0" u="none" dirty="0">
                <a:solidFill>
                  <a:schemeClr val="accent1"/>
                </a:solidFill>
                <a:latin typeface="Helvetica Neue"/>
                <a:ea typeface="Helvetica Neue"/>
                <a:cs typeface="Helvetica Neue"/>
                <a:sym typeface="Helvetica Neue"/>
              </a:rPr>
              <a:t>Solution:</a:t>
            </a:r>
            <a:endParaRPr dirty="0"/>
          </a:p>
        </p:txBody>
      </p:sp>
      <p:pic>
        <p:nvPicPr>
          <p:cNvPr id="563" name="Google Shape;563;p88"/>
          <p:cNvPicPr preferRelativeResize="0"/>
          <p:nvPr/>
        </p:nvPicPr>
        <p:blipFill rotWithShape="1">
          <a:blip r:embed="rId3">
            <a:alphaModFix/>
          </a:blip>
          <a:srcRect/>
          <a:stretch/>
        </p:blipFill>
        <p:spPr>
          <a:xfrm>
            <a:off x="1771650" y="2481262"/>
            <a:ext cx="7966074" cy="1417637"/>
          </a:xfrm>
          <a:prstGeom prst="rect">
            <a:avLst/>
          </a:prstGeom>
          <a:noFill/>
          <a:ln>
            <a:noFill/>
          </a:ln>
        </p:spPr>
      </p:pic>
      <p:pic>
        <p:nvPicPr>
          <p:cNvPr id="564" name="Google Shape;564;p88"/>
          <p:cNvPicPr preferRelativeResize="0"/>
          <p:nvPr/>
        </p:nvPicPr>
        <p:blipFill rotWithShape="1">
          <a:blip r:embed="rId4">
            <a:alphaModFix/>
          </a:blip>
          <a:srcRect/>
          <a:stretch/>
        </p:blipFill>
        <p:spPr>
          <a:xfrm>
            <a:off x="350837" y="3898900"/>
            <a:ext cx="5745163" cy="1620157"/>
          </a:xfrm>
          <a:prstGeom prst="rect">
            <a:avLst/>
          </a:prstGeom>
          <a:noFill/>
          <a:ln>
            <a:noFill/>
          </a:ln>
        </p:spPr>
      </p:pic>
      <p:pic>
        <p:nvPicPr>
          <p:cNvPr id="565" name="Google Shape;565;p88"/>
          <p:cNvPicPr preferRelativeResize="0"/>
          <p:nvPr/>
        </p:nvPicPr>
        <p:blipFill rotWithShape="1">
          <a:blip r:embed="rId5">
            <a:alphaModFix/>
          </a:blip>
          <a:srcRect/>
          <a:stretch/>
        </p:blipFill>
        <p:spPr>
          <a:xfrm>
            <a:off x="5954712" y="3502025"/>
            <a:ext cx="6137275" cy="3051175"/>
          </a:xfrm>
          <a:prstGeom prst="rect">
            <a:avLst/>
          </a:prstGeom>
          <a:noFill/>
          <a:ln>
            <a:noFill/>
          </a:ln>
        </p:spPr>
      </p:pic>
      <p:sp>
        <p:nvSpPr>
          <p:cNvPr id="2" name="TextBox 1">
            <a:extLst>
              <a:ext uri="{FF2B5EF4-FFF2-40B4-BE49-F238E27FC236}">
                <a16:creationId xmlns:a16="http://schemas.microsoft.com/office/drawing/2014/main" id="{5A27723B-8A2C-AE30-FCE7-3E0001A487FE}"/>
              </a:ext>
            </a:extLst>
          </p:cNvPr>
          <p:cNvSpPr txBox="1"/>
          <p:nvPr/>
        </p:nvSpPr>
        <p:spPr>
          <a:xfrm>
            <a:off x="598714" y="5758543"/>
            <a:ext cx="5061857" cy="369332"/>
          </a:xfrm>
          <a:prstGeom prst="rect">
            <a:avLst/>
          </a:prstGeom>
          <a:noFill/>
        </p:spPr>
        <p:txBody>
          <a:bodyPr wrap="square" rtlCol="0">
            <a:spAutoFit/>
          </a:bodyPr>
          <a:lstStyle/>
          <a:p>
            <a:r>
              <a:rPr lang="en-US" sz="1800" dirty="0"/>
              <a:t>P( X &gt; 87) = P( z &gt; 1.41) = 1 – 0.9207 = 0.0793</a:t>
            </a:r>
            <a:endParaRPr lang="en-IN"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pic>
        <p:nvPicPr>
          <p:cNvPr id="570" name="Google Shape;570;p89"/>
          <p:cNvPicPr preferRelativeResize="0">
            <a:picLocks noGrp="1"/>
          </p:cNvPicPr>
          <p:nvPr>
            <p:ph type="body" idx="1"/>
          </p:nvPr>
        </p:nvPicPr>
        <p:blipFill rotWithShape="1">
          <a:blip r:embed="rId3">
            <a:alphaModFix/>
          </a:blip>
          <a:srcRect/>
          <a:stretch/>
        </p:blipFill>
        <p:spPr>
          <a:xfrm>
            <a:off x="412750" y="381000"/>
            <a:ext cx="11398200" cy="6288000"/>
          </a:xfrm>
          <a:prstGeom prst="rect">
            <a:avLst/>
          </a:prstGeom>
          <a:noFill/>
          <a:ln>
            <a:noFill/>
          </a:ln>
        </p:spPr>
      </p:pic>
      <p:grpSp>
        <p:nvGrpSpPr>
          <p:cNvPr id="4" name="Group 3">
            <a:extLst>
              <a:ext uri="{FF2B5EF4-FFF2-40B4-BE49-F238E27FC236}">
                <a16:creationId xmlns:a16="http://schemas.microsoft.com/office/drawing/2014/main" id="{AA068B3E-AA4F-5443-AC28-C09B3008D337}"/>
              </a:ext>
            </a:extLst>
          </p:cNvPr>
          <p:cNvGrpSpPr/>
          <p:nvPr/>
        </p:nvGrpSpPr>
        <p:grpSpPr>
          <a:xfrm>
            <a:off x="1149389" y="4336655"/>
            <a:ext cx="1433880" cy="318600"/>
            <a:chOff x="1149389" y="4336655"/>
            <a:chExt cx="1433880" cy="31860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FD37977-6AD4-1B0D-3C03-D3B2BEAE1406}"/>
                    </a:ext>
                  </a:extLst>
                </p14:cNvPr>
                <p14:cNvContentPartPr/>
                <p14:nvPr/>
              </p14:nvContentPartPr>
              <p14:xfrm>
                <a:off x="1149389" y="4378055"/>
                <a:ext cx="473040" cy="263520"/>
              </p14:xfrm>
            </p:contentPart>
          </mc:Choice>
          <mc:Fallback>
            <p:pic>
              <p:nvPicPr>
                <p:cNvPr id="2" name="Ink 1">
                  <a:extLst>
                    <a:ext uri="{FF2B5EF4-FFF2-40B4-BE49-F238E27FC236}">
                      <a16:creationId xmlns:a16="http://schemas.microsoft.com/office/drawing/2014/main" id="{4FD37977-6AD4-1B0D-3C03-D3B2BEAE1406}"/>
                    </a:ext>
                  </a:extLst>
                </p:cNvPr>
                <p:cNvPicPr/>
                <p:nvPr/>
              </p:nvPicPr>
              <p:blipFill>
                <a:blip r:embed="rId5"/>
                <a:stretch>
                  <a:fillRect/>
                </a:stretch>
              </p:blipFill>
              <p:spPr>
                <a:xfrm>
                  <a:off x="1143269" y="4371935"/>
                  <a:ext cx="48528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C27EAC0C-6D5E-389F-A720-E581FE3F7B68}"/>
                    </a:ext>
                  </a:extLst>
                </p14:cNvPr>
                <p14:cNvContentPartPr/>
                <p14:nvPr/>
              </p14:nvContentPartPr>
              <p14:xfrm>
                <a:off x="1758509" y="4336655"/>
                <a:ext cx="824760" cy="318600"/>
              </p14:xfrm>
            </p:contentPart>
          </mc:Choice>
          <mc:Fallback>
            <p:pic>
              <p:nvPicPr>
                <p:cNvPr id="3" name="Ink 2">
                  <a:extLst>
                    <a:ext uri="{FF2B5EF4-FFF2-40B4-BE49-F238E27FC236}">
                      <a16:creationId xmlns:a16="http://schemas.microsoft.com/office/drawing/2014/main" id="{C27EAC0C-6D5E-389F-A720-E581FE3F7B68}"/>
                    </a:ext>
                  </a:extLst>
                </p:cNvPr>
                <p:cNvPicPr/>
                <p:nvPr/>
              </p:nvPicPr>
              <p:blipFill>
                <a:blip r:embed="rId7"/>
                <a:stretch>
                  <a:fillRect/>
                </a:stretch>
              </p:blipFill>
              <p:spPr>
                <a:xfrm>
                  <a:off x="1752389" y="4330535"/>
                  <a:ext cx="837000" cy="330840"/>
                </a:xfrm>
                <a:prstGeom prst="rect">
                  <a:avLst/>
                </a:prstGeom>
              </p:spPr>
            </p:pic>
          </mc:Fallback>
        </mc:AlternateContent>
      </p:grpSp>
      <p:grpSp>
        <p:nvGrpSpPr>
          <p:cNvPr id="8" name="Group 7">
            <a:extLst>
              <a:ext uri="{FF2B5EF4-FFF2-40B4-BE49-F238E27FC236}">
                <a16:creationId xmlns:a16="http://schemas.microsoft.com/office/drawing/2014/main" id="{0F8DA92F-65A3-413E-6ADC-C60B7AFD2A85}"/>
              </a:ext>
            </a:extLst>
          </p:cNvPr>
          <p:cNvGrpSpPr/>
          <p:nvPr/>
        </p:nvGrpSpPr>
        <p:grpSpPr>
          <a:xfrm>
            <a:off x="617309" y="4400015"/>
            <a:ext cx="475200" cy="445680"/>
            <a:chOff x="617309" y="4400015"/>
            <a:chExt cx="475200" cy="445680"/>
          </a:xfrm>
        </p:grpSpPr>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DEBA9382-2EF7-D554-BFEC-99E4D9DF2015}"/>
                    </a:ext>
                  </a:extLst>
                </p14:cNvPr>
                <p14:cNvContentPartPr/>
                <p14:nvPr/>
              </p14:nvContentPartPr>
              <p14:xfrm>
                <a:off x="617309" y="4542215"/>
                <a:ext cx="437040" cy="73440"/>
              </p14:xfrm>
            </p:contentPart>
          </mc:Choice>
          <mc:Fallback>
            <p:pic>
              <p:nvPicPr>
                <p:cNvPr id="5" name="Ink 4">
                  <a:extLst>
                    <a:ext uri="{FF2B5EF4-FFF2-40B4-BE49-F238E27FC236}">
                      <a16:creationId xmlns:a16="http://schemas.microsoft.com/office/drawing/2014/main" id="{DEBA9382-2EF7-D554-BFEC-99E4D9DF2015}"/>
                    </a:ext>
                  </a:extLst>
                </p:cNvPr>
                <p:cNvPicPr/>
                <p:nvPr/>
              </p:nvPicPr>
              <p:blipFill>
                <a:blip r:embed="rId9"/>
                <a:stretch>
                  <a:fillRect/>
                </a:stretch>
              </p:blipFill>
              <p:spPr>
                <a:xfrm>
                  <a:off x="611189" y="4536095"/>
                  <a:ext cx="44928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99F531C8-7B87-F6C5-2327-062125512B1F}"/>
                    </a:ext>
                  </a:extLst>
                </p14:cNvPr>
                <p14:cNvContentPartPr/>
                <p14:nvPr/>
              </p14:nvContentPartPr>
              <p14:xfrm>
                <a:off x="918269" y="4410095"/>
                <a:ext cx="6840" cy="16920"/>
              </p14:xfrm>
            </p:contentPart>
          </mc:Choice>
          <mc:Fallback>
            <p:pic>
              <p:nvPicPr>
                <p:cNvPr id="6" name="Ink 5">
                  <a:extLst>
                    <a:ext uri="{FF2B5EF4-FFF2-40B4-BE49-F238E27FC236}">
                      <a16:creationId xmlns:a16="http://schemas.microsoft.com/office/drawing/2014/main" id="{99F531C8-7B87-F6C5-2327-062125512B1F}"/>
                    </a:ext>
                  </a:extLst>
                </p:cNvPr>
                <p:cNvPicPr/>
                <p:nvPr/>
              </p:nvPicPr>
              <p:blipFill>
                <a:blip r:embed="rId11"/>
                <a:stretch>
                  <a:fillRect/>
                </a:stretch>
              </p:blipFill>
              <p:spPr>
                <a:xfrm>
                  <a:off x="912149" y="4403975"/>
                  <a:ext cx="190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522C33F1-E7A5-E272-8F00-94976B0F6F54}"/>
                    </a:ext>
                  </a:extLst>
                </p14:cNvPr>
                <p14:cNvContentPartPr/>
                <p14:nvPr/>
              </p14:nvContentPartPr>
              <p14:xfrm>
                <a:off x="928349" y="4400015"/>
                <a:ext cx="164160" cy="445680"/>
              </p14:xfrm>
            </p:contentPart>
          </mc:Choice>
          <mc:Fallback>
            <p:pic>
              <p:nvPicPr>
                <p:cNvPr id="7" name="Ink 6">
                  <a:extLst>
                    <a:ext uri="{FF2B5EF4-FFF2-40B4-BE49-F238E27FC236}">
                      <a16:creationId xmlns:a16="http://schemas.microsoft.com/office/drawing/2014/main" id="{522C33F1-E7A5-E272-8F00-94976B0F6F54}"/>
                    </a:ext>
                  </a:extLst>
                </p:cNvPr>
                <p:cNvPicPr/>
                <p:nvPr/>
              </p:nvPicPr>
              <p:blipFill>
                <a:blip r:embed="rId13"/>
                <a:stretch>
                  <a:fillRect/>
                </a:stretch>
              </p:blipFill>
              <p:spPr>
                <a:xfrm>
                  <a:off x="922229" y="4393895"/>
                  <a:ext cx="176400" cy="457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6771B811-3BF9-41EE-E000-0FF6E7281A97}"/>
                  </a:ext>
                </a:extLst>
              </p14:cNvPr>
              <p14:cNvContentPartPr/>
              <p14:nvPr/>
            </p14:nvContentPartPr>
            <p14:xfrm>
              <a:off x="7779509" y="4329095"/>
              <a:ext cx="969120" cy="343440"/>
            </p14:xfrm>
          </p:contentPart>
        </mc:Choice>
        <mc:Fallback>
          <p:pic>
            <p:nvPicPr>
              <p:cNvPr id="9" name="Ink 8">
                <a:extLst>
                  <a:ext uri="{FF2B5EF4-FFF2-40B4-BE49-F238E27FC236}">
                    <a16:creationId xmlns:a16="http://schemas.microsoft.com/office/drawing/2014/main" id="{6771B811-3BF9-41EE-E000-0FF6E7281A97}"/>
                  </a:ext>
                </a:extLst>
              </p:cNvPr>
              <p:cNvPicPr/>
              <p:nvPr/>
            </p:nvPicPr>
            <p:blipFill>
              <a:blip r:embed="rId15"/>
              <a:stretch>
                <a:fillRect/>
              </a:stretch>
            </p:blipFill>
            <p:spPr>
              <a:xfrm>
                <a:off x="7773389" y="4322975"/>
                <a:ext cx="981360" cy="355680"/>
              </a:xfrm>
              <a:prstGeom prst="rect">
                <a:avLst/>
              </a:prstGeom>
            </p:spPr>
          </p:pic>
        </mc:Fallback>
      </mc:AlternateContent>
      <p:grpSp>
        <p:nvGrpSpPr>
          <p:cNvPr id="23" name="Group 22">
            <a:extLst>
              <a:ext uri="{FF2B5EF4-FFF2-40B4-BE49-F238E27FC236}">
                <a16:creationId xmlns:a16="http://schemas.microsoft.com/office/drawing/2014/main" id="{AB53B008-ED79-50CA-622C-2A9886C9A719}"/>
              </a:ext>
            </a:extLst>
          </p:cNvPr>
          <p:cNvGrpSpPr/>
          <p:nvPr/>
        </p:nvGrpSpPr>
        <p:grpSpPr>
          <a:xfrm>
            <a:off x="6982469" y="-13225"/>
            <a:ext cx="1893240" cy="4362840"/>
            <a:chOff x="6982469" y="-13225"/>
            <a:chExt cx="1893240" cy="4362840"/>
          </a:xfrm>
        </p:grpSpPr>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B04553CB-E453-D058-7F4F-DDD3C34D47EC}"/>
                    </a:ext>
                  </a:extLst>
                </p14:cNvPr>
                <p14:cNvContentPartPr/>
                <p14:nvPr/>
              </p14:nvContentPartPr>
              <p14:xfrm>
                <a:off x="7398629" y="347495"/>
                <a:ext cx="533880" cy="4002120"/>
              </p14:xfrm>
            </p:contentPart>
          </mc:Choice>
          <mc:Fallback>
            <p:pic>
              <p:nvPicPr>
                <p:cNvPr id="10" name="Ink 9">
                  <a:extLst>
                    <a:ext uri="{FF2B5EF4-FFF2-40B4-BE49-F238E27FC236}">
                      <a16:creationId xmlns:a16="http://schemas.microsoft.com/office/drawing/2014/main" id="{B04553CB-E453-D058-7F4F-DDD3C34D47EC}"/>
                    </a:ext>
                  </a:extLst>
                </p:cNvPr>
                <p:cNvPicPr/>
                <p:nvPr/>
              </p:nvPicPr>
              <p:blipFill>
                <a:blip r:embed="rId17"/>
                <a:stretch>
                  <a:fillRect/>
                </a:stretch>
              </p:blipFill>
              <p:spPr>
                <a:xfrm>
                  <a:off x="7392509" y="341375"/>
                  <a:ext cx="546120" cy="4014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499D1C2B-E871-030E-2A64-76DB1CA209A7}"/>
                    </a:ext>
                  </a:extLst>
                </p14:cNvPr>
                <p14:cNvContentPartPr/>
                <p14:nvPr/>
              </p14:nvContentPartPr>
              <p14:xfrm>
                <a:off x="6982469" y="50135"/>
                <a:ext cx="116640" cy="460440"/>
              </p14:xfrm>
            </p:contentPart>
          </mc:Choice>
          <mc:Fallback>
            <p:pic>
              <p:nvPicPr>
                <p:cNvPr id="11" name="Ink 10">
                  <a:extLst>
                    <a:ext uri="{FF2B5EF4-FFF2-40B4-BE49-F238E27FC236}">
                      <a16:creationId xmlns:a16="http://schemas.microsoft.com/office/drawing/2014/main" id="{499D1C2B-E871-030E-2A64-76DB1CA209A7}"/>
                    </a:ext>
                  </a:extLst>
                </p:cNvPr>
                <p:cNvPicPr/>
                <p:nvPr/>
              </p:nvPicPr>
              <p:blipFill>
                <a:blip r:embed="rId19"/>
                <a:stretch>
                  <a:fillRect/>
                </a:stretch>
              </p:blipFill>
              <p:spPr>
                <a:xfrm>
                  <a:off x="6976349" y="44015"/>
                  <a:ext cx="128880" cy="472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2E0F122E-CAB0-CD84-7042-C2029A3A406A}"/>
                    </a:ext>
                  </a:extLst>
                </p14:cNvPr>
                <p14:cNvContentPartPr/>
                <p14:nvPr/>
              </p14:nvContentPartPr>
              <p14:xfrm>
                <a:off x="7114589" y="-13225"/>
                <a:ext cx="309960" cy="539640"/>
              </p14:xfrm>
            </p:contentPart>
          </mc:Choice>
          <mc:Fallback>
            <p:pic>
              <p:nvPicPr>
                <p:cNvPr id="12" name="Ink 11">
                  <a:extLst>
                    <a:ext uri="{FF2B5EF4-FFF2-40B4-BE49-F238E27FC236}">
                      <a16:creationId xmlns:a16="http://schemas.microsoft.com/office/drawing/2014/main" id="{2E0F122E-CAB0-CD84-7042-C2029A3A406A}"/>
                    </a:ext>
                  </a:extLst>
                </p:cNvPr>
                <p:cNvPicPr/>
                <p:nvPr/>
              </p:nvPicPr>
              <p:blipFill>
                <a:blip r:embed="rId21"/>
                <a:stretch>
                  <a:fillRect/>
                </a:stretch>
              </p:blipFill>
              <p:spPr>
                <a:xfrm>
                  <a:off x="7108469" y="-19345"/>
                  <a:ext cx="322200" cy="551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99FD8A8E-DEF1-814A-CEE1-87292E69E3FF}"/>
                    </a:ext>
                  </a:extLst>
                </p14:cNvPr>
                <p14:cNvContentPartPr/>
                <p14:nvPr/>
              </p14:nvContentPartPr>
              <p14:xfrm>
                <a:off x="7315469" y="153455"/>
                <a:ext cx="262800" cy="262800"/>
              </p14:xfrm>
            </p:contentPart>
          </mc:Choice>
          <mc:Fallback>
            <p:pic>
              <p:nvPicPr>
                <p:cNvPr id="13" name="Ink 12">
                  <a:extLst>
                    <a:ext uri="{FF2B5EF4-FFF2-40B4-BE49-F238E27FC236}">
                      <a16:creationId xmlns:a16="http://schemas.microsoft.com/office/drawing/2014/main" id="{99FD8A8E-DEF1-814A-CEE1-87292E69E3FF}"/>
                    </a:ext>
                  </a:extLst>
                </p:cNvPr>
                <p:cNvPicPr/>
                <p:nvPr/>
              </p:nvPicPr>
              <p:blipFill>
                <a:blip r:embed="rId23"/>
                <a:stretch>
                  <a:fillRect/>
                </a:stretch>
              </p:blipFill>
              <p:spPr>
                <a:xfrm>
                  <a:off x="7309349" y="147335"/>
                  <a:ext cx="27504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E1DB162B-3A41-F091-0291-EFBDD38AE5E6}"/>
                    </a:ext>
                  </a:extLst>
                </p14:cNvPr>
                <p14:cNvContentPartPr/>
                <p14:nvPr/>
              </p14:nvContentPartPr>
              <p14:xfrm>
                <a:off x="7276229" y="221855"/>
                <a:ext cx="284040" cy="85320"/>
              </p14:xfrm>
            </p:contentPart>
          </mc:Choice>
          <mc:Fallback>
            <p:pic>
              <p:nvPicPr>
                <p:cNvPr id="14" name="Ink 13">
                  <a:extLst>
                    <a:ext uri="{FF2B5EF4-FFF2-40B4-BE49-F238E27FC236}">
                      <a16:creationId xmlns:a16="http://schemas.microsoft.com/office/drawing/2014/main" id="{E1DB162B-3A41-F091-0291-EFBDD38AE5E6}"/>
                    </a:ext>
                  </a:extLst>
                </p:cNvPr>
                <p:cNvPicPr/>
                <p:nvPr/>
              </p:nvPicPr>
              <p:blipFill>
                <a:blip r:embed="rId25"/>
                <a:stretch>
                  <a:fillRect/>
                </a:stretch>
              </p:blipFill>
              <p:spPr>
                <a:xfrm>
                  <a:off x="7270109" y="215735"/>
                  <a:ext cx="29628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C62CBB95-143D-2A27-2CB2-A4306F591ADA}"/>
                    </a:ext>
                  </a:extLst>
                </p14:cNvPr>
                <p14:cNvContentPartPr/>
                <p14:nvPr/>
              </p14:nvContentPartPr>
              <p14:xfrm>
                <a:off x="7738109" y="158495"/>
                <a:ext cx="265320" cy="133920"/>
              </p14:xfrm>
            </p:contentPart>
          </mc:Choice>
          <mc:Fallback>
            <p:pic>
              <p:nvPicPr>
                <p:cNvPr id="15" name="Ink 14">
                  <a:extLst>
                    <a:ext uri="{FF2B5EF4-FFF2-40B4-BE49-F238E27FC236}">
                      <a16:creationId xmlns:a16="http://schemas.microsoft.com/office/drawing/2014/main" id="{C62CBB95-143D-2A27-2CB2-A4306F591ADA}"/>
                    </a:ext>
                  </a:extLst>
                </p:cNvPr>
                <p:cNvPicPr/>
                <p:nvPr/>
              </p:nvPicPr>
              <p:blipFill>
                <a:blip r:embed="rId27"/>
                <a:stretch>
                  <a:fillRect/>
                </a:stretch>
              </p:blipFill>
              <p:spPr>
                <a:xfrm>
                  <a:off x="7731989" y="152375"/>
                  <a:ext cx="27756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6F1F03F7-7BCA-D961-4BAF-6B54F9FC5714}"/>
                    </a:ext>
                  </a:extLst>
                </p14:cNvPr>
                <p14:cNvContentPartPr/>
                <p14:nvPr/>
              </p14:nvContentPartPr>
              <p14:xfrm>
                <a:off x="7715429" y="337415"/>
                <a:ext cx="247680" cy="40680"/>
              </p14:xfrm>
            </p:contentPart>
          </mc:Choice>
          <mc:Fallback>
            <p:pic>
              <p:nvPicPr>
                <p:cNvPr id="16" name="Ink 15">
                  <a:extLst>
                    <a:ext uri="{FF2B5EF4-FFF2-40B4-BE49-F238E27FC236}">
                      <a16:creationId xmlns:a16="http://schemas.microsoft.com/office/drawing/2014/main" id="{6F1F03F7-7BCA-D961-4BAF-6B54F9FC5714}"/>
                    </a:ext>
                  </a:extLst>
                </p:cNvPr>
                <p:cNvPicPr/>
                <p:nvPr/>
              </p:nvPicPr>
              <p:blipFill>
                <a:blip r:embed="rId29"/>
                <a:stretch>
                  <a:fillRect/>
                </a:stretch>
              </p:blipFill>
              <p:spPr>
                <a:xfrm>
                  <a:off x="7709309" y="331295"/>
                  <a:ext cx="25992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F24E5E4B-F1A1-D619-7754-B629B9E37F9A}"/>
                    </a:ext>
                  </a:extLst>
                </p14:cNvPr>
                <p14:cNvContentPartPr/>
                <p14:nvPr/>
              </p14:nvContentPartPr>
              <p14:xfrm>
                <a:off x="8181989" y="120335"/>
                <a:ext cx="35640" cy="323280"/>
              </p14:xfrm>
            </p:contentPart>
          </mc:Choice>
          <mc:Fallback>
            <p:pic>
              <p:nvPicPr>
                <p:cNvPr id="17" name="Ink 16">
                  <a:extLst>
                    <a:ext uri="{FF2B5EF4-FFF2-40B4-BE49-F238E27FC236}">
                      <a16:creationId xmlns:a16="http://schemas.microsoft.com/office/drawing/2014/main" id="{F24E5E4B-F1A1-D619-7754-B629B9E37F9A}"/>
                    </a:ext>
                  </a:extLst>
                </p:cNvPr>
                <p:cNvPicPr/>
                <p:nvPr/>
              </p:nvPicPr>
              <p:blipFill>
                <a:blip r:embed="rId31"/>
                <a:stretch>
                  <a:fillRect/>
                </a:stretch>
              </p:blipFill>
              <p:spPr>
                <a:xfrm>
                  <a:off x="8175869" y="114215"/>
                  <a:ext cx="4788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AC91CBC1-6DD1-2329-779A-8304C1934D23}"/>
                    </a:ext>
                  </a:extLst>
                </p14:cNvPr>
                <p14:cNvContentPartPr/>
                <p14:nvPr/>
              </p14:nvContentPartPr>
              <p14:xfrm>
                <a:off x="8328149" y="255335"/>
                <a:ext cx="12960" cy="4320"/>
              </p14:xfrm>
            </p:contentPart>
          </mc:Choice>
          <mc:Fallback>
            <p:pic>
              <p:nvPicPr>
                <p:cNvPr id="18" name="Ink 17">
                  <a:extLst>
                    <a:ext uri="{FF2B5EF4-FFF2-40B4-BE49-F238E27FC236}">
                      <a16:creationId xmlns:a16="http://schemas.microsoft.com/office/drawing/2014/main" id="{AC91CBC1-6DD1-2329-779A-8304C1934D23}"/>
                    </a:ext>
                  </a:extLst>
                </p:cNvPr>
                <p:cNvPicPr/>
                <p:nvPr/>
              </p:nvPicPr>
              <p:blipFill>
                <a:blip r:embed="rId33"/>
                <a:stretch>
                  <a:fillRect/>
                </a:stretch>
              </p:blipFill>
              <p:spPr>
                <a:xfrm>
                  <a:off x="8322029" y="249215"/>
                  <a:ext cx="2520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79FF2254-166B-E044-2DDF-4A40B5A52A27}"/>
                    </a:ext>
                  </a:extLst>
                </p14:cNvPr>
                <p14:cNvContentPartPr/>
                <p14:nvPr/>
              </p14:nvContentPartPr>
              <p14:xfrm>
                <a:off x="8453069" y="145535"/>
                <a:ext cx="154080" cy="11880"/>
              </p14:xfrm>
            </p:contentPart>
          </mc:Choice>
          <mc:Fallback>
            <p:pic>
              <p:nvPicPr>
                <p:cNvPr id="19" name="Ink 18">
                  <a:extLst>
                    <a:ext uri="{FF2B5EF4-FFF2-40B4-BE49-F238E27FC236}">
                      <a16:creationId xmlns:a16="http://schemas.microsoft.com/office/drawing/2014/main" id="{79FF2254-166B-E044-2DDF-4A40B5A52A27}"/>
                    </a:ext>
                  </a:extLst>
                </p:cNvPr>
                <p:cNvPicPr/>
                <p:nvPr/>
              </p:nvPicPr>
              <p:blipFill>
                <a:blip r:embed="rId35"/>
                <a:stretch>
                  <a:fillRect/>
                </a:stretch>
              </p:blipFill>
              <p:spPr>
                <a:xfrm>
                  <a:off x="8446949" y="139415"/>
                  <a:ext cx="1663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74BC5849-A56C-3F36-2A68-E05DC480B38C}"/>
                    </a:ext>
                  </a:extLst>
                </p14:cNvPr>
                <p14:cNvContentPartPr/>
                <p14:nvPr/>
              </p14:nvContentPartPr>
              <p14:xfrm>
                <a:off x="8405189" y="162095"/>
                <a:ext cx="83520" cy="305280"/>
              </p14:xfrm>
            </p:contentPart>
          </mc:Choice>
          <mc:Fallback>
            <p:pic>
              <p:nvPicPr>
                <p:cNvPr id="20" name="Ink 19">
                  <a:extLst>
                    <a:ext uri="{FF2B5EF4-FFF2-40B4-BE49-F238E27FC236}">
                      <a16:creationId xmlns:a16="http://schemas.microsoft.com/office/drawing/2014/main" id="{74BC5849-A56C-3F36-2A68-E05DC480B38C}"/>
                    </a:ext>
                  </a:extLst>
                </p:cNvPr>
                <p:cNvPicPr/>
                <p:nvPr/>
              </p:nvPicPr>
              <p:blipFill>
                <a:blip r:embed="rId37"/>
                <a:stretch>
                  <a:fillRect/>
                </a:stretch>
              </p:blipFill>
              <p:spPr>
                <a:xfrm>
                  <a:off x="8399069" y="155975"/>
                  <a:ext cx="9576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21422E78-3DB0-7B72-474C-EE04F0DF4747}"/>
                    </a:ext>
                  </a:extLst>
                </p14:cNvPr>
                <p14:cNvContentPartPr/>
                <p14:nvPr/>
              </p14:nvContentPartPr>
              <p14:xfrm>
                <a:off x="8667629" y="121775"/>
                <a:ext cx="131400" cy="225000"/>
              </p14:xfrm>
            </p:contentPart>
          </mc:Choice>
          <mc:Fallback>
            <p:pic>
              <p:nvPicPr>
                <p:cNvPr id="21" name="Ink 20">
                  <a:extLst>
                    <a:ext uri="{FF2B5EF4-FFF2-40B4-BE49-F238E27FC236}">
                      <a16:creationId xmlns:a16="http://schemas.microsoft.com/office/drawing/2014/main" id="{21422E78-3DB0-7B72-474C-EE04F0DF4747}"/>
                    </a:ext>
                  </a:extLst>
                </p:cNvPr>
                <p:cNvPicPr/>
                <p:nvPr/>
              </p:nvPicPr>
              <p:blipFill>
                <a:blip r:embed="rId39"/>
                <a:stretch>
                  <a:fillRect/>
                </a:stretch>
              </p:blipFill>
              <p:spPr>
                <a:xfrm>
                  <a:off x="8661509" y="115655"/>
                  <a:ext cx="14364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F40911A8-2BEF-B3EB-CCFC-304E162C48A3}"/>
                    </a:ext>
                  </a:extLst>
                </p14:cNvPr>
                <p14:cNvContentPartPr/>
                <p14:nvPr/>
              </p14:nvContentPartPr>
              <p14:xfrm>
                <a:off x="8706509" y="1895"/>
                <a:ext cx="169200" cy="804960"/>
              </p14:xfrm>
            </p:contentPart>
          </mc:Choice>
          <mc:Fallback>
            <p:pic>
              <p:nvPicPr>
                <p:cNvPr id="22" name="Ink 21">
                  <a:extLst>
                    <a:ext uri="{FF2B5EF4-FFF2-40B4-BE49-F238E27FC236}">
                      <a16:creationId xmlns:a16="http://schemas.microsoft.com/office/drawing/2014/main" id="{F40911A8-2BEF-B3EB-CCFC-304E162C48A3}"/>
                    </a:ext>
                  </a:extLst>
                </p:cNvPr>
                <p:cNvPicPr/>
                <p:nvPr/>
              </p:nvPicPr>
              <p:blipFill>
                <a:blip r:embed="rId41"/>
                <a:stretch>
                  <a:fillRect/>
                </a:stretch>
              </p:blipFill>
              <p:spPr>
                <a:xfrm>
                  <a:off x="8700389" y="-4225"/>
                  <a:ext cx="181440" cy="817200"/>
                </a:xfrm>
                <a:prstGeom prst="rect">
                  <a:avLst/>
                </a:prstGeom>
              </p:spPr>
            </p:pic>
          </mc:Fallback>
        </mc:AlternateContent>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9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Example-3</a:t>
            </a:r>
            <a:endParaRPr/>
          </a:p>
        </p:txBody>
      </p:sp>
      <p:sp>
        <p:nvSpPr>
          <p:cNvPr id="576" name="Google Shape;576;p90"/>
          <p:cNvSpPr txBox="1">
            <a:spLocks noGrp="1"/>
          </p:cNvSpPr>
          <p:nvPr>
            <p:ph type="body" idx="1"/>
          </p:nvPr>
        </p:nvSpPr>
        <p:spPr>
          <a:xfrm>
            <a:off x="619125" y="1093787"/>
            <a:ext cx="10409100" cy="19701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b="1" i="0" u="none">
                <a:solidFill>
                  <a:schemeClr val="dk1"/>
                </a:solidFill>
                <a:latin typeface="Calibri"/>
                <a:ea typeface="Calibri"/>
                <a:cs typeface="Calibri"/>
                <a:sym typeface="Calibri"/>
              </a:rPr>
              <a:t>Suppose that during any hour in a large department store, the average number of shoppers is 448, with a standard deviation of 21 shoppers. What is the probability that a random sample of 49 different shopping hours will yield a sample mean between 441 and 446 shoppers?</a:t>
            </a:r>
            <a:endParaRPr/>
          </a:p>
          <a:p>
            <a:pPr marL="228600" lvl="0" indent="-76200" algn="l" rtl="0">
              <a:lnSpc>
                <a:spcPct val="90000"/>
              </a:lnSpc>
              <a:spcBef>
                <a:spcPts val="1000"/>
              </a:spcBef>
              <a:spcAft>
                <a:spcPts val="0"/>
              </a:spcAft>
              <a:buClr>
                <a:schemeClr val="dk1"/>
              </a:buClr>
              <a:buSzPts val="2400"/>
              <a:buNone/>
            </a:pPr>
            <a:endParaRPr sz="2400" b="1" i="0" u="none">
              <a:solidFill>
                <a:schemeClr val="dk1"/>
              </a:solidFill>
              <a:latin typeface="Calibri"/>
              <a:ea typeface="Calibri"/>
              <a:cs typeface="Calibri"/>
              <a:sym typeface="Calibri"/>
            </a:endParaRPr>
          </a:p>
        </p:txBody>
      </p:sp>
      <p:pic>
        <p:nvPicPr>
          <p:cNvPr id="577" name="Google Shape;577;p90"/>
          <p:cNvPicPr preferRelativeResize="0"/>
          <p:nvPr/>
        </p:nvPicPr>
        <p:blipFill rotWithShape="1">
          <a:blip r:embed="rId3">
            <a:alphaModFix/>
          </a:blip>
          <a:srcRect/>
          <a:stretch/>
        </p:blipFill>
        <p:spPr>
          <a:xfrm>
            <a:off x="901700" y="2871787"/>
            <a:ext cx="8986837" cy="835025"/>
          </a:xfrm>
          <a:prstGeom prst="rect">
            <a:avLst/>
          </a:prstGeom>
          <a:noFill/>
          <a:ln>
            <a:noFill/>
          </a:ln>
        </p:spPr>
      </p:pic>
      <p:pic>
        <p:nvPicPr>
          <p:cNvPr id="578" name="Google Shape;578;p90"/>
          <p:cNvPicPr preferRelativeResize="0"/>
          <p:nvPr/>
        </p:nvPicPr>
        <p:blipFill rotWithShape="1">
          <a:blip r:embed="rId4">
            <a:alphaModFix/>
          </a:blip>
          <a:srcRect/>
          <a:stretch/>
        </p:blipFill>
        <p:spPr>
          <a:xfrm>
            <a:off x="1012825" y="3771900"/>
            <a:ext cx="1468437" cy="962025"/>
          </a:xfrm>
          <a:prstGeom prst="rect">
            <a:avLst/>
          </a:prstGeom>
          <a:noFill/>
          <a:ln>
            <a:noFill/>
          </a:ln>
        </p:spPr>
      </p:pic>
      <p:pic>
        <p:nvPicPr>
          <p:cNvPr id="579" name="Google Shape;579;p90"/>
          <p:cNvPicPr preferRelativeResize="0"/>
          <p:nvPr/>
        </p:nvPicPr>
        <p:blipFill rotWithShape="1">
          <a:blip r:embed="rId5">
            <a:alphaModFix/>
          </a:blip>
          <a:srcRect/>
          <a:stretch/>
        </p:blipFill>
        <p:spPr>
          <a:xfrm>
            <a:off x="3803650" y="3706812"/>
            <a:ext cx="7277101" cy="257016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9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Finite Population Sampling</a:t>
            </a:r>
            <a:endParaRPr/>
          </a:p>
        </p:txBody>
      </p:sp>
      <p:pic>
        <p:nvPicPr>
          <p:cNvPr id="585" name="Google Shape;585;p91"/>
          <p:cNvPicPr preferRelativeResize="0"/>
          <p:nvPr/>
        </p:nvPicPr>
        <p:blipFill rotWithShape="1">
          <a:blip r:embed="rId3">
            <a:alphaModFix/>
          </a:blip>
          <a:srcRect/>
          <a:stretch/>
        </p:blipFill>
        <p:spPr>
          <a:xfrm>
            <a:off x="441325" y="1217612"/>
            <a:ext cx="10075863" cy="858837"/>
          </a:xfrm>
          <a:prstGeom prst="rect">
            <a:avLst/>
          </a:prstGeom>
          <a:noFill/>
          <a:ln>
            <a:noFill/>
          </a:ln>
        </p:spPr>
      </p:pic>
      <p:pic>
        <p:nvPicPr>
          <p:cNvPr id="586" name="Google Shape;586;p91"/>
          <p:cNvPicPr preferRelativeResize="0"/>
          <p:nvPr/>
        </p:nvPicPr>
        <p:blipFill rotWithShape="1">
          <a:blip r:embed="rId4">
            <a:alphaModFix/>
          </a:blip>
          <a:srcRect/>
          <a:stretch/>
        </p:blipFill>
        <p:spPr>
          <a:xfrm>
            <a:off x="441325" y="2244725"/>
            <a:ext cx="9809162" cy="1746250"/>
          </a:xfrm>
          <a:prstGeom prst="rect">
            <a:avLst/>
          </a:prstGeom>
          <a:noFill/>
          <a:ln>
            <a:noFill/>
          </a:ln>
        </p:spPr>
      </p:pic>
      <p:pic>
        <p:nvPicPr>
          <p:cNvPr id="587" name="Google Shape;587;p91"/>
          <p:cNvPicPr preferRelativeResize="0"/>
          <p:nvPr/>
        </p:nvPicPr>
        <p:blipFill rotWithShape="1">
          <a:blip r:embed="rId5">
            <a:alphaModFix/>
          </a:blip>
          <a:srcRect/>
          <a:stretch/>
        </p:blipFill>
        <p:spPr>
          <a:xfrm>
            <a:off x="441325" y="4159250"/>
            <a:ext cx="9240836" cy="1481137"/>
          </a:xfrm>
          <a:prstGeom prst="rect">
            <a:avLst/>
          </a:prstGeom>
          <a:noFill/>
          <a:ln>
            <a:noFill/>
          </a:ln>
        </p:spPr>
      </p:pic>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D2B98449-BF0F-A163-1BD2-60F5A63E3F00}"/>
                  </a:ext>
                </a:extLst>
              </p14:cNvPr>
              <p14:cNvContentPartPr/>
              <p14:nvPr/>
            </p14:nvContentPartPr>
            <p14:xfrm>
              <a:off x="8334629" y="3320375"/>
              <a:ext cx="33120" cy="37080"/>
            </p14:xfrm>
          </p:contentPart>
        </mc:Choice>
        <mc:Fallback>
          <p:pic>
            <p:nvPicPr>
              <p:cNvPr id="2" name="Ink 1">
                <a:extLst>
                  <a:ext uri="{FF2B5EF4-FFF2-40B4-BE49-F238E27FC236}">
                    <a16:creationId xmlns:a16="http://schemas.microsoft.com/office/drawing/2014/main" id="{D2B98449-BF0F-A163-1BD2-60F5A63E3F00}"/>
                  </a:ext>
                </a:extLst>
              </p:cNvPr>
              <p:cNvPicPr/>
              <p:nvPr/>
            </p:nvPicPr>
            <p:blipFill>
              <a:blip r:embed="rId7"/>
              <a:stretch>
                <a:fillRect/>
              </a:stretch>
            </p:blipFill>
            <p:spPr>
              <a:xfrm>
                <a:off x="8328509" y="3314255"/>
                <a:ext cx="4536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D1F5A9DA-EE36-B2E8-11B6-AD0D3A56A49D}"/>
                  </a:ext>
                </a:extLst>
              </p14:cNvPr>
              <p14:cNvContentPartPr/>
              <p14:nvPr/>
            </p14:nvContentPartPr>
            <p14:xfrm>
              <a:off x="5201549" y="2535935"/>
              <a:ext cx="4786920" cy="158040"/>
            </p14:xfrm>
          </p:contentPart>
        </mc:Choice>
        <mc:Fallback>
          <p:pic>
            <p:nvPicPr>
              <p:cNvPr id="3" name="Ink 2">
                <a:extLst>
                  <a:ext uri="{FF2B5EF4-FFF2-40B4-BE49-F238E27FC236}">
                    <a16:creationId xmlns:a16="http://schemas.microsoft.com/office/drawing/2014/main" id="{D1F5A9DA-EE36-B2E8-11B6-AD0D3A56A49D}"/>
                  </a:ext>
                </a:extLst>
              </p:cNvPr>
              <p:cNvPicPr/>
              <p:nvPr/>
            </p:nvPicPr>
            <p:blipFill>
              <a:blip r:embed="rId9"/>
              <a:stretch>
                <a:fillRect/>
              </a:stretch>
            </p:blipFill>
            <p:spPr>
              <a:xfrm>
                <a:off x="5195429" y="2529815"/>
                <a:ext cx="479916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4AF61731-7171-566C-B816-17FA974F7A49}"/>
                  </a:ext>
                </a:extLst>
              </p14:cNvPr>
              <p14:cNvContentPartPr/>
              <p14:nvPr/>
            </p14:nvContentPartPr>
            <p14:xfrm>
              <a:off x="825029" y="3253415"/>
              <a:ext cx="5988960" cy="720"/>
            </p14:xfrm>
          </p:contentPart>
        </mc:Choice>
        <mc:Fallback>
          <p:pic>
            <p:nvPicPr>
              <p:cNvPr id="5" name="Ink 4">
                <a:extLst>
                  <a:ext uri="{FF2B5EF4-FFF2-40B4-BE49-F238E27FC236}">
                    <a16:creationId xmlns:a16="http://schemas.microsoft.com/office/drawing/2014/main" id="{4AF61731-7171-566C-B816-17FA974F7A49}"/>
                  </a:ext>
                </a:extLst>
              </p:cNvPr>
              <p:cNvPicPr/>
              <p:nvPr/>
            </p:nvPicPr>
            <p:blipFill>
              <a:blip r:embed="rId11"/>
              <a:stretch>
                <a:fillRect/>
              </a:stretch>
            </p:blipFill>
            <p:spPr>
              <a:xfrm>
                <a:off x="818909" y="3241175"/>
                <a:ext cx="60012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FFE7DD86-C13D-82C4-CE5A-2FFADFD8B646}"/>
                  </a:ext>
                </a:extLst>
              </p14:cNvPr>
              <p14:cNvContentPartPr/>
              <p14:nvPr/>
            </p14:nvContentPartPr>
            <p14:xfrm>
              <a:off x="5958629" y="5021735"/>
              <a:ext cx="541080" cy="745920"/>
            </p14:xfrm>
          </p:contentPart>
        </mc:Choice>
        <mc:Fallback>
          <p:pic>
            <p:nvPicPr>
              <p:cNvPr id="6" name="Ink 5">
                <a:extLst>
                  <a:ext uri="{FF2B5EF4-FFF2-40B4-BE49-F238E27FC236}">
                    <a16:creationId xmlns:a16="http://schemas.microsoft.com/office/drawing/2014/main" id="{FFE7DD86-C13D-82C4-CE5A-2FFADFD8B646}"/>
                  </a:ext>
                </a:extLst>
              </p:cNvPr>
              <p:cNvPicPr/>
              <p:nvPr/>
            </p:nvPicPr>
            <p:blipFill>
              <a:blip r:embed="rId13"/>
              <a:stretch>
                <a:fillRect/>
              </a:stretch>
            </p:blipFill>
            <p:spPr>
              <a:xfrm>
                <a:off x="5952509" y="5015615"/>
                <a:ext cx="553320" cy="758160"/>
              </a:xfrm>
              <a:prstGeom prst="rect">
                <a:avLst/>
              </a:prstGeom>
            </p:spPr>
          </p:pic>
        </mc:Fallback>
      </mc:AlternateContent>
      <p:grpSp>
        <p:nvGrpSpPr>
          <p:cNvPr id="25" name="Group 24">
            <a:extLst>
              <a:ext uri="{FF2B5EF4-FFF2-40B4-BE49-F238E27FC236}">
                <a16:creationId xmlns:a16="http://schemas.microsoft.com/office/drawing/2014/main" id="{ABA0C168-04D6-A974-508C-F12961D26BF7}"/>
              </a:ext>
            </a:extLst>
          </p:cNvPr>
          <p:cNvGrpSpPr/>
          <p:nvPr/>
        </p:nvGrpSpPr>
        <p:grpSpPr>
          <a:xfrm>
            <a:off x="8442989" y="4314695"/>
            <a:ext cx="2751120" cy="2258640"/>
            <a:chOff x="8442989" y="4314695"/>
            <a:chExt cx="2751120" cy="2258640"/>
          </a:xfrm>
        </p:grpSpPr>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1BC790EC-0C9A-1C39-F8D4-A229BF38FE40}"/>
                    </a:ext>
                  </a:extLst>
                </p14:cNvPr>
                <p14:cNvContentPartPr/>
                <p14:nvPr/>
              </p14:nvContentPartPr>
              <p14:xfrm>
                <a:off x="8699669" y="5333135"/>
                <a:ext cx="375840" cy="274680"/>
              </p14:xfrm>
            </p:contentPart>
          </mc:Choice>
          <mc:Fallback>
            <p:pic>
              <p:nvPicPr>
                <p:cNvPr id="7" name="Ink 6">
                  <a:extLst>
                    <a:ext uri="{FF2B5EF4-FFF2-40B4-BE49-F238E27FC236}">
                      <a16:creationId xmlns:a16="http://schemas.microsoft.com/office/drawing/2014/main" id="{1BC790EC-0C9A-1C39-F8D4-A229BF38FE40}"/>
                    </a:ext>
                  </a:extLst>
                </p:cNvPr>
                <p:cNvPicPr/>
                <p:nvPr/>
              </p:nvPicPr>
              <p:blipFill>
                <a:blip r:embed="rId15"/>
                <a:stretch>
                  <a:fillRect/>
                </a:stretch>
              </p:blipFill>
              <p:spPr>
                <a:xfrm>
                  <a:off x="8693549" y="5327015"/>
                  <a:ext cx="3880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84B44A6F-5956-3480-E329-38580344F467}"/>
                    </a:ext>
                  </a:extLst>
                </p14:cNvPr>
                <p14:cNvContentPartPr/>
                <p14:nvPr/>
              </p14:nvContentPartPr>
              <p14:xfrm>
                <a:off x="8442989" y="5811215"/>
                <a:ext cx="826560" cy="129240"/>
              </p14:xfrm>
            </p:contentPart>
          </mc:Choice>
          <mc:Fallback>
            <p:pic>
              <p:nvPicPr>
                <p:cNvPr id="8" name="Ink 7">
                  <a:extLst>
                    <a:ext uri="{FF2B5EF4-FFF2-40B4-BE49-F238E27FC236}">
                      <a16:creationId xmlns:a16="http://schemas.microsoft.com/office/drawing/2014/main" id="{84B44A6F-5956-3480-E329-38580344F467}"/>
                    </a:ext>
                  </a:extLst>
                </p:cNvPr>
                <p:cNvPicPr/>
                <p:nvPr/>
              </p:nvPicPr>
              <p:blipFill>
                <a:blip r:embed="rId17"/>
                <a:stretch>
                  <a:fillRect/>
                </a:stretch>
              </p:blipFill>
              <p:spPr>
                <a:xfrm>
                  <a:off x="8436869" y="5805095"/>
                  <a:ext cx="83880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E7CDD242-3A22-16EB-D3D1-F118B4E8AB3B}"/>
                    </a:ext>
                  </a:extLst>
                </p14:cNvPr>
                <p14:cNvContentPartPr/>
                <p14:nvPr/>
              </p14:nvContentPartPr>
              <p14:xfrm>
                <a:off x="8536229" y="5999135"/>
                <a:ext cx="592200" cy="553320"/>
              </p14:xfrm>
            </p:contentPart>
          </mc:Choice>
          <mc:Fallback>
            <p:pic>
              <p:nvPicPr>
                <p:cNvPr id="9" name="Ink 8">
                  <a:extLst>
                    <a:ext uri="{FF2B5EF4-FFF2-40B4-BE49-F238E27FC236}">
                      <a16:creationId xmlns:a16="http://schemas.microsoft.com/office/drawing/2014/main" id="{E7CDD242-3A22-16EB-D3D1-F118B4E8AB3B}"/>
                    </a:ext>
                  </a:extLst>
                </p:cNvPr>
                <p:cNvPicPr/>
                <p:nvPr/>
              </p:nvPicPr>
              <p:blipFill>
                <a:blip r:embed="rId19"/>
                <a:stretch>
                  <a:fillRect/>
                </a:stretch>
              </p:blipFill>
              <p:spPr>
                <a:xfrm>
                  <a:off x="8530109" y="5993015"/>
                  <a:ext cx="604440" cy="5655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 name="Ink 9">
                  <a:extLst>
                    <a:ext uri="{FF2B5EF4-FFF2-40B4-BE49-F238E27FC236}">
                      <a16:creationId xmlns:a16="http://schemas.microsoft.com/office/drawing/2014/main" id="{7AB48621-876E-17A8-FF2C-93334F2D9E3A}"/>
                    </a:ext>
                  </a:extLst>
                </p14:cNvPr>
                <p14:cNvContentPartPr/>
                <p14:nvPr/>
              </p14:nvContentPartPr>
              <p14:xfrm>
                <a:off x="8826389" y="6228455"/>
                <a:ext cx="218520" cy="268920"/>
              </p14:xfrm>
            </p:contentPart>
          </mc:Choice>
          <mc:Fallback>
            <p:pic>
              <p:nvPicPr>
                <p:cNvPr id="10" name="Ink 9">
                  <a:extLst>
                    <a:ext uri="{FF2B5EF4-FFF2-40B4-BE49-F238E27FC236}">
                      <a16:creationId xmlns:a16="http://schemas.microsoft.com/office/drawing/2014/main" id="{7AB48621-876E-17A8-FF2C-93334F2D9E3A}"/>
                    </a:ext>
                  </a:extLst>
                </p:cNvPr>
                <p:cNvPicPr/>
                <p:nvPr/>
              </p:nvPicPr>
              <p:blipFill>
                <a:blip r:embed="rId21"/>
                <a:stretch>
                  <a:fillRect/>
                </a:stretch>
              </p:blipFill>
              <p:spPr>
                <a:xfrm>
                  <a:off x="8820269" y="6222335"/>
                  <a:ext cx="23076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15F953F9-1564-5906-05CD-92E4322933FF}"/>
                    </a:ext>
                  </a:extLst>
                </p14:cNvPr>
                <p14:cNvContentPartPr/>
                <p14:nvPr/>
              </p14:nvContentPartPr>
              <p14:xfrm>
                <a:off x="9369989" y="5099855"/>
                <a:ext cx="1643760" cy="1300680"/>
              </p14:xfrm>
            </p:contentPart>
          </mc:Choice>
          <mc:Fallback>
            <p:pic>
              <p:nvPicPr>
                <p:cNvPr id="12" name="Ink 11">
                  <a:extLst>
                    <a:ext uri="{FF2B5EF4-FFF2-40B4-BE49-F238E27FC236}">
                      <a16:creationId xmlns:a16="http://schemas.microsoft.com/office/drawing/2014/main" id="{15F953F9-1564-5906-05CD-92E4322933FF}"/>
                    </a:ext>
                  </a:extLst>
                </p:cNvPr>
                <p:cNvPicPr/>
                <p:nvPr/>
              </p:nvPicPr>
              <p:blipFill>
                <a:blip r:embed="rId23"/>
                <a:stretch>
                  <a:fillRect/>
                </a:stretch>
              </p:blipFill>
              <p:spPr>
                <a:xfrm>
                  <a:off x="9363869" y="5093735"/>
                  <a:ext cx="1656000" cy="13129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AAA519CB-B4E2-2288-F602-D936086ED4F3}"/>
                    </a:ext>
                  </a:extLst>
                </p14:cNvPr>
                <p14:cNvContentPartPr/>
                <p14:nvPr/>
              </p14:nvContentPartPr>
              <p14:xfrm>
                <a:off x="9763469" y="5356175"/>
                <a:ext cx="359280" cy="359280"/>
              </p14:xfrm>
            </p:contentPart>
          </mc:Choice>
          <mc:Fallback>
            <p:pic>
              <p:nvPicPr>
                <p:cNvPr id="13" name="Ink 12">
                  <a:extLst>
                    <a:ext uri="{FF2B5EF4-FFF2-40B4-BE49-F238E27FC236}">
                      <a16:creationId xmlns:a16="http://schemas.microsoft.com/office/drawing/2014/main" id="{AAA519CB-B4E2-2288-F602-D936086ED4F3}"/>
                    </a:ext>
                  </a:extLst>
                </p:cNvPr>
                <p:cNvPicPr/>
                <p:nvPr/>
              </p:nvPicPr>
              <p:blipFill>
                <a:blip r:embed="rId25"/>
                <a:stretch>
                  <a:fillRect/>
                </a:stretch>
              </p:blipFill>
              <p:spPr>
                <a:xfrm>
                  <a:off x="9757349" y="5350055"/>
                  <a:ext cx="37152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79A37D80-13CF-94A8-31A7-EA3FC6518B05}"/>
                    </a:ext>
                  </a:extLst>
                </p14:cNvPr>
                <p14:cNvContentPartPr/>
                <p14:nvPr/>
              </p14:nvContentPartPr>
              <p14:xfrm>
                <a:off x="10202309" y="5543735"/>
                <a:ext cx="221400" cy="73440"/>
              </p14:xfrm>
            </p:contentPart>
          </mc:Choice>
          <mc:Fallback>
            <p:pic>
              <p:nvPicPr>
                <p:cNvPr id="14" name="Ink 13">
                  <a:extLst>
                    <a:ext uri="{FF2B5EF4-FFF2-40B4-BE49-F238E27FC236}">
                      <a16:creationId xmlns:a16="http://schemas.microsoft.com/office/drawing/2014/main" id="{79A37D80-13CF-94A8-31A7-EA3FC6518B05}"/>
                    </a:ext>
                  </a:extLst>
                </p:cNvPr>
                <p:cNvPicPr/>
                <p:nvPr/>
              </p:nvPicPr>
              <p:blipFill>
                <a:blip r:embed="rId27"/>
                <a:stretch>
                  <a:fillRect/>
                </a:stretch>
              </p:blipFill>
              <p:spPr>
                <a:xfrm>
                  <a:off x="10196189" y="5537615"/>
                  <a:ext cx="23364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Ink 14">
                  <a:extLst>
                    <a:ext uri="{FF2B5EF4-FFF2-40B4-BE49-F238E27FC236}">
                      <a16:creationId xmlns:a16="http://schemas.microsoft.com/office/drawing/2014/main" id="{A716DC89-E656-AE7B-8CF6-FAA1C4B87B6A}"/>
                    </a:ext>
                  </a:extLst>
                </p14:cNvPr>
                <p14:cNvContentPartPr/>
                <p14:nvPr/>
              </p14:nvContentPartPr>
              <p14:xfrm>
                <a:off x="10554389" y="5511695"/>
                <a:ext cx="217440" cy="196560"/>
              </p14:xfrm>
            </p:contentPart>
          </mc:Choice>
          <mc:Fallback>
            <p:pic>
              <p:nvPicPr>
                <p:cNvPr id="15" name="Ink 14">
                  <a:extLst>
                    <a:ext uri="{FF2B5EF4-FFF2-40B4-BE49-F238E27FC236}">
                      <a16:creationId xmlns:a16="http://schemas.microsoft.com/office/drawing/2014/main" id="{A716DC89-E656-AE7B-8CF6-FAA1C4B87B6A}"/>
                    </a:ext>
                  </a:extLst>
                </p:cNvPr>
                <p:cNvPicPr/>
                <p:nvPr/>
              </p:nvPicPr>
              <p:blipFill>
                <a:blip r:embed="rId29"/>
                <a:stretch>
                  <a:fillRect/>
                </a:stretch>
              </p:blipFill>
              <p:spPr>
                <a:xfrm>
                  <a:off x="10548269" y="5505575"/>
                  <a:ext cx="22968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DC1DBDB3-E9D6-CFBC-154F-D0A6FAAFF03E}"/>
                    </a:ext>
                  </a:extLst>
                </p14:cNvPr>
                <p14:cNvContentPartPr/>
                <p14:nvPr/>
              </p14:nvContentPartPr>
              <p14:xfrm>
                <a:off x="9706589" y="5731655"/>
                <a:ext cx="1221480" cy="153000"/>
              </p14:xfrm>
            </p:contentPart>
          </mc:Choice>
          <mc:Fallback>
            <p:pic>
              <p:nvPicPr>
                <p:cNvPr id="16" name="Ink 15">
                  <a:extLst>
                    <a:ext uri="{FF2B5EF4-FFF2-40B4-BE49-F238E27FC236}">
                      <a16:creationId xmlns:a16="http://schemas.microsoft.com/office/drawing/2014/main" id="{DC1DBDB3-E9D6-CFBC-154F-D0A6FAAFF03E}"/>
                    </a:ext>
                  </a:extLst>
                </p:cNvPr>
                <p:cNvPicPr/>
                <p:nvPr/>
              </p:nvPicPr>
              <p:blipFill>
                <a:blip r:embed="rId31"/>
                <a:stretch>
                  <a:fillRect/>
                </a:stretch>
              </p:blipFill>
              <p:spPr>
                <a:xfrm>
                  <a:off x="9700469" y="5725535"/>
                  <a:ext cx="123372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 name="Ink 16">
                  <a:extLst>
                    <a:ext uri="{FF2B5EF4-FFF2-40B4-BE49-F238E27FC236}">
                      <a16:creationId xmlns:a16="http://schemas.microsoft.com/office/drawing/2014/main" id="{8DB9C48E-1426-033A-5EC8-04A538D2C894}"/>
                    </a:ext>
                  </a:extLst>
                </p14:cNvPr>
                <p14:cNvContentPartPr/>
                <p14:nvPr/>
              </p14:nvContentPartPr>
              <p14:xfrm>
                <a:off x="9920429" y="6013175"/>
                <a:ext cx="258120" cy="291600"/>
              </p14:xfrm>
            </p:contentPart>
          </mc:Choice>
          <mc:Fallback>
            <p:pic>
              <p:nvPicPr>
                <p:cNvPr id="17" name="Ink 16">
                  <a:extLst>
                    <a:ext uri="{FF2B5EF4-FFF2-40B4-BE49-F238E27FC236}">
                      <a16:creationId xmlns:a16="http://schemas.microsoft.com/office/drawing/2014/main" id="{8DB9C48E-1426-033A-5EC8-04A538D2C894}"/>
                    </a:ext>
                  </a:extLst>
                </p:cNvPr>
                <p:cNvPicPr/>
                <p:nvPr/>
              </p:nvPicPr>
              <p:blipFill>
                <a:blip r:embed="rId33"/>
                <a:stretch>
                  <a:fillRect/>
                </a:stretch>
              </p:blipFill>
              <p:spPr>
                <a:xfrm>
                  <a:off x="9914309" y="6007055"/>
                  <a:ext cx="27036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Ink 17">
                  <a:extLst>
                    <a:ext uri="{FF2B5EF4-FFF2-40B4-BE49-F238E27FC236}">
                      <a16:creationId xmlns:a16="http://schemas.microsoft.com/office/drawing/2014/main" id="{1889EBE7-323E-37F3-10CB-C93DCF4429AB}"/>
                    </a:ext>
                  </a:extLst>
                </p14:cNvPr>
                <p14:cNvContentPartPr/>
                <p14:nvPr/>
              </p14:nvContentPartPr>
              <p14:xfrm>
                <a:off x="10408229" y="6130535"/>
                <a:ext cx="176400" cy="55800"/>
              </p14:xfrm>
            </p:contentPart>
          </mc:Choice>
          <mc:Fallback>
            <p:pic>
              <p:nvPicPr>
                <p:cNvPr id="18" name="Ink 17">
                  <a:extLst>
                    <a:ext uri="{FF2B5EF4-FFF2-40B4-BE49-F238E27FC236}">
                      <a16:creationId xmlns:a16="http://schemas.microsoft.com/office/drawing/2014/main" id="{1889EBE7-323E-37F3-10CB-C93DCF4429AB}"/>
                    </a:ext>
                  </a:extLst>
                </p:cNvPr>
                <p:cNvPicPr/>
                <p:nvPr/>
              </p:nvPicPr>
              <p:blipFill>
                <a:blip r:embed="rId35"/>
                <a:stretch>
                  <a:fillRect/>
                </a:stretch>
              </p:blipFill>
              <p:spPr>
                <a:xfrm>
                  <a:off x="10402109" y="6124415"/>
                  <a:ext cx="18864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Ink 18">
                  <a:extLst>
                    <a:ext uri="{FF2B5EF4-FFF2-40B4-BE49-F238E27FC236}">
                      <a16:creationId xmlns:a16="http://schemas.microsoft.com/office/drawing/2014/main" id="{0640800D-7175-A7C7-B9A3-2E4FE99D467E}"/>
                    </a:ext>
                  </a:extLst>
                </p14:cNvPr>
                <p14:cNvContentPartPr/>
                <p14:nvPr/>
              </p14:nvContentPartPr>
              <p14:xfrm>
                <a:off x="10778669" y="6025775"/>
                <a:ext cx="67320" cy="257760"/>
              </p14:xfrm>
            </p:contentPart>
          </mc:Choice>
          <mc:Fallback>
            <p:pic>
              <p:nvPicPr>
                <p:cNvPr id="19" name="Ink 18">
                  <a:extLst>
                    <a:ext uri="{FF2B5EF4-FFF2-40B4-BE49-F238E27FC236}">
                      <a16:creationId xmlns:a16="http://schemas.microsoft.com/office/drawing/2014/main" id="{0640800D-7175-A7C7-B9A3-2E4FE99D467E}"/>
                    </a:ext>
                  </a:extLst>
                </p:cNvPr>
                <p:cNvPicPr/>
                <p:nvPr/>
              </p:nvPicPr>
              <p:blipFill>
                <a:blip r:embed="rId37"/>
                <a:stretch>
                  <a:fillRect/>
                </a:stretch>
              </p:blipFill>
              <p:spPr>
                <a:xfrm>
                  <a:off x="10772549" y="6019655"/>
                  <a:ext cx="7956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224D4CDB-BB26-6853-2ABC-ED3FA475E795}"/>
                    </a:ext>
                  </a:extLst>
                </p14:cNvPr>
                <p14:cNvContentPartPr/>
                <p14:nvPr/>
              </p14:nvContentPartPr>
              <p14:xfrm>
                <a:off x="9306269" y="4781975"/>
                <a:ext cx="1887840" cy="1791360"/>
              </p14:xfrm>
            </p:contentPart>
          </mc:Choice>
          <mc:Fallback>
            <p:pic>
              <p:nvPicPr>
                <p:cNvPr id="21" name="Ink 20">
                  <a:extLst>
                    <a:ext uri="{FF2B5EF4-FFF2-40B4-BE49-F238E27FC236}">
                      <a16:creationId xmlns:a16="http://schemas.microsoft.com/office/drawing/2014/main" id="{224D4CDB-BB26-6853-2ABC-ED3FA475E795}"/>
                    </a:ext>
                  </a:extLst>
                </p:cNvPr>
                <p:cNvPicPr/>
                <p:nvPr/>
              </p:nvPicPr>
              <p:blipFill>
                <a:blip r:embed="rId39"/>
                <a:stretch>
                  <a:fillRect/>
                </a:stretch>
              </p:blipFill>
              <p:spPr>
                <a:xfrm>
                  <a:off x="9300149" y="4775855"/>
                  <a:ext cx="1900080" cy="1803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95D57004-5F9B-1452-05F8-A1BCCD5A170A}"/>
                    </a:ext>
                  </a:extLst>
                </p14:cNvPr>
                <p14:cNvContentPartPr/>
                <p14:nvPr/>
              </p14:nvContentPartPr>
              <p14:xfrm>
                <a:off x="10313549" y="4396055"/>
                <a:ext cx="267840" cy="228600"/>
              </p14:xfrm>
            </p:contentPart>
          </mc:Choice>
          <mc:Fallback>
            <p:pic>
              <p:nvPicPr>
                <p:cNvPr id="22" name="Ink 21">
                  <a:extLst>
                    <a:ext uri="{FF2B5EF4-FFF2-40B4-BE49-F238E27FC236}">
                      <a16:creationId xmlns:a16="http://schemas.microsoft.com/office/drawing/2014/main" id="{95D57004-5F9B-1452-05F8-A1BCCD5A170A}"/>
                    </a:ext>
                  </a:extLst>
                </p:cNvPr>
                <p:cNvPicPr/>
                <p:nvPr/>
              </p:nvPicPr>
              <p:blipFill>
                <a:blip r:embed="rId41"/>
                <a:stretch>
                  <a:fillRect/>
                </a:stretch>
              </p:blipFill>
              <p:spPr>
                <a:xfrm>
                  <a:off x="10307429" y="4389935"/>
                  <a:ext cx="28008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Ink 22">
                  <a:extLst>
                    <a:ext uri="{FF2B5EF4-FFF2-40B4-BE49-F238E27FC236}">
                      <a16:creationId xmlns:a16="http://schemas.microsoft.com/office/drawing/2014/main" id="{6DC399A5-98B4-7048-A65E-C66A772D64FE}"/>
                    </a:ext>
                  </a:extLst>
                </p14:cNvPr>
                <p14:cNvContentPartPr/>
                <p14:nvPr/>
              </p14:nvContentPartPr>
              <p14:xfrm>
                <a:off x="10804229" y="4314695"/>
                <a:ext cx="40320" cy="335520"/>
              </p14:xfrm>
            </p:contentPart>
          </mc:Choice>
          <mc:Fallback>
            <p:pic>
              <p:nvPicPr>
                <p:cNvPr id="23" name="Ink 22">
                  <a:extLst>
                    <a:ext uri="{FF2B5EF4-FFF2-40B4-BE49-F238E27FC236}">
                      <a16:creationId xmlns:a16="http://schemas.microsoft.com/office/drawing/2014/main" id="{6DC399A5-98B4-7048-A65E-C66A772D64FE}"/>
                    </a:ext>
                  </a:extLst>
                </p:cNvPr>
                <p:cNvPicPr/>
                <p:nvPr/>
              </p:nvPicPr>
              <p:blipFill>
                <a:blip r:embed="rId43"/>
                <a:stretch>
                  <a:fillRect/>
                </a:stretch>
              </p:blipFill>
              <p:spPr>
                <a:xfrm>
                  <a:off x="10798109" y="4308575"/>
                  <a:ext cx="52560" cy="347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7320DFE8-B72D-3583-3328-1AE9B30B0968}"/>
                    </a:ext>
                  </a:extLst>
                </p14:cNvPr>
                <p14:cNvContentPartPr/>
                <p14:nvPr/>
              </p14:nvContentPartPr>
              <p14:xfrm>
                <a:off x="10376549" y="4551935"/>
                <a:ext cx="237960" cy="92880"/>
              </p14:xfrm>
            </p:contentPart>
          </mc:Choice>
          <mc:Fallback>
            <p:pic>
              <p:nvPicPr>
                <p:cNvPr id="24" name="Ink 23">
                  <a:extLst>
                    <a:ext uri="{FF2B5EF4-FFF2-40B4-BE49-F238E27FC236}">
                      <a16:creationId xmlns:a16="http://schemas.microsoft.com/office/drawing/2014/main" id="{7320DFE8-B72D-3583-3328-1AE9B30B0968}"/>
                    </a:ext>
                  </a:extLst>
                </p:cNvPr>
                <p:cNvPicPr/>
                <p:nvPr/>
              </p:nvPicPr>
              <p:blipFill>
                <a:blip r:embed="rId45"/>
                <a:stretch>
                  <a:fillRect/>
                </a:stretch>
              </p:blipFill>
              <p:spPr>
                <a:xfrm>
                  <a:off x="10370429" y="4545815"/>
                  <a:ext cx="250200" cy="105120"/>
                </a:xfrm>
                <a:prstGeom prst="rect">
                  <a:avLst/>
                </a:prstGeom>
              </p:spPr>
            </p:pic>
          </mc:Fallback>
        </mc:AlternateContent>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9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Note about Finite Population</a:t>
            </a:r>
            <a:endParaRPr/>
          </a:p>
        </p:txBody>
      </p:sp>
      <p:sp>
        <p:nvSpPr>
          <p:cNvPr id="593" name="Google Shape;593;p92"/>
          <p:cNvSpPr txBox="1"/>
          <p:nvPr/>
        </p:nvSpPr>
        <p:spPr>
          <a:xfrm>
            <a:off x="479425" y="1165225"/>
            <a:ext cx="11085600" cy="5192700"/>
          </a:xfrm>
          <a:prstGeom prst="rect">
            <a:avLst/>
          </a:prstGeom>
          <a:noFill/>
          <a:ln>
            <a:noFill/>
          </a:ln>
        </p:spPr>
        <p:txBody>
          <a:bodyPr spcFirstLastPara="1" wrap="square" lIns="91425" tIns="45700" rIns="91425" bIns="45700" anchor="t" anchorCtr="0">
            <a:normAutofit/>
          </a:bodyPr>
          <a:lstStyle/>
          <a:p>
            <a:pPr marL="341312" marR="0" lvl="0" indent="-341312" algn="just" rtl="0">
              <a:lnSpc>
                <a:spcPct val="90000"/>
              </a:lnSpc>
              <a:spcBef>
                <a:spcPts val="0"/>
              </a:spcBef>
              <a:spcAft>
                <a:spcPts val="0"/>
              </a:spcAft>
              <a:buClr>
                <a:schemeClr val="dk1"/>
              </a:buClr>
              <a:buSzPts val="3100"/>
              <a:buFont typeface="Noto Sans Symbols"/>
              <a:buChar char="⮚"/>
            </a:pPr>
            <a:r>
              <a:rPr lang="en-US" sz="3100" b="0" i="0" u="none">
                <a:solidFill>
                  <a:schemeClr val="dk1"/>
                </a:solidFill>
                <a:latin typeface="Calibri"/>
                <a:ea typeface="Calibri"/>
                <a:cs typeface="Calibri"/>
                <a:sym typeface="Calibri"/>
              </a:rPr>
              <a:t>As the size of the finite population becomes larger in relation to sample size, the finite correction factor approaches 1. </a:t>
            </a:r>
            <a:endParaRPr/>
          </a:p>
          <a:p>
            <a:pPr marL="341312" marR="0" lvl="0" indent="-144462" algn="just" rtl="0">
              <a:lnSpc>
                <a:spcPct val="90000"/>
              </a:lnSpc>
              <a:spcBef>
                <a:spcPts val="1000"/>
              </a:spcBef>
              <a:spcAft>
                <a:spcPts val="0"/>
              </a:spcAft>
              <a:buClr>
                <a:schemeClr val="dk1"/>
              </a:buClr>
              <a:buSzPts val="3100"/>
              <a:buFont typeface="Noto Sans Symbols"/>
              <a:buNone/>
            </a:pPr>
            <a:endParaRPr sz="3100" b="0" i="0" u="none">
              <a:solidFill>
                <a:schemeClr val="dk1"/>
              </a:solidFill>
              <a:latin typeface="Calibri"/>
              <a:ea typeface="Calibri"/>
              <a:cs typeface="Calibri"/>
              <a:sym typeface="Calibri"/>
            </a:endParaRPr>
          </a:p>
          <a:p>
            <a:pPr marL="341312" marR="0" lvl="0" indent="-341312" algn="just" rtl="0">
              <a:lnSpc>
                <a:spcPct val="90000"/>
              </a:lnSpc>
              <a:spcBef>
                <a:spcPts val="1000"/>
              </a:spcBef>
              <a:spcAft>
                <a:spcPts val="0"/>
              </a:spcAft>
              <a:buClr>
                <a:schemeClr val="dk1"/>
              </a:buClr>
              <a:buSzPts val="3100"/>
              <a:buFont typeface="Noto Sans Symbols"/>
              <a:buChar char="⮚"/>
            </a:pPr>
            <a:r>
              <a:rPr lang="en-US" sz="3100" b="0" i="0" u="none">
                <a:solidFill>
                  <a:schemeClr val="dk1"/>
                </a:solidFill>
                <a:latin typeface="Calibri"/>
                <a:ea typeface="Calibri"/>
                <a:cs typeface="Calibri"/>
                <a:sym typeface="Calibri"/>
              </a:rPr>
              <a:t>In theory, whenever researchers are working with a finite population, they can use the finite correction factor. </a:t>
            </a:r>
            <a:endParaRPr/>
          </a:p>
          <a:p>
            <a:pPr marL="341312" marR="0" lvl="0" indent="-144462" algn="just" rtl="0">
              <a:lnSpc>
                <a:spcPct val="90000"/>
              </a:lnSpc>
              <a:spcBef>
                <a:spcPts val="1000"/>
              </a:spcBef>
              <a:spcAft>
                <a:spcPts val="0"/>
              </a:spcAft>
              <a:buClr>
                <a:schemeClr val="dk1"/>
              </a:buClr>
              <a:buSzPts val="3100"/>
              <a:buFont typeface="Noto Sans Symbols"/>
              <a:buNone/>
            </a:pPr>
            <a:endParaRPr sz="3100" b="0" i="0" u="none">
              <a:solidFill>
                <a:schemeClr val="dk1"/>
              </a:solidFill>
              <a:latin typeface="Calibri"/>
              <a:ea typeface="Calibri"/>
              <a:cs typeface="Calibri"/>
              <a:sym typeface="Calibri"/>
            </a:endParaRPr>
          </a:p>
          <a:p>
            <a:pPr marL="341312" marR="0" lvl="0" indent="-341312" algn="just" rtl="0">
              <a:lnSpc>
                <a:spcPct val="90000"/>
              </a:lnSpc>
              <a:spcBef>
                <a:spcPts val="1000"/>
              </a:spcBef>
              <a:spcAft>
                <a:spcPts val="0"/>
              </a:spcAft>
              <a:buClr>
                <a:schemeClr val="dk1"/>
              </a:buClr>
              <a:buSzPts val="3100"/>
              <a:buFont typeface="Noto Sans Symbols"/>
              <a:buChar char="⮚"/>
            </a:pPr>
            <a:r>
              <a:rPr lang="en-US" sz="3100" b="0" i="0" u="none">
                <a:solidFill>
                  <a:schemeClr val="dk1"/>
                </a:solidFill>
                <a:latin typeface="Calibri"/>
                <a:ea typeface="Calibri"/>
                <a:cs typeface="Calibri"/>
                <a:sym typeface="Calibri"/>
              </a:rPr>
              <a:t>A rough rule of thumb for many researchers is that, if the sample size is </a:t>
            </a:r>
            <a:r>
              <a:rPr lang="en-US" sz="3100" b="1" i="0" u="none">
                <a:solidFill>
                  <a:srgbClr val="FF0000"/>
                </a:solidFill>
                <a:latin typeface="Calibri"/>
                <a:ea typeface="Calibri"/>
                <a:cs typeface="Calibri"/>
                <a:sym typeface="Calibri"/>
              </a:rPr>
              <a:t>less</a:t>
            </a:r>
            <a:r>
              <a:rPr lang="en-US" sz="3100" b="0" i="0" u="none">
                <a:solidFill>
                  <a:schemeClr val="dk1"/>
                </a:solidFill>
                <a:latin typeface="Calibri"/>
                <a:ea typeface="Calibri"/>
                <a:cs typeface="Calibri"/>
                <a:sym typeface="Calibri"/>
              </a:rPr>
              <a:t> than </a:t>
            </a:r>
            <a:r>
              <a:rPr lang="en-US" sz="3100" b="1" i="0" u="none">
                <a:solidFill>
                  <a:srgbClr val="FF0000"/>
                </a:solidFill>
                <a:latin typeface="Calibri"/>
                <a:ea typeface="Calibri"/>
                <a:cs typeface="Calibri"/>
                <a:sym typeface="Calibri"/>
              </a:rPr>
              <a:t>5%</a:t>
            </a:r>
            <a:r>
              <a:rPr lang="en-US" sz="3100" b="0" i="0" u="none">
                <a:solidFill>
                  <a:schemeClr val="dk1"/>
                </a:solidFill>
                <a:latin typeface="Calibri"/>
                <a:ea typeface="Calibri"/>
                <a:cs typeface="Calibri"/>
                <a:sym typeface="Calibri"/>
              </a:rPr>
              <a:t> of the finite population size or </a:t>
            </a:r>
            <a:r>
              <a:rPr lang="en-US" sz="3100" b="1" i="1" u="none">
                <a:solidFill>
                  <a:srgbClr val="FF0000"/>
                </a:solidFill>
                <a:latin typeface="Calibri"/>
                <a:ea typeface="Calibri"/>
                <a:cs typeface="Calibri"/>
                <a:sym typeface="Calibri"/>
              </a:rPr>
              <a:t>n/N &lt; </a:t>
            </a:r>
            <a:r>
              <a:rPr lang="en-US" sz="3100" b="1" i="0" u="none">
                <a:solidFill>
                  <a:srgbClr val="FF0000"/>
                </a:solidFill>
                <a:latin typeface="Calibri"/>
                <a:ea typeface="Calibri"/>
                <a:cs typeface="Calibri"/>
                <a:sym typeface="Calibri"/>
              </a:rPr>
              <a:t>0.05</a:t>
            </a:r>
            <a:r>
              <a:rPr lang="en-US" sz="3100" b="0" i="0" u="none">
                <a:solidFill>
                  <a:schemeClr val="dk1"/>
                </a:solidFill>
                <a:latin typeface="Calibri"/>
                <a:ea typeface="Calibri"/>
                <a:cs typeface="Calibri"/>
                <a:sym typeface="Calibri"/>
              </a:rPr>
              <a:t>, the finite correction factor does </a:t>
            </a:r>
            <a:r>
              <a:rPr lang="en-US" sz="3100" b="1" i="0" u="none">
                <a:solidFill>
                  <a:schemeClr val="dk1"/>
                </a:solidFill>
                <a:latin typeface="Calibri"/>
                <a:ea typeface="Calibri"/>
                <a:cs typeface="Calibri"/>
                <a:sym typeface="Calibri"/>
              </a:rPr>
              <a:t>not</a:t>
            </a:r>
            <a:r>
              <a:rPr lang="en-US" sz="3100" b="0" i="0" u="none">
                <a:solidFill>
                  <a:schemeClr val="dk1"/>
                </a:solidFill>
                <a:latin typeface="Calibri"/>
                <a:ea typeface="Calibri"/>
                <a:cs typeface="Calibri"/>
                <a:sym typeface="Calibri"/>
              </a:rPr>
              <a:t> significantly modify the solution.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9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Example-4</a:t>
            </a:r>
            <a:endParaRPr/>
          </a:p>
        </p:txBody>
      </p:sp>
      <p:sp>
        <p:nvSpPr>
          <p:cNvPr id="599" name="Google Shape;599;p93"/>
          <p:cNvSpPr txBox="1">
            <a:spLocks noGrp="1"/>
          </p:cNvSpPr>
          <p:nvPr>
            <p:ph type="body" idx="1"/>
          </p:nvPr>
        </p:nvSpPr>
        <p:spPr>
          <a:xfrm>
            <a:off x="215900" y="1143000"/>
            <a:ext cx="10904400" cy="17859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b="1" i="0" u="none">
                <a:solidFill>
                  <a:schemeClr val="dk1"/>
                </a:solidFill>
                <a:latin typeface="Calibri"/>
                <a:ea typeface="Calibri"/>
                <a:cs typeface="Calibri"/>
                <a:sym typeface="Calibri"/>
              </a:rPr>
              <a:t>A production company’s 350 hourly employees average 37.6 years of age, with a standard deviation of 8.3 years. If a random sample of 45 hourly employees is taken, what is the probability that the sample will have an average age of less than 40 years?</a:t>
            </a:r>
            <a:endParaRPr/>
          </a:p>
          <a:p>
            <a:pPr marL="228600" lvl="0" indent="-76200" algn="l" rtl="0">
              <a:lnSpc>
                <a:spcPct val="90000"/>
              </a:lnSpc>
              <a:spcBef>
                <a:spcPts val="1000"/>
              </a:spcBef>
              <a:spcAft>
                <a:spcPts val="0"/>
              </a:spcAft>
              <a:buClr>
                <a:schemeClr val="dk1"/>
              </a:buClr>
              <a:buSzPts val="2400"/>
              <a:buNone/>
            </a:pPr>
            <a:endParaRPr sz="2400" b="1" i="0" u="none">
              <a:solidFill>
                <a:schemeClr val="dk1"/>
              </a:solidFill>
              <a:latin typeface="Calibri"/>
              <a:ea typeface="Calibri"/>
              <a:cs typeface="Calibri"/>
              <a:sym typeface="Calibri"/>
            </a:endParaRPr>
          </a:p>
        </p:txBody>
      </p:sp>
      <p:sp>
        <p:nvSpPr>
          <p:cNvPr id="600" name="Google Shape;600;p93"/>
          <p:cNvSpPr txBox="1"/>
          <p:nvPr/>
        </p:nvSpPr>
        <p:spPr>
          <a:xfrm>
            <a:off x="590550" y="2762250"/>
            <a:ext cx="7405800" cy="27384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accent1"/>
              </a:buClr>
              <a:buSzPts val="2400"/>
              <a:buFont typeface="Calibri"/>
              <a:buNone/>
            </a:pPr>
            <a:r>
              <a:rPr lang="en-US" sz="2400" b="0" i="0" u="none" dirty="0">
                <a:solidFill>
                  <a:schemeClr val="accent1"/>
                </a:solidFill>
                <a:latin typeface="Calibri"/>
                <a:ea typeface="Calibri"/>
                <a:cs typeface="Calibri"/>
                <a:sym typeface="Calibri"/>
              </a:rPr>
              <a:t>Solution</a:t>
            </a:r>
            <a:r>
              <a:rPr lang="en-US" sz="2400" b="0" i="0" u="none" dirty="0">
                <a:solidFill>
                  <a:schemeClr val="dk1"/>
                </a:solidFill>
                <a:latin typeface="Calibri"/>
                <a:ea typeface="Calibri"/>
                <a:cs typeface="Calibri"/>
                <a:sym typeface="Calibri"/>
              </a:rPr>
              <a:t>: </a:t>
            </a:r>
            <a:r>
              <a:rPr lang="en-US" sz="1800" b="0" i="0" u="none" dirty="0">
                <a:solidFill>
                  <a:schemeClr val="dk1"/>
                </a:solidFill>
                <a:latin typeface="Calibri"/>
                <a:ea typeface="Calibri"/>
                <a:cs typeface="Calibri"/>
                <a:sym typeface="Calibri"/>
              </a:rPr>
              <a:t>The population mean is 37.6, with a population standard deviation of 8.3.  The sample size is 45, but it is being drawn from a finite population of 350; that is, n = 45 and N = 350. The sample mean under consideration is 40. Using the z formula with the finite correction factor gives</a:t>
            </a:r>
            <a:endParaRPr sz="1800" dirty="0"/>
          </a:p>
          <a:p>
            <a:pPr marL="0" marR="0" lvl="0" indent="0" algn="l" rtl="0">
              <a:lnSpc>
                <a:spcPct val="90000"/>
              </a:lnSpc>
              <a:spcBef>
                <a:spcPts val="1000"/>
              </a:spcBef>
              <a:spcAft>
                <a:spcPts val="0"/>
              </a:spcAft>
              <a:buClr>
                <a:schemeClr val="dk1"/>
              </a:buClr>
              <a:buSzPts val="2400"/>
              <a:buFont typeface="Arial"/>
              <a:buNone/>
            </a:pPr>
            <a:endParaRPr sz="2400" b="0" i="0" u="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400"/>
              <a:buFont typeface="Arial"/>
              <a:buNone/>
            </a:pPr>
            <a:endParaRPr sz="2400" b="0" i="0" u="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400"/>
              <a:buFont typeface="Calibri"/>
              <a:buNone/>
            </a:pPr>
            <a:endParaRPr sz="2400" b="0" i="0" u="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2400" b="0" i="0" u="none" dirty="0">
                <a:solidFill>
                  <a:schemeClr val="dk1"/>
                </a:solidFill>
                <a:latin typeface="Calibri"/>
                <a:ea typeface="Calibri"/>
                <a:cs typeface="Calibri"/>
                <a:sym typeface="Calibri"/>
              </a:rPr>
              <a:t>P( X &lt; 40) = P( z &lt; 2.07) = 0.9808.</a:t>
            </a:r>
            <a:endParaRPr sz="2400" b="0" i="0" u="none" dirty="0">
              <a:solidFill>
                <a:schemeClr val="dk1"/>
              </a:solidFill>
              <a:latin typeface="Calibri"/>
              <a:ea typeface="Calibri"/>
              <a:cs typeface="Calibri"/>
              <a:sym typeface="Calibri"/>
            </a:endParaRPr>
          </a:p>
        </p:txBody>
      </p:sp>
      <p:pic>
        <p:nvPicPr>
          <p:cNvPr id="601" name="Google Shape;601;p93"/>
          <p:cNvPicPr preferRelativeResize="0"/>
          <p:nvPr/>
        </p:nvPicPr>
        <p:blipFill rotWithShape="1">
          <a:blip r:embed="rId3">
            <a:alphaModFix/>
          </a:blip>
          <a:srcRect/>
          <a:stretch/>
        </p:blipFill>
        <p:spPr>
          <a:xfrm>
            <a:off x="838200" y="4629830"/>
            <a:ext cx="5746750" cy="1196975"/>
          </a:xfrm>
          <a:prstGeom prst="rect">
            <a:avLst/>
          </a:prstGeom>
          <a:noFill/>
          <a:ln>
            <a:noFill/>
          </a:ln>
        </p:spPr>
      </p:pic>
      <p:pic>
        <p:nvPicPr>
          <p:cNvPr id="602" name="Google Shape;602;p93"/>
          <p:cNvPicPr preferRelativeResize="0"/>
          <p:nvPr/>
        </p:nvPicPr>
        <p:blipFill rotWithShape="1">
          <a:blip r:embed="rId4">
            <a:alphaModFix/>
          </a:blip>
          <a:srcRect/>
          <a:stretch/>
        </p:blipFill>
        <p:spPr>
          <a:xfrm>
            <a:off x="8180387" y="2462212"/>
            <a:ext cx="3708400" cy="303847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3F482B21-E9BC-A1ED-BF81-FEB28FBBBB17}"/>
                  </a:ext>
                </a:extLst>
              </p14:cNvPr>
              <p14:cNvContentPartPr/>
              <p14:nvPr/>
            </p14:nvContentPartPr>
            <p14:xfrm rot="-341750">
              <a:off x="3408316" y="1088950"/>
              <a:ext cx="735266" cy="490970"/>
            </p14:xfrm>
          </p:contentPart>
        </mc:Choice>
        <mc:Fallback>
          <p:pic>
            <p:nvPicPr>
              <p:cNvPr id="3" name="Ink 2">
                <a:extLst>
                  <a:ext uri="{FF2B5EF4-FFF2-40B4-BE49-F238E27FC236}">
                    <a16:creationId xmlns:a16="http://schemas.microsoft.com/office/drawing/2014/main" id="{3F482B21-E9BC-A1ED-BF81-FEB28FBBBB17}"/>
                  </a:ext>
                </a:extLst>
              </p:cNvPr>
              <p:cNvPicPr/>
              <p:nvPr/>
            </p:nvPicPr>
            <p:blipFill>
              <a:blip r:embed="rId6"/>
              <a:stretch>
                <a:fillRect/>
              </a:stretch>
            </p:blipFill>
            <p:spPr>
              <a:xfrm rot="-341750">
                <a:off x="3402198" y="1082831"/>
                <a:ext cx="747502" cy="503208"/>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A21C58A9-034E-0057-35BF-4A8A76BCBE72}"/>
                  </a:ext>
                </a:extLst>
              </p14:cNvPr>
              <p14:cNvContentPartPr/>
              <p14:nvPr/>
            </p14:nvContentPartPr>
            <p14:xfrm>
              <a:off x="7182629" y="1393655"/>
              <a:ext cx="498240" cy="498240"/>
            </p14:xfrm>
          </p:contentPart>
        </mc:Choice>
        <mc:Fallback>
          <p:pic>
            <p:nvPicPr>
              <p:cNvPr id="5" name="Ink 4">
                <a:extLst>
                  <a:ext uri="{FF2B5EF4-FFF2-40B4-BE49-F238E27FC236}">
                    <a16:creationId xmlns:a16="http://schemas.microsoft.com/office/drawing/2014/main" id="{A21C58A9-034E-0057-35BF-4A8A76BCBE72}"/>
                  </a:ext>
                </a:extLst>
              </p:cNvPr>
              <p:cNvPicPr/>
              <p:nvPr/>
            </p:nvPicPr>
            <p:blipFill>
              <a:blip r:embed="rId8"/>
              <a:stretch>
                <a:fillRect/>
              </a:stretch>
            </p:blipFill>
            <p:spPr>
              <a:xfrm>
                <a:off x="7176509" y="1387535"/>
                <a:ext cx="510480" cy="510480"/>
              </a:xfrm>
              <a:prstGeom prst="rect">
                <a:avLst/>
              </a:prstGeom>
            </p:spPr>
          </p:pic>
        </mc:Fallback>
      </mc:AlternateContent>
      <p:grpSp>
        <p:nvGrpSpPr>
          <p:cNvPr id="58" name="Group 57">
            <a:extLst>
              <a:ext uri="{FF2B5EF4-FFF2-40B4-BE49-F238E27FC236}">
                <a16:creationId xmlns:a16="http://schemas.microsoft.com/office/drawing/2014/main" id="{402A69F9-E512-90BB-097C-03B12234E82B}"/>
              </a:ext>
            </a:extLst>
          </p:cNvPr>
          <p:cNvGrpSpPr/>
          <p:nvPr/>
        </p:nvGrpSpPr>
        <p:grpSpPr>
          <a:xfrm>
            <a:off x="9099989" y="2021135"/>
            <a:ext cx="2923560" cy="1990440"/>
            <a:chOff x="9099989" y="2021135"/>
            <a:chExt cx="2923560" cy="1990440"/>
          </a:xfrm>
        </p:grpSpPr>
        <mc:AlternateContent xmlns:mc="http://schemas.openxmlformats.org/markup-compatibility/2006">
          <mc:Choice xmlns:p14="http://schemas.microsoft.com/office/powerpoint/2010/main" Requires="p14">
            <p:contentPart p14:bwMode="auto" r:id="rId9">
              <p14:nvContentPartPr>
                <p14:cNvPr id="26" name="Ink 25">
                  <a:extLst>
                    <a:ext uri="{FF2B5EF4-FFF2-40B4-BE49-F238E27FC236}">
                      <a16:creationId xmlns:a16="http://schemas.microsoft.com/office/drawing/2014/main" id="{0EE85A27-4939-6318-9C8A-3077887F2853}"/>
                    </a:ext>
                  </a:extLst>
                </p14:cNvPr>
                <p14:cNvContentPartPr/>
                <p14:nvPr/>
              </p14:nvContentPartPr>
              <p14:xfrm>
                <a:off x="9150389" y="2021135"/>
                <a:ext cx="230400" cy="631080"/>
              </p14:xfrm>
            </p:contentPart>
          </mc:Choice>
          <mc:Fallback>
            <p:pic>
              <p:nvPicPr>
                <p:cNvPr id="26" name="Ink 25">
                  <a:extLst>
                    <a:ext uri="{FF2B5EF4-FFF2-40B4-BE49-F238E27FC236}">
                      <a16:creationId xmlns:a16="http://schemas.microsoft.com/office/drawing/2014/main" id="{0EE85A27-4939-6318-9C8A-3077887F2853}"/>
                    </a:ext>
                  </a:extLst>
                </p:cNvPr>
                <p:cNvPicPr/>
                <p:nvPr/>
              </p:nvPicPr>
              <p:blipFill>
                <a:blip r:embed="rId10"/>
                <a:stretch>
                  <a:fillRect/>
                </a:stretch>
              </p:blipFill>
              <p:spPr>
                <a:xfrm>
                  <a:off x="9144269" y="2015015"/>
                  <a:ext cx="242640" cy="643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7" name="Ink 26">
                  <a:extLst>
                    <a:ext uri="{FF2B5EF4-FFF2-40B4-BE49-F238E27FC236}">
                      <a16:creationId xmlns:a16="http://schemas.microsoft.com/office/drawing/2014/main" id="{4D38DF51-02EB-31A3-1EFD-C5528816E525}"/>
                    </a:ext>
                  </a:extLst>
                </p14:cNvPr>
                <p14:cNvContentPartPr/>
                <p14:nvPr/>
              </p14:nvContentPartPr>
              <p14:xfrm>
                <a:off x="9099989" y="2408495"/>
                <a:ext cx="138960" cy="240480"/>
              </p14:xfrm>
            </p:contentPart>
          </mc:Choice>
          <mc:Fallback>
            <p:pic>
              <p:nvPicPr>
                <p:cNvPr id="27" name="Ink 26">
                  <a:extLst>
                    <a:ext uri="{FF2B5EF4-FFF2-40B4-BE49-F238E27FC236}">
                      <a16:creationId xmlns:a16="http://schemas.microsoft.com/office/drawing/2014/main" id="{4D38DF51-02EB-31A3-1EFD-C5528816E525}"/>
                    </a:ext>
                  </a:extLst>
                </p:cNvPr>
                <p:cNvPicPr/>
                <p:nvPr/>
              </p:nvPicPr>
              <p:blipFill>
                <a:blip r:embed="rId12"/>
                <a:stretch>
                  <a:fillRect/>
                </a:stretch>
              </p:blipFill>
              <p:spPr>
                <a:xfrm>
                  <a:off x="9093869" y="2402375"/>
                  <a:ext cx="1512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8" name="Ink 27">
                  <a:extLst>
                    <a:ext uri="{FF2B5EF4-FFF2-40B4-BE49-F238E27FC236}">
                      <a16:creationId xmlns:a16="http://schemas.microsoft.com/office/drawing/2014/main" id="{BE946D50-5851-F807-F665-254BAAEA3588}"/>
                    </a:ext>
                  </a:extLst>
                </p14:cNvPr>
                <p14:cNvContentPartPr/>
                <p14:nvPr/>
              </p14:nvContentPartPr>
              <p14:xfrm>
                <a:off x="9261629" y="2157215"/>
                <a:ext cx="47160" cy="16920"/>
              </p14:xfrm>
            </p:contentPart>
          </mc:Choice>
          <mc:Fallback>
            <p:pic>
              <p:nvPicPr>
                <p:cNvPr id="28" name="Ink 27">
                  <a:extLst>
                    <a:ext uri="{FF2B5EF4-FFF2-40B4-BE49-F238E27FC236}">
                      <a16:creationId xmlns:a16="http://schemas.microsoft.com/office/drawing/2014/main" id="{BE946D50-5851-F807-F665-254BAAEA3588}"/>
                    </a:ext>
                  </a:extLst>
                </p:cNvPr>
                <p:cNvPicPr/>
                <p:nvPr/>
              </p:nvPicPr>
              <p:blipFill>
                <a:blip r:embed="rId14"/>
                <a:stretch>
                  <a:fillRect/>
                </a:stretch>
              </p:blipFill>
              <p:spPr>
                <a:xfrm>
                  <a:off x="9255509" y="2151095"/>
                  <a:ext cx="594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9" name="Ink 28">
                  <a:extLst>
                    <a:ext uri="{FF2B5EF4-FFF2-40B4-BE49-F238E27FC236}">
                      <a16:creationId xmlns:a16="http://schemas.microsoft.com/office/drawing/2014/main" id="{B04AEDD4-D86C-F8EC-6B8E-54F0CB7CDB85}"/>
                    </a:ext>
                  </a:extLst>
                </p14:cNvPr>
                <p14:cNvContentPartPr/>
                <p14:nvPr/>
              </p14:nvContentPartPr>
              <p14:xfrm>
                <a:off x="9354869" y="2090255"/>
                <a:ext cx="817560" cy="566640"/>
              </p14:xfrm>
            </p:contentPart>
          </mc:Choice>
          <mc:Fallback>
            <p:pic>
              <p:nvPicPr>
                <p:cNvPr id="29" name="Ink 28">
                  <a:extLst>
                    <a:ext uri="{FF2B5EF4-FFF2-40B4-BE49-F238E27FC236}">
                      <a16:creationId xmlns:a16="http://schemas.microsoft.com/office/drawing/2014/main" id="{B04AEDD4-D86C-F8EC-6B8E-54F0CB7CDB85}"/>
                    </a:ext>
                  </a:extLst>
                </p:cNvPr>
                <p:cNvPicPr/>
                <p:nvPr/>
              </p:nvPicPr>
              <p:blipFill>
                <a:blip r:embed="rId16"/>
                <a:stretch>
                  <a:fillRect/>
                </a:stretch>
              </p:blipFill>
              <p:spPr>
                <a:xfrm>
                  <a:off x="9348749" y="2084135"/>
                  <a:ext cx="829800" cy="578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0" name="Ink 29">
                  <a:extLst>
                    <a:ext uri="{FF2B5EF4-FFF2-40B4-BE49-F238E27FC236}">
                      <a16:creationId xmlns:a16="http://schemas.microsoft.com/office/drawing/2014/main" id="{18F141C0-2235-BD99-B42E-A6A9395141AA}"/>
                    </a:ext>
                  </a:extLst>
                </p14:cNvPr>
                <p14:cNvContentPartPr/>
                <p14:nvPr/>
              </p14:nvContentPartPr>
              <p14:xfrm>
                <a:off x="9818909" y="2274575"/>
                <a:ext cx="209880" cy="106200"/>
              </p14:xfrm>
            </p:contentPart>
          </mc:Choice>
          <mc:Fallback>
            <p:pic>
              <p:nvPicPr>
                <p:cNvPr id="30" name="Ink 29">
                  <a:extLst>
                    <a:ext uri="{FF2B5EF4-FFF2-40B4-BE49-F238E27FC236}">
                      <a16:creationId xmlns:a16="http://schemas.microsoft.com/office/drawing/2014/main" id="{18F141C0-2235-BD99-B42E-A6A9395141AA}"/>
                    </a:ext>
                  </a:extLst>
                </p:cNvPr>
                <p:cNvPicPr/>
                <p:nvPr/>
              </p:nvPicPr>
              <p:blipFill>
                <a:blip r:embed="rId18"/>
                <a:stretch>
                  <a:fillRect/>
                </a:stretch>
              </p:blipFill>
              <p:spPr>
                <a:xfrm>
                  <a:off x="9812789" y="2268455"/>
                  <a:ext cx="22212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1" name="Ink 30">
                  <a:extLst>
                    <a:ext uri="{FF2B5EF4-FFF2-40B4-BE49-F238E27FC236}">
                      <a16:creationId xmlns:a16="http://schemas.microsoft.com/office/drawing/2014/main" id="{BC522497-4A1A-4F07-5327-7D066D38F351}"/>
                    </a:ext>
                  </a:extLst>
                </p14:cNvPr>
                <p14:cNvContentPartPr/>
                <p14:nvPr/>
              </p14:nvContentPartPr>
              <p14:xfrm>
                <a:off x="9516149" y="2116895"/>
                <a:ext cx="39600" cy="82440"/>
              </p14:xfrm>
            </p:contentPart>
          </mc:Choice>
          <mc:Fallback>
            <p:pic>
              <p:nvPicPr>
                <p:cNvPr id="31" name="Ink 30">
                  <a:extLst>
                    <a:ext uri="{FF2B5EF4-FFF2-40B4-BE49-F238E27FC236}">
                      <a16:creationId xmlns:a16="http://schemas.microsoft.com/office/drawing/2014/main" id="{BC522497-4A1A-4F07-5327-7D066D38F351}"/>
                    </a:ext>
                  </a:extLst>
                </p:cNvPr>
                <p:cNvPicPr/>
                <p:nvPr/>
              </p:nvPicPr>
              <p:blipFill>
                <a:blip r:embed="rId20"/>
                <a:stretch>
                  <a:fillRect/>
                </a:stretch>
              </p:blipFill>
              <p:spPr>
                <a:xfrm>
                  <a:off x="9510029" y="2110775"/>
                  <a:ext cx="5184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4" name="Ink 33">
                  <a:extLst>
                    <a:ext uri="{FF2B5EF4-FFF2-40B4-BE49-F238E27FC236}">
                      <a16:creationId xmlns:a16="http://schemas.microsoft.com/office/drawing/2014/main" id="{9685C0BE-952C-0A14-930C-2F2069B9D6AB}"/>
                    </a:ext>
                  </a:extLst>
                </p14:cNvPr>
                <p14:cNvContentPartPr/>
                <p14:nvPr/>
              </p14:nvContentPartPr>
              <p14:xfrm>
                <a:off x="10338029" y="2391935"/>
                <a:ext cx="208800" cy="147240"/>
              </p14:xfrm>
            </p:contentPart>
          </mc:Choice>
          <mc:Fallback>
            <p:pic>
              <p:nvPicPr>
                <p:cNvPr id="34" name="Ink 33">
                  <a:extLst>
                    <a:ext uri="{FF2B5EF4-FFF2-40B4-BE49-F238E27FC236}">
                      <a16:creationId xmlns:a16="http://schemas.microsoft.com/office/drawing/2014/main" id="{9685C0BE-952C-0A14-930C-2F2069B9D6AB}"/>
                    </a:ext>
                  </a:extLst>
                </p:cNvPr>
                <p:cNvPicPr/>
                <p:nvPr/>
              </p:nvPicPr>
              <p:blipFill>
                <a:blip r:embed="rId22"/>
                <a:stretch>
                  <a:fillRect/>
                </a:stretch>
              </p:blipFill>
              <p:spPr>
                <a:xfrm>
                  <a:off x="10331909" y="2385815"/>
                  <a:ext cx="22104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5" name="Ink 34">
                  <a:extLst>
                    <a:ext uri="{FF2B5EF4-FFF2-40B4-BE49-F238E27FC236}">
                      <a16:creationId xmlns:a16="http://schemas.microsoft.com/office/drawing/2014/main" id="{4756272F-C81B-C116-35DF-77C67CE33ADC}"/>
                    </a:ext>
                  </a:extLst>
                </p14:cNvPr>
                <p14:cNvContentPartPr/>
                <p14:nvPr/>
              </p14:nvContentPartPr>
              <p14:xfrm>
                <a:off x="10555469" y="2429735"/>
                <a:ext cx="112680" cy="84600"/>
              </p14:xfrm>
            </p:contentPart>
          </mc:Choice>
          <mc:Fallback>
            <p:pic>
              <p:nvPicPr>
                <p:cNvPr id="35" name="Ink 34">
                  <a:extLst>
                    <a:ext uri="{FF2B5EF4-FFF2-40B4-BE49-F238E27FC236}">
                      <a16:creationId xmlns:a16="http://schemas.microsoft.com/office/drawing/2014/main" id="{4756272F-C81B-C116-35DF-77C67CE33ADC}"/>
                    </a:ext>
                  </a:extLst>
                </p:cNvPr>
                <p:cNvPicPr/>
                <p:nvPr/>
              </p:nvPicPr>
              <p:blipFill>
                <a:blip r:embed="rId24"/>
                <a:stretch>
                  <a:fillRect/>
                </a:stretch>
              </p:blipFill>
              <p:spPr>
                <a:xfrm>
                  <a:off x="10549349" y="2423615"/>
                  <a:ext cx="12492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6" name="Ink 35">
                  <a:extLst>
                    <a:ext uri="{FF2B5EF4-FFF2-40B4-BE49-F238E27FC236}">
                      <a16:creationId xmlns:a16="http://schemas.microsoft.com/office/drawing/2014/main" id="{16A58D26-7AA8-1562-9FDC-AD12A137E13E}"/>
                    </a:ext>
                  </a:extLst>
                </p14:cNvPr>
                <p14:cNvContentPartPr/>
                <p14:nvPr/>
              </p14:nvContentPartPr>
              <p14:xfrm>
                <a:off x="10781189" y="2351615"/>
                <a:ext cx="166320" cy="164520"/>
              </p14:xfrm>
            </p:contentPart>
          </mc:Choice>
          <mc:Fallback>
            <p:pic>
              <p:nvPicPr>
                <p:cNvPr id="36" name="Ink 35">
                  <a:extLst>
                    <a:ext uri="{FF2B5EF4-FFF2-40B4-BE49-F238E27FC236}">
                      <a16:creationId xmlns:a16="http://schemas.microsoft.com/office/drawing/2014/main" id="{16A58D26-7AA8-1562-9FDC-AD12A137E13E}"/>
                    </a:ext>
                  </a:extLst>
                </p:cNvPr>
                <p:cNvPicPr/>
                <p:nvPr/>
              </p:nvPicPr>
              <p:blipFill>
                <a:blip r:embed="rId26"/>
                <a:stretch>
                  <a:fillRect/>
                </a:stretch>
              </p:blipFill>
              <p:spPr>
                <a:xfrm>
                  <a:off x="10775069" y="2345495"/>
                  <a:ext cx="17856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7" name="Ink 36">
                  <a:extLst>
                    <a:ext uri="{FF2B5EF4-FFF2-40B4-BE49-F238E27FC236}">
                      <a16:creationId xmlns:a16="http://schemas.microsoft.com/office/drawing/2014/main" id="{32C9873C-1810-CB22-C3E1-89538904740F}"/>
                    </a:ext>
                  </a:extLst>
                </p14:cNvPr>
                <p14:cNvContentPartPr/>
                <p14:nvPr/>
              </p14:nvContentPartPr>
              <p14:xfrm>
                <a:off x="10975949" y="2318135"/>
                <a:ext cx="232560" cy="188280"/>
              </p14:xfrm>
            </p:contentPart>
          </mc:Choice>
          <mc:Fallback>
            <p:pic>
              <p:nvPicPr>
                <p:cNvPr id="37" name="Ink 36">
                  <a:extLst>
                    <a:ext uri="{FF2B5EF4-FFF2-40B4-BE49-F238E27FC236}">
                      <a16:creationId xmlns:a16="http://schemas.microsoft.com/office/drawing/2014/main" id="{32C9873C-1810-CB22-C3E1-89538904740F}"/>
                    </a:ext>
                  </a:extLst>
                </p:cNvPr>
                <p:cNvPicPr/>
                <p:nvPr/>
              </p:nvPicPr>
              <p:blipFill>
                <a:blip r:embed="rId28"/>
                <a:stretch>
                  <a:fillRect/>
                </a:stretch>
              </p:blipFill>
              <p:spPr>
                <a:xfrm>
                  <a:off x="10969829" y="2312015"/>
                  <a:ext cx="24480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8" name="Ink 37">
                  <a:extLst>
                    <a:ext uri="{FF2B5EF4-FFF2-40B4-BE49-F238E27FC236}">
                      <a16:creationId xmlns:a16="http://schemas.microsoft.com/office/drawing/2014/main" id="{3789DA2E-5790-8328-DA14-D3FC0DAAE1BC}"/>
                    </a:ext>
                  </a:extLst>
                </p14:cNvPr>
                <p14:cNvContentPartPr/>
                <p14:nvPr/>
              </p14:nvContentPartPr>
              <p14:xfrm>
                <a:off x="11160269" y="2374655"/>
                <a:ext cx="273600" cy="146520"/>
              </p14:xfrm>
            </p:contentPart>
          </mc:Choice>
          <mc:Fallback>
            <p:pic>
              <p:nvPicPr>
                <p:cNvPr id="38" name="Ink 37">
                  <a:extLst>
                    <a:ext uri="{FF2B5EF4-FFF2-40B4-BE49-F238E27FC236}">
                      <a16:creationId xmlns:a16="http://schemas.microsoft.com/office/drawing/2014/main" id="{3789DA2E-5790-8328-DA14-D3FC0DAAE1BC}"/>
                    </a:ext>
                  </a:extLst>
                </p:cNvPr>
                <p:cNvPicPr/>
                <p:nvPr/>
              </p:nvPicPr>
              <p:blipFill>
                <a:blip r:embed="rId30"/>
                <a:stretch>
                  <a:fillRect/>
                </a:stretch>
              </p:blipFill>
              <p:spPr>
                <a:xfrm>
                  <a:off x="11154149" y="2368535"/>
                  <a:ext cx="2858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9" name="Ink 38">
                  <a:extLst>
                    <a:ext uri="{FF2B5EF4-FFF2-40B4-BE49-F238E27FC236}">
                      <a16:creationId xmlns:a16="http://schemas.microsoft.com/office/drawing/2014/main" id="{A0024CE6-914C-A392-4B98-4D09DD56F26C}"/>
                    </a:ext>
                  </a:extLst>
                </p14:cNvPr>
                <p14:cNvContentPartPr/>
                <p14:nvPr/>
              </p14:nvContentPartPr>
              <p14:xfrm>
                <a:off x="11487509" y="2144615"/>
                <a:ext cx="270720" cy="371160"/>
              </p14:xfrm>
            </p:contentPart>
          </mc:Choice>
          <mc:Fallback>
            <p:pic>
              <p:nvPicPr>
                <p:cNvPr id="39" name="Ink 38">
                  <a:extLst>
                    <a:ext uri="{FF2B5EF4-FFF2-40B4-BE49-F238E27FC236}">
                      <a16:creationId xmlns:a16="http://schemas.microsoft.com/office/drawing/2014/main" id="{A0024CE6-914C-A392-4B98-4D09DD56F26C}"/>
                    </a:ext>
                  </a:extLst>
                </p:cNvPr>
                <p:cNvPicPr/>
                <p:nvPr/>
              </p:nvPicPr>
              <p:blipFill>
                <a:blip r:embed="rId32"/>
                <a:stretch>
                  <a:fillRect/>
                </a:stretch>
              </p:blipFill>
              <p:spPr>
                <a:xfrm>
                  <a:off x="11481389" y="2138495"/>
                  <a:ext cx="282960" cy="3834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0" name="Ink 39">
                  <a:extLst>
                    <a:ext uri="{FF2B5EF4-FFF2-40B4-BE49-F238E27FC236}">
                      <a16:creationId xmlns:a16="http://schemas.microsoft.com/office/drawing/2014/main" id="{4C324B86-94AA-3994-4532-52AA105ED656}"/>
                    </a:ext>
                  </a:extLst>
                </p14:cNvPr>
                <p14:cNvContentPartPr/>
                <p14:nvPr/>
              </p14:nvContentPartPr>
              <p14:xfrm>
                <a:off x="11698109" y="2279615"/>
                <a:ext cx="57240" cy="149040"/>
              </p14:xfrm>
            </p:contentPart>
          </mc:Choice>
          <mc:Fallback>
            <p:pic>
              <p:nvPicPr>
                <p:cNvPr id="40" name="Ink 39">
                  <a:extLst>
                    <a:ext uri="{FF2B5EF4-FFF2-40B4-BE49-F238E27FC236}">
                      <a16:creationId xmlns:a16="http://schemas.microsoft.com/office/drawing/2014/main" id="{4C324B86-94AA-3994-4532-52AA105ED656}"/>
                    </a:ext>
                  </a:extLst>
                </p:cNvPr>
                <p:cNvPicPr/>
                <p:nvPr/>
              </p:nvPicPr>
              <p:blipFill>
                <a:blip r:embed="rId34"/>
                <a:stretch>
                  <a:fillRect/>
                </a:stretch>
              </p:blipFill>
              <p:spPr>
                <a:xfrm>
                  <a:off x="11691989" y="2273495"/>
                  <a:ext cx="6948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1" name="Ink 40">
                  <a:extLst>
                    <a:ext uri="{FF2B5EF4-FFF2-40B4-BE49-F238E27FC236}">
                      <a16:creationId xmlns:a16="http://schemas.microsoft.com/office/drawing/2014/main" id="{1F7B5C51-6360-49CE-D335-3340F9F3A514}"/>
                    </a:ext>
                  </a:extLst>
                </p14:cNvPr>
                <p14:cNvContentPartPr/>
                <p14:nvPr/>
              </p14:nvContentPartPr>
              <p14:xfrm>
                <a:off x="11794229" y="2378255"/>
                <a:ext cx="229320" cy="82440"/>
              </p14:xfrm>
            </p:contentPart>
          </mc:Choice>
          <mc:Fallback>
            <p:pic>
              <p:nvPicPr>
                <p:cNvPr id="41" name="Ink 40">
                  <a:extLst>
                    <a:ext uri="{FF2B5EF4-FFF2-40B4-BE49-F238E27FC236}">
                      <a16:creationId xmlns:a16="http://schemas.microsoft.com/office/drawing/2014/main" id="{1F7B5C51-6360-49CE-D335-3340F9F3A514}"/>
                    </a:ext>
                  </a:extLst>
                </p:cNvPr>
                <p:cNvPicPr/>
                <p:nvPr/>
              </p:nvPicPr>
              <p:blipFill>
                <a:blip r:embed="rId36"/>
                <a:stretch>
                  <a:fillRect/>
                </a:stretch>
              </p:blipFill>
              <p:spPr>
                <a:xfrm>
                  <a:off x="11788109" y="2372135"/>
                  <a:ext cx="24156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2" name="Ink 41">
                  <a:extLst>
                    <a:ext uri="{FF2B5EF4-FFF2-40B4-BE49-F238E27FC236}">
                      <a16:creationId xmlns:a16="http://schemas.microsoft.com/office/drawing/2014/main" id="{710627F3-0B50-B647-AA7A-E9DCAD03C4F5}"/>
                    </a:ext>
                  </a:extLst>
                </p14:cNvPr>
                <p14:cNvContentPartPr/>
                <p14:nvPr/>
              </p14:nvContentPartPr>
              <p14:xfrm>
                <a:off x="10300949" y="2750135"/>
                <a:ext cx="169200" cy="454320"/>
              </p14:xfrm>
            </p:contentPart>
          </mc:Choice>
          <mc:Fallback>
            <p:pic>
              <p:nvPicPr>
                <p:cNvPr id="42" name="Ink 41">
                  <a:extLst>
                    <a:ext uri="{FF2B5EF4-FFF2-40B4-BE49-F238E27FC236}">
                      <a16:creationId xmlns:a16="http://schemas.microsoft.com/office/drawing/2014/main" id="{710627F3-0B50-B647-AA7A-E9DCAD03C4F5}"/>
                    </a:ext>
                  </a:extLst>
                </p:cNvPr>
                <p:cNvPicPr/>
                <p:nvPr/>
              </p:nvPicPr>
              <p:blipFill>
                <a:blip r:embed="rId38"/>
                <a:stretch>
                  <a:fillRect/>
                </a:stretch>
              </p:blipFill>
              <p:spPr>
                <a:xfrm>
                  <a:off x="10294829" y="2744015"/>
                  <a:ext cx="181440" cy="4665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3" name="Ink 42">
                  <a:extLst>
                    <a:ext uri="{FF2B5EF4-FFF2-40B4-BE49-F238E27FC236}">
                      <a16:creationId xmlns:a16="http://schemas.microsoft.com/office/drawing/2014/main" id="{1C0AA11D-16B1-7BE8-902E-496C31F7988A}"/>
                    </a:ext>
                  </a:extLst>
                </p14:cNvPr>
                <p14:cNvContentPartPr/>
                <p14:nvPr/>
              </p14:nvContentPartPr>
              <p14:xfrm>
                <a:off x="10201229" y="3020135"/>
                <a:ext cx="187200" cy="50760"/>
              </p14:xfrm>
            </p:contentPart>
          </mc:Choice>
          <mc:Fallback>
            <p:pic>
              <p:nvPicPr>
                <p:cNvPr id="43" name="Ink 42">
                  <a:extLst>
                    <a:ext uri="{FF2B5EF4-FFF2-40B4-BE49-F238E27FC236}">
                      <a16:creationId xmlns:a16="http://schemas.microsoft.com/office/drawing/2014/main" id="{1C0AA11D-16B1-7BE8-902E-496C31F7988A}"/>
                    </a:ext>
                  </a:extLst>
                </p:cNvPr>
                <p:cNvPicPr/>
                <p:nvPr/>
              </p:nvPicPr>
              <p:blipFill>
                <a:blip r:embed="rId40"/>
                <a:stretch>
                  <a:fillRect/>
                </a:stretch>
              </p:blipFill>
              <p:spPr>
                <a:xfrm>
                  <a:off x="10195109" y="3014015"/>
                  <a:ext cx="1994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4" name="Ink 43">
                  <a:extLst>
                    <a:ext uri="{FF2B5EF4-FFF2-40B4-BE49-F238E27FC236}">
                      <a16:creationId xmlns:a16="http://schemas.microsoft.com/office/drawing/2014/main" id="{170FEBE0-1574-BAE4-BAD6-20F23BD9405E}"/>
                    </a:ext>
                  </a:extLst>
                </p14:cNvPr>
                <p14:cNvContentPartPr/>
                <p14:nvPr/>
              </p14:nvContentPartPr>
              <p14:xfrm>
                <a:off x="10430549" y="3134615"/>
                <a:ext cx="305640" cy="70200"/>
              </p14:xfrm>
            </p:contentPart>
          </mc:Choice>
          <mc:Fallback>
            <p:pic>
              <p:nvPicPr>
                <p:cNvPr id="44" name="Ink 43">
                  <a:extLst>
                    <a:ext uri="{FF2B5EF4-FFF2-40B4-BE49-F238E27FC236}">
                      <a16:creationId xmlns:a16="http://schemas.microsoft.com/office/drawing/2014/main" id="{170FEBE0-1574-BAE4-BAD6-20F23BD9405E}"/>
                    </a:ext>
                  </a:extLst>
                </p:cNvPr>
                <p:cNvPicPr/>
                <p:nvPr/>
              </p:nvPicPr>
              <p:blipFill>
                <a:blip r:embed="rId42"/>
                <a:stretch>
                  <a:fillRect/>
                </a:stretch>
              </p:blipFill>
              <p:spPr>
                <a:xfrm>
                  <a:off x="10424429" y="3128495"/>
                  <a:ext cx="31788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5" name="Ink 44">
                  <a:extLst>
                    <a:ext uri="{FF2B5EF4-FFF2-40B4-BE49-F238E27FC236}">
                      <a16:creationId xmlns:a16="http://schemas.microsoft.com/office/drawing/2014/main" id="{81E79F0A-8FA0-372E-CEB7-F351BA99B353}"/>
                    </a:ext>
                  </a:extLst>
                </p14:cNvPr>
                <p14:cNvContentPartPr/>
                <p14:nvPr/>
              </p14:nvContentPartPr>
              <p14:xfrm>
                <a:off x="10779029" y="3073055"/>
                <a:ext cx="174240" cy="124920"/>
              </p14:xfrm>
            </p:contentPart>
          </mc:Choice>
          <mc:Fallback>
            <p:pic>
              <p:nvPicPr>
                <p:cNvPr id="45" name="Ink 44">
                  <a:extLst>
                    <a:ext uri="{FF2B5EF4-FFF2-40B4-BE49-F238E27FC236}">
                      <a16:creationId xmlns:a16="http://schemas.microsoft.com/office/drawing/2014/main" id="{81E79F0A-8FA0-372E-CEB7-F351BA99B353}"/>
                    </a:ext>
                  </a:extLst>
                </p:cNvPr>
                <p:cNvPicPr/>
                <p:nvPr/>
              </p:nvPicPr>
              <p:blipFill>
                <a:blip r:embed="rId44"/>
                <a:stretch>
                  <a:fillRect/>
                </a:stretch>
              </p:blipFill>
              <p:spPr>
                <a:xfrm>
                  <a:off x="10772909" y="3066935"/>
                  <a:ext cx="18648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6" name="Ink 45">
                  <a:extLst>
                    <a:ext uri="{FF2B5EF4-FFF2-40B4-BE49-F238E27FC236}">
                      <a16:creationId xmlns:a16="http://schemas.microsoft.com/office/drawing/2014/main" id="{3D3ABADB-62D5-E03E-2DA6-5730E8CFA85C}"/>
                    </a:ext>
                  </a:extLst>
                </p14:cNvPr>
                <p14:cNvContentPartPr/>
                <p14:nvPr/>
              </p14:nvContentPartPr>
              <p14:xfrm>
                <a:off x="10918709" y="2814575"/>
                <a:ext cx="27000" cy="434160"/>
              </p14:xfrm>
            </p:contentPart>
          </mc:Choice>
          <mc:Fallback>
            <p:pic>
              <p:nvPicPr>
                <p:cNvPr id="46" name="Ink 45">
                  <a:extLst>
                    <a:ext uri="{FF2B5EF4-FFF2-40B4-BE49-F238E27FC236}">
                      <a16:creationId xmlns:a16="http://schemas.microsoft.com/office/drawing/2014/main" id="{3D3ABADB-62D5-E03E-2DA6-5730E8CFA85C}"/>
                    </a:ext>
                  </a:extLst>
                </p:cNvPr>
                <p:cNvPicPr/>
                <p:nvPr/>
              </p:nvPicPr>
              <p:blipFill>
                <a:blip r:embed="rId46"/>
                <a:stretch>
                  <a:fillRect/>
                </a:stretch>
              </p:blipFill>
              <p:spPr>
                <a:xfrm>
                  <a:off x="10912589" y="2808455"/>
                  <a:ext cx="39240" cy="4464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7" name="Ink 46">
                  <a:extLst>
                    <a:ext uri="{FF2B5EF4-FFF2-40B4-BE49-F238E27FC236}">
                      <a16:creationId xmlns:a16="http://schemas.microsoft.com/office/drawing/2014/main" id="{D8A91D56-84C5-F264-07C5-56B1DC80B04D}"/>
                    </a:ext>
                  </a:extLst>
                </p14:cNvPr>
                <p14:cNvContentPartPr/>
                <p14:nvPr/>
              </p14:nvContentPartPr>
              <p14:xfrm>
                <a:off x="10967669" y="2972255"/>
                <a:ext cx="183960" cy="146880"/>
              </p14:xfrm>
            </p:contentPart>
          </mc:Choice>
          <mc:Fallback>
            <p:pic>
              <p:nvPicPr>
                <p:cNvPr id="47" name="Ink 46">
                  <a:extLst>
                    <a:ext uri="{FF2B5EF4-FFF2-40B4-BE49-F238E27FC236}">
                      <a16:creationId xmlns:a16="http://schemas.microsoft.com/office/drawing/2014/main" id="{D8A91D56-84C5-F264-07C5-56B1DC80B04D}"/>
                    </a:ext>
                  </a:extLst>
                </p:cNvPr>
                <p:cNvPicPr/>
                <p:nvPr/>
              </p:nvPicPr>
              <p:blipFill>
                <a:blip r:embed="rId48"/>
                <a:stretch>
                  <a:fillRect/>
                </a:stretch>
              </p:blipFill>
              <p:spPr>
                <a:xfrm>
                  <a:off x="10961549" y="2966135"/>
                  <a:ext cx="19620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8" name="Ink 47">
                  <a:extLst>
                    <a:ext uri="{FF2B5EF4-FFF2-40B4-BE49-F238E27FC236}">
                      <a16:creationId xmlns:a16="http://schemas.microsoft.com/office/drawing/2014/main" id="{2CC8A508-DF93-22C3-EF60-65D3A663478B}"/>
                    </a:ext>
                  </a:extLst>
                </p14:cNvPr>
                <p14:cNvContentPartPr/>
                <p14:nvPr/>
              </p14:nvContentPartPr>
              <p14:xfrm>
                <a:off x="11221469" y="3002135"/>
                <a:ext cx="293040" cy="130680"/>
              </p14:xfrm>
            </p:contentPart>
          </mc:Choice>
          <mc:Fallback>
            <p:pic>
              <p:nvPicPr>
                <p:cNvPr id="48" name="Ink 47">
                  <a:extLst>
                    <a:ext uri="{FF2B5EF4-FFF2-40B4-BE49-F238E27FC236}">
                      <a16:creationId xmlns:a16="http://schemas.microsoft.com/office/drawing/2014/main" id="{2CC8A508-DF93-22C3-EF60-65D3A663478B}"/>
                    </a:ext>
                  </a:extLst>
                </p:cNvPr>
                <p:cNvPicPr/>
                <p:nvPr/>
              </p:nvPicPr>
              <p:blipFill>
                <a:blip r:embed="rId50"/>
                <a:stretch>
                  <a:fillRect/>
                </a:stretch>
              </p:blipFill>
              <p:spPr>
                <a:xfrm>
                  <a:off x="11215349" y="2996015"/>
                  <a:ext cx="30528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9" name="Ink 48">
                  <a:extLst>
                    <a:ext uri="{FF2B5EF4-FFF2-40B4-BE49-F238E27FC236}">
                      <a16:creationId xmlns:a16="http://schemas.microsoft.com/office/drawing/2014/main" id="{D632D6D1-19D3-E1B5-DA42-5F8BF47F375B}"/>
                    </a:ext>
                  </a:extLst>
                </p14:cNvPr>
                <p14:cNvContentPartPr/>
                <p14:nvPr/>
              </p14:nvContentPartPr>
              <p14:xfrm>
                <a:off x="10449629" y="3420815"/>
                <a:ext cx="323280" cy="178560"/>
              </p14:xfrm>
            </p:contentPart>
          </mc:Choice>
          <mc:Fallback>
            <p:pic>
              <p:nvPicPr>
                <p:cNvPr id="49" name="Ink 48">
                  <a:extLst>
                    <a:ext uri="{FF2B5EF4-FFF2-40B4-BE49-F238E27FC236}">
                      <a16:creationId xmlns:a16="http://schemas.microsoft.com/office/drawing/2014/main" id="{D632D6D1-19D3-E1B5-DA42-5F8BF47F375B}"/>
                    </a:ext>
                  </a:extLst>
                </p:cNvPr>
                <p:cNvPicPr/>
                <p:nvPr/>
              </p:nvPicPr>
              <p:blipFill>
                <a:blip r:embed="rId52"/>
                <a:stretch>
                  <a:fillRect/>
                </a:stretch>
              </p:blipFill>
              <p:spPr>
                <a:xfrm>
                  <a:off x="10443509" y="3414695"/>
                  <a:ext cx="33552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50" name="Ink 49">
                  <a:extLst>
                    <a:ext uri="{FF2B5EF4-FFF2-40B4-BE49-F238E27FC236}">
                      <a16:creationId xmlns:a16="http://schemas.microsoft.com/office/drawing/2014/main" id="{A2EAFD02-ACB2-9480-1226-83C246C1AFE9}"/>
                    </a:ext>
                  </a:extLst>
                </p14:cNvPr>
                <p14:cNvContentPartPr/>
                <p14:nvPr/>
              </p14:nvContentPartPr>
              <p14:xfrm>
                <a:off x="10880909" y="3280415"/>
                <a:ext cx="520200" cy="383040"/>
              </p14:xfrm>
            </p:contentPart>
          </mc:Choice>
          <mc:Fallback>
            <p:pic>
              <p:nvPicPr>
                <p:cNvPr id="50" name="Ink 49">
                  <a:extLst>
                    <a:ext uri="{FF2B5EF4-FFF2-40B4-BE49-F238E27FC236}">
                      <a16:creationId xmlns:a16="http://schemas.microsoft.com/office/drawing/2014/main" id="{A2EAFD02-ACB2-9480-1226-83C246C1AFE9}"/>
                    </a:ext>
                  </a:extLst>
                </p:cNvPr>
                <p:cNvPicPr/>
                <p:nvPr/>
              </p:nvPicPr>
              <p:blipFill>
                <a:blip r:embed="rId54"/>
                <a:stretch>
                  <a:fillRect/>
                </a:stretch>
              </p:blipFill>
              <p:spPr>
                <a:xfrm>
                  <a:off x="10874789" y="3274295"/>
                  <a:ext cx="53244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1" name="Ink 50">
                  <a:extLst>
                    <a:ext uri="{FF2B5EF4-FFF2-40B4-BE49-F238E27FC236}">
                      <a16:creationId xmlns:a16="http://schemas.microsoft.com/office/drawing/2014/main" id="{F49D1A09-952F-634C-E4ED-24AC03185B35}"/>
                    </a:ext>
                  </a:extLst>
                </p14:cNvPr>
                <p14:cNvContentPartPr/>
                <p14:nvPr/>
              </p14:nvContentPartPr>
              <p14:xfrm>
                <a:off x="11329829" y="3411095"/>
                <a:ext cx="92520" cy="44640"/>
              </p14:xfrm>
            </p:contentPart>
          </mc:Choice>
          <mc:Fallback>
            <p:pic>
              <p:nvPicPr>
                <p:cNvPr id="51" name="Ink 50">
                  <a:extLst>
                    <a:ext uri="{FF2B5EF4-FFF2-40B4-BE49-F238E27FC236}">
                      <a16:creationId xmlns:a16="http://schemas.microsoft.com/office/drawing/2014/main" id="{F49D1A09-952F-634C-E4ED-24AC03185B35}"/>
                    </a:ext>
                  </a:extLst>
                </p:cNvPr>
                <p:cNvPicPr/>
                <p:nvPr/>
              </p:nvPicPr>
              <p:blipFill>
                <a:blip r:embed="rId56"/>
                <a:stretch>
                  <a:fillRect/>
                </a:stretch>
              </p:blipFill>
              <p:spPr>
                <a:xfrm>
                  <a:off x="11323709" y="3404975"/>
                  <a:ext cx="1047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2" name="Ink 51">
                  <a:extLst>
                    <a:ext uri="{FF2B5EF4-FFF2-40B4-BE49-F238E27FC236}">
                      <a16:creationId xmlns:a16="http://schemas.microsoft.com/office/drawing/2014/main" id="{C98250D4-405C-A336-BF52-8F4ECC49C7C1}"/>
                    </a:ext>
                  </a:extLst>
                </p14:cNvPr>
                <p14:cNvContentPartPr/>
                <p14:nvPr/>
              </p14:nvContentPartPr>
              <p14:xfrm>
                <a:off x="11648429" y="3307055"/>
                <a:ext cx="87840" cy="228960"/>
              </p14:xfrm>
            </p:contentPart>
          </mc:Choice>
          <mc:Fallback>
            <p:pic>
              <p:nvPicPr>
                <p:cNvPr id="52" name="Ink 51">
                  <a:extLst>
                    <a:ext uri="{FF2B5EF4-FFF2-40B4-BE49-F238E27FC236}">
                      <a16:creationId xmlns:a16="http://schemas.microsoft.com/office/drawing/2014/main" id="{C98250D4-405C-A336-BF52-8F4ECC49C7C1}"/>
                    </a:ext>
                  </a:extLst>
                </p:cNvPr>
                <p:cNvPicPr/>
                <p:nvPr/>
              </p:nvPicPr>
              <p:blipFill>
                <a:blip r:embed="rId58"/>
                <a:stretch>
                  <a:fillRect/>
                </a:stretch>
              </p:blipFill>
              <p:spPr>
                <a:xfrm>
                  <a:off x="11642309" y="3300935"/>
                  <a:ext cx="10008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53" name="Ink 52">
                  <a:extLst>
                    <a:ext uri="{FF2B5EF4-FFF2-40B4-BE49-F238E27FC236}">
                      <a16:creationId xmlns:a16="http://schemas.microsoft.com/office/drawing/2014/main" id="{43201053-B984-9B0E-D0EC-CEA4798568A0}"/>
                    </a:ext>
                  </a:extLst>
                </p14:cNvPr>
                <p14:cNvContentPartPr/>
                <p14:nvPr/>
              </p14:nvContentPartPr>
              <p14:xfrm>
                <a:off x="11800349" y="3455375"/>
                <a:ext cx="86040" cy="29160"/>
              </p14:xfrm>
            </p:contentPart>
          </mc:Choice>
          <mc:Fallback>
            <p:pic>
              <p:nvPicPr>
                <p:cNvPr id="53" name="Ink 52">
                  <a:extLst>
                    <a:ext uri="{FF2B5EF4-FFF2-40B4-BE49-F238E27FC236}">
                      <a16:creationId xmlns:a16="http://schemas.microsoft.com/office/drawing/2014/main" id="{43201053-B984-9B0E-D0EC-CEA4798568A0}"/>
                    </a:ext>
                  </a:extLst>
                </p:cNvPr>
                <p:cNvPicPr/>
                <p:nvPr/>
              </p:nvPicPr>
              <p:blipFill>
                <a:blip r:embed="rId60"/>
                <a:stretch>
                  <a:fillRect/>
                </a:stretch>
              </p:blipFill>
              <p:spPr>
                <a:xfrm>
                  <a:off x="11794229" y="3449255"/>
                  <a:ext cx="9828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4" name="Ink 53">
                  <a:extLst>
                    <a:ext uri="{FF2B5EF4-FFF2-40B4-BE49-F238E27FC236}">
                      <a16:creationId xmlns:a16="http://schemas.microsoft.com/office/drawing/2014/main" id="{191D4CB1-5C16-2C32-03CC-C039C8D8436F}"/>
                    </a:ext>
                  </a:extLst>
                </p14:cNvPr>
                <p14:cNvContentPartPr/>
                <p14:nvPr/>
              </p14:nvContentPartPr>
              <p14:xfrm>
                <a:off x="10710629" y="3845255"/>
                <a:ext cx="380160" cy="145440"/>
              </p14:xfrm>
            </p:contentPart>
          </mc:Choice>
          <mc:Fallback>
            <p:pic>
              <p:nvPicPr>
                <p:cNvPr id="54" name="Ink 53">
                  <a:extLst>
                    <a:ext uri="{FF2B5EF4-FFF2-40B4-BE49-F238E27FC236}">
                      <a16:creationId xmlns:a16="http://schemas.microsoft.com/office/drawing/2014/main" id="{191D4CB1-5C16-2C32-03CC-C039C8D8436F}"/>
                    </a:ext>
                  </a:extLst>
                </p:cNvPr>
                <p:cNvPicPr/>
                <p:nvPr/>
              </p:nvPicPr>
              <p:blipFill>
                <a:blip r:embed="rId62"/>
                <a:stretch>
                  <a:fillRect/>
                </a:stretch>
              </p:blipFill>
              <p:spPr>
                <a:xfrm>
                  <a:off x="10704509" y="3839135"/>
                  <a:ext cx="3924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5" name="Ink 54">
                  <a:extLst>
                    <a:ext uri="{FF2B5EF4-FFF2-40B4-BE49-F238E27FC236}">
                      <a16:creationId xmlns:a16="http://schemas.microsoft.com/office/drawing/2014/main" id="{7C0CE8A6-9677-1DFB-992D-EBB6DFEEE795}"/>
                    </a:ext>
                  </a:extLst>
                </p14:cNvPr>
                <p14:cNvContentPartPr/>
                <p14:nvPr/>
              </p14:nvContentPartPr>
              <p14:xfrm>
                <a:off x="11220029" y="3839855"/>
                <a:ext cx="77400" cy="84960"/>
              </p14:xfrm>
            </p:contentPart>
          </mc:Choice>
          <mc:Fallback>
            <p:pic>
              <p:nvPicPr>
                <p:cNvPr id="55" name="Ink 54">
                  <a:extLst>
                    <a:ext uri="{FF2B5EF4-FFF2-40B4-BE49-F238E27FC236}">
                      <a16:creationId xmlns:a16="http://schemas.microsoft.com/office/drawing/2014/main" id="{7C0CE8A6-9677-1DFB-992D-EBB6DFEEE795}"/>
                    </a:ext>
                  </a:extLst>
                </p:cNvPr>
                <p:cNvPicPr/>
                <p:nvPr/>
              </p:nvPicPr>
              <p:blipFill>
                <a:blip r:embed="rId64"/>
                <a:stretch>
                  <a:fillRect/>
                </a:stretch>
              </p:blipFill>
              <p:spPr>
                <a:xfrm>
                  <a:off x="11213909" y="3833735"/>
                  <a:ext cx="8964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56" name="Ink 55">
                  <a:extLst>
                    <a:ext uri="{FF2B5EF4-FFF2-40B4-BE49-F238E27FC236}">
                      <a16:creationId xmlns:a16="http://schemas.microsoft.com/office/drawing/2014/main" id="{58E43356-BC55-2529-F81C-EDE044F4E5B2}"/>
                    </a:ext>
                  </a:extLst>
                </p14:cNvPr>
                <p14:cNvContentPartPr/>
                <p14:nvPr/>
              </p14:nvContentPartPr>
              <p14:xfrm>
                <a:off x="11412989" y="3741575"/>
                <a:ext cx="240120" cy="270000"/>
              </p14:xfrm>
            </p:contentPart>
          </mc:Choice>
          <mc:Fallback>
            <p:pic>
              <p:nvPicPr>
                <p:cNvPr id="56" name="Ink 55">
                  <a:extLst>
                    <a:ext uri="{FF2B5EF4-FFF2-40B4-BE49-F238E27FC236}">
                      <a16:creationId xmlns:a16="http://schemas.microsoft.com/office/drawing/2014/main" id="{58E43356-BC55-2529-F81C-EDE044F4E5B2}"/>
                    </a:ext>
                  </a:extLst>
                </p:cNvPr>
                <p:cNvPicPr/>
                <p:nvPr/>
              </p:nvPicPr>
              <p:blipFill>
                <a:blip r:embed="rId66"/>
                <a:stretch>
                  <a:fillRect/>
                </a:stretch>
              </p:blipFill>
              <p:spPr>
                <a:xfrm>
                  <a:off x="11406869" y="3735455"/>
                  <a:ext cx="252360" cy="282240"/>
                </a:xfrm>
                <a:prstGeom prst="rect">
                  <a:avLst/>
                </a:prstGeom>
              </p:spPr>
            </p:pic>
          </mc:Fallback>
        </mc:AlternateContent>
      </p:grpSp>
      <p:grpSp>
        <p:nvGrpSpPr>
          <p:cNvPr id="584" name="Group 583">
            <a:extLst>
              <a:ext uri="{FF2B5EF4-FFF2-40B4-BE49-F238E27FC236}">
                <a16:creationId xmlns:a16="http://schemas.microsoft.com/office/drawing/2014/main" id="{1623FA95-6D0C-C665-C231-FB453338CD7C}"/>
              </a:ext>
            </a:extLst>
          </p:cNvPr>
          <p:cNvGrpSpPr/>
          <p:nvPr/>
        </p:nvGrpSpPr>
        <p:grpSpPr>
          <a:xfrm>
            <a:off x="1261349" y="4630775"/>
            <a:ext cx="1308240" cy="1388880"/>
            <a:chOff x="1261349" y="4630775"/>
            <a:chExt cx="1308240" cy="1388880"/>
          </a:xfrm>
        </p:grpSpPr>
        <mc:AlternateContent xmlns:mc="http://schemas.openxmlformats.org/markup-compatibility/2006">
          <mc:Choice xmlns:p14="http://schemas.microsoft.com/office/powerpoint/2010/main" Requires="p14">
            <p:contentPart p14:bwMode="auto" r:id="rId67">
              <p14:nvContentPartPr>
                <p14:cNvPr id="59" name="Ink 58">
                  <a:extLst>
                    <a:ext uri="{FF2B5EF4-FFF2-40B4-BE49-F238E27FC236}">
                      <a16:creationId xmlns:a16="http://schemas.microsoft.com/office/drawing/2014/main" id="{62CD89BE-5900-268F-B569-54FBEF0780B7}"/>
                    </a:ext>
                  </a:extLst>
                </p14:cNvPr>
                <p14:cNvContentPartPr/>
                <p14:nvPr/>
              </p14:nvContentPartPr>
              <p14:xfrm>
                <a:off x="1543229" y="4630775"/>
                <a:ext cx="1026360" cy="447480"/>
              </p14:xfrm>
            </p:contentPart>
          </mc:Choice>
          <mc:Fallback>
            <p:pic>
              <p:nvPicPr>
                <p:cNvPr id="59" name="Ink 58">
                  <a:extLst>
                    <a:ext uri="{FF2B5EF4-FFF2-40B4-BE49-F238E27FC236}">
                      <a16:creationId xmlns:a16="http://schemas.microsoft.com/office/drawing/2014/main" id="{62CD89BE-5900-268F-B569-54FBEF0780B7}"/>
                    </a:ext>
                  </a:extLst>
                </p:cNvPr>
                <p:cNvPicPr/>
                <p:nvPr/>
              </p:nvPicPr>
              <p:blipFill>
                <a:blip r:embed="rId68"/>
                <a:stretch>
                  <a:fillRect/>
                </a:stretch>
              </p:blipFill>
              <p:spPr>
                <a:xfrm>
                  <a:off x="1537109" y="4624655"/>
                  <a:ext cx="1038600" cy="4597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60" name="Ink 59">
                  <a:extLst>
                    <a:ext uri="{FF2B5EF4-FFF2-40B4-BE49-F238E27FC236}">
                      <a16:creationId xmlns:a16="http://schemas.microsoft.com/office/drawing/2014/main" id="{C220C96B-1BB2-BB19-51FA-B16CD7929376}"/>
                    </a:ext>
                  </a:extLst>
                </p14:cNvPr>
                <p14:cNvContentPartPr/>
                <p14:nvPr/>
              </p14:nvContentPartPr>
              <p14:xfrm>
                <a:off x="1261349" y="5149535"/>
                <a:ext cx="520560" cy="870120"/>
              </p14:xfrm>
            </p:contentPart>
          </mc:Choice>
          <mc:Fallback>
            <p:pic>
              <p:nvPicPr>
                <p:cNvPr id="60" name="Ink 59">
                  <a:extLst>
                    <a:ext uri="{FF2B5EF4-FFF2-40B4-BE49-F238E27FC236}">
                      <a16:creationId xmlns:a16="http://schemas.microsoft.com/office/drawing/2014/main" id="{C220C96B-1BB2-BB19-51FA-B16CD7929376}"/>
                    </a:ext>
                  </a:extLst>
                </p:cNvPr>
                <p:cNvPicPr/>
                <p:nvPr/>
              </p:nvPicPr>
              <p:blipFill>
                <a:blip r:embed="rId70"/>
                <a:stretch>
                  <a:fillRect/>
                </a:stretch>
              </p:blipFill>
              <p:spPr>
                <a:xfrm>
                  <a:off x="1255229" y="5143415"/>
                  <a:ext cx="532800" cy="882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1">
            <p14:nvContentPartPr>
              <p14:cNvPr id="62" name="Ink 61">
                <a:extLst>
                  <a:ext uri="{FF2B5EF4-FFF2-40B4-BE49-F238E27FC236}">
                    <a16:creationId xmlns:a16="http://schemas.microsoft.com/office/drawing/2014/main" id="{CB1841D2-4D9F-A9BA-8029-B6B82FEBB3DF}"/>
                  </a:ext>
                </a:extLst>
              </p14:cNvPr>
              <p14:cNvContentPartPr/>
              <p14:nvPr/>
            </p14:nvContentPartPr>
            <p14:xfrm>
              <a:off x="1580309" y="5068175"/>
              <a:ext cx="1305360" cy="861840"/>
            </p14:xfrm>
          </p:contentPart>
        </mc:Choice>
        <mc:Fallback>
          <p:pic>
            <p:nvPicPr>
              <p:cNvPr id="62" name="Ink 61">
                <a:extLst>
                  <a:ext uri="{FF2B5EF4-FFF2-40B4-BE49-F238E27FC236}">
                    <a16:creationId xmlns:a16="http://schemas.microsoft.com/office/drawing/2014/main" id="{CB1841D2-4D9F-A9BA-8029-B6B82FEBB3DF}"/>
                  </a:ext>
                </a:extLst>
              </p:cNvPr>
              <p:cNvPicPr/>
              <p:nvPr/>
            </p:nvPicPr>
            <p:blipFill>
              <a:blip r:embed="rId72"/>
              <a:stretch>
                <a:fillRect/>
              </a:stretch>
            </p:blipFill>
            <p:spPr>
              <a:xfrm>
                <a:off x="1574189" y="5062055"/>
                <a:ext cx="1317600" cy="8740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77" name="Ink 576">
                <a:extLst>
                  <a:ext uri="{FF2B5EF4-FFF2-40B4-BE49-F238E27FC236}">
                    <a16:creationId xmlns:a16="http://schemas.microsoft.com/office/drawing/2014/main" id="{5081F3D2-3BF3-95E0-3DE2-46FD3759A741}"/>
                  </a:ext>
                </a:extLst>
              </p14:cNvPr>
              <p14:cNvContentPartPr/>
              <p14:nvPr/>
            </p14:nvContentPartPr>
            <p14:xfrm>
              <a:off x="4443749" y="5368415"/>
              <a:ext cx="474480" cy="117720"/>
            </p14:xfrm>
          </p:contentPart>
        </mc:Choice>
        <mc:Fallback>
          <p:pic>
            <p:nvPicPr>
              <p:cNvPr id="577" name="Ink 576">
                <a:extLst>
                  <a:ext uri="{FF2B5EF4-FFF2-40B4-BE49-F238E27FC236}">
                    <a16:creationId xmlns:a16="http://schemas.microsoft.com/office/drawing/2014/main" id="{5081F3D2-3BF3-95E0-3DE2-46FD3759A741}"/>
                  </a:ext>
                </a:extLst>
              </p:cNvPr>
              <p:cNvPicPr/>
              <p:nvPr/>
            </p:nvPicPr>
            <p:blipFill>
              <a:blip r:embed="rId74"/>
              <a:stretch>
                <a:fillRect/>
              </a:stretch>
            </p:blipFill>
            <p:spPr>
              <a:xfrm>
                <a:off x="4437629" y="5362295"/>
                <a:ext cx="48672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80" name="Ink 579">
                <a:extLst>
                  <a:ext uri="{FF2B5EF4-FFF2-40B4-BE49-F238E27FC236}">
                    <a16:creationId xmlns:a16="http://schemas.microsoft.com/office/drawing/2014/main" id="{37C0A339-FA54-18FC-010D-7537FAC0D628}"/>
                  </a:ext>
                </a:extLst>
              </p14:cNvPr>
              <p14:cNvContentPartPr/>
              <p14:nvPr/>
            </p14:nvContentPartPr>
            <p14:xfrm>
              <a:off x="4533029" y="5701775"/>
              <a:ext cx="371160" cy="106920"/>
            </p14:xfrm>
          </p:contentPart>
        </mc:Choice>
        <mc:Fallback>
          <p:pic>
            <p:nvPicPr>
              <p:cNvPr id="580" name="Ink 579">
                <a:extLst>
                  <a:ext uri="{FF2B5EF4-FFF2-40B4-BE49-F238E27FC236}">
                    <a16:creationId xmlns:a16="http://schemas.microsoft.com/office/drawing/2014/main" id="{37C0A339-FA54-18FC-010D-7537FAC0D628}"/>
                  </a:ext>
                </a:extLst>
              </p:cNvPr>
              <p:cNvPicPr/>
              <p:nvPr/>
            </p:nvPicPr>
            <p:blipFill>
              <a:blip r:embed="rId76"/>
              <a:stretch>
                <a:fillRect/>
              </a:stretch>
            </p:blipFill>
            <p:spPr>
              <a:xfrm>
                <a:off x="4526909" y="5695655"/>
                <a:ext cx="38340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3" name="Ink 62">
                <a:extLst>
                  <a:ext uri="{FF2B5EF4-FFF2-40B4-BE49-F238E27FC236}">
                    <a16:creationId xmlns:a16="http://schemas.microsoft.com/office/drawing/2014/main" id="{6605EA7E-E02C-209D-415F-FF402718D134}"/>
                  </a:ext>
                </a:extLst>
              </p14:cNvPr>
              <p14:cNvContentPartPr/>
              <p14:nvPr/>
            </p14:nvContentPartPr>
            <p14:xfrm>
              <a:off x="3674069" y="5374535"/>
              <a:ext cx="563040" cy="130680"/>
            </p14:xfrm>
          </p:contentPart>
        </mc:Choice>
        <mc:Fallback>
          <p:pic>
            <p:nvPicPr>
              <p:cNvPr id="63" name="Ink 62">
                <a:extLst>
                  <a:ext uri="{FF2B5EF4-FFF2-40B4-BE49-F238E27FC236}">
                    <a16:creationId xmlns:a16="http://schemas.microsoft.com/office/drawing/2014/main" id="{6605EA7E-E02C-209D-415F-FF402718D134}"/>
                  </a:ext>
                </a:extLst>
              </p:cNvPr>
              <p:cNvPicPr/>
              <p:nvPr/>
            </p:nvPicPr>
            <p:blipFill>
              <a:blip r:embed="rId78"/>
              <a:stretch>
                <a:fillRect/>
              </a:stretch>
            </p:blipFill>
            <p:spPr>
              <a:xfrm>
                <a:off x="3667949" y="5368415"/>
                <a:ext cx="57528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78" name="Ink 577">
                <a:extLst>
                  <a:ext uri="{FF2B5EF4-FFF2-40B4-BE49-F238E27FC236}">
                    <a16:creationId xmlns:a16="http://schemas.microsoft.com/office/drawing/2014/main" id="{0F1DAB51-C904-9AD6-9C99-28ED96906B04}"/>
                  </a:ext>
                </a:extLst>
              </p14:cNvPr>
              <p14:cNvContentPartPr/>
              <p14:nvPr/>
            </p14:nvContentPartPr>
            <p14:xfrm>
              <a:off x="3872429" y="5693135"/>
              <a:ext cx="463320" cy="127440"/>
            </p14:xfrm>
          </p:contentPart>
        </mc:Choice>
        <mc:Fallback>
          <p:pic>
            <p:nvPicPr>
              <p:cNvPr id="578" name="Ink 577">
                <a:extLst>
                  <a:ext uri="{FF2B5EF4-FFF2-40B4-BE49-F238E27FC236}">
                    <a16:creationId xmlns:a16="http://schemas.microsoft.com/office/drawing/2014/main" id="{0F1DAB51-C904-9AD6-9C99-28ED96906B04}"/>
                  </a:ext>
                </a:extLst>
              </p:cNvPr>
              <p:cNvPicPr/>
              <p:nvPr/>
            </p:nvPicPr>
            <p:blipFill>
              <a:blip r:embed="rId80"/>
              <a:stretch>
                <a:fillRect/>
              </a:stretch>
            </p:blipFill>
            <p:spPr>
              <a:xfrm>
                <a:off x="3866309" y="5687015"/>
                <a:ext cx="47556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81" name="Ink 580">
                <a:extLst>
                  <a:ext uri="{FF2B5EF4-FFF2-40B4-BE49-F238E27FC236}">
                    <a16:creationId xmlns:a16="http://schemas.microsoft.com/office/drawing/2014/main" id="{CD98F1BE-40CA-2AE9-78A4-EBEB35B026EB}"/>
                  </a:ext>
                </a:extLst>
              </p14:cNvPr>
              <p14:cNvContentPartPr/>
              <p14:nvPr/>
            </p14:nvContentPartPr>
            <p14:xfrm>
              <a:off x="3488669" y="5100575"/>
              <a:ext cx="252720" cy="784440"/>
            </p14:xfrm>
          </p:contentPart>
        </mc:Choice>
        <mc:Fallback>
          <p:pic>
            <p:nvPicPr>
              <p:cNvPr id="581" name="Ink 580">
                <a:extLst>
                  <a:ext uri="{FF2B5EF4-FFF2-40B4-BE49-F238E27FC236}">
                    <a16:creationId xmlns:a16="http://schemas.microsoft.com/office/drawing/2014/main" id="{CD98F1BE-40CA-2AE9-78A4-EBEB35B026EB}"/>
                  </a:ext>
                </a:extLst>
              </p:cNvPr>
              <p:cNvPicPr/>
              <p:nvPr/>
            </p:nvPicPr>
            <p:blipFill>
              <a:blip r:embed="rId82"/>
              <a:stretch>
                <a:fillRect/>
              </a:stretch>
            </p:blipFill>
            <p:spPr>
              <a:xfrm>
                <a:off x="3482549" y="5094455"/>
                <a:ext cx="264960" cy="796680"/>
              </a:xfrm>
              <a:prstGeom prst="rect">
                <a:avLst/>
              </a:prstGeom>
            </p:spPr>
          </p:pic>
        </mc:Fallback>
      </mc:AlternateContent>
      <p:grpSp>
        <p:nvGrpSpPr>
          <p:cNvPr id="587" name="Group 586">
            <a:extLst>
              <a:ext uri="{FF2B5EF4-FFF2-40B4-BE49-F238E27FC236}">
                <a16:creationId xmlns:a16="http://schemas.microsoft.com/office/drawing/2014/main" id="{0B9F50BB-849A-5AB2-16FC-D3050E3B27BF}"/>
              </a:ext>
            </a:extLst>
          </p:cNvPr>
          <p:cNvGrpSpPr/>
          <p:nvPr/>
        </p:nvGrpSpPr>
        <p:grpSpPr>
          <a:xfrm>
            <a:off x="4649309" y="5109935"/>
            <a:ext cx="1076400" cy="849960"/>
            <a:chOff x="4649309" y="5109935"/>
            <a:chExt cx="1076400" cy="849960"/>
          </a:xfrm>
        </p:grpSpPr>
        <mc:AlternateContent xmlns:mc="http://schemas.openxmlformats.org/markup-compatibility/2006">
          <mc:Choice xmlns:p14="http://schemas.microsoft.com/office/powerpoint/2010/main" Requires="p14">
            <p:contentPart p14:bwMode="auto" r:id="rId83">
              <p14:nvContentPartPr>
                <p14:cNvPr id="582" name="Ink 581">
                  <a:extLst>
                    <a:ext uri="{FF2B5EF4-FFF2-40B4-BE49-F238E27FC236}">
                      <a16:creationId xmlns:a16="http://schemas.microsoft.com/office/drawing/2014/main" id="{E7589971-FD01-2DD6-4283-FAE67D40D806}"/>
                    </a:ext>
                  </a:extLst>
                </p14:cNvPr>
                <p14:cNvContentPartPr/>
                <p14:nvPr/>
              </p14:nvContentPartPr>
              <p14:xfrm>
                <a:off x="4649309" y="5109935"/>
                <a:ext cx="227880" cy="849960"/>
              </p14:xfrm>
            </p:contentPart>
          </mc:Choice>
          <mc:Fallback>
            <p:pic>
              <p:nvPicPr>
                <p:cNvPr id="582" name="Ink 581">
                  <a:extLst>
                    <a:ext uri="{FF2B5EF4-FFF2-40B4-BE49-F238E27FC236}">
                      <a16:creationId xmlns:a16="http://schemas.microsoft.com/office/drawing/2014/main" id="{E7589971-FD01-2DD6-4283-FAE67D40D806}"/>
                    </a:ext>
                  </a:extLst>
                </p:cNvPr>
                <p:cNvPicPr/>
                <p:nvPr/>
              </p:nvPicPr>
              <p:blipFill>
                <a:blip r:embed="rId84"/>
                <a:stretch>
                  <a:fillRect/>
                </a:stretch>
              </p:blipFill>
              <p:spPr>
                <a:xfrm>
                  <a:off x="4643189" y="5103815"/>
                  <a:ext cx="240120" cy="8622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85" name="Ink 584">
                  <a:extLst>
                    <a:ext uri="{FF2B5EF4-FFF2-40B4-BE49-F238E27FC236}">
                      <a16:creationId xmlns:a16="http://schemas.microsoft.com/office/drawing/2014/main" id="{5255741C-0F52-69E1-B434-A6F9A3A49A5A}"/>
                    </a:ext>
                  </a:extLst>
                </p14:cNvPr>
                <p14:cNvContentPartPr/>
                <p14:nvPr/>
              </p14:nvContentPartPr>
              <p14:xfrm>
                <a:off x="5152589" y="5460575"/>
                <a:ext cx="573120" cy="59760"/>
              </p14:xfrm>
            </p:contentPart>
          </mc:Choice>
          <mc:Fallback>
            <p:pic>
              <p:nvPicPr>
                <p:cNvPr id="585" name="Ink 584">
                  <a:extLst>
                    <a:ext uri="{FF2B5EF4-FFF2-40B4-BE49-F238E27FC236}">
                      <a16:creationId xmlns:a16="http://schemas.microsoft.com/office/drawing/2014/main" id="{5255741C-0F52-69E1-B434-A6F9A3A49A5A}"/>
                    </a:ext>
                  </a:extLst>
                </p:cNvPr>
                <p:cNvPicPr/>
                <p:nvPr/>
              </p:nvPicPr>
              <p:blipFill>
                <a:blip r:embed="rId86"/>
                <a:stretch>
                  <a:fillRect/>
                </a:stretch>
              </p:blipFill>
              <p:spPr>
                <a:xfrm>
                  <a:off x="5146469" y="5454455"/>
                  <a:ext cx="585360" cy="72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7">
            <p14:nvContentPartPr>
              <p14:cNvPr id="586" name="Ink 585">
                <a:extLst>
                  <a:ext uri="{FF2B5EF4-FFF2-40B4-BE49-F238E27FC236}">
                    <a16:creationId xmlns:a16="http://schemas.microsoft.com/office/drawing/2014/main" id="{6FC92F6A-C693-9499-44BD-729E802836DF}"/>
                  </a:ext>
                </a:extLst>
              </p14:cNvPr>
              <p14:cNvContentPartPr/>
              <p14:nvPr/>
            </p14:nvContentPartPr>
            <p14:xfrm>
              <a:off x="6075629" y="5252495"/>
              <a:ext cx="517680" cy="35280"/>
            </p14:xfrm>
          </p:contentPart>
        </mc:Choice>
        <mc:Fallback>
          <p:pic>
            <p:nvPicPr>
              <p:cNvPr id="586" name="Ink 585">
                <a:extLst>
                  <a:ext uri="{FF2B5EF4-FFF2-40B4-BE49-F238E27FC236}">
                    <a16:creationId xmlns:a16="http://schemas.microsoft.com/office/drawing/2014/main" id="{6FC92F6A-C693-9499-44BD-729E802836DF}"/>
                  </a:ext>
                </a:extLst>
              </p:cNvPr>
              <p:cNvPicPr/>
              <p:nvPr/>
            </p:nvPicPr>
            <p:blipFill>
              <a:blip r:embed="rId88"/>
              <a:stretch>
                <a:fillRect/>
              </a:stretch>
            </p:blipFill>
            <p:spPr>
              <a:xfrm>
                <a:off x="6069509" y="5246375"/>
                <a:ext cx="529920" cy="47520"/>
              </a:xfrm>
              <a:prstGeom prst="rect">
                <a:avLst/>
              </a:prstGeom>
            </p:spPr>
          </p:pic>
        </mc:Fallback>
      </mc:AlternateContent>
      <p:grpSp>
        <p:nvGrpSpPr>
          <p:cNvPr id="589" name="Group 588">
            <a:extLst>
              <a:ext uri="{FF2B5EF4-FFF2-40B4-BE49-F238E27FC236}">
                <a16:creationId xmlns:a16="http://schemas.microsoft.com/office/drawing/2014/main" id="{8284FA38-5DD2-63F8-4116-65EC42747C26}"/>
              </a:ext>
            </a:extLst>
          </p:cNvPr>
          <p:cNvGrpSpPr/>
          <p:nvPr/>
        </p:nvGrpSpPr>
        <p:grpSpPr>
          <a:xfrm>
            <a:off x="5136029" y="2209055"/>
            <a:ext cx="3650040" cy="813960"/>
            <a:chOff x="5136029" y="2209055"/>
            <a:chExt cx="3650040" cy="813960"/>
          </a:xfrm>
        </p:grpSpPr>
        <mc:AlternateContent xmlns:mc="http://schemas.openxmlformats.org/markup-compatibility/2006">
          <mc:Choice xmlns:p14="http://schemas.microsoft.com/office/powerpoint/2010/main" Requires="p14">
            <p:contentPart p14:bwMode="auto" r:id="rId89">
              <p14:nvContentPartPr>
                <p14:cNvPr id="6" name="Ink 5">
                  <a:extLst>
                    <a:ext uri="{FF2B5EF4-FFF2-40B4-BE49-F238E27FC236}">
                      <a16:creationId xmlns:a16="http://schemas.microsoft.com/office/drawing/2014/main" id="{4988AFBB-752F-6DCA-91B6-B900F12D3B29}"/>
                    </a:ext>
                  </a:extLst>
                </p14:cNvPr>
                <p14:cNvContentPartPr/>
                <p14:nvPr/>
              </p14:nvContentPartPr>
              <p14:xfrm>
                <a:off x="5418989" y="2220575"/>
                <a:ext cx="225720" cy="289440"/>
              </p14:xfrm>
            </p:contentPart>
          </mc:Choice>
          <mc:Fallback>
            <p:pic>
              <p:nvPicPr>
                <p:cNvPr id="6" name="Ink 5">
                  <a:extLst>
                    <a:ext uri="{FF2B5EF4-FFF2-40B4-BE49-F238E27FC236}">
                      <a16:creationId xmlns:a16="http://schemas.microsoft.com/office/drawing/2014/main" id="{4988AFBB-752F-6DCA-91B6-B900F12D3B29}"/>
                    </a:ext>
                  </a:extLst>
                </p:cNvPr>
                <p:cNvPicPr/>
                <p:nvPr/>
              </p:nvPicPr>
              <p:blipFill>
                <a:blip r:embed="rId90"/>
                <a:stretch>
                  <a:fillRect/>
                </a:stretch>
              </p:blipFill>
              <p:spPr>
                <a:xfrm>
                  <a:off x="5412869" y="2214455"/>
                  <a:ext cx="23796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7" name="Ink 6">
                  <a:extLst>
                    <a:ext uri="{FF2B5EF4-FFF2-40B4-BE49-F238E27FC236}">
                      <a16:creationId xmlns:a16="http://schemas.microsoft.com/office/drawing/2014/main" id="{3AFDCA6E-9859-5B38-8635-6AE759A13FF4}"/>
                    </a:ext>
                  </a:extLst>
                </p14:cNvPr>
                <p14:cNvContentPartPr/>
                <p14:nvPr/>
              </p14:nvContentPartPr>
              <p14:xfrm>
                <a:off x="5498909" y="2335055"/>
                <a:ext cx="35280" cy="342000"/>
              </p14:xfrm>
            </p:contentPart>
          </mc:Choice>
          <mc:Fallback>
            <p:pic>
              <p:nvPicPr>
                <p:cNvPr id="7" name="Ink 6">
                  <a:extLst>
                    <a:ext uri="{FF2B5EF4-FFF2-40B4-BE49-F238E27FC236}">
                      <a16:creationId xmlns:a16="http://schemas.microsoft.com/office/drawing/2014/main" id="{3AFDCA6E-9859-5B38-8635-6AE759A13FF4}"/>
                    </a:ext>
                  </a:extLst>
                </p:cNvPr>
                <p:cNvPicPr/>
                <p:nvPr/>
              </p:nvPicPr>
              <p:blipFill>
                <a:blip r:embed="rId92"/>
                <a:stretch>
                  <a:fillRect/>
                </a:stretch>
              </p:blipFill>
              <p:spPr>
                <a:xfrm>
                  <a:off x="5492789" y="2328935"/>
                  <a:ext cx="4752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8" name="Ink 7">
                  <a:extLst>
                    <a:ext uri="{FF2B5EF4-FFF2-40B4-BE49-F238E27FC236}">
                      <a16:creationId xmlns:a16="http://schemas.microsoft.com/office/drawing/2014/main" id="{F7635069-D7B3-1742-5189-6444E2BA5946}"/>
                    </a:ext>
                  </a:extLst>
                </p14:cNvPr>
                <p14:cNvContentPartPr/>
                <p14:nvPr/>
              </p14:nvContentPartPr>
              <p14:xfrm>
                <a:off x="5787989" y="2209055"/>
                <a:ext cx="122760" cy="64800"/>
              </p14:xfrm>
            </p:contentPart>
          </mc:Choice>
          <mc:Fallback>
            <p:pic>
              <p:nvPicPr>
                <p:cNvPr id="8" name="Ink 7">
                  <a:extLst>
                    <a:ext uri="{FF2B5EF4-FFF2-40B4-BE49-F238E27FC236}">
                      <a16:creationId xmlns:a16="http://schemas.microsoft.com/office/drawing/2014/main" id="{F7635069-D7B3-1742-5189-6444E2BA5946}"/>
                    </a:ext>
                  </a:extLst>
                </p:cNvPr>
                <p:cNvPicPr/>
                <p:nvPr/>
              </p:nvPicPr>
              <p:blipFill>
                <a:blip r:embed="rId94"/>
                <a:stretch>
                  <a:fillRect/>
                </a:stretch>
              </p:blipFill>
              <p:spPr>
                <a:xfrm>
                  <a:off x="5781869" y="2202935"/>
                  <a:ext cx="13500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9" name="Ink 8">
                  <a:extLst>
                    <a:ext uri="{FF2B5EF4-FFF2-40B4-BE49-F238E27FC236}">
                      <a16:creationId xmlns:a16="http://schemas.microsoft.com/office/drawing/2014/main" id="{B9AF8D9C-39E7-EFF8-BAFD-BE6607AA4114}"/>
                    </a:ext>
                  </a:extLst>
                </p14:cNvPr>
                <p14:cNvContentPartPr/>
                <p14:nvPr/>
              </p14:nvContentPartPr>
              <p14:xfrm>
                <a:off x="5691509" y="2286095"/>
                <a:ext cx="150480" cy="246960"/>
              </p14:xfrm>
            </p:contentPart>
          </mc:Choice>
          <mc:Fallback>
            <p:pic>
              <p:nvPicPr>
                <p:cNvPr id="9" name="Ink 8">
                  <a:extLst>
                    <a:ext uri="{FF2B5EF4-FFF2-40B4-BE49-F238E27FC236}">
                      <a16:creationId xmlns:a16="http://schemas.microsoft.com/office/drawing/2014/main" id="{B9AF8D9C-39E7-EFF8-BAFD-BE6607AA4114}"/>
                    </a:ext>
                  </a:extLst>
                </p:cNvPr>
                <p:cNvPicPr/>
                <p:nvPr/>
              </p:nvPicPr>
              <p:blipFill>
                <a:blip r:embed="rId96"/>
                <a:stretch>
                  <a:fillRect/>
                </a:stretch>
              </p:blipFill>
              <p:spPr>
                <a:xfrm>
                  <a:off x="5685389" y="2279975"/>
                  <a:ext cx="16272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10" name="Ink 9">
                  <a:extLst>
                    <a:ext uri="{FF2B5EF4-FFF2-40B4-BE49-F238E27FC236}">
                      <a16:creationId xmlns:a16="http://schemas.microsoft.com/office/drawing/2014/main" id="{B3283E92-B8FE-0903-B7FA-50E17601E35F}"/>
                    </a:ext>
                  </a:extLst>
                </p14:cNvPr>
                <p14:cNvContentPartPr/>
                <p14:nvPr/>
              </p14:nvContentPartPr>
              <p14:xfrm>
                <a:off x="5136029" y="2546015"/>
                <a:ext cx="1011600" cy="67320"/>
              </p14:xfrm>
            </p:contentPart>
          </mc:Choice>
          <mc:Fallback>
            <p:pic>
              <p:nvPicPr>
                <p:cNvPr id="10" name="Ink 9">
                  <a:extLst>
                    <a:ext uri="{FF2B5EF4-FFF2-40B4-BE49-F238E27FC236}">
                      <a16:creationId xmlns:a16="http://schemas.microsoft.com/office/drawing/2014/main" id="{B3283E92-B8FE-0903-B7FA-50E17601E35F}"/>
                    </a:ext>
                  </a:extLst>
                </p:cNvPr>
                <p:cNvPicPr/>
                <p:nvPr/>
              </p:nvPicPr>
              <p:blipFill>
                <a:blip r:embed="rId98"/>
                <a:stretch>
                  <a:fillRect/>
                </a:stretch>
              </p:blipFill>
              <p:spPr>
                <a:xfrm>
                  <a:off x="5129909" y="2539895"/>
                  <a:ext cx="102384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11" name="Ink 10">
                  <a:extLst>
                    <a:ext uri="{FF2B5EF4-FFF2-40B4-BE49-F238E27FC236}">
                      <a16:creationId xmlns:a16="http://schemas.microsoft.com/office/drawing/2014/main" id="{D3E4E9AA-F472-248E-8A67-5FA53B056840}"/>
                    </a:ext>
                  </a:extLst>
                </p14:cNvPr>
                <p14:cNvContentPartPr/>
                <p14:nvPr/>
              </p14:nvContentPartPr>
              <p14:xfrm>
                <a:off x="5390909" y="2699735"/>
                <a:ext cx="189720" cy="323280"/>
              </p14:xfrm>
            </p:contentPart>
          </mc:Choice>
          <mc:Fallback>
            <p:pic>
              <p:nvPicPr>
                <p:cNvPr id="11" name="Ink 10">
                  <a:extLst>
                    <a:ext uri="{FF2B5EF4-FFF2-40B4-BE49-F238E27FC236}">
                      <a16:creationId xmlns:a16="http://schemas.microsoft.com/office/drawing/2014/main" id="{D3E4E9AA-F472-248E-8A67-5FA53B056840}"/>
                    </a:ext>
                  </a:extLst>
                </p:cNvPr>
                <p:cNvPicPr/>
                <p:nvPr/>
              </p:nvPicPr>
              <p:blipFill>
                <a:blip r:embed="rId100"/>
                <a:stretch>
                  <a:fillRect/>
                </a:stretch>
              </p:blipFill>
              <p:spPr>
                <a:xfrm>
                  <a:off x="5384789" y="2693615"/>
                  <a:ext cx="20196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12" name="Ink 11">
                  <a:extLst>
                    <a:ext uri="{FF2B5EF4-FFF2-40B4-BE49-F238E27FC236}">
                      <a16:creationId xmlns:a16="http://schemas.microsoft.com/office/drawing/2014/main" id="{F74FA238-C9F4-2140-5BBB-C2DF488D0A9C}"/>
                    </a:ext>
                  </a:extLst>
                </p14:cNvPr>
                <p14:cNvContentPartPr/>
                <p14:nvPr/>
              </p14:nvContentPartPr>
              <p14:xfrm>
                <a:off x="5728229" y="2662655"/>
                <a:ext cx="129600" cy="19080"/>
              </p14:xfrm>
            </p:contentPart>
          </mc:Choice>
          <mc:Fallback>
            <p:pic>
              <p:nvPicPr>
                <p:cNvPr id="12" name="Ink 11">
                  <a:extLst>
                    <a:ext uri="{FF2B5EF4-FFF2-40B4-BE49-F238E27FC236}">
                      <a16:creationId xmlns:a16="http://schemas.microsoft.com/office/drawing/2014/main" id="{F74FA238-C9F4-2140-5BBB-C2DF488D0A9C}"/>
                    </a:ext>
                  </a:extLst>
                </p:cNvPr>
                <p:cNvPicPr/>
                <p:nvPr/>
              </p:nvPicPr>
              <p:blipFill>
                <a:blip r:embed="rId102"/>
                <a:stretch>
                  <a:fillRect/>
                </a:stretch>
              </p:blipFill>
              <p:spPr>
                <a:xfrm>
                  <a:off x="5722109" y="2656535"/>
                  <a:ext cx="1418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13" name="Ink 12">
                  <a:extLst>
                    <a:ext uri="{FF2B5EF4-FFF2-40B4-BE49-F238E27FC236}">
                      <a16:creationId xmlns:a16="http://schemas.microsoft.com/office/drawing/2014/main" id="{83A69EDB-42B0-D84F-0449-0D08BC9DD3E7}"/>
                    </a:ext>
                  </a:extLst>
                </p14:cNvPr>
                <p14:cNvContentPartPr/>
                <p14:nvPr/>
              </p14:nvContentPartPr>
              <p14:xfrm>
                <a:off x="5777909" y="2592455"/>
                <a:ext cx="28080" cy="4320"/>
              </p14:xfrm>
            </p:contentPart>
          </mc:Choice>
          <mc:Fallback>
            <p:pic>
              <p:nvPicPr>
                <p:cNvPr id="13" name="Ink 12">
                  <a:extLst>
                    <a:ext uri="{FF2B5EF4-FFF2-40B4-BE49-F238E27FC236}">
                      <a16:creationId xmlns:a16="http://schemas.microsoft.com/office/drawing/2014/main" id="{83A69EDB-42B0-D84F-0449-0D08BC9DD3E7}"/>
                    </a:ext>
                  </a:extLst>
                </p:cNvPr>
                <p:cNvPicPr/>
                <p:nvPr/>
              </p:nvPicPr>
              <p:blipFill>
                <a:blip r:embed="rId104"/>
                <a:stretch>
                  <a:fillRect/>
                </a:stretch>
              </p:blipFill>
              <p:spPr>
                <a:xfrm>
                  <a:off x="5771789" y="2586335"/>
                  <a:ext cx="4032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14" name="Ink 13">
                  <a:extLst>
                    <a:ext uri="{FF2B5EF4-FFF2-40B4-BE49-F238E27FC236}">
                      <a16:creationId xmlns:a16="http://schemas.microsoft.com/office/drawing/2014/main" id="{076390BD-B873-062E-D292-127D754E9E00}"/>
                    </a:ext>
                  </a:extLst>
                </p14:cNvPr>
                <p14:cNvContentPartPr/>
                <p14:nvPr/>
              </p14:nvContentPartPr>
              <p14:xfrm>
                <a:off x="5682869" y="2695775"/>
                <a:ext cx="186120" cy="273960"/>
              </p14:xfrm>
            </p:contentPart>
          </mc:Choice>
          <mc:Fallback>
            <p:pic>
              <p:nvPicPr>
                <p:cNvPr id="14" name="Ink 13">
                  <a:extLst>
                    <a:ext uri="{FF2B5EF4-FFF2-40B4-BE49-F238E27FC236}">
                      <a16:creationId xmlns:a16="http://schemas.microsoft.com/office/drawing/2014/main" id="{076390BD-B873-062E-D292-127D754E9E00}"/>
                    </a:ext>
                  </a:extLst>
                </p:cNvPr>
                <p:cNvPicPr/>
                <p:nvPr/>
              </p:nvPicPr>
              <p:blipFill>
                <a:blip r:embed="rId106"/>
                <a:stretch>
                  <a:fillRect/>
                </a:stretch>
              </p:blipFill>
              <p:spPr>
                <a:xfrm>
                  <a:off x="5676749" y="2689655"/>
                  <a:ext cx="19836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5" name="Ink 14">
                  <a:extLst>
                    <a:ext uri="{FF2B5EF4-FFF2-40B4-BE49-F238E27FC236}">
                      <a16:creationId xmlns:a16="http://schemas.microsoft.com/office/drawing/2014/main" id="{797D791F-4852-011E-27DD-425A117661CA}"/>
                    </a:ext>
                  </a:extLst>
                </p14:cNvPr>
                <p14:cNvContentPartPr/>
                <p14:nvPr/>
              </p14:nvContentPartPr>
              <p14:xfrm>
                <a:off x="6019469" y="2714855"/>
                <a:ext cx="268560" cy="136440"/>
              </p14:xfrm>
            </p:contentPart>
          </mc:Choice>
          <mc:Fallback>
            <p:pic>
              <p:nvPicPr>
                <p:cNvPr id="15" name="Ink 14">
                  <a:extLst>
                    <a:ext uri="{FF2B5EF4-FFF2-40B4-BE49-F238E27FC236}">
                      <a16:creationId xmlns:a16="http://schemas.microsoft.com/office/drawing/2014/main" id="{797D791F-4852-011E-27DD-425A117661CA}"/>
                    </a:ext>
                  </a:extLst>
                </p:cNvPr>
                <p:cNvPicPr/>
                <p:nvPr/>
              </p:nvPicPr>
              <p:blipFill>
                <a:blip r:embed="rId108"/>
                <a:stretch>
                  <a:fillRect/>
                </a:stretch>
              </p:blipFill>
              <p:spPr>
                <a:xfrm>
                  <a:off x="6013349" y="2708735"/>
                  <a:ext cx="2808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16" name="Ink 15">
                  <a:extLst>
                    <a:ext uri="{FF2B5EF4-FFF2-40B4-BE49-F238E27FC236}">
                      <a16:creationId xmlns:a16="http://schemas.microsoft.com/office/drawing/2014/main" id="{F43D0E0F-C228-2785-98A9-53803186AE5B}"/>
                    </a:ext>
                  </a:extLst>
                </p14:cNvPr>
                <p14:cNvContentPartPr/>
                <p14:nvPr/>
              </p14:nvContentPartPr>
              <p14:xfrm>
                <a:off x="6563789" y="2458895"/>
                <a:ext cx="204480" cy="231480"/>
              </p14:xfrm>
            </p:contentPart>
          </mc:Choice>
          <mc:Fallback>
            <p:pic>
              <p:nvPicPr>
                <p:cNvPr id="16" name="Ink 15">
                  <a:extLst>
                    <a:ext uri="{FF2B5EF4-FFF2-40B4-BE49-F238E27FC236}">
                      <a16:creationId xmlns:a16="http://schemas.microsoft.com/office/drawing/2014/main" id="{F43D0E0F-C228-2785-98A9-53803186AE5B}"/>
                    </a:ext>
                  </a:extLst>
                </p:cNvPr>
                <p:cNvPicPr/>
                <p:nvPr/>
              </p:nvPicPr>
              <p:blipFill>
                <a:blip r:embed="rId110"/>
                <a:stretch>
                  <a:fillRect/>
                </a:stretch>
              </p:blipFill>
              <p:spPr>
                <a:xfrm>
                  <a:off x="6557669" y="2452775"/>
                  <a:ext cx="21672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7" name="Ink 16">
                  <a:extLst>
                    <a:ext uri="{FF2B5EF4-FFF2-40B4-BE49-F238E27FC236}">
                      <a16:creationId xmlns:a16="http://schemas.microsoft.com/office/drawing/2014/main" id="{544B0473-136E-1ABB-92D4-DD7E9401F023}"/>
                    </a:ext>
                  </a:extLst>
                </p14:cNvPr>
                <p14:cNvContentPartPr/>
                <p14:nvPr/>
              </p14:nvContentPartPr>
              <p14:xfrm>
                <a:off x="7097309" y="2351615"/>
                <a:ext cx="208080" cy="192960"/>
              </p14:xfrm>
            </p:contentPart>
          </mc:Choice>
          <mc:Fallback>
            <p:pic>
              <p:nvPicPr>
                <p:cNvPr id="17" name="Ink 16">
                  <a:extLst>
                    <a:ext uri="{FF2B5EF4-FFF2-40B4-BE49-F238E27FC236}">
                      <a16:creationId xmlns:a16="http://schemas.microsoft.com/office/drawing/2014/main" id="{544B0473-136E-1ABB-92D4-DD7E9401F023}"/>
                    </a:ext>
                  </a:extLst>
                </p:cNvPr>
                <p:cNvPicPr/>
                <p:nvPr/>
              </p:nvPicPr>
              <p:blipFill>
                <a:blip r:embed="rId112"/>
                <a:stretch>
                  <a:fillRect/>
                </a:stretch>
              </p:blipFill>
              <p:spPr>
                <a:xfrm>
                  <a:off x="7091189" y="2345495"/>
                  <a:ext cx="22032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18" name="Ink 17">
                  <a:extLst>
                    <a:ext uri="{FF2B5EF4-FFF2-40B4-BE49-F238E27FC236}">
                      <a16:creationId xmlns:a16="http://schemas.microsoft.com/office/drawing/2014/main" id="{BC431216-1521-6F67-D0E3-C7804CB2F54F}"/>
                    </a:ext>
                  </a:extLst>
                </p14:cNvPr>
                <p14:cNvContentPartPr/>
                <p14:nvPr/>
              </p14:nvContentPartPr>
              <p14:xfrm>
                <a:off x="7464149" y="2459975"/>
                <a:ext cx="35640" cy="18000"/>
              </p14:xfrm>
            </p:contentPart>
          </mc:Choice>
          <mc:Fallback>
            <p:pic>
              <p:nvPicPr>
                <p:cNvPr id="18" name="Ink 17">
                  <a:extLst>
                    <a:ext uri="{FF2B5EF4-FFF2-40B4-BE49-F238E27FC236}">
                      <a16:creationId xmlns:a16="http://schemas.microsoft.com/office/drawing/2014/main" id="{BC431216-1521-6F67-D0E3-C7804CB2F54F}"/>
                    </a:ext>
                  </a:extLst>
                </p:cNvPr>
                <p:cNvPicPr/>
                <p:nvPr/>
              </p:nvPicPr>
              <p:blipFill>
                <a:blip r:embed="rId114"/>
                <a:stretch>
                  <a:fillRect/>
                </a:stretch>
              </p:blipFill>
              <p:spPr>
                <a:xfrm>
                  <a:off x="7458029" y="2453855"/>
                  <a:ext cx="478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19" name="Ink 18">
                  <a:extLst>
                    <a:ext uri="{FF2B5EF4-FFF2-40B4-BE49-F238E27FC236}">
                      <a16:creationId xmlns:a16="http://schemas.microsoft.com/office/drawing/2014/main" id="{B0B733DA-71E2-D60A-0515-C83D3EE53FD7}"/>
                    </a:ext>
                  </a:extLst>
                </p14:cNvPr>
                <p14:cNvContentPartPr/>
                <p14:nvPr/>
              </p14:nvContentPartPr>
              <p14:xfrm>
                <a:off x="7581869" y="2362055"/>
                <a:ext cx="220320" cy="205920"/>
              </p14:xfrm>
            </p:contentPart>
          </mc:Choice>
          <mc:Fallback>
            <p:pic>
              <p:nvPicPr>
                <p:cNvPr id="19" name="Ink 18">
                  <a:extLst>
                    <a:ext uri="{FF2B5EF4-FFF2-40B4-BE49-F238E27FC236}">
                      <a16:creationId xmlns:a16="http://schemas.microsoft.com/office/drawing/2014/main" id="{B0B733DA-71E2-D60A-0515-C83D3EE53FD7}"/>
                    </a:ext>
                  </a:extLst>
                </p:cNvPr>
                <p:cNvPicPr/>
                <p:nvPr/>
              </p:nvPicPr>
              <p:blipFill>
                <a:blip r:embed="rId116"/>
                <a:stretch>
                  <a:fillRect/>
                </a:stretch>
              </p:blipFill>
              <p:spPr>
                <a:xfrm>
                  <a:off x="7575749" y="2355935"/>
                  <a:ext cx="23256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20" name="Ink 19">
                  <a:extLst>
                    <a:ext uri="{FF2B5EF4-FFF2-40B4-BE49-F238E27FC236}">
                      <a16:creationId xmlns:a16="http://schemas.microsoft.com/office/drawing/2014/main" id="{926891C0-34F3-067D-C7C6-3EBC3D6DB4C2}"/>
                    </a:ext>
                  </a:extLst>
                </p14:cNvPr>
                <p14:cNvContentPartPr/>
                <p14:nvPr/>
              </p14:nvContentPartPr>
              <p14:xfrm>
                <a:off x="7981829" y="2309855"/>
                <a:ext cx="217080" cy="83520"/>
              </p14:xfrm>
            </p:contentPart>
          </mc:Choice>
          <mc:Fallback>
            <p:pic>
              <p:nvPicPr>
                <p:cNvPr id="20" name="Ink 19">
                  <a:extLst>
                    <a:ext uri="{FF2B5EF4-FFF2-40B4-BE49-F238E27FC236}">
                      <a16:creationId xmlns:a16="http://schemas.microsoft.com/office/drawing/2014/main" id="{926891C0-34F3-067D-C7C6-3EBC3D6DB4C2}"/>
                    </a:ext>
                  </a:extLst>
                </p:cNvPr>
                <p:cNvPicPr/>
                <p:nvPr/>
              </p:nvPicPr>
              <p:blipFill>
                <a:blip r:embed="rId118"/>
                <a:stretch>
                  <a:fillRect/>
                </a:stretch>
              </p:blipFill>
              <p:spPr>
                <a:xfrm>
                  <a:off x="7975709" y="2303735"/>
                  <a:ext cx="22932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21" name="Ink 20">
                  <a:extLst>
                    <a:ext uri="{FF2B5EF4-FFF2-40B4-BE49-F238E27FC236}">
                      <a16:creationId xmlns:a16="http://schemas.microsoft.com/office/drawing/2014/main" id="{3AB6943E-747D-053D-53DC-EA06F3393FF2}"/>
                    </a:ext>
                  </a:extLst>
                </p14:cNvPr>
                <p14:cNvContentPartPr/>
                <p14:nvPr/>
              </p14:nvContentPartPr>
              <p14:xfrm>
                <a:off x="7924589" y="2394455"/>
                <a:ext cx="305280" cy="240120"/>
              </p14:xfrm>
            </p:contentPart>
          </mc:Choice>
          <mc:Fallback>
            <p:pic>
              <p:nvPicPr>
                <p:cNvPr id="21" name="Ink 20">
                  <a:extLst>
                    <a:ext uri="{FF2B5EF4-FFF2-40B4-BE49-F238E27FC236}">
                      <a16:creationId xmlns:a16="http://schemas.microsoft.com/office/drawing/2014/main" id="{3AB6943E-747D-053D-53DC-EA06F3393FF2}"/>
                    </a:ext>
                  </a:extLst>
                </p:cNvPr>
                <p:cNvPicPr/>
                <p:nvPr/>
              </p:nvPicPr>
              <p:blipFill>
                <a:blip r:embed="rId120"/>
                <a:stretch>
                  <a:fillRect/>
                </a:stretch>
              </p:blipFill>
              <p:spPr>
                <a:xfrm>
                  <a:off x="7918469" y="2388335"/>
                  <a:ext cx="31752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24" name="Ink 23">
                  <a:extLst>
                    <a:ext uri="{FF2B5EF4-FFF2-40B4-BE49-F238E27FC236}">
                      <a16:creationId xmlns:a16="http://schemas.microsoft.com/office/drawing/2014/main" id="{4824A1B3-CFC3-871A-2C96-DEA560E8DAFB}"/>
                    </a:ext>
                  </a:extLst>
                </p14:cNvPr>
                <p14:cNvContentPartPr/>
                <p14:nvPr/>
              </p14:nvContentPartPr>
              <p14:xfrm>
                <a:off x="8502389" y="2484095"/>
                <a:ext cx="283680" cy="27000"/>
              </p14:xfrm>
            </p:contentPart>
          </mc:Choice>
          <mc:Fallback>
            <p:pic>
              <p:nvPicPr>
                <p:cNvPr id="24" name="Ink 23">
                  <a:extLst>
                    <a:ext uri="{FF2B5EF4-FFF2-40B4-BE49-F238E27FC236}">
                      <a16:creationId xmlns:a16="http://schemas.microsoft.com/office/drawing/2014/main" id="{4824A1B3-CFC3-871A-2C96-DEA560E8DAFB}"/>
                    </a:ext>
                  </a:extLst>
                </p:cNvPr>
                <p:cNvPicPr/>
                <p:nvPr/>
              </p:nvPicPr>
              <p:blipFill>
                <a:blip r:embed="rId122"/>
                <a:stretch>
                  <a:fillRect/>
                </a:stretch>
              </p:blipFill>
              <p:spPr>
                <a:xfrm>
                  <a:off x="8496269" y="2477975"/>
                  <a:ext cx="29592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25" name="Ink 24">
                  <a:extLst>
                    <a:ext uri="{FF2B5EF4-FFF2-40B4-BE49-F238E27FC236}">
                      <a16:creationId xmlns:a16="http://schemas.microsoft.com/office/drawing/2014/main" id="{3ADEF9F8-500E-A5D7-DB6E-55AD66CBA2AC}"/>
                    </a:ext>
                  </a:extLst>
                </p14:cNvPr>
                <p14:cNvContentPartPr/>
                <p14:nvPr/>
              </p14:nvContentPartPr>
              <p14:xfrm>
                <a:off x="8585549" y="2356655"/>
                <a:ext cx="177120" cy="368640"/>
              </p14:xfrm>
            </p:contentPart>
          </mc:Choice>
          <mc:Fallback>
            <p:pic>
              <p:nvPicPr>
                <p:cNvPr id="25" name="Ink 24">
                  <a:extLst>
                    <a:ext uri="{FF2B5EF4-FFF2-40B4-BE49-F238E27FC236}">
                      <a16:creationId xmlns:a16="http://schemas.microsoft.com/office/drawing/2014/main" id="{3ADEF9F8-500E-A5D7-DB6E-55AD66CBA2AC}"/>
                    </a:ext>
                  </a:extLst>
                </p:cNvPr>
                <p:cNvPicPr/>
                <p:nvPr/>
              </p:nvPicPr>
              <p:blipFill>
                <a:blip r:embed="rId124"/>
                <a:stretch>
                  <a:fillRect/>
                </a:stretch>
              </p:blipFill>
              <p:spPr>
                <a:xfrm>
                  <a:off x="8579429" y="2350535"/>
                  <a:ext cx="18936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588" name="Ink 587">
                  <a:extLst>
                    <a:ext uri="{FF2B5EF4-FFF2-40B4-BE49-F238E27FC236}">
                      <a16:creationId xmlns:a16="http://schemas.microsoft.com/office/drawing/2014/main" id="{E15A0421-9691-BB59-16D1-C3AB1DD1C0DE}"/>
                    </a:ext>
                  </a:extLst>
                </p14:cNvPr>
                <p14:cNvContentPartPr/>
                <p14:nvPr/>
              </p14:nvContentPartPr>
              <p14:xfrm>
                <a:off x="7022789" y="2746895"/>
                <a:ext cx="1411560" cy="131040"/>
              </p14:xfrm>
            </p:contentPart>
          </mc:Choice>
          <mc:Fallback>
            <p:pic>
              <p:nvPicPr>
                <p:cNvPr id="588" name="Ink 587">
                  <a:extLst>
                    <a:ext uri="{FF2B5EF4-FFF2-40B4-BE49-F238E27FC236}">
                      <a16:creationId xmlns:a16="http://schemas.microsoft.com/office/drawing/2014/main" id="{E15A0421-9691-BB59-16D1-C3AB1DD1C0DE}"/>
                    </a:ext>
                  </a:extLst>
                </p:cNvPr>
                <p:cNvPicPr/>
                <p:nvPr/>
              </p:nvPicPr>
              <p:blipFill>
                <a:blip r:embed="rId126"/>
                <a:stretch>
                  <a:fillRect/>
                </a:stretch>
              </p:blipFill>
              <p:spPr>
                <a:xfrm>
                  <a:off x="7016669" y="2740775"/>
                  <a:ext cx="1423800" cy="143280"/>
                </a:xfrm>
                <a:prstGeom prst="rect">
                  <a:avLst/>
                </a:prstGeom>
              </p:spPr>
            </p:pic>
          </mc:Fallback>
        </mc:AlternateContent>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94"/>
          <p:cNvSpPr txBox="1">
            <a:spLocks noGrp="1"/>
          </p:cNvSpPr>
          <p:nvPr>
            <p:ph type="title"/>
          </p:nvPr>
        </p:nvSpPr>
        <p:spPr>
          <a:xfrm>
            <a:off x="0" y="160337"/>
            <a:ext cx="101601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Distribution of Sample Proportion</a:t>
            </a:r>
            <a:endParaRPr/>
          </a:p>
        </p:txBody>
      </p:sp>
      <p:sp>
        <p:nvSpPr>
          <p:cNvPr id="609" name="Google Shape;609;p94"/>
          <p:cNvSpPr txBox="1"/>
          <p:nvPr/>
        </p:nvSpPr>
        <p:spPr>
          <a:xfrm>
            <a:off x="941387" y="1143000"/>
            <a:ext cx="10296600" cy="154470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If research results in </a:t>
            </a:r>
            <a:r>
              <a:rPr lang="en-US" sz="2400" b="1" i="1" u="none">
                <a:solidFill>
                  <a:schemeClr val="dk1"/>
                </a:solidFill>
                <a:latin typeface="Calibri"/>
                <a:ea typeface="Calibri"/>
                <a:cs typeface="Calibri"/>
                <a:sym typeface="Calibri"/>
              </a:rPr>
              <a:t>countable</a:t>
            </a:r>
            <a:r>
              <a:rPr lang="en-US" sz="2400" b="0" i="1" u="none">
                <a:solidFill>
                  <a:schemeClr val="dk1"/>
                </a:solidFill>
                <a:latin typeface="Calibri"/>
                <a:ea typeface="Calibri"/>
                <a:cs typeface="Calibri"/>
                <a:sym typeface="Calibri"/>
              </a:rPr>
              <a:t> </a:t>
            </a:r>
            <a:r>
              <a:rPr lang="en-US" sz="2400" b="0" i="0" u="none">
                <a:solidFill>
                  <a:schemeClr val="dk1"/>
                </a:solidFill>
                <a:latin typeface="Calibri"/>
                <a:ea typeface="Calibri"/>
                <a:cs typeface="Calibri"/>
                <a:sym typeface="Calibri"/>
              </a:rPr>
              <a:t>items such as how many elements satisfy a certain property or characteristic, the </a:t>
            </a:r>
            <a:r>
              <a:rPr lang="en-US" sz="2400" b="1" i="0" u="none">
                <a:solidFill>
                  <a:schemeClr val="dk1"/>
                </a:solidFill>
                <a:latin typeface="Calibri"/>
                <a:ea typeface="Calibri"/>
                <a:cs typeface="Calibri"/>
                <a:sym typeface="Calibri"/>
              </a:rPr>
              <a:t>sample proportion </a:t>
            </a:r>
            <a:r>
              <a:rPr lang="en-US" sz="2400" b="0" i="0" u="none">
                <a:solidFill>
                  <a:schemeClr val="dk1"/>
                </a:solidFill>
                <a:latin typeface="Calibri"/>
                <a:ea typeface="Calibri"/>
                <a:cs typeface="Calibri"/>
                <a:sym typeface="Calibri"/>
              </a:rPr>
              <a:t>is often the statistic of choice.</a:t>
            </a:r>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pic>
        <p:nvPicPr>
          <p:cNvPr id="610" name="Google Shape;610;p94"/>
          <p:cNvPicPr preferRelativeResize="0"/>
          <p:nvPr/>
        </p:nvPicPr>
        <p:blipFill rotWithShape="1">
          <a:blip r:embed="rId3">
            <a:alphaModFix/>
          </a:blip>
          <a:srcRect/>
          <a:stretch/>
        </p:blipFill>
        <p:spPr>
          <a:xfrm>
            <a:off x="1941512" y="2590800"/>
            <a:ext cx="9047163" cy="16764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39F8DD4-0D51-6271-8849-E5A942D8C62E}"/>
                  </a:ext>
                </a:extLst>
              </p14:cNvPr>
              <p14:cNvContentPartPr/>
              <p14:nvPr/>
            </p14:nvContentPartPr>
            <p14:xfrm>
              <a:off x="5346269" y="1872815"/>
              <a:ext cx="5825160" cy="217080"/>
            </p14:xfrm>
          </p:contentPart>
        </mc:Choice>
        <mc:Fallback>
          <p:pic>
            <p:nvPicPr>
              <p:cNvPr id="2" name="Ink 1">
                <a:extLst>
                  <a:ext uri="{FF2B5EF4-FFF2-40B4-BE49-F238E27FC236}">
                    <a16:creationId xmlns:a16="http://schemas.microsoft.com/office/drawing/2014/main" id="{339F8DD4-0D51-6271-8849-E5A942D8C62E}"/>
                  </a:ext>
                </a:extLst>
              </p:cNvPr>
              <p:cNvPicPr/>
              <p:nvPr/>
            </p:nvPicPr>
            <p:blipFill>
              <a:blip r:embed="rId5"/>
              <a:stretch>
                <a:fillRect/>
              </a:stretch>
            </p:blipFill>
            <p:spPr>
              <a:xfrm>
                <a:off x="5340149" y="1866695"/>
                <a:ext cx="583740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1A9F6226-A9A0-4F9E-746A-0E97F1597DDD}"/>
                  </a:ext>
                </a:extLst>
              </p14:cNvPr>
              <p14:cNvContentPartPr/>
              <p14:nvPr/>
            </p14:nvContentPartPr>
            <p14:xfrm>
              <a:off x="4838309" y="3587495"/>
              <a:ext cx="120240" cy="42120"/>
            </p14:xfrm>
          </p:contentPart>
        </mc:Choice>
        <mc:Fallback>
          <p:pic>
            <p:nvPicPr>
              <p:cNvPr id="3" name="Ink 2">
                <a:extLst>
                  <a:ext uri="{FF2B5EF4-FFF2-40B4-BE49-F238E27FC236}">
                    <a16:creationId xmlns:a16="http://schemas.microsoft.com/office/drawing/2014/main" id="{1A9F6226-A9A0-4F9E-746A-0E97F1597DDD}"/>
                  </a:ext>
                </a:extLst>
              </p:cNvPr>
              <p:cNvPicPr/>
              <p:nvPr/>
            </p:nvPicPr>
            <p:blipFill>
              <a:blip r:embed="rId7"/>
              <a:stretch>
                <a:fillRect/>
              </a:stretch>
            </p:blipFill>
            <p:spPr>
              <a:xfrm>
                <a:off x="4832189" y="3581375"/>
                <a:ext cx="132480" cy="54360"/>
              </a:xfrm>
              <a:prstGeom prst="rect">
                <a:avLst/>
              </a:prstGeom>
            </p:spPr>
          </p:pic>
        </mc:Fallback>
      </mc:AlternateContent>
      <p:grpSp>
        <p:nvGrpSpPr>
          <p:cNvPr id="37" name="Group 36">
            <a:extLst>
              <a:ext uri="{FF2B5EF4-FFF2-40B4-BE49-F238E27FC236}">
                <a16:creationId xmlns:a16="http://schemas.microsoft.com/office/drawing/2014/main" id="{719EF908-533D-14C4-333E-3AE21FFA0DD5}"/>
              </a:ext>
            </a:extLst>
          </p:cNvPr>
          <p:cNvGrpSpPr/>
          <p:nvPr/>
        </p:nvGrpSpPr>
        <p:grpSpPr>
          <a:xfrm>
            <a:off x="7395389" y="2480135"/>
            <a:ext cx="4527720" cy="1479960"/>
            <a:chOff x="7395389" y="2480135"/>
            <a:chExt cx="4527720" cy="1479960"/>
          </a:xfrm>
        </p:grpSpPr>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FA97E556-8541-3EC9-C336-C65B3436F051}"/>
                    </a:ext>
                  </a:extLst>
                </p14:cNvPr>
                <p14:cNvContentPartPr/>
                <p14:nvPr/>
              </p14:nvContentPartPr>
              <p14:xfrm>
                <a:off x="7696709" y="2677055"/>
                <a:ext cx="196560" cy="251280"/>
              </p14:xfrm>
            </p:contentPart>
          </mc:Choice>
          <mc:Fallback>
            <p:pic>
              <p:nvPicPr>
                <p:cNvPr id="4" name="Ink 3">
                  <a:extLst>
                    <a:ext uri="{FF2B5EF4-FFF2-40B4-BE49-F238E27FC236}">
                      <a16:creationId xmlns:a16="http://schemas.microsoft.com/office/drawing/2014/main" id="{FA97E556-8541-3EC9-C336-C65B3436F051}"/>
                    </a:ext>
                  </a:extLst>
                </p:cNvPr>
                <p:cNvPicPr/>
                <p:nvPr/>
              </p:nvPicPr>
              <p:blipFill>
                <a:blip r:embed="rId9"/>
                <a:stretch>
                  <a:fillRect/>
                </a:stretch>
              </p:blipFill>
              <p:spPr>
                <a:xfrm>
                  <a:off x="7690589" y="2670935"/>
                  <a:ext cx="20880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2FBE5797-00A5-D4BD-3C21-3B140CB2B0B2}"/>
                    </a:ext>
                  </a:extLst>
                </p14:cNvPr>
                <p14:cNvContentPartPr/>
                <p14:nvPr/>
              </p14:nvContentPartPr>
              <p14:xfrm>
                <a:off x="7635869" y="2727095"/>
                <a:ext cx="288360" cy="178560"/>
              </p14:xfrm>
            </p:contentPart>
          </mc:Choice>
          <mc:Fallback>
            <p:pic>
              <p:nvPicPr>
                <p:cNvPr id="5" name="Ink 4">
                  <a:extLst>
                    <a:ext uri="{FF2B5EF4-FFF2-40B4-BE49-F238E27FC236}">
                      <a16:creationId xmlns:a16="http://schemas.microsoft.com/office/drawing/2014/main" id="{2FBE5797-00A5-D4BD-3C21-3B140CB2B0B2}"/>
                    </a:ext>
                  </a:extLst>
                </p:cNvPr>
                <p:cNvPicPr/>
                <p:nvPr/>
              </p:nvPicPr>
              <p:blipFill>
                <a:blip r:embed="rId11"/>
                <a:stretch>
                  <a:fillRect/>
                </a:stretch>
              </p:blipFill>
              <p:spPr>
                <a:xfrm>
                  <a:off x="7629749" y="2720975"/>
                  <a:ext cx="3006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7CB6009F-3638-44E5-89AA-85ADE218A820}"/>
                    </a:ext>
                  </a:extLst>
                </p14:cNvPr>
                <p14:cNvContentPartPr/>
                <p14:nvPr/>
              </p14:nvContentPartPr>
              <p14:xfrm>
                <a:off x="7581509" y="2549615"/>
                <a:ext cx="319680" cy="28080"/>
              </p14:xfrm>
            </p:contentPart>
          </mc:Choice>
          <mc:Fallback>
            <p:pic>
              <p:nvPicPr>
                <p:cNvPr id="6" name="Ink 5">
                  <a:extLst>
                    <a:ext uri="{FF2B5EF4-FFF2-40B4-BE49-F238E27FC236}">
                      <a16:creationId xmlns:a16="http://schemas.microsoft.com/office/drawing/2014/main" id="{7CB6009F-3638-44E5-89AA-85ADE218A820}"/>
                    </a:ext>
                  </a:extLst>
                </p:cNvPr>
                <p:cNvPicPr/>
                <p:nvPr/>
              </p:nvPicPr>
              <p:blipFill>
                <a:blip r:embed="rId13"/>
                <a:stretch>
                  <a:fillRect/>
                </a:stretch>
              </p:blipFill>
              <p:spPr>
                <a:xfrm>
                  <a:off x="7575389" y="2543495"/>
                  <a:ext cx="33192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137B7840-F047-BFA5-8E25-0B8CF6D2A9EC}"/>
                    </a:ext>
                  </a:extLst>
                </p14:cNvPr>
                <p14:cNvContentPartPr/>
                <p14:nvPr/>
              </p14:nvContentPartPr>
              <p14:xfrm>
                <a:off x="8313029" y="2762735"/>
                <a:ext cx="187200" cy="7200"/>
              </p14:xfrm>
            </p:contentPart>
          </mc:Choice>
          <mc:Fallback>
            <p:pic>
              <p:nvPicPr>
                <p:cNvPr id="7" name="Ink 6">
                  <a:extLst>
                    <a:ext uri="{FF2B5EF4-FFF2-40B4-BE49-F238E27FC236}">
                      <a16:creationId xmlns:a16="http://schemas.microsoft.com/office/drawing/2014/main" id="{137B7840-F047-BFA5-8E25-0B8CF6D2A9EC}"/>
                    </a:ext>
                  </a:extLst>
                </p:cNvPr>
                <p:cNvPicPr/>
                <p:nvPr/>
              </p:nvPicPr>
              <p:blipFill>
                <a:blip r:embed="rId15"/>
                <a:stretch>
                  <a:fillRect/>
                </a:stretch>
              </p:blipFill>
              <p:spPr>
                <a:xfrm>
                  <a:off x="8306909" y="2756615"/>
                  <a:ext cx="19944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4081865A-9E3E-B8FD-CC93-C096ACFB2ADA}"/>
                    </a:ext>
                  </a:extLst>
                </p14:cNvPr>
                <p14:cNvContentPartPr/>
                <p14:nvPr/>
              </p14:nvContentPartPr>
              <p14:xfrm>
                <a:off x="8495909" y="2603975"/>
                <a:ext cx="142560" cy="378720"/>
              </p14:xfrm>
            </p:contentPart>
          </mc:Choice>
          <mc:Fallback>
            <p:pic>
              <p:nvPicPr>
                <p:cNvPr id="8" name="Ink 7">
                  <a:extLst>
                    <a:ext uri="{FF2B5EF4-FFF2-40B4-BE49-F238E27FC236}">
                      <a16:creationId xmlns:a16="http://schemas.microsoft.com/office/drawing/2014/main" id="{4081865A-9E3E-B8FD-CC93-C096ACFB2ADA}"/>
                    </a:ext>
                  </a:extLst>
                </p:cNvPr>
                <p:cNvPicPr/>
                <p:nvPr/>
              </p:nvPicPr>
              <p:blipFill>
                <a:blip r:embed="rId17"/>
                <a:stretch>
                  <a:fillRect/>
                </a:stretch>
              </p:blipFill>
              <p:spPr>
                <a:xfrm>
                  <a:off x="8489789" y="2597855"/>
                  <a:ext cx="15480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9CE0E99F-2677-DF8A-C8F8-9D68607B86EF}"/>
                    </a:ext>
                  </a:extLst>
                </p14:cNvPr>
                <p14:cNvContentPartPr/>
                <p14:nvPr/>
              </p14:nvContentPartPr>
              <p14:xfrm>
                <a:off x="8875709" y="2573735"/>
                <a:ext cx="248760" cy="293040"/>
              </p14:xfrm>
            </p:contentPart>
          </mc:Choice>
          <mc:Fallback>
            <p:pic>
              <p:nvPicPr>
                <p:cNvPr id="9" name="Ink 8">
                  <a:extLst>
                    <a:ext uri="{FF2B5EF4-FFF2-40B4-BE49-F238E27FC236}">
                      <a16:creationId xmlns:a16="http://schemas.microsoft.com/office/drawing/2014/main" id="{9CE0E99F-2677-DF8A-C8F8-9D68607B86EF}"/>
                    </a:ext>
                  </a:extLst>
                </p:cNvPr>
                <p:cNvPicPr/>
                <p:nvPr/>
              </p:nvPicPr>
              <p:blipFill>
                <a:blip r:embed="rId19"/>
                <a:stretch>
                  <a:fillRect/>
                </a:stretch>
              </p:blipFill>
              <p:spPr>
                <a:xfrm>
                  <a:off x="8869589" y="2567615"/>
                  <a:ext cx="26100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 name="Ink 9">
                  <a:extLst>
                    <a:ext uri="{FF2B5EF4-FFF2-40B4-BE49-F238E27FC236}">
                      <a16:creationId xmlns:a16="http://schemas.microsoft.com/office/drawing/2014/main" id="{41F17BA3-AC67-7479-EF3A-2ADA376672F6}"/>
                    </a:ext>
                  </a:extLst>
                </p14:cNvPr>
                <p14:cNvContentPartPr/>
                <p14:nvPr/>
              </p14:nvContentPartPr>
              <p14:xfrm>
                <a:off x="9108989" y="2493095"/>
                <a:ext cx="1111680" cy="815040"/>
              </p14:xfrm>
            </p:contentPart>
          </mc:Choice>
          <mc:Fallback>
            <p:pic>
              <p:nvPicPr>
                <p:cNvPr id="10" name="Ink 9">
                  <a:extLst>
                    <a:ext uri="{FF2B5EF4-FFF2-40B4-BE49-F238E27FC236}">
                      <a16:creationId xmlns:a16="http://schemas.microsoft.com/office/drawing/2014/main" id="{41F17BA3-AC67-7479-EF3A-2ADA376672F6}"/>
                    </a:ext>
                  </a:extLst>
                </p:cNvPr>
                <p:cNvPicPr/>
                <p:nvPr/>
              </p:nvPicPr>
              <p:blipFill>
                <a:blip r:embed="rId21"/>
                <a:stretch>
                  <a:fillRect/>
                </a:stretch>
              </p:blipFill>
              <p:spPr>
                <a:xfrm>
                  <a:off x="9102869" y="2486975"/>
                  <a:ext cx="1123920" cy="827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1" name="Ink 10">
                  <a:extLst>
                    <a:ext uri="{FF2B5EF4-FFF2-40B4-BE49-F238E27FC236}">
                      <a16:creationId xmlns:a16="http://schemas.microsoft.com/office/drawing/2014/main" id="{4585BFF9-37F3-E0FA-79B6-5759D26F51D1}"/>
                    </a:ext>
                  </a:extLst>
                </p14:cNvPr>
                <p14:cNvContentPartPr/>
                <p14:nvPr/>
              </p14:nvContentPartPr>
              <p14:xfrm>
                <a:off x="10241189" y="2480135"/>
                <a:ext cx="51120" cy="347400"/>
              </p14:xfrm>
            </p:contentPart>
          </mc:Choice>
          <mc:Fallback>
            <p:pic>
              <p:nvPicPr>
                <p:cNvPr id="11" name="Ink 10">
                  <a:extLst>
                    <a:ext uri="{FF2B5EF4-FFF2-40B4-BE49-F238E27FC236}">
                      <a16:creationId xmlns:a16="http://schemas.microsoft.com/office/drawing/2014/main" id="{4585BFF9-37F3-E0FA-79B6-5759D26F51D1}"/>
                    </a:ext>
                  </a:extLst>
                </p:cNvPr>
                <p:cNvPicPr/>
                <p:nvPr/>
              </p:nvPicPr>
              <p:blipFill>
                <a:blip r:embed="rId23"/>
                <a:stretch>
                  <a:fillRect/>
                </a:stretch>
              </p:blipFill>
              <p:spPr>
                <a:xfrm>
                  <a:off x="10235069" y="2474015"/>
                  <a:ext cx="6336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2" name="Ink 11">
                  <a:extLst>
                    <a:ext uri="{FF2B5EF4-FFF2-40B4-BE49-F238E27FC236}">
                      <a16:creationId xmlns:a16="http://schemas.microsoft.com/office/drawing/2014/main" id="{105ABC15-F644-0B00-A139-FCD430BBC382}"/>
                    </a:ext>
                  </a:extLst>
                </p14:cNvPr>
                <p14:cNvContentPartPr/>
                <p14:nvPr/>
              </p14:nvContentPartPr>
              <p14:xfrm>
                <a:off x="10343429" y="2627735"/>
                <a:ext cx="149400" cy="227520"/>
              </p14:xfrm>
            </p:contentPart>
          </mc:Choice>
          <mc:Fallback>
            <p:pic>
              <p:nvPicPr>
                <p:cNvPr id="12" name="Ink 11">
                  <a:extLst>
                    <a:ext uri="{FF2B5EF4-FFF2-40B4-BE49-F238E27FC236}">
                      <a16:creationId xmlns:a16="http://schemas.microsoft.com/office/drawing/2014/main" id="{105ABC15-F644-0B00-A139-FCD430BBC382}"/>
                    </a:ext>
                  </a:extLst>
                </p:cNvPr>
                <p:cNvPicPr/>
                <p:nvPr/>
              </p:nvPicPr>
              <p:blipFill>
                <a:blip r:embed="rId25"/>
                <a:stretch>
                  <a:fillRect/>
                </a:stretch>
              </p:blipFill>
              <p:spPr>
                <a:xfrm>
                  <a:off x="10337309" y="2621615"/>
                  <a:ext cx="16164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3" name="Ink 12">
                  <a:extLst>
                    <a:ext uri="{FF2B5EF4-FFF2-40B4-BE49-F238E27FC236}">
                      <a16:creationId xmlns:a16="http://schemas.microsoft.com/office/drawing/2014/main" id="{5BBDF932-CB0C-A14D-7B2C-7F4F184E4225}"/>
                    </a:ext>
                  </a:extLst>
                </p14:cNvPr>
                <p14:cNvContentPartPr/>
                <p14:nvPr/>
              </p14:nvContentPartPr>
              <p14:xfrm>
                <a:off x="10679309" y="2641775"/>
                <a:ext cx="371160" cy="181800"/>
              </p14:xfrm>
            </p:contentPart>
          </mc:Choice>
          <mc:Fallback>
            <p:pic>
              <p:nvPicPr>
                <p:cNvPr id="13" name="Ink 12">
                  <a:extLst>
                    <a:ext uri="{FF2B5EF4-FFF2-40B4-BE49-F238E27FC236}">
                      <a16:creationId xmlns:a16="http://schemas.microsoft.com/office/drawing/2014/main" id="{5BBDF932-CB0C-A14D-7B2C-7F4F184E4225}"/>
                    </a:ext>
                  </a:extLst>
                </p:cNvPr>
                <p:cNvPicPr/>
                <p:nvPr/>
              </p:nvPicPr>
              <p:blipFill>
                <a:blip r:embed="rId27"/>
                <a:stretch>
                  <a:fillRect/>
                </a:stretch>
              </p:blipFill>
              <p:spPr>
                <a:xfrm>
                  <a:off x="10673189" y="2635655"/>
                  <a:ext cx="38340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4" name="Ink 13">
                  <a:extLst>
                    <a:ext uri="{FF2B5EF4-FFF2-40B4-BE49-F238E27FC236}">
                      <a16:creationId xmlns:a16="http://schemas.microsoft.com/office/drawing/2014/main" id="{96EB710A-1CF5-167D-554A-70B271CCEB90}"/>
                    </a:ext>
                  </a:extLst>
                </p14:cNvPr>
                <p14:cNvContentPartPr/>
                <p14:nvPr/>
              </p14:nvContentPartPr>
              <p14:xfrm>
                <a:off x="11146949" y="2709455"/>
                <a:ext cx="309240" cy="101160"/>
              </p14:xfrm>
            </p:contentPart>
          </mc:Choice>
          <mc:Fallback>
            <p:pic>
              <p:nvPicPr>
                <p:cNvPr id="14" name="Ink 13">
                  <a:extLst>
                    <a:ext uri="{FF2B5EF4-FFF2-40B4-BE49-F238E27FC236}">
                      <a16:creationId xmlns:a16="http://schemas.microsoft.com/office/drawing/2014/main" id="{96EB710A-1CF5-167D-554A-70B271CCEB90}"/>
                    </a:ext>
                  </a:extLst>
                </p:cNvPr>
                <p:cNvPicPr/>
                <p:nvPr/>
              </p:nvPicPr>
              <p:blipFill>
                <a:blip r:embed="rId29"/>
                <a:stretch>
                  <a:fillRect/>
                </a:stretch>
              </p:blipFill>
              <p:spPr>
                <a:xfrm>
                  <a:off x="11140829" y="2703335"/>
                  <a:ext cx="32148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19301732-C6DE-C4C6-0C4C-E3AB25E63BB9}"/>
                    </a:ext>
                  </a:extLst>
                </p14:cNvPr>
                <p14:cNvContentPartPr/>
                <p14:nvPr/>
              </p14:nvContentPartPr>
              <p14:xfrm>
                <a:off x="11471309" y="2680655"/>
                <a:ext cx="451800" cy="141120"/>
              </p14:xfrm>
            </p:contentPart>
          </mc:Choice>
          <mc:Fallback>
            <p:pic>
              <p:nvPicPr>
                <p:cNvPr id="17" name="Ink 16">
                  <a:extLst>
                    <a:ext uri="{FF2B5EF4-FFF2-40B4-BE49-F238E27FC236}">
                      <a16:creationId xmlns:a16="http://schemas.microsoft.com/office/drawing/2014/main" id="{19301732-C6DE-C4C6-0C4C-E3AB25E63BB9}"/>
                    </a:ext>
                  </a:extLst>
                </p:cNvPr>
                <p:cNvPicPr/>
                <p:nvPr/>
              </p:nvPicPr>
              <p:blipFill>
                <a:blip r:embed="rId31"/>
                <a:stretch>
                  <a:fillRect/>
                </a:stretch>
              </p:blipFill>
              <p:spPr>
                <a:xfrm>
                  <a:off x="11465189" y="2674535"/>
                  <a:ext cx="4640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2CFDE3E5-C0DF-CBD2-1191-062AEF018CE6}"/>
                    </a:ext>
                  </a:extLst>
                </p14:cNvPr>
                <p14:cNvContentPartPr/>
                <p14:nvPr/>
              </p14:nvContentPartPr>
              <p14:xfrm>
                <a:off x="7550189" y="3365735"/>
                <a:ext cx="34560" cy="552240"/>
              </p14:xfrm>
            </p:contentPart>
          </mc:Choice>
          <mc:Fallback>
            <p:pic>
              <p:nvPicPr>
                <p:cNvPr id="19" name="Ink 18">
                  <a:extLst>
                    <a:ext uri="{FF2B5EF4-FFF2-40B4-BE49-F238E27FC236}">
                      <a16:creationId xmlns:a16="http://schemas.microsoft.com/office/drawing/2014/main" id="{2CFDE3E5-C0DF-CBD2-1191-062AEF018CE6}"/>
                    </a:ext>
                  </a:extLst>
                </p:cNvPr>
                <p:cNvPicPr/>
                <p:nvPr/>
              </p:nvPicPr>
              <p:blipFill>
                <a:blip r:embed="rId33"/>
                <a:stretch>
                  <a:fillRect/>
                </a:stretch>
              </p:blipFill>
              <p:spPr>
                <a:xfrm>
                  <a:off x="7544069" y="3359615"/>
                  <a:ext cx="46800" cy="564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B5C09CB8-03C6-1074-DAB8-22AC5A0E7020}"/>
                    </a:ext>
                  </a:extLst>
                </p14:cNvPr>
                <p14:cNvContentPartPr/>
                <p14:nvPr/>
              </p14:nvContentPartPr>
              <p14:xfrm>
                <a:off x="7528589" y="3324335"/>
                <a:ext cx="152640" cy="198000"/>
              </p14:xfrm>
            </p:contentPart>
          </mc:Choice>
          <mc:Fallback>
            <p:pic>
              <p:nvPicPr>
                <p:cNvPr id="20" name="Ink 19">
                  <a:extLst>
                    <a:ext uri="{FF2B5EF4-FFF2-40B4-BE49-F238E27FC236}">
                      <a16:creationId xmlns:a16="http://schemas.microsoft.com/office/drawing/2014/main" id="{B5C09CB8-03C6-1074-DAB8-22AC5A0E7020}"/>
                    </a:ext>
                  </a:extLst>
                </p:cNvPr>
                <p:cNvPicPr/>
                <p:nvPr/>
              </p:nvPicPr>
              <p:blipFill>
                <a:blip r:embed="rId35"/>
                <a:stretch>
                  <a:fillRect/>
                </a:stretch>
              </p:blipFill>
              <p:spPr>
                <a:xfrm>
                  <a:off x="7522469" y="3318215"/>
                  <a:ext cx="16488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BFA19913-9F50-1659-C746-78C9DFB1B2DD}"/>
                    </a:ext>
                  </a:extLst>
                </p14:cNvPr>
                <p14:cNvContentPartPr/>
                <p14:nvPr/>
              </p14:nvContentPartPr>
              <p14:xfrm>
                <a:off x="7395389" y="3029135"/>
                <a:ext cx="294840" cy="242280"/>
              </p14:xfrm>
            </p:contentPart>
          </mc:Choice>
          <mc:Fallback>
            <p:pic>
              <p:nvPicPr>
                <p:cNvPr id="21" name="Ink 20">
                  <a:extLst>
                    <a:ext uri="{FF2B5EF4-FFF2-40B4-BE49-F238E27FC236}">
                      <a16:creationId xmlns:a16="http://schemas.microsoft.com/office/drawing/2014/main" id="{BFA19913-9F50-1659-C746-78C9DFB1B2DD}"/>
                    </a:ext>
                  </a:extLst>
                </p:cNvPr>
                <p:cNvPicPr/>
                <p:nvPr/>
              </p:nvPicPr>
              <p:blipFill>
                <a:blip r:embed="rId37"/>
                <a:stretch>
                  <a:fillRect/>
                </a:stretch>
              </p:blipFill>
              <p:spPr>
                <a:xfrm>
                  <a:off x="7389269" y="3023015"/>
                  <a:ext cx="3070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30BAFCB3-1F83-6EB8-E374-B26ED5FC556E}"/>
                    </a:ext>
                  </a:extLst>
                </p14:cNvPr>
                <p14:cNvContentPartPr/>
                <p14:nvPr/>
              </p14:nvContentPartPr>
              <p14:xfrm>
                <a:off x="7965629" y="3462575"/>
                <a:ext cx="251280" cy="24480"/>
              </p14:xfrm>
            </p:contentPart>
          </mc:Choice>
          <mc:Fallback>
            <p:pic>
              <p:nvPicPr>
                <p:cNvPr id="22" name="Ink 21">
                  <a:extLst>
                    <a:ext uri="{FF2B5EF4-FFF2-40B4-BE49-F238E27FC236}">
                      <a16:creationId xmlns:a16="http://schemas.microsoft.com/office/drawing/2014/main" id="{30BAFCB3-1F83-6EB8-E374-B26ED5FC556E}"/>
                    </a:ext>
                  </a:extLst>
                </p:cNvPr>
                <p:cNvPicPr/>
                <p:nvPr/>
              </p:nvPicPr>
              <p:blipFill>
                <a:blip r:embed="rId39"/>
                <a:stretch>
                  <a:fillRect/>
                </a:stretch>
              </p:blipFill>
              <p:spPr>
                <a:xfrm>
                  <a:off x="7959509" y="3456455"/>
                  <a:ext cx="26352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C872F423-3820-8EF4-A82D-A707014F655C}"/>
                    </a:ext>
                  </a:extLst>
                </p14:cNvPr>
                <p14:cNvContentPartPr/>
                <p14:nvPr/>
              </p14:nvContentPartPr>
              <p14:xfrm>
                <a:off x="8204669" y="3305255"/>
                <a:ext cx="66960" cy="363600"/>
              </p14:xfrm>
            </p:contentPart>
          </mc:Choice>
          <mc:Fallback>
            <p:pic>
              <p:nvPicPr>
                <p:cNvPr id="23" name="Ink 22">
                  <a:extLst>
                    <a:ext uri="{FF2B5EF4-FFF2-40B4-BE49-F238E27FC236}">
                      <a16:creationId xmlns:a16="http://schemas.microsoft.com/office/drawing/2014/main" id="{C872F423-3820-8EF4-A82D-A707014F655C}"/>
                    </a:ext>
                  </a:extLst>
                </p:cNvPr>
                <p:cNvPicPr/>
                <p:nvPr/>
              </p:nvPicPr>
              <p:blipFill>
                <a:blip r:embed="rId41"/>
                <a:stretch>
                  <a:fillRect/>
                </a:stretch>
              </p:blipFill>
              <p:spPr>
                <a:xfrm>
                  <a:off x="8198549" y="3299135"/>
                  <a:ext cx="79200" cy="375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E8CBFCD7-5D69-74FF-53B0-239AA657EED6}"/>
                    </a:ext>
                  </a:extLst>
                </p14:cNvPr>
                <p14:cNvContentPartPr/>
                <p14:nvPr/>
              </p14:nvContentPartPr>
              <p14:xfrm>
                <a:off x="8575469" y="3303455"/>
                <a:ext cx="246240" cy="246600"/>
              </p14:xfrm>
            </p:contentPart>
          </mc:Choice>
          <mc:Fallback>
            <p:pic>
              <p:nvPicPr>
                <p:cNvPr id="24" name="Ink 23">
                  <a:extLst>
                    <a:ext uri="{FF2B5EF4-FFF2-40B4-BE49-F238E27FC236}">
                      <a16:creationId xmlns:a16="http://schemas.microsoft.com/office/drawing/2014/main" id="{E8CBFCD7-5D69-74FF-53B0-239AA657EED6}"/>
                    </a:ext>
                  </a:extLst>
                </p:cNvPr>
                <p:cNvPicPr/>
                <p:nvPr/>
              </p:nvPicPr>
              <p:blipFill>
                <a:blip r:embed="rId43"/>
                <a:stretch>
                  <a:fillRect/>
                </a:stretch>
              </p:blipFill>
              <p:spPr>
                <a:xfrm>
                  <a:off x="8569349" y="3297335"/>
                  <a:ext cx="25848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F2D3F9AF-3C2B-6035-F5A1-1D608C05BFFE}"/>
                    </a:ext>
                  </a:extLst>
                </p14:cNvPr>
                <p14:cNvContentPartPr/>
                <p14:nvPr/>
              </p14:nvContentPartPr>
              <p14:xfrm>
                <a:off x="8853029" y="3221015"/>
                <a:ext cx="995400" cy="739080"/>
              </p14:xfrm>
            </p:contentPart>
          </mc:Choice>
          <mc:Fallback>
            <p:pic>
              <p:nvPicPr>
                <p:cNvPr id="25" name="Ink 24">
                  <a:extLst>
                    <a:ext uri="{FF2B5EF4-FFF2-40B4-BE49-F238E27FC236}">
                      <a16:creationId xmlns:a16="http://schemas.microsoft.com/office/drawing/2014/main" id="{F2D3F9AF-3C2B-6035-F5A1-1D608C05BFFE}"/>
                    </a:ext>
                  </a:extLst>
                </p:cNvPr>
                <p:cNvPicPr/>
                <p:nvPr/>
              </p:nvPicPr>
              <p:blipFill>
                <a:blip r:embed="rId45"/>
                <a:stretch>
                  <a:fillRect/>
                </a:stretch>
              </p:blipFill>
              <p:spPr>
                <a:xfrm>
                  <a:off x="8846909" y="3214895"/>
                  <a:ext cx="1007640" cy="7513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38CF3944-1B00-265C-5E8B-30D9DCBF254E}"/>
                    </a:ext>
                  </a:extLst>
                </p14:cNvPr>
                <p14:cNvContentPartPr/>
                <p14:nvPr/>
              </p14:nvContentPartPr>
              <p14:xfrm>
                <a:off x="9874349" y="3234335"/>
                <a:ext cx="20520" cy="326880"/>
              </p14:xfrm>
            </p:contentPart>
          </mc:Choice>
          <mc:Fallback>
            <p:pic>
              <p:nvPicPr>
                <p:cNvPr id="26" name="Ink 25">
                  <a:extLst>
                    <a:ext uri="{FF2B5EF4-FFF2-40B4-BE49-F238E27FC236}">
                      <a16:creationId xmlns:a16="http://schemas.microsoft.com/office/drawing/2014/main" id="{38CF3944-1B00-265C-5E8B-30D9DCBF254E}"/>
                    </a:ext>
                  </a:extLst>
                </p:cNvPr>
                <p:cNvPicPr/>
                <p:nvPr/>
              </p:nvPicPr>
              <p:blipFill>
                <a:blip r:embed="rId47"/>
                <a:stretch>
                  <a:fillRect/>
                </a:stretch>
              </p:blipFill>
              <p:spPr>
                <a:xfrm>
                  <a:off x="9868229" y="3228215"/>
                  <a:ext cx="3276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2EC065DA-2234-0615-62C8-D0574391AAF8}"/>
                    </a:ext>
                  </a:extLst>
                </p14:cNvPr>
                <p14:cNvContentPartPr/>
                <p14:nvPr/>
              </p14:nvContentPartPr>
              <p14:xfrm>
                <a:off x="9970829" y="3422255"/>
                <a:ext cx="228240" cy="101160"/>
              </p14:xfrm>
            </p:contentPart>
          </mc:Choice>
          <mc:Fallback>
            <p:pic>
              <p:nvPicPr>
                <p:cNvPr id="27" name="Ink 26">
                  <a:extLst>
                    <a:ext uri="{FF2B5EF4-FFF2-40B4-BE49-F238E27FC236}">
                      <a16:creationId xmlns:a16="http://schemas.microsoft.com/office/drawing/2014/main" id="{2EC065DA-2234-0615-62C8-D0574391AAF8}"/>
                    </a:ext>
                  </a:extLst>
                </p:cNvPr>
                <p:cNvPicPr/>
                <p:nvPr/>
              </p:nvPicPr>
              <p:blipFill>
                <a:blip r:embed="rId49"/>
                <a:stretch>
                  <a:fillRect/>
                </a:stretch>
              </p:blipFill>
              <p:spPr>
                <a:xfrm>
                  <a:off x="9964709" y="3416135"/>
                  <a:ext cx="24048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E59E6E45-F49D-3C46-DAB1-0846885161E0}"/>
                    </a:ext>
                  </a:extLst>
                </p14:cNvPr>
                <p14:cNvContentPartPr/>
                <p14:nvPr/>
              </p14:nvContentPartPr>
              <p14:xfrm>
                <a:off x="10278269" y="3173855"/>
                <a:ext cx="133920" cy="707760"/>
              </p14:xfrm>
            </p:contentPart>
          </mc:Choice>
          <mc:Fallback>
            <p:pic>
              <p:nvPicPr>
                <p:cNvPr id="28" name="Ink 27">
                  <a:extLst>
                    <a:ext uri="{FF2B5EF4-FFF2-40B4-BE49-F238E27FC236}">
                      <a16:creationId xmlns:a16="http://schemas.microsoft.com/office/drawing/2014/main" id="{E59E6E45-F49D-3C46-DAB1-0846885161E0}"/>
                    </a:ext>
                  </a:extLst>
                </p:cNvPr>
                <p:cNvPicPr/>
                <p:nvPr/>
              </p:nvPicPr>
              <p:blipFill>
                <a:blip r:embed="rId51"/>
                <a:stretch>
                  <a:fillRect/>
                </a:stretch>
              </p:blipFill>
              <p:spPr>
                <a:xfrm>
                  <a:off x="10272149" y="3167735"/>
                  <a:ext cx="146160" cy="720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62BFCD9B-492C-1D69-62CB-339488B7309F}"/>
                    </a:ext>
                  </a:extLst>
                </p14:cNvPr>
                <p14:cNvContentPartPr/>
                <p14:nvPr/>
              </p14:nvContentPartPr>
              <p14:xfrm>
                <a:off x="10431269" y="3362135"/>
                <a:ext cx="230040" cy="117000"/>
              </p14:xfrm>
            </p:contentPart>
          </mc:Choice>
          <mc:Fallback>
            <p:pic>
              <p:nvPicPr>
                <p:cNvPr id="29" name="Ink 28">
                  <a:extLst>
                    <a:ext uri="{FF2B5EF4-FFF2-40B4-BE49-F238E27FC236}">
                      <a16:creationId xmlns:a16="http://schemas.microsoft.com/office/drawing/2014/main" id="{62BFCD9B-492C-1D69-62CB-339488B7309F}"/>
                    </a:ext>
                  </a:extLst>
                </p:cNvPr>
                <p:cNvPicPr/>
                <p:nvPr/>
              </p:nvPicPr>
              <p:blipFill>
                <a:blip r:embed="rId53"/>
                <a:stretch>
                  <a:fillRect/>
                </a:stretch>
              </p:blipFill>
              <p:spPr>
                <a:xfrm>
                  <a:off x="10425149" y="3356015"/>
                  <a:ext cx="2422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6D8CEC2F-9DB9-2B8D-9FF2-8EEB3B9B340D}"/>
                    </a:ext>
                  </a:extLst>
                </p14:cNvPr>
                <p14:cNvContentPartPr/>
                <p14:nvPr/>
              </p14:nvContentPartPr>
              <p14:xfrm>
                <a:off x="10650509" y="3167735"/>
                <a:ext cx="279360" cy="715320"/>
              </p14:xfrm>
            </p:contentPart>
          </mc:Choice>
          <mc:Fallback>
            <p:pic>
              <p:nvPicPr>
                <p:cNvPr id="30" name="Ink 29">
                  <a:extLst>
                    <a:ext uri="{FF2B5EF4-FFF2-40B4-BE49-F238E27FC236}">
                      <a16:creationId xmlns:a16="http://schemas.microsoft.com/office/drawing/2014/main" id="{6D8CEC2F-9DB9-2B8D-9FF2-8EEB3B9B340D}"/>
                    </a:ext>
                  </a:extLst>
                </p:cNvPr>
                <p:cNvPicPr/>
                <p:nvPr/>
              </p:nvPicPr>
              <p:blipFill>
                <a:blip r:embed="rId55"/>
                <a:stretch>
                  <a:fillRect/>
                </a:stretch>
              </p:blipFill>
              <p:spPr>
                <a:xfrm>
                  <a:off x="10644389" y="3161615"/>
                  <a:ext cx="291600" cy="7275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C75897EE-3ECC-AC62-81C3-220CF5CE9652}"/>
                    </a:ext>
                  </a:extLst>
                </p14:cNvPr>
                <p14:cNvContentPartPr/>
                <p14:nvPr/>
              </p14:nvContentPartPr>
              <p14:xfrm>
                <a:off x="10961549" y="3369335"/>
                <a:ext cx="96120" cy="84960"/>
              </p14:xfrm>
            </p:contentPart>
          </mc:Choice>
          <mc:Fallback>
            <p:pic>
              <p:nvPicPr>
                <p:cNvPr id="31" name="Ink 30">
                  <a:extLst>
                    <a:ext uri="{FF2B5EF4-FFF2-40B4-BE49-F238E27FC236}">
                      <a16:creationId xmlns:a16="http://schemas.microsoft.com/office/drawing/2014/main" id="{C75897EE-3ECC-AC62-81C3-220CF5CE9652}"/>
                    </a:ext>
                  </a:extLst>
                </p:cNvPr>
                <p:cNvPicPr/>
                <p:nvPr/>
              </p:nvPicPr>
              <p:blipFill>
                <a:blip r:embed="rId57"/>
                <a:stretch>
                  <a:fillRect/>
                </a:stretch>
              </p:blipFill>
              <p:spPr>
                <a:xfrm>
                  <a:off x="10955429" y="3363215"/>
                  <a:ext cx="10836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2CC06EAD-13CA-1DE1-B15F-6A710117F4C4}"/>
                    </a:ext>
                  </a:extLst>
                </p14:cNvPr>
                <p14:cNvContentPartPr/>
                <p14:nvPr/>
              </p14:nvContentPartPr>
              <p14:xfrm>
                <a:off x="11097989" y="3344135"/>
                <a:ext cx="183240" cy="98640"/>
              </p14:xfrm>
            </p:contentPart>
          </mc:Choice>
          <mc:Fallback>
            <p:pic>
              <p:nvPicPr>
                <p:cNvPr id="32" name="Ink 31">
                  <a:extLst>
                    <a:ext uri="{FF2B5EF4-FFF2-40B4-BE49-F238E27FC236}">
                      <a16:creationId xmlns:a16="http://schemas.microsoft.com/office/drawing/2014/main" id="{2CC06EAD-13CA-1DE1-B15F-6A710117F4C4}"/>
                    </a:ext>
                  </a:extLst>
                </p:cNvPr>
                <p:cNvPicPr/>
                <p:nvPr/>
              </p:nvPicPr>
              <p:blipFill>
                <a:blip r:embed="rId59"/>
                <a:stretch>
                  <a:fillRect/>
                </a:stretch>
              </p:blipFill>
              <p:spPr>
                <a:xfrm>
                  <a:off x="11091869" y="3338015"/>
                  <a:ext cx="19548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A4610E4D-4BE4-0ADF-E2B0-1FDAD9CE8A5D}"/>
                    </a:ext>
                  </a:extLst>
                </p14:cNvPr>
                <p14:cNvContentPartPr/>
                <p14:nvPr/>
              </p14:nvContentPartPr>
              <p14:xfrm>
                <a:off x="11337389" y="3133535"/>
                <a:ext cx="92520" cy="415440"/>
              </p14:xfrm>
            </p:contentPart>
          </mc:Choice>
          <mc:Fallback>
            <p:pic>
              <p:nvPicPr>
                <p:cNvPr id="33" name="Ink 32">
                  <a:extLst>
                    <a:ext uri="{FF2B5EF4-FFF2-40B4-BE49-F238E27FC236}">
                      <a16:creationId xmlns:a16="http://schemas.microsoft.com/office/drawing/2014/main" id="{A4610E4D-4BE4-0ADF-E2B0-1FDAD9CE8A5D}"/>
                    </a:ext>
                  </a:extLst>
                </p:cNvPr>
                <p:cNvPicPr/>
                <p:nvPr/>
              </p:nvPicPr>
              <p:blipFill>
                <a:blip r:embed="rId61"/>
                <a:stretch>
                  <a:fillRect/>
                </a:stretch>
              </p:blipFill>
              <p:spPr>
                <a:xfrm>
                  <a:off x="11331269" y="3127415"/>
                  <a:ext cx="104760" cy="427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988B49CF-3FDC-8632-7811-0645B770DD6A}"/>
                    </a:ext>
                  </a:extLst>
                </p14:cNvPr>
                <p14:cNvContentPartPr/>
                <p14:nvPr/>
              </p14:nvContentPartPr>
              <p14:xfrm>
                <a:off x="11312189" y="3323975"/>
                <a:ext cx="173520" cy="147960"/>
              </p14:xfrm>
            </p:contentPart>
          </mc:Choice>
          <mc:Fallback>
            <p:pic>
              <p:nvPicPr>
                <p:cNvPr id="34" name="Ink 33">
                  <a:extLst>
                    <a:ext uri="{FF2B5EF4-FFF2-40B4-BE49-F238E27FC236}">
                      <a16:creationId xmlns:a16="http://schemas.microsoft.com/office/drawing/2014/main" id="{988B49CF-3FDC-8632-7811-0645B770DD6A}"/>
                    </a:ext>
                  </a:extLst>
                </p:cNvPr>
                <p:cNvPicPr/>
                <p:nvPr/>
              </p:nvPicPr>
              <p:blipFill>
                <a:blip r:embed="rId63"/>
                <a:stretch>
                  <a:fillRect/>
                </a:stretch>
              </p:blipFill>
              <p:spPr>
                <a:xfrm>
                  <a:off x="11306069" y="3317855"/>
                  <a:ext cx="1857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21884B31-CAB3-6F7E-AD5F-22D83E95A353}"/>
                    </a:ext>
                  </a:extLst>
                </p14:cNvPr>
                <p14:cNvContentPartPr/>
                <p14:nvPr/>
              </p14:nvContentPartPr>
              <p14:xfrm>
                <a:off x="11644109" y="3215615"/>
                <a:ext cx="11880" cy="18000"/>
              </p14:xfrm>
            </p:contentPart>
          </mc:Choice>
          <mc:Fallback>
            <p:pic>
              <p:nvPicPr>
                <p:cNvPr id="35" name="Ink 34">
                  <a:extLst>
                    <a:ext uri="{FF2B5EF4-FFF2-40B4-BE49-F238E27FC236}">
                      <a16:creationId xmlns:a16="http://schemas.microsoft.com/office/drawing/2014/main" id="{21884B31-CAB3-6F7E-AD5F-22D83E95A353}"/>
                    </a:ext>
                  </a:extLst>
                </p:cNvPr>
                <p:cNvPicPr/>
                <p:nvPr/>
              </p:nvPicPr>
              <p:blipFill>
                <a:blip r:embed="rId65"/>
                <a:stretch>
                  <a:fillRect/>
                </a:stretch>
              </p:blipFill>
              <p:spPr>
                <a:xfrm>
                  <a:off x="11637989" y="3209495"/>
                  <a:ext cx="241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60C7696F-497A-0F73-24BF-0D2C30710778}"/>
                    </a:ext>
                  </a:extLst>
                </p14:cNvPr>
                <p14:cNvContentPartPr/>
                <p14:nvPr/>
              </p14:nvContentPartPr>
              <p14:xfrm>
                <a:off x="11637629" y="3341615"/>
                <a:ext cx="260280" cy="111240"/>
              </p14:xfrm>
            </p:contentPart>
          </mc:Choice>
          <mc:Fallback>
            <p:pic>
              <p:nvPicPr>
                <p:cNvPr id="36" name="Ink 35">
                  <a:extLst>
                    <a:ext uri="{FF2B5EF4-FFF2-40B4-BE49-F238E27FC236}">
                      <a16:creationId xmlns:a16="http://schemas.microsoft.com/office/drawing/2014/main" id="{60C7696F-497A-0F73-24BF-0D2C30710778}"/>
                    </a:ext>
                  </a:extLst>
                </p:cNvPr>
                <p:cNvPicPr/>
                <p:nvPr/>
              </p:nvPicPr>
              <p:blipFill>
                <a:blip r:embed="rId67"/>
                <a:stretch>
                  <a:fillRect/>
                </a:stretch>
              </p:blipFill>
              <p:spPr>
                <a:xfrm>
                  <a:off x="11631509" y="3335495"/>
                  <a:ext cx="272520" cy="123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8">
            <p14:nvContentPartPr>
              <p14:cNvPr id="38" name="Ink 37">
                <a:extLst>
                  <a:ext uri="{FF2B5EF4-FFF2-40B4-BE49-F238E27FC236}">
                    <a16:creationId xmlns:a16="http://schemas.microsoft.com/office/drawing/2014/main" id="{4260C8A0-DA2F-4CE8-6496-EBDA6884C794}"/>
                  </a:ext>
                </a:extLst>
              </p14:cNvPr>
              <p14:cNvContentPartPr/>
              <p14:nvPr/>
            </p14:nvContentPartPr>
            <p14:xfrm>
              <a:off x="2797829" y="4303895"/>
              <a:ext cx="4992480" cy="161280"/>
            </p14:xfrm>
          </p:contentPart>
        </mc:Choice>
        <mc:Fallback>
          <p:pic>
            <p:nvPicPr>
              <p:cNvPr id="38" name="Ink 37">
                <a:extLst>
                  <a:ext uri="{FF2B5EF4-FFF2-40B4-BE49-F238E27FC236}">
                    <a16:creationId xmlns:a16="http://schemas.microsoft.com/office/drawing/2014/main" id="{4260C8A0-DA2F-4CE8-6496-EBDA6884C794}"/>
                  </a:ext>
                </a:extLst>
              </p:cNvPr>
              <p:cNvPicPr/>
              <p:nvPr/>
            </p:nvPicPr>
            <p:blipFill>
              <a:blip r:embed="rId69"/>
              <a:stretch>
                <a:fillRect/>
              </a:stretch>
            </p:blipFill>
            <p:spPr>
              <a:xfrm>
                <a:off x="2791709" y="4297775"/>
                <a:ext cx="5004720" cy="17352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9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616" name="Google Shape;616;p95"/>
          <p:cNvSpPr txBox="1"/>
          <p:nvPr/>
        </p:nvSpPr>
        <p:spPr>
          <a:xfrm>
            <a:off x="747712" y="1103312"/>
            <a:ext cx="10503000" cy="27576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dk1"/>
              </a:buClr>
              <a:buSzPts val="2800"/>
              <a:buFont typeface="Calibri"/>
              <a:buNone/>
            </a:pPr>
            <a:r>
              <a:rPr lang="en-US" sz="2800" b="0" i="0" u="none">
                <a:solidFill>
                  <a:schemeClr val="dk1"/>
                </a:solidFill>
                <a:latin typeface="Calibri"/>
                <a:ea typeface="Calibri"/>
                <a:cs typeface="Calibri"/>
                <a:sym typeface="Calibri"/>
              </a:rPr>
              <a:t>In a sample of 100 factory workers, 30 workers might belong to a union. The value of sample proportion for this characteristic, union membership, is 30/100 = 0 .30</a:t>
            </a:r>
            <a:endParaRPr/>
          </a:p>
          <a:p>
            <a:pPr marL="0" marR="0" lvl="0" indent="0" algn="just" rtl="0">
              <a:lnSpc>
                <a:spcPct val="90000"/>
              </a:lnSpc>
              <a:spcBef>
                <a:spcPts val="1000"/>
              </a:spcBef>
              <a:spcAft>
                <a:spcPts val="0"/>
              </a:spcAft>
              <a:buClr>
                <a:schemeClr val="dk1"/>
              </a:buClr>
              <a:buSzPts val="3400"/>
              <a:buFont typeface="Calibri"/>
              <a:buNone/>
            </a:pPr>
            <a:endParaRPr sz="34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3400" b="0" i="0" u="none">
              <a:solidFill>
                <a:schemeClr val="dk1"/>
              </a:solidFill>
              <a:latin typeface="Calibri"/>
              <a:ea typeface="Calibri"/>
              <a:cs typeface="Calibri"/>
              <a:sym typeface="Calibri"/>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4238B7B-23FB-43B6-1E24-134D72EA6EA7}"/>
                  </a:ext>
                </a:extLst>
              </p14:cNvPr>
              <p14:cNvContentPartPr/>
              <p14:nvPr/>
            </p14:nvContentPartPr>
            <p14:xfrm>
              <a:off x="7334189" y="2359175"/>
              <a:ext cx="3979440" cy="92520"/>
            </p14:xfrm>
          </p:contentPart>
        </mc:Choice>
        <mc:Fallback>
          <p:pic>
            <p:nvPicPr>
              <p:cNvPr id="2" name="Ink 1">
                <a:extLst>
                  <a:ext uri="{FF2B5EF4-FFF2-40B4-BE49-F238E27FC236}">
                    <a16:creationId xmlns:a16="http://schemas.microsoft.com/office/drawing/2014/main" id="{74238B7B-23FB-43B6-1E24-134D72EA6EA7}"/>
                  </a:ext>
                </a:extLst>
              </p:cNvPr>
              <p:cNvPicPr/>
              <p:nvPr/>
            </p:nvPicPr>
            <p:blipFill>
              <a:blip r:embed="rId4"/>
              <a:stretch>
                <a:fillRect/>
              </a:stretch>
            </p:blipFill>
            <p:spPr>
              <a:xfrm>
                <a:off x="7328069" y="2353055"/>
                <a:ext cx="399168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3194D746-BFDD-0544-DA76-DFC87D31DE0B}"/>
                  </a:ext>
                </a:extLst>
              </p14:cNvPr>
              <p14:cNvContentPartPr/>
              <p14:nvPr/>
            </p14:nvContentPartPr>
            <p14:xfrm>
              <a:off x="3090149" y="3020135"/>
              <a:ext cx="2439360" cy="199800"/>
            </p14:xfrm>
          </p:contentPart>
        </mc:Choice>
        <mc:Fallback>
          <p:pic>
            <p:nvPicPr>
              <p:cNvPr id="3" name="Ink 2">
                <a:extLst>
                  <a:ext uri="{FF2B5EF4-FFF2-40B4-BE49-F238E27FC236}">
                    <a16:creationId xmlns:a16="http://schemas.microsoft.com/office/drawing/2014/main" id="{3194D746-BFDD-0544-DA76-DFC87D31DE0B}"/>
                  </a:ext>
                </a:extLst>
              </p:cNvPr>
              <p:cNvPicPr/>
              <p:nvPr/>
            </p:nvPicPr>
            <p:blipFill>
              <a:blip r:embed="rId6"/>
              <a:stretch>
                <a:fillRect/>
              </a:stretch>
            </p:blipFill>
            <p:spPr>
              <a:xfrm>
                <a:off x="3084029" y="3014015"/>
                <a:ext cx="2451600" cy="21204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9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Central Limit Theorem for Sample Proportion</a:t>
            </a:r>
            <a:endParaRPr/>
          </a:p>
        </p:txBody>
      </p:sp>
      <p:sp>
        <p:nvSpPr>
          <p:cNvPr id="622" name="Google Shape;622;p96"/>
          <p:cNvSpPr txBox="1"/>
          <p:nvPr/>
        </p:nvSpPr>
        <p:spPr>
          <a:xfrm>
            <a:off x="138112" y="1092200"/>
            <a:ext cx="11823600" cy="53007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90000"/>
              </a:lnSpc>
              <a:spcBef>
                <a:spcPts val="0"/>
              </a:spcBef>
              <a:spcAft>
                <a:spcPts val="0"/>
              </a:spcAft>
              <a:buClr>
                <a:schemeClr val="dk1"/>
              </a:buClr>
              <a:buSzPts val="2700"/>
              <a:buFont typeface="Noto Sans Symbols"/>
              <a:buChar char="⮚"/>
            </a:pPr>
            <a:r>
              <a:rPr lang="en-US" sz="2700" b="0" i="0" u="none" dirty="0">
                <a:solidFill>
                  <a:schemeClr val="dk1"/>
                </a:solidFill>
                <a:latin typeface="Calibri"/>
                <a:ea typeface="Calibri"/>
                <a:cs typeface="Calibri"/>
                <a:sym typeface="Calibri"/>
              </a:rPr>
              <a:t>The central limit theorem applies to sample proportions is that the normal distribution approximates the shape of the distribution of sample proportions</a:t>
            </a:r>
            <a:endParaRPr dirty="0"/>
          </a:p>
          <a:p>
            <a:pPr marL="342900" marR="0" lvl="0" indent="-342900" algn="just" rtl="0">
              <a:lnSpc>
                <a:spcPct val="90000"/>
              </a:lnSpc>
              <a:spcBef>
                <a:spcPts val="1000"/>
              </a:spcBef>
              <a:spcAft>
                <a:spcPts val="0"/>
              </a:spcAft>
              <a:buClr>
                <a:schemeClr val="dk1"/>
              </a:buClr>
              <a:buSzPts val="2700"/>
              <a:buFont typeface="Calibri"/>
              <a:buNone/>
            </a:pPr>
            <a:r>
              <a:rPr lang="en-US" sz="2700" b="0" i="0" u="none" dirty="0">
                <a:solidFill>
                  <a:schemeClr val="dk1"/>
                </a:solidFill>
                <a:latin typeface="Calibri"/>
                <a:ea typeface="Calibri"/>
                <a:cs typeface="Calibri"/>
                <a:sym typeface="Calibri"/>
              </a:rPr>
              <a:t>	</a:t>
            </a:r>
            <a:r>
              <a:rPr lang="en-US" sz="2700" b="1" i="0" u="none" dirty="0">
                <a:solidFill>
                  <a:schemeClr val="dk1"/>
                </a:solidFill>
                <a:latin typeface="Calibri"/>
                <a:ea typeface="Calibri"/>
                <a:cs typeface="Calibri"/>
                <a:sym typeface="Calibri"/>
              </a:rPr>
              <a:t>If </a:t>
            </a:r>
            <a:r>
              <a:rPr lang="en-US" sz="2700" b="1" i="1" u="none" dirty="0">
                <a:solidFill>
                  <a:schemeClr val="dk1"/>
                </a:solidFill>
                <a:latin typeface="Calibri"/>
                <a:ea typeface="Calibri"/>
                <a:cs typeface="Calibri"/>
                <a:sym typeface="Calibri"/>
              </a:rPr>
              <a:t>n*p &gt; 1</a:t>
            </a:r>
            <a:r>
              <a:rPr lang="en-US" sz="2700" b="1" i="0" u="none" dirty="0">
                <a:solidFill>
                  <a:schemeClr val="dk1"/>
                </a:solidFill>
                <a:latin typeface="Calibri"/>
                <a:ea typeface="Calibri"/>
                <a:cs typeface="Calibri"/>
                <a:sym typeface="Calibri"/>
              </a:rPr>
              <a:t>5 and </a:t>
            </a:r>
            <a:r>
              <a:rPr lang="en-US" sz="2700" b="1" i="1" u="none" dirty="0">
                <a:solidFill>
                  <a:schemeClr val="dk1"/>
                </a:solidFill>
                <a:latin typeface="Calibri"/>
                <a:ea typeface="Calibri"/>
                <a:cs typeface="Calibri"/>
                <a:sym typeface="Calibri"/>
              </a:rPr>
              <a:t>n*q &gt; 1</a:t>
            </a:r>
            <a:r>
              <a:rPr lang="en-US" sz="2700" b="1" i="0" u="none" dirty="0">
                <a:solidFill>
                  <a:schemeClr val="dk1"/>
                </a:solidFill>
                <a:latin typeface="Calibri"/>
                <a:ea typeface="Calibri"/>
                <a:cs typeface="Calibri"/>
                <a:sym typeface="Calibri"/>
              </a:rPr>
              <a:t>5 (</a:t>
            </a:r>
            <a:r>
              <a:rPr lang="en-US" sz="2700" b="1" i="1" u="none" dirty="0">
                <a:solidFill>
                  <a:schemeClr val="dk1"/>
                </a:solidFill>
                <a:latin typeface="Calibri"/>
                <a:ea typeface="Calibri"/>
                <a:cs typeface="Calibri"/>
                <a:sym typeface="Calibri"/>
              </a:rPr>
              <a:t>p </a:t>
            </a:r>
            <a:r>
              <a:rPr lang="en-US" sz="2700" b="1" i="0" u="none" dirty="0">
                <a:solidFill>
                  <a:schemeClr val="dk1"/>
                </a:solidFill>
                <a:latin typeface="Calibri"/>
                <a:ea typeface="Calibri"/>
                <a:cs typeface="Calibri"/>
                <a:sym typeface="Calibri"/>
              </a:rPr>
              <a:t>is the population proportion and </a:t>
            </a:r>
            <a:r>
              <a:rPr lang="en-US" sz="2700" b="1" i="1" u="none" dirty="0">
                <a:solidFill>
                  <a:schemeClr val="dk1"/>
                </a:solidFill>
                <a:latin typeface="Calibri"/>
                <a:ea typeface="Calibri"/>
                <a:cs typeface="Calibri"/>
                <a:sym typeface="Calibri"/>
              </a:rPr>
              <a:t>q </a:t>
            </a:r>
            <a:r>
              <a:rPr lang="en-US" sz="2700" b="1" i="0" u="none" dirty="0">
                <a:solidFill>
                  <a:schemeClr val="dk1"/>
                </a:solidFill>
                <a:latin typeface="Calibri"/>
                <a:ea typeface="Calibri"/>
                <a:cs typeface="Calibri"/>
                <a:sym typeface="Calibri"/>
              </a:rPr>
              <a:t>= 1 - </a:t>
            </a:r>
            <a:r>
              <a:rPr lang="en-US" sz="2700" b="1" i="1" u="none" dirty="0">
                <a:solidFill>
                  <a:schemeClr val="dk1"/>
                </a:solidFill>
                <a:latin typeface="Calibri"/>
                <a:ea typeface="Calibri"/>
                <a:cs typeface="Calibri"/>
                <a:sym typeface="Calibri"/>
              </a:rPr>
              <a:t>p</a:t>
            </a:r>
            <a:r>
              <a:rPr lang="en-US" sz="2700" b="1" i="0" u="none" dirty="0">
                <a:solidFill>
                  <a:schemeClr val="dk1"/>
                </a:solidFill>
                <a:latin typeface="Calibri"/>
                <a:ea typeface="Calibri"/>
                <a:cs typeface="Calibri"/>
                <a:sym typeface="Calibri"/>
              </a:rPr>
              <a:t>). </a:t>
            </a:r>
            <a:endParaRPr dirty="0"/>
          </a:p>
          <a:p>
            <a:pPr marL="342900" marR="0" lvl="0" indent="-342900" algn="just" rtl="0">
              <a:lnSpc>
                <a:spcPct val="90000"/>
              </a:lnSpc>
              <a:spcBef>
                <a:spcPts val="1000"/>
              </a:spcBef>
              <a:spcAft>
                <a:spcPts val="0"/>
              </a:spcAft>
              <a:buClr>
                <a:schemeClr val="dk1"/>
              </a:buClr>
              <a:buSzPts val="2700"/>
              <a:buFont typeface="Noto Sans Symbols"/>
              <a:buChar char="⮚"/>
            </a:pPr>
            <a:r>
              <a:rPr lang="en-US" sz="2700" b="0" i="0" u="none" dirty="0">
                <a:solidFill>
                  <a:schemeClr val="dk1"/>
                </a:solidFill>
                <a:latin typeface="Calibri"/>
                <a:ea typeface="Calibri"/>
                <a:cs typeface="Calibri"/>
                <a:sym typeface="Calibri"/>
              </a:rPr>
              <a:t>The mean of sample proportions for all samples of size </a:t>
            </a:r>
            <a:r>
              <a:rPr lang="en-US" sz="2700" b="0" i="1" u="none" dirty="0">
                <a:solidFill>
                  <a:schemeClr val="dk1"/>
                </a:solidFill>
                <a:latin typeface="Calibri"/>
                <a:ea typeface="Calibri"/>
                <a:cs typeface="Calibri"/>
                <a:sym typeface="Calibri"/>
              </a:rPr>
              <a:t>n </a:t>
            </a:r>
            <a:r>
              <a:rPr lang="en-US" sz="2700" b="0" i="0" u="none" dirty="0">
                <a:solidFill>
                  <a:schemeClr val="dk1"/>
                </a:solidFill>
                <a:latin typeface="Calibri"/>
                <a:ea typeface="Calibri"/>
                <a:cs typeface="Calibri"/>
                <a:sym typeface="Calibri"/>
              </a:rPr>
              <a:t>randomly drawn from a population is </a:t>
            </a:r>
            <a:r>
              <a:rPr lang="en-US" sz="2700" b="1" i="1" u="none" dirty="0">
                <a:solidFill>
                  <a:schemeClr val="dk1"/>
                </a:solidFill>
                <a:latin typeface="Calibri"/>
                <a:ea typeface="Calibri"/>
                <a:cs typeface="Calibri"/>
                <a:sym typeface="Calibri"/>
              </a:rPr>
              <a:t>p</a:t>
            </a:r>
            <a:r>
              <a:rPr lang="en-US" sz="2700" b="0" i="1" u="none" dirty="0">
                <a:solidFill>
                  <a:schemeClr val="dk1"/>
                </a:solidFill>
                <a:latin typeface="Calibri"/>
                <a:ea typeface="Calibri"/>
                <a:cs typeface="Calibri"/>
                <a:sym typeface="Calibri"/>
              </a:rPr>
              <a:t> </a:t>
            </a:r>
            <a:r>
              <a:rPr lang="en-US" sz="2700" b="0" i="0" u="none" dirty="0">
                <a:solidFill>
                  <a:schemeClr val="dk1"/>
                </a:solidFill>
                <a:latin typeface="Calibri"/>
                <a:ea typeface="Calibri"/>
                <a:cs typeface="Calibri"/>
                <a:sym typeface="Calibri"/>
              </a:rPr>
              <a:t>(the population proportion) and </a:t>
            </a:r>
            <a:endParaRPr dirty="0"/>
          </a:p>
          <a:p>
            <a:pPr marL="342900" marR="0" lvl="0" indent="-342900" algn="just" rtl="0">
              <a:lnSpc>
                <a:spcPct val="90000"/>
              </a:lnSpc>
              <a:spcBef>
                <a:spcPts val="1000"/>
              </a:spcBef>
              <a:spcAft>
                <a:spcPts val="0"/>
              </a:spcAft>
              <a:buClr>
                <a:schemeClr val="dk1"/>
              </a:buClr>
              <a:buSzPts val="2700"/>
              <a:buFont typeface="Noto Sans Symbols"/>
              <a:buChar char="⮚"/>
            </a:pPr>
            <a:r>
              <a:rPr lang="en-US" sz="2700" b="0" i="0" u="none" dirty="0">
                <a:solidFill>
                  <a:schemeClr val="dk1"/>
                </a:solidFill>
                <a:latin typeface="Calibri"/>
                <a:ea typeface="Calibri"/>
                <a:cs typeface="Calibri"/>
                <a:sym typeface="Calibri"/>
              </a:rPr>
              <a:t>the standard deviation of sample proportions (sometimes referred to as the </a:t>
            </a:r>
            <a:r>
              <a:rPr lang="en-US" sz="2700" b="1" i="0" u="none" dirty="0">
                <a:solidFill>
                  <a:schemeClr val="dk1"/>
                </a:solidFill>
                <a:latin typeface="Calibri"/>
                <a:ea typeface="Calibri"/>
                <a:cs typeface="Calibri"/>
                <a:sym typeface="Calibri"/>
              </a:rPr>
              <a:t>standard error of the proportion) is given by</a:t>
            </a:r>
            <a:endParaRPr dirty="0"/>
          </a:p>
        </p:txBody>
      </p:sp>
      <p:pic>
        <p:nvPicPr>
          <p:cNvPr id="623" name="Google Shape;623;p96"/>
          <p:cNvPicPr preferRelativeResize="0"/>
          <p:nvPr/>
        </p:nvPicPr>
        <p:blipFill rotWithShape="1">
          <a:blip r:embed="rId3">
            <a:alphaModFix/>
          </a:blip>
          <a:srcRect/>
          <a:stretch/>
        </p:blipFill>
        <p:spPr>
          <a:xfrm>
            <a:off x="595312" y="4448175"/>
            <a:ext cx="7224712" cy="1495425"/>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D4E1BED0-8C43-6F88-FBE3-319DADD3903C}"/>
                  </a:ext>
                </a:extLst>
              </p14:cNvPr>
              <p14:cNvContentPartPr/>
              <p14:nvPr/>
            </p14:nvContentPartPr>
            <p14:xfrm>
              <a:off x="4663349" y="1500215"/>
              <a:ext cx="7108200" cy="87840"/>
            </p14:xfrm>
          </p:contentPart>
        </mc:Choice>
        <mc:Fallback>
          <p:pic>
            <p:nvPicPr>
              <p:cNvPr id="2" name="Ink 1">
                <a:extLst>
                  <a:ext uri="{FF2B5EF4-FFF2-40B4-BE49-F238E27FC236}">
                    <a16:creationId xmlns:a16="http://schemas.microsoft.com/office/drawing/2014/main" id="{D4E1BED0-8C43-6F88-FBE3-319DADD3903C}"/>
                  </a:ext>
                </a:extLst>
              </p:cNvPr>
              <p:cNvPicPr/>
              <p:nvPr/>
            </p:nvPicPr>
            <p:blipFill>
              <a:blip r:embed="rId5"/>
              <a:stretch>
                <a:fillRect/>
              </a:stretch>
            </p:blipFill>
            <p:spPr>
              <a:xfrm>
                <a:off x="4657229" y="1494095"/>
                <a:ext cx="712044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954190E8-5E94-017C-2E8B-5C1127A25CC6}"/>
                  </a:ext>
                </a:extLst>
              </p14:cNvPr>
              <p14:cNvContentPartPr/>
              <p14:nvPr/>
            </p14:nvContentPartPr>
            <p14:xfrm>
              <a:off x="551429" y="1806935"/>
              <a:ext cx="11017080" cy="126360"/>
            </p14:xfrm>
          </p:contentPart>
        </mc:Choice>
        <mc:Fallback>
          <p:pic>
            <p:nvPicPr>
              <p:cNvPr id="3" name="Ink 2">
                <a:extLst>
                  <a:ext uri="{FF2B5EF4-FFF2-40B4-BE49-F238E27FC236}">
                    <a16:creationId xmlns:a16="http://schemas.microsoft.com/office/drawing/2014/main" id="{954190E8-5E94-017C-2E8B-5C1127A25CC6}"/>
                  </a:ext>
                </a:extLst>
              </p:cNvPr>
              <p:cNvPicPr/>
              <p:nvPr/>
            </p:nvPicPr>
            <p:blipFill>
              <a:blip r:embed="rId7"/>
              <a:stretch>
                <a:fillRect/>
              </a:stretch>
            </p:blipFill>
            <p:spPr>
              <a:xfrm>
                <a:off x="545309" y="1800815"/>
                <a:ext cx="11029320" cy="138600"/>
              </a:xfrm>
              <a:prstGeom prst="rect">
                <a:avLst/>
              </a:prstGeom>
            </p:spPr>
          </p:pic>
        </mc:Fallback>
      </mc:AlternateContent>
      <p:grpSp>
        <p:nvGrpSpPr>
          <p:cNvPr id="12" name="Group 11">
            <a:extLst>
              <a:ext uri="{FF2B5EF4-FFF2-40B4-BE49-F238E27FC236}">
                <a16:creationId xmlns:a16="http://schemas.microsoft.com/office/drawing/2014/main" id="{A48702D4-D5AE-D762-7673-CB8A6E240F52}"/>
              </a:ext>
            </a:extLst>
          </p:cNvPr>
          <p:cNvGrpSpPr/>
          <p:nvPr/>
        </p:nvGrpSpPr>
        <p:grpSpPr>
          <a:xfrm>
            <a:off x="4994909" y="2380775"/>
            <a:ext cx="5371560" cy="111240"/>
            <a:chOff x="4994909" y="2380775"/>
            <a:chExt cx="5371560" cy="111240"/>
          </a:xfrm>
        </p:grpSpPr>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D76DDEEA-262C-7B1E-E31B-580DDEC51839}"/>
                    </a:ext>
                  </a:extLst>
                </p14:cNvPr>
                <p14:cNvContentPartPr/>
                <p14:nvPr/>
              </p14:nvContentPartPr>
              <p14:xfrm>
                <a:off x="4994909" y="2380775"/>
                <a:ext cx="2867040" cy="72000"/>
              </p14:xfrm>
            </p:contentPart>
          </mc:Choice>
          <mc:Fallback>
            <p:pic>
              <p:nvPicPr>
                <p:cNvPr id="10" name="Ink 9">
                  <a:extLst>
                    <a:ext uri="{FF2B5EF4-FFF2-40B4-BE49-F238E27FC236}">
                      <a16:creationId xmlns:a16="http://schemas.microsoft.com/office/drawing/2014/main" id="{D76DDEEA-262C-7B1E-E31B-580DDEC51839}"/>
                    </a:ext>
                  </a:extLst>
                </p:cNvPr>
                <p:cNvPicPr/>
                <p:nvPr/>
              </p:nvPicPr>
              <p:blipFill>
                <a:blip r:embed="rId9"/>
                <a:stretch>
                  <a:fillRect/>
                </a:stretch>
              </p:blipFill>
              <p:spPr>
                <a:xfrm>
                  <a:off x="4988789" y="2374655"/>
                  <a:ext cx="28792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13B14F4C-294E-F1D0-1DE3-B34EC473D3A9}"/>
                    </a:ext>
                  </a:extLst>
                </p14:cNvPr>
                <p14:cNvContentPartPr/>
                <p14:nvPr/>
              </p14:nvContentPartPr>
              <p14:xfrm>
                <a:off x="9106829" y="2419295"/>
                <a:ext cx="1259640" cy="72720"/>
              </p14:xfrm>
            </p:contentPart>
          </mc:Choice>
          <mc:Fallback>
            <p:pic>
              <p:nvPicPr>
                <p:cNvPr id="11" name="Ink 10">
                  <a:extLst>
                    <a:ext uri="{FF2B5EF4-FFF2-40B4-BE49-F238E27FC236}">
                      <a16:creationId xmlns:a16="http://schemas.microsoft.com/office/drawing/2014/main" id="{13B14F4C-294E-F1D0-1DE3-B34EC473D3A9}"/>
                    </a:ext>
                  </a:extLst>
                </p:cNvPr>
                <p:cNvPicPr/>
                <p:nvPr/>
              </p:nvPicPr>
              <p:blipFill>
                <a:blip r:embed="rId11"/>
                <a:stretch>
                  <a:fillRect/>
                </a:stretch>
              </p:blipFill>
              <p:spPr>
                <a:xfrm>
                  <a:off x="9100709" y="2413175"/>
                  <a:ext cx="1271880" cy="84960"/>
                </a:xfrm>
                <a:prstGeom prst="rect">
                  <a:avLst/>
                </a:prstGeom>
              </p:spPr>
            </p:pic>
          </mc:Fallback>
        </mc:AlternateContent>
      </p:grpSp>
      <p:grpSp>
        <p:nvGrpSpPr>
          <p:cNvPr id="16" name="Group 15">
            <a:extLst>
              <a:ext uri="{FF2B5EF4-FFF2-40B4-BE49-F238E27FC236}">
                <a16:creationId xmlns:a16="http://schemas.microsoft.com/office/drawing/2014/main" id="{25AF482E-8455-8854-D4F5-7E50C2D895FA}"/>
              </a:ext>
            </a:extLst>
          </p:cNvPr>
          <p:cNvGrpSpPr/>
          <p:nvPr/>
        </p:nvGrpSpPr>
        <p:grpSpPr>
          <a:xfrm>
            <a:off x="767069" y="1973255"/>
            <a:ext cx="1281960" cy="525240"/>
            <a:chOff x="767069" y="1973255"/>
            <a:chExt cx="1281960" cy="525240"/>
          </a:xfrm>
        </p:grpSpPr>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99721247-AD5B-4990-59EE-1093F15FA044}"/>
                    </a:ext>
                  </a:extLst>
                </p14:cNvPr>
                <p14:cNvContentPartPr/>
                <p14:nvPr/>
              </p14:nvContentPartPr>
              <p14:xfrm>
                <a:off x="767069" y="2364215"/>
                <a:ext cx="624600" cy="67320"/>
              </p14:xfrm>
            </p:contentPart>
          </mc:Choice>
          <mc:Fallback>
            <p:pic>
              <p:nvPicPr>
                <p:cNvPr id="4" name="Ink 3">
                  <a:extLst>
                    <a:ext uri="{FF2B5EF4-FFF2-40B4-BE49-F238E27FC236}">
                      <a16:creationId xmlns:a16="http://schemas.microsoft.com/office/drawing/2014/main" id="{99721247-AD5B-4990-59EE-1093F15FA044}"/>
                    </a:ext>
                  </a:extLst>
                </p:cNvPr>
                <p:cNvPicPr/>
                <p:nvPr/>
              </p:nvPicPr>
              <p:blipFill>
                <a:blip r:embed="rId13"/>
                <a:stretch>
                  <a:fillRect/>
                </a:stretch>
              </p:blipFill>
              <p:spPr>
                <a:xfrm>
                  <a:off x="760949" y="2358095"/>
                  <a:ext cx="63684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326E4330-8BE9-E52D-8329-75B143024C86}"/>
                    </a:ext>
                  </a:extLst>
                </p14:cNvPr>
                <p14:cNvContentPartPr/>
                <p14:nvPr/>
              </p14:nvContentPartPr>
              <p14:xfrm>
                <a:off x="1681469" y="2376815"/>
                <a:ext cx="367560" cy="69840"/>
              </p14:xfrm>
            </p:contentPart>
          </mc:Choice>
          <mc:Fallback>
            <p:pic>
              <p:nvPicPr>
                <p:cNvPr id="5" name="Ink 4">
                  <a:extLst>
                    <a:ext uri="{FF2B5EF4-FFF2-40B4-BE49-F238E27FC236}">
                      <a16:creationId xmlns:a16="http://schemas.microsoft.com/office/drawing/2014/main" id="{326E4330-8BE9-E52D-8329-75B143024C86}"/>
                    </a:ext>
                  </a:extLst>
                </p:cNvPr>
                <p:cNvPicPr/>
                <p:nvPr/>
              </p:nvPicPr>
              <p:blipFill>
                <a:blip r:embed="rId15"/>
                <a:stretch>
                  <a:fillRect/>
                </a:stretch>
              </p:blipFill>
              <p:spPr>
                <a:xfrm>
                  <a:off x="1675349" y="2370695"/>
                  <a:ext cx="37980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F7EE94EB-F2C1-4085-59C2-DB1DA08C68A8}"/>
                    </a:ext>
                  </a:extLst>
                </p14:cNvPr>
                <p14:cNvContentPartPr/>
                <p14:nvPr/>
              </p14:nvContentPartPr>
              <p14:xfrm>
                <a:off x="1145429" y="1973255"/>
                <a:ext cx="334800" cy="525240"/>
              </p14:xfrm>
            </p:contentPart>
          </mc:Choice>
          <mc:Fallback>
            <p:pic>
              <p:nvPicPr>
                <p:cNvPr id="13" name="Ink 12">
                  <a:extLst>
                    <a:ext uri="{FF2B5EF4-FFF2-40B4-BE49-F238E27FC236}">
                      <a16:creationId xmlns:a16="http://schemas.microsoft.com/office/drawing/2014/main" id="{F7EE94EB-F2C1-4085-59C2-DB1DA08C68A8}"/>
                    </a:ext>
                  </a:extLst>
                </p:cNvPr>
                <p:cNvPicPr/>
                <p:nvPr/>
              </p:nvPicPr>
              <p:blipFill>
                <a:blip r:embed="rId17"/>
                <a:stretch>
                  <a:fillRect/>
                </a:stretch>
              </p:blipFill>
              <p:spPr>
                <a:xfrm>
                  <a:off x="1139309" y="1967135"/>
                  <a:ext cx="347040" cy="537480"/>
                </a:xfrm>
                <a:prstGeom prst="rect">
                  <a:avLst/>
                </a:prstGeom>
              </p:spPr>
            </p:pic>
          </mc:Fallback>
        </mc:AlternateContent>
      </p:grpSp>
      <p:grpSp>
        <p:nvGrpSpPr>
          <p:cNvPr id="15" name="Group 14">
            <a:extLst>
              <a:ext uri="{FF2B5EF4-FFF2-40B4-BE49-F238E27FC236}">
                <a16:creationId xmlns:a16="http://schemas.microsoft.com/office/drawing/2014/main" id="{E8F83F99-2733-8459-7DDD-AE658333C3FF}"/>
              </a:ext>
            </a:extLst>
          </p:cNvPr>
          <p:cNvGrpSpPr/>
          <p:nvPr/>
        </p:nvGrpSpPr>
        <p:grpSpPr>
          <a:xfrm>
            <a:off x="2753549" y="1898015"/>
            <a:ext cx="1189800" cy="600120"/>
            <a:chOff x="2753549" y="1898015"/>
            <a:chExt cx="1189800" cy="600120"/>
          </a:xfrm>
        </p:grpSpPr>
        <mc:AlternateContent xmlns:mc="http://schemas.openxmlformats.org/markup-compatibility/2006">
          <mc:Choice xmlns:p14="http://schemas.microsoft.com/office/powerpoint/2010/main" Requires="p14">
            <p:contentPart p14:bwMode="auto" r:id="rId18">
              <p14:nvContentPartPr>
                <p14:cNvPr id="6" name="Ink 5">
                  <a:extLst>
                    <a:ext uri="{FF2B5EF4-FFF2-40B4-BE49-F238E27FC236}">
                      <a16:creationId xmlns:a16="http://schemas.microsoft.com/office/drawing/2014/main" id="{7EEF8FF6-600A-6A11-3C13-CE99660126BC}"/>
                    </a:ext>
                  </a:extLst>
                </p14:cNvPr>
                <p14:cNvContentPartPr/>
                <p14:nvPr/>
              </p14:nvContentPartPr>
              <p14:xfrm>
                <a:off x="2753549" y="2369255"/>
                <a:ext cx="701640" cy="79920"/>
              </p14:xfrm>
            </p:contentPart>
          </mc:Choice>
          <mc:Fallback>
            <p:pic>
              <p:nvPicPr>
                <p:cNvPr id="6" name="Ink 5">
                  <a:extLst>
                    <a:ext uri="{FF2B5EF4-FFF2-40B4-BE49-F238E27FC236}">
                      <a16:creationId xmlns:a16="http://schemas.microsoft.com/office/drawing/2014/main" id="{7EEF8FF6-600A-6A11-3C13-CE99660126BC}"/>
                    </a:ext>
                  </a:extLst>
                </p:cNvPr>
                <p:cNvPicPr/>
                <p:nvPr/>
              </p:nvPicPr>
              <p:blipFill>
                <a:blip r:embed="rId19"/>
                <a:stretch>
                  <a:fillRect/>
                </a:stretch>
              </p:blipFill>
              <p:spPr>
                <a:xfrm>
                  <a:off x="2747429" y="2363135"/>
                  <a:ext cx="71388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7" name="Ink 6">
                  <a:extLst>
                    <a:ext uri="{FF2B5EF4-FFF2-40B4-BE49-F238E27FC236}">
                      <a16:creationId xmlns:a16="http://schemas.microsoft.com/office/drawing/2014/main" id="{C8FB0996-8CCB-5E6A-638F-496688F42D26}"/>
                    </a:ext>
                  </a:extLst>
                </p14:cNvPr>
                <p14:cNvContentPartPr/>
                <p14:nvPr/>
              </p14:nvContentPartPr>
              <p14:xfrm>
                <a:off x="3602429" y="2361695"/>
                <a:ext cx="340920" cy="34920"/>
              </p14:xfrm>
            </p:contentPart>
          </mc:Choice>
          <mc:Fallback>
            <p:pic>
              <p:nvPicPr>
                <p:cNvPr id="7" name="Ink 6">
                  <a:extLst>
                    <a:ext uri="{FF2B5EF4-FFF2-40B4-BE49-F238E27FC236}">
                      <a16:creationId xmlns:a16="http://schemas.microsoft.com/office/drawing/2014/main" id="{C8FB0996-8CCB-5E6A-638F-496688F42D26}"/>
                    </a:ext>
                  </a:extLst>
                </p:cNvPr>
                <p:cNvPicPr/>
                <p:nvPr/>
              </p:nvPicPr>
              <p:blipFill>
                <a:blip r:embed="rId21"/>
                <a:stretch>
                  <a:fillRect/>
                </a:stretch>
              </p:blipFill>
              <p:spPr>
                <a:xfrm>
                  <a:off x="3596309" y="2355575"/>
                  <a:ext cx="35316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0106DA47-6E77-2580-AC3B-13C497F8D957}"/>
                    </a:ext>
                  </a:extLst>
                </p14:cNvPr>
                <p14:cNvContentPartPr/>
                <p14:nvPr/>
              </p14:nvContentPartPr>
              <p14:xfrm>
                <a:off x="2988269" y="1898015"/>
                <a:ext cx="379440" cy="600120"/>
              </p14:xfrm>
            </p:contentPart>
          </mc:Choice>
          <mc:Fallback>
            <p:pic>
              <p:nvPicPr>
                <p:cNvPr id="14" name="Ink 13">
                  <a:extLst>
                    <a:ext uri="{FF2B5EF4-FFF2-40B4-BE49-F238E27FC236}">
                      <a16:creationId xmlns:a16="http://schemas.microsoft.com/office/drawing/2014/main" id="{0106DA47-6E77-2580-AC3B-13C497F8D957}"/>
                    </a:ext>
                  </a:extLst>
                </p:cNvPr>
                <p:cNvPicPr/>
                <p:nvPr/>
              </p:nvPicPr>
              <p:blipFill>
                <a:blip r:embed="rId23"/>
                <a:stretch>
                  <a:fillRect/>
                </a:stretch>
              </p:blipFill>
              <p:spPr>
                <a:xfrm>
                  <a:off x="2982149" y="1891895"/>
                  <a:ext cx="391680" cy="612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714BE232-AF39-0578-5690-238940ED18FF}"/>
                  </a:ext>
                </a:extLst>
              </p14:cNvPr>
              <p14:cNvContentPartPr/>
              <p14:nvPr/>
            </p14:nvContentPartPr>
            <p14:xfrm>
              <a:off x="1599389" y="2814575"/>
              <a:ext cx="10309680" cy="136440"/>
            </p14:xfrm>
          </p:contentPart>
        </mc:Choice>
        <mc:Fallback>
          <p:pic>
            <p:nvPicPr>
              <p:cNvPr id="17" name="Ink 16">
                <a:extLst>
                  <a:ext uri="{FF2B5EF4-FFF2-40B4-BE49-F238E27FC236}">
                    <a16:creationId xmlns:a16="http://schemas.microsoft.com/office/drawing/2014/main" id="{714BE232-AF39-0578-5690-238940ED18FF}"/>
                  </a:ext>
                </a:extLst>
              </p:cNvPr>
              <p:cNvPicPr/>
              <p:nvPr/>
            </p:nvPicPr>
            <p:blipFill>
              <a:blip r:embed="rId25"/>
              <a:stretch>
                <a:fillRect/>
              </a:stretch>
            </p:blipFill>
            <p:spPr>
              <a:xfrm>
                <a:off x="1593269" y="2808455"/>
                <a:ext cx="10321920" cy="148680"/>
              </a:xfrm>
              <a:prstGeom prst="rect">
                <a:avLst/>
              </a:prstGeom>
            </p:spPr>
          </p:pic>
        </mc:Fallback>
      </mc:AlternateContent>
      <p:grpSp>
        <p:nvGrpSpPr>
          <p:cNvPr id="20" name="Group 19">
            <a:extLst>
              <a:ext uri="{FF2B5EF4-FFF2-40B4-BE49-F238E27FC236}">
                <a16:creationId xmlns:a16="http://schemas.microsoft.com/office/drawing/2014/main" id="{B2B9D566-F90F-C5C2-3EDD-A2E3C771852A}"/>
              </a:ext>
            </a:extLst>
          </p:cNvPr>
          <p:cNvGrpSpPr/>
          <p:nvPr/>
        </p:nvGrpSpPr>
        <p:grpSpPr>
          <a:xfrm>
            <a:off x="538829" y="3208055"/>
            <a:ext cx="6783480" cy="154080"/>
            <a:chOff x="538829" y="3208055"/>
            <a:chExt cx="6783480" cy="154080"/>
          </a:xfrm>
        </p:grpSpPr>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022DB2B9-0979-DD34-A7DA-4C7811282D1E}"/>
                    </a:ext>
                  </a:extLst>
                </p14:cNvPr>
                <p14:cNvContentPartPr/>
                <p14:nvPr/>
              </p14:nvContentPartPr>
              <p14:xfrm>
                <a:off x="538829" y="3283655"/>
                <a:ext cx="2155680" cy="78480"/>
              </p14:xfrm>
            </p:contentPart>
          </mc:Choice>
          <mc:Fallback>
            <p:pic>
              <p:nvPicPr>
                <p:cNvPr id="18" name="Ink 17">
                  <a:extLst>
                    <a:ext uri="{FF2B5EF4-FFF2-40B4-BE49-F238E27FC236}">
                      <a16:creationId xmlns:a16="http://schemas.microsoft.com/office/drawing/2014/main" id="{022DB2B9-0979-DD34-A7DA-4C7811282D1E}"/>
                    </a:ext>
                  </a:extLst>
                </p:cNvPr>
                <p:cNvPicPr/>
                <p:nvPr/>
              </p:nvPicPr>
              <p:blipFill>
                <a:blip r:embed="rId27"/>
                <a:stretch>
                  <a:fillRect/>
                </a:stretch>
              </p:blipFill>
              <p:spPr>
                <a:xfrm>
                  <a:off x="532709" y="3277535"/>
                  <a:ext cx="216792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1EEF1BC2-267E-101E-E7F9-4DA24C1A8A7D}"/>
                    </a:ext>
                  </a:extLst>
                </p14:cNvPr>
                <p14:cNvContentPartPr/>
                <p14:nvPr/>
              </p14:nvContentPartPr>
              <p14:xfrm>
                <a:off x="2512709" y="3208055"/>
                <a:ext cx="4809600" cy="82440"/>
              </p14:xfrm>
            </p:contentPart>
          </mc:Choice>
          <mc:Fallback>
            <p:pic>
              <p:nvPicPr>
                <p:cNvPr id="19" name="Ink 18">
                  <a:extLst>
                    <a:ext uri="{FF2B5EF4-FFF2-40B4-BE49-F238E27FC236}">
                      <a16:creationId xmlns:a16="http://schemas.microsoft.com/office/drawing/2014/main" id="{1EEF1BC2-267E-101E-E7F9-4DA24C1A8A7D}"/>
                    </a:ext>
                  </a:extLst>
                </p:cNvPr>
                <p:cNvPicPr/>
                <p:nvPr/>
              </p:nvPicPr>
              <p:blipFill>
                <a:blip r:embed="rId29"/>
                <a:stretch>
                  <a:fillRect/>
                </a:stretch>
              </p:blipFill>
              <p:spPr>
                <a:xfrm>
                  <a:off x="2506589" y="3201935"/>
                  <a:ext cx="4821840" cy="94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917CA5C9-55AA-A18F-6F5F-43A8705D5E81}"/>
                  </a:ext>
                </a:extLst>
              </p14:cNvPr>
              <p14:cNvContentPartPr/>
              <p14:nvPr/>
            </p14:nvContentPartPr>
            <p14:xfrm>
              <a:off x="782909" y="5179055"/>
              <a:ext cx="448200" cy="681840"/>
            </p14:xfrm>
          </p:contentPart>
        </mc:Choice>
        <mc:Fallback>
          <p:pic>
            <p:nvPicPr>
              <p:cNvPr id="21" name="Ink 20">
                <a:extLst>
                  <a:ext uri="{FF2B5EF4-FFF2-40B4-BE49-F238E27FC236}">
                    <a16:creationId xmlns:a16="http://schemas.microsoft.com/office/drawing/2014/main" id="{917CA5C9-55AA-A18F-6F5F-43A8705D5E81}"/>
                  </a:ext>
                </a:extLst>
              </p:cNvPr>
              <p:cNvPicPr/>
              <p:nvPr/>
            </p:nvPicPr>
            <p:blipFill>
              <a:blip r:embed="rId31"/>
              <a:stretch>
                <a:fillRect/>
              </a:stretch>
            </p:blipFill>
            <p:spPr>
              <a:xfrm>
                <a:off x="776789" y="5172935"/>
                <a:ext cx="460440" cy="694080"/>
              </a:xfrm>
              <a:prstGeom prst="rect">
                <a:avLst/>
              </a:prstGeom>
            </p:spPr>
          </p:pic>
        </mc:Fallback>
      </mc:AlternateContent>
      <p:grpSp>
        <p:nvGrpSpPr>
          <p:cNvPr id="29" name="Group 28">
            <a:extLst>
              <a:ext uri="{FF2B5EF4-FFF2-40B4-BE49-F238E27FC236}">
                <a16:creationId xmlns:a16="http://schemas.microsoft.com/office/drawing/2014/main" id="{A329A2EB-EBFE-D4B3-AF71-3884F9797020}"/>
              </a:ext>
            </a:extLst>
          </p:cNvPr>
          <p:cNvGrpSpPr/>
          <p:nvPr/>
        </p:nvGrpSpPr>
        <p:grpSpPr>
          <a:xfrm>
            <a:off x="1486709" y="4721855"/>
            <a:ext cx="2789280" cy="2354533"/>
            <a:chOff x="1486709" y="4721855"/>
            <a:chExt cx="2789280" cy="2354533"/>
          </a:xfrm>
        </p:grpSpPr>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750856A1-D180-7B22-63A2-BFFCE9124283}"/>
                    </a:ext>
                  </a:extLst>
                </p14:cNvPr>
                <p14:cNvContentPartPr/>
                <p14:nvPr/>
              </p14:nvContentPartPr>
              <p14:xfrm>
                <a:off x="1486709" y="4872695"/>
                <a:ext cx="1209960" cy="1135800"/>
              </p14:xfrm>
            </p:contentPart>
          </mc:Choice>
          <mc:Fallback>
            <p:pic>
              <p:nvPicPr>
                <p:cNvPr id="22" name="Ink 21">
                  <a:extLst>
                    <a:ext uri="{FF2B5EF4-FFF2-40B4-BE49-F238E27FC236}">
                      <a16:creationId xmlns:a16="http://schemas.microsoft.com/office/drawing/2014/main" id="{750856A1-D180-7B22-63A2-BFFCE9124283}"/>
                    </a:ext>
                  </a:extLst>
                </p:cNvPr>
                <p:cNvPicPr/>
                <p:nvPr/>
              </p:nvPicPr>
              <p:blipFill>
                <a:blip r:embed="rId33"/>
                <a:stretch>
                  <a:fillRect/>
                </a:stretch>
              </p:blipFill>
              <p:spPr>
                <a:xfrm>
                  <a:off x="1480589" y="4866575"/>
                  <a:ext cx="1222200" cy="1148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E4A4B080-D2AF-AA28-B346-DDD1C1958609}"/>
                    </a:ext>
                  </a:extLst>
                </p14:cNvPr>
                <p14:cNvContentPartPr/>
                <p14:nvPr/>
              </p14:nvContentPartPr>
              <p14:xfrm>
                <a:off x="2657429" y="4721855"/>
                <a:ext cx="1618560" cy="1305360"/>
              </p14:xfrm>
            </p:contentPart>
          </mc:Choice>
          <mc:Fallback>
            <p:pic>
              <p:nvPicPr>
                <p:cNvPr id="23" name="Ink 22">
                  <a:extLst>
                    <a:ext uri="{FF2B5EF4-FFF2-40B4-BE49-F238E27FC236}">
                      <a16:creationId xmlns:a16="http://schemas.microsoft.com/office/drawing/2014/main" id="{E4A4B080-D2AF-AA28-B346-DDD1C1958609}"/>
                    </a:ext>
                  </a:extLst>
                </p:cNvPr>
                <p:cNvPicPr/>
                <p:nvPr/>
              </p:nvPicPr>
              <p:blipFill>
                <a:blip r:embed="rId35"/>
                <a:stretch>
                  <a:fillRect/>
                </a:stretch>
              </p:blipFill>
              <p:spPr>
                <a:xfrm>
                  <a:off x="2651309" y="4715735"/>
                  <a:ext cx="1630800" cy="1317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71A3F266-2753-E1F4-6446-F7B8B714EE7B}"/>
                    </a:ext>
                  </a:extLst>
                </p14:cNvPr>
                <p14:cNvContentPartPr/>
                <p14:nvPr/>
              </p14:nvContentPartPr>
              <p14:xfrm>
                <a:off x="3368069" y="6254015"/>
                <a:ext cx="356760" cy="261360"/>
              </p14:xfrm>
            </p:contentPart>
          </mc:Choice>
          <mc:Fallback>
            <p:pic>
              <p:nvPicPr>
                <p:cNvPr id="24" name="Ink 23">
                  <a:extLst>
                    <a:ext uri="{FF2B5EF4-FFF2-40B4-BE49-F238E27FC236}">
                      <a16:creationId xmlns:a16="http://schemas.microsoft.com/office/drawing/2014/main" id="{71A3F266-2753-E1F4-6446-F7B8B714EE7B}"/>
                    </a:ext>
                  </a:extLst>
                </p:cNvPr>
                <p:cNvPicPr/>
                <p:nvPr/>
              </p:nvPicPr>
              <p:blipFill>
                <a:blip r:embed="rId37"/>
                <a:stretch>
                  <a:fillRect/>
                </a:stretch>
              </p:blipFill>
              <p:spPr>
                <a:xfrm>
                  <a:off x="3361949" y="6247895"/>
                  <a:ext cx="36900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4C46D9E3-9271-3A97-5964-97418CE17D84}"/>
                    </a:ext>
                  </a:extLst>
                </p14:cNvPr>
                <p14:cNvContentPartPr/>
                <p14:nvPr/>
              </p14:nvContentPartPr>
              <p14:xfrm>
                <a:off x="3143069" y="6590615"/>
                <a:ext cx="777960" cy="18360"/>
              </p14:xfrm>
            </p:contentPart>
          </mc:Choice>
          <mc:Fallback>
            <p:pic>
              <p:nvPicPr>
                <p:cNvPr id="25" name="Ink 24">
                  <a:extLst>
                    <a:ext uri="{FF2B5EF4-FFF2-40B4-BE49-F238E27FC236}">
                      <a16:creationId xmlns:a16="http://schemas.microsoft.com/office/drawing/2014/main" id="{4C46D9E3-9271-3A97-5964-97418CE17D84}"/>
                    </a:ext>
                  </a:extLst>
                </p:cNvPr>
                <p:cNvPicPr/>
                <p:nvPr/>
              </p:nvPicPr>
              <p:blipFill>
                <a:blip r:embed="rId39"/>
                <a:stretch>
                  <a:fillRect/>
                </a:stretch>
              </p:blipFill>
              <p:spPr>
                <a:xfrm>
                  <a:off x="3136949" y="6584495"/>
                  <a:ext cx="79020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C4B77D75-4F00-2A92-DFA7-791F512500F3}"/>
                    </a:ext>
                  </a:extLst>
                </p14:cNvPr>
                <p14:cNvContentPartPr/>
                <p14:nvPr/>
              </p14:nvContentPartPr>
              <p14:xfrm>
                <a:off x="3222629" y="6610775"/>
                <a:ext cx="524880" cy="397440"/>
              </p14:xfrm>
            </p:contentPart>
          </mc:Choice>
          <mc:Fallback>
            <p:pic>
              <p:nvPicPr>
                <p:cNvPr id="26" name="Ink 25">
                  <a:extLst>
                    <a:ext uri="{FF2B5EF4-FFF2-40B4-BE49-F238E27FC236}">
                      <a16:creationId xmlns:a16="http://schemas.microsoft.com/office/drawing/2014/main" id="{C4B77D75-4F00-2A92-DFA7-791F512500F3}"/>
                    </a:ext>
                  </a:extLst>
                </p:cNvPr>
                <p:cNvPicPr/>
                <p:nvPr/>
              </p:nvPicPr>
              <p:blipFill>
                <a:blip r:embed="rId41"/>
                <a:stretch>
                  <a:fillRect/>
                </a:stretch>
              </p:blipFill>
              <p:spPr>
                <a:xfrm>
                  <a:off x="3216509" y="6604655"/>
                  <a:ext cx="537120" cy="4096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171B47AF-54D7-F44F-F446-827DDA0059D3}"/>
                    </a:ext>
                  </a:extLst>
                </p14:cNvPr>
                <p14:cNvContentPartPr/>
                <p14:nvPr/>
              </p14:nvContentPartPr>
              <p14:xfrm>
                <a:off x="3463469" y="6735468"/>
                <a:ext cx="172080" cy="185040"/>
              </p14:xfrm>
            </p:contentPart>
          </mc:Choice>
          <mc:Fallback>
            <p:pic>
              <p:nvPicPr>
                <p:cNvPr id="27" name="Ink 26">
                  <a:extLst>
                    <a:ext uri="{FF2B5EF4-FFF2-40B4-BE49-F238E27FC236}">
                      <a16:creationId xmlns:a16="http://schemas.microsoft.com/office/drawing/2014/main" id="{171B47AF-54D7-F44F-F446-827DDA0059D3}"/>
                    </a:ext>
                  </a:extLst>
                </p:cNvPr>
                <p:cNvPicPr/>
                <p:nvPr/>
              </p:nvPicPr>
              <p:blipFill>
                <a:blip r:embed="rId43"/>
                <a:stretch>
                  <a:fillRect/>
                </a:stretch>
              </p:blipFill>
              <p:spPr>
                <a:xfrm>
                  <a:off x="3457349" y="6729348"/>
                  <a:ext cx="18432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BE7C4DD7-6EB9-D5CE-645F-5FCCCF9CFFA4}"/>
                    </a:ext>
                  </a:extLst>
                </p14:cNvPr>
                <p14:cNvContentPartPr/>
                <p14:nvPr/>
              </p14:nvContentPartPr>
              <p14:xfrm>
                <a:off x="3027509" y="6022308"/>
                <a:ext cx="1018440" cy="1054080"/>
              </p14:xfrm>
            </p:contentPart>
          </mc:Choice>
          <mc:Fallback>
            <p:pic>
              <p:nvPicPr>
                <p:cNvPr id="28" name="Ink 27">
                  <a:extLst>
                    <a:ext uri="{FF2B5EF4-FFF2-40B4-BE49-F238E27FC236}">
                      <a16:creationId xmlns:a16="http://schemas.microsoft.com/office/drawing/2014/main" id="{BE7C4DD7-6EB9-D5CE-645F-5FCCCF9CFFA4}"/>
                    </a:ext>
                  </a:extLst>
                </p:cNvPr>
                <p:cNvPicPr/>
                <p:nvPr/>
              </p:nvPicPr>
              <p:blipFill>
                <a:blip r:embed="rId45"/>
                <a:stretch>
                  <a:fillRect/>
                </a:stretch>
              </p:blipFill>
              <p:spPr>
                <a:xfrm>
                  <a:off x="3021389" y="6016188"/>
                  <a:ext cx="1030680" cy="1066320"/>
                </a:xfrm>
                <a:prstGeom prst="rect">
                  <a:avLst/>
                </a:prstGeom>
              </p:spPr>
            </p:pic>
          </mc:Fallback>
        </mc:AlternateContent>
      </p:grpSp>
      <p:grpSp>
        <p:nvGrpSpPr>
          <p:cNvPr id="45" name="Group 44">
            <a:extLst>
              <a:ext uri="{FF2B5EF4-FFF2-40B4-BE49-F238E27FC236}">
                <a16:creationId xmlns:a16="http://schemas.microsoft.com/office/drawing/2014/main" id="{3186B4F2-B0E8-2CFB-DDB0-EED8B0150E2F}"/>
              </a:ext>
            </a:extLst>
          </p:cNvPr>
          <p:cNvGrpSpPr/>
          <p:nvPr/>
        </p:nvGrpSpPr>
        <p:grpSpPr>
          <a:xfrm>
            <a:off x="8390789" y="4914948"/>
            <a:ext cx="2987280" cy="1469880"/>
            <a:chOff x="8390789" y="4914948"/>
            <a:chExt cx="2987280" cy="1469880"/>
          </a:xfrm>
        </p:grpSpPr>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029B7926-B282-7944-1A7E-CA8F100D85FF}"/>
                    </a:ext>
                  </a:extLst>
                </p14:cNvPr>
                <p14:cNvContentPartPr/>
                <p14:nvPr/>
              </p14:nvContentPartPr>
              <p14:xfrm>
                <a:off x="8390789" y="5552508"/>
                <a:ext cx="320040" cy="266760"/>
              </p14:xfrm>
            </p:contentPart>
          </mc:Choice>
          <mc:Fallback>
            <p:pic>
              <p:nvPicPr>
                <p:cNvPr id="30" name="Ink 29">
                  <a:extLst>
                    <a:ext uri="{FF2B5EF4-FFF2-40B4-BE49-F238E27FC236}">
                      <a16:creationId xmlns:a16="http://schemas.microsoft.com/office/drawing/2014/main" id="{029B7926-B282-7944-1A7E-CA8F100D85FF}"/>
                    </a:ext>
                  </a:extLst>
                </p:cNvPr>
                <p:cNvPicPr/>
                <p:nvPr/>
              </p:nvPicPr>
              <p:blipFill>
                <a:blip r:embed="rId47"/>
                <a:stretch>
                  <a:fillRect/>
                </a:stretch>
              </p:blipFill>
              <p:spPr>
                <a:xfrm>
                  <a:off x="8384669" y="5546388"/>
                  <a:ext cx="3322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F3A8C3E8-59BA-EDBD-E90C-71362DA34145}"/>
                    </a:ext>
                  </a:extLst>
                </p14:cNvPr>
                <p14:cNvContentPartPr/>
                <p14:nvPr/>
              </p14:nvContentPartPr>
              <p14:xfrm>
                <a:off x="8561429" y="5809908"/>
                <a:ext cx="167040" cy="295920"/>
              </p14:xfrm>
            </p:contentPart>
          </mc:Choice>
          <mc:Fallback>
            <p:pic>
              <p:nvPicPr>
                <p:cNvPr id="31" name="Ink 30">
                  <a:extLst>
                    <a:ext uri="{FF2B5EF4-FFF2-40B4-BE49-F238E27FC236}">
                      <a16:creationId xmlns:a16="http://schemas.microsoft.com/office/drawing/2014/main" id="{F3A8C3E8-59BA-EDBD-E90C-71362DA34145}"/>
                    </a:ext>
                  </a:extLst>
                </p:cNvPr>
                <p:cNvPicPr/>
                <p:nvPr/>
              </p:nvPicPr>
              <p:blipFill>
                <a:blip r:embed="rId49"/>
                <a:stretch>
                  <a:fillRect/>
                </a:stretch>
              </p:blipFill>
              <p:spPr>
                <a:xfrm>
                  <a:off x="8555309" y="5803788"/>
                  <a:ext cx="179280" cy="3081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4921AA13-0B15-E19B-A8DD-A2DADE4C8AEE}"/>
                    </a:ext>
                  </a:extLst>
                </p14:cNvPr>
                <p14:cNvContentPartPr/>
                <p14:nvPr/>
              </p14:nvContentPartPr>
              <p14:xfrm>
                <a:off x="8561429" y="5690028"/>
                <a:ext cx="262800" cy="29520"/>
              </p14:xfrm>
            </p:contentPart>
          </mc:Choice>
          <mc:Fallback>
            <p:pic>
              <p:nvPicPr>
                <p:cNvPr id="32" name="Ink 31">
                  <a:extLst>
                    <a:ext uri="{FF2B5EF4-FFF2-40B4-BE49-F238E27FC236}">
                      <a16:creationId xmlns:a16="http://schemas.microsoft.com/office/drawing/2014/main" id="{4921AA13-0B15-E19B-A8DD-A2DADE4C8AEE}"/>
                    </a:ext>
                  </a:extLst>
                </p:cNvPr>
                <p:cNvPicPr/>
                <p:nvPr/>
              </p:nvPicPr>
              <p:blipFill>
                <a:blip r:embed="rId51"/>
                <a:stretch>
                  <a:fillRect/>
                </a:stretch>
              </p:blipFill>
              <p:spPr>
                <a:xfrm>
                  <a:off x="8555309" y="5683908"/>
                  <a:ext cx="27504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AD59A664-CE99-D43E-6C8C-436F1FF70749}"/>
                    </a:ext>
                  </a:extLst>
                </p14:cNvPr>
                <p14:cNvContentPartPr/>
                <p14:nvPr/>
              </p14:nvContentPartPr>
              <p14:xfrm>
                <a:off x="9189629" y="5670228"/>
                <a:ext cx="100080" cy="29520"/>
              </p14:xfrm>
            </p:contentPart>
          </mc:Choice>
          <mc:Fallback>
            <p:pic>
              <p:nvPicPr>
                <p:cNvPr id="33" name="Ink 32">
                  <a:extLst>
                    <a:ext uri="{FF2B5EF4-FFF2-40B4-BE49-F238E27FC236}">
                      <a16:creationId xmlns:a16="http://schemas.microsoft.com/office/drawing/2014/main" id="{AD59A664-CE99-D43E-6C8C-436F1FF70749}"/>
                    </a:ext>
                  </a:extLst>
                </p:cNvPr>
                <p:cNvPicPr/>
                <p:nvPr/>
              </p:nvPicPr>
              <p:blipFill>
                <a:blip r:embed="rId53"/>
                <a:stretch>
                  <a:fillRect/>
                </a:stretch>
              </p:blipFill>
              <p:spPr>
                <a:xfrm>
                  <a:off x="9183509" y="5664108"/>
                  <a:ext cx="1123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F04152D1-346B-0FDF-AFE5-A0BC4CC2138E}"/>
                    </a:ext>
                  </a:extLst>
                </p14:cNvPr>
                <p14:cNvContentPartPr/>
                <p14:nvPr/>
              </p14:nvContentPartPr>
              <p14:xfrm>
                <a:off x="9266669" y="5697948"/>
                <a:ext cx="145440" cy="45720"/>
              </p14:xfrm>
            </p:contentPart>
          </mc:Choice>
          <mc:Fallback>
            <p:pic>
              <p:nvPicPr>
                <p:cNvPr id="34" name="Ink 33">
                  <a:extLst>
                    <a:ext uri="{FF2B5EF4-FFF2-40B4-BE49-F238E27FC236}">
                      <a16:creationId xmlns:a16="http://schemas.microsoft.com/office/drawing/2014/main" id="{F04152D1-346B-0FDF-AFE5-A0BC4CC2138E}"/>
                    </a:ext>
                  </a:extLst>
                </p:cNvPr>
                <p:cNvPicPr/>
                <p:nvPr/>
              </p:nvPicPr>
              <p:blipFill>
                <a:blip r:embed="rId55"/>
                <a:stretch>
                  <a:fillRect/>
                </a:stretch>
              </p:blipFill>
              <p:spPr>
                <a:xfrm>
                  <a:off x="9260549" y="5691828"/>
                  <a:ext cx="1576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281214E0-C6D1-0EA4-6A54-383327C4858A}"/>
                    </a:ext>
                  </a:extLst>
                </p14:cNvPr>
                <p14:cNvContentPartPr/>
                <p14:nvPr/>
              </p14:nvContentPartPr>
              <p14:xfrm>
                <a:off x="9497069" y="4914948"/>
                <a:ext cx="1200240" cy="1469880"/>
              </p14:xfrm>
            </p:contentPart>
          </mc:Choice>
          <mc:Fallback>
            <p:pic>
              <p:nvPicPr>
                <p:cNvPr id="35" name="Ink 34">
                  <a:extLst>
                    <a:ext uri="{FF2B5EF4-FFF2-40B4-BE49-F238E27FC236}">
                      <a16:creationId xmlns:a16="http://schemas.microsoft.com/office/drawing/2014/main" id="{281214E0-C6D1-0EA4-6A54-383327C4858A}"/>
                    </a:ext>
                  </a:extLst>
                </p:cNvPr>
                <p:cNvPicPr/>
                <p:nvPr/>
              </p:nvPicPr>
              <p:blipFill>
                <a:blip r:embed="rId57"/>
                <a:stretch>
                  <a:fillRect/>
                </a:stretch>
              </p:blipFill>
              <p:spPr>
                <a:xfrm>
                  <a:off x="9490949" y="4908828"/>
                  <a:ext cx="1212480" cy="1482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CFC519BB-DF26-8B77-BE71-EF0A2461BDD6}"/>
                    </a:ext>
                  </a:extLst>
                </p14:cNvPr>
                <p14:cNvContentPartPr/>
                <p14:nvPr/>
              </p14:nvContentPartPr>
              <p14:xfrm>
                <a:off x="9813869" y="5266668"/>
                <a:ext cx="101160" cy="469440"/>
              </p14:xfrm>
            </p:contentPart>
          </mc:Choice>
          <mc:Fallback>
            <p:pic>
              <p:nvPicPr>
                <p:cNvPr id="36" name="Ink 35">
                  <a:extLst>
                    <a:ext uri="{FF2B5EF4-FFF2-40B4-BE49-F238E27FC236}">
                      <a16:creationId xmlns:a16="http://schemas.microsoft.com/office/drawing/2014/main" id="{CFC519BB-DF26-8B77-BE71-EF0A2461BDD6}"/>
                    </a:ext>
                  </a:extLst>
                </p:cNvPr>
                <p:cNvPicPr/>
                <p:nvPr/>
              </p:nvPicPr>
              <p:blipFill>
                <a:blip r:embed="rId59"/>
                <a:stretch>
                  <a:fillRect/>
                </a:stretch>
              </p:blipFill>
              <p:spPr>
                <a:xfrm>
                  <a:off x="9807749" y="5260548"/>
                  <a:ext cx="113400" cy="4816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F25C2223-181A-65DB-253B-994C7836555C}"/>
                    </a:ext>
                  </a:extLst>
                </p14:cNvPr>
                <p14:cNvContentPartPr/>
                <p14:nvPr/>
              </p14:nvContentPartPr>
              <p14:xfrm>
                <a:off x="10018349" y="5090988"/>
                <a:ext cx="363240" cy="617760"/>
              </p14:xfrm>
            </p:contentPart>
          </mc:Choice>
          <mc:Fallback>
            <p:pic>
              <p:nvPicPr>
                <p:cNvPr id="37" name="Ink 36">
                  <a:extLst>
                    <a:ext uri="{FF2B5EF4-FFF2-40B4-BE49-F238E27FC236}">
                      <a16:creationId xmlns:a16="http://schemas.microsoft.com/office/drawing/2014/main" id="{F25C2223-181A-65DB-253B-994C7836555C}"/>
                    </a:ext>
                  </a:extLst>
                </p:cNvPr>
                <p:cNvPicPr/>
                <p:nvPr/>
              </p:nvPicPr>
              <p:blipFill>
                <a:blip r:embed="rId61"/>
                <a:stretch>
                  <a:fillRect/>
                </a:stretch>
              </p:blipFill>
              <p:spPr>
                <a:xfrm>
                  <a:off x="10012229" y="5084868"/>
                  <a:ext cx="375480" cy="630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A7F57B2F-A373-C4EC-8F7A-71C7343669C2}"/>
                    </a:ext>
                  </a:extLst>
                </p14:cNvPr>
                <p14:cNvContentPartPr/>
                <p14:nvPr/>
              </p14:nvContentPartPr>
              <p14:xfrm>
                <a:off x="10189709" y="5280708"/>
                <a:ext cx="43200" cy="281520"/>
              </p14:xfrm>
            </p:contentPart>
          </mc:Choice>
          <mc:Fallback>
            <p:pic>
              <p:nvPicPr>
                <p:cNvPr id="38" name="Ink 37">
                  <a:extLst>
                    <a:ext uri="{FF2B5EF4-FFF2-40B4-BE49-F238E27FC236}">
                      <a16:creationId xmlns:a16="http://schemas.microsoft.com/office/drawing/2014/main" id="{A7F57B2F-A373-C4EC-8F7A-71C7343669C2}"/>
                    </a:ext>
                  </a:extLst>
                </p:cNvPr>
                <p:cNvPicPr/>
                <p:nvPr/>
              </p:nvPicPr>
              <p:blipFill>
                <a:blip r:embed="rId63"/>
                <a:stretch>
                  <a:fillRect/>
                </a:stretch>
              </p:blipFill>
              <p:spPr>
                <a:xfrm>
                  <a:off x="10183589" y="5274588"/>
                  <a:ext cx="5544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2DF8E725-1AF2-2616-A92F-C5BC797C38F9}"/>
                    </a:ext>
                  </a:extLst>
                </p14:cNvPr>
                <p14:cNvContentPartPr/>
                <p14:nvPr/>
              </p14:nvContentPartPr>
              <p14:xfrm>
                <a:off x="10526669" y="5334708"/>
                <a:ext cx="86040" cy="16920"/>
              </p14:xfrm>
            </p:contentPart>
          </mc:Choice>
          <mc:Fallback>
            <p:pic>
              <p:nvPicPr>
                <p:cNvPr id="39" name="Ink 38">
                  <a:extLst>
                    <a:ext uri="{FF2B5EF4-FFF2-40B4-BE49-F238E27FC236}">
                      <a16:creationId xmlns:a16="http://schemas.microsoft.com/office/drawing/2014/main" id="{2DF8E725-1AF2-2616-A92F-C5BC797C38F9}"/>
                    </a:ext>
                  </a:extLst>
                </p:cNvPr>
                <p:cNvPicPr/>
                <p:nvPr/>
              </p:nvPicPr>
              <p:blipFill>
                <a:blip r:embed="rId65"/>
                <a:stretch>
                  <a:fillRect/>
                </a:stretch>
              </p:blipFill>
              <p:spPr>
                <a:xfrm>
                  <a:off x="10520549" y="5328588"/>
                  <a:ext cx="982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E162467A-2A5D-39FC-7881-1AAA472933A9}"/>
                    </a:ext>
                  </a:extLst>
                </p14:cNvPr>
                <p14:cNvContentPartPr/>
                <p14:nvPr/>
              </p14:nvContentPartPr>
              <p14:xfrm>
                <a:off x="10767869" y="5260908"/>
                <a:ext cx="132480" cy="424080"/>
              </p14:xfrm>
            </p:contentPart>
          </mc:Choice>
          <mc:Fallback>
            <p:pic>
              <p:nvPicPr>
                <p:cNvPr id="40" name="Ink 39">
                  <a:extLst>
                    <a:ext uri="{FF2B5EF4-FFF2-40B4-BE49-F238E27FC236}">
                      <a16:creationId xmlns:a16="http://schemas.microsoft.com/office/drawing/2014/main" id="{E162467A-2A5D-39FC-7881-1AAA472933A9}"/>
                    </a:ext>
                  </a:extLst>
                </p:cNvPr>
                <p:cNvPicPr/>
                <p:nvPr/>
              </p:nvPicPr>
              <p:blipFill>
                <a:blip r:embed="rId67"/>
                <a:stretch>
                  <a:fillRect/>
                </a:stretch>
              </p:blipFill>
              <p:spPr>
                <a:xfrm>
                  <a:off x="10761749" y="5254788"/>
                  <a:ext cx="144720" cy="436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05C58A8A-8E37-70E8-A27A-E6E2707C0A13}"/>
                    </a:ext>
                  </a:extLst>
                </p14:cNvPr>
                <p14:cNvContentPartPr/>
                <p14:nvPr/>
              </p14:nvContentPartPr>
              <p14:xfrm>
                <a:off x="10878389" y="5102508"/>
                <a:ext cx="166320" cy="651600"/>
              </p14:xfrm>
            </p:contentPart>
          </mc:Choice>
          <mc:Fallback>
            <p:pic>
              <p:nvPicPr>
                <p:cNvPr id="41" name="Ink 40">
                  <a:extLst>
                    <a:ext uri="{FF2B5EF4-FFF2-40B4-BE49-F238E27FC236}">
                      <a16:creationId xmlns:a16="http://schemas.microsoft.com/office/drawing/2014/main" id="{05C58A8A-8E37-70E8-A27A-E6E2707C0A13}"/>
                    </a:ext>
                  </a:extLst>
                </p:cNvPr>
                <p:cNvPicPr/>
                <p:nvPr/>
              </p:nvPicPr>
              <p:blipFill>
                <a:blip r:embed="rId69"/>
                <a:stretch>
                  <a:fillRect/>
                </a:stretch>
              </p:blipFill>
              <p:spPr>
                <a:xfrm>
                  <a:off x="10872269" y="5096388"/>
                  <a:ext cx="178560" cy="6638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C9825351-A024-1A98-7FC5-3229EAA012C2}"/>
                    </a:ext>
                  </a:extLst>
                </p14:cNvPr>
                <p14:cNvContentPartPr/>
                <p14:nvPr/>
              </p14:nvContentPartPr>
              <p14:xfrm>
                <a:off x="9670229" y="5671668"/>
                <a:ext cx="1599480" cy="113760"/>
              </p14:xfrm>
            </p:contentPart>
          </mc:Choice>
          <mc:Fallback>
            <p:pic>
              <p:nvPicPr>
                <p:cNvPr id="42" name="Ink 41">
                  <a:extLst>
                    <a:ext uri="{FF2B5EF4-FFF2-40B4-BE49-F238E27FC236}">
                      <a16:creationId xmlns:a16="http://schemas.microsoft.com/office/drawing/2014/main" id="{C9825351-A024-1A98-7FC5-3229EAA012C2}"/>
                    </a:ext>
                  </a:extLst>
                </p:cNvPr>
                <p:cNvPicPr/>
                <p:nvPr/>
              </p:nvPicPr>
              <p:blipFill>
                <a:blip r:embed="rId71"/>
                <a:stretch>
                  <a:fillRect/>
                </a:stretch>
              </p:blipFill>
              <p:spPr>
                <a:xfrm>
                  <a:off x="9664109" y="5665548"/>
                  <a:ext cx="16117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A542A626-8E16-525F-F073-937840E4613C}"/>
                    </a:ext>
                  </a:extLst>
                </p14:cNvPr>
                <p14:cNvContentPartPr/>
                <p14:nvPr/>
              </p14:nvContentPartPr>
              <p14:xfrm>
                <a:off x="10246589" y="5923668"/>
                <a:ext cx="236160" cy="167040"/>
              </p14:xfrm>
            </p:contentPart>
          </mc:Choice>
          <mc:Fallback>
            <p:pic>
              <p:nvPicPr>
                <p:cNvPr id="43" name="Ink 42">
                  <a:extLst>
                    <a:ext uri="{FF2B5EF4-FFF2-40B4-BE49-F238E27FC236}">
                      <a16:creationId xmlns:a16="http://schemas.microsoft.com/office/drawing/2014/main" id="{A542A626-8E16-525F-F073-937840E4613C}"/>
                    </a:ext>
                  </a:extLst>
                </p:cNvPr>
                <p:cNvPicPr/>
                <p:nvPr/>
              </p:nvPicPr>
              <p:blipFill>
                <a:blip r:embed="rId73"/>
                <a:stretch>
                  <a:fillRect/>
                </a:stretch>
              </p:blipFill>
              <p:spPr>
                <a:xfrm>
                  <a:off x="10240469" y="5917548"/>
                  <a:ext cx="24840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9CC0302E-CF40-CDFB-D77F-595044377EAB}"/>
                    </a:ext>
                  </a:extLst>
                </p14:cNvPr>
                <p14:cNvContentPartPr/>
                <p14:nvPr/>
              </p14:nvContentPartPr>
              <p14:xfrm>
                <a:off x="10422989" y="4941228"/>
                <a:ext cx="955080" cy="13320"/>
              </p14:xfrm>
            </p:contentPart>
          </mc:Choice>
          <mc:Fallback>
            <p:pic>
              <p:nvPicPr>
                <p:cNvPr id="44" name="Ink 43">
                  <a:extLst>
                    <a:ext uri="{FF2B5EF4-FFF2-40B4-BE49-F238E27FC236}">
                      <a16:creationId xmlns:a16="http://schemas.microsoft.com/office/drawing/2014/main" id="{9CC0302E-CF40-CDFB-D77F-595044377EAB}"/>
                    </a:ext>
                  </a:extLst>
                </p:cNvPr>
                <p:cNvPicPr/>
                <p:nvPr/>
              </p:nvPicPr>
              <p:blipFill>
                <a:blip r:embed="rId75"/>
                <a:stretch>
                  <a:fillRect/>
                </a:stretch>
              </p:blipFill>
              <p:spPr>
                <a:xfrm>
                  <a:off x="10416869" y="4935108"/>
                  <a:ext cx="967320" cy="25560"/>
                </a:xfrm>
                <a:prstGeom prst="rect">
                  <a:avLst/>
                </a:prstGeom>
              </p:spPr>
            </p:pic>
          </mc:Fallback>
        </mc:AlternateContent>
      </p:grpSp>
      <p:grpSp>
        <p:nvGrpSpPr>
          <p:cNvPr id="582" name="Group 581">
            <a:extLst>
              <a:ext uri="{FF2B5EF4-FFF2-40B4-BE49-F238E27FC236}">
                <a16:creationId xmlns:a16="http://schemas.microsoft.com/office/drawing/2014/main" id="{44F5D242-2B1A-7B29-531F-098E3CD4DA09}"/>
              </a:ext>
            </a:extLst>
          </p:cNvPr>
          <p:cNvGrpSpPr/>
          <p:nvPr/>
        </p:nvGrpSpPr>
        <p:grpSpPr>
          <a:xfrm>
            <a:off x="8274149" y="3600588"/>
            <a:ext cx="3780000" cy="1201680"/>
            <a:chOff x="8274149" y="3600588"/>
            <a:chExt cx="3780000" cy="1201680"/>
          </a:xfrm>
        </p:grpSpPr>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70AF3D6D-A13C-4066-16A7-8EDE61482C42}"/>
                    </a:ext>
                  </a:extLst>
                </p14:cNvPr>
                <p14:cNvContentPartPr/>
                <p14:nvPr/>
              </p14:nvContentPartPr>
              <p14:xfrm>
                <a:off x="8328149" y="3828828"/>
                <a:ext cx="275400" cy="438120"/>
              </p14:xfrm>
            </p:contentPart>
          </mc:Choice>
          <mc:Fallback>
            <p:pic>
              <p:nvPicPr>
                <p:cNvPr id="46" name="Ink 45">
                  <a:extLst>
                    <a:ext uri="{FF2B5EF4-FFF2-40B4-BE49-F238E27FC236}">
                      <a16:creationId xmlns:a16="http://schemas.microsoft.com/office/drawing/2014/main" id="{70AF3D6D-A13C-4066-16A7-8EDE61482C42}"/>
                    </a:ext>
                  </a:extLst>
                </p:cNvPr>
                <p:cNvPicPr/>
                <p:nvPr/>
              </p:nvPicPr>
              <p:blipFill>
                <a:blip r:embed="rId77"/>
                <a:stretch>
                  <a:fillRect/>
                </a:stretch>
              </p:blipFill>
              <p:spPr>
                <a:xfrm>
                  <a:off x="8322029" y="3822708"/>
                  <a:ext cx="28764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7" name="Ink 46">
                  <a:extLst>
                    <a:ext uri="{FF2B5EF4-FFF2-40B4-BE49-F238E27FC236}">
                      <a16:creationId xmlns:a16="http://schemas.microsoft.com/office/drawing/2014/main" id="{C0E6786B-BA6F-A62E-6702-BE702167A1B4}"/>
                    </a:ext>
                  </a:extLst>
                </p14:cNvPr>
                <p14:cNvContentPartPr/>
                <p14:nvPr/>
              </p14:nvContentPartPr>
              <p14:xfrm>
                <a:off x="8274149" y="3883188"/>
                <a:ext cx="301680" cy="414000"/>
              </p14:xfrm>
            </p:contentPart>
          </mc:Choice>
          <mc:Fallback>
            <p:pic>
              <p:nvPicPr>
                <p:cNvPr id="47" name="Ink 46">
                  <a:extLst>
                    <a:ext uri="{FF2B5EF4-FFF2-40B4-BE49-F238E27FC236}">
                      <a16:creationId xmlns:a16="http://schemas.microsoft.com/office/drawing/2014/main" id="{C0E6786B-BA6F-A62E-6702-BE702167A1B4}"/>
                    </a:ext>
                  </a:extLst>
                </p:cNvPr>
                <p:cNvPicPr/>
                <p:nvPr/>
              </p:nvPicPr>
              <p:blipFill>
                <a:blip r:embed="rId79"/>
                <a:stretch>
                  <a:fillRect/>
                </a:stretch>
              </p:blipFill>
              <p:spPr>
                <a:xfrm>
                  <a:off x="8268029" y="3877068"/>
                  <a:ext cx="31392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8" name="Ink 47">
                  <a:extLst>
                    <a:ext uri="{FF2B5EF4-FFF2-40B4-BE49-F238E27FC236}">
                      <a16:creationId xmlns:a16="http://schemas.microsoft.com/office/drawing/2014/main" id="{31A15B98-90F2-AC05-8AD7-58914282EBDC}"/>
                    </a:ext>
                  </a:extLst>
                </p14:cNvPr>
                <p14:cNvContentPartPr/>
                <p14:nvPr/>
              </p14:nvContentPartPr>
              <p14:xfrm>
                <a:off x="8675189" y="4207188"/>
                <a:ext cx="10440" cy="183240"/>
              </p14:xfrm>
            </p:contentPart>
          </mc:Choice>
          <mc:Fallback>
            <p:pic>
              <p:nvPicPr>
                <p:cNvPr id="48" name="Ink 47">
                  <a:extLst>
                    <a:ext uri="{FF2B5EF4-FFF2-40B4-BE49-F238E27FC236}">
                      <a16:creationId xmlns:a16="http://schemas.microsoft.com/office/drawing/2014/main" id="{31A15B98-90F2-AC05-8AD7-58914282EBDC}"/>
                    </a:ext>
                  </a:extLst>
                </p:cNvPr>
                <p:cNvPicPr/>
                <p:nvPr/>
              </p:nvPicPr>
              <p:blipFill>
                <a:blip r:embed="rId81"/>
                <a:stretch>
                  <a:fillRect/>
                </a:stretch>
              </p:blipFill>
              <p:spPr>
                <a:xfrm>
                  <a:off x="8669069" y="4201068"/>
                  <a:ext cx="2268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382116BE-5EE3-D6AB-F2C6-780C4B0D1D76}"/>
                    </a:ext>
                  </a:extLst>
                </p14:cNvPr>
                <p14:cNvContentPartPr/>
                <p14:nvPr/>
              </p14:nvContentPartPr>
              <p14:xfrm>
                <a:off x="8698949" y="3897228"/>
                <a:ext cx="16920" cy="49680"/>
              </p14:xfrm>
            </p:contentPart>
          </mc:Choice>
          <mc:Fallback>
            <p:pic>
              <p:nvPicPr>
                <p:cNvPr id="49" name="Ink 48">
                  <a:extLst>
                    <a:ext uri="{FF2B5EF4-FFF2-40B4-BE49-F238E27FC236}">
                      <a16:creationId xmlns:a16="http://schemas.microsoft.com/office/drawing/2014/main" id="{382116BE-5EE3-D6AB-F2C6-780C4B0D1D76}"/>
                    </a:ext>
                  </a:extLst>
                </p:cNvPr>
                <p:cNvPicPr/>
                <p:nvPr/>
              </p:nvPicPr>
              <p:blipFill>
                <a:blip r:embed="rId83"/>
                <a:stretch>
                  <a:fillRect/>
                </a:stretch>
              </p:blipFill>
              <p:spPr>
                <a:xfrm>
                  <a:off x="8692829" y="3891108"/>
                  <a:ext cx="2916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4C904C98-E4E1-20BA-5F06-F37980E0317B}"/>
                    </a:ext>
                  </a:extLst>
                </p14:cNvPr>
                <p14:cNvContentPartPr/>
                <p14:nvPr/>
              </p14:nvContentPartPr>
              <p14:xfrm>
                <a:off x="8901989" y="4068588"/>
                <a:ext cx="428400" cy="37080"/>
              </p14:xfrm>
            </p:contentPart>
          </mc:Choice>
          <mc:Fallback>
            <p:pic>
              <p:nvPicPr>
                <p:cNvPr id="50" name="Ink 49">
                  <a:extLst>
                    <a:ext uri="{FF2B5EF4-FFF2-40B4-BE49-F238E27FC236}">
                      <a16:creationId xmlns:a16="http://schemas.microsoft.com/office/drawing/2014/main" id="{4C904C98-E4E1-20BA-5F06-F37980E0317B}"/>
                    </a:ext>
                  </a:extLst>
                </p:cNvPr>
                <p:cNvPicPr/>
                <p:nvPr/>
              </p:nvPicPr>
              <p:blipFill>
                <a:blip r:embed="rId85"/>
                <a:stretch>
                  <a:fillRect/>
                </a:stretch>
              </p:blipFill>
              <p:spPr>
                <a:xfrm>
                  <a:off x="8895869" y="4062468"/>
                  <a:ext cx="44064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93DFE8BE-1C94-BCC4-93E7-E13FE8A87EE0}"/>
                    </a:ext>
                  </a:extLst>
                </p14:cNvPr>
                <p14:cNvContentPartPr/>
                <p14:nvPr/>
              </p14:nvContentPartPr>
              <p14:xfrm>
                <a:off x="8736749" y="3941148"/>
                <a:ext cx="387720" cy="357120"/>
              </p14:xfrm>
            </p:contentPart>
          </mc:Choice>
          <mc:Fallback>
            <p:pic>
              <p:nvPicPr>
                <p:cNvPr id="51" name="Ink 50">
                  <a:extLst>
                    <a:ext uri="{FF2B5EF4-FFF2-40B4-BE49-F238E27FC236}">
                      <a16:creationId xmlns:a16="http://schemas.microsoft.com/office/drawing/2014/main" id="{93DFE8BE-1C94-BCC4-93E7-E13FE8A87EE0}"/>
                    </a:ext>
                  </a:extLst>
                </p:cNvPr>
                <p:cNvPicPr/>
                <p:nvPr/>
              </p:nvPicPr>
              <p:blipFill>
                <a:blip r:embed="rId87"/>
                <a:stretch>
                  <a:fillRect/>
                </a:stretch>
              </p:blipFill>
              <p:spPr>
                <a:xfrm>
                  <a:off x="8730629" y="3935028"/>
                  <a:ext cx="39996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728CD860-78A7-747C-DA4A-4AE76E6500AF}"/>
                    </a:ext>
                  </a:extLst>
                </p14:cNvPr>
                <p14:cNvContentPartPr/>
                <p14:nvPr/>
              </p14:nvContentPartPr>
              <p14:xfrm>
                <a:off x="9513629" y="3803628"/>
                <a:ext cx="165600" cy="351000"/>
              </p14:xfrm>
            </p:contentPart>
          </mc:Choice>
          <mc:Fallback>
            <p:pic>
              <p:nvPicPr>
                <p:cNvPr id="52" name="Ink 51">
                  <a:extLst>
                    <a:ext uri="{FF2B5EF4-FFF2-40B4-BE49-F238E27FC236}">
                      <a16:creationId xmlns:a16="http://schemas.microsoft.com/office/drawing/2014/main" id="{728CD860-78A7-747C-DA4A-4AE76E6500AF}"/>
                    </a:ext>
                  </a:extLst>
                </p:cNvPr>
                <p:cNvPicPr/>
                <p:nvPr/>
              </p:nvPicPr>
              <p:blipFill>
                <a:blip r:embed="rId89"/>
                <a:stretch>
                  <a:fillRect/>
                </a:stretch>
              </p:blipFill>
              <p:spPr>
                <a:xfrm>
                  <a:off x="9507509" y="3797508"/>
                  <a:ext cx="17784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A99B897A-F6B5-7152-988A-3DA1FC17BD85}"/>
                    </a:ext>
                  </a:extLst>
                </p14:cNvPr>
                <p14:cNvContentPartPr/>
                <p14:nvPr/>
              </p14:nvContentPartPr>
              <p14:xfrm>
                <a:off x="9517589" y="3754668"/>
                <a:ext cx="251280" cy="221040"/>
              </p14:xfrm>
            </p:contentPart>
          </mc:Choice>
          <mc:Fallback>
            <p:pic>
              <p:nvPicPr>
                <p:cNvPr id="53" name="Ink 52">
                  <a:extLst>
                    <a:ext uri="{FF2B5EF4-FFF2-40B4-BE49-F238E27FC236}">
                      <a16:creationId xmlns:a16="http://schemas.microsoft.com/office/drawing/2014/main" id="{A99B897A-F6B5-7152-988A-3DA1FC17BD85}"/>
                    </a:ext>
                  </a:extLst>
                </p:cNvPr>
                <p:cNvPicPr/>
                <p:nvPr/>
              </p:nvPicPr>
              <p:blipFill>
                <a:blip r:embed="rId91"/>
                <a:stretch>
                  <a:fillRect/>
                </a:stretch>
              </p:blipFill>
              <p:spPr>
                <a:xfrm>
                  <a:off x="9511469" y="3748548"/>
                  <a:ext cx="26352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59F0E1ED-6FC8-C3E7-2A08-2CB8174A3C1C}"/>
                    </a:ext>
                  </a:extLst>
                </p14:cNvPr>
                <p14:cNvContentPartPr/>
                <p14:nvPr/>
              </p14:nvContentPartPr>
              <p14:xfrm>
                <a:off x="9470789" y="4048068"/>
                <a:ext cx="325440" cy="226080"/>
              </p14:xfrm>
            </p:contentPart>
          </mc:Choice>
          <mc:Fallback>
            <p:pic>
              <p:nvPicPr>
                <p:cNvPr id="54" name="Ink 53">
                  <a:extLst>
                    <a:ext uri="{FF2B5EF4-FFF2-40B4-BE49-F238E27FC236}">
                      <a16:creationId xmlns:a16="http://schemas.microsoft.com/office/drawing/2014/main" id="{59F0E1ED-6FC8-C3E7-2A08-2CB8174A3C1C}"/>
                    </a:ext>
                  </a:extLst>
                </p:cNvPr>
                <p:cNvPicPr/>
                <p:nvPr/>
              </p:nvPicPr>
              <p:blipFill>
                <a:blip r:embed="rId93"/>
                <a:stretch>
                  <a:fillRect/>
                </a:stretch>
              </p:blipFill>
              <p:spPr>
                <a:xfrm>
                  <a:off x="9464669" y="4041948"/>
                  <a:ext cx="33768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07659B77-2AE6-39BC-FA4C-60871F793E65}"/>
                    </a:ext>
                  </a:extLst>
                </p14:cNvPr>
                <p14:cNvContentPartPr/>
                <p14:nvPr/>
              </p14:nvContentPartPr>
              <p14:xfrm>
                <a:off x="9874709" y="4046628"/>
                <a:ext cx="212040" cy="143280"/>
              </p14:xfrm>
            </p:contentPart>
          </mc:Choice>
          <mc:Fallback>
            <p:pic>
              <p:nvPicPr>
                <p:cNvPr id="55" name="Ink 54">
                  <a:extLst>
                    <a:ext uri="{FF2B5EF4-FFF2-40B4-BE49-F238E27FC236}">
                      <a16:creationId xmlns:a16="http://schemas.microsoft.com/office/drawing/2014/main" id="{07659B77-2AE6-39BC-FA4C-60871F793E65}"/>
                    </a:ext>
                  </a:extLst>
                </p:cNvPr>
                <p:cNvPicPr/>
                <p:nvPr/>
              </p:nvPicPr>
              <p:blipFill>
                <a:blip r:embed="rId95"/>
                <a:stretch>
                  <a:fillRect/>
                </a:stretch>
              </p:blipFill>
              <p:spPr>
                <a:xfrm>
                  <a:off x="9868589" y="4040508"/>
                  <a:ext cx="22428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A0CA4525-6CD6-C6C7-BEF3-8A3C2A8413F5}"/>
                    </a:ext>
                  </a:extLst>
                </p14:cNvPr>
                <p14:cNvContentPartPr/>
                <p14:nvPr/>
              </p14:nvContentPartPr>
              <p14:xfrm>
                <a:off x="10110509" y="3980748"/>
                <a:ext cx="203400" cy="192960"/>
              </p14:xfrm>
            </p:contentPart>
          </mc:Choice>
          <mc:Fallback>
            <p:pic>
              <p:nvPicPr>
                <p:cNvPr id="56" name="Ink 55">
                  <a:extLst>
                    <a:ext uri="{FF2B5EF4-FFF2-40B4-BE49-F238E27FC236}">
                      <a16:creationId xmlns:a16="http://schemas.microsoft.com/office/drawing/2014/main" id="{A0CA4525-6CD6-C6C7-BEF3-8A3C2A8413F5}"/>
                    </a:ext>
                  </a:extLst>
                </p:cNvPr>
                <p:cNvPicPr/>
                <p:nvPr/>
              </p:nvPicPr>
              <p:blipFill>
                <a:blip r:embed="rId97"/>
                <a:stretch>
                  <a:fillRect/>
                </a:stretch>
              </p:blipFill>
              <p:spPr>
                <a:xfrm>
                  <a:off x="10104389" y="3974628"/>
                  <a:ext cx="21564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14ED7949-7305-8ADD-59EF-ED5A8CDB7355}"/>
                    </a:ext>
                  </a:extLst>
                </p14:cNvPr>
                <p14:cNvContentPartPr/>
                <p14:nvPr/>
              </p14:nvContentPartPr>
              <p14:xfrm>
                <a:off x="10291949" y="4106748"/>
                <a:ext cx="173880" cy="143640"/>
              </p14:xfrm>
            </p:contentPart>
          </mc:Choice>
          <mc:Fallback>
            <p:pic>
              <p:nvPicPr>
                <p:cNvPr id="57" name="Ink 56">
                  <a:extLst>
                    <a:ext uri="{FF2B5EF4-FFF2-40B4-BE49-F238E27FC236}">
                      <a16:creationId xmlns:a16="http://schemas.microsoft.com/office/drawing/2014/main" id="{14ED7949-7305-8ADD-59EF-ED5A8CDB7355}"/>
                    </a:ext>
                  </a:extLst>
                </p:cNvPr>
                <p:cNvPicPr/>
                <p:nvPr/>
              </p:nvPicPr>
              <p:blipFill>
                <a:blip r:embed="rId99"/>
                <a:stretch>
                  <a:fillRect/>
                </a:stretch>
              </p:blipFill>
              <p:spPr>
                <a:xfrm>
                  <a:off x="10285829" y="4100628"/>
                  <a:ext cx="18612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E94AC430-F3B0-E6A8-EED2-3B3B13BB0BC0}"/>
                    </a:ext>
                  </a:extLst>
                </p14:cNvPr>
                <p14:cNvContentPartPr/>
                <p14:nvPr/>
              </p14:nvContentPartPr>
              <p14:xfrm>
                <a:off x="10570949" y="4120068"/>
                <a:ext cx="150120" cy="93960"/>
              </p14:xfrm>
            </p:contentPart>
          </mc:Choice>
          <mc:Fallback>
            <p:pic>
              <p:nvPicPr>
                <p:cNvPr id="58" name="Ink 57">
                  <a:extLst>
                    <a:ext uri="{FF2B5EF4-FFF2-40B4-BE49-F238E27FC236}">
                      <a16:creationId xmlns:a16="http://schemas.microsoft.com/office/drawing/2014/main" id="{E94AC430-F3B0-E6A8-EED2-3B3B13BB0BC0}"/>
                    </a:ext>
                  </a:extLst>
                </p:cNvPr>
                <p:cNvPicPr/>
                <p:nvPr/>
              </p:nvPicPr>
              <p:blipFill>
                <a:blip r:embed="rId101"/>
                <a:stretch>
                  <a:fillRect/>
                </a:stretch>
              </p:blipFill>
              <p:spPr>
                <a:xfrm>
                  <a:off x="10564829" y="4113948"/>
                  <a:ext cx="16236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11CAFD27-1A12-33CB-C46E-AA6996DB647E}"/>
                    </a:ext>
                  </a:extLst>
                </p14:cNvPr>
                <p14:cNvContentPartPr/>
                <p14:nvPr/>
              </p14:nvContentPartPr>
              <p14:xfrm>
                <a:off x="10811789" y="3600588"/>
                <a:ext cx="740520" cy="678960"/>
              </p14:xfrm>
            </p:contentPart>
          </mc:Choice>
          <mc:Fallback>
            <p:pic>
              <p:nvPicPr>
                <p:cNvPr id="60" name="Ink 59">
                  <a:extLst>
                    <a:ext uri="{FF2B5EF4-FFF2-40B4-BE49-F238E27FC236}">
                      <a16:creationId xmlns:a16="http://schemas.microsoft.com/office/drawing/2014/main" id="{11CAFD27-1A12-33CB-C46E-AA6996DB647E}"/>
                    </a:ext>
                  </a:extLst>
                </p:cNvPr>
                <p:cNvPicPr/>
                <p:nvPr/>
              </p:nvPicPr>
              <p:blipFill>
                <a:blip r:embed="rId103"/>
                <a:stretch>
                  <a:fillRect/>
                </a:stretch>
              </p:blipFill>
              <p:spPr>
                <a:xfrm>
                  <a:off x="10805669" y="3594468"/>
                  <a:ext cx="752760" cy="6912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1" name="Ink 60">
                  <a:extLst>
                    <a:ext uri="{FF2B5EF4-FFF2-40B4-BE49-F238E27FC236}">
                      <a16:creationId xmlns:a16="http://schemas.microsoft.com/office/drawing/2014/main" id="{BB28125E-2713-43DE-0705-78DBBB7BB5D8}"/>
                    </a:ext>
                  </a:extLst>
                </p14:cNvPr>
                <p14:cNvContentPartPr/>
                <p14:nvPr/>
              </p14:nvContentPartPr>
              <p14:xfrm>
                <a:off x="11500109" y="3835308"/>
                <a:ext cx="15480" cy="37080"/>
              </p14:xfrm>
            </p:contentPart>
          </mc:Choice>
          <mc:Fallback>
            <p:pic>
              <p:nvPicPr>
                <p:cNvPr id="61" name="Ink 60">
                  <a:extLst>
                    <a:ext uri="{FF2B5EF4-FFF2-40B4-BE49-F238E27FC236}">
                      <a16:creationId xmlns:a16="http://schemas.microsoft.com/office/drawing/2014/main" id="{BB28125E-2713-43DE-0705-78DBBB7BB5D8}"/>
                    </a:ext>
                  </a:extLst>
                </p:cNvPr>
                <p:cNvPicPr/>
                <p:nvPr/>
              </p:nvPicPr>
              <p:blipFill>
                <a:blip r:embed="rId105"/>
                <a:stretch>
                  <a:fillRect/>
                </a:stretch>
              </p:blipFill>
              <p:spPr>
                <a:xfrm>
                  <a:off x="11493989" y="3829188"/>
                  <a:ext cx="2772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2" name="Ink 61">
                  <a:extLst>
                    <a:ext uri="{FF2B5EF4-FFF2-40B4-BE49-F238E27FC236}">
                      <a16:creationId xmlns:a16="http://schemas.microsoft.com/office/drawing/2014/main" id="{9FD3EC2B-3737-07D8-EDCA-D7ACF0F60193}"/>
                    </a:ext>
                  </a:extLst>
                </p14:cNvPr>
                <p14:cNvContentPartPr/>
                <p14:nvPr/>
              </p14:nvContentPartPr>
              <p14:xfrm>
                <a:off x="9192149" y="4520028"/>
                <a:ext cx="307440" cy="280440"/>
              </p14:xfrm>
            </p:contentPart>
          </mc:Choice>
          <mc:Fallback>
            <p:pic>
              <p:nvPicPr>
                <p:cNvPr id="62" name="Ink 61">
                  <a:extLst>
                    <a:ext uri="{FF2B5EF4-FFF2-40B4-BE49-F238E27FC236}">
                      <a16:creationId xmlns:a16="http://schemas.microsoft.com/office/drawing/2014/main" id="{9FD3EC2B-3737-07D8-EDCA-D7ACF0F60193}"/>
                    </a:ext>
                  </a:extLst>
                </p:cNvPr>
                <p:cNvPicPr/>
                <p:nvPr/>
              </p:nvPicPr>
              <p:blipFill>
                <a:blip r:embed="rId107"/>
                <a:stretch>
                  <a:fillRect/>
                </a:stretch>
              </p:blipFill>
              <p:spPr>
                <a:xfrm>
                  <a:off x="9186029" y="4513908"/>
                  <a:ext cx="31968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3" name="Ink 62">
                  <a:extLst>
                    <a:ext uri="{FF2B5EF4-FFF2-40B4-BE49-F238E27FC236}">
                      <a16:creationId xmlns:a16="http://schemas.microsoft.com/office/drawing/2014/main" id="{38E5BBC8-FD05-317A-AAF6-7679BB219441}"/>
                    </a:ext>
                  </a:extLst>
                </p14:cNvPr>
                <p14:cNvContentPartPr/>
                <p14:nvPr/>
              </p14:nvContentPartPr>
              <p14:xfrm>
                <a:off x="9561149" y="4612188"/>
                <a:ext cx="484920" cy="154800"/>
              </p14:xfrm>
            </p:contentPart>
          </mc:Choice>
          <mc:Fallback>
            <p:pic>
              <p:nvPicPr>
                <p:cNvPr id="63" name="Ink 62">
                  <a:extLst>
                    <a:ext uri="{FF2B5EF4-FFF2-40B4-BE49-F238E27FC236}">
                      <a16:creationId xmlns:a16="http://schemas.microsoft.com/office/drawing/2014/main" id="{38E5BBC8-FD05-317A-AAF6-7679BB219441}"/>
                    </a:ext>
                  </a:extLst>
                </p:cNvPr>
                <p:cNvPicPr/>
                <p:nvPr/>
              </p:nvPicPr>
              <p:blipFill>
                <a:blip r:embed="rId109"/>
                <a:stretch>
                  <a:fillRect/>
                </a:stretch>
              </p:blipFill>
              <p:spPr>
                <a:xfrm>
                  <a:off x="9555029" y="4606068"/>
                  <a:ext cx="4971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76" name="Ink 575">
                  <a:extLst>
                    <a:ext uri="{FF2B5EF4-FFF2-40B4-BE49-F238E27FC236}">
                      <a16:creationId xmlns:a16="http://schemas.microsoft.com/office/drawing/2014/main" id="{D0F2A8DF-50FA-C491-A916-98618D05002D}"/>
                    </a:ext>
                  </a:extLst>
                </p14:cNvPr>
                <p14:cNvContentPartPr/>
                <p14:nvPr/>
              </p14:nvContentPartPr>
              <p14:xfrm>
                <a:off x="10110509" y="4421748"/>
                <a:ext cx="708120" cy="380520"/>
              </p14:xfrm>
            </p:contentPart>
          </mc:Choice>
          <mc:Fallback>
            <p:pic>
              <p:nvPicPr>
                <p:cNvPr id="576" name="Ink 575">
                  <a:extLst>
                    <a:ext uri="{FF2B5EF4-FFF2-40B4-BE49-F238E27FC236}">
                      <a16:creationId xmlns:a16="http://schemas.microsoft.com/office/drawing/2014/main" id="{D0F2A8DF-50FA-C491-A916-98618D05002D}"/>
                    </a:ext>
                  </a:extLst>
                </p:cNvPr>
                <p:cNvPicPr/>
                <p:nvPr/>
              </p:nvPicPr>
              <p:blipFill>
                <a:blip r:embed="rId111"/>
                <a:stretch>
                  <a:fillRect/>
                </a:stretch>
              </p:blipFill>
              <p:spPr>
                <a:xfrm>
                  <a:off x="10104389" y="4415628"/>
                  <a:ext cx="72036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77" name="Ink 576">
                  <a:extLst>
                    <a:ext uri="{FF2B5EF4-FFF2-40B4-BE49-F238E27FC236}">
                      <a16:creationId xmlns:a16="http://schemas.microsoft.com/office/drawing/2014/main" id="{11B24313-949D-09D2-F0D0-1F7DD83C7AC3}"/>
                    </a:ext>
                  </a:extLst>
                </p14:cNvPr>
                <p14:cNvContentPartPr/>
                <p14:nvPr/>
              </p14:nvContentPartPr>
              <p14:xfrm>
                <a:off x="11042549" y="4450908"/>
                <a:ext cx="175320" cy="270000"/>
              </p14:xfrm>
            </p:contentPart>
          </mc:Choice>
          <mc:Fallback>
            <p:pic>
              <p:nvPicPr>
                <p:cNvPr id="577" name="Ink 576">
                  <a:extLst>
                    <a:ext uri="{FF2B5EF4-FFF2-40B4-BE49-F238E27FC236}">
                      <a16:creationId xmlns:a16="http://schemas.microsoft.com/office/drawing/2014/main" id="{11B24313-949D-09D2-F0D0-1F7DD83C7AC3}"/>
                    </a:ext>
                  </a:extLst>
                </p:cNvPr>
                <p:cNvPicPr/>
                <p:nvPr/>
              </p:nvPicPr>
              <p:blipFill>
                <a:blip r:embed="rId113"/>
                <a:stretch>
                  <a:fillRect/>
                </a:stretch>
              </p:blipFill>
              <p:spPr>
                <a:xfrm>
                  <a:off x="11036429" y="4444788"/>
                  <a:ext cx="18756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78" name="Ink 577">
                  <a:extLst>
                    <a:ext uri="{FF2B5EF4-FFF2-40B4-BE49-F238E27FC236}">
                      <a16:creationId xmlns:a16="http://schemas.microsoft.com/office/drawing/2014/main" id="{DE1A74D9-E5C0-0D42-26BA-CB5B40F8D95C}"/>
                    </a:ext>
                  </a:extLst>
                </p14:cNvPr>
                <p14:cNvContentPartPr/>
                <p14:nvPr/>
              </p14:nvContentPartPr>
              <p14:xfrm>
                <a:off x="11280869" y="4572948"/>
                <a:ext cx="416520" cy="201600"/>
              </p14:xfrm>
            </p:contentPart>
          </mc:Choice>
          <mc:Fallback>
            <p:pic>
              <p:nvPicPr>
                <p:cNvPr id="578" name="Ink 577">
                  <a:extLst>
                    <a:ext uri="{FF2B5EF4-FFF2-40B4-BE49-F238E27FC236}">
                      <a16:creationId xmlns:a16="http://schemas.microsoft.com/office/drawing/2014/main" id="{DE1A74D9-E5C0-0D42-26BA-CB5B40F8D95C}"/>
                    </a:ext>
                  </a:extLst>
                </p:cNvPr>
                <p:cNvPicPr/>
                <p:nvPr/>
              </p:nvPicPr>
              <p:blipFill>
                <a:blip r:embed="rId115"/>
                <a:stretch>
                  <a:fillRect/>
                </a:stretch>
              </p:blipFill>
              <p:spPr>
                <a:xfrm>
                  <a:off x="11274749" y="4566828"/>
                  <a:ext cx="42876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79" name="Ink 578">
                  <a:extLst>
                    <a:ext uri="{FF2B5EF4-FFF2-40B4-BE49-F238E27FC236}">
                      <a16:creationId xmlns:a16="http://schemas.microsoft.com/office/drawing/2014/main" id="{13AABEAE-B127-17FB-7262-276BB4A0BBE9}"/>
                    </a:ext>
                  </a:extLst>
                </p14:cNvPr>
                <p14:cNvContentPartPr/>
                <p14:nvPr/>
              </p14:nvContentPartPr>
              <p14:xfrm>
                <a:off x="11657789" y="4472148"/>
                <a:ext cx="360" cy="360"/>
              </p14:xfrm>
            </p:contentPart>
          </mc:Choice>
          <mc:Fallback>
            <p:pic>
              <p:nvPicPr>
                <p:cNvPr id="579" name="Ink 578">
                  <a:extLst>
                    <a:ext uri="{FF2B5EF4-FFF2-40B4-BE49-F238E27FC236}">
                      <a16:creationId xmlns:a16="http://schemas.microsoft.com/office/drawing/2014/main" id="{13AABEAE-B127-17FB-7262-276BB4A0BBE9}"/>
                    </a:ext>
                  </a:extLst>
                </p:cNvPr>
                <p:cNvPicPr/>
                <p:nvPr/>
              </p:nvPicPr>
              <p:blipFill>
                <a:blip r:embed="rId117"/>
                <a:stretch>
                  <a:fillRect/>
                </a:stretch>
              </p:blipFill>
              <p:spPr>
                <a:xfrm>
                  <a:off x="11651669" y="446602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80" name="Ink 579">
                  <a:extLst>
                    <a:ext uri="{FF2B5EF4-FFF2-40B4-BE49-F238E27FC236}">
                      <a16:creationId xmlns:a16="http://schemas.microsoft.com/office/drawing/2014/main" id="{D07108C9-5A85-6D8F-7405-B7EED4AF4F91}"/>
                    </a:ext>
                  </a:extLst>
                </p14:cNvPr>
                <p14:cNvContentPartPr/>
                <p14:nvPr/>
              </p14:nvContentPartPr>
              <p14:xfrm>
                <a:off x="11742389" y="4424268"/>
                <a:ext cx="223560" cy="331920"/>
              </p14:xfrm>
            </p:contentPart>
          </mc:Choice>
          <mc:Fallback>
            <p:pic>
              <p:nvPicPr>
                <p:cNvPr id="580" name="Ink 579">
                  <a:extLst>
                    <a:ext uri="{FF2B5EF4-FFF2-40B4-BE49-F238E27FC236}">
                      <a16:creationId xmlns:a16="http://schemas.microsoft.com/office/drawing/2014/main" id="{D07108C9-5A85-6D8F-7405-B7EED4AF4F91}"/>
                    </a:ext>
                  </a:extLst>
                </p:cNvPr>
                <p:cNvPicPr/>
                <p:nvPr/>
              </p:nvPicPr>
              <p:blipFill>
                <a:blip r:embed="rId119"/>
                <a:stretch>
                  <a:fillRect/>
                </a:stretch>
              </p:blipFill>
              <p:spPr>
                <a:xfrm>
                  <a:off x="11736269" y="4418148"/>
                  <a:ext cx="23580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81" name="Ink 580">
                  <a:extLst>
                    <a:ext uri="{FF2B5EF4-FFF2-40B4-BE49-F238E27FC236}">
                      <a16:creationId xmlns:a16="http://schemas.microsoft.com/office/drawing/2014/main" id="{9CC6C739-F8A8-412B-573E-AF35EFABAD29}"/>
                    </a:ext>
                  </a:extLst>
                </p14:cNvPr>
                <p14:cNvContentPartPr/>
                <p14:nvPr/>
              </p14:nvContentPartPr>
              <p14:xfrm>
                <a:off x="11970629" y="4313388"/>
                <a:ext cx="83520" cy="144000"/>
              </p14:xfrm>
            </p:contentPart>
          </mc:Choice>
          <mc:Fallback>
            <p:pic>
              <p:nvPicPr>
                <p:cNvPr id="581" name="Ink 580">
                  <a:extLst>
                    <a:ext uri="{FF2B5EF4-FFF2-40B4-BE49-F238E27FC236}">
                      <a16:creationId xmlns:a16="http://schemas.microsoft.com/office/drawing/2014/main" id="{9CC6C739-F8A8-412B-573E-AF35EFABAD29}"/>
                    </a:ext>
                  </a:extLst>
                </p:cNvPr>
                <p:cNvPicPr/>
                <p:nvPr/>
              </p:nvPicPr>
              <p:blipFill>
                <a:blip r:embed="rId121"/>
                <a:stretch>
                  <a:fillRect/>
                </a:stretch>
              </p:blipFill>
              <p:spPr>
                <a:xfrm>
                  <a:off x="11964509" y="4307268"/>
                  <a:ext cx="95760" cy="156240"/>
                </a:xfrm>
                <a:prstGeom prst="rect">
                  <a:avLst/>
                </a:prstGeom>
              </p:spPr>
            </p:pic>
          </mc:Fallback>
        </mc:AlternateContent>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9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Z Formula for Sample Proportion</a:t>
            </a:r>
            <a:endParaRPr/>
          </a:p>
        </p:txBody>
      </p:sp>
      <p:pic>
        <p:nvPicPr>
          <p:cNvPr id="629" name="Google Shape;629;p97"/>
          <p:cNvPicPr preferRelativeResize="0"/>
          <p:nvPr/>
        </p:nvPicPr>
        <p:blipFill rotWithShape="1">
          <a:blip r:embed="rId3">
            <a:alphaModFix/>
          </a:blip>
          <a:srcRect/>
          <a:stretch/>
        </p:blipFill>
        <p:spPr>
          <a:xfrm>
            <a:off x="2408237" y="1284287"/>
            <a:ext cx="8139112" cy="30194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9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Example-4</a:t>
            </a:r>
            <a:endParaRPr/>
          </a:p>
        </p:txBody>
      </p:sp>
      <p:sp>
        <p:nvSpPr>
          <p:cNvPr id="637" name="Google Shape;637;p98"/>
          <p:cNvSpPr txBox="1"/>
          <p:nvPr/>
        </p:nvSpPr>
        <p:spPr>
          <a:xfrm>
            <a:off x="529456" y="4407729"/>
            <a:ext cx="10941000" cy="16128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700"/>
              <a:buFont typeface="Calibri"/>
              <a:buNone/>
            </a:pPr>
            <a:endParaRPr dirty="0"/>
          </a:p>
          <a:p>
            <a:pPr marL="0" marR="0" lvl="0" indent="0" algn="l" rtl="0">
              <a:lnSpc>
                <a:spcPct val="90000"/>
              </a:lnSpc>
              <a:spcBef>
                <a:spcPts val="1000"/>
              </a:spcBef>
              <a:spcAft>
                <a:spcPts val="0"/>
              </a:spcAft>
              <a:buClr>
                <a:schemeClr val="dk1"/>
              </a:buClr>
              <a:buSzPts val="2700"/>
              <a:buFont typeface="Calibri"/>
              <a:buNone/>
            </a:pPr>
            <a:r>
              <a:rPr lang="en-US" sz="2700" dirty="0">
                <a:solidFill>
                  <a:schemeClr val="dk1"/>
                </a:solidFill>
                <a:latin typeface="Calibri"/>
                <a:ea typeface="Calibri"/>
                <a:cs typeface="Calibri"/>
                <a:sym typeface="Calibri"/>
              </a:rPr>
              <a:t> Therefore,  P(</a:t>
            </a:r>
            <a:r>
              <a:rPr lang="en-US" sz="2700" b="0" i="1" u="none" dirty="0">
                <a:solidFill>
                  <a:schemeClr val="dk1"/>
                </a:solidFill>
                <a:latin typeface="Calibri"/>
                <a:ea typeface="Calibri"/>
                <a:cs typeface="Calibri"/>
                <a:sym typeface="Calibri"/>
              </a:rPr>
              <a:t>z ≥ </a:t>
            </a:r>
            <a:r>
              <a:rPr lang="en-US" sz="2700" b="0" i="0" u="none" dirty="0">
                <a:solidFill>
                  <a:schemeClr val="dk1"/>
                </a:solidFill>
                <a:latin typeface="Calibri"/>
                <a:ea typeface="Calibri"/>
                <a:cs typeface="Calibri"/>
                <a:sym typeface="Calibri"/>
              </a:rPr>
              <a:t>-2</a:t>
            </a:r>
            <a:r>
              <a:rPr lang="en-US" sz="2700" b="0" i="1" u="none" dirty="0">
                <a:solidFill>
                  <a:schemeClr val="dk1"/>
                </a:solidFill>
                <a:latin typeface="Calibri"/>
                <a:ea typeface="Calibri"/>
                <a:cs typeface="Calibri"/>
                <a:sym typeface="Calibri"/>
              </a:rPr>
              <a:t>.</a:t>
            </a:r>
            <a:r>
              <a:rPr lang="en-US" sz="2700" dirty="0">
                <a:solidFill>
                  <a:schemeClr val="dk1"/>
                </a:solidFill>
                <a:latin typeface="Calibri"/>
                <a:ea typeface="Calibri"/>
                <a:cs typeface="Calibri"/>
                <a:sym typeface="Calibri"/>
              </a:rPr>
              <a:t>22</a:t>
            </a:r>
            <a:r>
              <a:rPr lang="en-US" sz="2700" b="0" i="0" u="none" dirty="0">
                <a:solidFill>
                  <a:schemeClr val="dk1"/>
                </a:solidFill>
                <a:latin typeface="Calibri"/>
                <a:ea typeface="Calibri"/>
                <a:cs typeface="Calibri"/>
                <a:sym typeface="Calibri"/>
              </a:rPr>
              <a:t>)  = 1- P(z &lt; -2.22)                                      </a:t>
            </a:r>
            <a:endParaRPr lang="en-IN" dirty="0"/>
          </a:p>
          <a:p>
            <a:pPr marL="0" marR="0" lvl="0" indent="0" algn="l" rtl="0">
              <a:lnSpc>
                <a:spcPct val="90000"/>
              </a:lnSpc>
              <a:spcBef>
                <a:spcPts val="1000"/>
              </a:spcBef>
              <a:spcAft>
                <a:spcPts val="0"/>
              </a:spcAft>
              <a:buClr>
                <a:schemeClr val="dk1"/>
              </a:buClr>
              <a:buSzPts val="2700"/>
              <a:buFont typeface="Calibri"/>
              <a:buNone/>
            </a:pPr>
            <a:r>
              <a:rPr lang="en-US" sz="2700" b="0" i="0" u="none" dirty="0">
                <a:solidFill>
                  <a:schemeClr val="dk1"/>
                </a:solidFill>
                <a:latin typeface="Calibri"/>
                <a:ea typeface="Calibri"/>
                <a:cs typeface="Calibri"/>
                <a:sym typeface="Calibri"/>
              </a:rPr>
              <a:t>			</a:t>
            </a:r>
            <a:r>
              <a:rPr lang="en-US" sz="2700" dirty="0">
                <a:solidFill>
                  <a:schemeClr val="dk1"/>
                </a:solidFill>
                <a:latin typeface="Calibri"/>
                <a:ea typeface="Calibri"/>
                <a:cs typeface="Calibri"/>
                <a:sym typeface="Calibri"/>
              </a:rPr>
              <a:t>         </a:t>
            </a:r>
            <a:r>
              <a:rPr lang="en-IN" sz="2700" b="0" i="0" u="none" dirty="0">
                <a:solidFill>
                  <a:schemeClr val="dk1"/>
                </a:solidFill>
                <a:latin typeface="Calibri"/>
                <a:ea typeface="Calibri"/>
                <a:cs typeface="Calibri"/>
                <a:sym typeface="Calibri"/>
              </a:rPr>
              <a:t>= 1- 0.</a:t>
            </a:r>
            <a:r>
              <a:rPr lang="en-IN" sz="2700" b="1" i="0" u="none" dirty="0">
                <a:solidFill>
                  <a:schemeClr val="dk1"/>
                </a:solidFill>
                <a:latin typeface="Calibri"/>
                <a:ea typeface="Calibri"/>
                <a:cs typeface="Calibri"/>
                <a:sym typeface="Calibri"/>
              </a:rPr>
              <a:t>0125 = 0.9875 </a:t>
            </a:r>
            <a:endParaRPr lang="en-IN" dirty="0"/>
          </a:p>
        </p:txBody>
      </p:sp>
      <p:sp>
        <p:nvSpPr>
          <p:cNvPr id="3" name="TextBox 2">
            <a:extLst>
              <a:ext uri="{FF2B5EF4-FFF2-40B4-BE49-F238E27FC236}">
                <a16:creationId xmlns:a16="http://schemas.microsoft.com/office/drawing/2014/main" id="{96FE011F-868C-BF16-B802-8A70B5823FE7}"/>
              </a:ext>
            </a:extLst>
          </p:cNvPr>
          <p:cNvSpPr txBox="1"/>
          <p:nvPr/>
        </p:nvSpPr>
        <p:spPr>
          <a:xfrm>
            <a:off x="529456" y="2676353"/>
            <a:ext cx="11133088" cy="1569660"/>
          </a:xfrm>
          <a:prstGeom prst="rect">
            <a:avLst/>
          </a:prstGeom>
          <a:noFill/>
        </p:spPr>
        <p:txBody>
          <a:bodyPr wrap="square" rtlCol="0">
            <a:spAutoFit/>
          </a:bodyPr>
          <a:lstStyle/>
          <a:p>
            <a:r>
              <a:rPr lang="en-US" sz="2400" dirty="0"/>
              <a:t>Here p = 0.6 , ṗ = 0.5 , n = 120 , q = 0.4</a:t>
            </a:r>
          </a:p>
          <a:p>
            <a:endParaRPr lang="en-US" sz="2400" dirty="0"/>
          </a:p>
          <a:p>
            <a:r>
              <a:rPr lang="en-US" sz="2400" dirty="0"/>
              <a:t>Z = ṗ - p       = 0.5 – 0.6           = - 2.22</a:t>
            </a:r>
          </a:p>
          <a:p>
            <a:r>
              <a:rPr lang="en-US" sz="2400" dirty="0"/>
              <a:t>      √</a:t>
            </a:r>
            <a:r>
              <a:rPr lang="en-US" sz="2400" dirty="0" err="1"/>
              <a:t>pq</a:t>
            </a:r>
            <a:r>
              <a:rPr lang="en-US" sz="2400" dirty="0"/>
              <a:t> / n      √0.6 * 0.4 /120</a:t>
            </a:r>
            <a:endParaRPr lang="en-IN" sz="2400" dirty="0"/>
          </a:p>
        </p:txBody>
      </p:sp>
      <p:cxnSp>
        <p:nvCxnSpPr>
          <p:cNvPr id="5" name="Straight Connector 4">
            <a:extLst>
              <a:ext uri="{FF2B5EF4-FFF2-40B4-BE49-F238E27FC236}">
                <a16:creationId xmlns:a16="http://schemas.microsoft.com/office/drawing/2014/main" id="{DD3B4610-57D5-746B-7AED-173A12546623}"/>
              </a:ext>
            </a:extLst>
          </p:cNvPr>
          <p:cNvCxnSpPr>
            <a:cxnSpLocks/>
          </p:cNvCxnSpPr>
          <p:nvPr/>
        </p:nvCxnSpPr>
        <p:spPr>
          <a:xfrm>
            <a:off x="1132115" y="3831772"/>
            <a:ext cx="10559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55B18F2-E484-C748-2AE4-B697B5D2ECEF}"/>
              </a:ext>
            </a:extLst>
          </p:cNvPr>
          <p:cNvCxnSpPr>
            <a:cxnSpLocks/>
          </p:cNvCxnSpPr>
          <p:nvPr/>
        </p:nvCxnSpPr>
        <p:spPr>
          <a:xfrm>
            <a:off x="2699658" y="3831772"/>
            <a:ext cx="1643743"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F849C0B-50E7-0601-585D-E51755866A1B}"/>
              </a:ext>
            </a:extLst>
          </p:cNvPr>
          <p:cNvSpPr txBox="1"/>
          <p:nvPr/>
        </p:nvSpPr>
        <p:spPr>
          <a:xfrm>
            <a:off x="370114" y="1436914"/>
            <a:ext cx="10814057" cy="1415772"/>
          </a:xfrm>
          <a:prstGeom prst="rect">
            <a:avLst/>
          </a:prstGeom>
          <a:noFill/>
        </p:spPr>
        <p:txBody>
          <a:bodyPr wrap="square" rtlCol="0">
            <a:spAutoFit/>
          </a:bodyPr>
          <a:lstStyle/>
          <a:p>
            <a:r>
              <a:rPr lang="en-US" sz="2400" dirty="0"/>
              <a:t>Suppose 60% of cancer patients are cured by new drug. What is the probability that a random sample of 120 patients , 50% or more will be cured by new drug?</a:t>
            </a:r>
            <a:endParaRPr lang="en-IN" sz="2400" dirty="0"/>
          </a:p>
          <a:p>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9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Statistical Inference</a:t>
            </a:r>
            <a:endParaRPr/>
          </a:p>
        </p:txBody>
      </p:sp>
      <p:sp>
        <p:nvSpPr>
          <p:cNvPr id="643" name="Google Shape;643;p99"/>
          <p:cNvSpPr txBox="1">
            <a:spLocks noGrp="1"/>
          </p:cNvSpPr>
          <p:nvPr>
            <p:ph type="body" idx="1"/>
          </p:nvPr>
        </p:nvSpPr>
        <p:spPr>
          <a:xfrm>
            <a:off x="857250" y="1600200"/>
            <a:ext cx="10160100" cy="2728800"/>
          </a:xfrm>
          <a:prstGeom prst="rect">
            <a:avLst/>
          </a:prstGeom>
          <a:noFill/>
          <a:ln>
            <a:noFill/>
          </a:ln>
        </p:spPr>
        <p:txBody>
          <a:bodyPr spcFirstLastPara="1" wrap="square" lIns="91425" tIns="45700" rIns="91425" bIns="45700" anchor="t" anchorCtr="0">
            <a:normAutofit/>
          </a:bodyPr>
          <a:lstStyle/>
          <a:p>
            <a:pPr marL="341312" lvl="0" indent="-341312" algn="l" rtl="0">
              <a:lnSpc>
                <a:spcPct val="130000"/>
              </a:lnSpc>
              <a:spcBef>
                <a:spcPts val="0"/>
              </a:spcBef>
              <a:spcAft>
                <a:spcPts val="0"/>
              </a:spcAft>
              <a:buClr>
                <a:schemeClr val="dk1"/>
              </a:buClr>
              <a:buSzPts val="2600"/>
              <a:buFont typeface="Noto Sans Symbols"/>
              <a:buChar char="⮚"/>
            </a:pPr>
            <a:r>
              <a:rPr lang="en-US" sz="2600" b="0" i="0" u="none">
                <a:solidFill>
                  <a:schemeClr val="dk1"/>
                </a:solidFill>
                <a:latin typeface="Calibri"/>
                <a:ea typeface="Calibri"/>
                <a:cs typeface="Calibri"/>
                <a:sym typeface="Calibri"/>
              </a:rPr>
              <a:t>Point estimation</a:t>
            </a:r>
            <a:endParaRPr/>
          </a:p>
          <a:p>
            <a:pPr marL="341312" lvl="0" indent="-176212" algn="l" rtl="0">
              <a:lnSpc>
                <a:spcPct val="130000"/>
              </a:lnSpc>
              <a:spcBef>
                <a:spcPts val="0"/>
              </a:spcBef>
              <a:spcAft>
                <a:spcPts val="0"/>
              </a:spcAft>
              <a:buClr>
                <a:schemeClr val="dk1"/>
              </a:buClr>
              <a:buSzPts val="2600"/>
              <a:buFont typeface="Noto Sans Symbols"/>
              <a:buNone/>
            </a:pPr>
            <a:endParaRPr sz="2600" b="0" i="0" u="none">
              <a:solidFill>
                <a:schemeClr val="dk1"/>
              </a:solidFill>
              <a:latin typeface="Calibri"/>
              <a:ea typeface="Calibri"/>
              <a:cs typeface="Calibri"/>
              <a:sym typeface="Calibri"/>
            </a:endParaRPr>
          </a:p>
          <a:p>
            <a:pPr marL="341312" lvl="0" indent="-341312" algn="l" rtl="0">
              <a:lnSpc>
                <a:spcPct val="130000"/>
              </a:lnSpc>
              <a:spcBef>
                <a:spcPts val="0"/>
              </a:spcBef>
              <a:spcAft>
                <a:spcPts val="0"/>
              </a:spcAft>
              <a:buClr>
                <a:schemeClr val="dk1"/>
              </a:buClr>
              <a:buSzPts val="2600"/>
              <a:buFont typeface="Noto Sans Symbols"/>
              <a:buChar char="⮚"/>
            </a:pPr>
            <a:r>
              <a:rPr lang="en-US" sz="2600" b="0" i="0" u="none">
                <a:solidFill>
                  <a:schemeClr val="dk1"/>
                </a:solidFill>
                <a:latin typeface="Calibri"/>
                <a:ea typeface="Calibri"/>
                <a:cs typeface="Calibri"/>
                <a:sym typeface="Calibri"/>
              </a:rPr>
              <a:t>Interval estimation</a:t>
            </a:r>
            <a:endParaRPr/>
          </a:p>
          <a:p>
            <a:pPr marL="341312" lvl="0" indent="-176212" algn="l" rtl="0">
              <a:lnSpc>
                <a:spcPct val="130000"/>
              </a:lnSpc>
              <a:spcBef>
                <a:spcPts val="0"/>
              </a:spcBef>
              <a:spcAft>
                <a:spcPts val="0"/>
              </a:spcAft>
              <a:buClr>
                <a:schemeClr val="dk1"/>
              </a:buClr>
              <a:buSzPts val="2600"/>
              <a:buFont typeface="Noto Sans Symbols"/>
              <a:buNone/>
            </a:pPr>
            <a:endParaRPr sz="2600" b="0" i="0" u="none">
              <a:solidFill>
                <a:schemeClr val="dk1"/>
              </a:solidFill>
              <a:latin typeface="Calibri"/>
              <a:ea typeface="Calibri"/>
              <a:cs typeface="Calibri"/>
              <a:sym typeface="Calibri"/>
            </a:endParaRPr>
          </a:p>
          <a:p>
            <a:pPr marL="341312" lvl="0" indent="-341312" algn="l" rtl="0">
              <a:lnSpc>
                <a:spcPct val="130000"/>
              </a:lnSpc>
              <a:spcBef>
                <a:spcPts val="0"/>
              </a:spcBef>
              <a:spcAft>
                <a:spcPts val="0"/>
              </a:spcAft>
              <a:buClr>
                <a:schemeClr val="dk1"/>
              </a:buClr>
              <a:buSzPts val="2600"/>
              <a:buFont typeface="Noto Sans Symbols"/>
              <a:buChar char="⮚"/>
            </a:pPr>
            <a:r>
              <a:rPr lang="en-US" sz="2600" b="0" i="0" u="none">
                <a:solidFill>
                  <a:schemeClr val="dk1"/>
                </a:solidFill>
                <a:latin typeface="Calibri"/>
                <a:ea typeface="Calibri"/>
                <a:cs typeface="Calibri"/>
                <a:sym typeface="Calibri"/>
              </a:rPr>
              <a:t>Hypothesis testing</a:t>
            </a:r>
            <a:endParaRPr/>
          </a:p>
          <a:p>
            <a:pPr marL="228600" lvl="0" indent="-63500" algn="l" rtl="0">
              <a:lnSpc>
                <a:spcPct val="90000"/>
              </a:lnSpc>
              <a:spcBef>
                <a:spcPts val="1000"/>
              </a:spcBef>
              <a:spcAft>
                <a:spcPts val="0"/>
              </a:spcAft>
              <a:buClr>
                <a:schemeClr val="dk1"/>
              </a:buClr>
              <a:buSzPts val="2600"/>
              <a:buNone/>
            </a:pPr>
            <a:endParaRPr sz="2600" b="0" i="0" u="none">
              <a:solidFill>
                <a:schemeClr val="dk1"/>
              </a:solidFill>
              <a:latin typeface="Calibri"/>
              <a:ea typeface="Calibri"/>
              <a:cs typeface="Calibri"/>
              <a:sym typeface="Calibri"/>
            </a:endParaRPr>
          </a:p>
        </p:txBody>
      </p:sp>
      <p:sp>
        <p:nvSpPr>
          <p:cNvPr id="644" name="Google Shape;644;p99"/>
          <p:cNvSpPr txBox="1">
            <a:spLocks noGrp="1"/>
          </p:cNvSpPr>
          <p:nvPr>
            <p:ph type="body" idx="1"/>
          </p:nvPr>
        </p:nvSpPr>
        <p:spPr>
          <a:xfrm>
            <a:off x="328612" y="1143000"/>
            <a:ext cx="11198100" cy="3954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Clr>
                <a:srgbClr val="1C1573"/>
              </a:buClr>
              <a:buSzPts val="2400"/>
              <a:buNone/>
            </a:pPr>
            <a:r>
              <a:rPr lang="en-US" sz="2400" b="1" i="0" u="none">
                <a:solidFill>
                  <a:srgbClr val="1C1573"/>
                </a:solidFill>
                <a:latin typeface="Helvetica Neue"/>
                <a:ea typeface="Helvetica Neue"/>
                <a:cs typeface="Helvetica Neue"/>
                <a:sym typeface="Helvetica Neue"/>
              </a:rPr>
              <a:t>Three forms of statistical inference</a:t>
            </a:r>
            <a:endParaRPr/>
          </a:p>
          <a:p>
            <a:pPr marL="228600" lvl="0" indent="-76200" algn="l" rtl="0">
              <a:lnSpc>
                <a:spcPct val="90000"/>
              </a:lnSpc>
              <a:spcBef>
                <a:spcPts val="1000"/>
              </a:spcBef>
              <a:spcAft>
                <a:spcPts val="0"/>
              </a:spcAft>
              <a:buClr>
                <a:schemeClr val="dk1"/>
              </a:buClr>
              <a:buSzPts val="2400"/>
              <a:buNone/>
            </a:pPr>
            <a:endParaRPr sz="2400" b="1" i="0" u="none">
              <a:solidFill>
                <a:srgbClr val="1C1573"/>
              </a:solidFill>
              <a:latin typeface="Helvetica Neue"/>
              <a:ea typeface="Helvetica Neue"/>
              <a:cs typeface="Helvetica Neue"/>
              <a:sym typeface="Helvetica Neue"/>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10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Point Estimate</a:t>
            </a:r>
            <a:endParaRPr/>
          </a:p>
        </p:txBody>
      </p:sp>
      <p:sp>
        <p:nvSpPr>
          <p:cNvPr id="650" name="Google Shape;650;p100"/>
          <p:cNvSpPr txBox="1">
            <a:spLocks noGrp="1"/>
          </p:cNvSpPr>
          <p:nvPr>
            <p:ph type="body" idx="1"/>
          </p:nvPr>
        </p:nvSpPr>
        <p:spPr>
          <a:xfrm>
            <a:off x="857250" y="1600200"/>
            <a:ext cx="10928400" cy="40464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A </a:t>
            </a:r>
            <a:r>
              <a:rPr lang="en-US" sz="2800" b="1" i="0" u="none">
                <a:solidFill>
                  <a:schemeClr val="dk1"/>
                </a:solidFill>
                <a:latin typeface="Calibri"/>
                <a:ea typeface="Calibri"/>
                <a:cs typeface="Calibri"/>
                <a:sym typeface="Calibri"/>
              </a:rPr>
              <a:t>point estimate </a:t>
            </a:r>
            <a:r>
              <a:rPr lang="en-US" sz="2800" b="0" i="0" u="none">
                <a:solidFill>
                  <a:schemeClr val="dk1"/>
                </a:solidFill>
                <a:latin typeface="Calibri"/>
                <a:ea typeface="Calibri"/>
                <a:cs typeface="Calibri"/>
                <a:sym typeface="Calibri"/>
              </a:rPr>
              <a:t>is a statistic taken from a sample that is used to estimate a population parameter.</a:t>
            </a:r>
            <a:endParaRPr/>
          </a:p>
          <a:p>
            <a:pPr marL="228600" lvl="0" indent="-50800" algn="just"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A point estimate is only as good as the representativeness of its sample. </a:t>
            </a:r>
            <a:endParaRPr/>
          </a:p>
          <a:p>
            <a:pPr marL="228600" lvl="0" indent="-50800" algn="just"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If other random samples are taken from the population, the point estimates derived from those samples are likely to vary.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10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Terminology and Notations</a:t>
            </a:r>
            <a:endParaRPr/>
          </a:p>
        </p:txBody>
      </p:sp>
      <p:sp>
        <p:nvSpPr>
          <p:cNvPr id="656" name="Google Shape;656;p101"/>
          <p:cNvSpPr txBox="1"/>
          <p:nvPr/>
        </p:nvSpPr>
        <p:spPr>
          <a:xfrm>
            <a:off x="360362" y="1155700"/>
            <a:ext cx="11556900" cy="5621400"/>
          </a:xfrm>
          <a:prstGeom prst="rect">
            <a:avLst/>
          </a:prstGeom>
          <a:noFill/>
          <a:ln>
            <a:noFill/>
          </a:ln>
        </p:spPr>
        <p:txBody>
          <a:bodyPr spcFirstLastPara="1" wrap="square" lIns="108350" tIns="54175" rIns="108350" bIns="54175" anchor="t" anchorCtr="0">
            <a:noAutofit/>
          </a:bodyPr>
          <a:lstStyle/>
          <a:p>
            <a:pPr marL="406400" marR="0" lvl="0" indent="-406400" algn="l" rtl="0">
              <a:lnSpc>
                <a:spcPct val="9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    </a:t>
            </a:r>
            <a:endParaRPr/>
          </a:p>
        </p:txBody>
      </p:sp>
      <p:grpSp>
        <p:nvGrpSpPr>
          <p:cNvPr id="657" name="Google Shape;657;p101"/>
          <p:cNvGrpSpPr/>
          <p:nvPr/>
        </p:nvGrpSpPr>
        <p:grpSpPr>
          <a:xfrm>
            <a:off x="7170739" y="2760746"/>
            <a:ext cx="806431" cy="493719"/>
            <a:chOff x="1841500" y="6972300"/>
            <a:chExt cx="2058797" cy="571500"/>
          </a:xfrm>
        </p:grpSpPr>
        <p:sp>
          <p:nvSpPr>
            <p:cNvPr id="658" name="Google Shape;658;p101"/>
            <p:cNvSpPr/>
            <p:nvPr/>
          </p:nvSpPr>
          <p:spPr>
            <a:xfrm>
              <a:off x="1841500" y="6972300"/>
              <a:ext cx="1941300" cy="571500"/>
            </a:xfrm>
            <a:prstGeom prst="homePlate">
              <a:avLst>
                <a:gd name="adj" fmla="val 18421"/>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59" name="Google Shape;659;p101"/>
            <p:cNvSpPr txBox="1"/>
            <p:nvPr/>
          </p:nvSpPr>
          <p:spPr>
            <a:xfrm>
              <a:off x="1910397" y="7066018"/>
              <a:ext cx="1989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60" name="Google Shape;660;p101"/>
          <p:cNvSpPr/>
          <p:nvPr/>
        </p:nvSpPr>
        <p:spPr>
          <a:xfrm>
            <a:off x="534987" y="2684462"/>
            <a:ext cx="2971800" cy="628650"/>
          </a:xfrm>
          <a:custGeom>
            <a:avLst/>
            <a:gdLst/>
            <a:ahLst/>
            <a:cxnLst/>
            <a:rect l="l" t="t" r="r" b="b"/>
            <a:pathLst>
              <a:path w="2971800" h="628650" extrusionOk="0">
                <a:moveTo>
                  <a:pt x="0" y="0"/>
                </a:moveTo>
                <a:lnTo>
                  <a:pt x="2971800" y="0"/>
                </a:lnTo>
                <a:lnTo>
                  <a:pt x="2971800" y="0"/>
                </a:lnTo>
                <a:lnTo>
                  <a:pt x="2971800" y="628650"/>
                </a:lnTo>
                <a:lnTo>
                  <a:pt x="2971800"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Mean</a:t>
            </a:r>
            <a:endParaRPr/>
          </a:p>
        </p:txBody>
      </p:sp>
      <p:sp>
        <p:nvSpPr>
          <p:cNvPr id="661" name="Google Shape;661;p101"/>
          <p:cNvSpPr/>
          <p:nvPr/>
        </p:nvSpPr>
        <p:spPr>
          <a:xfrm>
            <a:off x="9169400" y="2684462"/>
            <a:ext cx="954088" cy="628650"/>
          </a:xfrm>
          <a:custGeom>
            <a:avLst/>
            <a:gdLst/>
            <a:ahLst/>
            <a:cxnLst/>
            <a:rect l="l" t="t" r="r" b="b"/>
            <a:pathLst>
              <a:path w="954088" h="628650" extrusionOk="0">
                <a:moveTo>
                  <a:pt x="0" y="0"/>
                </a:moveTo>
                <a:lnTo>
                  <a:pt x="954088" y="0"/>
                </a:lnTo>
                <a:lnTo>
                  <a:pt x="954088" y="0"/>
                </a:lnTo>
                <a:lnTo>
                  <a:pt x="954088" y="628650"/>
                </a:lnTo>
                <a:lnTo>
                  <a:pt x="954088"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3800"/>
              <a:buFont typeface="Helvetica Neue"/>
              <a:buNone/>
            </a:pPr>
            <a:r>
              <a:rPr lang="en-US" sz="3800" b="1" i="0" u="none">
                <a:solidFill>
                  <a:srgbClr val="C00000"/>
                </a:solidFill>
                <a:latin typeface="Helvetica Neue"/>
                <a:ea typeface="Helvetica Neue"/>
                <a:cs typeface="Helvetica Neue"/>
                <a:sym typeface="Helvetica Neue"/>
              </a:rPr>
              <a:t>µ</a:t>
            </a:r>
            <a:endParaRPr/>
          </a:p>
        </p:txBody>
      </p:sp>
      <p:sp>
        <p:nvSpPr>
          <p:cNvPr id="662" name="Google Shape;662;p101"/>
          <p:cNvSpPr/>
          <p:nvPr/>
        </p:nvSpPr>
        <p:spPr>
          <a:xfrm>
            <a:off x="5014912" y="2728912"/>
            <a:ext cx="1131887" cy="630237"/>
          </a:xfrm>
          <a:custGeom>
            <a:avLst/>
            <a:gdLst/>
            <a:ahLst/>
            <a:cxnLst/>
            <a:rect l="l" t="t" r="r" b="b"/>
            <a:pathLst>
              <a:path w="1131887" h="630237" extrusionOk="0">
                <a:moveTo>
                  <a:pt x="0" y="0"/>
                </a:moveTo>
                <a:lnTo>
                  <a:pt x="1131887" y="0"/>
                </a:lnTo>
                <a:lnTo>
                  <a:pt x="1131887" y="0"/>
                </a:lnTo>
                <a:lnTo>
                  <a:pt x="1131887" y="630237"/>
                </a:lnTo>
                <a:lnTo>
                  <a:pt x="1131887" y="630237"/>
                </a:lnTo>
                <a:lnTo>
                  <a:pt x="0" y="630237"/>
                </a:lnTo>
                <a:lnTo>
                  <a:pt x="0" y="630237"/>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FF"/>
              </a:buClr>
              <a:buSzPts val="3800"/>
              <a:buFont typeface="Helvetica Neue"/>
              <a:buNone/>
            </a:pPr>
            <a:r>
              <a:rPr lang="en-US" sz="3800" b="1" i="0" u="none">
                <a:solidFill>
                  <a:srgbClr val="0000FF"/>
                </a:solidFill>
                <a:latin typeface="Helvetica Neue"/>
                <a:ea typeface="Helvetica Neue"/>
                <a:cs typeface="Helvetica Neue"/>
                <a:sym typeface="Helvetica Neue"/>
              </a:rPr>
              <a:t>x</a:t>
            </a:r>
            <a:endParaRPr/>
          </a:p>
        </p:txBody>
      </p:sp>
      <p:cxnSp>
        <p:nvCxnSpPr>
          <p:cNvPr id="663" name="Google Shape;663;p101"/>
          <p:cNvCxnSpPr/>
          <p:nvPr/>
        </p:nvCxnSpPr>
        <p:spPr>
          <a:xfrm>
            <a:off x="5402262" y="2962275"/>
            <a:ext cx="357300" cy="0"/>
          </a:xfrm>
          <a:prstGeom prst="straightConnector1">
            <a:avLst/>
          </a:prstGeom>
          <a:noFill/>
          <a:ln w="50800" cap="flat" cmpd="sng">
            <a:solidFill>
              <a:srgbClr val="0000FF"/>
            </a:solidFill>
            <a:prstDash val="solid"/>
            <a:miter lim="800000"/>
            <a:headEnd type="none" w="med" len="med"/>
            <a:tailEnd type="none" w="med" len="med"/>
          </a:ln>
        </p:spPr>
      </p:cxnSp>
      <p:sp>
        <p:nvSpPr>
          <p:cNvPr id="664" name="Google Shape;664;p101"/>
          <p:cNvSpPr/>
          <p:nvPr/>
        </p:nvSpPr>
        <p:spPr>
          <a:xfrm>
            <a:off x="566737" y="1079500"/>
            <a:ext cx="2971800" cy="1211263"/>
          </a:xfrm>
          <a:custGeom>
            <a:avLst/>
            <a:gdLst/>
            <a:ahLst/>
            <a:cxnLst/>
            <a:rect l="l" t="t" r="r" b="b"/>
            <a:pathLst>
              <a:path w="2971800" h="1211263" extrusionOk="0">
                <a:moveTo>
                  <a:pt x="0" y="0"/>
                </a:moveTo>
                <a:lnTo>
                  <a:pt x="2971800" y="0"/>
                </a:lnTo>
                <a:lnTo>
                  <a:pt x="2971800" y="0"/>
                </a:lnTo>
                <a:lnTo>
                  <a:pt x="2971800" y="1211263"/>
                </a:lnTo>
                <a:lnTo>
                  <a:pt x="2971800" y="1211263"/>
                </a:lnTo>
                <a:lnTo>
                  <a:pt x="0" y="1211263"/>
                </a:lnTo>
                <a:lnTo>
                  <a:pt x="0" y="1211263"/>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Statistical measure</a:t>
            </a:r>
            <a:endParaRPr/>
          </a:p>
        </p:txBody>
      </p:sp>
      <p:sp>
        <p:nvSpPr>
          <p:cNvPr id="665" name="Google Shape;665;p101"/>
          <p:cNvSpPr/>
          <p:nvPr/>
        </p:nvSpPr>
        <p:spPr>
          <a:xfrm>
            <a:off x="4389437" y="1081087"/>
            <a:ext cx="2971800" cy="1212850"/>
          </a:xfrm>
          <a:custGeom>
            <a:avLst/>
            <a:gdLst/>
            <a:ahLst/>
            <a:cxnLst/>
            <a:rect l="l" t="t" r="r" b="b"/>
            <a:pathLst>
              <a:path w="2971800" h="1212850" extrusionOk="0">
                <a:moveTo>
                  <a:pt x="0" y="0"/>
                </a:moveTo>
                <a:lnTo>
                  <a:pt x="2971800" y="0"/>
                </a:lnTo>
                <a:lnTo>
                  <a:pt x="2971800" y="0"/>
                </a:lnTo>
                <a:lnTo>
                  <a:pt x="2971800" y="1212850"/>
                </a:lnTo>
                <a:lnTo>
                  <a:pt x="2971800" y="1212850"/>
                </a:lnTo>
                <a:lnTo>
                  <a:pt x="0" y="1212850"/>
                </a:lnTo>
                <a:lnTo>
                  <a:pt x="0" y="12128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Sample</a:t>
            </a:r>
            <a:endParaRPr/>
          </a:p>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estimates</a:t>
            </a:r>
            <a:endParaRPr/>
          </a:p>
        </p:txBody>
      </p:sp>
      <p:sp>
        <p:nvSpPr>
          <p:cNvPr id="666" name="Google Shape;666;p101"/>
          <p:cNvSpPr/>
          <p:nvPr/>
        </p:nvSpPr>
        <p:spPr>
          <a:xfrm>
            <a:off x="8382000" y="1082675"/>
            <a:ext cx="2971800" cy="1214438"/>
          </a:xfrm>
          <a:custGeom>
            <a:avLst/>
            <a:gdLst/>
            <a:ahLst/>
            <a:cxnLst/>
            <a:rect l="l" t="t" r="r" b="b"/>
            <a:pathLst>
              <a:path w="2971800" h="1214438" extrusionOk="0">
                <a:moveTo>
                  <a:pt x="0" y="0"/>
                </a:moveTo>
                <a:lnTo>
                  <a:pt x="2971800" y="0"/>
                </a:lnTo>
                <a:lnTo>
                  <a:pt x="2971800" y="0"/>
                </a:lnTo>
                <a:lnTo>
                  <a:pt x="2971800" y="1214438"/>
                </a:lnTo>
                <a:lnTo>
                  <a:pt x="2971800" y="1214438"/>
                </a:lnTo>
                <a:lnTo>
                  <a:pt x="0" y="1214438"/>
                </a:lnTo>
                <a:lnTo>
                  <a:pt x="0" y="1214438"/>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Population parameter</a:t>
            </a:r>
            <a:endParaRPr/>
          </a:p>
        </p:txBody>
      </p:sp>
      <p:grpSp>
        <p:nvGrpSpPr>
          <p:cNvPr id="667" name="Google Shape;667;p101"/>
          <p:cNvGrpSpPr/>
          <p:nvPr/>
        </p:nvGrpSpPr>
        <p:grpSpPr>
          <a:xfrm>
            <a:off x="7158039" y="3697371"/>
            <a:ext cx="806431" cy="493719"/>
            <a:chOff x="1841500" y="6972300"/>
            <a:chExt cx="2058797" cy="571500"/>
          </a:xfrm>
        </p:grpSpPr>
        <p:sp>
          <p:nvSpPr>
            <p:cNvPr id="668" name="Google Shape;668;p101"/>
            <p:cNvSpPr/>
            <p:nvPr/>
          </p:nvSpPr>
          <p:spPr>
            <a:xfrm>
              <a:off x="1841500" y="6972300"/>
              <a:ext cx="1941300" cy="571500"/>
            </a:xfrm>
            <a:prstGeom prst="homePlate">
              <a:avLst>
                <a:gd name="adj" fmla="val 18421"/>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69" name="Google Shape;669;p101"/>
            <p:cNvSpPr txBox="1"/>
            <p:nvPr/>
          </p:nvSpPr>
          <p:spPr>
            <a:xfrm>
              <a:off x="1910397" y="7066018"/>
              <a:ext cx="1989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70" name="Google Shape;670;p101"/>
          <p:cNvSpPr/>
          <p:nvPr/>
        </p:nvSpPr>
        <p:spPr>
          <a:xfrm>
            <a:off x="522287" y="3621087"/>
            <a:ext cx="2971800" cy="627062"/>
          </a:xfrm>
          <a:custGeom>
            <a:avLst/>
            <a:gdLst/>
            <a:ahLst/>
            <a:cxnLst/>
            <a:rect l="l" t="t" r="r" b="b"/>
            <a:pathLst>
              <a:path w="2971800" h="627062" extrusionOk="0">
                <a:moveTo>
                  <a:pt x="0" y="0"/>
                </a:moveTo>
                <a:lnTo>
                  <a:pt x="2971800" y="0"/>
                </a:lnTo>
                <a:lnTo>
                  <a:pt x="2971800" y="0"/>
                </a:lnTo>
                <a:lnTo>
                  <a:pt x="2971800" y="627062"/>
                </a:lnTo>
                <a:lnTo>
                  <a:pt x="2971800"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Variance</a:t>
            </a:r>
            <a:endParaRPr/>
          </a:p>
        </p:txBody>
      </p:sp>
      <p:sp>
        <p:nvSpPr>
          <p:cNvPr id="671" name="Google Shape;671;p101"/>
          <p:cNvSpPr/>
          <p:nvPr/>
        </p:nvSpPr>
        <p:spPr>
          <a:xfrm>
            <a:off x="9158287" y="3621087"/>
            <a:ext cx="952500" cy="627062"/>
          </a:xfrm>
          <a:custGeom>
            <a:avLst/>
            <a:gdLst/>
            <a:ahLst/>
            <a:cxnLst/>
            <a:rect l="l" t="t" r="r" b="b"/>
            <a:pathLst>
              <a:path w="952500" h="627062" extrusionOk="0">
                <a:moveTo>
                  <a:pt x="0" y="0"/>
                </a:moveTo>
                <a:lnTo>
                  <a:pt x="952500" y="0"/>
                </a:lnTo>
                <a:lnTo>
                  <a:pt x="952500" y="0"/>
                </a:lnTo>
                <a:lnTo>
                  <a:pt x="952500" y="627062"/>
                </a:lnTo>
                <a:lnTo>
                  <a:pt x="952500"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3800"/>
              <a:buFont typeface="Helvetica Neue"/>
              <a:buNone/>
            </a:pPr>
            <a:r>
              <a:rPr lang="en-US" sz="3800" b="1" i="0" u="none">
                <a:solidFill>
                  <a:srgbClr val="FF0000"/>
                </a:solidFill>
                <a:latin typeface="Helvetica Neue"/>
                <a:ea typeface="Helvetica Neue"/>
                <a:cs typeface="Helvetica Neue"/>
                <a:sym typeface="Helvetica Neue"/>
              </a:rPr>
              <a:t>σ</a:t>
            </a:r>
            <a:r>
              <a:rPr lang="en-US" sz="3800" b="1" i="0" u="none" baseline="30000">
                <a:solidFill>
                  <a:srgbClr val="FF0000"/>
                </a:solidFill>
                <a:latin typeface="Helvetica Neue"/>
                <a:ea typeface="Helvetica Neue"/>
                <a:cs typeface="Helvetica Neue"/>
                <a:sym typeface="Helvetica Neue"/>
              </a:rPr>
              <a:t>2</a:t>
            </a:r>
            <a:endParaRPr/>
          </a:p>
        </p:txBody>
      </p:sp>
      <p:sp>
        <p:nvSpPr>
          <p:cNvPr id="672" name="Google Shape;672;p101"/>
          <p:cNvSpPr/>
          <p:nvPr/>
        </p:nvSpPr>
        <p:spPr>
          <a:xfrm>
            <a:off x="5003800" y="3665537"/>
            <a:ext cx="1131888" cy="628650"/>
          </a:xfrm>
          <a:custGeom>
            <a:avLst/>
            <a:gdLst/>
            <a:ahLst/>
            <a:cxnLst/>
            <a:rect l="l" t="t" r="r" b="b"/>
            <a:pathLst>
              <a:path w="1131888" h="628650" extrusionOk="0">
                <a:moveTo>
                  <a:pt x="0" y="0"/>
                </a:moveTo>
                <a:lnTo>
                  <a:pt x="1131888" y="0"/>
                </a:lnTo>
                <a:lnTo>
                  <a:pt x="1131888" y="0"/>
                </a:lnTo>
                <a:lnTo>
                  <a:pt x="1131888" y="628650"/>
                </a:lnTo>
                <a:lnTo>
                  <a:pt x="1131888"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FF"/>
              </a:buClr>
              <a:buSzPts val="3800"/>
              <a:buFont typeface="Helvetica Neue"/>
              <a:buNone/>
            </a:pPr>
            <a:r>
              <a:rPr lang="en-US" sz="3800" b="1" i="0" u="none">
                <a:solidFill>
                  <a:srgbClr val="0000FF"/>
                </a:solidFill>
                <a:latin typeface="Helvetica Neue"/>
                <a:ea typeface="Helvetica Neue"/>
                <a:cs typeface="Helvetica Neue"/>
                <a:sym typeface="Helvetica Neue"/>
              </a:rPr>
              <a:t>s</a:t>
            </a:r>
            <a:r>
              <a:rPr lang="en-US" sz="3800" b="1" i="0" u="none" baseline="30000">
                <a:solidFill>
                  <a:srgbClr val="0000FF"/>
                </a:solidFill>
                <a:latin typeface="Helvetica Neue"/>
                <a:ea typeface="Helvetica Neue"/>
                <a:cs typeface="Helvetica Neue"/>
                <a:sym typeface="Helvetica Neue"/>
              </a:rPr>
              <a:t>2</a:t>
            </a:r>
            <a:endParaRPr/>
          </a:p>
        </p:txBody>
      </p:sp>
      <p:grpSp>
        <p:nvGrpSpPr>
          <p:cNvPr id="673" name="Google Shape;673;p101"/>
          <p:cNvGrpSpPr/>
          <p:nvPr/>
        </p:nvGrpSpPr>
        <p:grpSpPr>
          <a:xfrm>
            <a:off x="7146874" y="4689559"/>
            <a:ext cx="804838" cy="493719"/>
            <a:chOff x="1841500" y="6972300"/>
            <a:chExt cx="2058936" cy="571500"/>
          </a:xfrm>
        </p:grpSpPr>
        <p:sp>
          <p:nvSpPr>
            <p:cNvPr id="674" name="Google Shape;674;p101"/>
            <p:cNvSpPr/>
            <p:nvPr/>
          </p:nvSpPr>
          <p:spPr>
            <a:xfrm>
              <a:off x="1841500" y="6972300"/>
              <a:ext cx="1941000" cy="571500"/>
            </a:xfrm>
            <a:prstGeom prst="homePlate">
              <a:avLst>
                <a:gd name="adj" fmla="val 18420"/>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75" name="Google Shape;675;p101"/>
            <p:cNvSpPr txBox="1"/>
            <p:nvPr/>
          </p:nvSpPr>
          <p:spPr>
            <a:xfrm>
              <a:off x="1910536" y="7066019"/>
              <a:ext cx="1989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76" name="Google Shape;676;p101"/>
          <p:cNvSpPr/>
          <p:nvPr/>
        </p:nvSpPr>
        <p:spPr>
          <a:xfrm>
            <a:off x="509587" y="4613275"/>
            <a:ext cx="2971800" cy="627063"/>
          </a:xfrm>
          <a:custGeom>
            <a:avLst/>
            <a:gdLst/>
            <a:ahLst/>
            <a:cxnLst/>
            <a:rect l="l" t="t" r="r" b="b"/>
            <a:pathLst>
              <a:path w="2971800" h="627063" extrusionOk="0">
                <a:moveTo>
                  <a:pt x="0" y="0"/>
                </a:moveTo>
                <a:lnTo>
                  <a:pt x="2971800" y="0"/>
                </a:lnTo>
                <a:lnTo>
                  <a:pt x="2971800" y="0"/>
                </a:lnTo>
                <a:lnTo>
                  <a:pt x="2971800" y="627063"/>
                </a:lnTo>
                <a:lnTo>
                  <a:pt x="2971800" y="627063"/>
                </a:lnTo>
                <a:lnTo>
                  <a:pt x="0" y="627063"/>
                </a:lnTo>
                <a:lnTo>
                  <a:pt x="0" y="627063"/>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Proportion</a:t>
            </a:r>
            <a:endParaRPr/>
          </a:p>
        </p:txBody>
      </p:sp>
      <p:sp>
        <p:nvSpPr>
          <p:cNvPr id="677" name="Google Shape;677;p101"/>
          <p:cNvSpPr/>
          <p:nvPr/>
        </p:nvSpPr>
        <p:spPr>
          <a:xfrm>
            <a:off x="9145587" y="4613275"/>
            <a:ext cx="954087" cy="627063"/>
          </a:xfrm>
          <a:custGeom>
            <a:avLst/>
            <a:gdLst/>
            <a:ahLst/>
            <a:cxnLst/>
            <a:rect l="l" t="t" r="r" b="b"/>
            <a:pathLst>
              <a:path w="954087" h="627063" extrusionOk="0">
                <a:moveTo>
                  <a:pt x="0" y="0"/>
                </a:moveTo>
                <a:lnTo>
                  <a:pt x="954087" y="0"/>
                </a:lnTo>
                <a:lnTo>
                  <a:pt x="954087" y="0"/>
                </a:lnTo>
                <a:lnTo>
                  <a:pt x="954087" y="627063"/>
                </a:lnTo>
                <a:lnTo>
                  <a:pt x="954087" y="627063"/>
                </a:lnTo>
                <a:lnTo>
                  <a:pt x="0" y="627063"/>
                </a:lnTo>
                <a:lnTo>
                  <a:pt x="0" y="627063"/>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3800"/>
              <a:buFont typeface="Helvetica Neue"/>
              <a:buNone/>
            </a:pPr>
            <a:r>
              <a:rPr lang="en-US" sz="3800" b="1" i="0" u="none">
                <a:solidFill>
                  <a:srgbClr val="C00000"/>
                </a:solidFill>
                <a:latin typeface="Helvetica Neue"/>
                <a:ea typeface="Helvetica Neue"/>
                <a:cs typeface="Helvetica Neue"/>
                <a:sym typeface="Helvetica Neue"/>
              </a:rPr>
              <a:t>P</a:t>
            </a:r>
            <a:endParaRPr/>
          </a:p>
        </p:txBody>
      </p:sp>
      <p:sp>
        <p:nvSpPr>
          <p:cNvPr id="678" name="Google Shape;678;p101"/>
          <p:cNvSpPr/>
          <p:nvPr/>
        </p:nvSpPr>
        <p:spPr>
          <a:xfrm>
            <a:off x="4990802" y="4658265"/>
            <a:ext cx="1132800" cy="629700"/>
          </a:xfrm>
          <a:prstGeom prst="round2DiagRect">
            <a:avLst>
              <a:gd name="adj1" fmla="val 0"/>
              <a:gd name="adj2" fmla="val 0"/>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800"/>
              <a:buFont typeface="Calibri"/>
              <a:buNone/>
            </a:pPr>
            <a:r>
              <a:rPr lang="en-US" sz="1800" b="0" i="0" u="none" strike="noStrike" cap="none">
                <a:latin typeface="Calibri"/>
                <a:ea typeface="Calibri"/>
                <a:cs typeface="Calibri"/>
                <a:sym typeface="Calibri"/>
              </a:rPr>
              <a:t> </a:t>
            </a:r>
            <a:endParaRPr/>
          </a:p>
        </p:txBody>
      </p:sp>
      <p:grpSp>
        <p:nvGrpSpPr>
          <p:cNvPr id="679" name="Google Shape;679;p101"/>
          <p:cNvGrpSpPr/>
          <p:nvPr/>
        </p:nvGrpSpPr>
        <p:grpSpPr>
          <a:xfrm>
            <a:off x="7135892" y="5726196"/>
            <a:ext cx="803332" cy="493719"/>
            <a:chOff x="1841500" y="6972300"/>
            <a:chExt cx="2058770" cy="571500"/>
          </a:xfrm>
        </p:grpSpPr>
        <p:sp>
          <p:nvSpPr>
            <p:cNvPr id="680" name="Google Shape;680;p101"/>
            <p:cNvSpPr/>
            <p:nvPr/>
          </p:nvSpPr>
          <p:spPr>
            <a:xfrm>
              <a:off x="1841500" y="6972300"/>
              <a:ext cx="1941000" cy="571500"/>
            </a:xfrm>
            <a:prstGeom prst="homePlate">
              <a:avLst>
                <a:gd name="adj" fmla="val 18420"/>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81" name="Google Shape;681;p101"/>
            <p:cNvSpPr txBox="1"/>
            <p:nvPr/>
          </p:nvSpPr>
          <p:spPr>
            <a:xfrm>
              <a:off x="1910670" y="7066018"/>
              <a:ext cx="19896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82" name="Google Shape;682;p101"/>
          <p:cNvSpPr/>
          <p:nvPr/>
        </p:nvSpPr>
        <p:spPr>
          <a:xfrm>
            <a:off x="498475" y="5649912"/>
            <a:ext cx="2971800" cy="627062"/>
          </a:xfrm>
          <a:custGeom>
            <a:avLst/>
            <a:gdLst/>
            <a:ahLst/>
            <a:cxnLst/>
            <a:rect l="l" t="t" r="r" b="b"/>
            <a:pathLst>
              <a:path w="2971800" h="627062" extrusionOk="0">
                <a:moveTo>
                  <a:pt x="0" y="0"/>
                </a:moveTo>
                <a:lnTo>
                  <a:pt x="2971800" y="0"/>
                </a:lnTo>
                <a:lnTo>
                  <a:pt x="2971800" y="0"/>
                </a:lnTo>
                <a:lnTo>
                  <a:pt x="2971800" y="627062"/>
                </a:lnTo>
                <a:lnTo>
                  <a:pt x="2971800"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Correlation</a:t>
            </a:r>
            <a:endParaRPr/>
          </a:p>
        </p:txBody>
      </p:sp>
      <p:sp>
        <p:nvSpPr>
          <p:cNvPr id="683" name="Google Shape;683;p101"/>
          <p:cNvSpPr/>
          <p:nvPr/>
        </p:nvSpPr>
        <p:spPr>
          <a:xfrm>
            <a:off x="9134475" y="5649912"/>
            <a:ext cx="954088" cy="627062"/>
          </a:xfrm>
          <a:custGeom>
            <a:avLst/>
            <a:gdLst/>
            <a:ahLst/>
            <a:cxnLst/>
            <a:rect l="l" t="t" r="r" b="b"/>
            <a:pathLst>
              <a:path w="954088" h="627062" extrusionOk="0">
                <a:moveTo>
                  <a:pt x="0" y="0"/>
                </a:moveTo>
                <a:lnTo>
                  <a:pt x="954088" y="0"/>
                </a:lnTo>
                <a:lnTo>
                  <a:pt x="954088" y="0"/>
                </a:lnTo>
                <a:lnTo>
                  <a:pt x="954088" y="627062"/>
                </a:lnTo>
                <a:lnTo>
                  <a:pt x="954088"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3800"/>
              <a:buFont typeface="Helvetica Neue"/>
              <a:buNone/>
            </a:pPr>
            <a:r>
              <a:rPr lang="en-US" sz="3800" b="1" i="0" u="none">
                <a:solidFill>
                  <a:srgbClr val="C00000"/>
                </a:solidFill>
                <a:latin typeface="Helvetica Neue"/>
                <a:ea typeface="Helvetica Neue"/>
                <a:cs typeface="Helvetica Neue"/>
                <a:sym typeface="Helvetica Neue"/>
              </a:rPr>
              <a:t>ρ</a:t>
            </a:r>
            <a:endParaRPr/>
          </a:p>
        </p:txBody>
      </p:sp>
      <p:sp>
        <p:nvSpPr>
          <p:cNvPr id="684" name="Google Shape;684;p101"/>
          <p:cNvSpPr/>
          <p:nvPr/>
        </p:nvSpPr>
        <p:spPr>
          <a:xfrm>
            <a:off x="4979987" y="5694362"/>
            <a:ext cx="1131887" cy="628650"/>
          </a:xfrm>
          <a:custGeom>
            <a:avLst/>
            <a:gdLst/>
            <a:ahLst/>
            <a:cxnLst/>
            <a:rect l="l" t="t" r="r" b="b"/>
            <a:pathLst>
              <a:path w="1131887" h="628650" extrusionOk="0">
                <a:moveTo>
                  <a:pt x="0" y="0"/>
                </a:moveTo>
                <a:lnTo>
                  <a:pt x="1131887" y="0"/>
                </a:lnTo>
                <a:lnTo>
                  <a:pt x="1131887" y="0"/>
                </a:lnTo>
                <a:lnTo>
                  <a:pt x="1131887" y="628650"/>
                </a:lnTo>
                <a:lnTo>
                  <a:pt x="1131887"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FF"/>
              </a:buClr>
              <a:buSzPts val="3800"/>
              <a:buFont typeface="Helvetica Neue"/>
              <a:buNone/>
            </a:pPr>
            <a:r>
              <a:rPr lang="en-US" sz="3800" b="1" i="0" u="none">
                <a:solidFill>
                  <a:srgbClr val="0000FF"/>
                </a:solidFill>
                <a:latin typeface="Helvetica Neue"/>
                <a:ea typeface="Helvetica Neue"/>
                <a:cs typeface="Helvetica Neue"/>
                <a:sym typeface="Helvetica Neue"/>
              </a:rPr>
              <a:t>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4"/>
                                        </p:tgtEl>
                                        <p:attrNameLst>
                                          <p:attrName>style.visibility</p:attrName>
                                        </p:attrNameLst>
                                      </p:cBhvr>
                                      <p:to>
                                        <p:strVal val="visible"/>
                                      </p:to>
                                    </p:set>
                                    <p:animEffect transition="in" filter="fade">
                                      <p:cBhvr>
                                        <p:cTn id="7" dur="500"/>
                                        <p:tgtEl>
                                          <p:spTgt spid="664"/>
                                        </p:tgtEl>
                                      </p:cBhvr>
                                    </p:animEffect>
                                  </p:childTnLst>
                                </p:cTn>
                              </p:par>
                              <p:par>
                                <p:cTn id="8" presetID="10" presetClass="entr" presetSubtype="0"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Effect transition="in" filter="fade">
                                      <p:cBhvr>
                                        <p:cTn id="10" dur="500"/>
                                        <p:tgtEl>
                                          <p:spTgt spid="665"/>
                                        </p:tgtEl>
                                      </p:cBhvr>
                                    </p:animEffect>
                                  </p:childTnLst>
                                </p:cTn>
                              </p:par>
                              <p:par>
                                <p:cTn id="11" presetID="10" presetClass="entr" presetSubtype="0" fill="hold" nodeType="withEffect">
                                  <p:stCondLst>
                                    <p:cond delay="0"/>
                                  </p:stCondLst>
                                  <p:childTnLst>
                                    <p:set>
                                      <p:cBhvr>
                                        <p:cTn id="12" dur="1" fill="hold">
                                          <p:stCondLst>
                                            <p:cond delay="0"/>
                                          </p:stCondLst>
                                        </p:cTn>
                                        <p:tgtEl>
                                          <p:spTgt spid="666"/>
                                        </p:tgtEl>
                                        <p:attrNameLst>
                                          <p:attrName>style.visibility</p:attrName>
                                        </p:attrNameLst>
                                      </p:cBhvr>
                                      <p:to>
                                        <p:strVal val="visible"/>
                                      </p:to>
                                    </p:set>
                                    <p:animEffect transition="in" filter="fade">
                                      <p:cBhvr>
                                        <p:cTn id="13" dur="500"/>
                                        <p:tgtEl>
                                          <p:spTgt spid="66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60"/>
                                        </p:tgtEl>
                                        <p:attrNameLst>
                                          <p:attrName>style.visibility</p:attrName>
                                        </p:attrNameLst>
                                      </p:cBhvr>
                                      <p:to>
                                        <p:strVal val="visible"/>
                                      </p:to>
                                    </p:set>
                                    <p:animEffect transition="in" filter="fade">
                                      <p:cBhvr>
                                        <p:cTn id="18" dur="500"/>
                                        <p:tgtEl>
                                          <p:spTgt spid="660"/>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662"/>
                                        </p:tgtEl>
                                        <p:attrNameLst>
                                          <p:attrName>style.visibility</p:attrName>
                                        </p:attrNameLst>
                                      </p:cBhvr>
                                      <p:to>
                                        <p:strVal val="visible"/>
                                      </p:to>
                                    </p:set>
                                    <p:animEffect transition="in" filter="fade">
                                      <p:cBhvr>
                                        <p:cTn id="22" dur="500"/>
                                        <p:tgtEl>
                                          <p:spTgt spid="662"/>
                                        </p:tgtEl>
                                      </p:cBhvr>
                                    </p:animEffect>
                                  </p:childTnLst>
                                </p:cTn>
                              </p:par>
                              <p:par>
                                <p:cTn id="23" presetID="10" presetClass="entr" presetSubtype="0" fill="hold" nodeType="withEffect">
                                  <p:stCondLst>
                                    <p:cond delay="0"/>
                                  </p:stCondLst>
                                  <p:childTnLst>
                                    <p:set>
                                      <p:cBhvr>
                                        <p:cTn id="24" dur="1" fill="hold">
                                          <p:stCondLst>
                                            <p:cond delay="0"/>
                                          </p:stCondLst>
                                        </p:cTn>
                                        <p:tgtEl>
                                          <p:spTgt spid="663"/>
                                        </p:tgtEl>
                                        <p:attrNameLst>
                                          <p:attrName>style.visibility</p:attrName>
                                        </p:attrNameLst>
                                      </p:cBhvr>
                                      <p:to>
                                        <p:strVal val="visible"/>
                                      </p:to>
                                    </p:set>
                                    <p:animEffect transition="in" filter="fade">
                                      <p:cBhvr>
                                        <p:cTn id="25" dur="500"/>
                                        <p:tgtEl>
                                          <p:spTgt spid="663"/>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661"/>
                                        </p:tgtEl>
                                        <p:attrNameLst>
                                          <p:attrName>style.visibility</p:attrName>
                                        </p:attrNameLst>
                                      </p:cBhvr>
                                      <p:to>
                                        <p:strVal val="visible"/>
                                      </p:to>
                                    </p:set>
                                    <p:animEffect transition="in" filter="fade">
                                      <p:cBhvr>
                                        <p:cTn id="29" dur="500"/>
                                        <p:tgtEl>
                                          <p:spTgt spid="66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70"/>
                                        </p:tgtEl>
                                        <p:attrNameLst>
                                          <p:attrName>style.visibility</p:attrName>
                                        </p:attrNameLst>
                                      </p:cBhvr>
                                      <p:to>
                                        <p:strVal val="visible"/>
                                      </p:to>
                                    </p:set>
                                    <p:animEffect transition="in" filter="fade">
                                      <p:cBhvr>
                                        <p:cTn id="34" dur="500"/>
                                        <p:tgtEl>
                                          <p:spTgt spid="670"/>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672"/>
                                        </p:tgtEl>
                                        <p:attrNameLst>
                                          <p:attrName>style.visibility</p:attrName>
                                        </p:attrNameLst>
                                      </p:cBhvr>
                                      <p:to>
                                        <p:strVal val="visible"/>
                                      </p:to>
                                    </p:set>
                                    <p:animEffect transition="in" filter="fade">
                                      <p:cBhvr>
                                        <p:cTn id="38" dur="500"/>
                                        <p:tgtEl>
                                          <p:spTgt spid="672"/>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671"/>
                                        </p:tgtEl>
                                        <p:attrNameLst>
                                          <p:attrName>style.visibility</p:attrName>
                                        </p:attrNameLst>
                                      </p:cBhvr>
                                      <p:to>
                                        <p:strVal val="visible"/>
                                      </p:to>
                                    </p:set>
                                    <p:animEffect transition="in" filter="fade">
                                      <p:cBhvr>
                                        <p:cTn id="42" dur="500"/>
                                        <p:tgtEl>
                                          <p:spTgt spid="67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76"/>
                                        </p:tgtEl>
                                        <p:attrNameLst>
                                          <p:attrName>style.visibility</p:attrName>
                                        </p:attrNameLst>
                                      </p:cBhvr>
                                      <p:to>
                                        <p:strVal val="visible"/>
                                      </p:to>
                                    </p:set>
                                    <p:animEffect transition="in" filter="fade">
                                      <p:cBhvr>
                                        <p:cTn id="47" dur="500"/>
                                        <p:tgtEl>
                                          <p:spTgt spid="676"/>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677"/>
                                        </p:tgtEl>
                                        <p:attrNameLst>
                                          <p:attrName>style.visibility</p:attrName>
                                        </p:attrNameLst>
                                      </p:cBhvr>
                                      <p:to>
                                        <p:strVal val="visible"/>
                                      </p:to>
                                    </p:set>
                                    <p:animEffect transition="in" filter="fade">
                                      <p:cBhvr>
                                        <p:cTn id="51" dur="500"/>
                                        <p:tgtEl>
                                          <p:spTgt spid="67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82"/>
                                        </p:tgtEl>
                                        <p:attrNameLst>
                                          <p:attrName>style.visibility</p:attrName>
                                        </p:attrNameLst>
                                      </p:cBhvr>
                                      <p:to>
                                        <p:strVal val="visible"/>
                                      </p:to>
                                    </p:set>
                                    <p:animEffect transition="in" filter="fade">
                                      <p:cBhvr>
                                        <p:cTn id="56" dur="500"/>
                                        <p:tgtEl>
                                          <p:spTgt spid="682"/>
                                        </p:tgtEl>
                                      </p:cBhvr>
                                    </p:animEffect>
                                  </p:childTnLst>
                                </p:cTn>
                              </p:par>
                            </p:childTnLst>
                          </p:cTn>
                        </p:par>
                        <p:par>
                          <p:cTn id="57" fill="hold">
                            <p:stCondLst>
                              <p:cond delay="500"/>
                            </p:stCondLst>
                            <p:childTnLst>
                              <p:par>
                                <p:cTn id="58" presetID="10" presetClass="entr" presetSubtype="0" fill="hold" nodeType="afterEffect">
                                  <p:stCondLst>
                                    <p:cond delay="0"/>
                                  </p:stCondLst>
                                  <p:childTnLst>
                                    <p:set>
                                      <p:cBhvr>
                                        <p:cTn id="59" dur="1" fill="hold">
                                          <p:stCondLst>
                                            <p:cond delay="0"/>
                                          </p:stCondLst>
                                        </p:cTn>
                                        <p:tgtEl>
                                          <p:spTgt spid="684"/>
                                        </p:tgtEl>
                                        <p:attrNameLst>
                                          <p:attrName>style.visibility</p:attrName>
                                        </p:attrNameLst>
                                      </p:cBhvr>
                                      <p:to>
                                        <p:strVal val="visible"/>
                                      </p:to>
                                    </p:set>
                                    <p:animEffect transition="in" filter="fade">
                                      <p:cBhvr>
                                        <p:cTn id="60" dur="500"/>
                                        <p:tgtEl>
                                          <p:spTgt spid="684"/>
                                        </p:tgtEl>
                                      </p:cBhvr>
                                    </p:animEffect>
                                  </p:childTnLst>
                                </p:cTn>
                              </p:par>
                            </p:childTnLst>
                          </p:cTn>
                        </p:par>
                        <p:par>
                          <p:cTn id="61" fill="hold">
                            <p:stCondLst>
                              <p:cond delay="1000"/>
                            </p:stCondLst>
                            <p:childTnLst>
                              <p:par>
                                <p:cTn id="62" presetID="10" presetClass="entr" presetSubtype="0" fill="hold" nodeType="afterEffect">
                                  <p:stCondLst>
                                    <p:cond delay="0"/>
                                  </p:stCondLst>
                                  <p:childTnLst>
                                    <p:set>
                                      <p:cBhvr>
                                        <p:cTn id="63" dur="1" fill="hold">
                                          <p:stCondLst>
                                            <p:cond delay="0"/>
                                          </p:stCondLst>
                                        </p:cTn>
                                        <p:tgtEl>
                                          <p:spTgt spid="683"/>
                                        </p:tgtEl>
                                        <p:attrNameLst>
                                          <p:attrName>style.visibility</p:attrName>
                                        </p:attrNameLst>
                                      </p:cBhvr>
                                      <p:to>
                                        <p:strVal val="visible"/>
                                      </p:to>
                                    </p:set>
                                    <p:animEffect transition="in" filter="fade">
                                      <p:cBhvr>
                                        <p:cTn id="64" dur="500"/>
                                        <p:tgtEl>
                                          <p:spTgt spid="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10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Confidence Interval</a:t>
            </a:r>
            <a:endParaRPr/>
          </a:p>
        </p:txBody>
      </p:sp>
      <p:pic>
        <p:nvPicPr>
          <p:cNvPr id="690" name="Google Shape;690;p102"/>
          <p:cNvPicPr preferRelativeResize="0"/>
          <p:nvPr/>
        </p:nvPicPr>
        <p:blipFill rotWithShape="1">
          <a:blip r:embed="rId3">
            <a:alphaModFix/>
          </a:blip>
          <a:srcRect/>
          <a:stretch/>
        </p:blipFill>
        <p:spPr>
          <a:xfrm>
            <a:off x="360362" y="1127125"/>
            <a:ext cx="11268074" cy="227171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10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Graphical Representation of Confidence Interval</a:t>
            </a:r>
            <a:endParaRPr/>
          </a:p>
        </p:txBody>
      </p:sp>
      <p:pic>
        <p:nvPicPr>
          <p:cNvPr id="696" name="Google Shape;696;p103"/>
          <p:cNvPicPr preferRelativeResize="0"/>
          <p:nvPr/>
        </p:nvPicPr>
        <p:blipFill rotWithShape="1">
          <a:blip r:embed="rId3">
            <a:alphaModFix/>
          </a:blip>
          <a:srcRect/>
          <a:stretch/>
        </p:blipFill>
        <p:spPr>
          <a:xfrm>
            <a:off x="390525" y="1346200"/>
            <a:ext cx="11120437" cy="502443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0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α</a:t>
            </a:r>
            <a:r>
              <a:rPr lang="en-US" sz="2400" b="1" i="0" u="none">
                <a:solidFill>
                  <a:schemeClr val="lt1"/>
                </a:solidFill>
                <a:latin typeface="Helvetica Neue"/>
                <a:ea typeface="Helvetica Neue"/>
                <a:cs typeface="Helvetica Neue"/>
                <a:sym typeface="Helvetica Neue"/>
              </a:rPr>
              <a:t> in Confidence Intervals</a:t>
            </a:r>
            <a:endParaRPr/>
          </a:p>
        </p:txBody>
      </p:sp>
      <p:pic>
        <p:nvPicPr>
          <p:cNvPr id="702" name="Google Shape;702;p104"/>
          <p:cNvPicPr preferRelativeResize="0"/>
          <p:nvPr/>
        </p:nvPicPr>
        <p:blipFill rotWithShape="1">
          <a:blip r:embed="rId3">
            <a:alphaModFix/>
          </a:blip>
          <a:srcRect/>
          <a:stretch/>
        </p:blipFill>
        <p:spPr>
          <a:xfrm>
            <a:off x="476250" y="1450975"/>
            <a:ext cx="10782298" cy="409574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10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Confidence Interval For Mean</a:t>
            </a:r>
            <a:endParaRPr/>
          </a:p>
        </p:txBody>
      </p:sp>
      <p:sp>
        <p:nvSpPr>
          <p:cNvPr id="708" name="Google Shape;708;p105"/>
          <p:cNvSpPr txBox="1"/>
          <p:nvPr/>
        </p:nvSpPr>
        <p:spPr>
          <a:xfrm>
            <a:off x="460375" y="1057275"/>
            <a:ext cx="10777500" cy="7050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500"/>
              <a:buFont typeface="Helvetica Neue"/>
              <a:buNone/>
            </a:pPr>
            <a:r>
              <a:rPr lang="en-US" sz="3500" b="1" i="0" u="none">
                <a:solidFill>
                  <a:schemeClr val="dk1"/>
                </a:solidFill>
                <a:latin typeface="Helvetica Neue"/>
                <a:ea typeface="Helvetica Neue"/>
                <a:cs typeface="Helvetica Neue"/>
                <a:sym typeface="Helvetica Neue"/>
              </a:rPr>
              <a:t>The 100 (1-α)% confidence interval for mean is </a:t>
            </a:r>
            <a:endParaRPr/>
          </a:p>
        </p:txBody>
      </p:sp>
      <p:pic>
        <p:nvPicPr>
          <p:cNvPr id="709" name="Google Shape;709;p105"/>
          <p:cNvPicPr preferRelativeResize="0"/>
          <p:nvPr/>
        </p:nvPicPr>
        <p:blipFill rotWithShape="1">
          <a:blip r:embed="rId3">
            <a:alphaModFix/>
          </a:blip>
          <a:srcRect/>
          <a:stretch/>
        </p:blipFill>
        <p:spPr>
          <a:xfrm>
            <a:off x="968829" y="1987550"/>
            <a:ext cx="9045122" cy="855662"/>
          </a:xfrm>
          <a:prstGeom prst="rect">
            <a:avLst/>
          </a:prstGeom>
          <a:noFill/>
          <a:ln w="9525" cap="flat" cmpd="sng">
            <a:solidFill>
              <a:srgbClr val="CCFFFF"/>
            </a:solidFill>
            <a:prstDash val="solid"/>
            <a:miter lim="800000"/>
            <a:headEnd type="none" w="sm" len="sm"/>
            <a:tailEnd type="none" w="sm" len="sm"/>
          </a:ln>
        </p:spPr>
      </p:pic>
      <p:sp>
        <p:nvSpPr>
          <p:cNvPr id="710" name="Google Shape;710;p105"/>
          <p:cNvSpPr txBox="1"/>
          <p:nvPr/>
        </p:nvSpPr>
        <p:spPr>
          <a:xfrm>
            <a:off x="460375" y="4783137"/>
            <a:ext cx="10945800" cy="6906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400"/>
              <a:buFont typeface="Helvetica Neue"/>
              <a:buNone/>
            </a:pPr>
            <a:r>
              <a:rPr lang="en-US" sz="3400" b="0" i="0" u="none">
                <a:solidFill>
                  <a:schemeClr val="dk1"/>
                </a:solidFill>
                <a:latin typeface="Helvetica Neue"/>
                <a:ea typeface="Helvetica Neue"/>
                <a:cs typeface="Helvetica Neue"/>
                <a:sym typeface="Helvetica Neue"/>
              </a:rPr>
              <a:t>For α = 0.05</a:t>
            </a:r>
            <a:r>
              <a:rPr lang="en-US" sz="3400" b="1" i="0" u="none">
                <a:solidFill>
                  <a:schemeClr val="dk1"/>
                </a:solidFill>
                <a:latin typeface="Helvetica Neue"/>
                <a:ea typeface="Helvetica Neue"/>
                <a:cs typeface="Helvetica Neue"/>
                <a:sym typeface="Helvetica Neue"/>
              </a:rPr>
              <a:t>, </a:t>
            </a:r>
            <a:endParaRPr/>
          </a:p>
        </p:txBody>
      </p:sp>
      <p:pic>
        <p:nvPicPr>
          <p:cNvPr id="711" name="Google Shape;711;p105"/>
          <p:cNvPicPr preferRelativeResize="0"/>
          <p:nvPr/>
        </p:nvPicPr>
        <p:blipFill rotWithShape="1">
          <a:blip r:embed="rId4">
            <a:alphaModFix/>
          </a:blip>
          <a:srcRect/>
          <a:stretch/>
        </p:blipFill>
        <p:spPr>
          <a:xfrm>
            <a:off x="3387725" y="4819650"/>
            <a:ext cx="2784474" cy="812800"/>
          </a:xfrm>
          <a:prstGeom prst="rect">
            <a:avLst/>
          </a:prstGeom>
          <a:noFill/>
          <a:ln>
            <a:noFill/>
          </a:ln>
        </p:spPr>
      </p:pic>
      <p:sp>
        <p:nvSpPr>
          <p:cNvPr id="712" name="Google Shape;712;p105"/>
          <p:cNvSpPr txBox="1"/>
          <p:nvPr/>
        </p:nvSpPr>
        <p:spPr>
          <a:xfrm>
            <a:off x="460375" y="5702300"/>
            <a:ext cx="10945800" cy="6906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400"/>
              <a:buFont typeface="Helvetica Neue"/>
              <a:buNone/>
            </a:pPr>
            <a:r>
              <a:rPr lang="en-US" sz="3400" b="0" i="0" u="none">
                <a:solidFill>
                  <a:schemeClr val="dk1"/>
                </a:solidFill>
                <a:latin typeface="Helvetica Neue"/>
                <a:ea typeface="Helvetica Neue"/>
                <a:cs typeface="Helvetica Neue"/>
                <a:sym typeface="Helvetica Neue"/>
              </a:rPr>
              <a:t>For α = 0.01</a:t>
            </a:r>
            <a:r>
              <a:rPr lang="en-US" sz="3400" b="1" i="0" u="none">
                <a:solidFill>
                  <a:schemeClr val="dk1"/>
                </a:solidFill>
                <a:latin typeface="Helvetica Neue"/>
                <a:ea typeface="Helvetica Neue"/>
                <a:cs typeface="Helvetica Neue"/>
                <a:sym typeface="Helvetica Neue"/>
              </a:rPr>
              <a:t>, </a:t>
            </a:r>
            <a:endParaRPr/>
          </a:p>
        </p:txBody>
      </p:sp>
      <p:pic>
        <p:nvPicPr>
          <p:cNvPr id="713" name="Google Shape;713;p105"/>
          <p:cNvPicPr preferRelativeResize="0"/>
          <p:nvPr/>
        </p:nvPicPr>
        <p:blipFill rotWithShape="1">
          <a:blip r:embed="rId5">
            <a:alphaModFix/>
          </a:blip>
          <a:srcRect/>
          <a:stretch/>
        </p:blipFill>
        <p:spPr>
          <a:xfrm>
            <a:off x="3387725" y="3683000"/>
            <a:ext cx="4098925" cy="1071562"/>
          </a:xfrm>
          <a:prstGeom prst="rect">
            <a:avLst/>
          </a:prstGeom>
          <a:noFill/>
          <a:ln w="9525" cap="flat" cmpd="sng">
            <a:solidFill>
              <a:srgbClr val="FFCDE6"/>
            </a:solidFill>
            <a:prstDash val="solid"/>
            <a:miter lim="800000"/>
            <a:headEnd type="none" w="sm" len="sm"/>
            <a:tailEnd type="none" w="sm" len="sm"/>
          </a:ln>
        </p:spPr>
      </p:pic>
      <p:sp>
        <p:nvSpPr>
          <p:cNvPr id="714" name="Google Shape;714;p105"/>
          <p:cNvSpPr txBox="1"/>
          <p:nvPr/>
        </p:nvSpPr>
        <p:spPr>
          <a:xfrm>
            <a:off x="250825" y="2938462"/>
            <a:ext cx="11841300" cy="6333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accent1"/>
              </a:buClr>
              <a:buSzPts val="3100"/>
              <a:buFont typeface="Helvetica Neue"/>
              <a:buNone/>
            </a:pPr>
            <a:r>
              <a:rPr lang="en-US" sz="3100" b="1" i="0" u="none">
                <a:solidFill>
                  <a:schemeClr val="accent1"/>
                </a:solidFill>
                <a:latin typeface="Helvetica Neue"/>
                <a:ea typeface="Helvetica Neue"/>
                <a:cs typeface="Helvetica Neue"/>
                <a:sym typeface="Helvetica Neue"/>
              </a:rPr>
              <a:t>Based on Standard normal distribution 100 (1-α)% CI for µ is </a:t>
            </a:r>
            <a:endParaRPr/>
          </a:p>
        </p:txBody>
      </p:sp>
      <p:pic>
        <p:nvPicPr>
          <p:cNvPr id="715" name="Google Shape;715;p105"/>
          <p:cNvPicPr preferRelativeResize="0"/>
          <p:nvPr/>
        </p:nvPicPr>
        <p:blipFill rotWithShape="1">
          <a:blip r:embed="rId6">
            <a:alphaModFix/>
          </a:blip>
          <a:srcRect/>
          <a:stretch/>
        </p:blipFill>
        <p:spPr>
          <a:xfrm>
            <a:off x="3365500" y="5661025"/>
            <a:ext cx="3074986" cy="8112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8"/>
                                        </p:tgtEl>
                                        <p:attrNameLst>
                                          <p:attrName>style.visibility</p:attrName>
                                        </p:attrNameLst>
                                      </p:cBhvr>
                                      <p:to>
                                        <p:strVal val="visible"/>
                                      </p:to>
                                    </p:set>
                                    <p:animEffect transition="in" filter="fade">
                                      <p:cBhvr>
                                        <p:cTn id="7" dur="500"/>
                                        <p:tgtEl>
                                          <p:spTgt spid="70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14"/>
                                        </p:tgtEl>
                                        <p:attrNameLst>
                                          <p:attrName>style.visibility</p:attrName>
                                        </p:attrNameLst>
                                      </p:cBhvr>
                                      <p:to>
                                        <p:strVal val="visible"/>
                                      </p:to>
                                    </p:set>
                                    <p:anim calcmode="lin" valueType="num">
                                      <p:cBhvr additive="base">
                                        <p:cTn id="12" dur="500"/>
                                        <p:tgtEl>
                                          <p:spTgt spid="714"/>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0"/>
                                        </p:tgtEl>
                                        <p:attrNameLst>
                                          <p:attrName>style.visibility</p:attrName>
                                        </p:attrNameLst>
                                      </p:cBhvr>
                                      <p:to>
                                        <p:strVal val="visible"/>
                                      </p:to>
                                    </p:set>
                                    <p:animEffect transition="in" filter="fade">
                                      <p:cBhvr>
                                        <p:cTn id="17" dur="500"/>
                                        <p:tgtEl>
                                          <p:spTgt spid="7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2"/>
                                        </p:tgtEl>
                                        <p:attrNameLst>
                                          <p:attrName>style.visibility</p:attrName>
                                        </p:attrNameLst>
                                      </p:cBhvr>
                                      <p:to>
                                        <p:strVal val="visible"/>
                                      </p:to>
                                    </p:set>
                                    <p:animEffect transition="in" filter="fade">
                                      <p:cBhvr>
                                        <p:cTn id="22" dur="500"/>
                                        <p:tgtEl>
                                          <p:spTgt spid="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10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Confidence Interval for Difference of Mean of Two Populations</a:t>
            </a:r>
            <a:endParaRPr/>
          </a:p>
        </p:txBody>
      </p:sp>
      <p:sp>
        <p:nvSpPr>
          <p:cNvPr id="721" name="Google Shape;721;p106"/>
          <p:cNvSpPr txBox="1">
            <a:spLocks noGrp="1"/>
          </p:cNvSpPr>
          <p:nvPr>
            <p:ph type="body" idx="1"/>
          </p:nvPr>
        </p:nvSpPr>
        <p:spPr>
          <a:xfrm>
            <a:off x="85725" y="1143000"/>
            <a:ext cx="11899800" cy="512700"/>
          </a:xfrm>
          <a:prstGeom prst="rect">
            <a:avLst/>
          </a:prstGeom>
          <a:noFill/>
          <a:ln>
            <a:noFill/>
          </a:ln>
        </p:spPr>
        <p:txBody>
          <a:bodyPr spcFirstLastPara="1" wrap="square" lIns="108675" tIns="54325" rIns="108675" bIns="54325" anchor="t" anchorCtr="0">
            <a:spAutoFit/>
          </a:bodyPr>
          <a:lstStyle/>
          <a:p>
            <a:pPr marL="0" lvl="0" indent="0" algn="l" rtl="0">
              <a:lnSpc>
                <a:spcPct val="120000"/>
              </a:lnSpc>
              <a:spcBef>
                <a:spcPts val="0"/>
              </a:spcBef>
              <a:spcAft>
                <a:spcPts val="0"/>
              </a:spcAft>
              <a:buClr>
                <a:schemeClr val="dk1"/>
              </a:buClr>
              <a:buSzPts val="2400"/>
              <a:buNone/>
            </a:pPr>
            <a:r>
              <a:rPr lang="en-US" sz="2400" b="1" i="0" u="none">
                <a:solidFill>
                  <a:schemeClr val="dk1"/>
                </a:solidFill>
                <a:latin typeface="Helvetica Neue"/>
                <a:ea typeface="Helvetica Neue"/>
                <a:cs typeface="Helvetica Neue"/>
                <a:sym typeface="Helvetica Neue"/>
              </a:rPr>
              <a:t>The 100 (1-α)% confidence interval for difference in means of two populations is </a:t>
            </a:r>
            <a:endParaRPr/>
          </a:p>
        </p:txBody>
      </p:sp>
      <p:sp>
        <p:nvSpPr>
          <p:cNvPr id="722" name="Google Shape;722;p106"/>
          <p:cNvSpPr txBox="1"/>
          <p:nvPr/>
        </p:nvSpPr>
        <p:spPr>
          <a:xfrm>
            <a:off x="804862" y="2757487"/>
            <a:ext cx="10625100" cy="682175"/>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accent1"/>
              </a:buClr>
              <a:buSzPts val="3100"/>
              <a:buFont typeface="Helvetica Neue"/>
              <a:buNone/>
            </a:pPr>
            <a:r>
              <a:rPr lang="en-US" sz="3100" b="1" i="0" u="none" dirty="0">
                <a:solidFill>
                  <a:schemeClr val="accent1"/>
                </a:solidFill>
                <a:latin typeface="Helvetica Neue"/>
                <a:ea typeface="Helvetica Neue"/>
                <a:cs typeface="Helvetica Neue"/>
                <a:sym typeface="Helvetica Neue"/>
              </a:rPr>
              <a:t>Based on Standard normal distribution 100 (1-α)% CI is </a:t>
            </a:r>
            <a:endParaRPr dirty="0"/>
          </a:p>
        </p:txBody>
      </p:sp>
      <p:pic>
        <p:nvPicPr>
          <p:cNvPr id="723" name="Google Shape;723;p106"/>
          <p:cNvPicPr preferRelativeResize="0"/>
          <p:nvPr/>
        </p:nvPicPr>
        <p:blipFill rotWithShape="1">
          <a:blip r:embed="rId3">
            <a:alphaModFix/>
          </a:blip>
          <a:srcRect/>
          <a:stretch/>
        </p:blipFill>
        <p:spPr>
          <a:xfrm>
            <a:off x="1106487" y="1873250"/>
            <a:ext cx="10071101" cy="771525"/>
          </a:xfrm>
          <a:prstGeom prst="rect">
            <a:avLst/>
          </a:prstGeom>
          <a:noFill/>
          <a:ln>
            <a:noFill/>
          </a:ln>
        </p:spPr>
      </p:pic>
      <p:pic>
        <p:nvPicPr>
          <p:cNvPr id="724" name="Google Shape;724;p106"/>
          <p:cNvPicPr preferRelativeResize="0"/>
          <p:nvPr/>
        </p:nvPicPr>
        <p:blipFill rotWithShape="1">
          <a:blip r:embed="rId4">
            <a:alphaModFix/>
          </a:blip>
          <a:srcRect/>
          <a:stretch/>
        </p:blipFill>
        <p:spPr>
          <a:xfrm>
            <a:off x="2933700" y="3508375"/>
            <a:ext cx="5805487" cy="804862"/>
          </a:xfrm>
          <a:prstGeom prst="rect">
            <a:avLst/>
          </a:prstGeom>
          <a:noFill/>
          <a:ln>
            <a:noFill/>
          </a:ln>
        </p:spPr>
      </p:pic>
      <p:sp>
        <p:nvSpPr>
          <p:cNvPr id="725" name="Google Shape;725;p106"/>
          <p:cNvSpPr txBox="1"/>
          <p:nvPr/>
        </p:nvSpPr>
        <p:spPr>
          <a:xfrm>
            <a:off x="584200" y="4813300"/>
            <a:ext cx="10945800" cy="6318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100"/>
              <a:buFont typeface="Helvetica Neue"/>
              <a:buNone/>
            </a:pPr>
            <a:r>
              <a:rPr lang="en-US" sz="3100" b="0" i="0" u="none">
                <a:solidFill>
                  <a:schemeClr val="dk1"/>
                </a:solidFill>
                <a:latin typeface="Helvetica Neue"/>
                <a:ea typeface="Helvetica Neue"/>
                <a:cs typeface="Helvetica Neue"/>
                <a:sym typeface="Helvetica Neue"/>
              </a:rPr>
              <a:t>For α = 0.05, </a:t>
            </a:r>
            <a:endParaRPr/>
          </a:p>
        </p:txBody>
      </p:sp>
      <p:pic>
        <p:nvPicPr>
          <p:cNvPr id="726" name="Google Shape;726;p106"/>
          <p:cNvPicPr preferRelativeResize="0"/>
          <p:nvPr/>
        </p:nvPicPr>
        <p:blipFill rotWithShape="1">
          <a:blip r:embed="rId5">
            <a:alphaModFix/>
          </a:blip>
          <a:srcRect/>
          <a:stretch/>
        </p:blipFill>
        <p:spPr>
          <a:xfrm>
            <a:off x="3200400" y="4811712"/>
            <a:ext cx="2782888" cy="812800"/>
          </a:xfrm>
          <a:prstGeom prst="rect">
            <a:avLst/>
          </a:prstGeom>
          <a:noFill/>
          <a:ln>
            <a:noFill/>
          </a:ln>
        </p:spPr>
      </p:pic>
      <p:sp>
        <p:nvSpPr>
          <p:cNvPr id="727" name="Google Shape;727;p106"/>
          <p:cNvSpPr txBox="1"/>
          <p:nvPr/>
        </p:nvSpPr>
        <p:spPr>
          <a:xfrm>
            <a:off x="584200" y="5718175"/>
            <a:ext cx="10945800" cy="6333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100"/>
              <a:buFont typeface="Helvetica Neue"/>
              <a:buNone/>
            </a:pPr>
            <a:r>
              <a:rPr lang="en-US" sz="3100" b="0" i="0" u="none">
                <a:solidFill>
                  <a:schemeClr val="dk1"/>
                </a:solidFill>
                <a:latin typeface="Helvetica Neue"/>
                <a:ea typeface="Helvetica Neue"/>
                <a:cs typeface="Helvetica Neue"/>
                <a:sym typeface="Helvetica Neue"/>
              </a:rPr>
              <a:t>For α = 0.01, </a:t>
            </a:r>
            <a:endParaRPr/>
          </a:p>
        </p:txBody>
      </p:sp>
      <p:pic>
        <p:nvPicPr>
          <p:cNvPr id="728" name="Google Shape;728;p106"/>
          <p:cNvPicPr preferRelativeResize="0"/>
          <p:nvPr/>
        </p:nvPicPr>
        <p:blipFill rotWithShape="1">
          <a:blip r:embed="rId6">
            <a:alphaModFix/>
          </a:blip>
          <a:srcRect/>
          <a:stretch/>
        </p:blipFill>
        <p:spPr>
          <a:xfrm>
            <a:off x="3054350" y="5689600"/>
            <a:ext cx="3074988" cy="812800"/>
          </a:xfrm>
          <a:prstGeom prst="rect">
            <a:avLst/>
          </a:prstGeom>
          <a:noFill/>
          <a:ln>
            <a:noFill/>
          </a:ln>
        </p:spPr>
      </p:pic>
      <p:pic>
        <p:nvPicPr>
          <p:cNvPr id="729" name="Google Shape;729;p106"/>
          <p:cNvPicPr preferRelativeResize="0"/>
          <p:nvPr/>
        </p:nvPicPr>
        <p:blipFill rotWithShape="1">
          <a:blip r:embed="rId7">
            <a:alphaModFix/>
          </a:blip>
          <a:srcRect/>
          <a:stretch/>
        </p:blipFill>
        <p:spPr>
          <a:xfrm>
            <a:off x="6467475" y="4910137"/>
            <a:ext cx="4838700" cy="1381125"/>
          </a:xfrm>
          <a:prstGeom prst="rect">
            <a:avLst/>
          </a:prstGeom>
          <a:noFill/>
          <a:ln w="38100" cap="flat" cmpd="sng">
            <a:solidFill>
              <a:schemeClr val="lt1"/>
            </a:solidFill>
            <a:prstDash val="solid"/>
            <a:miter lim="800000"/>
            <a:headEnd type="none" w="sm" len="sm"/>
            <a:tailEnd type="none" w="sm" len="sm"/>
          </a:ln>
        </p:spPr>
      </p:pic>
      <p:grpSp>
        <p:nvGrpSpPr>
          <p:cNvPr id="18" name="Group 17">
            <a:extLst>
              <a:ext uri="{FF2B5EF4-FFF2-40B4-BE49-F238E27FC236}">
                <a16:creationId xmlns:a16="http://schemas.microsoft.com/office/drawing/2014/main" id="{76EA98E2-89A7-07CA-33B4-8F8EDE107CEE}"/>
              </a:ext>
            </a:extLst>
          </p:cNvPr>
          <p:cNvGrpSpPr/>
          <p:nvPr/>
        </p:nvGrpSpPr>
        <p:grpSpPr>
          <a:xfrm>
            <a:off x="2900069" y="3456455"/>
            <a:ext cx="5475240" cy="1613160"/>
            <a:chOff x="2900069" y="3456455"/>
            <a:chExt cx="5475240" cy="1613160"/>
          </a:xfrm>
        </p:grpSpPr>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B75500B3-0727-AFB5-1AAD-3431016F4B21}"/>
                    </a:ext>
                  </a:extLst>
                </p14:cNvPr>
                <p14:cNvContentPartPr/>
                <p14:nvPr/>
              </p14:nvContentPartPr>
              <p14:xfrm>
                <a:off x="3201389" y="4072055"/>
                <a:ext cx="450720" cy="96480"/>
              </p14:xfrm>
            </p:contentPart>
          </mc:Choice>
          <mc:Fallback>
            <p:pic>
              <p:nvPicPr>
                <p:cNvPr id="5" name="Ink 4">
                  <a:extLst>
                    <a:ext uri="{FF2B5EF4-FFF2-40B4-BE49-F238E27FC236}">
                      <a16:creationId xmlns:a16="http://schemas.microsoft.com/office/drawing/2014/main" id="{B75500B3-0727-AFB5-1AAD-3431016F4B21}"/>
                    </a:ext>
                  </a:extLst>
                </p:cNvPr>
                <p:cNvPicPr/>
                <p:nvPr/>
              </p:nvPicPr>
              <p:blipFill>
                <a:blip r:embed="rId9"/>
                <a:stretch>
                  <a:fillRect/>
                </a:stretch>
              </p:blipFill>
              <p:spPr>
                <a:xfrm>
                  <a:off x="3195269" y="4065935"/>
                  <a:ext cx="46296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1C704A4F-D3FC-3ED8-E288-FD672FD6F58B}"/>
                    </a:ext>
                  </a:extLst>
                </p14:cNvPr>
                <p14:cNvContentPartPr/>
                <p14:nvPr/>
              </p14:nvContentPartPr>
              <p14:xfrm>
                <a:off x="4234229" y="4048295"/>
                <a:ext cx="385920" cy="97200"/>
              </p14:xfrm>
            </p:contentPart>
          </mc:Choice>
          <mc:Fallback>
            <p:pic>
              <p:nvPicPr>
                <p:cNvPr id="6" name="Ink 5">
                  <a:extLst>
                    <a:ext uri="{FF2B5EF4-FFF2-40B4-BE49-F238E27FC236}">
                      <a16:creationId xmlns:a16="http://schemas.microsoft.com/office/drawing/2014/main" id="{1C704A4F-D3FC-3ED8-E288-FD672FD6F58B}"/>
                    </a:ext>
                  </a:extLst>
                </p:cNvPr>
                <p:cNvPicPr/>
                <p:nvPr/>
              </p:nvPicPr>
              <p:blipFill>
                <a:blip r:embed="rId11"/>
                <a:stretch>
                  <a:fillRect/>
                </a:stretch>
              </p:blipFill>
              <p:spPr>
                <a:xfrm>
                  <a:off x="4228109" y="4042175"/>
                  <a:ext cx="3981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FA147392-0615-344B-E6AC-69B7AF68DD38}"/>
                    </a:ext>
                  </a:extLst>
                </p14:cNvPr>
                <p14:cNvContentPartPr/>
                <p14:nvPr/>
              </p14:nvContentPartPr>
              <p14:xfrm>
                <a:off x="2900069" y="4330535"/>
                <a:ext cx="1981080" cy="156240"/>
              </p14:xfrm>
            </p:contentPart>
          </mc:Choice>
          <mc:Fallback>
            <p:pic>
              <p:nvPicPr>
                <p:cNvPr id="7" name="Ink 6">
                  <a:extLst>
                    <a:ext uri="{FF2B5EF4-FFF2-40B4-BE49-F238E27FC236}">
                      <a16:creationId xmlns:a16="http://schemas.microsoft.com/office/drawing/2014/main" id="{FA147392-0615-344B-E6AC-69B7AF68DD38}"/>
                    </a:ext>
                  </a:extLst>
                </p:cNvPr>
                <p:cNvPicPr/>
                <p:nvPr/>
              </p:nvPicPr>
              <p:blipFill>
                <a:blip r:embed="rId13"/>
                <a:stretch>
                  <a:fillRect/>
                </a:stretch>
              </p:blipFill>
              <p:spPr>
                <a:xfrm>
                  <a:off x="2893949" y="4324415"/>
                  <a:ext cx="199332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9683340C-1B1E-8BDB-2EF9-7CA910E25568}"/>
                    </a:ext>
                  </a:extLst>
                </p14:cNvPr>
                <p14:cNvContentPartPr/>
                <p14:nvPr/>
              </p14:nvContentPartPr>
              <p14:xfrm>
                <a:off x="3793949" y="4551215"/>
                <a:ext cx="464400" cy="342000"/>
              </p14:xfrm>
            </p:contentPart>
          </mc:Choice>
          <mc:Fallback>
            <p:pic>
              <p:nvPicPr>
                <p:cNvPr id="8" name="Ink 7">
                  <a:extLst>
                    <a:ext uri="{FF2B5EF4-FFF2-40B4-BE49-F238E27FC236}">
                      <a16:creationId xmlns:a16="http://schemas.microsoft.com/office/drawing/2014/main" id="{9683340C-1B1E-8BDB-2EF9-7CA910E25568}"/>
                    </a:ext>
                  </a:extLst>
                </p:cNvPr>
                <p:cNvPicPr/>
                <p:nvPr/>
              </p:nvPicPr>
              <p:blipFill>
                <a:blip r:embed="rId15"/>
                <a:stretch>
                  <a:fillRect/>
                </a:stretch>
              </p:blipFill>
              <p:spPr>
                <a:xfrm>
                  <a:off x="3787829" y="4545095"/>
                  <a:ext cx="47664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32D82AE5-D00A-48F6-B187-2AA699C298F7}"/>
                    </a:ext>
                  </a:extLst>
                </p14:cNvPr>
                <p14:cNvContentPartPr/>
                <p14:nvPr/>
              </p14:nvContentPartPr>
              <p14:xfrm>
                <a:off x="4230989" y="4831295"/>
                <a:ext cx="59400" cy="238320"/>
              </p14:xfrm>
            </p:contentPart>
          </mc:Choice>
          <mc:Fallback>
            <p:pic>
              <p:nvPicPr>
                <p:cNvPr id="9" name="Ink 8">
                  <a:extLst>
                    <a:ext uri="{FF2B5EF4-FFF2-40B4-BE49-F238E27FC236}">
                      <a16:creationId xmlns:a16="http://schemas.microsoft.com/office/drawing/2014/main" id="{32D82AE5-D00A-48F6-B187-2AA699C298F7}"/>
                    </a:ext>
                  </a:extLst>
                </p:cNvPr>
                <p:cNvPicPr/>
                <p:nvPr/>
              </p:nvPicPr>
              <p:blipFill>
                <a:blip r:embed="rId17"/>
                <a:stretch>
                  <a:fillRect/>
                </a:stretch>
              </p:blipFill>
              <p:spPr>
                <a:xfrm>
                  <a:off x="4224869" y="4825175"/>
                  <a:ext cx="7164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184B4A8C-04B0-B55B-7468-B20FFDDCE322}"/>
                    </a:ext>
                  </a:extLst>
                </p14:cNvPr>
                <p14:cNvContentPartPr/>
                <p14:nvPr/>
              </p14:nvContentPartPr>
              <p14:xfrm>
                <a:off x="4468949" y="4678655"/>
                <a:ext cx="297360" cy="42120"/>
              </p14:xfrm>
            </p:contentPart>
          </mc:Choice>
          <mc:Fallback>
            <p:pic>
              <p:nvPicPr>
                <p:cNvPr id="10" name="Ink 9">
                  <a:extLst>
                    <a:ext uri="{FF2B5EF4-FFF2-40B4-BE49-F238E27FC236}">
                      <a16:creationId xmlns:a16="http://schemas.microsoft.com/office/drawing/2014/main" id="{184B4A8C-04B0-B55B-7468-B20FFDDCE322}"/>
                    </a:ext>
                  </a:extLst>
                </p:cNvPr>
                <p:cNvPicPr/>
                <p:nvPr/>
              </p:nvPicPr>
              <p:blipFill>
                <a:blip r:embed="rId19"/>
                <a:stretch>
                  <a:fillRect/>
                </a:stretch>
              </p:blipFill>
              <p:spPr>
                <a:xfrm>
                  <a:off x="4462829" y="4672535"/>
                  <a:ext cx="30960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C6703C06-5259-7460-7D6F-A44D40A35E05}"/>
                    </a:ext>
                  </a:extLst>
                </p14:cNvPr>
                <p14:cNvContentPartPr/>
                <p14:nvPr/>
              </p14:nvContentPartPr>
              <p14:xfrm>
                <a:off x="4963229" y="4457615"/>
                <a:ext cx="386280" cy="403200"/>
              </p14:xfrm>
            </p:contentPart>
          </mc:Choice>
          <mc:Fallback>
            <p:pic>
              <p:nvPicPr>
                <p:cNvPr id="11" name="Ink 10">
                  <a:extLst>
                    <a:ext uri="{FF2B5EF4-FFF2-40B4-BE49-F238E27FC236}">
                      <a16:creationId xmlns:a16="http://schemas.microsoft.com/office/drawing/2014/main" id="{C6703C06-5259-7460-7D6F-A44D40A35E05}"/>
                    </a:ext>
                  </a:extLst>
                </p:cNvPr>
                <p:cNvPicPr/>
                <p:nvPr/>
              </p:nvPicPr>
              <p:blipFill>
                <a:blip r:embed="rId21"/>
                <a:stretch>
                  <a:fillRect/>
                </a:stretch>
              </p:blipFill>
              <p:spPr>
                <a:xfrm>
                  <a:off x="4957109" y="4451495"/>
                  <a:ext cx="39852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E9A73B4E-874C-DE81-A161-E59BCA574D1A}"/>
                    </a:ext>
                  </a:extLst>
                </p14:cNvPr>
                <p14:cNvContentPartPr/>
                <p14:nvPr/>
              </p14:nvContentPartPr>
              <p14:xfrm>
                <a:off x="5368229" y="4682255"/>
                <a:ext cx="450720" cy="151200"/>
              </p14:xfrm>
            </p:contentPart>
          </mc:Choice>
          <mc:Fallback>
            <p:pic>
              <p:nvPicPr>
                <p:cNvPr id="12" name="Ink 11">
                  <a:extLst>
                    <a:ext uri="{FF2B5EF4-FFF2-40B4-BE49-F238E27FC236}">
                      <a16:creationId xmlns:a16="http://schemas.microsoft.com/office/drawing/2014/main" id="{E9A73B4E-874C-DE81-A161-E59BCA574D1A}"/>
                    </a:ext>
                  </a:extLst>
                </p:cNvPr>
                <p:cNvPicPr/>
                <p:nvPr/>
              </p:nvPicPr>
              <p:blipFill>
                <a:blip r:embed="rId23"/>
                <a:stretch>
                  <a:fillRect/>
                </a:stretch>
              </p:blipFill>
              <p:spPr>
                <a:xfrm>
                  <a:off x="5362109" y="4676135"/>
                  <a:ext cx="4629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4445B30E-38D9-38DB-70D7-FBF66553D490}"/>
                    </a:ext>
                  </a:extLst>
                </p14:cNvPr>
                <p14:cNvContentPartPr/>
                <p14:nvPr/>
              </p14:nvContentPartPr>
              <p14:xfrm>
                <a:off x="3481469" y="4291655"/>
                <a:ext cx="2559600" cy="764280"/>
              </p14:xfrm>
            </p:contentPart>
          </mc:Choice>
          <mc:Fallback>
            <p:pic>
              <p:nvPicPr>
                <p:cNvPr id="13" name="Ink 12">
                  <a:extLst>
                    <a:ext uri="{FF2B5EF4-FFF2-40B4-BE49-F238E27FC236}">
                      <a16:creationId xmlns:a16="http://schemas.microsoft.com/office/drawing/2014/main" id="{4445B30E-38D9-38DB-70D7-FBF66553D490}"/>
                    </a:ext>
                  </a:extLst>
                </p:cNvPr>
                <p:cNvPicPr/>
                <p:nvPr/>
              </p:nvPicPr>
              <p:blipFill>
                <a:blip r:embed="rId25"/>
                <a:stretch>
                  <a:fillRect/>
                </a:stretch>
              </p:blipFill>
              <p:spPr>
                <a:xfrm>
                  <a:off x="3475349" y="4285535"/>
                  <a:ext cx="2571840" cy="776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C21DC651-E5AD-8FEB-8794-29BBB11DCA59}"/>
                    </a:ext>
                  </a:extLst>
                </p14:cNvPr>
                <p14:cNvContentPartPr/>
                <p14:nvPr/>
              </p14:nvContentPartPr>
              <p14:xfrm>
                <a:off x="5938829" y="3456455"/>
                <a:ext cx="2436480" cy="889560"/>
              </p14:xfrm>
            </p:contentPart>
          </mc:Choice>
          <mc:Fallback>
            <p:pic>
              <p:nvPicPr>
                <p:cNvPr id="15" name="Ink 14">
                  <a:extLst>
                    <a:ext uri="{FF2B5EF4-FFF2-40B4-BE49-F238E27FC236}">
                      <a16:creationId xmlns:a16="http://schemas.microsoft.com/office/drawing/2014/main" id="{C21DC651-E5AD-8FEB-8794-29BBB11DCA59}"/>
                    </a:ext>
                  </a:extLst>
                </p:cNvPr>
                <p:cNvPicPr/>
                <p:nvPr/>
              </p:nvPicPr>
              <p:blipFill>
                <a:blip r:embed="rId27"/>
                <a:stretch>
                  <a:fillRect/>
                </a:stretch>
              </p:blipFill>
              <p:spPr>
                <a:xfrm>
                  <a:off x="5932709" y="3450335"/>
                  <a:ext cx="2448720" cy="901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916D3669-F417-F4B8-7957-829A4033F91D}"/>
                    </a:ext>
                  </a:extLst>
                </p14:cNvPr>
                <p14:cNvContentPartPr/>
                <p14:nvPr/>
              </p14:nvContentPartPr>
              <p14:xfrm>
                <a:off x="6726509" y="4121015"/>
                <a:ext cx="990360" cy="82440"/>
              </p14:xfrm>
            </p:contentPart>
          </mc:Choice>
          <mc:Fallback>
            <p:pic>
              <p:nvPicPr>
                <p:cNvPr id="16" name="Ink 15">
                  <a:extLst>
                    <a:ext uri="{FF2B5EF4-FFF2-40B4-BE49-F238E27FC236}">
                      <a16:creationId xmlns:a16="http://schemas.microsoft.com/office/drawing/2014/main" id="{916D3669-F417-F4B8-7957-829A4033F91D}"/>
                    </a:ext>
                  </a:extLst>
                </p:cNvPr>
                <p:cNvPicPr/>
                <p:nvPr/>
              </p:nvPicPr>
              <p:blipFill>
                <a:blip r:embed="rId29"/>
                <a:stretch>
                  <a:fillRect/>
                </a:stretch>
              </p:blipFill>
              <p:spPr>
                <a:xfrm>
                  <a:off x="6720389" y="4114895"/>
                  <a:ext cx="100260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669EDECE-9F7A-8E18-FCA8-37FB6A029FF4}"/>
                    </a:ext>
                  </a:extLst>
                </p14:cNvPr>
                <p14:cNvContentPartPr/>
                <p14:nvPr/>
              </p14:nvContentPartPr>
              <p14:xfrm>
                <a:off x="6488189" y="4146935"/>
                <a:ext cx="1710720" cy="25200"/>
              </p14:xfrm>
            </p:contentPart>
          </mc:Choice>
          <mc:Fallback>
            <p:pic>
              <p:nvPicPr>
                <p:cNvPr id="17" name="Ink 16">
                  <a:extLst>
                    <a:ext uri="{FF2B5EF4-FFF2-40B4-BE49-F238E27FC236}">
                      <a16:creationId xmlns:a16="http://schemas.microsoft.com/office/drawing/2014/main" id="{669EDECE-9F7A-8E18-FCA8-37FB6A029FF4}"/>
                    </a:ext>
                  </a:extLst>
                </p:cNvPr>
                <p:cNvPicPr/>
                <p:nvPr/>
              </p:nvPicPr>
              <p:blipFill>
                <a:blip r:embed="rId31"/>
                <a:stretch>
                  <a:fillRect/>
                </a:stretch>
              </p:blipFill>
              <p:spPr>
                <a:xfrm>
                  <a:off x="6482069" y="4140815"/>
                  <a:ext cx="1722960" cy="37440"/>
                </a:xfrm>
                <a:prstGeom prst="rect">
                  <a:avLst/>
                </a:prstGeom>
              </p:spPr>
            </p:pic>
          </mc:Fallback>
        </mc:AlternateContent>
      </p:grpSp>
      <p:grpSp>
        <p:nvGrpSpPr>
          <p:cNvPr id="39" name="Group 38">
            <a:extLst>
              <a:ext uri="{FF2B5EF4-FFF2-40B4-BE49-F238E27FC236}">
                <a16:creationId xmlns:a16="http://schemas.microsoft.com/office/drawing/2014/main" id="{801B87E4-4BBF-BE20-2ED9-FEE8A417AE8D}"/>
              </a:ext>
            </a:extLst>
          </p:cNvPr>
          <p:cNvGrpSpPr/>
          <p:nvPr/>
        </p:nvGrpSpPr>
        <p:grpSpPr>
          <a:xfrm>
            <a:off x="9429389" y="3390935"/>
            <a:ext cx="2655360" cy="1256400"/>
            <a:chOff x="9429389" y="3390935"/>
            <a:chExt cx="2655360" cy="1256400"/>
          </a:xfrm>
        </p:grpSpPr>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B46F1F11-154E-3EA8-460E-0BD5BD2D9E23}"/>
                    </a:ext>
                  </a:extLst>
                </p14:cNvPr>
                <p14:cNvContentPartPr/>
                <p14:nvPr/>
              </p14:nvContentPartPr>
              <p14:xfrm>
                <a:off x="9643589" y="3648335"/>
                <a:ext cx="277920" cy="407880"/>
              </p14:xfrm>
            </p:contentPart>
          </mc:Choice>
          <mc:Fallback>
            <p:pic>
              <p:nvPicPr>
                <p:cNvPr id="19" name="Ink 18">
                  <a:extLst>
                    <a:ext uri="{FF2B5EF4-FFF2-40B4-BE49-F238E27FC236}">
                      <a16:creationId xmlns:a16="http://schemas.microsoft.com/office/drawing/2014/main" id="{B46F1F11-154E-3EA8-460E-0BD5BD2D9E23}"/>
                    </a:ext>
                  </a:extLst>
                </p:cNvPr>
                <p:cNvPicPr/>
                <p:nvPr/>
              </p:nvPicPr>
              <p:blipFill>
                <a:blip r:embed="rId33"/>
                <a:stretch>
                  <a:fillRect/>
                </a:stretch>
              </p:blipFill>
              <p:spPr>
                <a:xfrm>
                  <a:off x="9637469" y="3642215"/>
                  <a:ext cx="290160" cy="420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D3CF024D-A88A-E0E0-38FC-41F5E4E8C4E3}"/>
                    </a:ext>
                  </a:extLst>
                </p14:cNvPr>
                <p14:cNvContentPartPr/>
                <p14:nvPr/>
              </p14:nvContentPartPr>
              <p14:xfrm>
                <a:off x="9574829" y="3683615"/>
                <a:ext cx="338040" cy="279000"/>
              </p14:xfrm>
            </p:contentPart>
          </mc:Choice>
          <mc:Fallback>
            <p:pic>
              <p:nvPicPr>
                <p:cNvPr id="20" name="Ink 19">
                  <a:extLst>
                    <a:ext uri="{FF2B5EF4-FFF2-40B4-BE49-F238E27FC236}">
                      <a16:creationId xmlns:a16="http://schemas.microsoft.com/office/drawing/2014/main" id="{D3CF024D-A88A-E0E0-38FC-41F5E4E8C4E3}"/>
                    </a:ext>
                  </a:extLst>
                </p:cNvPr>
                <p:cNvPicPr/>
                <p:nvPr/>
              </p:nvPicPr>
              <p:blipFill>
                <a:blip r:embed="rId35"/>
                <a:stretch>
                  <a:fillRect/>
                </a:stretch>
              </p:blipFill>
              <p:spPr>
                <a:xfrm>
                  <a:off x="9568709" y="3677495"/>
                  <a:ext cx="35028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8EA27450-175B-9C7C-BFB2-C8D2EF5C8FFA}"/>
                    </a:ext>
                  </a:extLst>
                </p14:cNvPr>
                <p14:cNvContentPartPr/>
                <p14:nvPr/>
              </p14:nvContentPartPr>
              <p14:xfrm>
                <a:off x="9985589" y="3984935"/>
                <a:ext cx="30600" cy="187200"/>
              </p14:xfrm>
            </p:contentPart>
          </mc:Choice>
          <mc:Fallback>
            <p:pic>
              <p:nvPicPr>
                <p:cNvPr id="21" name="Ink 20">
                  <a:extLst>
                    <a:ext uri="{FF2B5EF4-FFF2-40B4-BE49-F238E27FC236}">
                      <a16:creationId xmlns:a16="http://schemas.microsoft.com/office/drawing/2014/main" id="{8EA27450-175B-9C7C-BFB2-C8D2EF5C8FFA}"/>
                    </a:ext>
                  </a:extLst>
                </p:cNvPr>
                <p:cNvPicPr/>
                <p:nvPr/>
              </p:nvPicPr>
              <p:blipFill>
                <a:blip r:embed="rId37"/>
                <a:stretch>
                  <a:fillRect/>
                </a:stretch>
              </p:blipFill>
              <p:spPr>
                <a:xfrm>
                  <a:off x="9979469" y="3978815"/>
                  <a:ext cx="4284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C69EFA80-4CBD-95A9-5704-60AF8D877A34}"/>
                    </a:ext>
                  </a:extLst>
                </p14:cNvPr>
                <p14:cNvContentPartPr/>
                <p14:nvPr/>
              </p14:nvContentPartPr>
              <p14:xfrm>
                <a:off x="9602189" y="3390935"/>
                <a:ext cx="477000" cy="65880"/>
              </p14:xfrm>
            </p:contentPart>
          </mc:Choice>
          <mc:Fallback>
            <p:pic>
              <p:nvPicPr>
                <p:cNvPr id="22" name="Ink 21">
                  <a:extLst>
                    <a:ext uri="{FF2B5EF4-FFF2-40B4-BE49-F238E27FC236}">
                      <a16:creationId xmlns:a16="http://schemas.microsoft.com/office/drawing/2014/main" id="{C69EFA80-4CBD-95A9-5704-60AF8D877A34}"/>
                    </a:ext>
                  </a:extLst>
                </p:cNvPr>
                <p:cNvPicPr/>
                <p:nvPr/>
              </p:nvPicPr>
              <p:blipFill>
                <a:blip r:embed="rId39"/>
                <a:stretch>
                  <a:fillRect/>
                </a:stretch>
              </p:blipFill>
              <p:spPr>
                <a:xfrm>
                  <a:off x="9596069" y="3384815"/>
                  <a:ext cx="48924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0AA2C8B6-9A78-F9B4-8394-2B277D5F21FA}"/>
                    </a:ext>
                  </a:extLst>
                </p14:cNvPr>
                <p14:cNvContentPartPr/>
                <p14:nvPr/>
              </p14:nvContentPartPr>
              <p14:xfrm>
                <a:off x="10244069" y="3772175"/>
                <a:ext cx="176760" cy="22680"/>
              </p14:xfrm>
            </p:contentPart>
          </mc:Choice>
          <mc:Fallback>
            <p:pic>
              <p:nvPicPr>
                <p:cNvPr id="23" name="Ink 22">
                  <a:extLst>
                    <a:ext uri="{FF2B5EF4-FFF2-40B4-BE49-F238E27FC236}">
                      <a16:creationId xmlns:a16="http://schemas.microsoft.com/office/drawing/2014/main" id="{0AA2C8B6-9A78-F9B4-8394-2B277D5F21FA}"/>
                    </a:ext>
                  </a:extLst>
                </p:cNvPr>
                <p:cNvPicPr/>
                <p:nvPr/>
              </p:nvPicPr>
              <p:blipFill>
                <a:blip r:embed="rId41"/>
                <a:stretch>
                  <a:fillRect/>
                </a:stretch>
              </p:blipFill>
              <p:spPr>
                <a:xfrm>
                  <a:off x="10237949" y="3766055"/>
                  <a:ext cx="18900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D0F20826-FF3D-6C22-5184-EF937EDAE6D7}"/>
                    </a:ext>
                  </a:extLst>
                </p14:cNvPr>
                <p14:cNvContentPartPr/>
                <p14:nvPr/>
              </p14:nvContentPartPr>
              <p14:xfrm>
                <a:off x="10288349" y="3630335"/>
                <a:ext cx="162720" cy="463680"/>
              </p14:xfrm>
            </p:contentPart>
          </mc:Choice>
          <mc:Fallback>
            <p:pic>
              <p:nvPicPr>
                <p:cNvPr id="24" name="Ink 23">
                  <a:extLst>
                    <a:ext uri="{FF2B5EF4-FFF2-40B4-BE49-F238E27FC236}">
                      <a16:creationId xmlns:a16="http://schemas.microsoft.com/office/drawing/2014/main" id="{D0F20826-FF3D-6C22-5184-EF937EDAE6D7}"/>
                    </a:ext>
                  </a:extLst>
                </p:cNvPr>
                <p:cNvPicPr/>
                <p:nvPr/>
              </p:nvPicPr>
              <p:blipFill>
                <a:blip r:embed="rId43"/>
                <a:stretch>
                  <a:fillRect/>
                </a:stretch>
              </p:blipFill>
              <p:spPr>
                <a:xfrm>
                  <a:off x="10282229" y="3624215"/>
                  <a:ext cx="174960" cy="475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86D22E5D-663B-DDFD-EB5E-843A81BEEE8A}"/>
                    </a:ext>
                  </a:extLst>
                </p14:cNvPr>
                <p14:cNvContentPartPr/>
                <p14:nvPr/>
              </p14:nvContentPartPr>
              <p14:xfrm>
                <a:off x="10698389" y="3627815"/>
                <a:ext cx="453960" cy="201240"/>
              </p14:xfrm>
            </p:contentPart>
          </mc:Choice>
          <mc:Fallback>
            <p:pic>
              <p:nvPicPr>
                <p:cNvPr id="25" name="Ink 24">
                  <a:extLst>
                    <a:ext uri="{FF2B5EF4-FFF2-40B4-BE49-F238E27FC236}">
                      <a16:creationId xmlns:a16="http://schemas.microsoft.com/office/drawing/2014/main" id="{86D22E5D-663B-DDFD-EB5E-843A81BEEE8A}"/>
                    </a:ext>
                  </a:extLst>
                </p:cNvPr>
                <p:cNvPicPr/>
                <p:nvPr/>
              </p:nvPicPr>
              <p:blipFill>
                <a:blip r:embed="rId45"/>
                <a:stretch>
                  <a:fillRect/>
                </a:stretch>
              </p:blipFill>
              <p:spPr>
                <a:xfrm>
                  <a:off x="10692269" y="3621695"/>
                  <a:ext cx="46620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A510013B-996E-5E44-5992-9D116DF16A63}"/>
                    </a:ext>
                  </a:extLst>
                </p14:cNvPr>
                <p14:cNvContentPartPr/>
                <p14:nvPr/>
              </p14:nvContentPartPr>
              <p14:xfrm>
                <a:off x="11230109" y="3648335"/>
                <a:ext cx="193680" cy="135360"/>
              </p14:xfrm>
            </p:contentPart>
          </mc:Choice>
          <mc:Fallback>
            <p:pic>
              <p:nvPicPr>
                <p:cNvPr id="26" name="Ink 25">
                  <a:extLst>
                    <a:ext uri="{FF2B5EF4-FFF2-40B4-BE49-F238E27FC236}">
                      <a16:creationId xmlns:a16="http://schemas.microsoft.com/office/drawing/2014/main" id="{A510013B-996E-5E44-5992-9D116DF16A63}"/>
                    </a:ext>
                  </a:extLst>
                </p:cNvPr>
                <p:cNvPicPr/>
                <p:nvPr/>
              </p:nvPicPr>
              <p:blipFill>
                <a:blip r:embed="rId47"/>
                <a:stretch>
                  <a:fillRect/>
                </a:stretch>
              </p:blipFill>
              <p:spPr>
                <a:xfrm>
                  <a:off x="11223989" y="3642215"/>
                  <a:ext cx="20592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B17406D5-3455-8FE9-E307-29F0DDDBFD56}"/>
                    </a:ext>
                  </a:extLst>
                </p14:cNvPr>
                <p14:cNvContentPartPr/>
                <p14:nvPr/>
              </p14:nvContentPartPr>
              <p14:xfrm>
                <a:off x="11398229" y="3645815"/>
                <a:ext cx="364680" cy="213120"/>
              </p14:xfrm>
            </p:contentPart>
          </mc:Choice>
          <mc:Fallback>
            <p:pic>
              <p:nvPicPr>
                <p:cNvPr id="27" name="Ink 26">
                  <a:extLst>
                    <a:ext uri="{FF2B5EF4-FFF2-40B4-BE49-F238E27FC236}">
                      <a16:creationId xmlns:a16="http://schemas.microsoft.com/office/drawing/2014/main" id="{B17406D5-3455-8FE9-E307-29F0DDDBFD56}"/>
                    </a:ext>
                  </a:extLst>
                </p:cNvPr>
                <p:cNvPicPr/>
                <p:nvPr/>
              </p:nvPicPr>
              <p:blipFill>
                <a:blip r:embed="rId49"/>
                <a:stretch>
                  <a:fillRect/>
                </a:stretch>
              </p:blipFill>
              <p:spPr>
                <a:xfrm>
                  <a:off x="11392109" y="3639695"/>
                  <a:ext cx="3769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07B34606-929A-3E99-415B-1AF302CC6F77}"/>
                    </a:ext>
                  </a:extLst>
                </p14:cNvPr>
                <p14:cNvContentPartPr/>
                <p14:nvPr/>
              </p14:nvContentPartPr>
              <p14:xfrm>
                <a:off x="11779109" y="3514055"/>
                <a:ext cx="216360" cy="348840"/>
              </p14:xfrm>
            </p:contentPart>
          </mc:Choice>
          <mc:Fallback>
            <p:pic>
              <p:nvPicPr>
                <p:cNvPr id="28" name="Ink 27">
                  <a:extLst>
                    <a:ext uri="{FF2B5EF4-FFF2-40B4-BE49-F238E27FC236}">
                      <a16:creationId xmlns:a16="http://schemas.microsoft.com/office/drawing/2014/main" id="{07B34606-929A-3E99-415B-1AF302CC6F77}"/>
                    </a:ext>
                  </a:extLst>
                </p:cNvPr>
                <p:cNvPicPr/>
                <p:nvPr/>
              </p:nvPicPr>
              <p:blipFill>
                <a:blip r:embed="rId51"/>
                <a:stretch>
                  <a:fillRect/>
                </a:stretch>
              </p:blipFill>
              <p:spPr>
                <a:xfrm>
                  <a:off x="11772989" y="3507935"/>
                  <a:ext cx="22860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AB6E0331-D761-ABC8-C90B-937A82CFBF8C}"/>
                    </a:ext>
                  </a:extLst>
                </p14:cNvPr>
                <p14:cNvContentPartPr/>
                <p14:nvPr/>
              </p14:nvContentPartPr>
              <p14:xfrm>
                <a:off x="9544229" y="4321535"/>
                <a:ext cx="243000" cy="286200"/>
              </p14:xfrm>
            </p:contentPart>
          </mc:Choice>
          <mc:Fallback>
            <p:pic>
              <p:nvPicPr>
                <p:cNvPr id="29" name="Ink 28">
                  <a:extLst>
                    <a:ext uri="{FF2B5EF4-FFF2-40B4-BE49-F238E27FC236}">
                      <a16:creationId xmlns:a16="http://schemas.microsoft.com/office/drawing/2014/main" id="{AB6E0331-D761-ABC8-C90B-937A82CFBF8C}"/>
                    </a:ext>
                  </a:extLst>
                </p:cNvPr>
                <p:cNvPicPr/>
                <p:nvPr/>
              </p:nvPicPr>
              <p:blipFill>
                <a:blip r:embed="rId53"/>
                <a:stretch>
                  <a:fillRect/>
                </a:stretch>
              </p:blipFill>
              <p:spPr>
                <a:xfrm>
                  <a:off x="9538109" y="4315415"/>
                  <a:ext cx="25524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7C9E37BE-48AD-F6AF-3405-ED268FD0A47B}"/>
                    </a:ext>
                  </a:extLst>
                </p14:cNvPr>
                <p14:cNvContentPartPr/>
                <p14:nvPr/>
              </p14:nvContentPartPr>
              <p14:xfrm>
                <a:off x="9562949" y="4251695"/>
                <a:ext cx="168120" cy="395640"/>
              </p14:xfrm>
            </p:contentPart>
          </mc:Choice>
          <mc:Fallback>
            <p:pic>
              <p:nvPicPr>
                <p:cNvPr id="30" name="Ink 29">
                  <a:extLst>
                    <a:ext uri="{FF2B5EF4-FFF2-40B4-BE49-F238E27FC236}">
                      <a16:creationId xmlns:a16="http://schemas.microsoft.com/office/drawing/2014/main" id="{7C9E37BE-48AD-F6AF-3405-ED268FD0A47B}"/>
                    </a:ext>
                  </a:extLst>
                </p:cNvPr>
                <p:cNvPicPr/>
                <p:nvPr/>
              </p:nvPicPr>
              <p:blipFill>
                <a:blip r:embed="rId55"/>
                <a:stretch>
                  <a:fillRect/>
                </a:stretch>
              </p:blipFill>
              <p:spPr>
                <a:xfrm>
                  <a:off x="9556829" y="4245575"/>
                  <a:ext cx="18036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D489C166-896D-86BE-49A5-54AF1C707A86}"/>
                    </a:ext>
                  </a:extLst>
                </p14:cNvPr>
                <p14:cNvContentPartPr/>
                <p14:nvPr/>
              </p14:nvContentPartPr>
              <p14:xfrm>
                <a:off x="9948869" y="4466615"/>
                <a:ext cx="214920" cy="167760"/>
              </p14:xfrm>
            </p:contentPart>
          </mc:Choice>
          <mc:Fallback>
            <p:pic>
              <p:nvPicPr>
                <p:cNvPr id="31" name="Ink 30">
                  <a:extLst>
                    <a:ext uri="{FF2B5EF4-FFF2-40B4-BE49-F238E27FC236}">
                      <a16:creationId xmlns:a16="http://schemas.microsoft.com/office/drawing/2014/main" id="{D489C166-896D-86BE-49A5-54AF1C707A86}"/>
                    </a:ext>
                  </a:extLst>
                </p:cNvPr>
                <p:cNvPicPr/>
                <p:nvPr/>
              </p:nvPicPr>
              <p:blipFill>
                <a:blip r:embed="rId57"/>
                <a:stretch>
                  <a:fillRect/>
                </a:stretch>
              </p:blipFill>
              <p:spPr>
                <a:xfrm>
                  <a:off x="9942749" y="4460495"/>
                  <a:ext cx="22716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763AE4ED-3165-EE8E-A383-6605C6BBA01A}"/>
                    </a:ext>
                  </a:extLst>
                </p14:cNvPr>
                <p14:cNvContentPartPr/>
                <p14:nvPr/>
              </p14:nvContentPartPr>
              <p14:xfrm>
                <a:off x="9429389" y="4146215"/>
                <a:ext cx="426240" cy="67320"/>
              </p14:xfrm>
            </p:contentPart>
          </mc:Choice>
          <mc:Fallback>
            <p:pic>
              <p:nvPicPr>
                <p:cNvPr id="32" name="Ink 31">
                  <a:extLst>
                    <a:ext uri="{FF2B5EF4-FFF2-40B4-BE49-F238E27FC236}">
                      <a16:creationId xmlns:a16="http://schemas.microsoft.com/office/drawing/2014/main" id="{763AE4ED-3165-EE8E-A383-6605C6BBA01A}"/>
                    </a:ext>
                  </a:extLst>
                </p:cNvPr>
                <p:cNvPicPr/>
                <p:nvPr/>
              </p:nvPicPr>
              <p:blipFill>
                <a:blip r:embed="rId59"/>
                <a:stretch>
                  <a:fillRect/>
                </a:stretch>
              </p:blipFill>
              <p:spPr>
                <a:xfrm>
                  <a:off x="9423269" y="4140095"/>
                  <a:ext cx="4384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83428374-1135-0FD7-AB99-762DB4B2455D}"/>
                    </a:ext>
                  </a:extLst>
                </p14:cNvPr>
                <p14:cNvContentPartPr/>
                <p14:nvPr/>
              </p14:nvContentPartPr>
              <p14:xfrm>
                <a:off x="10321469" y="4329455"/>
                <a:ext cx="206640" cy="16560"/>
              </p14:xfrm>
            </p:contentPart>
          </mc:Choice>
          <mc:Fallback>
            <p:pic>
              <p:nvPicPr>
                <p:cNvPr id="33" name="Ink 32">
                  <a:extLst>
                    <a:ext uri="{FF2B5EF4-FFF2-40B4-BE49-F238E27FC236}">
                      <a16:creationId xmlns:a16="http://schemas.microsoft.com/office/drawing/2014/main" id="{83428374-1135-0FD7-AB99-762DB4B2455D}"/>
                    </a:ext>
                  </a:extLst>
                </p:cNvPr>
                <p:cNvPicPr/>
                <p:nvPr/>
              </p:nvPicPr>
              <p:blipFill>
                <a:blip r:embed="rId61"/>
                <a:stretch>
                  <a:fillRect/>
                </a:stretch>
              </p:blipFill>
              <p:spPr>
                <a:xfrm>
                  <a:off x="10315349" y="4323335"/>
                  <a:ext cx="2188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9FAD6FD8-34EF-E884-CA63-9C509EF7D37B}"/>
                    </a:ext>
                  </a:extLst>
                </p14:cNvPr>
                <p14:cNvContentPartPr/>
                <p14:nvPr/>
              </p14:nvContentPartPr>
              <p14:xfrm>
                <a:off x="10494989" y="4237295"/>
                <a:ext cx="41040" cy="318240"/>
              </p14:xfrm>
            </p:contentPart>
          </mc:Choice>
          <mc:Fallback>
            <p:pic>
              <p:nvPicPr>
                <p:cNvPr id="34" name="Ink 33">
                  <a:extLst>
                    <a:ext uri="{FF2B5EF4-FFF2-40B4-BE49-F238E27FC236}">
                      <a16:creationId xmlns:a16="http://schemas.microsoft.com/office/drawing/2014/main" id="{9FAD6FD8-34EF-E884-CA63-9C509EF7D37B}"/>
                    </a:ext>
                  </a:extLst>
                </p:cNvPr>
                <p:cNvPicPr/>
                <p:nvPr/>
              </p:nvPicPr>
              <p:blipFill>
                <a:blip r:embed="rId63"/>
                <a:stretch>
                  <a:fillRect/>
                </a:stretch>
              </p:blipFill>
              <p:spPr>
                <a:xfrm>
                  <a:off x="10488869" y="4231175"/>
                  <a:ext cx="5328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65735676-6C91-21BE-F888-7A0282FEA1DA}"/>
                    </a:ext>
                  </a:extLst>
                </p14:cNvPr>
                <p14:cNvContentPartPr/>
                <p14:nvPr/>
              </p14:nvContentPartPr>
              <p14:xfrm>
                <a:off x="10736549" y="4310015"/>
                <a:ext cx="473760" cy="143280"/>
              </p14:xfrm>
            </p:contentPart>
          </mc:Choice>
          <mc:Fallback>
            <p:pic>
              <p:nvPicPr>
                <p:cNvPr id="35" name="Ink 34">
                  <a:extLst>
                    <a:ext uri="{FF2B5EF4-FFF2-40B4-BE49-F238E27FC236}">
                      <a16:creationId xmlns:a16="http://schemas.microsoft.com/office/drawing/2014/main" id="{65735676-6C91-21BE-F888-7A0282FEA1DA}"/>
                    </a:ext>
                  </a:extLst>
                </p:cNvPr>
                <p:cNvPicPr/>
                <p:nvPr/>
              </p:nvPicPr>
              <p:blipFill>
                <a:blip r:embed="rId65"/>
                <a:stretch>
                  <a:fillRect/>
                </a:stretch>
              </p:blipFill>
              <p:spPr>
                <a:xfrm>
                  <a:off x="10730429" y="4303895"/>
                  <a:ext cx="48600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4E44C9E2-AFDE-A9FB-58E8-216FB7760288}"/>
                    </a:ext>
                  </a:extLst>
                </p14:cNvPr>
                <p14:cNvContentPartPr/>
                <p14:nvPr/>
              </p14:nvContentPartPr>
              <p14:xfrm>
                <a:off x="11275829" y="4316855"/>
                <a:ext cx="156960" cy="102600"/>
              </p14:xfrm>
            </p:contentPart>
          </mc:Choice>
          <mc:Fallback>
            <p:pic>
              <p:nvPicPr>
                <p:cNvPr id="36" name="Ink 35">
                  <a:extLst>
                    <a:ext uri="{FF2B5EF4-FFF2-40B4-BE49-F238E27FC236}">
                      <a16:creationId xmlns:a16="http://schemas.microsoft.com/office/drawing/2014/main" id="{4E44C9E2-AFDE-A9FB-58E8-216FB7760288}"/>
                    </a:ext>
                  </a:extLst>
                </p:cNvPr>
                <p:cNvPicPr/>
                <p:nvPr/>
              </p:nvPicPr>
              <p:blipFill>
                <a:blip r:embed="rId67"/>
                <a:stretch>
                  <a:fillRect/>
                </a:stretch>
              </p:blipFill>
              <p:spPr>
                <a:xfrm>
                  <a:off x="11269709" y="4310735"/>
                  <a:ext cx="16920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7" name="Ink 36">
                  <a:extLst>
                    <a:ext uri="{FF2B5EF4-FFF2-40B4-BE49-F238E27FC236}">
                      <a16:creationId xmlns:a16="http://schemas.microsoft.com/office/drawing/2014/main" id="{719FBEB7-BA97-9B42-782E-BA058FF441E4}"/>
                    </a:ext>
                  </a:extLst>
                </p14:cNvPr>
                <p14:cNvContentPartPr/>
                <p14:nvPr/>
              </p14:nvContentPartPr>
              <p14:xfrm>
                <a:off x="11449709" y="4340615"/>
                <a:ext cx="353520" cy="135720"/>
              </p14:xfrm>
            </p:contentPart>
          </mc:Choice>
          <mc:Fallback>
            <p:pic>
              <p:nvPicPr>
                <p:cNvPr id="37" name="Ink 36">
                  <a:extLst>
                    <a:ext uri="{FF2B5EF4-FFF2-40B4-BE49-F238E27FC236}">
                      <a16:creationId xmlns:a16="http://schemas.microsoft.com/office/drawing/2014/main" id="{719FBEB7-BA97-9B42-782E-BA058FF441E4}"/>
                    </a:ext>
                  </a:extLst>
                </p:cNvPr>
                <p:cNvPicPr/>
                <p:nvPr/>
              </p:nvPicPr>
              <p:blipFill>
                <a:blip r:embed="rId69"/>
                <a:stretch>
                  <a:fillRect/>
                </a:stretch>
              </p:blipFill>
              <p:spPr>
                <a:xfrm>
                  <a:off x="11443589" y="4334495"/>
                  <a:ext cx="36576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8" name="Ink 37">
                  <a:extLst>
                    <a:ext uri="{FF2B5EF4-FFF2-40B4-BE49-F238E27FC236}">
                      <a16:creationId xmlns:a16="http://schemas.microsoft.com/office/drawing/2014/main" id="{E4C6A940-740A-2443-40F5-6F7F867D7B22}"/>
                    </a:ext>
                  </a:extLst>
                </p14:cNvPr>
                <p14:cNvContentPartPr/>
                <p14:nvPr/>
              </p14:nvContentPartPr>
              <p14:xfrm>
                <a:off x="11799269" y="4035695"/>
                <a:ext cx="285480" cy="483120"/>
              </p14:xfrm>
            </p:contentPart>
          </mc:Choice>
          <mc:Fallback>
            <p:pic>
              <p:nvPicPr>
                <p:cNvPr id="38" name="Ink 37">
                  <a:extLst>
                    <a:ext uri="{FF2B5EF4-FFF2-40B4-BE49-F238E27FC236}">
                      <a16:creationId xmlns:a16="http://schemas.microsoft.com/office/drawing/2014/main" id="{E4C6A940-740A-2443-40F5-6F7F867D7B22}"/>
                    </a:ext>
                  </a:extLst>
                </p:cNvPr>
                <p:cNvPicPr/>
                <p:nvPr/>
              </p:nvPicPr>
              <p:blipFill>
                <a:blip r:embed="rId71"/>
                <a:stretch>
                  <a:fillRect/>
                </a:stretch>
              </p:blipFill>
              <p:spPr>
                <a:xfrm>
                  <a:off x="11793149" y="4029575"/>
                  <a:ext cx="297720" cy="495360"/>
                </a:xfrm>
                <a:prstGeom prst="rect">
                  <a:avLst/>
                </a:prstGeom>
              </p:spPr>
            </p:pic>
          </mc:Fallback>
        </mc:AlternateContent>
      </p:grpSp>
      <p:grpSp>
        <p:nvGrpSpPr>
          <p:cNvPr id="42" name="Group 41">
            <a:extLst>
              <a:ext uri="{FF2B5EF4-FFF2-40B4-BE49-F238E27FC236}">
                <a16:creationId xmlns:a16="http://schemas.microsoft.com/office/drawing/2014/main" id="{61FFDCC0-4156-BA65-3636-D993B8625AC1}"/>
              </a:ext>
            </a:extLst>
          </p:cNvPr>
          <p:cNvGrpSpPr/>
          <p:nvPr/>
        </p:nvGrpSpPr>
        <p:grpSpPr>
          <a:xfrm>
            <a:off x="9247949" y="4937495"/>
            <a:ext cx="1920960" cy="1493640"/>
            <a:chOff x="9247949" y="4937495"/>
            <a:chExt cx="1920960" cy="1493640"/>
          </a:xfrm>
        </p:grpSpPr>
        <mc:AlternateContent xmlns:mc="http://schemas.openxmlformats.org/markup-compatibility/2006">
          <mc:Choice xmlns:p14="http://schemas.microsoft.com/office/powerpoint/2010/main" Requires="p14">
            <p:contentPart p14:bwMode="auto" r:id="rId72">
              <p14:nvContentPartPr>
                <p14:cNvPr id="2" name="Ink 1">
                  <a:extLst>
                    <a:ext uri="{FF2B5EF4-FFF2-40B4-BE49-F238E27FC236}">
                      <a16:creationId xmlns:a16="http://schemas.microsoft.com/office/drawing/2014/main" id="{004D479D-293B-E669-4644-955B5D88123E}"/>
                    </a:ext>
                  </a:extLst>
                </p14:cNvPr>
                <p14:cNvContentPartPr/>
                <p14:nvPr/>
              </p14:nvContentPartPr>
              <p14:xfrm>
                <a:off x="9319949" y="5680175"/>
                <a:ext cx="698760" cy="597600"/>
              </p14:xfrm>
            </p:contentPart>
          </mc:Choice>
          <mc:Fallback>
            <p:pic>
              <p:nvPicPr>
                <p:cNvPr id="2" name="Ink 1">
                  <a:extLst>
                    <a:ext uri="{FF2B5EF4-FFF2-40B4-BE49-F238E27FC236}">
                      <a16:creationId xmlns:a16="http://schemas.microsoft.com/office/drawing/2014/main" id="{004D479D-293B-E669-4644-955B5D88123E}"/>
                    </a:ext>
                  </a:extLst>
                </p:cNvPr>
                <p:cNvPicPr/>
                <p:nvPr/>
              </p:nvPicPr>
              <p:blipFill>
                <a:blip r:embed="rId73"/>
                <a:stretch>
                  <a:fillRect/>
                </a:stretch>
              </p:blipFill>
              <p:spPr>
                <a:xfrm>
                  <a:off x="9313829" y="5674055"/>
                  <a:ext cx="711000" cy="6098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3" name="Ink 2">
                  <a:extLst>
                    <a:ext uri="{FF2B5EF4-FFF2-40B4-BE49-F238E27FC236}">
                      <a16:creationId xmlns:a16="http://schemas.microsoft.com/office/drawing/2014/main" id="{4F511888-D8CB-455E-FF27-434D16722FE2}"/>
                    </a:ext>
                  </a:extLst>
                </p14:cNvPr>
                <p14:cNvContentPartPr/>
                <p14:nvPr/>
              </p14:nvContentPartPr>
              <p14:xfrm>
                <a:off x="10331909" y="5688815"/>
                <a:ext cx="663840" cy="565200"/>
              </p14:xfrm>
            </p:contentPart>
          </mc:Choice>
          <mc:Fallback>
            <p:pic>
              <p:nvPicPr>
                <p:cNvPr id="3" name="Ink 2">
                  <a:extLst>
                    <a:ext uri="{FF2B5EF4-FFF2-40B4-BE49-F238E27FC236}">
                      <a16:creationId xmlns:a16="http://schemas.microsoft.com/office/drawing/2014/main" id="{4F511888-D8CB-455E-FF27-434D16722FE2}"/>
                    </a:ext>
                  </a:extLst>
                </p:cNvPr>
                <p:cNvPicPr/>
                <p:nvPr/>
              </p:nvPicPr>
              <p:blipFill>
                <a:blip r:embed="rId75"/>
                <a:stretch>
                  <a:fillRect/>
                </a:stretch>
              </p:blipFill>
              <p:spPr>
                <a:xfrm>
                  <a:off x="10325789" y="5682695"/>
                  <a:ext cx="676080" cy="5774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0" name="Ink 39">
                  <a:extLst>
                    <a:ext uri="{FF2B5EF4-FFF2-40B4-BE49-F238E27FC236}">
                      <a16:creationId xmlns:a16="http://schemas.microsoft.com/office/drawing/2014/main" id="{EF1698B0-4B23-E8A6-FB46-DDA76FADD26B}"/>
                    </a:ext>
                  </a:extLst>
                </p14:cNvPr>
                <p14:cNvContentPartPr/>
                <p14:nvPr/>
              </p14:nvContentPartPr>
              <p14:xfrm>
                <a:off x="9247949" y="5018855"/>
                <a:ext cx="883800" cy="1412280"/>
              </p14:xfrm>
            </p:contentPart>
          </mc:Choice>
          <mc:Fallback>
            <p:pic>
              <p:nvPicPr>
                <p:cNvPr id="40" name="Ink 39">
                  <a:extLst>
                    <a:ext uri="{FF2B5EF4-FFF2-40B4-BE49-F238E27FC236}">
                      <a16:creationId xmlns:a16="http://schemas.microsoft.com/office/drawing/2014/main" id="{EF1698B0-4B23-E8A6-FB46-DDA76FADD26B}"/>
                    </a:ext>
                  </a:extLst>
                </p:cNvPr>
                <p:cNvPicPr/>
                <p:nvPr/>
              </p:nvPicPr>
              <p:blipFill>
                <a:blip r:embed="rId77"/>
                <a:stretch>
                  <a:fillRect/>
                </a:stretch>
              </p:blipFill>
              <p:spPr>
                <a:xfrm>
                  <a:off x="9241829" y="5012735"/>
                  <a:ext cx="896040" cy="14245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1" name="Ink 40">
                  <a:extLst>
                    <a:ext uri="{FF2B5EF4-FFF2-40B4-BE49-F238E27FC236}">
                      <a16:creationId xmlns:a16="http://schemas.microsoft.com/office/drawing/2014/main" id="{11C47EBD-A744-4773-C0DC-928E7D5D0AE2}"/>
                    </a:ext>
                  </a:extLst>
                </p14:cNvPr>
                <p14:cNvContentPartPr/>
                <p14:nvPr/>
              </p14:nvContentPartPr>
              <p14:xfrm>
                <a:off x="10155869" y="4937495"/>
                <a:ext cx="1013040" cy="1450080"/>
              </p14:xfrm>
            </p:contentPart>
          </mc:Choice>
          <mc:Fallback>
            <p:pic>
              <p:nvPicPr>
                <p:cNvPr id="41" name="Ink 40">
                  <a:extLst>
                    <a:ext uri="{FF2B5EF4-FFF2-40B4-BE49-F238E27FC236}">
                      <a16:creationId xmlns:a16="http://schemas.microsoft.com/office/drawing/2014/main" id="{11C47EBD-A744-4773-C0DC-928E7D5D0AE2}"/>
                    </a:ext>
                  </a:extLst>
                </p:cNvPr>
                <p:cNvPicPr/>
                <p:nvPr/>
              </p:nvPicPr>
              <p:blipFill>
                <a:blip r:embed="rId79"/>
                <a:stretch>
                  <a:fillRect/>
                </a:stretch>
              </p:blipFill>
              <p:spPr>
                <a:xfrm>
                  <a:off x="10149749" y="4931375"/>
                  <a:ext cx="1025280" cy="146232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1"/>
                                        </p:tgtEl>
                                        <p:attrNameLst>
                                          <p:attrName>style.visibility</p:attrName>
                                        </p:attrNameLst>
                                      </p:cBhvr>
                                      <p:to>
                                        <p:strVal val="visible"/>
                                      </p:to>
                                    </p:set>
                                    <p:animEffect transition="in" filter="fade">
                                      <p:cBhvr>
                                        <p:cTn id="7" dur="500"/>
                                        <p:tgtEl>
                                          <p:spTgt spid="7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22"/>
                                        </p:tgtEl>
                                        <p:attrNameLst>
                                          <p:attrName>style.visibility</p:attrName>
                                        </p:attrNameLst>
                                      </p:cBhvr>
                                      <p:to>
                                        <p:strVal val="visible"/>
                                      </p:to>
                                    </p:set>
                                    <p:anim calcmode="lin" valueType="num">
                                      <p:cBhvr additive="base">
                                        <p:cTn id="12" dur="500"/>
                                        <p:tgtEl>
                                          <p:spTgt spid="72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5"/>
                                        </p:tgtEl>
                                        <p:attrNameLst>
                                          <p:attrName>style.visibility</p:attrName>
                                        </p:attrNameLst>
                                      </p:cBhvr>
                                      <p:to>
                                        <p:strVal val="visible"/>
                                      </p:to>
                                    </p:set>
                                    <p:animEffect transition="in" filter="fade">
                                      <p:cBhvr>
                                        <p:cTn id="17" dur="500"/>
                                        <p:tgtEl>
                                          <p:spTgt spid="7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7"/>
                                        </p:tgtEl>
                                        <p:attrNameLst>
                                          <p:attrName>style.visibility</p:attrName>
                                        </p:attrNameLst>
                                      </p:cBhvr>
                                      <p:to>
                                        <p:strVal val="visible"/>
                                      </p:to>
                                    </p:set>
                                    <p:animEffect transition="in" filter="fade">
                                      <p:cBhvr>
                                        <p:cTn id="22" dur="500"/>
                                        <p:tgtEl>
                                          <p:spTgt spid="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10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Another Approach to Find Standard Error</a:t>
            </a:r>
            <a:endParaRPr/>
          </a:p>
        </p:txBody>
      </p:sp>
      <p:pic>
        <p:nvPicPr>
          <p:cNvPr id="735" name="Google Shape;735;p107"/>
          <p:cNvPicPr preferRelativeResize="0"/>
          <p:nvPr/>
        </p:nvPicPr>
        <p:blipFill rotWithShape="1">
          <a:blip r:embed="rId3">
            <a:alphaModFix/>
          </a:blip>
          <a:srcRect/>
          <a:stretch/>
        </p:blipFill>
        <p:spPr>
          <a:xfrm>
            <a:off x="927100" y="3797300"/>
            <a:ext cx="5646738" cy="1327150"/>
          </a:xfrm>
          <a:prstGeom prst="rect">
            <a:avLst/>
          </a:prstGeom>
          <a:noFill/>
          <a:ln w="38100" cap="flat" cmpd="sng">
            <a:solidFill>
              <a:schemeClr val="lt1"/>
            </a:solidFill>
            <a:prstDash val="solid"/>
            <a:miter lim="800000"/>
            <a:headEnd type="none" w="sm" len="sm"/>
            <a:tailEnd type="none" w="sm" len="sm"/>
          </a:ln>
        </p:spPr>
      </p:pic>
      <p:pic>
        <p:nvPicPr>
          <p:cNvPr id="736" name="Google Shape;736;p107"/>
          <p:cNvPicPr preferRelativeResize="0"/>
          <p:nvPr/>
        </p:nvPicPr>
        <p:blipFill/>
        <p:spPr>
          <a:xfrm>
            <a:off x="968375" y="5305425"/>
            <a:ext cx="5135561" cy="1136650"/>
          </a:xfrm>
          <a:prstGeom prst="rect">
            <a:avLst/>
          </a:prstGeom>
          <a:noFill/>
          <a:ln w="38100" cap="flat" cmpd="sng">
            <a:solidFill>
              <a:schemeClr val="lt1"/>
            </a:solidFill>
            <a:prstDash val="solid"/>
            <a:miter lim="800000"/>
            <a:headEnd type="none" w="sm" len="sm"/>
            <a:tailEnd type="none" w="sm" len="sm"/>
          </a:ln>
        </p:spPr>
      </p:pic>
      <p:sp>
        <p:nvSpPr>
          <p:cNvPr id="737" name="Google Shape;737;p107"/>
          <p:cNvSpPr txBox="1"/>
          <p:nvPr/>
        </p:nvSpPr>
        <p:spPr>
          <a:xfrm>
            <a:off x="7295923" y="3867411"/>
            <a:ext cx="3837000" cy="1186929"/>
          </a:xfrm>
          <a:prstGeom prst="rect">
            <a:avLst/>
          </a:prstGeom>
          <a:noFill/>
          <a:ln>
            <a:noFill/>
          </a:ln>
        </p:spPr>
        <p:txBody>
          <a:bodyPr spcFirstLastPara="1" wrap="square" lIns="108675" tIns="54325" rIns="108675" bIns="54325" anchor="ctr" anchorCtr="0">
            <a:spAutoFit/>
          </a:bodyPr>
          <a:lstStyle/>
          <a:p>
            <a:pPr marL="0" marR="0" lvl="0" indent="0" algn="l" rtl="0">
              <a:lnSpc>
                <a:spcPct val="100000"/>
              </a:lnSpc>
              <a:spcBef>
                <a:spcPts val="0"/>
              </a:spcBef>
              <a:spcAft>
                <a:spcPts val="0"/>
              </a:spcAft>
              <a:buClr>
                <a:schemeClr val="dk1"/>
              </a:buClr>
              <a:buSzPts val="2800"/>
              <a:buFont typeface="Helvetica Neue"/>
              <a:buNone/>
            </a:pPr>
            <a:r>
              <a:rPr lang="en-US" sz="2800" b="0" i="0" u="none" dirty="0" err="1">
                <a:solidFill>
                  <a:schemeClr val="dk1"/>
                </a:solidFill>
                <a:latin typeface="Helvetica Neue"/>
                <a:ea typeface="Helvetica Neue"/>
                <a:cs typeface="Helvetica Neue"/>
                <a:sym typeface="Helvetica Neue"/>
              </a:rPr>
              <a:t>s</a:t>
            </a:r>
            <a:r>
              <a:rPr lang="en-US" sz="2800" b="0" i="0" u="none" baseline="-25000" dirty="0" err="1">
                <a:solidFill>
                  <a:schemeClr val="dk1"/>
                </a:solidFill>
                <a:latin typeface="Helvetica Neue"/>
                <a:ea typeface="Helvetica Neue"/>
                <a:cs typeface="Helvetica Neue"/>
                <a:sym typeface="Helvetica Neue"/>
              </a:rPr>
              <a:t>p</a:t>
            </a:r>
            <a:r>
              <a:rPr lang="en-US" sz="2800" b="0" i="0" u="none" dirty="0">
                <a:solidFill>
                  <a:schemeClr val="dk1"/>
                </a:solidFill>
                <a:latin typeface="Helvetica Neue"/>
                <a:ea typeface="Helvetica Neue"/>
                <a:cs typeface="Helvetica Neue"/>
                <a:sym typeface="Helvetica Neue"/>
              </a:rPr>
              <a:t> = Pooled SD</a:t>
            </a:r>
          </a:p>
          <a:p>
            <a:pPr marL="0" marR="0" lvl="0" indent="0" algn="l" rtl="0">
              <a:lnSpc>
                <a:spcPct val="100000"/>
              </a:lnSpc>
              <a:spcBef>
                <a:spcPts val="0"/>
              </a:spcBef>
              <a:spcAft>
                <a:spcPts val="0"/>
              </a:spcAft>
              <a:buClr>
                <a:schemeClr val="dk1"/>
              </a:buClr>
              <a:buSzPts val="2800"/>
              <a:buFont typeface="Helvetica Neue"/>
              <a:buNone/>
            </a:pPr>
            <a:endParaRPr lang="en-US" sz="2800" dirty="0">
              <a:solidFill>
                <a:schemeClr val="dk1"/>
              </a:solidFill>
              <a:latin typeface="Helvetica Neue"/>
              <a:sym typeface="Helvetica Neue"/>
            </a:endParaRPr>
          </a:p>
          <a:p>
            <a:pPr marL="0" marR="0" lvl="0" indent="0" algn="l" rtl="0">
              <a:lnSpc>
                <a:spcPct val="100000"/>
              </a:lnSpc>
              <a:spcBef>
                <a:spcPts val="0"/>
              </a:spcBef>
              <a:spcAft>
                <a:spcPts val="0"/>
              </a:spcAft>
              <a:buClr>
                <a:schemeClr val="dk1"/>
              </a:buClr>
              <a:buSzPts val="2800"/>
              <a:buFont typeface="Helvetica Neue"/>
              <a:buNone/>
            </a:pPr>
            <a:endParaRPr dirty="0"/>
          </a:p>
        </p:txBody>
      </p:sp>
      <p:sp>
        <p:nvSpPr>
          <p:cNvPr id="738" name="Google Shape;738;p107"/>
          <p:cNvSpPr txBox="1"/>
          <p:nvPr/>
        </p:nvSpPr>
        <p:spPr>
          <a:xfrm>
            <a:off x="111125" y="1033462"/>
            <a:ext cx="12081000" cy="267810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242021"/>
              </a:buClr>
              <a:buSzPts val="2800"/>
              <a:buFont typeface="Noto Sans Symbols"/>
              <a:buChar char="⮚"/>
            </a:pPr>
            <a:r>
              <a:rPr lang="en-US" sz="2800" b="0" i="0" u="none">
                <a:solidFill>
                  <a:srgbClr val="242021"/>
                </a:solidFill>
                <a:latin typeface="Times"/>
                <a:ea typeface="Times"/>
                <a:cs typeface="Times"/>
                <a:sym typeface="Times"/>
              </a:rPr>
              <a:t>Another approach used to make inferences about the difference between two population means when </a:t>
            </a:r>
            <a:r>
              <a:rPr lang="en-US" sz="2800" b="0" i="1" u="none">
                <a:solidFill>
                  <a:srgbClr val="242021"/>
                </a:solidFill>
                <a:latin typeface="Times"/>
                <a:ea typeface="Times"/>
                <a:cs typeface="Times"/>
                <a:sym typeface="Times"/>
              </a:rPr>
              <a:t>σ</a:t>
            </a:r>
            <a:r>
              <a:rPr lang="en-US" sz="2800" b="0" i="1" u="none" baseline="-25000">
                <a:solidFill>
                  <a:srgbClr val="242021"/>
                </a:solidFill>
                <a:latin typeface="Times"/>
                <a:ea typeface="Times"/>
                <a:cs typeface="Times"/>
                <a:sym typeface="Times"/>
              </a:rPr>
              <a:t>1</a:t>
            </a:r>
            <a:r>
              <a:rPr lang="en-US" sz="2800" b="0" i="0" u="none">
                <a:solidFill>
                  <a:srgbClr val="242021"/>
                </a:solidFill>
                <a:latin typeface="Times"/>
                <a:ea typeface="Times"/>
                <a:cs typeface="Times"/>
                <a:sym typeface="Times"/>
              </a:rPr>
              <a:t> and </a:t>
            </a:r>
            <a:r>
              <a:rPr lang="en-US" sz="2800" b="0" i="1" u="none">
                <a:solidFill>
                  <a:srgbClr val="242021"/>
                </a:solidFill>
                <a:latin typeface="Times"/>
                <a:ea typeface="Times"/>
                <a:cs typeface="Times"/>
                <a:sym typeface="Times"/>
              </a:rPr>
              <a:t>σ</a:t>
            </a:r>
            <a:r>
              <a:rPr lang="en-US" sz="2800" b="0" i="0" u="none" baseline="-25000">
                <a:solidFill>
                  <a:srgbClr val="242021"/>
                </a:solidFill>
                <a:latin typeface="Times"/>
                <a:ea typeface="Times"/>
                <a:cs typeface="Times"/>
                <a:sym typeface="Times"/>
              </a:rPr>
              <a:t>2</a:t>
            </a:r>
            <a:r>
              <a:rPr lang="en-US" sz="2800" b="0" i="0" u="none">
                <a:solidFill>
                  <a:srgbClr val="242021"/>
                </a:solidFill>
                <a:latin typeface="Times"/>
                <a:ea typeface="Times"/>
                <a:cs typeface="Times"/>
                <a:sym typeface="Times"/>
              </a:rPr>
              <a:t> are unknown.</a:t>
            </a:r>
            <a:endParaRPr/>
          </a:p>
          <a:p>
            <a:pPr marL="457200" marR="0" lvl="0" indent="-457200" algn="l" rtl="0">
              <a:lnSpc>
                <a:spcPct val="100000"/>
              </a:lnSpc>
              <a:spcBef>
                <a:spcPts val="0"/>
              </a:spcBef>
              <a:spcAft>
                <a:spcPts val="0"/>
              </a:spcAft>
              <a:buClr>
                <a:srgbClr val="242021"/>
              </a:buClr>
              <a:buSzPts val="2800"/>
              <a:buFont typeface="Noto Sans Symbols"/>
              <a:buChar char="⮚"/>
            </a:pPr>
            <a:r>
              <a:rPr lang="en-US" sz="2800" b="0" i="0" u="none">
                <a:solidFill>
                  <a:srgbClr val="242021"/>
                </a:solidFill>
                <a:latin typeface="Times"/>
                <a:ea typeface="Times"/>
                <a:cs typeface="Times"/>
                <a:sym typeface="Times"/>
              </a:rPr>
              <a:t>The assumption that the two population standard deviations are </a:t>
            </a:r>
            <a:r>
              <a:rPr lang="en-US" sz="2800" b="0" i="1" u="none">
                <a:solidFill>
                  <a:srgbClr val="242021"/>
                </a:solidFill>
                <a:latin typeface="Times"/>
                <a:ea typeface="Times"/>
                <a:cs typeface="Times"/>
                <a:sym typeface="Times"/>
              </a:rPr>
              <a:t>equal </a:t>
            </a:r>
            <a:endParaRPr/>
          </a:p>
          <a:p>
            <a:pPr marL="457200" marR="0" lvl="0" indent="-457200" algn="l" rtl="0">
              <a:lnSpc>
                <a:spcPct val="100000"/>
              </a:lnSpc>
              <a:spcBef>
                <a:spcPts val="0"/>
              </a:spcBef>
              <a:spcAft>
                <a:spcPts val="0"/>
              </a:spcAft>
              <a:buClr>
                <a:srgbClr val="242021"/>
              </a:buClr>
              <a:buSzPts val="2800"/>
              <a:buFont typeface="Times"/>
              <a:buNone/>
            </a:pPr>
            <a:r>
              <a:rPr lang="en-US" sz="2800" b="0" i="1" u="none">
                <a:solidFill>
                  <a:srgbClr val="242021"/>
                </a:solidFill>
                <a:latin typeface="Times"/>
                <a:ea typeface="Times"/>
                <a:cs typeface="Times"/>
                <a:sym typeface="Times"/>
              </a:rPr>
              <a:t>	</a:t>
            </a:r>
            <a:r>
              <a:rPr lang="en-US" sz="2800" b="0" i="0" u="none">
                <a:solidFill>
                  <a:srgbClr val="242021"/>
                </a:solidFill>
                <a:latin typeface="Times"/>
                <a:ea typeface="Times"/>
                <a:cs typeface="Times"/>
                <a:sym typeface="Times"/>
              </a:rPr>
              <a:t>(</a:t>
            </a:r>
            <a:r>
              <a:rPr lang="en-US" sz="2800" b="0" i="1" u="none">
                <a:solidFill>
                  <a:srgbClr val="242021"/>
                </a:solidFill>
                <a:latin typeface="Times"/>
                <a:ea typeface="Times"/>
                <a:cs typeface="Times"/>
                <a:sym typeface="Times"/>
              </a:rPr>
              <a:t>σ</a:t>
            </a:r>
            <a:r>
              <a:rPr lang="en-US" sz="2800" b="0" i="0" u="none" baseline="-25000">
                <a:solidFill>
                  <a:srgbClr val="242021"/>
                </a:solidFill>
                <a:latin typeface="Times"/>
                <a:ea typeface="Times"/>
                <a:cs typeface="Times"/>
                <a:sym typeface="Times"/>
              </a:rPr>
              <a:t>1</a:t>
            </a:r>
            <a:r>
              <a:rPr lang="en-US" sz="2800" b="0" i="0" u="none">
                <a:solidFill>
                  <a:srgbClr val="242021"/>
                </a:solidFill>
                <a:latin typeface="Times"/>
                <a:ea typeface="Times"/>
                <a:cs typeface="Times"/>
                <a:sym typeface="Times"/>
              </a:rPr>
              <a:t> </a:t>
            </a:r>
            <a:r>
              <a:rPr lang="en-US" sz="2800" b="0" i="0" u="none">
                <a:solidFill>
                  <a:srgbClr val="242021"/>
                </a:solidFill>
                <a:latin typeface="Arial"/>
                <a:ea typeface="Arial"/>
                <a:cs typeface="Arial"/>
                <a:sym typeface="Arial"/>
              </a:rPr>
              <a:t>= </a:t>
            </a:r>
            <a:r>
              <a:rPr lang="en-US" sz="2800" b="0" i="1" u="none">
                <a:solidFill>
                  <a:srgbClr val="242021"/>
                </a:solidFill>
                <a:latin typeface="Times"/>
                <a:ea typeface="Times"/>
                <a:cs typeface="Times"/>
                <a:sym typeface="Times"/>
              </a:rPr>
              <a:t>σ</a:t>
            </a:r>
            <a:r>
              <a:rPr lang="en-US" sz="2800" b="0" i="0" u="none" baseline="-25000">
                <a:solidFill>
                  <a:srgbClr val="242021"/>
                </a:solidFill>
                <a:latin typeface="Times"/>
                <a:ea typeface="Times"/>
                <a:cs typeface="Times"/>
                <a:sym typeface="Times"/>
              </a:rPr>
              <a:t>2</a:t>
            </a:r>
            <a:r>
              <a:rPr lang="en-US" sz="2800" b="0" i="0" u="none">
                <a:solidFill>
                  <a:srgbClr val="242021"/>
                </a:solidFill>
                <a:latin typeface="Arial"/>
                <a:ea typeface="Arial"/>
                <a:cs typeface="Arial"/>
                <a:sym typeface="Arial"/>
              </a:rPr>
              <a:t> = </a:t>
            </a:r>
            <a:r>
              <a:rPr lang="en-US" sz="2800" b="0" i="1" u="none">
                <a:solidFill>
                  <a:srgbClr val="242021"/>
                </a:solidFill>
                <a:latin typeface="Times"/>
                <a:ea typeface="Times"/>
                <a:cs typeface="Times"/>
                <a:sym typeface="Times"/>
              </a:rPr>
              <a:t>σ</a:t>
            </a:r>
            <a:r>
              <a:rPr lang="en-US" sz="2800" b="0" i="0" u="none">
                <a:solidFill>
                  <a:srgbClr val="242021"/>
                </a:solidFill>
                <a:latin typeface="Times"/>
                <a:ea typeface="Times"/>
                <a:cs typeface="Times"/>
                <a:sym typeface="Times"/>
              </a:rPr>
              <a:t>). </a:t>
            </a:r>
            <a:endParaRPr/>
          </a:p>
          <a:p>
            <a:pPr marL="457200" marR="0" lvl="0" indent="-457200" algn="l" rtl="0">
              <a:lnSpc>
                <a:spcPct val="100000"/>
              </a:lnSpc>
              <a:spcBef>
                <a:spcPts val="0"/>
              </a:spcBef>
              <a:spcAft>
                <a:spcPts val="0"/>
              </a:spcAft>
              <a:buClr>
                <a:srgbClr val="242021"/>
              </a:buClr>
              <a:buSzPts val="2800"/>
              <a:buFont typeface="Noto Sans Symbols"/>
              <a:buChar char="⮚"/>
            </a:pPr>
            <a:r>
              <a:rPr lang="en-US" sz="2800" b="0" i="0" u="none">
                <a:solidFill>
                  <a:srgbClr val="242021"/>
                </a:solidFill>
                <a:latin typeface="Times"/>
                <a:ea typeface="Times"/>
                <a:cs typeface="Times"/>
                <a:sym typeface="Times"/>
              </a:rPr>
              <a:t>Under this assumption, the two sample standard deviations are combined to provide the following </a:t>
            </a:r>
            <a:r>
              <a:rPr lang="en-US" sz="2800" b="0" i="1" u="none">
                <a:solidFill>
                  <a:srgbClr val="242021"/>
                </a:solidFill>
                <a:latin typeface="Times"/>
                <a:ea typeface="Times"/>
                <a:cs typeface="Times"/>
                <a:sym typeface="Times"/>
              </a:rPr>
              <a:t>pooled sample variance.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0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744" name="Google Shape;744;p108"/>
          <p:cNvSpPr txBox="1">
            <a:spLocks noGrp="1"/>
          </p:cNvSpPr>
          <p:nvPr>
            <p:ph type="body" idx="1"/>
          </p:nvPr>
        </p:nvSpPr>
        <p:spPr>
          <a:xfrm>
            <a:off x="701675" y="957262"/>
            <a:ext cx="10510800" cy="19431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b="1" i="0" u="none">
                <a:solidFill>
                  <a:schemeClr val="dk1"/>
                </a:solidFill>
                <a:latin typeface="Calibri"/>
                <a:ea typeface="Calibri"/>
                <a:cs typeface="Calibri"/>
                <a:sym typeface="Calibri"/>
              </a:rPr>
              <a:t>In the cellular telephone company, problem of estimating the population mean number of minutes called per residential user per month, from the sample of 85 bills it was determined that the sample mean is 510 minutes. Suppose past history and similar studies indicate that the population standard deviation is 46 minutes.Determine a 95% confidence interval.</a:t>
            </a:r>
            <a:endParaRPr/>
          </a:p>
          <a:p>
            <a:pPr marL="0" lvl="0" indent="0" algn="l" rtl="0">
              <a:lnSpc>
                <a:spcPct val="150000"/>
              </a:lnSpc>
              <a:spcBef>
                <a:spcPts val="0"/>
              </a:spcBef>
              <a:spcAft>
                <a:spcPts val="0"/>
              </a:spcAft>
              <a:buClr>
                <a:schemeClr val="dk1"/>
              </a:buClr>
              <a:buSzPts val="3000"/>
              <a:buNone/>
            </a:pPr>
            <a:endParaRPr sz="3000" b="0" i="0" u="none">
              <a:solidFill>
                <a:schemeClr val="dk1"/>
              </a:solidFill>
              <a:latin typeface="Helvetica Neue"/>
              <a:ea typeface="Helvetica Neue"/>
              <a:cs typeface="Helvetica Neue"/>
              <a:sym typeface="Helvetica Neue"/>
            </a:endParaRPr>
          </a:p>
          <a:p>
            <a:pPr marL="228600" lvl="0" indent="-38100" algn="l" rtl="0">
              <a:lnSpc>
                <a:spcPct val="90000"/>
              </a:lnSpc>
              <a:spcBef>
                <a:spcPts val="1000"/>
              </a:spcBef>
              <a:spcAft>
                <a:spcPts val="0"/>
              </a:spcAft>
              <a:buClr>
                <a:schemeClr val="dk1"/>
              </a:buClr>
              <a:buSzPts val="3000"/>
              <a:buNone/>
            </a:pPr>
            <a:endParaRPr sz="3000" b="0" i="0" u="none">
              <a:solidFill>
                <a:schemeClr val="dk1"/>
              </a:solidFill>
              <a:latin typeface="Helvetica Neue"/>
              <a:ea typeface="Helvetica Neue"/>
              <a:cs typeface="Helvetica Neue"/>
              <a:sym typeface="Helvetica Neue"/>
            </a:endParaRPr>
          </a:p>
        </p:txBody>
      </p:sp>
      <p:pic>
        <p:nvPicPr>
          <p:cNvPr id="745" name="Google Shape;745;p108"/>
          <p:cNvPicPr preferRelativeResize="0"/>
          <p:nvPr/>
        </p:nvPicPr>
        <p:blipFill rotWithShape="1">
          <a:blip r:embed="rId3">
            <a:alphaModFix/>
          </a:blip>
          <a:srcRect/>
          <a:stretch/>
        </p:blipFill>
        <p:spPr>
          <a:xfrm>
            <a:off x="1127125" y="3509962"/>
            <a:ext cx="10344151" cy="207803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751" name="Google Shape;751;p109"/>
          <p:cNvSpPr txBox="1">
            <a:spLocks noGrp="1"/>
          </p:cNvSpPr>
          <p:nvPr>
            <p:ph type="body" idx="1"/>
          </p:nvPr>
        </p:nvSpPr>
        <p:spPr>
          <a:xfrm>
            <a:off x="590550" y="1143000"/>
            <a:ext cx="10798200" cy="13413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000"/>
              <a:buNone/>
            </a:pPr>
            <a:r>
              <a:rPr lang="en-US" sz="2000" b="1" i="0" u="none">
                <a:solidFill>
                  <a:schemeClr val="dk1"/>
                </a:solidFill>
                <a:latin typeface="Calibri"/>
                <a:ea typeface="Calibri"/>
                <a:cs typeface="Calibri"/>
                <a:sym typeface="Calibri"/>
              </a:rPr>
              <a:t>A study is conducted in a company that employs 800 engineers. A random sample of 50 engineers reveals that the average sample age is 34.3 years. Historically, the population standard deviation of the age of the company’s engineers is approximately 8 years. Construct a 98% confidence interval to estimate the average age of all the engineers in this company.</a:t>
            </a:r>
            <a:endParaRPr/>
          </a:p>
          <a:p>
            <a:pPr marL="228600" lvl="0" indent="-101600" algn="l" rtl="0">
              <a:lnSpc>
                <a:spcPct val="90000"/>
              </a:lnSpc>
              <a:spcBef>
                <a:spcPts val="1000"/>
              </a:spcBef>
              <a:spcAft>
                <a:spcPts val="0"/>
              </a:spcAft>
              <a:buClr>
                <a:schemeClr val="dk1"/>
              </a:buClr>
              <a:buSzPts val="2000"/>
              <a:buNone/>
            </a:pPr>
            <a:endParaRPr sz="2000" b="1" i="0" u="none">
              <a:solidFill>
                <a:schemeClr val="dk1"/>
              </a:solidFill>
              <a:latin typeface="Calibri"/>
              <a:ea typeface="Calibri"/>
              <a:cs typeface="Calibri"/>
              <a:sym typeface="Calibri"/>
            </a:endParaRPr>
          </a:p>
        </p:txBody>
      </p:sp>
      <p:pic>
        <p:nvPicPr>
          <p:cNvPr id="752" name="Google Shape;752;p109"/>
          <p:cNvPicPr preferRelativeResize="0"/>
          <p:nvPr/>
        </p:nvPicPr>
        <p:blipFill rotWithShape="1">
          <a:blip r:embed="rId3">
            <a:alphaModFix/>
          </a:blip>
          <a:srcRect/>
          <a:stretch/>
        </p:blipFill>
        <p:spPr>
          <a:xfrm>
            <a:off x="1127125" y="2630487"/>
            <a:ext cx="9891711" cy="1249362"/>
          </a:xfrm>
          <a:prstGeom prst="rect">
            <a:avLst/>
          </a:prstGeom>
          <a:noFill/>
          <a:ln>
            <a:noFill/>
          </a:ln>
        </p:spPr>
      </p:pic>
      <p:pic>
        <p:nvPicPr>
          <p:cNvPr id="753" name="Google Shape;753;p109"/>
          <p:cNvPicPr preferRelativeResize="0"/>
          <p:nvPr/>
        </p:nvPicPr>
        <p:blipFill rotWithShape="1">
          <a:blip r:embed="rId4">
            <a:alphaModFix/>
          </a:blip>
          <a:srcRect/>
          <a:stretch/>
        </p:blipFill>
        <p:spPr>
          <a:xfrm>
            <a:off x="1127125" y="4200525"/>
            <a:ext cx="8589962" cy="17843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11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759" name="Google Shape;759;p110"/>
          <p:cNvSpPr txBox="1">
            <a:spLocks noGrp="1"/>
          </p:cNvSpPr>
          <p:nvPr>
            <p:ph type="body" idx="1"/>
          </p:nvPr>
        </p:nvSpPr>
        <p:spPr>
          <a:xfrm>
            <a:off x="346075" y="1173162"/>
            <a:ext cx="11442600" cy="29370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b="1" i="0" u="none">
                <a:solidFill>
                  <a:schemeClr val="dk1"/>
                </a:solidFill>
                <a:latin typeface="Calibri"/>
                <a:ea typeface="Calibri"/>
                <a:cs typeface="Calibri"/>
                <a:sym typeface="Calibri"/>
              </a:rPr>
              <a:t>A survey was taken of U.S. companies that do business with firms in India. One of the questions on the survey was: Approximately how many years has your company been trading with firms in India? A random sample of 44 responses to this question yielded a mean of 10.455 years. Suppose the population standard deviation for this question is 7.7 years. Using this information, construct a 90% confidence interval for the mean number of years that a company has been trading in India for the population of U.S. companies trading with firms in India.</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11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Solution</a:t>
            </a:r>
            <a:endParaRPr/>
          </a:p>
        </p:txBody>
      </p:sp>
      <p:sp>
        <p:nvSpPr>
          <p:cNvPr id="765" name="Google Shape;765;p111"/>
          <p:cNvSpPr txBox="1"/>
          <p:nvPr/>
        </p:nvSpPr>
        <p:spPr>
          <a:xfrm>
            <a:off x="422651" y="1080734"/>
            <a:ext cx="10941600" cy="5253600"/>
          </a:xfrm>
          <a:prstGeom prst="rect">
            <a:avLst/>
          </a:prstGeom>
          <a:blipFill rotWithShape="1">
            <a:blip r:embed="rId3">
              <a:alphaModFix/>
            </a:blip>
            <a:stretch>
              <a:fillRect l="-1009" t="-1109" r="-96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2800"/>
              <a:buFont typeface="Arial"/>
              <a:buChar char="•"/>
            </a:pPr>
            <a:r>
              <a:rPr lang="en-US" sz="2800" b="0" i="0" u="none" strike="noStrike" cap="none">
                <a:latin typeface="Calibri"/>
                <a:ea typeface="Calibri"/>
                <a:cs typeface="Calibri"/>
                <a:sym typeface="Calibri"/>
              </a:rPr>
              <a:t>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11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Practice Problem-1</a:t>
            </a:r>
            <a:endParaRPr/>
          </a:p>
        </p:txBody>
      </p:sp>
      <p:sp>
        <p:nvSpPr>
          <p:cNvPr id="771" name="Google Shape;771;p112"/>
          <p:cNvSpPr txBox="1">
            <a:spLocks noGrp="1"/>
          </p:cNvSpPr>
          <p:nvPr>
            <p:ph type="body" idx="1"/>
          </p:nvPr>
        </p:nvSpPr>
        <p:spPr>
          <a:xfrm>
            <a:off x="198437" y="1185862"/>
            <a:ext cx="11714100" cy="5511900"/>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Clr>
                <a:srgbClr val="242021"/>
              </a:buClr>
              <a:buSzPts val="2000"/>
              <a:buNone/>
            </a:pPr>
            <a:r>
              <a:rPr lang="en-US" sz="2000" b="0" i="0" u="none">
                <a:solidFill>
                  <a:srgbClr val="242021"/>
                </a:solidFill>
                <a:latin typeface="Calibri"/>
                <a:ea typeface="Calibri"/>
                <a:cs typeface="Calibri"/>
                <a:sym typeface="Calibri"/>
              </a:rPr>
              <a:t>In an effort to estimate the mean amount spent per customer for dinner at a major Atlanta restaurant, data were collected for a sample of 49 customers. Assume a population standard deviation of $5. a. At 95% confidence, what is the margin of error? b. If the sample mean is $24.80, what is the 95% confidence interval for the population mean?</a:t>
            </a:r>
            <a:r>
              <a:rPr lang="en-US" sz="2000" b="0" i="0" u="none">
                <a:solidFill>
                  <a:schemeClr val="dk1"/>
                </a:solidFill>
                <a:latin typeface="Calibri"/>
                <a:ea typeface="Calibri"/>
                <a:cs typeface="Calibri"/>
                <a:sym typeface="Calibri"/>
              </a:rPr>
              <a:t> </a:t>
            </a:r>
            <a:endParaRPr/>
          </a:p>
          <a:p>
            <a:pPr marL="228600" lvl="0" indent="-228600" algn="l" rtl="0">
              <a:lnSpc>
                <a:spcPct val="90000"/>
              </a:lnSpc>
              <a:spcBef>
                <a:spcPts val="1000"/>
              </a:spcBef>
              <a:spcAft>
                <a:spcPts val="0"/>
              </a:spcAft>
              <a:buClr>
                <a:schemeClr val="accent1"/>
              </a:buClr>
              <a:buSzPts val="2800"/>
              <a:buNone/>
            </a:pPr>
            <a:r>
              <a:rPr lang="en-US" sz="2800" b="0" i="0" u="none">
                <a:solidFill>
                  <a:schemeClr val="accent1"/>
                </a:solidFill>
                <a:latin typeface="Times New Roman"/>
                <a:ea typeface="Times New Roman"/>
                <a:cs typeface="Times New Roman"/>
                <a:sym typeface="Times New Roman"/>
              </a:rPr>
              <a:t>Solution</a:t>
            </a:r>
            <a:r>
              <a:rPr lang="en-US" sz="3200" b="0" i="0" u="none">
                <a:solidFill>
                  <a:schemeClr val="dk1"/>
                </a:solidFill>
                <a:latin typeface="Helvetica Neue"/>
                <a:ea typeface="Helvetica Neue"/>
                <a:cs typeface="Helvetica Neue"/>
                <a:sym typeface="Helvetica Neue"/>
              </a:rPr>
              <a:t>:</a:t>
            </a:r>
            <a:br>
              <a:rPr lang="en-US" sz="3200" b="0" i="0" u="none">
                <a:solidFill>
                  <a:schemeClr val="dk1"/>
                </a:solidFill>
                <a:latin typeface="Helvetica Neue"/>
                <a:ea typeface="Helvetica Neue"/>
                <a:cs typeface="Helvetica Neue"/>
                <a:sym typeface="Helvetica Neue"/>
              </a:rPr>
            </a:br>
            <a:r>
              <a:rPr lang="en-US" sz="3200" b="0" i="0" u="none">
                <a:solidFill>
                  <a:schemeClr val="dk1"/>
                </a:solidFill>
                <a:latin typeface="Helvetica Neue"/>
                <a:ea typeface="Helvetica Neue"/>
                <a:cs typeface="Helvetica Neue"/>
                <a:sym typeface="Helvetica Neue"/>
              </a:rPr>
              <a:t>							</a:t>
            </a:r>
            <a:endParaRPr/>
          </a:p>
          <a:p>
            <a:pPr marL="228600" lvl="0" indent="-228600" algn="l" rtl="0">
              <a:lnSpc>
                <a:spcPct val="90000"/>
              </a:lnSpc>
              <a:spcBef>
                <a:spcPts val="1000"/>
              </a:spcBef>
              <a:spcAft>
                <a:spcPts val="0"/>
              </a:spcAft>
              <a:buClr>
                <a:srgbClr val="242021"/>
              </a:buClr>
              <a:buSzPts val="2800"/>
              <a:buNone/>
            </a:pPr>
            <a:br>
              <a:rPr lang="en-US" sz="2800" b="0" i="0" u="none">
                <a:solidFill>
                  <a:srgbClr val="242021"/>
                </a:solidFill>
                <a:latin typeface="Times"/>
                <a:ea typeface="Times"/>
                <a:cs typeface="Times"/>
                <a:sym typeface="Times"/>
              </a:rPr>
            </a:br>
            <a:endParaRPr/>
          </a:p>
          <a:p>
            <a:pPr marL="228600" lvl="0" indent="-50800" algn="l" rtl="0">
              <a:lnSpc>
                <a:spcPct val="90000"/>
              </a:lnSpc>
              <a:spcBef>
                <a:spcPts val="1000"/>
              </a:spcBef>
              <a:spcAft>
                <a:spcPts val="0"/>
              </a:spcAft>
              <a:buClr>
                <a:schemeClr val="dk1"/>
              </a:buClr>
              <a:buSzPts val="2800"/>
              <a:buNone/>
            </a:pPr>
            <a:endParaRPr sz="2800" b="0" i="0" u="none">
              <a:solidFill>
                <a:srgbClr val="242021"/>
              </a:solidFill>
              <a:latin typeface="Times"/>
              <a:ea typeface="Times"/>
              <a:cs typeface="Times"/>
              <a:sym typeface="Times"/>
            </a:endParaRPr>
          </a:p>
        </p:txBody>
      </p:sp>
      <p:pic>
        <p:nvPicPr>
          <p:cNvPr id="772" name="Google Shape;772;p112"/>
          <p:cNvPicPr preferRelativeResize="0"/>
          <p:nvPr/>
        </p:nvPicPr>
        <p:blipFill rotWithShape="1">
          <a:blip r:embed="rId3">
            <a:alphaModFix/>
          </a:blip>
          <a:srcRect/>
          <a:stretch/>
        </p:blipFill>
        <p:spPr>
          <a:xfrm>
            <a:off x="1609725" y="3082925"/>
            <a:ext cx="4486275" cy="7461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11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Practics Problem-2</a:t>
            </a:r>
            <a:endParaRPr/>
          </a:p>
        </p:txBody>
      </p:sp>
      <p:sp>
        <p:nvSpPr>
          <p:cNvPr id="778" name="Google Shape;778;p113"/>
          <p:cNvSpPr txBox="1">
            <a:spLocks noGrp="1"/>
          </p:cNvSpPr>
          <p:nvPr>
            <p:ph type="body" idx="4294967295"/>
          </p:nvPr>
        </p:nvSpPr>
        <p:spPr>
          <a:xfrm>
            <a:off x="111210" y="1025611"/>
            <a:ext cx="11813100" cy="5671800"/>
          </a:xfrm>
          <a:prstGeom prst="rect">
            <a:avLst/>
          </a:prstGeom>
          <a:blipFill rotWithShape="1">
            <a:blip r:embed="rId3">
              <a:alphaModFix/>
            </a:blip>
            <a:stretch>
              <a:fillRect l="-769" t="-1499" r="-82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1350"/>
              <a:buFont typeface="Arial"/>
              <a:buChar char="•"/>
            </a:pPr>
            <a:r>
              <a:rPr lang="en-US" sz="1350" b="0" i="0" u="none" strike="noStrike" cap="none">
                <a:latin typeface="Helvetica Neue"/>
                <a:ea typeface="Helvetica Neue"/>
                <a:cs typeface="Helvetica Neue"/>
                <a:sym typeface="Helvetica Neue"/>
              </a:rPr>
              <a:t> </a:t>
            </a:r>
            <a:endParaRPr/>
          </a:p>
        </p:txBody>
      </p:sp>
      <p:pic>
        <p:nvPicPr>
          <p:cNvPr id="779" name="Google Shape;779;p113"/>
          <p:cNvPicPr preferRelativeResize="0"/>
          <p:nvPr/>
        </p:nvPicPr>
        <p:blipFill rotWithShape="1">
          <a:blip r:embed="rId4">
            <a:alphaModFix/>
          </a:blip>
          <a:srcRect/>
          <a:stretch/>
        </p:blipFill>
        <p:spPr>
          <a:xfrm>
            <a:off x="1550987" y="3863975"/>
            <a:ext cx="6740525" cy="8064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11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Practice Problem-3</a:t>
            </a:r>
            <a:endParaRPr/>
          </a:p>
        </p:txBody>
      </p:sp>
      <p:sp>
        <p:nvSpPr>
          <p:cNvPr id="785" name="Google Shape;785;p114"/>
          <p:cNvSpPr txBox="1">
            <a:spLocks noGrp="1"/>
          </p:cNvSpPr>
          <p:nvPr>
            <p:ph type="body" idx="1"/>
          </p:nvPr>
        </p:nvSpPr>
        <p:spPr>
          <a:xfrm>
            <a:off x="838200" y="1112837"/>
            <a:ext cx="10652100" cy="4354500"/>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dk1"/>
              </a:buClr>
              <a:buSzPts val="2400"/>
              <a:buNone/>
            </a:pPr>
            <a:r>
              <a:rPr lang="en-US" sz="2400" b="0" i="0" u="none">
                <a:solidFill>
                  <a:schemeClr val="dk1"/>
                </a:solidFill>
                <a:latin typeface="Calibri"/>
                <a:ea typeface="Calibri"/>
                <a:cs typeface="Calibri"/>
                <a:sym typeface="Calibri"/>
              </a:rPr>
              <a:t>A political pollster is conducting an analysis of sample results in order to make predictions on election night. Assuming a two-candidate election, if a specific candidate receives at least 55% of the vote in the sample, then that candidate will be forecast as the winner of the election. If you select a random sample of 100 voters, what is the probability that a candidate will be forecast as the winner when</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a. </a:t>
            </a:r>
            <a:r>
              <a:rPr lang="en-US" sz="2400" b="0" i="0" u="none">
                <a:solidFill>
                  <a:schemeClr val="dk1"/>
                </a:solidFill>
                <a:latin typeface="Calibri"/>
                <a:ea typeface="Calibri"/>
                <a:cs typeface="Calibri"/>
                <a:sym typeface="Calibri"/>
              </a:rPr>
              <a:t>the true percentage of her vote is 50.1%?</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b. </a:t>
            </a:r>
            <a:r>
              <a:rPr lang="en-US" sz="2400" b="0" i="0" u="none">
                <a:solidFill>
                  <a:schemeClr val="dk1"/>
                </a:solidFill>
                <a:latin typeface="Calibri"/>
                <a:ea typeface="Calibri"/>
                <a:cs typeface="Calibri"/>
                <a:sym typeface="Calibri"/>
              </a:rPr>
              <a:t>the true percentage of her vote is 60%?</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c. </a:t>
            </a:r>
            <a:r>
              <a:rPr lang="en-US" sz="2400" b="0" i="0" u="none">
                <a:solidFill>
                  <a:schemeClr val="dk1"/>
                </a:solidFill>
                <a:latin typeface="Calibri"/>
                <a:ea typeface="Calibri"/>
                <a:cs typeface="Calibri"/>
                <a:sym typeface="Calibri"/>
              </a:rPr>
              <a:t>the true percentage of her vote is 49% (and she will lose the election)?</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d. </a:t>
            </a:r>
            <a:r>
              <a:rPr lang="en-US" sz="2400" b="0" i="0" u="none">
                <a:solidFill>
                  <a:schemeClr val="dk1"/>
                </a:solidFill>
                <a:latin typeface="Calibri"/>
                <a:ea typeface="Calibri"/>
                <a:cs typeface="Calibri"/>
                <a:sym typeface="Calibri"/>
              </a:rPr>
              <a:t>If the sample size is increased to 400, what are your answers to (a) through (c)?</a:t>
            </a:r>
            <a:endParaRPr/>
          </a:p>
          <a:p>
            <a:pPr marL="0" lvl="0" indent="0" algn="l" rtl="0">
              <a:lnSpc>
                <a:spcPct val="100000"/>
              </a:lnSpc>
              <a:spcBef>
                <a:spcPts val="1000"/>
              </a:spcBef>
              <a:spcAft>
                <a:spcPts val="0"/>
              </a:spcAft>
              <a:buClr>
                <a:schemeClr val="dk1"/>
              </a:buClr>
              <a:buSzPts val="2400"/>
              <a:buNone/>
            </a:pPr>
            <a:r>
              <a:rPr lang="en-US" sz="2400" b="0" i="0" u="none">
                <a:solidFill>
                  <a:schemeClr val="dk1"/>
                </a:solidFill>
                <a:latin typeface="Calibri"/>
                <a:ea typeface="Calibri"/>
                <a:cs typeface="Calibri"/>
                <a:sym typeface="Calibri"/>
              </a:rPr>
              <a:t> </a:t>
            </a:r>
            <a:br>
              <a:rPr lang="en-US" sz="300" b="0" i="0" u="none">
                <a:solidFill>
                  <a:schemeClr val="dk1"/>
                </a:solidFill>
                <a:latin typeface="Calibri"/>
                <a:ea typeface="Calibri"/>
                <a:cs typeface="Calibri"/>
                <a:sym typeface="Calibri"/>
              </a:rPr>
            </a:b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11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Solution</a:t>
            </a:r>
            <a:endParaRPr/>
          </a:p>
        </p:txBody>
      </p:sp>
      <p:pic>
        <p:nvPicPr>
          <p:cNvPr id="791" name="Google Shape;791;p115" descr="A math problem with numbers and equations&#10;&#10;AI-generated content may be incorrect."/>
          <p:cNvPicPr preferRelativeResize="0"/>
          <p:nvPr/>
        </p:nvPicPr>
        <p:blipFill rotWithShape="1">
          <a:blip r:embed="rId3">
            <a:alphaModFix/>
          </a:blip>
          <a:srcRect/>
          <a:stretch/>
        </p:blipFill>
        <p:spPr>
          <a:xfrm>
            <a:off x="1412875" y="1216025"/>
            <a:ext cx="9910762" cy="358616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11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Practics Problem-4</a:t>
            </a:r>
            <a:endParaRPr/>
          </a:p>
        </p:txBody>
      </p:sp>
      <p:sp>
        <p:nvSpPr>
          <p:cNvPr id="797" name="Google Shape;797;p116"/>
          <p:cNvSpPr txBox="1">
            <a:spLocks noGrp="1"/>
          </p:cNvSpPr>
          <p:nvPr>
            <p:ph type="body" idx="1"/>
          </p:nvPr>
        </p:nvSpPr>
        <p:spPr>
          <a:xfrm>
            <a:off x="534987" y="1074737"/>
            <a:ext cx="11103000" cy="4843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0" i="0" u="none">
                <a:solidFill>
                  <a:schemeClr val="dk1"/>
                </a:solidFill>
                <a:latin typeface="Calibri"/>
                <a:ea typeface="Calibri"/>
                <a:cs typeface="Calibri"/>
                <a:sym typeface="Calibri"/>
              </a:rPr>
              <a:t>The following data represent the bounced check fee, in dollars, charged by a sample of 23 banks for direct-deposit customers who maintain a $100 balance:</a:t>
            </a:r>
            <a:endParaRPr/>
          </a:p>
          <a:p>
            <a:pPr marL="0" lvl="0" indent="0" algn="l" rtl="0">
              <a:lnSpc>
                <a:spcPct val="90000"/>
              </a:lnSpc>
              <a:spcBef>
                <a:spcPts val="1000"/>
              </a:spcBef>
              <a:spcAft>
                <a:spcPts val="0"/>
              </a:spcAft>
              <a:buClr>
                <a:schemeClr val="dk1"/>
              </a:buClr>
              <a:buSzPts val="2400"/>
              <a:buNone/>
            </a:pPr>
            <a:r>
              <a:rPr lang="en-US" sz="2400" b="0" i="0" u="none">
                <a:solidFill>
                  <a:schemeClr val="dk1"/>
                </a:solidFill>
                <a:latin typeface="Calibri"/>
                <a:ea typeface="Calibri"/>
                <a:cs typeface="Calibri"/>
                <a:sym typeface="Calibri"/>
              </a:rPr>
              <a:t>26, 28, 20, 20, 21, 22, 25, 25, 18, 25, 15, 20, 18, 20, 25, 25, 22, 30, 30, 30, 15, 20, 29</a:t>
            </a:r>
            <a:endParaRPr/>
          </a:p>
          <a:p>
            <a:pPr marL="0" lvl="0" indent="-152400" algn="l" rtl="0">
              <a:lnSpc>
                <a:spcPct val="90000"/>
              </a:lnSpc>
              <a:spcBef>
                <a:spcPts val="1000"/>
              </a:spcBef>
              <a:spcAft>
                <a:spcPts val="0"/>
              </a:spcAft>
              <a:buClr>
                <a:schemeClr val="dk1"/>
              </a:buClr>
              <a:buSzPts val="2400"/>
              <a:buFont typeface="Arial"/>
              <a:buAutoNum type="alphaLcPeriod"/>
            </a:pPr>
            <a:r>
              <a:rPr lang="en-US" sz="2400" b="0" i="0" u="none">
                <a:solidFill>
                  <a:schemeClr val="dk1"/>
                </a:solidFill>
                <a:latin typeface="Calibri"/>
                <a:ea typeface="Calibri"/>
                <a:cs typeface="Calibri"/>
                <a:sym typeface="Calibri"/>
              </a:rPr>
              <a:t>Construct a 95% confidence interval for the population mean bounced check fee.</a:t>
            </a:r>
            <a:endParaRPr/>
          </a:p>
          <a:p>
            <a:pPr marL="0" lvl="0" indent="-152400" algn="l" rtl="0">
              <a:lnSpc>
                <a:spcPct val="90000"/>
              </a:lnSpc>
              <a:spcBef>
                <a:spcPts val="1000"/>
              </a:spcBef>
              <a:spcAft>
                <a:spcPts val="0"/>
              </a:spcAft>
              <a:buClr>
                <a:schemeClr val="dk1"/>
              </a:buClr>
              <a:buSzPts val="2400"/>
              <a:buFont typeface="Arial"/>
              <a:buAutoNum type="alphaLcPeriod"/>
            </a:pPr>
            <a:r>
              <a:rPr lang="en-US" sz="2400" b="0" i="0" u="none">
                <a:solidFill>
                  <a:schemeClr val="dk1"/>
                </a:solidFill>
                <a:latin typeface="Calibri"/>
                <a:ea typeface="Calibri"/>
                <a:cs typeface="Calibri"/>
                <a:sym typeface="Calibri"/>
              </a:rPr>
              <a:t>Interpret the interval constructed in (a) </a:t>
            </a:r>
            <a:endParaRPr/>
          </a:p>
          <a:p>
            <a:pPr marL="0" lvl="0" indent="0" algn="l" rtl="0">
              <a:lnSpc>
                <a:spcPct val="90000"/>
              </a:lnSpc>
              <a:spcBef>
                <a:spcPts val="1000"/>
              </a:spcBef>
              <a:spcAft>
                <a:spcPts val="0"/>
              </a:spcAft>
              <a:buClr>
                <a:schemeClr val="dk1"/>
              </a:buClr>
              <a:buSzPts val="2400"/>
              <a:buNone/>
            </a:pPr>
            <a:r>
              <a:rPr lang="en-US" sz="2400" b="0" i="0" u="none">
                <a:solidFill>
                  <a:schemeClr val="dk1"/>
                </a:solidFill>
                <a:latin typeface="Calibri"/>
                <a:ea typeface="Calibri"/>
                <a:cs typeface="Calibri"/>
                <a:sym typeface="Calibri"/>
              </a:rPr>
              <a:t>Solution:</a:t>
            </a:r>
            <a:endParaRPr/>
          </a:p>
          <a:p>
            <a:pPr marL="0" lvl="0" indent="0" algn="l" rtl="0">
              <a:lnSpc>
                <a:spcPct val="90000"/>
              </a:lnSpc>
              <a:spcBef>
                <a:spcPts val="1000"/>
              </a:spcBef>
              <a:spcAft>
                <a:spcPts val="0"/>
              </a:spcAft>
              <a:buClr>
                <a:schemeClr val="dk1"/>
              </a:buClr>
              <a:buSzPts val="2400"/>
              <a:buNone/>
            </a:pPr>
            <a:r>
              <a:rPr lang="en-US" sz="2400" b="0" i="0" u="none">
                <a:solidFill>
                  <a:schemeClr val="dk1"/>
                </a:solidFill>
                <a:latin typeface="Calibri"/>
                <a:ea typeface="Calibri"/>
                <a:cs typeface="Calibri"/>
                <a:sym typeface="Calibri"/>
              </a:rPr>
              <a:t> </a:t>
            </a:r>
            <a:r>
              <a:rPr lang="en-US" sz="2400" b="1" i="0" u="none">
                <a:solidFill>
                  <a:schemeClr val="dk1"/>
                </a:solidFill>
                <a:latin typeface="Calibri"/>
                <a:ea typeface="Calibri"/>
                <a:cs typeface="Calibri"/>
                <a:sym typeface="Calibri"/>
              </a:rPr>
              <a:t>(a) </a:t>
            </a:r>
            <a:r>
              <a:rPr lang="en-US" sz="2400" b="0" i="0" u="none">
                <a:solidFill>
                  <a:schemeClr val="dk1"/>
                </a:solidFill>
                <a:latin typeface="Calibri"/>
                <a:ea typeface="Calibri"/>
                <a:cs typeface="Calibri"/>
                <a:sym typeface="Calibri"/>
              </a:rPr>
              <a:t>$21.01 to  $24.99. </a:t>
            </a:r>
            <a:endParaRPr/>
          </a:p>
          <a:p>
            <a:pPr marL="0" lvl="0" indent="0" algn="l"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 (b) </a:t>
            </a:r>
            <a:r>
              <a:rPr lang="en-US" sz="2400" b="0" i="0" u="none">
                <a:solidFill>
                  <a:schemeClr val="dk1"/>
                </a:solidFill>
                <a:latin typeface="Calibri"/>
                <a:ea typeface="Calibri"/>
                <a:cs typeface="Calibri"/>
                <a:sym typeface="Calibri"/>
              </a:rPr>
              <a:t>You can be 95% confident that the population mean bounced-check fee is between $21.01 and $24.99 </a:t>
            </a:r>
            <a:br>
              <a:rPr lang="en-US" sz="2400" b="0" i="0" u="none">
                <a:solidFill>
                  <a:schemeClr val="dk1"/>
                </a:solidFill>
                <a:latin typeface="Calibri"/>
                <a:ea typeface="Calibri"/>
                <a:cs typeface="Calibri"/>
                <a:sym typeface="Calibri"/>
              </a:rPr>
            </a:br>
            <a:br>
              <a:rPr lang="en-US" sz="2400" b="0" i="0" u="none">
                <a:solidFill>
                  <a:schemeClr val="dk1"/>
                </a:solidFill>
                <a:latin typeface="Helvetica Neue"/>
                <a:ea typeface="Helvetica Neue"/>
                <a:cs typeface="Helvetica Neue"/>
                <a:sym typeface="Helvetica Neue"/>
              </a:rPr>
            </a:br>
            <a:r>
              <a:rPr lang="en-US" sz="2400" b="0" i="0" u="none">
                <a:solidFill>
                  <a:schemeClr val="dk1"/>
                </a:solidFill>
                <a:latin typeface="Helvetica Neue"/>
                <a:ea typeface="Helvetica Neue"/>
                <a:cs typeface="Helvetica Neue"/>
                <a:sym typeface="Helvetica Neue"/>
              </a:rPr>
              <a:t> </a:t>
            </a:r>
            <a:br>
              <a:rPr lang="en-US" sz="1300" b="0" i="0" u="none">
                <a:solidFill>
                  <a:schemeClr val="dk1"/>
                </a:solidFill>
                <a:latin typeface="Helvetica Neue"/>
                <a:ea typeface="Helvetica Neue"/>
                <a:cs typeface="Helvetica Neue"/>
                <a:sym typeface="Helvetica Neue"/>
              </a:rPr>
            </a:b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1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Practice Problem-5</a:t>
            </a:r>
            <a:endParaRPr/>
          </a:p>
        </p:txBody>
      </p:sp>
      <p:sp>
        <p:nvSpPr>
          <p:cNvPr id="803" name="Google Shape;803;p117"/>
          <p:cNvSpPr txBox="1">
            <a:spLocks noGrp="1"/>
          </p:cNvSpPr>
          <p:nvPr>
            <p:ph type="body" idx="1"/>
          </p:nvPr>
        </p:nvSpPr>
        <p:spPr>
          <a:xfrm>
            <a:off x="111125" y="1087437"/>
            <a:ext cx="11825400" cy="41895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A survey is planned to determine the mean annual family medical expenses of employees of a large company. The management of the company wishes to be 95% confident that the sample mean is correct to within $50 of the population mean annual family medical expenses. A previous study indicates that the standard deviation is approximately $400.</a:t>
            </a:r>
            <a:endParaRPr/>
          </a:p>
          <a:p>
            <a:pPr marL="228600" lvl="0" indent="-228600" algn="l" rtl="0">
              <a:lnSpc>
                <a:spcPct val="90000"/>
              </a:lnSpc>
              <a:spcBef>
                <a:spcPts val="1000"/>
              </a:spcBef>
              <a:spcAft>
                <a:spcPts val="0"/>
              </a:spcAft>
              <a:buClr>
                <a:schemeClr val="dk1"/>
              </a:buClr>
              <a:buSzPts val="2000"/>
              <a:buFont typeface="Arial"/>
              <a:buAutoNum type="alphaLcPeriod"/>
            </a:pPr>
            <a:r>
              <a:rPr lang="en-US" sz="2000" b="0" i="0" u="none">
                <a:solidFill>
                  <a:schemeClr val="dk1"/>
                </a:solidFill>
                <a:latin typeface="Calibri"/>
                <a:ea typeface="Calibri"/>
                <a:cs typeface="Calibri"/>
                <a:sym typeface="Calibri"/>
              </a:rPr>
              <a:t>How large a sample size is necessary?</a:t>
            </a:r>
            <a:endParaRPr/>
          </a:p>
          <a:p>
            <a:pPr marL="228600" lvl="0" indent="-228600" algn="l" rtl="0">
              <a:lnSpc>
                <a:spcPct val="90000"/>
              </a:lnSpc>
              <a:spcBef>
                <a:spcPts val="1000"/>
              </a:spcBef>
              <a:spcAft>
                <a:spcPts val="0"/>
              </a:spcAft>
              <a:buClr>
                <a:schemeClr val="dk1"/>
              </a:buClr>
              <a:buSzPts val="2000"/>
              <a:buFont typeface="Arial"/>
              <a:buAutoNum type="alphaLcPeriod"/>
            </a:pPr>
            <a:r>
              <a:rPr lang="en-US" sz="2000" b="0" i="0" u="none">
                <a:solidFill>
                  <a:schemeClr val="dk1"/>
                </a:solidFill>
                <a:latin typeface="Calibri"/>
                <a:ea typeface="Calibri"/>
                <a:cs typeface="Calibri"/>
                <a:sym typeface="Calibri"/>
              </a:rPr>
              <a:t>If management wants to be correct to within $25, what sample size is necessary? </a:t>
            </a:r>
            <a:endParaRPr/>
          </a:p>
          <a:p>
            <a:pPr marL="228600" lvl="0" indent="-228600" algn="l" rtl="0">
              <a:lnSpc>
                <a:spcPct val="90000"/>
              </a:lnSpc>
              <a:spcBef>
                <a:spcPts val="1000"/>
              </a:spcBef>
              <a:spcAft>
                <a:spcPts val="0"/>
              </a:spcAft>
              <a:buClr>
                <a:schemeClr val="dk1"/>
              </a:buClr>
              <a:buSzPts val="2000"/>
              <a:buNone/>
            </a:pPr>
            <a:endParaRPr sz="2000" b="0" i="0" u="none">
              <a:solidFill>
                <a:schemeClr val="dk1"/>
              </a:solidFill>
              <a:latin typeface="Calibri"/>
              <a:ea typeface="Calibri"/>
              <a:cs typeface="Calibri"/>
              <a:sym typeface="Calibri"/>
            </a:endParaRPr>
          </a:p>
          <a:p>
            <a:pPr marL="228600" lvl="0" indent="-228600" algn="l" rtl="0">
              <a:lnSpc>
                <a:spcPct val="90000"/>
              </a:lnSpc>
              <a:spcBef>
                <a:spcPts val="1000"/>
              </a:spcBef>
              <a:spcAft>
                <a:spcPts val="0"/>
              </a:spcAft>
              <a:buClr>
                <a:schemeClr val="dk1"/>
              </a:buClr>
              <a:buSzPts val="2000"/>
              <a:buNone/>
            </a:pPr>
            <a:r>
              <a:rPr lang="en-US" sz="2000" b="0" i="0" u="none">
                <a:solidFill>
                  <a:schemeClr val="dk1"/>
                </a:solidFill>
                <a:latin typeface="Helvetica Neue"/>
                <a:ea typeface="Helvetica Neue"/>
                <a:cs typeface="Helvetica Neue"/>
                <a:sym typeface="Helvetica Neue"/>
              </a:rPr>
              <a:t>Solution:</a:t>
            </a:r>
            <a:br>
              <a:rPr lang="en-US" sz="1300" b="0" i="0" u="none">
                <a:solidFill>
                  <a:schemeClr val="dk1"/>
                </a:solidFill>
                <a:latin typeface="Helvetica Neue"/>
                <a:ea typeface="Helvetica Neue"/>
                <a:cs typeface="Helvetica Neue"/>
                <a:sym typeface="Helvetica Neue"/>
              </a:rPr>
            </a:br>
            <a:endParaRPr/>
          </a:p>
        </p:txBody>
      </p:sp>
      <p:pic>
        <p:nvPicPr>
          <p:cNvPr id="804" name="Google Shape;804;p117" descr="A math problem with numbers and equations&#10;&#10;AI-generated content may be incorrect."/>
          <p:cNvPicPr preferRelativeResize="0"/>
          <p:nvPr/>
        </p:nvPicPr>
        <p:blipFill rotWithShape="1">
          <a:blip r:embed="rId3">
            <a:alphaModFix/>
          </a:blip>
          <a:srcRect/>
          <a:stretch/>
        </p:blipFill>
        <p:spPr>
          <a:xfrm>
            <a:off x="1554162" y="3527425"/>
            <a:ext cx="6002337" cy="27686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1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Glossary</a:t>
            </a:r>
            <a:endParaRPr/>
          </a:p>
        </p:txBody>
      </p:sp>
      <p:sp>
        <p:nvSpPr>
          <p:cNvPr id="810" name="Google Shape;810;p118"/>
          <p:cNvSpPr txBox="1">
            <a:spLocks noGrp="1"/>
          </p:cNvSpPr>
          <p:nvPr>
            <p:ph type="body" idx="1"/>
          </p:nvPr>
        </p:nvSpPr>
        <p:spPr>
          <a:xfrm>
            <a:off x="425450" y="1093787"/>
            <a:ext cx="11387100" cy="52944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Population</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Sample</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Random sampling</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Stratified sampling</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Parameter</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Statistics</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Point estimate</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Interval estimation </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Sampling distribution</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Confidence level</a:t>
            </a:r>
            <a:endParaRP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a:solidFill>
                  <a:srgbClr val="0166B3"/>
                </a:solidFill>
                <a:latin typeface="Calibri"/>
                <a:ea typeface="Calibri"/>
                <a:cs typeface="Calibri"/>
                <a:sym typeface="Calibri"/>
              </a:rPr>
              <a:t>Confidence interval</a:t>
            </a:r>
            <a:endParaRPr/>
          </a:p>
          <a:p>
            <a:pPr marL="228600" lvl="0" indent="-114300" algn="l" rtl="0">
              <a:lnSpc>
                <a:spcPct val="90000"/>
              </a:lnSpc>
              <a:spcBef>
                <a:spcPts val="1000"/>
              </a:spcBef>
              <a:spcAft>
                <a:spcPts val="0"/>
              </a:spcAft>
              <a:buClr>
                <a:schemeClr val="dk1"/>
              </a:buClr>
              <a:buSzPts val="1800"/>
              <a:buNone/>
            </a:pPr>
            <a:endParaRPr sz="1800" b="1" i="0" u="none">
              <a:solidFill>
                <a:srgbClr val="0166B3"/>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119"/>
          <p:cNvSpPr txBox="1">
            <a:spLocks noGrp="1"/>
          </p:cNvSpPr>
          <p:nvPr>
            <p:ph type="title"/>
          </p:nvPr>
        </p:nvSpPr>
        <p:spPr>
          <a:xfrm>
            <a:off x="7888287" y="5191125"/>
            <a:ext cx="3770400" cy="9048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50860"/>
              </a:buClr>
              <a:buSzPts val="4900"/>
              <a:buFont typeface="Helvetica Neue"/>
              <a:buNone/>
            </a:pPr>
            <a:r>
              <a:rPr lang="en-US" sz="4900" b="1" i="0" u="none">
                <a:solidFill>
                  <a:srgbClr val="150860"/>
                </a:solidFill>
                <a:latin typeface="Helvetica Neue"/>
                <a:ea typeface="Helvetica Neue"/>
                <a:cs typeface="Helvetica Neue"/>
                <a:sym typeface="Helvetica Neue"/>
              </a:rPr>
              <a:t>Thank You!</a:t>
            </a:r>
            <a:endParaRPr/>
          </a:p>
        </p:txBody>
      </p:sp>
    </p:spTree>
  </p:cSld>
  <p:clrMapOvr>
    <a:masterClrMapping/>
  </p:clrMapOvr>
</p:sld>
</file>

<file path=ppt/theme/theme1.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7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5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7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8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9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0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1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2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3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14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15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16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18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19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20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21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cf76f155ced4ddcb4097134ff3c332f xmlns="15d03a25-cda5-4943-9684-7d18d97bb3bc">
      <Terms xmlns="http://schemas.microsoft.com/office/infopath/2007/PartnerControls"/>
    </lcf76f155ced4ddcb4097134ff3c332f>
    <LMS_Mappings xmlns="15d03a25-cda5-4943-9684-7d18d97bb3bc" xsi:nil="true"/>
    <Owner xmlns="15d03a25-cda5-4943-9684-7d18d97bb3bc">
      <UserInfo>
        <DisplayName/>
        <AccountId xsi:nil="true"/>
        <AccountType/>
      </UserInfo>
    </Owner>
    <TaxCatchAll xmlns="1abdae7a-7178-4d1e-9626-01799792f2da" xsi:nil="true"/>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Props1.xml><?xml version="1.0" encoding="utf-8"?>
<ds:datastoreItem xmlns:ds="http://schemas.openxmlformats.org/officeDocument/2006/customXml" ds:itemID="{93F24F1F-2BE3-48F6-BE29-1432BF006A66}"/>
</file>

<file path=customXml/itemProps2.xml><?xml version="1.0" encoding="utf-8"?>
<ds:datastoreItem xmlns:ds="http://schemas.openxmlformats.org/officeDocument/2006/customXml" ds:itemID="{7ACD84A2-5501-4FA9-BC9A-83FB490D8C82}"/>
</file>

<file path=customXml/itemProps3.xml><?xml version="1.0" encoding="utf-8"?>
<ds:datastoreItem xmlns:ds="http://schemas.openxmlformats.org/officeDocument/2006/customXml" ds:itemID="{185FB6A7-6748-44DF-B96C-9578FD88782B}"/>
</file>

<file path=docProps/app.xml><?xml version="1.0" encoding="utf-8"?>
<Properties xmlns="http://schemas.openxmlformats.org/officeDocument/2006/extended-properties" xmlns:vt="http://schemas.openxmlformats.org/officeDocument/2006/docPropsVTypes">
  <TotalTime>480</TotalTime>
  <Words>3537</Words>
  <Application>Microsoft Office PowerPoint</Application>
  <PresentationFormat>Widescreen</PresentationFormat>
  <Paragraphs>575</Paragraphs>
  <Slides>64</Slides>
  <Notes>64</Notes>
  <HiddenSlides>0</HiddenSlides>
  <MMClips>0</MMClips>
  <ScaleCrop>false</ScaleCrop>
  <HeadingPairs>
    <vt:vector size="6" baseType="variant">
      <vt:variant>
        <vt:lpstr>Fonts Used</vt:lpstr>
      </vt:variant>
      <vt:variant>
        <vt:i4>10</vt:i4>
      </vt:variant>
      <vt:variant>
        <vt:lpstr>Theme</vt:lpstr>
      </vt:variant>
      <vt:variant>
        <vt:i4>22</vt:i4>
      </vt:variant>
      <vt:variant>
        <vt:lpstr>Slide Titles</vt:lpstr>
      </vt:variant>
      <vt:variant>
        <vt:i4>64</vt:i4>
      </vt:variant>
    </vt:vector>
  </HeadingPairs>
  <TitlesOfParts>
    <vt:vector size="96" baseType="lpstr">
      <vt:lpstr>Arial</vt:lpstr>
      <vt:lpstr>Calibri</vt:lpstr>
      <vt:lpstr>Cambria</vt:lpstr>
      <vt:lpstr>Courier New</vt:lpstr>
      <vt:lpstr>Franklin Gothic</vt:lpstr>
      <vt:lpstr>Helvetica Neue</vt:lpstr>
      <vt:lpstr>Helvetica Neue Light</vt:lpstr>
      <vt:lpstr>Noto Sans Symbols</vt:lpstr>
      <vt:lpstr>Times</vt:lpstr>
      <vt:lpstr>Times New Roman</vt:lpstr>
      <vt:lpstr>3_Office Theme</vt:lpstr>
      <vt:lpstr>6_Office Theme</vt:lpstr>
      <vt:lpstr>4_Office Theme</vt:lpstr>
      <vt:lpstr>Office Theme</vt:lpstr>
      <vt:lpstr>17_Office Theme</vt:lpstr>
      <vt:lpstr>2_Office Theme</vt:lpstr>
      <vt:lpstr>1_Office Theme</vt:lpstr>
      <vt:lpstr>5_Office Theme</vt:lpstr>
      <vt:lpstr>7_Office Theme</vt:lpstr>
      <vt:lpstr>8_Office Theme</vt:lpstr>
      <vt:lpstr>9_Office Theme</vt:lpstr>
      <vt:lpstr>10_Office Theme</vt:lpstr>
      <vt:lpstr>11_Office Theme</vt:lpstr>
      <vt:lpstr>12_Office Theme</vt:lpstr>
      <vt:lpstr>13_Office Theme</vt:lpstr>
      <vt:lpstr>14_Office Theme</vt:lpstr>
      <vt:lpstr>15_Office Theme</vt:lpstr>
      <vt:lpstr>16_Office Theme</vt:lpstr>
      <vt:lpstr>18_Office Theme</vt:lpstr>
      <vt:lpstr>19_Office Theme</vt:lpstr>
      <vt:lpstr>20_Office Theme</vt:lpstr>
      <vt:lpstr>21_Office Theme</vt:lpstr>
      <vt:lpstr>Introduction to  Statistical Methods </vt:lpstr>
      <vt:lpstr>PowerPoint Presentation</vt:lpstr>
      <vt:lpstr> Contact Session 7 </vt:lpstr>
      <vt:lpstr>Agenda</vt:lpstr>
      <vt:lpstr>Population and Sample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Continued….</vt:lpstr>
      <vt:lpstr>Calculation of Mean and Variance</vt:lpstr>
      <vt:lpstr>Sampling Variation</vt:lpstr>
      <vt:lpstr>Sampling Distribution: Definition</vt:lpstr>
      <vt:lpstr> </vt:lpstr>
      <vt:lpstr>Example</vt:lpstr>
      <vt:lpstr>Sample of Size 2</vt:lpstr>
      <vt:lpstr>Sampling Distribution</vt:lpstr>
      <vt:lpstr>Conclusion</vt:lpstr>
      <vt:lpstr>Sampling Disrtibution Analysis</vt:lpstr>
      <vt:lpstr>Shapes of the Distributions of Sample Means</vt:lpstr>
      <vt:lpstr>Central Limit Theorem</vt:lpstr>
      <vt:lpstr>Z score for sample means</vt:lpstr>
      <vt:lpstr>Example-1</vt:lpstr>
      <vt:lpstr>Example-2</vt:lpstr>
      <vt:lpstr>PowerPoint Presentation</vt:lpstr>
      <vt:lpstr>Example-3</vt:lpstr>
      <vt:lpstr>Finite Population Sampling</vt:lpstr>
      <vt:lpstr>Note about Finite Population</vt:lpstr>
      <vt:lpstr>Example-4</vt:lpstr>
      <vt:lpstr>Sampling Distribution of Sample Proportion</vt:lpstr>
      <vt:lpstr>Example</vt:lpstr>
      <vt:lpstr>Central Limit Theorem for Sample Proportion</vt:lpstr>
      <vt:lpstr>Z Formula for Sample Proportion</vt:lpstr>
      <vt:lpstr>Example-4</vt:lpstr>
      <vt:lpstr>Statistical Inference</vt:lpstr>
      <vt:lpstr>Point Estimate</vt:lpstr>
      <vt:lpstr>Terminology and Notations</vt:lpstr>
      <vt:lpstr>Confidence Interval</vt:lpstr>
      <vt:lpstr>Graphical Representation of Confidence Interval</vt:lpstr>
      <vt:lpstr>α in Confidence Intervals</vt:lpstr>
      <vt:lpstr>Confidence Interval For Mean</vt:lpstr>
      <vt:lpstr>Confidence Interval for Difference of Mean of Two Populations</vt:lpstr>
      <vt:lpstr>Another Approach to Find Standard Error</vt:lpstr>
      <vt:lpstr>Example</vt:lpstr>
      <vt:lpstr>Example</vt:lpstr>
      <vt:lpstr>Example</vt:lpstr>
      <vt:lpstr>Solution</vt:lpstr>
      <vt:lpstr>Practice Problem-1</vt:lpstr>
      <vt:lpstr>Practics Problem-2</vt:lpstr>
      <vt:lpstr>Practice Problem-3</vt:lpstr>
      <vt:lpstr>Solution</vt:lpstr>
      <vt:lpstr>Practics Problem-4</vt:lpstr>
      <vt:lpstr>Practice Problem-5</vt:lpstr>
      <vt:lpstr>Glossary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Srinath Naidu .</cp:lastModifiedBy>
  <cp:revision>35</cp:revision>
  <dcterms:modified xsi:type="dcterms:W3CDTF">2026-06-13T06:41:52Z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