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Masters/slideMaster4.xml" ContentType="application/vnd.openxmlformats-officedocument.presentationml.slideMaster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5" r:id="rId1"/>
    <p:sldMasterId id="2147483889" r:id="rId2"/>
    <p:sldMasterId id="2147483902" r:id="rId3"/>
    <p:sldMasterId id="2147483924" r:id="rId4"/>
  </p:sldMasterIdLst>
  <p:notesMasterIdLst>
    <p:notesMasterId r:id="rId78"/>
  </p:notesMasterIdLst>
  <p:sldIdLst>
    <p:sldId id="470" r:id="rId5"/>
    <p:sldId id="3020" r:id="rId6"/>
    <p:sldId id="3013" r:id="rId7"/>
    <p:sldId id="1554" r:id="rId8"/>
    <p:sldId id="2924" r:id="rId9"/>
    <p:sldId id="2925" r:id="rId10"/>
    <p:sldId id="2929" r:id="rId11"/>
    <p:sldId id="2933" r:id="rId12"/>
    <p:sldId id="2930" r:id="rId13"/>
    <p:sldId id="2931" r:id="rId14"/>
    <p:sldId id="2934" r:id="rId15"/>
    <p:sldId id="2932" r:id="rId16"/>
    <p:sldId id="2926" r:id="rId17"/>
    <p:sldId id="2927" r:id="rId18"/>
    <p:sldId id="2995" r:id="rId19"/>
    <p:sldId id="3018" r:id="rId20"/>
    <p:sldId id="3019" r:id="rId21"/>
    <p:sldId id="3015" r:id="rId22"/>
    <p:sldId id="3014" r:id="rId23"/>
    <p:sldId id="3016" r:id="rId24"/>
    <p:sldId id="2928" r:id="rId25"/>
    <p:sldId id="2935" r:id="rId26"/>
    <p:sldId id="2936" r:id="rId27"/>
    <p:sldId id="2938" r:id="rId28"/>
    <p:sldId id="2999" r:id="rId29"/>
    <p:sldId id="2940" r:id="rId30"/>
    <p:sldId id="2958" r:id="rId31"/>
    <p:sldId id="2957" r:id="rId32"/>
    <p:sldId id="3001" r:id="rId33"/>
    <p:sldId id="3003" r:id="rId34"/>
    <p:sldId id="3002" r:id="rId35"/>
    <p:sldId id="3004" r:id="rId36"/>
    <p:sldId id="3005" r:id="rId37"/>
    <p:sldId id="3006" r:id="rId38"/>
    <p:sldId id="3007" r:id="rId39"/>
    <p:sldId id="2956" r:id="rId40"/>
    <p:sldId id="2955" r:id="rId41"/>
    <p:sldId id="2954" r:id="rId42"/>
    <p:sldId id="2953" r:id="rId43"/>
    <p:sldId id="2960" r:id="rId44"/>
    <p:sldId id="2961" r:id="rId45"/>
    <p:sldId id="2965" r:id="rId46"/>
    <p:sldId id="2963" r:id="rId47"/>
    <p:sldId id="3017" r:id="rId48"/>
    <p:sldId id="3012" r:id="rId49"/>
    <p:sldId id="2966" r:id="rId50"/>
    <p:sldId id="2967" r:id="rId51"/>
    <p:sldId id="2968" r:id="rId52"/>
    <p:sldId id="2970" r:id="rId53"/>
    <p:sldId id="2974" r:id="rId54"/>
    <p:sldId id="2975" r:id="rId55"/>
    <p:sldId id="2976" r:id="rId56"/>
    <p:sldId id="2977" r:id="rId57"/>
    <p:sldId id="2980" r:id="rId58"/>
    <p:sldId id="2982" r:id="rId59"/>
    <p:sldId id="2983" r:id="rId60"/>
    <p:sldId id="1604" r:id="rId61"/>
    <p:sldId id="376" r:id="rId62"/>
    <p:sldId id="2984" r:id="rId63"/>
    <p:sldId id="2985" r:id="rId64"/>
    <p:sldId id="2986" r:id="rId65"/>
    <p:sldId id="2987" r:id="rId66"/>
    <p:sldId id="2988" r:id="rId67"/>
    <p:sldId id="2989" r:id="rId68"/>
    <p:sldId id="2990" r:id="rId69"/>
    <p:sldId id="2991" r:id="rId70"/>
    <p:sldId id="2992" r:id="rId71"/>
    <p:sldId id="2993" r:id="rId72"/>
    <p:sldId id="3008" r:id="rId73"/>
    <p:sldId id="3009" r:id="rId74"/>
    <p:sldId id="3010" r:id="rId75"/>
    <p:sldId id="3011" r:id="rId76"/>
    <p:sldId id="3021" r:id="rId77"/>
  </p:sldIdLst>
  <p:sldSz cx="12192000" cy="6858000"/>
  <p:notesSz cx="7010400" cy="9236075"/>
  <p:embeddedFontLst>
    <p:embeddedFont>
      <p:font typeface="MS PGothic" panose="020B0600070205080204" pitchFamily="34" charset="-128"/>
      <p:regular r:id="rId79"/>
    </p:embeddedFont>
    <p:embeddedFont>
      <p:font typeface="Cambria" panose="02040503050406030204" pitchFamily="18" charset="0"/>
      <p:regular r:id="rId80"/>
      <p:bold r:id="rId81"/>
      <p:italic r:id="rId82"/>
      <p:boldItalic r:id="rId83"/>
    </p:embeddedFont>
    <p:embeddedFont>
      <p:font typeface="Cambria Math" panose="02040503050406030204" pitchFamily="18" charset="0"/>
      <p:regular r:id="rId84"/>
    </p:embeddedFont>
    <p:embeddedFont>
      <p:font typeface="Georgia" panose="02040502050405020303" pitchFamily="18" charset="0"/>
      <p:regular r:id="rId85"/>
      <p:bold r:id="rId86"/>
      <p:italic r:id="rId87"/>
      <p:boldItalic r:id="rId88"/>
    </p:embeddedFont>
    <p:embeddedFont>
      <p:font typeface="Helvetica" panose="020B0604020202020204" pitchFamily="34" charset="0"/>
      <p:regular r:id="rId89"/>
      <p:bold r:id="rId90"/>
      <p:italic r:id="rId91"/>
      <p:boldItalic r:id="rId92"/>
    </p:embeddedFont>
    <p:embeddedFont>
      <p:font typeface="Open Sans" panose="020B0606030504020204" pitchFamily="34" charset="0"/>
      <p:regular r:id="rId93"/>
      <p:bold r:id="rId94"/>
    </p:embeddedFont>
    <p:embeddedFont>
      <p:font typeface="Tahoma" panose="020B0604030504040204" pitchFamily="34" charset="0"/>
      <p:regular r:id="rId95"/>
      <p:bold r:id="rId96"/>
    </p:embeddedFont>
    <p:embeddedFont>
      <p:font typeface="Ubuntu" panose="020B0504030602030204" pitchFamily="34" charset="0"/>
      <p:regular r:id="rId9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C1573"/>
    <a:srgbClr val="EA3F26"/>
    <a:srgbClr val="F4AF34"/>
    <a:srgbClr val="616161"/>
    <a:srgbClr val="538BCB"/>
    <a:srgbClr val="E4D7B4"/>
    <a:srgbClr val="72C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072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font" Target="fonts/font1.fntdata"/><Relationship Id="rId102" Type="http://schemas.openxmlformats.org/officeDocument/2006/relationships/customXml" Target="../customXml/item1.xml"/><Relationship Id="rId5" Type="http://schemas.openxmlformats.org/officeDocument/2006/relationships/slide" Target="slides/slide1.xml"/><Relationship Id="rId90" Type="http://schemas.openxmlformats.org/officeDocument/2006/relationships/font" Target="fonts/font12.fntdata"/><Relationship Id="rId95" Type="http://schemas.openxmlformats.org/officeDocument/2006/relationships/font" Target="fonts/font17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customXml" Target="../customXml/item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font" Target="fonts/font13.fntdata"/><Relationship Id="rId96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font" Target="fonts/font16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font" Target="fonts/font19.fntdata"/><Relationship Id="rId104" Type="http://schemas.openxmlformats.org/officeDocument/2006/relationships/customXml" Target="../customXml/item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9.fntdata"/><Relationship Id="rId61" Type="http://schemas.openxmlformats.org/officeDocument/2006/relationships/slide" Target="slides/slide57.xml"/><Relationship Id="rId82" Type="http://schemas.openxmlformats.org/officeDocument/2006/relationships/font" Target="fonts/font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font" Target="fonts/font15.fntdata"/><Relationship Id="rId98" Type="http://schemas.openxmlformats.org/officeDocument/2006/relationships/presProps" Target="presProps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6597 426 6189,'2'-12'2413,"-2"18"1968,-2 17-1953,-12-29-2096,-20-9 199,0 2-1,-63-15 1,4 1-169,68 20-234,-1 1 1,0 0-1,-41-2 1,-24-2-202,45 1 1,28 5 193,1 1 1,-24-1-1,40 4-116,-1 0 0,0-1 0,1 1-1,-1 0 1,0 0 0,1-1-1,-1 1 1,0-1 0,1 0 0,-1 1-1,1-1 1,-3-1 0,3 1 1,-1 0 1,0 0-1,1 0 0,-1 0 1,1 1-1,-1-1 0,0 1 1,0-1-1,1 1 0,-1 0 1,0-1-1,-2 1 0,-20-1 31,1-2 0,0-1 0,-25-7 0,18 4-52,-41-5 0,-103-2 101,146 13-68,0-2 0,1-1 0,-42-11 0,26 6 17,35 8-40,1 0 0,-1 0 0,0-1-1,1 0 1,0-1 0,-1 1-1,-6-5 1,5 3-7,1 0 1,-1 0-1,0 1 0,0 1 1,-14-3-1,-17-5-20,30 7 50,0 1 0,0 0 0,-13-1-1,-29-5-86,38 4 41,0 0 64,-1 0 0,-29-3 0,-235-25 255,113 16-145,-48-2 128,68 3-143,14 1-46,61 13-101,1 3-1,-92 14 1,61-6-3,-56 8 44,139-16-7,-1 0-1,0-2 1,0-1 0,-22-3-1,-23 0 6,43 3-24,1-1 0,-24-5 0,24 3-8,0 1 1,-24 0-1,-104-8-47,92 10-14,-45 1 149,-62 7 31,152-6-111,4-1 1,0 0 0,-1 0 0,1-1 0,-14-3-1,-23 3 46,35 1-35,0 0-1,0-1 1,0 1-1,0-2 1,-10-2-1,8 1 0,-1 1 0,1 0 0,0 1 0,-1 0 0,-12 1 0,-24-2 27,11-2 168,-69 4-1,9 0-105,-63 0 108,10-3-40,100 4-102,-69 10 79,93-10-143,0 2 0,-43 9 1,8-1 145,54-10-120,0 0 1,0 1 0,0-1-1,1 1 1,-12 6 0,17-8-22,0 1 0,0-1 1,0 1-1,0-1 1,0 0-1,0 0 1,0 1-1,-1-1 0,1 0 1,0 0-1,0 0 1,0 0-1,0 0 1,0 0-1,0 0 0,-2-1 1,-2 0 12,-49 7 120,15 0-86,0-1-28,0 3 1,-49 14-1,-12 4-29,-145 13 67,117-13 91,31-5-82,72-15-75,1 1 0,0 1 1,-26 13-1,-5 2 27,29-11-31,1 0 1,-38 27 0,25-15 36,22-14-33,0 1 1,1 0-1,1 2 1,0-1-1,1 2 1,0 0-1,1 0 1,0 1-1,-16 30 1,21-37-6,5-6 9,0 0 0,0 1-1,0-1 1,1 1-1,-1 0 1,1-1 0,-1 1-1,1 0 1,0 0-1,-2 5 1,-5 16 3,1 0-1,1 0 1,-5 49-1,6-8 21,4 76 1,2-91-59,-2-36 29,1-1 0,1 1-1,0-1 1,1 1 0,4 19 0,4 1-28,5 40 1,11 31 70,7 48-34,-29-137 0,0 0 1,1-1-1,11 24 0,-8-21-13,9 16 7,1-1-1,2-1 0,1-1 0,1 0 0,52 52 1,29 16-1,-59-57 6,125 110-20,-120-112-22,86 53 1,-92-64 26,-1 2-1,-1 2 1,37 40 0,-4-5 49,1 4-76,38 33 109,-97-92-69,1-1 0,0-1-1,1 0 1,0-1 0,1-1 0,0 0-1,31 9 1,181 56-25,-208-68 42,-1-1 0,1 0 0,0-2 1,-1-1-1,32 0 0,116-13 52,-161 10-64,499-73-1,-214 3 49,-130 29-55,72-32-46,-51 13 73,-79 29-61,-52 14 38,0 2 0,112-15 1,215-13 91,-293 29-9,91-28 0,131-45-15,-241 71-65,92-11 0,-79 15 39,43-14 2,-67 14-30,151-20 6,-50 11 11,86-28 109,-195 39-99,37-11-18,-73 18-21,-1 1 1,21-2-1,-22 4-2,0-1 0,-1 0 0,21-7 0,-20 4 6,-1 1-1,0 0 0,1 0 0,0 1 1,-1 1-1,14-1 0,-15 1-7,0 1 0,-1-2 1,1 1-1,-1-1 0,10-5 0,-8 4 9,0 0-1,0 1 1,18-4-1,-10 3 1,0 0-1,34-13 0,1 0 129,-50 15-119,6 0 33,-1 0 1,0-1-1,0 0 0,0-1 0,0 0 1,-1-1-1,0 1 0,0-1 0,14-12 0,-13 6-25,0-1 0,-1 0 0,-1 0 0,0 0 0,0-1 0,-1 0 0,6-22-1,-8 23-32,9-21 78,-2 0-1,-2-1 1,-1 0 0,7-68-1,-13 63-46,9-86 8,-7 102 102,-2-1 0,-1 1 0,-1 0-1,-1-1 1,-5-23 0,2 19 213,3 18-171,0 0 0,0-1 0,-1 2 0,-1-1 0,0 0 0,0 0 0,-1 1 0,0-1 0,-1 1 0,-9-14 0,4 9 69,2 0-1,-1-1 1,-7-19 0,-14-24 433,-26-31-113,13 20-600,29 45-328,12 18 95,0 1-1,1 0 1,-1-1 0,1 1-1,1-1 1,-1 0 0,1-9 0,-1 6 8,1-4-27,-1 1 1,0-1-1,-1 1 1,-1-1-1,0 1 1,-6-15-1,5 21 181,0 1-1,-1 0 1,0 0-1,0 0 1,0 1-1,0 0 0,-1 0 1,0 0-1,-9-4 1,-16-8-1174,-42-13 0,68 27 949,-1 1 0,0 0 0,0-1 0,0 2 0,0-1 1,0 1-1,-8 0 0,-13 0-1045,20-1 920,-2 0-1160,0 0 0,-1 1 0,-15 1 0,-1 6-5512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7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15485,'26'-9'5233,"-3"3"-3265,0 3-92,3-2-88,0-4-303,-3 3-329,17-5-236,-8 2-20,-15 6-380,9-5-336,3 2-452,-12-3-720,3-2-640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22366,'64'-72'2640,"-27"37"-540,-8 4-519,2 5-333,1-3-620,5 6-764,7 3-952,-1 3-424,-3-3-801,-23 11-1067,9-2-3157,0-1-6076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17958,'0'0'117,"-1"0"0,1 1 0,-1-1 1,1 0-1,-1 0 0,1 0 0,0 0 1,-1 1-1,1-1 0,-1 0 0,1 0 1,-1 1-1,1-1 0,0 0 0,-1 1 0,1-1 1,0 0-1,-1 1 0,1-1 0,0 1 1,0-1-1,-1 0 0,1 1 0,0-1 1,0 1-1,0-1 0,0 1 0,-1-1 1,1 1-1,0-1 0,0 1 0,0-1 1,0 1-1,0-1 0,0 1 0,0-1 1,0 1-1,0-1 0,1 0 0,-1 1 1,0-1-1,0 1 0,0-1 0,1 1 0,-1-1 1,0 1-1,0-1 0,2 2 1910,-2 13-367,0-6-1385,0 157 1601,1 201-1748,3-307-1166,18 95 1,-2-27-1503,-12-93 1246,-6-29 86,0 1 1,0-1-1,-1 1 0,0-1 0,0 10 1,2-32-3945,2-5-3108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73 15233,'-19'0'3164,"20"-5"-669,11-5-996,-1 3-684,0 1 1,0-1 0,0 2-1,1 0 1,0 0 0,0 1-1,0 1 1,20-4 0,-5 3-70,0 2 1,1 0-1,28 2 1,-51 1-741,0-1 0,0 1 0,-1-1 0,1 1 1,0 1-1,-1-1 0,1 1 0,7 3 0,-10-4-7,0 0-1,0 1 1,0-1 0,0 1-1,-1 0 1,1-1-1,0 1 1,-1 0 0,1 0-1,-1 0 1,0 0-1,1 0 1,-1 1-1,0-1 1,0 0 0,0 0-1,-1 1 1,1-1-1,0 4 1,0 7-391,0 1 0,-1-1 0,0 1 0,-1-1 1,-1 0-1,0 0 0,-1 1 0,0-2 0,-1 1 0,0 0 0,-1-1 0,0 1 0,-10 14 0,-6 7-3252,-1-1-1,-2-1 1,-34 36 0,18-27-6053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 17922,'-2'0'20,"-28"1"1362,-53 10 1,72-8-926,1 0 1,-1 0 0,0 1 0,1 0-1,0 1 1,0 0 0,0 1 0,-14 10-1,12-5-148,1 0 0,0 0-1,0 1 1,1 1 0,0 0-1,-11 20 1,-40 91 603,59-118-868,-45 109 279,5 1 0,6 2 0,4 2 1,6 1-1,-11 128 0,32-210-370,3 0 0,1 0 1,1 0-1,3 0 0,1 0 0,9 38 0,-10-63-266,1 0 0,1 0 0,0-1-1,0 0 1,2 0 0,-1 0 0,2-1-1,-1 1 1,2-2 0,0 1 0,0-2-1,1 1 1,0-1 0,1 0 0,0-1-1,0-1 1,1 1 0,0-2 0,18 9-1,-14-10-2111,-1-1-1,1 0 0,27 4 1,3-1-8178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1087 9701,'0'0'10826,"0"-4"-10113,21-226 2075,-7 50-2422,60-438 2373,-74 614-2649,0 0-1,1 0 1,0 0 0,-1 0-1,1 0 1,1 0-1,-1 0 1,0 0 0,1 0-1,0 0 1,2-3-1,-3 7-76,-1-1 0,0 1-1,1 0 1,-1 0 0,0-1-1,1 1 1,-1 0 0,0 0-1,1 0 1,-1-1 0,1 1-1,-1 0 1,1 0 0,-1 0-1,0 0 1,1 0 0,-1 0-1,1 0 1,-1 0 0,1 0-1,-1 0 1,0 0 0,1 0-1,-1 0 1,1 0 0,-1 0-1,1 1 1,-1-1 0,0 0-1,1 0 1,-1 0 0,1 1-1,1 0 15,0 1-1,-1 0 0,1 0 1,0 0-1,-1 0 0,1 0 0,-1 0 1,1 0-1,0 3 0,9 22 92,-1 0 1,-1 0-1,-2 0 0,7 51 0,-4-27-33,74 267-1494,-23-62-5434,-54-186-2214,-4-36-215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16257,'23'0'1965,"-3"-8"-293,18-4-284,-21 12-264,15 0-592,2 0-528,-5-3-680,17-5-1032,-32 2-1512,9 12-1913,0-3-4088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2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21038,'-14'83'2063,"11"-66"-291,3-17-1666,-1 1 1,0-1-1,1 0 1,-1 0-1,0 1 1,1-1-1,-1 0 0,1 1 1,-1-1-1,1 1 1,-1-1-1,1 1 1,-1-1-1,1 1 1,-1-1-1,1 1 0,0-1 1,-1 1-1,1 0 1,0-1-1,-1 1 1,1-1-1,0 1 1,0 0-1,0-1 0,0 1 1,0 0-1,-1-1 1,1 2-1,0 21 421,2-5-127,2 0 0,0-1-1,9 24 1,2 9 235,9 56-194,-5 0-1,-5 1 1,-4 1-1,-5 111 0,-50 432-1757,45-650 1299,-3 31-1079,-1 0-1,-1-1 0,-2 0 0,-11 30 0,-48 113-10092,27-89-841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30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4912,'10'5'9259,"-10"-5"-8598,1 0 0,1 0 1,17-4 4466,22-14-3587,-22 10 221,409-142 6419,-385 139-8389,-40 11-959,-17 5-6634,9-4 6266,-23 10-5717,4 3-4568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5:3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29 170 14849,'-13'-3'-947,"-3"2"10920,33 4-7236,-2-2-2121,1-1 1,-1-1-1,1-1 0,-1 0 0,0 0 0,24-8 0,-15 4-111,187-51 832,-149 41-1281,-43 12-134,1-1 1,-2 0 0,1-2 0,30-14-1,-48 21-242,0-1 0,0 0 0,0 1 0,0-1 0,0 0 0,0 0 0,0 0 0,0 0 0,-1 0 0,1 0 0,0 0 0,0 0-1,-1 0 1,1-2 0,0 2-22,-1 1 0,0-1 1,0 1-1,0-1 0,0 0 0,0 1 0,0-1 0,0 0 0,0 1 0,-1-1 0,1 1 0,0-1 0,0 1 0,0-1 0,-1 0 0,1 1 0,0-1 1,-1 1-1,1-1 0,0 1 0,-1-1 0,1 1 0,-1-1 0,1 1 0,-1 0 0,1-1 0,-1 1 0,1 0 0,-1-1 0,1 1 0,-1 0 0,0-1 0,-15 1-13025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9:1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7433,'0'0'3971,"3"0"-3170,29 6 3592,-32-6-4329,1-1 0,0 1 1,-1 0-1,1 0 0,-1 0 0,1-1 0,0 1 0,-1 0 0,1 0 1,-1-1-1,1 1 0,-1-1 0,1 1 0,0 0 0,-1-1 0,0 1 0,2-2 1,5-4 1088,0 4 2766,28 4-3669,32-1 344,153-10 594,-68 4-445,314-29 402,-136 7-794,899-24-26,-818 38-245,1065-81 1094,-1125 49 974,-315 39-1582,1 1-1,59 1 0,-93 4-778,-23-13-16898,-9-6 4900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9:1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104 159 6601,'-6'-3'495,"0"1"0,0 1 1,0-1-1,0 1 0,0 0 0,0 0 1,0 0-1,-13 1 4807,-15 0-2752,31 0 1,20 4-1540,1 0-612,0-1 0,0-1-1,33 0 1,1 0 148,515-2 3582,-400-6-3563,513-20 724,-38 2-617,-276 10-280,327-5 1109,-199 19-1407,-470 3-95,2-7 0,0-3-179,-23 7-774,-17-14-4658,-13-7 1309,4 6-2232,-5-1-5670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2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10625,'1'-2'5863,"47"-68"-1728,-32 44-3552,78-118 1562,-77 120-1349,2 1 1,0 1-1,37-33 1,-56 55-783,0 0 0,0-1 0,1 1 1,-1 0-1,0 0 0,0 0 0,0 0 0,0 0 0,1 0 0,-1-1 1,0 1-1,0 0 0,0 0 0,0 0 0,1 0 0,-1 0 0,0 0 0,0 0 1,0 0-1,1 0 0,-1 0 0,0 0 0,0 0 0,0 0 0,1 0 0,-1 0 1,0 0-1,0 0 0,0 0 0,1 0 0,-1 0 0,0 0 0,0 1 1,0-1-1,1 0 0,3 2 49,1 0 0,-1 0 0,1 1 0,-1 0 0,0 0 0,0 0 0,0 0 0,-1 0 0,1 1 0,-1 0 0,0 0 0,0 0 0,0 0 0,0 0 0,-1 0 0,0 1 0,1 0 0,1 6 1,2 9 25,-1 0 1,-1 1 0,2 25 0,-4-30-34,30 553 614,-28-378-691,5-44-14,6-1 0,64 274 0,0-23 214,-73-344-160,-2 0 0,-3 0 0,-1 0 0,-4 0 0,-15 85 0,3-76-249,-3-1 0,-2 0 0,-33 66 0,48-114-154,-1 0 0,0-1 0,-1 0 0,0 0 0,-19 21 0,25-31 152,-1 1 0,1-1 0,-1 0 0,0 1 0,0-1 1,1-1-1,-1 1 0,0 0 0,-1-1 0,1 1 0,0-1 0,0 0 0,-1 0 1,1 0-1,0-1 0,-1 1 0,1-1 0,-1 0 0,1 0 0,0 0 0,-1 0 1,1 0-1,-1-1 0,1 0 0,0 0 0,-1 0 0,1 0 0,0 0 0,0 0 1,-4-3-1,2 1-646,1 0 1,-1 0 0,1-1-1,0 0 1,0 1 0,-6-8 0,-17-35-9082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331 748 11357,'19'-3'8667,"-34"10"-6821,-37 19-1159,2 3 0,-61 44-1,48-29 52,54-38-460,1 0 0,1 1 0,-1 0 0,1 0 0,-11 15 0,17-20 122,6 21 600,-5-20-836,0-3-158,0 0 0,0 0 0,0 0 0,0 0 0,0 1 0,0-1 0,0 0 0,0 0 0,0 0 0,0 0 0,0 0 0,0 0 0,0 0 0,0 0 0,0 0 0,0 0 0,0 1 1,0-1-1,1 0 0,-1 0 0,0 0 0,0 0 0,0 0 0,0 0 0,0 0 0,0 0 0,0 0 0,0 0 0,0 0 0,0 0 0,0 0 0,1 0 0,-1 0 0,0 0 0,0 0 0,0 0 0,0 0 0,0 0 0,0 0 0,0 0 0,0 0 0,0 0 0,1 0 0,-1 0 0,0 0 0,0 0 1,0 0-1,0 0 0,0 0 0,0 0 0,0 0 0,0 0 0,0 0 0,0 0 0,0 0 0,1 0 0,-1 0 0,0 0 0,0-1 0,18-4 167,-1 0 0,1-2-1,-1 0 1,-1-1 0,1-1 0,-2-1 0,24-17 0,-23 14-704,1 2 0,29-17 1,-39 25 172,-1 1 1,1 0-1,-1 0 1,1 0-1,7 0 1,-4 0 254,-7 2-111,11 8-100,11 5 545,0-2 1,1 0-1,0-2 0,0 0 1,1-2-1,0-1 0,1-1 1,0-2-1,41 1 1,-45-4-256,0-1 0,0-1 0,0-1 1,0-1-1,29-9 0,-46 11-81,0 0-1,0-1 0,-1 0 0,1 0 0,0 0 1,-1-1-1,0 0 0,0-1 0,0 1 1,0-1-1,-1 0 0,0 0 0,0-1 1,0 0-1,-1 0 0,0 0 0,0 0 1,0-1-1,-1 1 0,0-1 0,3-10 1,-1-1-104,-2-1 1,-1 0 0,0 0 0,-1 0-1,-3-35 1,-20-98-388,12 99 435,6 25 147,-47-251 1151,43 248-376,-2 0 1,-25-58-1,40 119-357,-3-14-314,9 97 245,2 16-180,-8-98-152,52 269 63,-46-259-447,1-1 0,3 0 0,1-1 0,1 0 0,27 41 0,-39-73 234,1 1 0,-1-2 0,1 1 0,14 11 0,-18-17 126,-1 0 0,1 0 0,0 0 1,0 0-1,1 0 0,-1 0 0,0-1 1,0 1-1,0-1 0,0 0 1,1 0-1,-1 0 0,0 0 0,0 0 1,0 0-1,0 0 0,1-1 0,-1 1 1,0-1-1,0 1 0,0-1 0,0 0 1,0 0-1,0 0 0,0 0 1,2-2-1,1 0-4,0 0 1,0-1-1,0 0 1,0 0 0,0 0-1,-1 0 1,8-11-1,12-24 52,-2 0-1,-2-2 1,22-65-1,-37 93 23,0-4 184,1 0 0,1 1 0,0 0 0,1 0 0,15-22 0,-21 37-160,-2 5-13,-11 161 284,4-97-247,2 70 0,6-118-116,-2-7 148,1 0-1,1 0 0,0 0 0,1 0 0,0 0 0,1-1 0,6 17 0,-8-28-102,0 0 0,-1 0-1,1 0 1,0 0-1,0 0 1,0 0-1,0 0 1,0-1-1,1 1 1,-1 0-1,0 0 1,0-1-1,0 1 1,1-1-1,-1 1 1,0-1 0,1 0-1,-1 0 1,0 1-1,1-1 1,-1 0-1,0 0 1,1 0-1,-1 0 1,0 0-1,1-1 1,-1 1-1,2-1 1,3 0 49,-1-1 0,1 0 0,-1 0 1,1 0-1,4-4 0,22-15 320,-1-2 0,-1-1 0,-1-1 0,31-35 0,-35 34-60,270-282 1902,-158 153-5637,-133 151 3772,2-6-5899,-31-2-15701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166 200 8777,'0'0'15817,"1"-3"-14679,3-2-788,0 0-1,0 0 1,0 0-1,1 0 1,-1 1-1,1 0 1,0 0-1,0 0 1,1 1-1,-1 0 1,9-4-1,27-19 503,-19 11-527,0 1 0,25-11-1,-47 25-329,1 0 0,-1 0 0,0 0 0,0 0 0,0 0 0,0 0 0,0 0 0,1 0 0,-1 0 0,0 0 0,0 0 0,0-1-1,0 1 1,0 0 0,0 0 0,0 0 0,0 0 0,1 0 0,-1 0 0,0 0 0,0-1 0,0 1 0,0 0 0,0 0 0,0 0 0,0 0 0,0 0 0,0 0-1,0-1 1,0 1 0,0 0 0,0 0 0,0 0 0,0 0 0,0 0 0,0-1 0,0 1 0,0 0 0,0 0 0,0 0 0,0 0 0,0 0 0,0-1 0,-1-2-24,1 0-89,0-1 0,-1 1 0,0 0 0,1-1 0,-1 1 0,-1 0 1,1-1-1,-3-4 0,2 6 33,1 0 1,-1 1 0,0-1 0,1 1 0,-1-1 0,0 1 0,0 0-1,0 0 1,0 0 0,0 0 0,0 0 0,-1 1 0,1-1-1,0 0 1,0 1 0,0 0 0,-1-1 0,-2 1 0,-7 0-116,1 0 1,-1 1 0,0 0-1,1 1 1,-1 0-1,1 1 1,-1 0 0,1 1-1,-16 7 1,-12 8 91,-44 29 0,76-43 180,2-3-7,1 1-1,0 0 1,-1 0 0,2 1-1,-1-1 1,0 1 0,1 0 0,-1 0-1,1 0 1,0 1 0,0-1-1,-4 10 1,7-12-38,-1 1 0,0-1-1,1 1 1,0-1 0,-1 1 0,1-1 0,0 0-1,0 1 1,0-1 0,1 1 0,-1-1 0,1 1-1,-1-1 1,1 0 0,0 1 0,0-1 0,0 0-1,0 0 1,0 0 0,0 1 0,1-1 0,-1 0-1,1-1 1,-1 1 0,1 0 0,0 0 0,0-1-1,0 1 1,3 2 0,7 3-17,-1 0 0,1-1 0,0-1 0,0 1-1,1-2 1,0 0 0,-1 0 0,1-1 0,1-1 0,13 1 0,22 0-1167,67-4 1,-111 0 1034,112-7-4585,-40-2-2853,-14-3-3211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3 11613,'-19'1'653,"12"-1"-199,1 0 0,-1 0 1,0 0-1,-10-3 0,10 2-214,1 1 0,0 0 0,0 1 0,0 0 0,0 0-1,0 0 1,0 0 0,0 1 0,1 0 0,-1 0 0,0 1 0,1-1 0,-1 1-1,-7 7 1,-21 7 378,-18 4-65,28-13 189,0 2-1,-22 13 0,43-21-295,-3 1 308,5-3-581,0 1 0,0-1 0,-1 1 0,1-1-1,0 1 1,0 0 0,0 0 0,0-1 0,0 1 0,0 0 0,0 0-1,0 0 1,0 0 0,-1 1 0,15 4 78,0-1 1,0-1-1,0-1 0,0 0 1,1 0-1,0-1 0,-1-1 1,22 0-1,-31-2-638,0 1-1,0 1 1,0-1-1,0 0 1,0 1-1,0 0 1,0 0-1,4 1 1,-11-21-1504,3 11 1789,-1 0 0,-1 0-1,1 0 1,-1 1 0,-1-1-1,0 1 1,0-1 0,0 1-1,-6-9 1,8 14 959,-5-15 147,4 5-289,5 9 994,-1 3-1599,-1 1 1,1-1-1,0 1 1,-1-1-1,1 1 1,-1 0-1,0 0 1,1 0-1,-1 0 0,0 0 1,2 1-1,21 20 427,26 29 0,8 7-1288,15 4-3722,-71-60 3827,0-1 0,0 1 0,0-1 1,0 1-1,0-1 0,0 0 0,1 0 0,-1 0 0,0 0 0,5 0 0,1 1-1796,16 7-7671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1040 6481,'-4'4'371,"-12"6"862,16-10-1157,-1 1-1,1-1 0,0 0 0,-1 0 1,1 0-1,-1 0 0,1 0 1,-1 0-1,1 0 0,-1 0 0,1 0 1,0 0-1,-1 0 0,1 0 1,-1 0-1,1 0 0,-1 0 0,1 0 1,0 0-1,-1 0 0,1-1 1,-1 1-1,1 0 0,0 0 0,-1 0 1,1-1-1,-1 1 0,1 0 0,0-1 1,0 1-1,-1-1 0,-1 0 324,1-1 0,-1 1 0,0 0 0,1 0 0,-1 0 0,0 0-1,0 0 1,0 1 0,0-1 0,1 1 0,-5-2 0,3 2 466,1-1 713,-2 1-186,-6 0-677,-1 0 0,1 2 0,-1-1 1,1 1-1,0 1 0,0 0 0,0 0 0,-10 5 1,15-6-547,1 1 0,-1-1-1,1 1 1,0-1 0,0 1 0,0 0 0,1 1 0,-1-1 0,1 1 0,-1-1 0,1 1 0,0 0 0,1 1 0,-1-1 0,1 0 0,0 1 0,0-1-1,0 1 1,-2 7 0,4-11-144,0 0 0,0 0 0,0 0 0,0 0-1,0 0 1,1 0 0,-1 0 0,0 0 0,0 0 0,1 0-1,-1 0 1,0 0 0,1 0 0,-1 0 0,1-1-1,1 3 1,0 1 48,-1 0-44,1-1 1,-1 0-1,0 0 0,1 0 0,0 0 1,0 0-1,0 0 0,0 0 0,1 0 1,-1-1-1,1 1 0,-1-1 1,1 0-1,0 1 0,0-2 0,6 5 1,-5-5-55,1 1 0,0-1 0,-1 0 0,1 0 0,0 0 0,0 0 1,0-1-1,0 0 0,0 0 0,0 0 0,5-2 0,1 0-210,0-1-1,0 0 1,0-1-1,0 0 1,-1 0-1,0-2 0,0 1 1,0-1-1,18-14 1,-20 11-23,0 0 0,0 0 0,0 0 1,-1-1-1,-1 0 0,0-1 0,0 1 0,-1-1 0,0 0 1,4-19-1,0-1-511,-2 0-1,5-60 1,-8 3 257,-3-2 0,-4 2-1,-5-1 1,-25-122 0,20 137 1043,7 32 86,-3 1 1,-25-77-1,33 115-541,0 0 0,-1 0 0,1 0 0,-1 0 1,0 0-1,0 0 0,0 0 0,0 0 0,-5-4 0,6 6-57,0 1 0,0 0-1,1-1 1,-1 1-1,0 0 1,0 0 0,0 0-1,0-1 1,1 1 0,-1 0-1,0 0 1,0 0 0,0 0-1,0 1 1,0-1 0,1 0-1,-1 0 1,0 0 0,0 1-1,0-1 1,1 0 0,-1 1-1,0-1 1,0 1 0,1-1-1,-1 1 1,0-1 0,1 1-1,-1-1 1,0 1 0,1 0-1,-1-1 1,1 1-1,-1 0 1,1-1 0,0 1-1,-1 0 1,0 1 0,-4 7 116,1-1-1,0 1 1,0-1 0,1 1-1,0 0 1,0 0 0,-1 13-1,-7 72 794,10-72-749,-3 34 271,3 1 1,3-1-1,10 67 1,-5-78-205,2-1 1,3 0-1,1-1 0,27 62 1,-31-86-168,0 0 0,2-1 0,0 0 0,27 33 0,-32-45-130,-1 0 0,1-1 1,0 1-1,0-1 0,1-1 0,0 1 1,0-1-1,0 0 0,0 0 0,0-1 1,1 0-1,0-1 0,0 1 0,-1-1 1,17 1-1,-12-2-157,1-1 0,-1 0 0,1-1 0,-1 0-1,1-1 1,-1 0 0,0-1 0,0-1 0,0 0 0,0 0 0,-1-1 0,0-1 0,0 0-1,0 0 1,19-16 0,-7 3-517,-1-1-1,-1-1 1,34-45-1,-55 66 718,0 0 0,0 0-1,0-1 1,0 1 0,0 0 0,1 0-1,-1 0 1,0 0 0,0-1 0,0 1 0,0 0-1,0 0 1,0 0 0,0 0 0,1 0-1,-1 0 1,0 0 0,0-1 0,0 1 0,0 0-1,1 0 1,-1 0 0,0 0 0,0 0 0,0 0-1,0 0 1,1 0 0,-1 0 0,0 0-1,0 0 1,0 0 0,0 0 0,1 0 0,-1 0-1,0 0 1,0 0 0,0 0 0,0 0-1,1 0 1,-1 0 0,0 0 0,0 1 0,0-1-1,0 0 1,0 0 0,1 0 0,4 12-94,1 28 296,-4-23-125,0-7 15,1 0 0,0 0-1,0 0 1,1 0-1,0-1 1,0 1 0,10 13-1,-12-20-69,0 0-1,1 0 1,-1 0-1,1 0 0,-1-1 1,1 1-1,0-1 1,0 1-1,0-1 0,0 0 1,1 0-1,-1 0 1,0-1-1,1 1 0,-1-1 1,1 0-1,0 0 1,-1 0-1,1-1 0,0 1 1,0-1-1,-1 0 1,1 0-1,4 0 0,0-2-28,0 0 0,0 0 0,0-1 0,0 0-1,0 0 1,-1-1 0,9-5 0,51-38 204,-41 28 221,-22 16-217,-1 1 48,0 1 0,0-1 1,0 0-1,-1 0 0,1 0 0,-1 0 1,1-1-1,-1 1 0,4-6 0,-6 14 159,1-1 0,0 0 0,0 1 0,3 8 0,1 5 11,9 84 829,-4 2 1,-4 124-1,-5-138-884,-10 369-1732,9-449 1056,0-3-102,-1 0-1,0 0 0,0 0 0,-3 9 1,4-15 244,-1 0 1,1-1 0,-1 1 0,0-1 0,0 1 0,1-1 0,-1 1-1,0-1 1,-1 0 0,1 1 0,0-1 0,0 0 0,0 0 0,-1 0 0,1 0-1,0 0 1,-1 0 0,1 0 0,-1 0 0,1-1 0,-1 1 0,0-1-1,1 1 1,-3 0 0,-41 4-10118,8-9-544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 11289,'1'0'148,"-1"1"0,0-1 0,0 1 0,0-1 0,1 1 0,-1 0-1,0-1 1,0 1 0,0-1 0,0 1 0,0-1 0,0 1 0,0-1 0,-1 1 0,1 0 0,0-1 0,0 1-1,0-1 1,0 1 0,-1-1 0,1 1 0,0-1 0,0 1 0,-1 0 0,-11-3 4614,-6-2-4444,14 4-229,1 1 1,-1-1-1,1 1 1,-1 0 0,1 0-1,-1 1 1,1-1 0,0 1-1,-1 0 1,1 0 0,0 0-1,0 0 1,-5 5 0,4-4-8,1 1 1,-1 0-1,0 0 1,1 0-1,0 1 1,0-1 0,0 1-1,-3 8 1,0 24 342,2-8 111,2-21-284,1-1 0,0 1 0,0 1 0,1-1 0,0 0 0,1 0-1,0 0 1,0 0 0,4 13 0,2 3 692,20 41 0,-24-57-732,11 23 420,-2-7 33,-2 0 0,0 0 0,8 37 0,-17-53-618,1 0 1,-1 0-1,-1 0 0,0-1 0,0 1 1,0 0-1,-1 0 0,0 0 0,-1 0 0,1-1 1,-2 1-1,1-1 0,-1 1 0,0-1 1,-8 14-1,5-13-401,1-1 1,-2 1-1,1-1 0,-1 0 0,0-1 1,-1 0-1,1 0 0,-1 0 1,0-1-1,-1 0 0,1-1 1,-1 0-1,0 0 0,0-1 0,0 0 1,0 0-1,-1-1 0,1-1 1,-16 2-1,-18 1-2349,-18 1-5045,15-8-3436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8877,'-17'12'851,"0"0"0,0-2 1,-24 11-1,34-18-567,1 1 1,-1-1 0,1 2-1,0-1 1,0 1 0,0 0-1,0 0 1,-5 7 0,-1 0 575,10-10-41,-6 13 1174,-13 13 1780,17-24-3481,1-1-1,1 0 1,-1 1-1,0 0 1,1 0-1,0 0 1,0 0-1,0 0 1,-2 7-1,1 6 228,1 0-1,1 1 1,1-1-1,3 34 1,-1-25-269,28 335 1557,-17-229-1542,19 112-34,-16-149-538,-15-94 297,0 0 0,-1 0 0,1 1 1,0-1-1,0 0 0,0 0 0,0 0 0,0 0 0,0 0 1,0 0-1,0 0 0,0 0 0,0 0 0,1 0 1,-1 0-1,0-1 0,0 1 0,1-1 0,-1 1 1,2 0-1,1-3-31,-1-1-1,1 1 1,-1 0 0,0-1 0,0 0 0,0 1-1,0-1 1,0-1 0,0 1 0,1-4 0,-1 4-12,54-73-1992,73-129-1,-122 192 1791,1 0-1,10-12 0,-7 9 0,-9 13 186,-1 0 1,0 0-1,0 0 1,-1 0-1,1 0 1,-1-1-1,2-5 1,-2 11 49,-1-1 0,1 0 0,0 1-1,0-1 1,-1 0 0,1 0 0,0 1 0,0-1 0,0 0 0,1 0 0,-1 0 0,2 1 0,8 9-18,-7-3 28,0 1 0,-1 0 0,0 0 0,4 18 0,-5-15-14,1 0-1,1 0 1,5 12 0,4 2 34,28 44 0,-35-61 50,1 0-1,0-1 1,1 0 0,-1 0-1,2 0 1,-1-1 0,19 12-1,-23-17-43,0 0 0,1 0 0,0-1 0,-1 1 0,1-1 0,0 0 0,-1 0 0,1-1 0,0 1-1,0-1 1,0 0 0,0 0 0,-1-1 0,1 1 0,0-1 0,0 0 0,-1-1 0,1 1 0,0-1 0,5-2 0,-3 0-37,1 0 1,-1-1 0,0 0 0,0 0-1,0 0 1,0-1 0,-1 0-1,0 0 1,0 0 0,7-12 0,-7 10-42,-1 0 1,0 0-1,0 0 1,-1-1 0,0 0-1,-1 1 1,0-1-1,0-1 1,-1 1 0,2-14-1,-4 20-8,4-23-65,-3 18 105,0 5 20,0 3 25,0 1-1,0-1 1,0 1 0,-1 0 0,1 0-1,0-1 1,0 1 0,0 0 0,0 0-1,-1 0 1,1 0 0,0 0 0,0 2-1,6 7 275,6 4 233,0 0 1,0-1-1,1-1 0,1 0 1,0-1-1,1 0 0,18 9 1,11-2 193,-41-17-670,-3-1-250,-1-1 136,1 1-1,0-1 0,0 0 1,-1 1-1,1-1 0,0 0 1,-1 1-1,1-1 0,-1 0 1,1 0-1,-1 1 0,1-1 1,-1 0-1,0 0 0,1 0 1,-1 0-1,0 0 0,1 0 1,-1 1-1,0-1 1,0 0-1,0 0 0,0 0 1,0 0-1,0 0 0,0 0 1,-1 0-1,1 0 0,0 0 1,0 0-1,-1 0 0,1 1 1,-1-2-1,-2-1-104,1 1 0,-1-1 0,0 1-1,0 0 1,0 0 0,-1 0 0,-5-2 0,-6-4-537,-140-72-11976,114 59 4650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4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8301,'4'-8'-451,"5"-9"12095,-11 28-9698,1-7-1771,0 0-1,1 0 1,-1 0-1,1 0 1,0 1 0,0-1-1,1 6 1,-1 23 388,-1-24-413,2 0 0,-1 1 0,1-1-1,1 0 1,-1 0 0,2 0 0,4 14-1,-1-5 102,-4-11-157,1 0 1,1 0-1,-1-1 1,1 1-1,0-1 1,0 0-1,1 0 0,0 0 1,0-1-1,10 9 1,-6-7-93,0 0-1,1 0 1,-1 0 0,2-1-1,-1-1 1,13 5 0,-19-9-76,0 0 1,0 0 0,0 0-1,0-1 1,-1 0-1,1 0 1,0 0 0,0 0-1,0-1 1,0 1 0,0-1-1,0 0 1,-1 0-1,1-1 1,0 1 0,-1-1-1,1 1 1,-1-1 0,0 0-1,1-1 1,-1 1-1,0 0 1,0-1 0,0 0-1,-1 0 1,1 0-1,-1 0 1,1 0 0,-1 0-1,0-1 1,0 1 0,-1-1-1,3-6 1,1-3-187,1 0 1,10-16 0,-14 26 154,-1 1 89,-1 1 23,1-1-1,-1 1 1,1-1-1,0 1 1,-1-1-1,1 1 1,0 0-1,0 0 1,0-1-1,0 1 1,0 0 0,0 0-1,1 0 1,-1 0-1,0 0 1,1 0-1,-1 0 1,0 1-1,1-1 1,1 0-1,2 0 33,0 0-1,0 1 0,-1 0 0,1 0 0,9 1 1,-4 0-5,4 2 361,1 0 0,-1 1 0,-1 1 0,1 0 0,-1 0 0,0 2 0,0 0 0,16 11-1,-20-13 130,-7-3 1158,-3-6-1491,-11-21-283,-1 1 0,-31-44 0,-42-43-3689,50 67-116,33 41 3177,1-1 1,0 1-1,1-1 0,-1 1 0,1-1 1,-1 0-1,1 1 0,0-1 1,1 0-1,-2-5 0,2 5-1213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4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78 11229,'-19'18'1497,"12"-12"-432,0 0-1,1 1 0,-1-1 1,1 1-1,1 1 1,-7 9-1,-35 58 2109,46-72-3029,0-1-1,0 1 1,0 0-1,1 0 1,-1 0 0,1-1-1,0 1 1,0 0-1,1 4 1,-1 1 207,-1-5 210,0-1-59,-2 6-420,-1 7 905,5-15-957,-1 0 1,1 1-1,0-1 1,-1 0-1,1 0 1,0 0-1,0 0 0,-1 1 1,1-1-1,0 0 1,-1 0-1,1 0 1,0-1-1,-1 1 1,1 0-1,0 0 1,0 0-1,-1 0 0,1-1 1,0 1-1,-1 0 1,2-1-1,2-1 1,1 0 0,-1 0-1,0 0 1,0 0 0,1-1 0,-2 0-1,1 0 1,0 0 0,5-6 0,29-38 85,-30 37-78,18-22-57,36-32 0,-16 16-47,-1-12-84,-43 58 51,-1 5-16,6 27-46,-2 0 0,2 32 1,-5-34-710,2-1 0,0 0 0,9 27 1,-11-48-52,0 0 0,0-1 0,1 1 0,-1-1 0,1 0 0,0 0 0,1 0 0,-1 0 0,1 0 0,0-1 0,9 8 0,17 3-9045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9 352 11369,'0'0'4807,"-1"1"-3425,-6 13 161,7-13-1512,0-1-1,0 0 1,0 0 0,0 0 0,0 0-1,0 1 1,0-1 0,0 0 0,0 0-1,0 0 1,0 0 0,0 1 0,1-1-1,-1 0 1,0 0 0,0 0 0,0 0-1,0 0 1,0 1 0,0-1 0,1 0-1,-1 0 1,0 0 0,0 0 0,0 0-1,0 0 1,1 0 0,-1 0 0,0 0 0,0 0-1,0 1 1,1-1 0,-1 0 0,0 0-1,0 0 1,0 0 0,0 0 0,1 0-1,-1-1 1,4 1 123,0-1-1,-1 0 0,1 0 1,0 0-1,-1-1 0,6-2 1,-3 0-14,0 0 1,0 0 0,0-1 0,8-8 0,-4 3 9,6-7 19,0-1 0,-2-1-1,0 0 1,-1-1 0,-1 0 0,15-34 0,8-14-104,-12 23-178,-21 42 63,-2-1 27,1 1-1,-1-1 1,1 1-1,0-1 1,3-6-1,-4 9 21,1-1-20,-2 3 4,-2 3 17,1 0 0,0-1-1,0 1 1,0 0-1,0 0 1,1 0-1,-1 1 1,1-1-1,0 0 1,0 0-1,1 1 1,0-1 0,-1 0-1,1 1 1,0-1-1,1 0 1,-1 1-1,3 5 1,-2-4 15,0 0 1,0-1 0,1 1-1,0-1 1,0 1 0,1-1-1,0 0 1,0 0 0,5 8-1,-5-11-9,0 1 0,-1-1 1,1 0-1,0 0 0,1 0 0,-1 0 0,0-1 0,0 1 0,1-1 0,-1 0 0,1 0 0,-1 0 0,1-1 0,-1 1 1,1-1-1,-1 0 0,8 0 0,4-1 2,0 0 0,0-1 0,0-1 0,0 0 0,0-1 0,0-1 0,-1 0 1,16-8-1,-12 3 13,1 0-1,-2-1 1,1-1 0,-2 0 0,25-25 0,-2-9-20,-37 44-10,-9 9 7,6-7 29,0 0-1,0 1 0,0 0 0,0-1 0,0 1 0,1-1 1,-1 1-1,0 0 0,0-1 0,0 1 0,1 0 0,-1 0 1,1 0-1,-1 0 0,0 0 0,0 1 0,-20 62 1614,21-62-1503,-1 1 1,1-1-1,0 1 0,0-1 0,0 1 0,1 0 0,-1-1 0,0 1 0,1-1 1,1 5-1,-1-3 107,0-3-208,-1 0-1,1-1 1,-1 1 0,1 0-1,-1-1 1,1 1 0,-1 0-1,1-1 1,0 1 0,-1-1-1,1 1 1,0-1 0,-1 1-1,1-1 1,0 0 0,0 1-1,-1-1 1,1 0 0,0 0-1,0 1 1,0-1 0,1 0-1,0 1 66,2 0-37,0 0-1,0 0 1,0 0 0,1 0-1,-1-1 1,0 1 0,1-1-1,-1 0 1,0-1 0,8 0-1,42-16 371,-44 14-442,0-1 0,0 1 0,0 0 0,1 1 1,19-2-1,1 0-1077,-30 4 1025,0 0 0,0 0 0,0 0 0,0 0 0,0 0-1,-1 0 1,1 0 0,0 1 0,0-1 0,0 0 0,0 1 0,0-1 0,-1 1 0,1-1 0,0 1 0,0-1 0,-1 1 0,1 0-1,0-1 1,-1 1 0,2 1 0,0 0-158,1 0-228,0 1-1,0 0 0,0 1 0,0-1 0,0 0 0,-1 1 0,0-1 1,3 7-1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20754,'0'0'6236,"14"-12"-7744,-2 4 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41 848 12165,'11'-11'4212,"-17"-3"-1275,5 8-2731,0 1 0,0 0 0,0 0 0,1-1 0,0 1 0,0 0 0,0-1 0,1 1 0,0 0 0,0 0 0,2-8 0,1-5 172,13-131 2132,-2-180 0,-13 250-1931,-5-40 165,1 61-488,2 60-260,0 0 0,-1 0 0,1-1 0,-1 1 0,1 0 0,-1-1 0,1 1 0,-1 0 1,-1 2-1,-5 11-17,-11 49-93,2 1 1,4 0 0,2 1 0,-2 85 0,20 273-2655,5-300 1369,-2-27-1525,-8-33-2436,-7-85-1234,-4-11 486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1 402 10469,'1'-2'255,"0"0"0,1 1 0,-1-1 1,1 0-1,-1 0 0,1 1 0,0-1 0,0 1 0,0 0 1,-1-1-1,1 1 0,1 0 0,-1 0 0,0 0 0,0 0 1,0 1-1,0-1 0,1 1 0,-1-1 0,0 1 0,5 0 1,7-1 791,0 1 1,23 3-1,-1 0-75,-3-3-433,0-1 1,0-2-1,60-13 1,-90 15-522,-1 0-1,0 0 1,1 0 0,-1 0 0,0 0 0,0 0-1,0-1 1,0 1 0,0 0 0,0-1 0,-1 0-1,1 1 1,0-1 0,-1 0 0,1 0 0,-1 0 0,1-2-1,1-1 6,-1 0-1,-1 1 0,1-1 0,-1 0 0,1 0 1,-2 0-1,2-9 0,-2-4 34,0 0 1,-2 0-1,-4-25 0,6 41-44,-6-22 423,0 0-1,-2 1 1,0 0-1,-14-23 1,-6 2 884,28 44-1316,0 0 0,0 0 0,0 0 0,0-1 0,0 1 0,0 0 0,0 0 0,0 0 0,0 0 0,0 0-1,0 0 1,-1 0 0,1 0 0,0-1 0,0 1 0,0 0 0,0 0 0,0 0 0,0 0 0,0 0 0,0 0-1,-1 0 1,1 0 0,0 0 0,0 0 0,0 0 0,0 0 0,0 0 0,0 0 0,0 0 0,-1 0 0,1 0 0,0 0-1,0 0 1,0 0 0,0 0 0,0 0 0,0 0 0,-1 0 0,1 0 0,0 0 0,0 0 0,0 0 0,0 0-1,0 0 1,0 0 0,0 0 0,-1 0 0,1 0 0,0 0 0,0 1 0,0-1 0,0 0 0,0 0 0,0 0 0,0 0-1,0 0 1,0 1 0,-3 12 100,1 24-7,2-30-75,1 25 12,1 1-1,2-1 1,10 41 0,-1-7-14,7 41-130,6-2-1,4 0 0,75 173 1,-49-166-1987,-45-126 983,-6 4 933,0 1-1,-1-1 1,0-1 0,-1 1-1,0 0 1,0-1 0,-1 1 0,-1-1-1,1-15 1,-1 11 25,1 0-1,0 0 1,1 0 0,8-20-1,-7 23 112,1 1-1,0 0 0,1 1 1,1-1-1,-1 1 1,14-15-1,-16 21 85,0 0 0,0 0 0,1 1 0,-1-1 0,1 1 0,0 0 0,0 0 0,0 1-1,0 0 1,1-1 0,-1 2 0,1-1 0,-1 1 0,1-1 0,-1 2 0,9-2 0,1 2 55,1 0 0,-1 0 0,0 1 1,0 1-1,0 1 0,24 7 0,9 8 174,79 44 0,37 37 8,-26-15-121,-97-54 31,-39-28 123,-2-9-51,0-1 0,-1 1-1,0 0 1,0-1 0,-1 1-1,0 0 1,0 0 0,-1 0-1,1 0 1,-2 0 0,-5-10-1,7 16 139,-9-13 124,9 12-210,2 6-91,5 16-4,13 37-306,-13-39 6,42 111-2662,-29-87-966,1 0-3832,-3-11-3301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88 872 10213,'-31'46'5708,"8"-34"1708,3-12-6532,19 0-857,1 0 0,-1-1 1,1 1-1,-1 0 0,0 0 0,1 0 1,-1 0-1,0 0 0,1 0 1,-1 1-1,1-1 0,-1 0 0,0 0 1,1 0-1,-1 1 0,1-1 0,-1 0 1,1 0-1,-1 1 0,1-1 0,-1 0 1,0 1-1,6 11 739,0-4-672,-1 1 84,0 0 0,0 0 1,3 16-1,8 20 22,-4-17-295,0-2 0,3 1 0,0-2 0,1 1 0,28 32-1,-15-23-491,-14-19 236,0 1 1,0-2-1,18 14 0,-27-25 245,1 0 1,0 0-1,-1 0 1,1-1 0,1 0-1,-1 0 1,0-1-1,1 0 1,-1 0 0,1 0-1,0-1 1,-1 0-1,13 0 1,-6-2-86,-1 0-1,1 0 1,-1-2-1,1 1 1,-1-2-1,0 0 1,0 0-1,0-1 1,0 0-1,-1-1 1,19-13-1,-17 9 161,1-1-1,-2 0 0,1 0 0,-2-1 0,0-1 0,0 0 1,-1 0-1,13-23 0,10-17 1416,-31 51-1298,-1 0 1,1 0-1,-1 0 0,1 0 1,0 0-1,0 0 0,4-3 1,-2 1 35,-2 2 208,13 9-34,-12-6-250,-1 0 0,1 0 0,-1 0 0,0 0 0,1 1 1,-1-1-1,0 1 0,0-1 0,0 1 0,0 0 0,-1 0 1,1-1-1,0 1 0,-1 1 0,1-1 0,-1 0 0,2 3 1,4 7 215,0-1 0,1 0 0,0-1 0,1 0 0,0 0 0,0-1 0,1 0 0,0-1 0,22 14 0,-15-12 26,0-1 0,1-1 0,0-1 0,0 0 0,0-1 1,27 4-1,-38-9-429,-1-1 1,1 0-1,0 0 1,0-1-1,13-2 1,-18 3 33,-2 0 91,0 0 0,1 0-1,-1 0 1,0 0 0,0 0-1,0 0 1,0 0 0,0 0-1,0 0 1,0 0 0,1 0-1,-1 0 1,0 0 0,0 0 0,0 0-1,0 0 1,0 0 0,0 0-1,0-1 1,0 1 0,1 0-1,-1 0 1,0 0 0,0 0-1,0 0 1,0 0 0,0 0 0,0 0-1,0 0 1,0-1 0,0 1-1,0 0 1,0 0 0,0 0-1,0 0 1,0 0 0,0 0-1,0 0 1,0-1 0,0 1 0,0 0-1,0 0 1,0 0 0,0 0-1,0 0 1,0 0 0,0 0-1,0-1 1,0 1 0,0-3-181,-1-1 0,1 0 0,-1 1 0,0-1 0,0 1 0,0-1 0,-1 1 0,1-1 0,-1 1 0,0 0 0,0 0 0,0 0 1,0 0-1,-1 0 0,1 0 0,-1 1 0,1-1 0,-1 1 0,0 0 0,-5-4 0,-9-4-969,0 1-1,-33-14 1,18 9 170,-59-24-894,-22-10 2092,104 43 308,1 0 1,-1-1-1,-11-10 0,17 14-294,3 2-195,0 0 0,-1 0 0,1-1-1,0 1 1,0 0 0,0 0 0,0 0 0,0 0-1,-1 0 1,1 0 0,0 0 0,0 0-1,0-1 1,0 1 0,0 0 0,0 0-1,0 0 1,0 0 0,0-1 0,0 1 0,-1 0-1,1 0 1,0 0 0,0 0 0,0 0-1,0-1 1,0 1 0,0 0 0,0 0-1,0 0 1,0 0 0,0-1 0,0 1 0,1 0-1,-1 0 1,0 0 0,0 0 0,0-1-1,0 1 1,2-5 154,0 0 0,1 0-1,-1 0 1,1 1 0,0-1 0,1 1-1,-1 0 1,1 0 0,0 0-1,0 0 1,0 0 0,0 1 0,1 0-1,-1 0 1,1 0 0,0 0 0,0 1-1,0 0 1,10-3 0,10-3 814,1 2-1,47-6 1,-73 11-986,43-4 534,1 0 0,0 3 1,0 2-1,0 2 0,-1 1 0,1 3 1,48 12-1,-78-14-424,0 1 0,-1 1-1,1 0 1,20 13 0,-28-16-101,-1 1 0,1 0 0,-1 0 1,0 0-1,0 1 0,-1-1 0,0 1 0,1 0 0,-2 1 0,1-1 0,-1 1 0,4 7 0,-5-8-98,-1 0 0,0 0 1,0 1-1,-1-1 0,0 1 0,0-1 0,0 1 0,0-1 0,-1 0 0,-2 11 1,-1 12-767,-2 24-1183,6-49 1682,3-4-203,1 0 527,-1 0 1,0 0 0,1 0 0,-1-1 0,0 1 0,0-1-1,0 0 1,0 0 0,0 0 0,0 0 0,3-4-1,-2 3 14,53-46 294,-18 16 340,59-39-1,-31 32 187,129-57 0,-192 96-796,1-1 0,-1 1 0,0 0 0,0 1 0,1-1 0,-1 1 0,1-1 0,-1 1 0,1 1 0,-1-1 0,0 1 0,1-1 0,-1 1 0,0 1 0,8 2 0,-10-3-22,0 0 0,0 0 1,1 0-1,-1 1 0,0-1 0,-1 1 0,1-1 1,0 1-1,0 0 0,-1 0 0,1 0 1,-1 0-1,1 0 0,-1 0 0,0 0 0,0 0 1,0 1-1,1 3 0,1 3-179,-1 0 0,0 0 0,1 13 0,0 14-322,-2-13-321,6 28 0,-6-45 700,0 0 0,1 0 1,0 0-1,0 0 0,1-1 0,-1 1 1,1 0-1,1-1 0,5 8 1,-8-12 115,0 0 0,0-1 0,1 1 0,-1 0 0,0 0 0,1-1 0,-1 1 0,0-1 0,1 1 0,-1-1 0,1 0 0,-1 0 0,0 0 0,1 1 0,-1-1 0,1 0 0,-1-1 0,1 1 0,-1 0 0,1 0 0,-1-1 0,1 1 0,-1-1 0,0 1 0,2-2 0,41-19-126,-35 16 92,11-7 46,-1-1-1,0 0 1,0-2-1,20-20 1,60-75 19,-70 72 33,-1-1-1,-2-1 0,39-81 1,-38 59-36,-2-1 0,18-76 0,-36 111 1,-1 0 0,-2 0 0,0 0 0,-2-1 0,-1 1 0,-2-1 0,0 0 0,-2 1 0,-13-53 0,13 70 10,-1 0 0,0 0 0,-1 0 0,-1 1 0,-9-16 0,12 21 17,-1 1 0,1-1-1,-1 1 1,1 0 0,-1 0-1,-1 0 1,1 0 0,0 1-1,-1-1 1,0 1 0,0 1-1,0-1 1,-7-2 0,10 4-6,1 1 1,0 0 0,-1 0 0,1 0 0,-1 0 0,1 0-1,-1 1 1,1-1 0,0 0 0,-1 1 0,1-1 0,0 1 0,-1-1-1,1 1 1,0 0 0,-1-1 0,1 1 0,0 0 0,0 0-1,0 0 1,0 0 0,0 0 0,0 0 0,0 0 0,0 0 0,0 0-1,1 1 1,-2 0 0,-1 4 129,-1 0 0,1 1 0,1-1 0,-4 10 0,-1 14 266,0-1 0,2 1-1,2 0 1,-1 46-1,15 123 734,-7-148-903,53 354 1088,3-139-4364,-55-244 892,3 29 1,-7-19-6872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18746,'8'15'2712,"7"-18"-260,-1 3-296,15 0-391,0 3-385,8-3-272,29 8-628,-17 1-612,0-1-1092,-9-13-812,-26 2 55,15 9-5475,-3-1-7530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12 318 14513,'1'0'81,"-1"1"0,0-1 0,0 0-1,0 1 1,1-1 0,-1 0 0,0 1 0,0-1-1,1 0 1,-1 0 0,0 1 0,1-1-1,-1 0 1,0 0 0,1 0 0,-1 1 0,0-1-1,1 0 1,-1 0 0,0 0 0,1 0 0,-1 0-1,1 0 1,-1 0 0,0 0 0,1 0-1,-1 0 1,0 0 0,1 0 0,-1 0 0,1 0-1,2-12 2040,4-9 163,-4 17-1917,1 0-1,0 0 1,0 1 0,1-1 0,-1 1 0,1 0 0,7-4 0,-2 2 82,76-41 2346,-16 10-1370,66-34 773,-134 69-2163,1 0 0,-1-1 1,1 1-1,-1-1 0,0 1 0,0-1 1,1 0-1,-1 0 0,0 0 0,-1 0 1,4-4-1,-4 5-53,-1 0 1,0 0-1,1 0 1,-1-1 0,0 1-1,0 0 1,0 0-1,0 0 1,0-1-1,0 1 1,0 0-1,0 0 1,0 0-1,0-1 1,-1 1-1,1 0 1,0 0-1,-1 0 1,1 0-1,-1 0 1,0 0-1,1 0 1,-1 0-1,0 0 1,-1-2 0,-1-1-85,0 1 0,0-1 0,-1 1 0,1 0 0,-1 0 0,0 0 0,0 1 0,0-1 0,0 1 0,-1 0 0,1 0 0,-8-2 0,4 2-133,0 0 0,0 1 0,0 0 0,0 0-1,0 1 1,-16 1 0,6 2-95,0 1-1,0 0 1,1 1 0,0 1-1,0 0 1,-20 12-1,25-12 232,0 1 1,1 0-1,0 1 0,0 0 0,1 1 0,0 0 0,-15 18 0,22-23 108,0-1 1,1 1-1,-1 0 1,1 0-1,0 0 1,0 0-1,0 0 1,1 0-1,-1 1 0,1-1 1,0 0-1,0 1 1,1-1-1,-1 1 1,1-1-1,0 1 1,0 0-1,1-1 0,-1 1 1,1-1-1,0 0 1,0 1-1,1-1 1,-1 0-1,1 1 1,3 4-1,2 3 6,1 0-1,1-1 1,-1 0 0,2-1 0,0 0 0,0 0-1,1-1 1,0 0 0,0-1 0,1-1-1,0 0 1,0 0 0,1-1 0,0 0-1,0-2 1,0 1 0,1-1 0,15 2-1,-2-2-549,-1 0-1,1-2 1,38-2 0,-28-2-2448,66-13 1,-38 3-2691,1-2-3156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16478,'-6'20'2156,"-11"9"-516,-6-6-160,0 8-280,-3 1-232,6 8-552,-6 6-164,3 3-388,0-6-124,-6 3-184,0-3-416,3-8-508,0-4-516,0-2-484,12-17-2741,-9-9-4068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9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16353,'-32'3'4517,"41"23"-2637,-3 0-304,5 2-304,12 15-256,0-5-239,6 2-149,3 6-152,5-6-320,3-2-664,1-4-577,-4-5-563,-8-9-976,-3 6-108,2-6-3225,-13-11-5156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 14753,'36'-10'2021,"-29"8"-115,-10 3-116,1-1-1599,0 1 0,0 0 0,1 0 0,-1 0 0,0 0 0,0 0 0,0 0 0,1 0 0,-1 1 0,0-1 0,1 1 0,-1-1 0,1 1 0,0-1 0,-1 1 0,1 0 0,0 0 0,0 0 0,0 0 0,0 0 0,1 0 0,-1 0 0,0 0 0,1 2 0,-3 10 337,1-1-1,-1 26 1,2-23 45,-6 94 252,6-1 0,4 1 0,20 126 0,-17-207-1635,16 47 0,-6-27-2682,-4 2-6974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17002,'32'9'2692,"-44"-21"-340,27 1-332,-4 2-356,12 1-404,17-4-263,-5 9-225,8-2-416,3 2-624,3-6-920,0 6-917,-9 0-1351,-3 0-3069,-2-2-6064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32 15661,'-15'3'355,"4"-2"125,1 2 0,-1-1-1,1 1 1,0 0 0,0 1-1,0 0 1,-11 7 0,20-10-408,-1 1 0,0 0 0,1-1 0,-1 1 0,1 0 0,-1 0 0,1 0 1,0 0-1,0 0 0,0 0 0,0 0 0,0 1 0,1-1 0,-1 0 0,0 0 0,1 1 0,0-1 1,-1 0-1,1 1 0,0-1 0,1 0 0,-1 1 0,0-1 0,0 0 0,1 1 0,1 2 0,0 4 36,1-1 0,0 1 1,1 0-1,9 15 0,-12-23-39,1 0 0,-1 1 0,1-1 1,0 0-1,0 0 0,-1 0 0,1 0 0,0 0 1,0-1-1,0 1 0,0-1 0,0 1 1,3-1-1,-3 1 137,1 0 634,14-5 1045,-12 3-1551,-1-1-1,1 0 1,-1 0-1,0-1 1,0 0-1,0 1 1,6-6 0,-6 5-337,-4 2 14,0 1 1,0-1 0,1 1 0,-1-1 0,0 1 0,0-1-1,0 0 1,0 1 0,0-1 0,1 0 0,-1 1 0,0-1-1,-1 1 1,1-1 0,0 0 0,0 1 0,0-1 0,0 1-1,0-1 1,0 0 0,-1 1 0,1-1 0,0 1 0,-1-1-1,1 0 1,-1-1-9,-3-6-417,1 0-1,-1 1 0,0 0 1,-1 0-1,1 0 0,-2 0 1,1 1-1,-1-1 0,-7-6 1,-26-16-3308,-3 4-3621,6 5-3679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3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1180 20082,'31'38'9910,"-33"-41"-9865,-17-15-514,0-2-1,2 0 0,0-1 0,1-1 1,1 0-1,-21-44 0,-40-124-620,65 157 1107,2 0-1,0-1 1,-6-65 0,10 34 378,5-77 0,1 112-214,2 0-1,0 0 1,2 1-1,2-1 0,0 1 1,13-29-1,-15 44-64,2 1-1,0-1 1,0 1-1,1 1 1,1-1-1,0 1 1,1 1-1,0 0 1,0 0-1,1 1 1,1 0-1,0 1 1,24-14-1,-29 20-119,-1 0-1,1 0 1,-1 1-1,1 0 0,0 1 1,0-1-1,0 1 1,0 1-1,0-1 1,0 1-1,0 1 1,0-1-1,11 3 1,-15-2-135,0-1 0,0 1 0,-1 0 0,1-1 0,0 1 0,-1 1 1,1-1-1,-1 0 0,1 1 0,-1-1 0,1 1 0,-1 0 0,0-1 0,0 1 0,0 0 0,0 0 0,0 1 0,-1-1 1,1 0-1,-1 1 0,1-1 0,-1 1 0,0-1 0,0 1 0,0 0 0,0-1 0,0 1 0,-1 0 0,1 0 0,-1-1 1,0 1-1,0 0 0,0 0 0,0 4 0,-3 9-2035,0 0 0,0 0 0,-2-1 0,-8 22 0,-16 16-8443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20870,'109'-23'2620,"-72"21"-416,-2-4-475,-18 3-517,9-3-852,0 0-1252,-3-5-1141,0-1-1171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0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188 844 10793,'-9'26'13869,"10"-30"-12760,14-109 1196,2-15-1578,2-141 1,-17 189-912,-1-50-687,-1 114 633,-2 1 0,0-1 0,-1 1-1,-1 0 1,0 0 0,-7-15-1,11 29 206,-1-1 0,0 1-1,0-1 1,0 1 0,0-1-1,0 1 1,0 0 0,0-1-1,-1 1 1,1 0 0,-1 0-1,1 0 1,0 0 0,-1 0 0,1 0-1,-1 1 1,0-1 0,1 0-1,-1 1 1,0-1 0,1 1-1,-1 0 1,0-1 0,0 1-1,1 0 1,-1 0 0,0 0-1,-3 1 1,2-1 8,0 1 0,-1-1-1,1 1 1,0 0 0,0 1 0,0-1 0,0 0 0,0 1-1,0-1 1,0 1 0,1 0 0,-1 0 0,1 0-1,-4 3 1,-1 5 6,-1 1-1,1 0 0,1 0 0,0 1 1,1-1-1,-7 20 0,-16 79 429,14-41 149,3 1 1,4 0-1,1 123 1,8-150-382,2-1 1,1 0-1,3-1 1,1 0 0,2 0-1,1-1 1,30 64-1,-36-93-288,0-1-1,0 0 0,1 0 0,0 0 1,1-1-1,0 0 0,1 0 0,0-1 1,0 0-1,0 0 0,1-1 0,0-1 1,14 7-1,-13-8-526,1 0-1,0-1 1,0 0 0,1-1 0,-1 0 0,1-1 0,20 1-1,-11-2-1154,-10 0-255,0-1 0,1 0 0,13-2 0,17-10-7702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213 167 15393,'-12'2'679,"1"0"0,-1 1 0,0 0 0,1 1 0,0 1 0,-20 10 1,26-12-445,1 0 0,-1 1 1,1 0-1,0-1 0,1 1 1,-1 1-1,1-1 0,-1 1 1,1-1-1,-4 10 0,-2 5 96,-9 29 0,14-36-157,-5 20 40,1-1 1,1 1-1,2 1 1,-1 33 0,6-63-155,0 0 1,-1-1-1,2 1 1,-1 0-1,0-1 1,0 1 0,1 0-1,0-1 1,-1 1-1,1 0 1,0-1 0,0 1-1,1-1 1,-1 0-1,0 1 1,1-1-1,-1 0 1,1 0 0,0 0-1,3 3 1,1-4 237,6-3-225,0-1 1,-1 0-1,1 0 0,-1-2 1,1 1-1,-1-2 1,0 1-1,-1-1 1,0-1-1,0 0 1,0 0-1,-1-1 0,12-13 1,11-14 13,-2-1 1,29-44-1,-54 72-80,4-5 1,42-64-89,-46 68-69,0-1-1,-1 0 1,0 1 0,-1-1-1,0-1 1,3-16-1,-6 24 91,0 1 1,0-1-1,0 0 1,0 0-1,0 0 0,-1 1 1,1-1-1,-1 0 1,0 1-1,0-1 0,0 0 1,0 1-1,-3-5 1,3 5 18,1 1 27,-1 1 0,0-1 0,1 1 0,-1-1 0,0 1-1,0 0 1,1-1 0,-1 1 0,0 0 0,0 0 0,0-1-1,0 1 1,1 0 0,-1 0 0,0 0 0,0 0 0,-1 0-1,-1 0-21,1-1 22,0 1 1,0 0-1,0-1 0,0 1 1,0 0-1,-1 0 0,1 0 1,0 1-1,0-1 0,0 1 0,0-1 1,0 1-1,0-1 0,0 1 1,0 0-1,0 0 0,0 0 1,0 0-1,1 0 0,-1 1 1,0-1-1,1 0 0,-1 1 1,1-1-1,-1 1 0,1 0 0,0-1 1,0 1-1,0 0 0,0 0 1,0 0-1,0 0 0,-1 2 1,1 0 54,-1 1 0,1-1 0,0 0 0,0 1 1,0-1-1,1 1 0,-1-1 0,1 1 0,0-1 0,1 1 1,-1-1-1,1 1 0,0-1 0,0 1 0,2 4 0,0 0 115,1-2 1,0 1-1,0 0 0,1-1 0,0 0 0,0 0 0,1 0 1,0-1-1,0 1 0,0-1 0,13 9 0,-12-11-42,0-1-1,0 1 1,1-1-1,-1-1 0,1 1 1,-1-1-1,1-1 1,0 1-1,0-1 1,0-1-1,-1 1 1,1-1-1,14-2 1,-3 0 22,0-2 1,-1 0 0,1 0 0,33-14-1,-42 13-354,1 0 0,-1-1 0,0 1 0,0-2 0,-1 0 0,0 0 0,0 0 0,-1-1 0,12-14 0,-19 21 205,1-1-149,0 0 0,0-1 0,0 0 0,0 0 1,-1 1-1,1-1 0,-1 0 0,1 0 0,0-4 1,-2 5 73,0 1 1,-1-1-1,1 1 1,0-1-1,-1 1 1,1 0-1,-1-1 1,0 1-1,1-1 1,-1 1-1,0 0 1,0 0-1,0-1 1,1 1-1,-1 0 1,-1 0-1,1 0 1,0 0-1,0 0 1,0 0-1,0 1 1,-3-2-1,0-1 399,4 6-30,10 13 224,22 22 551,-17-24-714,0-1 0,1-1-1,1 0 1,0-2 0,0 0 0,1 0 0,0-2 0,21 7-1,8 1 170,56 11 0,-99-27-649,-1 0 0,1 0-1,-1-1 1,0 1 0,1-1-1,-1 0 1,0 0 0,1 0-1,3-2 1,0 1-307,-6 1 294,1 0 1,0 0-1,-1 0 1,1 0-1,-1 0 1,0 0-1,1 0 1,-1 0 0,0 0-1,0 0 1,0-1-1,2-1 1,0-1-232,-1 3-188,-1-3 27,1 0 455,0 0 0,0 1 0,0-1 0,1 1 0,3-5 0,-1 0 281,-3 6-71,0 0 0,-1 0 0,1 0 0,0 1 1,0-1-1,0 1 0,0-1 0,1 1 0,-1-1 0,0 1 0,1 0 0,-1 0 0,0 0 1,1 1-1,-1-1 0,1 0 0,-1 1 0,1 0 0,0 0 0,-1-1 0,4 2 1,8-1 395,0 1 0,24 6 0,-19-4-1,24 3 728,60 0 1,-71-3-542,-32-4-748,0 0 1,0-1-1,0 1 1,0 0-1,0 0 1,0-1-1,0 1 1,-1 0-1,1 0 1,0 0-1,-1 0 1,1-1-1,-2 0 1,-7-15-959,0 1 1,-1 0-1,-1 1 1,-1 0-1,-26-25 1,23 25-920,1-1 1,1 0-1,0-1 0,-17-29 1,15 17-3178,1 3-2923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267 581 8525,'-4'3'376,"1"0"0,-1-1 0,0 1 0,1-1 0,-1 0 0,0-1 0,0 1-1,0-1 1,-1 1 0,1-1 0,0 0 0,0-1 0,-1 1 0,1-1 0,0 0 0,-1 0 0,-4-1 0,-28 7 3028,34-6-1891,3 3-889,0 28 442,0-27-571,2-3 53,48 28 2122,-48-28-1971,1 0-586,4 1 37,8 3-1063,-13-1 197,-9 2 73,1-4 261,0 0 0,0 0 1,0-1-1,0 0 1,0 0-1,-1 0 0,1-1 1,-9 0-1,-3 0-316,1 1 107,1-1 0,-22-3 1,33 2 550,1 1 0,-1-1 0,1 0 0,0 0 0,-1-1 0,1 1 0,0-1 0,0 0-1,0 0 1,0 0 0,0-1 0,-7-5 0,10 6 66,0 0 0,0 0-1,0 0 1,1 0 0,-1 0-1,0 0 1,1 0 0,-1 0-1,1 0 1,0 0 0,0-1-1,0 1 1,0 0 0,0 0-1,0 0 1,0-1 0,1 1-1,-1 0 1,1 0 0,0 0-1,-1 0 1,1 0 0,2-3 0,1-5 125,2 0 0,-1 1 0,10-13 1,19-21 487,3 1 0,51-46 1,91-66 1136,-168 146-1633,290-210 5875,-295 215-5734,-1 0 0,1 0-1,0 0 1,0 0 0,9-1 0,-13 3-218,-1 1 1,1-1 0,-1 1 0,1 0 0,-1 0 0,1 0-1,0 0 1,-1 0 0,1 0 0,-1 0 0,1 0-1,0 1 1,-1-1 0,1 1 0,-1-1 0,1 1-1,-1-1 1,0 1 0,1 0 0,-1 0 0,0 0 0,1 0-1,-1 0 1,0 0 0,0 0 0,2 2 0,0 4-37,0-1 1,-1 0 0,0 1-1,0-1 1,0 1 0,-1-1-1,0 1 1,0 0 0,-1 9-1,1 0-29,1 18-1,-2 0 0,-7 61 0,-21 70 0,19-118 0,-127 638 0,71-366 0,-23 76-1133,67-304 511,19-80 42,-1 0 0,0 0 0,-8 15-1,10-23-148,-1 1 0,0-1-1,-1 0 1,1 0 0,0 0-1,-1 0 1,0 0 0,-4 3-1,-15-22-18413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15737,'-14'1'595,"11"-1"-447,1 0-1,-1 0 1,0 0 0,1 0 0,-1 0 0,1 1 0,-1 0 0,1-1 0,-1 1-1,1 0 1,-1 0 0,1 0 0,0 0 0,-1 1 0,1-1 0,0 1 0,0-1 0,0 1-1,0 0 1,0 0 0,-1 2 0,-15 20 1215,1 1 1,1 0-1,-15 35 0,17-30-895,3 1-1,0 0 1,2 0-1,1 1 1,-4 41-1,-3 141 886,13-167-1130,1 205 572,5-210-1271,1 1-1,3-1 1,1 0 0,16 43 0,-23-77-1249,1 0 0,0 0 1,8 12-1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0 358 15445,'22'8'2263,"-21"-8"-2114,-1 0 0,1 1 0,-1-1 0,1 1 0,0-1 0,-1 1 0,1-1 0,-1 1 0,1-1 0,-1 1 0,1-1 0,-1 1 0,0 0 0,1-1 0,-1 1 0,0 0 0,1 0 0,-1-1 0,0 1 0,0 0 0,0-1 0,1 1 0,-1 0 0,0 1 0,0 0 390,2 2-222,-1 0 1,1 0-1,1-1 0,-1 1 1,0-1-1,1 1 0,0-1 1,0 0-1,0 0 0,3 3 1,39 26 927,-33-24-844,73 43 1177,142 62 0,-114-51-2073,-109-60 261,-1-2-1,0 1 1,1 0 0,-1-1 0,1 1-1,-1-1 1,1 0 0,5-1-1,0 1-388,-9 0 607,0 0 0,0 0 0,0 0 0,0 0 0,0 0 0,0 0 0,1 0 0,-1 0 0,0 0 0,0 0 1,0 0-1,0 0 0,0 0 0,0 0 0,0 0 0,0 0 0,1 0 0,-1 0 0,0 0 0,0 0 0,0 0 0,0 0 0,0 0 0,0 0 1,0-1-1,0 1 0,0 0 0,0 0 0,1 0 0,-1 0 0,0 0 0,0 0 0,0 0 0,0 0 0,0 0 0,0 0 0,0 0 0,0-1 0,0 1 1,0 0-1,0 0 0,0 0 0,0 0 0,0 0 0,0 0 0,0 0 0,0 0 0,0-1 0,0 1 0,0 0 0,0 0 0,0 0 0,0 0 1,0 0-1,0 0 0,0-1 0,0-19-1023,-1-1-1,-1 0 1,-1 1 0,-6-23 0,7 35 927,0 1-1,0-1 1,-1 1 0,0 0 0,-1 0 0,-6-11-1,7 14 176,0 1-1,0 0 0,-1-1 0,1 1 1,-1 1-1,1-1 0,-1 0 0,0 1 0,0 0 1,0 0-1,0 0 0,-7-2 0,-5 0 114,0 0-1,0 1 0,0 1 0,0 1 1,-1 1-1,1 0 0,0 0 0,-24 6 1,36-6-114,18-12-81,11-7 45,1 1-1,40-19 1,10-7 14,118-98 1301,-68 46 1259,-94 75-1572,0 2-1,46-20 1,-74 37-981,1 0 1,-1 1-1,1-1 1,-1 1 0,1 0-1,-1 0 1,1 0-1,-1 1 1,1 0 0,0 0-1,-1 0 1,1 0-1,0 0 1,4 2-1,-5-1 26,-1 1 0,1-1 0,0 1 0,-1 0 0,1 0 0,-1 0 0,0 1 0,0-1 0,0 1 0,0-1 0,0 1 0,0 0 0,3 5 0,0 3 73,0 0 0,0 0 0,-1 1-1,-1 0 1,0 0 0,0 0 0,-2 0 0,4 23 0,-1 39-567,-3 1 0,-9 103 0,-1 10-894,8-168 127,0 1-393,-4 35 0,3-49-266,0 0-1,-1 0 1,0-1-1,0 1 1,-4 7-1,-2 1-9922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1 757 15109,'71'-35'5414,"-58"31"-4509,0 0 1,0 1-1,0 1 0,0 0 0,22 0 1,-6 0-415,1 0 28,0 1-1,56 6 1,58 18-786,-106-16-406,-20-3-501,28 11-1,-31-10 492,-13-4 429,0 0-1,1 1 1,-1 0 0,0-1-1,0 1 1,0 0 0,0 0-1,0 0 1,2 4 0,-5-5 199,1 0 0,-1 1 0,0-1 0,1 0 0,-1 0 0,0 1 0,0-1 0,0 0 0,1 0 1,-1 0-1,-1 0 0,1 0 0,0 0 0,0-1 0,0 1 0,-3 1 0,-19 10 85,20-10 100,0 0-1,1-1 0,-1 1 1,0 0-1,0 0 1,1 1-1,-5 4 0,3-3 1,3-3 534,1 3-372,2 29 202,-1-30-116,-1 0-152,1 1-200,0 3-4,0 1 0,0-1 0,1 1 0,0-1 0,1 0-1,0 0 1,0 0 0,6 10 0,-4-10-138,-1 1 0,1-1 0,3 11 0,-4-10-83,0 0-1,0 0 1,8 9-1,-10-14 93,1 0-1,-1 0 0,1 0 0,0-1 0,0 1 1,1-1-1,-1 0 0,0 0 0,1 0 0,-1 0 1,1-1-1,-1 1 0,1-1 0,0 0 1,5 1-1,-2-1 14,0-1 1,0 0-1,0 0 0,0 0 1,0-1-1,0 0 1,0 0-1,6-3 1,8-3-28,0-2 1,-1 0-1,0-1 1,28-20-1,-29 18 118,-2-1-1,1-2 0,-2 1 1,0-2-1,-1 0 0,-1-1 0,16-23 1,-14 14 20,-1-1 1,-1 0-1,-1-1 1,14-48-1,-10 12 364,-4 1-1,-2-2 1,-4 0 0,1-85-1,-7 121 165,-1 1 1,-2-1-1,-1 0 0,-1 0 0,-1 1 0,-14-46 1,18 73-502,1 0 1,0-1 0,-1 1 0,1 0 0,-1 0 0,1 0-1,-1 0 1,0 0 0,1 0 0,-1 0 0,0 0 0,0 0-1,0 0 1,0 1 0,1-1 0,-1 0 0,0 0 0,0 1-1,-1-1 1,1 1 0,0-1 0,0 1 0,0-1-1,0 1 1,0 0 0,0-1 0,-1 1 0,1 0 0,0 0-1,0 0 1,0 0 0,-1 0 0,1 0 0,0 0 0,0 0-1,0 1 1,-2-1 0,1 1 18,-1 1 0,1-1 0,0 0 0,-1 1 1,1-1-1,0 1 0,0-1 0,0 1 0,0 0 0,1 0 0,-1 0 0,0 0 0,1 1 0,-1-1 0,-1 4 1,-4 12 282,1 1 0,0-1 1,2 1-1,-3 20 0,-5 80 836,10-84-890,-6 101 193,5 1 1,29 247 0,-23-365-833,0 0 0,1 0 0,2 0 0,9 25 0,0-18-1030,-15-26 1311,0 1 1,0-1-1,0 0 0,0 1 1,0-1-1,1 0 0,-1 1 1,0-1-1,0 0 1,1 0-1,-1 1 0,0-1 1,0 0-1,1 0 1,-1 1-1,0-1 0,0 0 1,1 0-1,-1 0 0,0 0 1,1 1-1,-1-1 1,0 0-1,1 0 0,-1 0 1,1 0-1,-1 0 0,0 0 1,1 0-1,-1 0 1,0 0-1,1 0 0,-1 0 1,0 0-1,1 0 1,-1 0-1,0 0 0,1-1 1,-1 1-1,0 0 0,1 0 1,-1 0-1,0-1 1,1 1-1,-1 0 0,0 0 1,0 0-1,1-1 0,-1 1 1,0 0-1,0-1 1,0 1-1,1 0 0,-1 0 1,0-1-1,0 1 1,0 0-1,0-1 0,1 0 1,0-1-504,0 0 0,0 0 0,0 0 1,0 0-1,0 0 0,1 0 0,-1 0 1,1 1-1,0-1 0,-1 0 0,1 1 1,0 0-1,0-1 0,3-1 0,4-3-1832,27-25-9380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4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107 405 9449,'2'-6'602,"-1"-1"1,0 1 0,0-1-1,0 0 1,-1 0-1,0 0 1,0 1-1,-3-14 1,1 10 99,1 0 0,0 0-1,1 0 1,1-14 0,-1-23 759,-1 31-1106,-1-16 745,-1 0 0,-14-60 0,3 43 769,2 73-1333,0 25-411,3 1 1,-7 95-1,14-112-113,-16 580 104,29-387-1213,58 318 1,-64-518 835,12 44-1,-16-67 113,7-21-239,-6 7 285,0 1-1,-1-1 1,-1 0 0,1 0 0,-2 0 0,0 0 0,-3-15-1,-1-20-219,-10-507-1478,13 394 1999,0 69 60,1-147 905,2 217-1053,0-35 232,-1 51-384,0 0-1,-1 1 1,1-1 0,-1 1-1,0-1 1,0 1 0,-1-1 0,1 1-1,-1 0 1,1-1 0,-1 1-1,-3-3 1,5 5 6,0 1 1,0 0-1,-1 0 1,1-1-1,0 1 1,-1 0 0,1 0-1,0-1 1,-1 1-1,1 0 1,0 0-1,-1 0 1,1-1-1,0 1 1,-1 0-1,1 0 1,-1 0-1,1 0 1,0 0-1,-1 0 1,1 0-1,-1 0 1,1 0-1,-1 0 1,1 0-1,0 0 1,-1 0-1,1 0 1,0 0-1,-1 1 1,1-1-1,-1 0 1,-13 14-1651,-7 26-5395,5 0-1721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12089,'0'0'125,"0"0"0,1 0 0,-1-1 0,0 1-1,0 0 1,0 0 0,1-1 0,-1 1 0,0 0 0,0 0 0,1 0-1,-1 0 1,0-1 0,0 1 0,1 0 0,-1 0 0,0 0 0,1 0-1,-1 0 1,0 0 0,0 0 0,1 0 0,-1 0 0,0 0 0,1 0-1,-1 0 1,0 0 0,0 0 0,1 0 0,-1 0 0,0 0 0,1 0-1,-1 0 1,0 1 0,0-1 0,1 0 0,-1 0 0,0 0 0,0 0-1,1 1 1,-1-1 0,0 0 0,0 0 0,0 0 0,1 1 0,-1-1-1,0 0 1,0 0 0,0 1 0,0-1 0,0 0 0,1 1 0,-1-1-1,0 0 1,0 0 0,0 1 0,0-1 0,0 0 0,0 1 0,0-1-1,0 0 1,0 0 0,0 1 0,0-1 0,0 0 0,0 1 0,-1-1-1,1 1 1,-4 34 1084,0-11-223,4-7-895,2 0 0,0 0 0,1 0 1,0 0-1,1-1 0,10 24 0,-14-39-99,0-1 0,0 1 0,1 0-1,-1 0 1,0-1 0,1 1 0,-1 0-1,1 0 1,-1-1 0,1 1 0,-1 0-1,1-1 1,-1 1 0,1-1 0,0 1-1,-1-1 1,1 1 0,0-1 0,-1 1-1,1-1 1,0 0 0,0 1 0,-1-1-1,1 0 1,1 1 0,-1-2 3,0 1 0,0 0 0,0-1 0,0 1 0,0 0 0,0-1 0,0 0 0,0 1 0,0-1 0,0 1 0,0-1 0,-1 0 0,1 0 0,0 1 0,0-1 0,1-2 0,4-7 7,0 0 1,-1 0-1,5-12 0,-4 9-5,7-12 28,2-5 15,1 1 0,1 0-1,26-31 1,-5 19-722,2 2 0,54-41 0,-60 52-2382,-21 19-2756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5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234 651 15125,'-11'4'479,"0"1"-1,0 0 1,0 0-1,1 1 1,0 0-1,0 1 1,1 0-1,0 1 1,0 0-1,0 0 1,-9 13-1,-63 111 726,77-125-1236,1 1 0,0-1 0,0 1 0,0 0 0,1-1 0,0 1 0,0 0 0,1 1 0,0 10 0,2-19 48,-1 1 1,1-1 0,0 1 0,0-1-1,0 0 1,-1 1 0,1-1 0,0 0-1,0 0 1,0 1 0,0-1 0,0 0 0,0 0-1,0 0 1,0 0 0,-1 0 0,2-1-1,0 1 20,2 0-9,0 0 1,1-1-1,-1 0 1,0 0-1,1 0 1,-1 0-1,0-1 1,0 1-1,0-1 1,0 0-1,0 0 0,0-1 1,3-3-1,11-7 128,21-22-1,-31 28-75,3-4 75,47-47 150,-53 52-278,0 0-1,0 0 1,-1 0-1,0-1 1,0 0-1,-1 1 1,0-1 0,3-10-1,-5 15-41,-1 0 0,0 0 1,0 1-1,0-1 0,0 0 0,0 0 0,0 0 0,-1 0 0,1 0 0,-1 1 1,1-1-1,-1 0 0,0 0 0,0 1 0,0-1 0,1 0 0,-2 1 1,1-1-1,0 1 0,0-1 0,0 1 0,-1 0 0,1-1 0,-1 1 0,1 0 1,-1 0-1,1 0 0,-1 0 0,-2-1 0,-6-3-141,0 0 0,-1 1 0,-17-5 0,16 5-29,-3 0-135,0 0 1,-22-2-1,22 4 142,1 0 0,-19-6 0,32 8 175,0-1 1,0 1-1,0-1 0,0 1 0,0-1 0,0 1 0,0-1 1,0 0-1,0 1 0,0-1 0,1 0 0,-1 0 1,0 1-1,0-1 0,1 0 0,-1 0 0,1 0 0,-1 0 1,0 0-1,1 0 0,0 0 0,-1-2 0,0 1 9,1-1 0,0 1 0,0-1-1,0 0 1,0 1 0,0-1 0,1 1-1,-1-1 1,2-3 0,2-6 42,0 1 0,1 1 0,8-15 0,-11 22-39,25-41 577,61-74 1,-16 24 471,16-19 1307,-73 94-1929,95-99 2728,-76 84-2237,-38 63-600,-31 115-229,-21 100-599,26-4-171,28-190 298,2-1-1,12 96 1,-11-137 342,0 1 0,1-1 0,0 1 0,0-1 0,1 0-1,0 0 1,1 0 0,0 0 0,7 11 0,-9-18 27,0 1 1,-1-1-1,1 0 1,0 0-1,0 0 0,0 0 1,0 0-1,0 0 1,0 0-1,0-1 0,0 1 1,0-1-1,0 1 1,0-1-1,0 0 1,1 0-1,-1 0 0,0 0 1,4-1-1,35-9 55,-34 7-12,0 0 1,0-1-1,0 0 0,0 0 0,-1-1 1,0 0-1,8-7 0,36-44 287,-27 28-183,62-76 267,-37 43-390,-21 33-765,-26 26-155,-17 8-1084,6-2 1426,-25 10-2227,-36 21 0,3 7-4791,27-10-1039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396 662 13145,'-28'10'2023,"27"-10"-1878,0 1 0,0-1 1,0 0-1,0 0 0,0 1 0,0-1 0,0 0 0,0 0 0,0 0 1,0 0-1,0 0 0,0 0 0,0-1 0,0 1 0,0 0 1,0 0-1,0-1 0,0 1 0,1-1 0,-1 1 0,0-1 1,0 1-1,-1-1 0,1 0 28,0 0-1,0 0 1,0 1 0,0-1-1,0 1 1,-1-1 0,1 1-1,0-1 1,0 1 0,-1 0-1,1 0 1,0-1 0,-2 1-1,-5 1 117,0 0 0,0 0 0,-1 1 0,1 0 0,0 0 0,1 1 0,-1 0 0,0 0 0,1 1 0,-12 7 0,-8 8 506,-34 30 0,47-38-497,-4 5 23,-43 37 586,53-46-760,2 0 0,-1 1-1,1 0 1,0 0 0,-7 12 0,13-19-134,0 0-1,-1 0 0,1 0 1,0 0-1,0-1 1,0 1-1,0 0 0,0 0 1,1 0-1,-1 0 1,0 0-1,0 0 0,1 0 1,-1-1-1,0 1 0,1 0 1,-1 0-1,1 0 1,-1-1-1,1 1 0,0 1 1,10 10 58,-8-11-59,0 0 0,0 0 0,0 0 0,0-1 0,0 1 0,0-1 0,0 1 0,0-1 0,0 0 0,0 0 0,0 0 0,0-1 0,0 1 0,0-1 0,3-1 0,41-13 34,-20 2-67,0-1-1,-1-1 0,0-1 0,28-25 1,-39 30-48,18-11-491,-22 15-155,0 0 1,19-17-1,-29 23 369,-11-4-443,10 4 777,-1 0-1,1 1 0,-1-1 1,0 1-1,1-1 0,-1 1 1,0-1-1,1 1 0,-1 0 1,0-1-1,0 1 0,1 0 1,-1 0-1,0-1 0,0 1 0,1 0 1,-1 0-1,0 0 0,0 0 1,0 0-1,1 0 0,-1 0 1,0 0-1,0 1 0,0-1 1,1 0-1,-2 1 0,-1 0-8,1 1 0,-1 0 1,1 0-1,0 0 0,0 0 0,0 0 0,0 0 0,0 1 0,0-1 0,0 1 1,-1 3-1,2-4 22,1-1 0,-1 0 0,1 1 0,-1-1 0,1 0-1,0 1 1,0-1 0,0 1 0,0-1 0,0 1 0,0-1 0,0 0 0,0 1 0,1-1 0,-1 1 0,0-1 0,1 0 0,-1 1 0,1-1 0,-1 0 0,1 0 0,0 1 0,0-1 0,0 0 0,-1 0 0,1 0 0,0 0 0,0 0 0,2 2 0,3 1 8,1 0 1,-1 0-1,1 0 1,0-1-1,-1 0 1,2 0-1,-1 0 1,0-1-1,0 0 1,1-1-1,-1 0 1,1 0-1,0 0 1,-1-1-1,1 0 1,-1 0-1,9-2 1,0-1-70,0 0 1,0-1-1,-1 0 1,1-1 0,-1-1-1,0 0 1,15-9-1,-20 8-43,0 1 0,0-2 1,0 1-1,-1-1 0,0 0 0,-1-1 0,0 0 0,0-1 0,7-11 0,-6 7-74,-1-2-1,-1 1 1,0-1 0,-1 0-1,7-29 1,-4-5 87,-2-1 1,-3 1 0,-2-69-1,-2 93 571,0 0 0,-2 0 0,-1 0 0,-1 0 1,-1 1-1,-1 0 0,-11-26 0,-9-23 2450,26 74-2916,-1-1 0,1 1 0,0 0 0,0-1 0,0 1 0,-1-1-1,1 1 1,0 0 0,0-1 0,-1 1 0,1 0 0,0-1 0,-1 1 0,1 0 0,0 0-1,-1-1 1,1 1 0,-1 0 0,1 0 0,0 0 0,-1 0 0,1-1 0,-1 1 0,1 0 0,-1 0-1,1 0 1,0 0 0,-1 0 0,1 0 0,-1 0 0,1 0 0,-1 0 0,1 0 0,-1 0-1,1 0 1,0 1 0,-1-1 0,1 0 0,-1 0 0,1 0 0,0 1 0,-1-1 0,1 0-1,-1 0 1,1 1 0,0-1 0,0 0 0,-1 1 0,1-1 0,0 0 0,-1 1 0,1-1-1,0 0 1,-1 1 0,-16 25 264,8-3-162,0 0-1,1 1 0,2 0 1,0 1-1,-3 33 0,4-24-53,-5 36-26,4 1 0,2 0 1,4 0-1,11 93 0,-8-136-102,2-1 0,0 1-1,10 28 1,-13-49 42,1 0 0,-1 0 0,1-1 0,0 1 0,1-1 0,0 1 0,0-1 0,0-1 0,0 1 0,1 0 0,0-1 0,1 0 0,-1 0 0,1-1 0,-1 1 0,2-1 0,6 3 0,-7-5 15,0 0 0,0-1 0,1 0 0,-1 0 0,0 0-1,1-1 1,-1 0 0,1-1 0,-1 1 0,1-1 0,-1 0 0,0-1-1,0 1 1,9-4 0,8-4-8,1-1 0,26-16 0,138-89-1460,-270 180-1399,-26 19-2011,33-32-2989,34-25-1488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13109,'0'31'2328,"-3"-11"-547,-3-2-165,-6 2-256,4-3-272,2 0-200,3-2-168,-3 5-304,1 0-332,10-3-756,1-2-408,3-27-2896,-1 3-1265,1-16-4196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1456 15117,'0'-7'776,"0"1"0,0 0-1,0-1 1,-1 1 0,0 0-1,-1-1 1,-2-7 0,2 8-270,0 0 1,0-1 0,1 0-1,0 1 1,0-1-1,1 0 1,0 1 0,0-9-1,25-213 656,-20 129-2031,-4-1 0,-4 1 0,-22-138 0,-3 43 406,16 141 620,36 238 1241,-11-82-728,1 23-99,27 161 562,-39-279-1116,32 143 439,-26-122-352,1 0-1,2-1 1,15 30-1,-22-51-183,1 0 1,-1-1-1,1 0 0,0 0 1,1 0-1,-1-1 0,1 0 0,0 0 1,1 0-1,-1 0 0,1-1 1,0-1-1,0 1 0,14 4 0,-17-6-15,0-1 0,0 0 0,0 0-1,0 0 1,0-1 0,0 1 0,0-1-1,0 0 1,0 0 0,0-1 0,0 1 0,0-1-1,0 0 1,-1 0 0,1 0 0,0 0-1,0-1 1,-1 1 0,1-1 0,-1 0-1,1 0 1,-1-1 0,0 1 0,0-1-1,0 1 1,0-1 0,0 0 0,-1 0-1,1 0 1,2-5 0,9-19-782,0 0-1,-2-1 1,-1-1 0,9-40 0,-6 24 190,-14 42 677,1 1 0,0 0-1,0-1 1,0 1 0,0 0-1,0 0 1,0 0 0,1 0 0,-1 0-1,1 0 1,-1 0 0,1 0-1,0 0 1,2-1 0,-3 2 26,1 1 0,-1-1 0,0 1 1,1-1-1,-1 1 0,1 0 1,-1 0-1,1-1 0,-1 1 0,1 0 1,-1 0-1,1 1 0,-1-1 0,1 0 1,-1 0-1,1 1 0,-1-1 1,1 1-1,-1-1 0,0 1 0,1 0 1,-1-1-1,0 1 0,3 2 0,60 43 516,-46-32-431,1 0 0,0-1 0,1-1 0,1-1 0,0-1 0,24 9 0,-24-13-87,1 0 0,-1-2 0,1 0 1,0-2-1,0 0 0,36-3 1,-48 1-60,0-2-1,-1 1 1,1-1 0,-1-1 0,0 1 0,0-2 0,0 1-1,0-1 1,0-1 0,-1 1 0,0-2 0,0 1 0,0-1-1,0 0 1,-1 0 0,0-1 0,9-11 0,-7 3 11,0 1-1,0-1 1,-2-1 0,0 1 0,0-1 0,-2 0 0,0-1 0,-1 1-1,0-1 1,1-22 0,-1-22 82,-5-94-1,-1 109 18,-21-488 2298,16 471-1265,-16-66 0,22 123-954,0 4 206,-1 5-22,-5 5-247,2 1 0,-1-1 0,2 1 0,-1 0 0,1 0 1,0 1-1,1-1 0,-4 20 0,-10 89 441,12-73-249,-2 36 4,3 1 1,4 0-1,4 0 1,24 142-1,-18-172-195,24 69-1,-25-94-186,2 0 0,1-1-1,1-1 1,19 29 0,-24-43-9,0-1-1,0 0 1,1 0 0,1 0-1,-1-1 1,21 14 0,-24-20-4,0 1 1,0-1-1,0 0 1,1 0-1,-1 0 0,1-1 1,-1 0-1,1-1 0,0 1 1,-1-1-1,1-1 1,0 1-1,0-1 0,0 0 1,11-2-1,-3-2-186,1-1 0,-1-1 0,0 0 0,0-1-1,-1 0 1,0-1 0,0-1 0,-1 0 0,0-1-1,0-1 1,-1 0 0,12-14 0,20-18-864,-43 41 1028,-1 8-121,0-1 288,0 1 0,0-1 0,1 1 0,0-1 0,0 1 0,0-1 0,1 0 0,-1 0 0,1 1 0,0-1 0,1 0 0,0-1 0,-1 1 0,1 0 0,1-1 0,-1 1 0,1-1 0,0 0 0,-1-1 0,2 1-1,6 5 1,-10-9-18,-1 0 0,1 1-1,0-1 1,0 0-1,0 0 1,-1 0 0,1 0-1,0 0 1,0 0 0,0 0-1,-1 0 1,1 0-1,0 0 1,0 0 0,0 0-1,-1 0 1,1-1-1,1 1 1,2-1 15,14-1-9,0-1-1,0 0 0,-1-1 1,1-1-1,27-12 0,-16 10 848,-21 5-567,-7 2-249,0 0 1,-1 0-1,1 0 1,0 1-1,-1-1 1,1 0-1,0 0 1,-1 0-1,1 1 1,-1-1-1,1 0 1,0 1 0,-1-1-1,1 1 1,-1-1-1,1 1 1,-1-1-1,1 1 1,-1-1-1,1 1 1,-1-1-1,0 1 1,1 0-1,0 1 127,0-1-74,1 1-1,-1 0 1,0 0-1,0 0 1,0 0-1,0 0 1,0 0-1,0 1 1,0-1-1,-1 0 1,1 0 0,-1 0-1,0 1 1,0-1-1,0 0 1,0 4-1,-6 36 715,4-35-668,-31 124 1740,5-25-976,-25 192 444,31-161-1254,17-107-483,2-5-59,-2 0 0,-1 1 0,-13 37 0,16-56-110,-1 0 1,1 0 0,-1-1 0,0 0 0,-1 0 0,1 0-1,-6 6 1,6-9-235,0 0-1,0 1 1,-1-1-1,1 0 0,0-1 1,-1 1-1,0-1 1,1 0-1,-1 0 1,0-1-1,-6 2 1,-24-2-9384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18266,'90'-25'2416,"-16"7"-76,-5 7-64,-5 5-392,-7 0-371,1 3-305,2 1-264,-3 2-264,4 2-456,-9 1-544,-9-8-764,-23 5-552,-6-6-993,1-3-675,-35 18-3413,-21-1-6360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4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18 153 23782,'23'-58'3128,"-3"58"1817,-3-11-4033,3 2-912,-37-31-4232,0 6 499,-6 42-3547,-17-2-7258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7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22793,'16948'0'0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0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349 115 5328,'0'0'2506,"-3"-1"-1598,-4-3-591,0 1-1,0 0 1,-1 1-1,1 0 1,-1 0-1,0 0 0,0 1 1,1 0-1,-1 1 1,0 0-1,-12 1 1,10-1-57,-1 1 1,0-2 0,-11-1 0,6 1 68,-34 6 636,18-1-303,-38 7 2412,53-11-2591,14 0 1792,8 0-1829,84-4 1192,107-19 0,0-1-164,452-16 472,-423 33-1704,4-1-83,-208 5-272,18 0-3842,-41 4 2993,0 0 0,0 0 1,0 1-1,1-1 1,-1 0-1,1 1 0,-1-1 1,-2 4-1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0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22488,'4920'0'0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20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6709,'11'-8'1785,"-22"22"9135,14-13-10432,4 3-269,-1-1 0,1-1-1,1 1 1,-1-1 0,0 0-1,1 0 1,-1-1-1,15 0 1,68-3 189,-51 0-170,55 0 92,88-4 174,12 4-410,-101 3-35,723 5 36,44 0-80,-487 5 22,-113-2-72,312 16-86,-431-17 78,206-15-1,-76 0-43,-119 6 41,162 4-59,-20 5 65,-172 1-17,127-7 0,-117-11-35,147-5-12,-82 17 99,155-3 68,251-3-182,34 12-257,-588-10 365,347 1-273,-139 2 233,-141-3 38,68-5 48,-117 2-42,386-26-1,284-19-359,-311 32 285,-272 14 54,117 0-37,11 3-13,-27-4 23,208 5 37,-51 13 47,-288-10-6,4-2 30,199 12-99,0 14 17,-76-6-82,-182-18 142,295 11-46,1-4 32,-94 0-87,107 2 157,-356-13-90,647 28 15,-349-16-14,-30-1 62,107-6-38,1-22 282,-397 17-301,272-30 593,-180 18-419,429-24 852,-334 41-567,2 0-3802,-196-7-1113,-4-6 2210,2 1 22,-29-19-6517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3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32 127 6845,'-31'-6'16459,"45"-6"-14270,-8 8-1961,0 1-1,1 0 1,0 1 0,0 0 0,0 0-1,0 0 1,0 1 0,0 0 0,12 0-1,6-2 142,526-48 3026,-32 43-2565,-147-1-439,-320 15-388,-21-4-302,-28-1-53,-25 7-6662,18-8 6615,1 0 1,-1 1-1,0-1 0,1-1 1,-1 1-1,-5-2 0,-2-1-1727,1 0-1,-20-10 1,20 8-1259,-5-3-6169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3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9641,'-3'6'615,"0"8"10267,18-7-10192,20 6-203,1-1 0,1-2 0,49 9 0,-40-10-132,64 8 876,201 5-1,-181-16-970,280-2 172,-157-4-339,651 10 87,395 30-169,-832-23 356,-38-2 378,-235-11-95,24 1-41,-166-3-382,-1-2 0,55-7 1,-55 6 6,-46 1-166,13 0 43,39 0-2145,-58-3 777,-1-6 35,0 1-1,-1 0 1,0 0-1,0 0 0,-9-14 1,-2-1-5377,2 0-4226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8:5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67 503 8093,'-29'-5'7510,"28"7"-6930,-3 4 109,0 1-1,0-1 1,-1 0 0,1 0-1,-12 10 2553,18-15-3203,0 0 0,0 1 1,1-1-1,-1 0 0,0 0 0,0 0 1,0 0-1,1 0 0,-1-1 0,1 1 1,-1-1-1,4 1 0,33 0 339,-22-1-314,310 7 175,-282-7-245,400-6 132,-388 6-127,380-9 95,-221 6-180,115-34 222,109-26-291,-292 49 142,-52 6 28,-31 2 4,152-24 89,76-24-90,-142 28-14,259-32 111,-303 45-146,43 2 60,-53 6-36,859-67-7,-520 40 156,-375 25-144,62-3-24,218-16 571,-320 24-511,120-9 274,43-4 1061,-133 9-523,-47 6-320,-2 0-312,27 0 57,-26 0-8,1 0-749,32 0-1371,-36 0 1629,0-1-1,0 0 1,1 1 0,-1-1-1,0 0 1,0 1-1,0-1 1,0 0-1,0 1 1,0-1-1,-1 0 1,1 1-1,0-1 1,0 0-1,0 1 1,-1-1-1,1 1 1,0-1 0,-1 0-1,1 0 1,-7-13-7056,-1-1-4136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9:00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37 6877,'-3'20'3511,"0"-20"-2605,-75 3 7091,48 0-7380,26-3 603,2 2-893,-3 1 10,0 0 0,-1 1-1,1-2 1,-1 1 0,0-1-1,0 1 1,-8 0 0,88-13 622,114-3-1,-95 9-538,793-31 544,-324 28-771,-525 7-209,527-16 549,-521 14-337,-1 1 1,72 9-1,-111-8-160,0 0-64,6-2 31,1 1-1,0 0 1,0 1-1,14 1 0,-21 0 27,1-1 0,175 8 263,-162-7-237,121 7 206,-97-5-35,-38-3 220,1 0-271,31 0 171,-31 0 202,15-8 32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9:4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30042,'1688'-101'0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3:59:4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6945,'0'0'14433,"3"-1"-14208,21-9 193,-22 9-217,2 1-18,510 0 1444,-221-4-1563,141 2-53,-271 0-39,5-1 17,44 4 42,79 4-34,-51 2 32,3 0-32,33 1 22,395 7-41,11 6-15,110-11 123,-697-9 19,43 1-34,-13 2 595,22 1 887,-64 0-802,56 7 876,-135-12-1488,13 0 92,0 0-152,-14 0 46,3-10-2556,-6 10 2363,0 0 0,1 0-1,-1-1 1,0 1-1,1 0 1,-1-1 0,0 1-1,0 0 1,1-1-1,-1 1 1,0-1 0,0 1-1,0 0 1,1-1-1,-1 1 1,0-1 0,0 1-1,0 0 1,0-1-1,0 1 1,0-1 0,0 1-1,0-1 1,0 1-1,0-1 1,0 0 0,-4-3-616,-1-1 1,1 1-1,-1 0 1,0 1-1,0-1 1,0 1-1,-10-5 1,10 6 2,-29-16-5522,5-3-3699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0:0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6381 209 5292,'17'-6'18022,"-50"9"-17938,-5-6 20,1-1 0,-38-9 1,3 0 37,-278-38-87,64 18-89,139 23 56,-38-2-7,7 4-29,113 3 105,-37-1-148,-93-3 92,54 4 23,101 1-106,-41 1 0,-11-1 29,-118-6-18,-296-2 189,349 13-107,-147 5-159,85 2 18,77-1 85,46-1 41,60-5 0,-66 11 0,77-7-19,-1-2 0,-29 1 0,16-2 8,-120 13-2,-10-1-112,39-11 81,-105 4 71,122-2-74,-116 8 183,-59 9 54,119-3-199,77-6-41,-87 21-14,118-21 50,5 2 17,-96 39 1,114-40 45,28-10-97,0 0 1,0 1 0,0 0-1,1 0 1,-9 7-1,-51 34 21,41-31-52,8-4 21,17-5 19,2-3 0,-18 25-47,9-15 48,1 1 0,1-1-1,-9 20 1,8-9 12,1 1-1,1 0 1,1 0 0,1 1 0,-3 49 0,8-49 3,1 1 0,1-1 1,1-1-1,1 1 0,9 31 1,-12-55-16,18 60-87,-17-56 87,1 1 0,0-1-1,0 1 1,1-1 0,0 0-1,0 0 1,5 5 0,10 10 0,16 15 5,-5-10 9,-2 2 0,26 32 0,-20-22 56,-27-30-86,14 15 26,0 0 0,1-2 0,31 23 0,-37-32 26,24 25 1,10 7-81,26 15 11,-37-23 24,-32-29 17,1 0 0,-1 0 1,1 0-1,12 7 1,24 13-27,-23-14 40,-1-1 1,25 10-1,10 4-26,-27-12 23,32 11-1,44 21 59,-78-36-100,41 22 0,-11-4 119,-9-9-101,0-2 0,2-1 0,0-4 0,0-1 1,1-2-1,70 3 0,20 0-33,-29-1 21,-21-5 81,122-7 1,181-29-118,-9 3-46,-339 22 101,199-14 17,-63 8 22,41 2 43,22 9-114,20-5-3,-217 2 1,32 2 24,-43 1 0,67-7 0,-71 3 41,57 2 0,7-1-20,58-8 33,54-8-74,-62 8 104,-87 6-77,4 0 27,-1-3 1,74-19-1,-67 13-69,-46 11 46,39-12 1,22-6-4,-26 7 8,30-5 41,-54 13-14,0-2-1,51-19 1,7-2 23,14-5-15,-48 13-43,-42 17 92,0-2-1,-1 0 1,23-12 0,-19 5 71,-1 0-1,-1-1 1,0-1 0,29-34-1,-45 48-150,23-21 127,-18 17-109,-1 0 0,1 0 0,-1 0 0,0 0-1,0-1 1,-1 0 0,5-8 0,-4 5 13,0 2 1,1-1 0,-1 0 0,14-11-1,-13 12 95,0 1 0,0-1-1,-1 0 1,0 0 0,8-15-1,8-15 698,-17 30-709,0 1 1,0-1-1,0 0 0,-1 1 0,0-2 0,3-12 1,23-91 973,-23 83-917,15-45 0,-20 69-160,0 0-1,0 0 0,0 0 0,-1 0 1,1 0-1,-1 0 0,-1-7 1,2-8 70,1-33 51,-2 50-118,0-2-2,1-26-15,7-46 0,-8 73 14,-1 1-8,1 0 0,-1-1 0,1 1-1,0-1 1,0 1 0,0 0 0,0-1 0,0 1-1,1-5 1,0-11 169,2-13-67,-3 28-77,1 0 2,1-1-9,-1-1 1,0 0 0,0 1 0,0-1-1,-1 0 1,1 1 0,-1-1-1,0 0 1,0 1 0,-2-8-1,2 10 30,-1-1-12,-2-8 48,0 1 0,-1 0 0,-7-15 0,-1 0 45,10 21-89,-1-1 0,1 1 0,-1 1 0,0-1 0,0 0 0,-1 1 0,1 0 0,-1-1 0,1 1 1,-1 1-1,-5-4 0,-15-13 39,-2-4 93,-2 0 1,-1 2 0,-39-22-1,36 26-170,-58-22-1,24 12-4,53 21-4,-1 1 0,0 1 0,0 0 0,-21-3 0,-8-1 0,-38-9 0,-1 4 0,-165-5 0,227 18-269,-90-3-7860,94 1 5980,0-1 0,0 0 1,0-1-1,-28-11 0,14 2-8492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0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4407 134 8185,'-2'-2'1206,"0"0"0,0 0 0,0 0 0,0 0 0,0 0 0,-1 0 0,1 1 0,-4-2 0,-22-7 2447,13 7-4188,1 2 1,-21 0 0,7 0 1616,-178-4-486,-408-26-124,304 14-352,-65-1 64,109 11-181,-250 2 98,-360 74-105,783-55 41,-239 49-13,303-55 23,-17 4-59,-74 31 1,93-30 22,0 0 0,1 1 0,0 2 0,2 1 1,-32 26-1,35-25-4,2 1 1,0 0-1,1 1 1,1 1-1,-18 29 1,-66 139-127,88-160 109,2-1 1,1 1 0,2 1 0,1 0 0,-4 31 0,8-33 18,2 0 1,1 1 0,1-1-1,1 0 1,1 0 0,12 44 0,-5-41-26,2 0 0,26 50 0,-25-57 28,-1-1 1,2-1 0,0-1-1,2 0 1,0-1 0,27 24 0,-6-9-4,72 51 1,-81-69-20,0-1 0,2-2 1,0-1-1,36 11 0,-19-10 4,1-1 0,0-3 0,1-2 0,0-2 0,0-2 0,78-4 0,296-47-23,-378 40 25,234-41 1,31-5-7,-157 31-14,290-38 18,5 33-38,-235 28 29,231-3-29,-1-28 19,-291 16 41,75-13 9,-147 15-28,-34 6 102,81-22 0,-112 23-1,0 0 0,-1-2 0,1 1 0,-1-2 0,-1 0 1,1 0-1,-1-2 0,-1 1 0,14-15 0,-12 11 134,-1-2 0,-1 0 1,-1 0-1,0-1 0,-1 0 0,0-1 0,-2 0 0,0 0 0,-1-1 0,10-35 0,-9 18 51,-1 1 1,-1-1-1,-2 0 0,-1-57 1,-5 66-183,0 0 1,-2 0 0,-1 0-1,-1 0 1,-1 1 0,-19-46-1,10 37-62,-2 2 0,-1 0 0,-1 1-1,-2 1 1,-1 1 0,-1 1 0,-1 1 0,-2 1-1,-1 1 1,0 1 0,-58-34 0,39 28-326,-2 3 1,-1 2-1,-1 2 0,-1 3 1,0 2-1,-58-12 0,82 25-251,1 1 0,-1 1-1,0 2 1,-1 0 0,-49 7 0,56-2-153,0 1 0,0 1 0,1 0 1,0 2-1,0 0 0,0 1 1,1 2-1,-20 13 0,15-6-2279,-34 31-1,-24 32-6514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0:1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2724 68 4060,'0'0'6142,"2"2"-5692,6 10 1211,-8-12-1334,0 1 0,0 0 0,0-1-1,1 1 1,-1-1 0,0 1 0,0 0-1,0-1 1,0 1 0,0 0 0,0-1-1,-1 1 1,1 0 0,0-1 0,0 1-1,0-1 1,0 1 0,-1 0 0,1-1-1,0 1 1,-1-1 0,1 1 0,-1 0 8,0 0 1,0 0 0,1-1-1,-1 1 1,0-1 0,0 1 0,0-1-1,0 1 1,0-1 0,0 1-1,1-1 1,-1 0 0,0 0-1,0 1 1,-2-1 0,-12-1-2487,-55-10 2362,-99-5-1,122 13-153,-1063-2 1013,718 43-917,303-23-67,0 4 1,2 4 0,0 4 0,2 4 0,-94 47-1,153-65-8,1 1 0,1 1 0,1 1 0,0 1 0,1 0-1,0 2 1,2 1 0,-35 44 0,47-52-63,1 0-1,0 0 1,2 1-1,-1 0 1,1 0-1,1 0 1,0 1-1,1 0 1,1-1-1,-1 15 1,1 6 37,1-1 1,2 0 0,5 36-1,1-26-26,2 0 0,2 0 0,2 0 0,1-2 0,3 0-1,1 0 1,2-2 0,41 61 0,-29-54 3,2-3-1,2 0 0,1-2 1,3-2-1,1-2 1,70 49-1,-84-69-7,0 0 0,2-2 0,0-1 1,1-2-1,36 11 0,-21-11 1,1-2 0,92 9-1,-31-16-38,-1-5 0,147-20 0,397-95 156,-528 84-117,-1-5 1,-1-5 0,136-72-1,-217 95 30,-2-3-1,0-1 1,-1-1-1,-2-2 1,37-36-1,-46 36 80,-1 0 0,-2-1 0,-1-1 0,-1-1-1,-1-1 1,25-57 0,-27 48 115,-2-1 0,-2 0 0,-2-1 0,-2-1 0,-1 1 0,2-54 0,-9 80-209,-2 0-1,0 0 1,-1 0-1,0 1 1,-2-1-1,1 0 1,-2 1 0,0 0-1,-1 0 1,-1 0-1,0 1 1,-1 0-1,0 0 1,-1 1-1,-1 0 1,0 1-1,0 0 1,-1 0 0,-1 1-1,0 1 1,-1 0-1,-19-12 1,-196-101 82,156 88-100,36 18-762,-2 1 0,0 2 1,-1 1-1,-70-12 0,84 23-865,0 1-1,1 1 1,-1 2 0,1 0-1,-42 9 1,6 6-4147,0 5-3211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0:1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3708 139 7113,'-5'1'10396,"-8"-10"-8038,-4-2-2286,2 8 232,0 2 0,0 0-1,-1 1 1,1 0 0,0 1-1,0 1 1,-23 5 0,-18 1 53,-17-1 89,-74 9 224,60-7-235,23-3-102,-254 23 736,258-25-788,-164-1 332,52-2 61,51 1-356,-89 5-74,45 4-156,-178 32 10,-261 76-139,511-86-35,40-13 111,1 2-30,-77 46 0,97-51-16,-41 27 33,-78 60-1,123-81-28,2 2 0,1 1-1,-40 54 1,33-41 18,12-14 65,0 0 0,-29 51 0,45-66-59,0 0 1,1 0-1,0 0 1,-2 13 0,-3 11 75,5-21-92,1 1-1,0 0 1,0-1-1,2 1 1,-1 0 0,2 0-1,0 0 1,0-1-1,2 1 1,-1 0 0,10 25-1,1-7-50,0-1 0,2-1 0,33 49 0,-25-47-90,2-1 0,57 54-1,-25-29 22,-5-3 12,3-3 1,2-2-1,2-2 0,90 51 0,-69-52-12,3-4 1,1-4-1,105 32 0,464 102-13,-545-146 139,286 56 69,29-19 49,281-27 411,-560-30-362,54 2 142,224-2-137,-201 0-113,58 0-160,-197-7-1,484-26-168,407-79-44,-504 21-407,-295 49 620,-23-1 60,227-88-1,-321 101 30,-2-2-1,69-46 0,-95 55-38,41-25 225,-3-2 0,115-101 0,-167 132-130,-1 3 14,-2-1-1,0-1 0,0 1 0,-1-2 0,-1 0 1,16-27-1,-23 35-11,9-18 99,-1-1-1,0 0 1,-2-1-1,10-47 1,-14 23 234,-3-55 0,-3 79-155,-2 0 1,-7-34-1,-2-9 102,6 35-74,-1 0 1,-20-52-1,15 47-107,0 6-83,-1 1 0,-1 0-1,-35-57 1,14 38 46,-54-62 0,-56-46-140,112 127 24,-2 2-1,-62-43 0,48 43 55,-2 2 0,0 2 0,-2 3 0,-86-26 0,79 31 33,-20-8-74,-110-18 0,-37 12 177,189 28-130,-75 2 0,68 2-8,-58 2 87,-105 16 0,125-7-206,-76 13 70,-85 28 509,51-9-671,188-42-289,-1-1 0,1 0 1,-1 0-1,1-1 0,-1 0 0,1 1 0,-1-2 0,1 1 1,0-1-1,0 0 0,0 0 0,0 0 0,0-1 0,-5-3 1,-18-7-2825,-6-1-4105,-1-4-4862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0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125 314 4824,'-3'5'446,"2"-4"-294,0 0 1,0 0-1,1 0 0,-1 0 0,0 0 0,1 0 0,-1 0 1,1 0-1,-1 0 0,1 0 0,-1 1 0,1 0 1,0-3-67,-1 0 1,1 0-1,-1 0 1,1 0-1,-1 0 1,0 0 0,1 0-1,-1 0 1,0 0-1,1 1 1,-1-1-1,0 0 1,0 0-1,0 1 1,0-1 0,0 1-1,0-1 1,0 0-1,0 1 1,0 0-1,0-1 1,0 1-1,0 0 1,0-1 0,0 1-1,0 0 1,0 0-1,0 0 1,0 0-1,0 0 1,-1 0-1,1 0 1,-2 1 0,-37 15 2091,36-14-1869,1-1-1,-1 1 0,1 0 0,0 0 1,0 0-1,0 1 0,0-1 0,-3 4 1,1-1 190,5-5-347,0 0-1,-1 0 1,1 0-1,0 1 0,-1-1 1,1 0-1,0 0 1,0 1-1,0-1 1,-1 0-1,1 0 1,0 1-1,0-1 1,0 0-1,0 0 1,-1 1-1,1-1 0,0 0 1,0 1-1,0-1 1,0 0-1,0 0 1,0 1-1,0-1 1,0 0-1,0 1 1,0-1-1,0 0 1,0 1-1,0-1 1,0 0-1,0 1 0,0-1 1,0 0-1,1 1 1,-1-1-1,0 0 1,0 0-1,0 1 1,15 7 952,27 0-1344,303 6 1139,3-21-657,-345 7-240,504-25 155,-155-5-120,-309 26-32,157-9 24,-97 8 13,42-1-80,-58 5 103,130 5-106,481 31 123,-377-52-27,-156 6-115,-31 0 133,40-2-175,-131 12 101,75-4-20,181-2-35,-118 8 31,432-26 66,-541 24 10,67-4-30,19-1-21,-27 3 14,9-5-4,99-7-48,207-25 147,-303 34-216,-50 3 122,-1 4-104,-35 1 75,60 0 4,149-7 10,-69-1 52,-155 6-96,47-4 74,-45 1-49,62 4 0,8 4 72,-38-3-60,65 7 48,82 1-19,0 6 13,-167-10-118,54 5 96,273 31-290,-231-32 217,-34-3-18,15 0-54,-29-2 98,146 17-26,-201-19 42,73-5-1,-24-1 22,17 2 8,227 8 2,-260-5-19,-23-2 25,102 0-15,-3-3 22,-40-2 49,-22-2-111,-37 1 8,89-6 63,154-6-78,-85 9 59,5 3 46,62 1-165,-106 8 64,-66-2 22,21 0 21,-92 1-5,61-7-1,-1 0 10,324-1-12,-316 0 4,70 0-17,162-4-11,-280 6 4,33-1 27,150-12 26,-102 7-17,-3 0 2,5 1-10,-3 0 3,-2 0 8,3 1 20,25 1-37,-51 5 32,170-7 4,6-5 211,-224 13-247,50-3 116,64-1-90,-114 6 49,356-1-82,70-5 562,207 7 1700,-658-1-2007,253 18 1912,-260-17-1611,1 0 0,0-3 0,0-1-1,38-7 1,-66 10-99,-5 1-389,17 0 333,11-7-439,-41-7-2184,-4 2 227,0 0-1,0 1 1,-21-11-1,-6-3-6126,15 3-3165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09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 0 11961,'-22'7'794,"0"1"0,1 1-1,0 0 1,0 2 0,1 0-1,0 1 1,1 1 0,-25 22-1,11 0 33,1 1-1,1 1 0,2 1 0,-28 50 0,10-4 236,-39 98 1,54-105-632,3 2 1,4 1-1,3 1 1,-21 161-1,38-186-321,2-1 1,3 1-1,2-1 0,2 1 1,3-1-1,3-1 1,2 1-1,27 76 0,-18-77-201,2-2-1,2-1 0,3-1 0,2-1 1,2-1-1,57 65 0,-52-73-1191,2-2 0,2-1 0,86 60-1,-109-84-680,0-2-1,1 0 0,1-2 1,41 15-1,8-9-7925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0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0 256 11169,'9'-6'485,"-1"-1"0,0 1 0,0-1 0,-1 0 0,0-1 0,0 0 0,-1 0 0,9-14 0,-8 10 261,0 1 1,1 0-1,1 1 0,0 0 1,0 0-1,1 1 0,0 0 1,14-9-1,9-3 1911,53-26 0,-59 38-1878,-25 10-647,-2 4-15,-4 13-127,1 0 1,-2 0-1,0-1 1,-1 0-1,-1 0 1,-18 31 0,-79 169-1692,25-45 646,62-135 993,1 1 0,-14 55 1,29-91 136,0 1 0,1-1 0,-1 0-1,1 1 1,-1-1 0,1 1 0,0-1 0,0 0 0,0 1 0,0-1 0,0 1 0,1-1 0,-1 1 0,1-1 0,-1 0 0,1 1 0,0-1 0,0 0 0,0 0 0,0 0 0,3 4-1,-2-4 15,1 0-1,0 1 1,-1-1-1,1 0 0,0-1 1,0 1-1,0 0 0,1-1 1,-1 0-1,0 1 0,0-1 1,1 0-1,4 0 0,9 1 261,1-1-1,0 0 0,0-1 0,27-5 1,54-9 925,132-37 0,-216 48-1983,-49 7-7153,-27-8-2533,32 3-416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12 201 6261,'0'0'1788,"3"-3"-103,23-16 1251,1 0 0,37-18 0,13-6 729,-44 23-1811,1 1-1,59-22 1,-93 42-1836,1 0 0,-1 0 0,1 0 0,-1 0 1,0 1-1,0-1 0,1 0 0,-1 0 0,0 0 0,0 0 0,0 0 0,0 0 1,0 0-1,-1 0 0,1 2 0,-2 9-202,0 0 1,-1-1 0,-1 0-1,0 0 1,-8 18-1,-35 54-1248,13-25 570,-28 39-458,39-63 978,19-27 298,0 0 0,0 0 1,-3 12-1,3-9 147,2-6 247,5-4 303,3 1-297,1 0 0,0-1 1,0 0-1,0 0 0,-1-1 1,1 0-1,12-3 0,52-19 819,-15 4-115,-3 5-50,0 3 0,72-7 1,-124 18-999,4-1 46,0 1 0,0 0-1,0 0 1,0 1 0,6 0-1,-10-1-48,0 1 0,0-1-1,0 0 1,0 0 0,-1 1 0,1-1 0,0 0-1,0 1 1,0-1 0,0 1 0,0 0 0,-1-1-1,1 1 1,0-1 0,0 1 0,-1 0-1,1 0 1,-1-1 0,1 1 0,0 0 0,-1 0-1,0 0 1,1 0 0,-1-1 0,1 1-1,-1 0 1,0 0 0,0 0 0,0 0 0,1 0-1,-1 0 1,0 0 0,0 0 0,0 0-1,0 0 1,-1 1 0,-1 6-9,-1-1-1,0 0 1,0-1-1,0 1 1,-1 0-1,0-1 1,-1 0-1,-8 10 1,12-15-3,-29 32-714,-1-2 0,-2-1 0,-64 46 0,55-44-405,21-18 377,-1 1 0,0-2 0,-1-1 0,-27 10 0,-98 26-6236,142-47 5711,-1 1-1,1-1 1,0 0 0,-1 0-1,-8-1 1,-13 0-6152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19 238 14661,'-1'0'218,"-1"-1"0,1 0 0,-1 0 0,1 0 0,0 0 0,-1 0 0,1-1 0,0 1 0,0 0 0,0-1 0,-1 1 0,0-3 0,2 3-96,1 0 0,-1 0 0,1 0-1,0 0 1,-1 0 0,1 0 0,0 0 0,0 1 0,-1-1 0,1 0 0,0 1-1,0-1 1,0 0 0,0 1 0,0-1 0,0 1 0,0-1 0,0 1-1,0 0 1,0-1 0,0 1 0,0 0 0,2 0 0,55-20 1546,0 4 0,67-11 0,124-8 4408,-113 18-4809,592-55-1267,-647 63 0,-49 4 0,1 2 0,44 1 0,-43 6 0,-25 2 0,-9-5 0,0-1 0,0 1 0,0-1 0,0 1 0,0-1 0,-1 1 0,1-1 0,0 1 0,0-1 0,-1 1 0,1-1 0,0 0 0,-1 1 0,1-1 0,0 1 0,-1-1 0,1 0 0,-1 0 0,1 1 0,0-1 0,-1 0 0,1 1 0,-1-1 0,1 0 0,-1 0 0,-13 8-363,-1-1 1,1-1-1,-1 0 0,-21 5 0,-68 10-3660,37-7 1143,-14 4-4933,-4-3-5440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1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12129,'0'0'8433,"-2"1"-7616,-6 4-605,0 0 1,1 0-1,0 0 1,0 1-1,0 0 1,1 1-1,0-1 1,-10 15-1,-38 68 247,48-77-378,-7 15-1,1 0 0,2 1 1,1 0-1,1 1 0,1 0 1,-3 31-1,9-54 40,0 0-1,1 0 1,0 0 0,0 0-1,0 0 1,1 1-1,0-1 1,0 0 0,1 0-1,3 10 1,-4-13-41,1-1 1,-1 1-1,1-1 0,-1 0 1,1 1-1,0-1 0,0 0 0,0 0 1,0 0-1,0 0 0,0-1 1,1 1-1,-1-1 0,1 1 0,-1-1 1,1 0-1,-1 0 0,1 0 1,0 0-1,0 0 0,-1 0 0,1-1 1,0 0-1,3 1 0,19-1 185,0-1 0,0-1 0,-1-1 0,1-1 0,-1-2 0,39-12 0,74-20 190,19-8-3223,-141 39 552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1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2012,'-3'13'4235,"-1"-1"-1,-8 22 1,7-22-2653,1-1 0,0 1 0,-3 19 1,4 10 50,2 0 0,2 0 0,11 66 0,-5-48-839,4 44 261,9 96-464,-7-100-1359,0-18-3382,-10-28-6594,-3-36-627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27 161 13645,'-7'-4'592,"5"3"-371,0 0-1,0 0 1,0 0-1,0-1 0,0 1 1,1 0-1,-1-1 1,1 1-1,-2-3 1,4-4 1158,13 0 348,158-54 8059,11 15-7393,-145 37-4313,-35 9 268,-32-2-11624,-16 0 1381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23 7917,'-8'-23'728,"-15"32"-2188,3-1-633,2-2-15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9753,'5'-9'645,"-2"3"673,-4 9 266,-3 15 3845,41-18-1905,-34 0-2545,0 2-162,3 3-524,0 1 0,0 0 0,0 0 0,0 1 0,-1 0 0,-1 0 0,1 0 0,-1 0 0,4 9-1,11 26 98,33 54-1,-39-76-215,1 0 0,1-1 0,1-1 0,26 24 0,49 40 826,-88-80-972,0 1 0,-1-1 0,1 0 0,-1 1 0,0 0 0,0-1 0,0 1 0,0 0 0,0 0 0,0 0 0,-1 0-1,0 1 1,1-1 0,-1 0 0,0 1 0,-1-1 0,1 0 0,0 8 0,-1-6-55,-1 0 0,0 0-1,0 0 1,0 0 0,0 0 0,-1 0 0,0 0-1,0 0 1,0 0 0,-1 0 0,-4 6 0,-1-1-367,0 0 0,0 0 0,-1-1 0,0 0 0,-1-1 0,0 0 0,0 0 0,-1-1 0,-19 10 0,20-13-521,0-1 0,-1 0-1,0 0 1,-21 2 0,-20-1-5367,44-3 4805,-35 0-9096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32 101 13881,'-28'-23'2615,"27"22"-2511,1 1 0,0 0 1,0 0-1,0 0 0,0 0 1,-1 0-1,1-1 1,0 1-1,0 0 0,0 0 1,0 0-1,0 0 0,-1-1 1,1 1-1,0 0 1,0 0-1,0 0 0,0-1 1,0 1-1,0 0 1,0 0-1,0-1 0,0 1 1,0 0-1,0 0 0,0-1 1,0 1-1,0 0 1,0 0-1,0 0 0,0-1 1,0 1-1,0 0 1,0-1-1,10-5 704,-9 6-314,24-10 2033,0 1-1,37-7 0,-23 6-1691,-22 5-699,0 1 0,0 1 0,1 0 0,21 0 0,-37 3-564,1 1-1,0-1 1,0 1 0,-1-1 0,1 1 0,0 0 0,-1 0-1,4 3 1,-4-4-658,-6 4-166,0-1 0,0 0-1,-1 0 1,1 0 0,-8 3 0,1 0-1943,-23 14-8718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17434,'72'-54'2780,"-32"22"-128,-3 3-660,-2 9-332,-6 3-383,2-1-293,-2 1-472,-3 6-444,-15 8-788,12-6-444,0 1-861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125 247 13901,'-9'-8'712,"0"1"446,1-1 5496,6 10-6344,-2 1-135,1 1 0,0-1 0,-1 0 0,1 1 0,1 0 0,-1 0-1,0 0 1,1 0 0,0 0 0,0 0 0,0 1 0,0-1 0,-1 8 0,-13 73 526,-8 113 0,16-119-573,0 20 33,5 0 0,10 101-1,13-76 56,-20-123-219,1 0 0,-1 0 0,1 0 0,-1 0 0,1 1 0,-1-1 0,1 0 0,0-1 0,-1 1 0,1 0 0,0 0 0,0 0 0,0 0 0,-1 0 0,1-1 0,0 1 0,0 0 0,0-1 0,0 1 0,1-1 0,0 1 1,1-3-69,0-1 0,-1 0 1,1 0-1,-1 0 0,1 0 1,-1-1-1,0 1 1,-1 0-1,3-6 0,-1 3-37,2-5-114,0 0 1,-1 0 0,-1-1-1,0 1 1,0-1 0,1-17 0,0-75-1322,-3 64 872,-3-351-4376,3 357 5238,3 0 0,0 0 0,2 1-1,18-56 1,-13 57 904,2 1 0,1 0 0,1 0 0,33-47 0,-34 60-135,1 2 1,0 0-1,27-22 1,-35 37-570,-1 2-289,-4-1-85,-1 0 0,1 0 0,-1 1 1,1-1-1,-1 0 0,1 0 1,-1 1-1,1-1 0,-1 1 1,1 0-1,-1-1 0,0 1 1,1 0-1,-1 0 0,0 0 1,0 0-1,0 0 0,0 0 0,1 0 1,-1 0-1,-1 0 0,1 1 1,0-1-1,0 0 0,0 1 1,-1-1-1,1 1 0,-1-1 1,1 0-1,-1 1 0,1-1 0,-1 1 1,0-1-1,0 1 0,0 0 1,0-1-1,0 1 0,0 2 1,-1 7 22,-1 1 1,0-1 0,0 0 0,-1 0-1,-8 19 1,-29 54-364,20-45-155,-10 19-1622,-66 94-1,47-87-1739,-2-2-3334,19-27-3231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0 13345,'-31'7'631,"7"-3"138,1 2-1,-1 1 1,-24 10 0,20-3-165,0 1 0,1 1-1,0 1 1,2 2 0,0 0 0,1 2 0,1 0-1,-37 45 1,17-10-88,2 2 0,-61 115-1,76-123-369,3 1 1,1 2-1,3 0 0,2 1 0,-11 62 0,23-84-170,0 1-1,3 0 0,0 0 1,3 1-1,0-1 0,2 0 1,2 0-1,1-1 1,1 1-1,13 33 0,-10-38-187,2-1-1,1 0 0,1 0 1,1-2-1,26 34 1,-32-47-241,1 0 1,1-1-1,0 0 0,1-1 1,0 0-1,0-1 1,1 0-1,0-1 1,0 0-1,1-2 1,0 1-1,19 5 1,30 1-5115,2-1-3362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21 781 9285,'-14'-9'4304,"13"12"-3053,-4 16 689,5-19-1899,0 0-1,0 0 0,0 1 0,0-1 1,0 0-1,0 0 0,0 0 1,1 0-1,-1 0 0,0 0 1,0 0-1,0 0 0,0 0 0,0 0 1,0 0-1,0 0 0,0 0 1,1 0-1,-1 0 0,0 0 1,0 0-1,0 0 0,0 0 1,0 0-1,0 0 0,0 0 0,1 0 1,-1 0-1,0 0 0,0 0 1,0 0-1,0 0 0,0 0 1,0 0-1,0 0 0,0 0 0,1 0 1,-1 0-1,0 0 0,0 0 1,0 0-1,0 0 0,0 0 1,0-1-1,0 1 0,0 0 0,0 0 1,0 0-1,0 0 0,0 0 1,0 0-1,0 0 0,1 0 1,-1-1-1,0 1 0,0 0 1,0 0-1,0 0 0,0 0 0,0 0 1,0 0-1,0 0 0,0-1 1,-1 1-1,22-34 1743,43-108 786,-31 72-1238,32-99-1,-20 47-322,-16 42-372,22-48 404,-31 82-635,-13 65-242,-1 21-157,0 78 0,-3-29-462,6-10-1336,3 0-1,23 80 1,-14-67-1999,-13-32-3373,-4-21-2741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14845,'23'-49'2201,"-11"35"-317,-1-1-332,3 10-336,4-1-264,8 0-372,0 3-304,2 0-508,1 3-860,-12-14-1100,3 0 56,1 14-12734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11557,'0'0'7641,"1"2"-6612,5 6-459,-1 0 1,0 0-1,0 1 0,0 0 0,-1 0 0,-1 0 1,0 0-1,0 1 0,2 14 0,5 12 497,7 32 8,-2 0 0,11 139 0,-21 143 1471,-15-137-3189,-73 407 0,70-561-2302,-38 102 0,-8-23-7497,24-72-1723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1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12961,'2'0'360,"0"1"0,0-1 0,0 0 0,1 0 0,-1 1 0,0-1 0,0 1 0,0 0 0,0-1 1,0 1-1,0 0 0,0 0 0,0 1 0,0-1 0,-1 0 0,1 0 0,0 1 0,-1-1 0,1 1 0,-1 0 0,1-1 0,-1 1 0,2 3 0,5 8 139,-1-1 0,9 21 0,-10-21 128,23 57 715,-2 1 0,19 79 0,18 149 303,-40-128-1064,-7 1-1,-7 0 1,-20 275 0,-21-145-2548,-79 349 0,51-419-2608,8-82-3729,6-41-3619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14093,'-8'13'813,"1"-1"-1,0 1 0,1 1 1,0 0-1,1-1 0,0 1 1,-4 26-1,5 30 1869,10 125 1,3 30-1149,2 32-1316,-7-220-1040,11 47-1,5-7-3960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9 163 13125,'15'-9'1676,"-12"7"-162,0 0-169,20-13-112,0 1-1,1 1 1,1 2-1,39-14 1,112-25 2727,-133 39-3244,-36 9-596,1 0 62,-1 0 0,1 0 0,0 1 0,-1 0 0,15 0 0,-22 1-170,1 0 0,0 0-1,-1 0 1,1 0 0,0 0-1,-1 1 1,1-1 0,-1 0 0,1 0-1,0 0 1,-1 1 0,1-1-1,-1 0 1,1 1 0,-1-1-1,1 1 1,-1-1 0,1 0-1,-1 1 1,1-1 0,-1 1-1,0-1 1,1 1 0,-1-1-1,0 1 1,1 0 0,-1-1 0,0 2-1,1-1 2,-1 1 0,0 0-1,0 0 1,0 0 0,0 0-1,0-1 1,0 1 0,-1 0 0,1 0-1,-1 2 1,-2 3-18,0 1-1,0-1 1,-1 0-1,-5 8 1,-10 10-458,-2-1 0,-29 28 0,10-12-482,6-5-702,-1-2-1,-56 41 1,65-56-1624,0-2-1,-45 21 1,19-17-6818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17 13157,'-8'-4'1022,"0"1"0,0 1 0,0 0 0,0 0 1,-14-2-1,17 4-845,0 0 1,0 1 0,0-1 0,0 1 0,0 0-1,1 0 1,-1 1 0,0-1 0,0 1 0,1 0 0,-6 3-1,-19 12 284,1 1 0,1 2 0,1 0-1,-25 26 1,-86 104 293,85-83-593,3 3 0,3 1 0,4 3 0,2 1 0,4 2 0,3 1 0,4 2 0,3 1 0,4 1 0,-20 148 0,37-184-109,1 0-1,3 0 1,2 1-1,2-1 0,13 70 1,-10-89-106,1-1 1,2 0-1,0 0 0,18 32 1,-18-41-106,1-1 1,0 0 0,1-1-1,1 0 1,1-1 0,0-1 0,15 13-1,-19-19-200,1 0 0,0 0 0,1-1-1,-1-1 1,1 0 0,0 0 0,1-1-1,-1-1 1,22 5 0,-16-6-876,0 0 0,0-1 0,1-1 0,-1 0 0,0-2 0,21-3 0,43-18-8570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0 14521,'-23'16'1385,"1"0"0,0 2 0,1 0 0,-32 38 0,6 5-312,3 2 1,3 2-1,-59 126 1,73-122-1598,-23 91 0,1 0-3043,47-156 3207,1-1 1,-1 0-1,1 0 0,-1 0 0,0 0 0,0 0 0,0-1 0,0 1 1,-4 3-1,5-5-82,0-1 0,0 1-1,0 0 1,0 0 0,-1-1 0,1 1 0,0-1 0,0 1 0,0-1 0,0 1-1,-1-1 1,1 0 0,-2 1 0,2-1 62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1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14589,'0'0'7263,"3"0"-5215,25 6-1433,-1 2 0,0 0 1,-1 1-1,1 2 0,-2 1 0,0 1 0,32 21 0,-8 1 700,-1 2 1,62 61-1,-28-14-1334,-4 3-1,-3 4 1,-5 3 0,64 112-1,-115-167-945,0 0-5938,-76-130-5573,39 59 3134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1 12745,'-21'11'1065,"0"1"0,1 1 0,1 2 0,0-1 0,1 2 0,-26 30 1,0 13 130,3 1 0,3 2 0,-56 126 0,-56 214 542,59-112-2369,-76 427 0,116-396-3191,29-106-6121,19-152 1231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2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1119 11369,'0'-1'286,"1"1"-1,-1-1 1,0 0 0,1 1-1,-1-1 1,0 0-1,1 1 1,-1-1 0,0 0-1,0 1 1,1-1 0,-1 0-1,0 1 1,0-1-1,0 0 1,0 0 0,0 1-1,0-1 1,0 0 0,0 0-1,-1 1 1,1-1 0,0 0-1,0 0 1,0 1-1,-1-1 1,1 0 0,0 1-1,-1-1 1,1 1 0,-1-1-1,1 0 1,-1 0-1,-4-8 2189,2-4-3650,2-1 1429,2 0-1,0-1 1,5-22 0,1-8 97,59-513 1291,-54 440-1039,-6 49 290,17-79-1,-22 144-822,0 0 1,0-1-1,1 1 0,-1 0 0,1 1 1,0-1-1,0 0 0,5-7 0,-6 10-37,0 0 0,0 0 1,0 0-1,0 0 0,1 0 0,-1 1 0,0-1 0,0 0 0,1 1 0,-1-1 0,1 1 0,-1-1 0,0 1 0,1-1 0,-1 1 0,1 0 0,-1 0 0,1 0 0,-1 0 0,1 0 1,-1 0-1,1 0 0,-1 0 0,1 1 0,-1-1 0,0 0 0,1 1 0,-1 0 0,3 1 0,4 2 46,0 1-1,-1 0 1,0 1-1,0-1 1,0 1-1,0 1 1,-1-1-1,0 1 1,-1 1-1,0-1 1,6 11-1,8 16 139,18 46 0,-36-78-207,35 89 152,25 98-1,9 96-4744,-66-267 2897,-2-1 1,2 34 0,-7 4-6432,2-29-2179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2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19574,'40'-21'2036,"-5"10"-292,2-3-336,1 5-292,-7 3-528,10 3-900,7-5-544,-10-7-1228,-4 1-480,1 5-3557,-4-5-5424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20058,'7'11'237,"16"22"1343,-2 2 0,32 68 1,52 179 4343,-27 10-4153,-42-102-1762,-9 1 0,-7 1 0,-8 252 0,-45 192-4058,-3-397-2525,16-116-871,6-24-4270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3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15221,'2'-17'588,"-2"10"-287,1 0 1,0 0 0,0 1 0,1-1-1,3-8 1,-3 12-96,0-1-1,0 1 0,0 0 1,0 0-1,1 0 1,-1 0-1,1 1 1,0-1-1,0 0 0,0 1 1,0 0-1,0 0 1,4-2-1,27-15 1791,1 2 1,0 1-1,1 2 0,70-18 0,-103 31-1937,0 1 0,0-1 0,0 0 0,1 1 0,-1 0 0,0 0 0,0 0 0,0 0 0,1 0 0,-1 1 0,0-1 0,0 1 0,0 0-1,0 0 1,0 0 0,0 1 0,0-1 0,0 1 0,0-1 0,-1 1 0,1 0 0,0 0 0,-1 0 0,0 0 0,1 1 0,-1-1 0,0 1 0,0-1 0,-1 1 0,1 0 0,0-1 0,-1 1 0,0 0 0,1 0-1,-1 0 1,-1 0 0,2 5 0,0 1-52,-1 0-1,1-1 0,-2 1 1,1 0-1,-1 0 0,-1 0 1,0-1-1,0 1 0,-2 9 1,-5 11-14,-14 37 1,-108 224-3119,73-170 1444,24-51-627,-10 24-2559,16-32-1529,5 1-5010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23 19462,'0'0'9669,"-15"-8"-17054,1-1 956,-9 3-5904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0:2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1058 12413,'5'-2'455,"-1"0"0,1 1-1,0-1 1,0 1 0,0 0 0,0 0-1,-1 0 1,1 1 0,0-1-1,1 1 1,6 1 0,33-2 1615,448-56 5533,1185-138-2379,755-52-5224,-777 11 0,-1538 218 0,130-24 0,-192 29 0,0-2 0,69-28 0,-112 37-18,-1 1 0,1-2 0,-1 1 0,0-2-1,14-11 1,-23 17-321,-1-1-1,1 0 0,-1 0 0,0 0 0,1 0 0,-1 0 1,-1-1-1,1 1 0,0-1 0,-1 1 0,0-1 1,0 1-1,0-1 0,1-7 0,-2 8-625,0 0 0,0 0 0,0 0-1,0-1 1,0 1 0,-1 0 0,0 0 0,0 0-1,1 0 1,-2 0 0,0-4 0,-19-25-12030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8:57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21047,'12179'0'0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3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32 322 7729,'-31'23'8954,"34"-24"-7879,227-76 4107,129-8-1999,-218 59-2492,171-26 352,36 0 38,-243 38-506,-102 13-585,-7 1-1472,-22 2 511,12-1-570,1 0-1,-23-3 1,33 2 954,1 0 1,-1-1-1,0 1 0,1-1 0,-1 0 1,0 0-1,1 0 0,-1 0 0,1 0 1,-1 0-1,1-1 0,0 1 0,0-1 0,0 0 1,-1 1-1,1-1 0,1 0 0,-4-4 1,-4-7-7708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3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0 371 26627,'2318'-370'0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3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1 426 9309,'2'-2'2005,"6"-3"-1262,1 0 1,0 1-1,0-1 0,0 2 0,1-1 0,-1 1 0,1 1 0,18-3 0,19-6 824,152-32 2653,-55 14-2390,547-88 3577,-466 85-3953,-9 0-1167,-200 29-287,-15 2-4,0 1-1,-1 0 1,1 0-1,-1 0 1,1-1-1,-1 1 1,1 0-1,-1 0 1,1-1-1,-1 1 1,0-1-1,1 1 1,-1 0-1,1-1 1,-1 1-1,0-1 1,1 1-1,-1-1 1,0 1-1,1-1 1,-1 0-1,-1 0-64,1 0 0,-1-1 1,0 1-1,1 0 0,-1 0 0,0 0 0,0 0 0,0 0 0,0 0 0,0 0 0,0 0 0,0 0 0,0 0 0,0 0 0,-2 0 1,-26-17-2052,21 14 1177,-6-4-1192,-17-12-3371,30 19 5043,-1 0 0,1 0 0,0 0 0,0 0 0,0 0 0,0 0 0,0-1 0,0 1 0,0 0 0,1-1 0,-1 1 0,0-1 0,1 1 0,-1 0 0,1-1 0,0 0 0,-1 1 0,1-3 0,0-13-8618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3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0 288 23778,'2344'-288'0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3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62 6765,'-35'0'16138,"105"-3"-13284,705 4 1463,-332-10-3715,755 0-32,-823 1-449,-197 5 301,-207 0-466,27 3 11,-15 2-461,-67 1-5922,82-3 6156,0 0-1,0 0 1,0 0-1,-1 0 0,1 0 1,0-1-1,0 1 1,0-1-1,-3 0 1,0-1-530,3 2-958,1-2 1367,0 1 1,0 0-1,0-1 0,0 1 0,0 0 1,0 0-1,0 0 0,-1 0 0,1 0 1,-3-2-1,2 1-460,-11-8-3762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4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10017,'0'0'6923,"2"-2"-5659,9-3-726,1 0 1,-1 1-1,1 0 0,0 0 1,0 1-1,0 1 1,0 0-1,1 1 1,22 0-1,16-2 412,204-18 1876,82-8-655,-183 20-1433,-83 6-288,76-13 1,-116 11-346,1 2 0,35 1 0,-62 2-276,-18-16-8101,26-8-11790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4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28199,'2462'-123'0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46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38 149 4988,'3'3'481,"-2"-2"-242,0 0 0,0 0-1,0 0 1,0 0-1,0 0 1,0 0-1,0 0 1,-1 0-1,1 0 1,0 0 0,0 2-1,-1-4-85,0 0-1,0 1 1,1-1-1,-1 0 1,0 0-1,1 0 1,-1 1-1,0-1 1,1 0-1,-1 0 1,1 1-1,-1-1 1,1 0 0,-1 1-1,1-1 1,0 0-1,-1 1 1,1-1-1,0 1 1,0-1-1,-1 1 1,1-1-1,0 1 1,0 0-1,0-1 1,-1 1-1,1 0 1,1 0-1,25-5 2988,-19 4 571,-9 10-3647,-1 0 0,0-1 0,0 1 0,-1-1 0,0 0-1,-5 11 1,-2 5 18,1 3-9,1 0 1,1 1-1,-5 53 0,-1 14 106,-2 34-21,13-78-95,-4 37 35,5 0 1,13 116-1,0-111 6,-1-9-30,27 112 1,59 119 276,-66-232-247,70 134 0,-93-203-98,20 38 11,44 59 0,-62-97-11,1 0 1,1-1-1,0 0 0,1-1 0,1 0 1,0-1-1,0 0 0,26 13 0,-32-20-4,0-1-1,0-1 0,1 1 0,-1-1 1,1-1-1,-1 1 0,1-2 0,-1 1 1,1-1-1,-1 0 0,1-1 1,-1 0-1,1 0 0,-1-1 0,0 0 1,11-4-1,2-2 1,0-2 0,0 0-1,-1-1 1,-1 0 0,19-16 0,-22 15 6,-1-2 0,0 0 0,-1-1-1,0-1 1,-1 0 0,16-28 0,-2-2-19,28-66 1,-33 57 26,-2-2 1,14-65-1,12-121-6,-35 150 37,-2-114-1,-8 142 12,-22-299 293,5 190-215,11 109 46,-3 1 0,-3 0 0,-29-96 0,32 136-6,0 0-1,-13-22 0,16 36-142,-1 1 1,0 0 0,0 0 0,-1 0-1,-1 1 1,1 0 0,-11-8-1,7 7-17,-1 1 0,1 0 1,-2 1-1,1 0 0,-1 1 0,1 1 0,-2 0 0,-12-3 0,4 3-4,1 1 0,0 1 0,-1 1-1,-36 1 1,18 4-209,-1 2 0,0 1 0,1 3 0,1 1 0,-41 15 0,59-16-287,0 0-1,1 1 1,0 1-1,0 1 1,1 1 0,1 1-1,-28 26 1,27-21-1618,0 2 0,2 0 0,-21 32 0,6-1-5971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4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686 197 8353,'0'0'6760,"-3"2"-6056,-25 14 434,-1-1 1,-31 11 0,50-22-1042,-14 9 242,1 0 0,0 2 0,2 0 0,0 2 0,-33 32 0,48-44-290,-14 16 128,0 0 0,1 1 0,2 1-1,-26 43 1,-45 109 261,58-102-306,3 1 0,3 2 1,-21 118-1,-3 239 221,46-369-269,2-1 1,12 80-1,37 122 50,-39-227-121,1 0 0,2-1 0,2 0 0,1-1 0,1-1 0,3-1 0,0 0 0,2-2 0,30 34 0,-39-52-5,0 0-1,1-1 1,0-1 0,1-1 0,1 0 0,-1-1 0,2 0 0,20 8 0,-24-13-20,-1 0-1,0-1 1,1-1 0,0 0-1,0 0 1,0-2 0,0 1-1,0-2 1,1 0-1,-1 0 1,0-1 0,21-5-1,-11 0-17,0-2 1,0-1-1,0 0 0,-1-2 0,-1-1 0,0 0 0,-1-2 0,0 0 1,26-25-1,-6 0-9,-1-2 0,-2-1 0,32-50 0,-40 47 22,-1-2 0,-2-1 0,-2 0 0,-3-2 0,15-53 0,-6 0 40,26-167 0,-39 138 140,0-172 0,-32-133 856,12 398-823,-3 1 0,-1-1 0,-2 1-1,-2 0 1,-1 1 0,-2 1 0,-1 0 0,-2 1 0,-2 0 0,-1 2-1,-1 0 1,-43-49 0,50 66-431,-2 2 0,0-1 0,-1 2 0,0 0 0,-1 1 0,0 1 1,-1 0-1,-37-14 0,33 17-735,1 1 1,-1 1 0,0 1-1,0 1 1,-1 1 0,0 1 0,-46 2-1,-13 10-4687,-5 1-3258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5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544 186 8545,'-2'0'230,"-1"0"0,1 0 0,-1 0 0,1 0 0,-1 1 1,1-1-1,-1 1 0,1-1 0,-1 1 0,1 0 0,-1 0 0,-4 3 2219,-19-12 23,22 8-2309,1-1 0,0 1 0,-1 1 0,1-1 0,0 0 0,-1 1 0,1 0 0,0-1 0,-1 1 0,1 1 0,0-1 0,-5 3 0,-36 24 884,33-21-792,-11 8 52,1 2-1,1-1 1,1 2 0,0 1 0,2 0 0,-21 30 0,17-19-106,2 2 1,1 0-1,-25 66 1,16-16-95,4 2 0,4 0 0,-9 92 0,16-83-21,4 1 0,4 0-1,17 180 1,-6-214-57,4 0-1,2-1 1,3 0 0,2-1 0,3-1-1,2-1 1,35 61 0,-55-111-9,117 185 75,-107-173-84,2 0-1,0-1 1,1-1 0,0 0 0,2-1 0,-1-1 0,38 22 0,-41-30-17,0 0 1,0-1-1,1 0 1,0-2-1,0 1 1,0-2-1,0 0 0,0-1 1,1 0-1,-1-2 1,24-2-1,-4-2-31,1-2 1,-1-1-1,60-22 0,-68 19 25,0-1 0,-1-1 0,-1-1 0,0-1 0,-1-2 0,-1 0-1,-1-1 1,40-43 0,-37 33-2,-2-2 1,-1-1-1,-1-1 0,-2-1 0,-1-1 0,16-44 0,-12 16 30,-4-1 1,-2-1-1,-3 0 0,-2 0 1,-4-1-1,-2-1 0,-7-113 1,-5 106 106,-21-99 0,-32-70 339,46 190-124,-3 2 0,-1 0-1,-3 0 1,-2 2 0,-2 1 0,-61-85-1,46 80 56,-3 2 0,-52-46 0,46 50-118,6 5 39,-70-52 1,104 87-304,1 0 0,-1 1 1,1 0-1,-1 1 1,-1 0-1,1 0 0,-1 1 1,-19-4-1,14 5-31,0 1-1,-1 1 0,1 1 1,0 0-1,-1 1 1,1 0-1,-23 7 0,-6 1-372,32-7-59,1 0 1,-1 1-1,-17 7 0,-13 6-798,11-7-227,-19 7-2888,16-14-2777,14-7-2048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09:5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1043 133 6097,'0'0'16236,"-2"-2"-15999,-3 0-169,0-1 0,0 1 0,0 0 0,-1 0 0,1 0 0,0 1 1,-1-1-1,1 2 0,-1-1 0,-9 0 0,-7-1-8,-5-1-25,0 2 0,1 1 0,-37 5 0,-79 18-3,139-23-32,-23 5 11,1 2-1,-1 0 0,1 2 0,1 0 1,-1 2-1,2 1 0,-39 25 0,44-23 34,-33 35 0,9-7 34,24-25 51,1 1 0,-23 32-1,2-2 176,24-29-82,0 1 0,2 1 0,0 0 1,-10 27-1,-10 18 300,15-28-240,1 1-1,2 0 1,-16 75-1,22-67-163,2 0 0,2 0 0,2 1-1,7 73 1,12 50 9,-5 35-76,-4-93-91,-6-79 54,1 1 1,15 62 0,8 0-171,-23-90 132,-1 0-1,1 0 0,1 0 1,-1-1-1,1 1 0,0-1 1,1 0-1,0 0 0,8 8 1,12 17-146,-2 0-146,35 39 1,-34-38-64,-19-24 243,1 0 0,0 0 0,8 7 1,21 18-248,2-1 1,2-2-1,0-2 1,51 27 0,-85-52 375,1-1 0,0 0 0,0-1 0,0 1 1,0-1-1,0 0 0,7 0 0,-8-1-22,67 7-181,87 6-127,-140-14 330,0 0 0,-1-1 0,1-1 0,-1-1 0,0-1 0,30-11 0,-24 4 24,0-1 0,-1-2 0,36-28 0,-47 33 45,-1-1-1,0 0 0,-1-1 1,0 0-1,-1-1 0,-1 0 1,14-27-1,31-90 590,-29 68 41,-9 17 67,-3-1 0,-1 0 0,4-48 0,-5 26-416,15-136 593,-23-8-353,-3 44-385,0 132-138,-5-46 0,-1-21-19,-2-62-6,1 3 186,6 121-106,-8-48 1,-10-11 27,15 79-48,-4-8 130,0 1 0,-26-51-1,24 55-54,6 14-117,0 2 0,-1-1-1,0 1 1,-1 0 0,0 0 0,0 0 0,-11-8 0,2 3 52,0 1-1,-31-18 1,36 25-280,0 0 0,0 1 0,0 0 0,-1 0-1,1 1 1,-14-1 0,-71-3-2204,38 5 1277,-11 2-2135,-12-1-6912,42-3-1541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44 176 9597,'15'-40'2805,"-31"43"-788,-22 5 4310,33-9-4351,24-4-836,219-39 146,1 10-1,2 10 1,382 12-1,1317 43 270,-1492-33 612,-350-2-2126,-35-3-41,-29 6-101,-34 1 48,0 1 1,0-1 0,0 1 0,0-1 0,0 1-1,0-1 1,0 0 0,0 1 0,0-1 0,-1 0 0,1 1-1,0-1 1,0 1 0,0-1 0,-1 0 0,1 1-1,0-1 1,0 0 0,-1 1 0,1-1 0,0 0-1,0 0 1,-1 1 0,1-1 0,0 0 0,-1 0-1,1 0 1,-1 1 0,1-1 0,0 0 0,-1 0-1,-12 10-2748,11-11 1160,-87-46-11973,57 32 3659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5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7329,'17'0'1808,"-8"12"-2216,-1-4-2132,4 4-665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87 5168,'0'0'4890,"1"-2"-4146,32-48 11247,-38 33-10890,5 17-1000,0-1 1,0 0 0,0 1-1,0-1 1,0 0 0,-1 1-1,1-1 1,0 1 0,0-1-1,-1 0 1,1 1 0,0-1-1,-1 1 1,1-1 0,0 1-1,-1-1 1,1 1 0,-1-1-1,1 1 1,-1-1 0,1 1-1,-1-1 1,0 1 0,1 0-1,-1 0 1,1-1 0,-1 1-1,0 0 1,1 0 0,-1-1-1,0 1 1,1 0 0,-1 0-1,0 0 1,1 0 0,-1 0-1,0 0 1,0 0 0,-4 0-631,-10-2 665,12 2-59,2 0-68,0 1-1,0 0 0,0 0 1,0 0-1,0 0 0,0 0 1,0 0-1,0 0 1,0 0-1,0 0 0,0 2 1,-2 1 6,-11 16-13,1 1 1,1 1 0,1 0-1,1 0 1,-8 27 0,5-9-97,3 1 0,-8 52 0,16-80 88,1-1-1,1 1 0,0-1 1,0 1-1,1-1 0,3 14 1,-3-22 50,0 1 1,0-1 0,1 0-1,-1 1 1,1-1 0,0 0-1,0 0 1,1 0 0,-1 0-1,1 0 1,0 0 0,0-1-1,0 1 1,0-1 0,1 0-1,-1 0 1,1 0 0,0-1-1,5 3 1,3 0 124,-1-1 0,1-1 0,0 0 0,0 0 0,0-2 0,0 1 0,0-1 0,19-2 1,9-1 379,48-10 0,-60 7-576,69-12 92,-38 3-5303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13 14069,'-24'-12'1901,"23"12"-1770,0 0 0,1 0-1,-1 0 1,0 0 0,1 0 0,-1 0-1,0 0 1,1 0 0,-1 0 0,0 0-1,1 0 1,-1 0 0,0 0 0,1 1-1,-1-1 1,0 0 0,1 0 0,-1 1-1,1-1 1,-1 0 0,1 1 0,-1-1-1,1 1 1,-1-1 0,1 1 0,-2 0-1,-8 13 1127,2 3-618,1 0 0,1 1-1,1 0 1,0 0-1,-3 21 1,0-1 55,-47 158 1151,-1 2-1638,47-150-848,-2 63-1,-5 22-4945,7-106-3016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15125,'-17'8'934,"13"-7"-577,-1 0 1,1 1 0,1 0 0,-1 0 0,0 0 0,0 1 0,1-1 0,-1 1 0,1 0 0,0 0-1,0 0 1,-6 7 0,-25 54 2062,-34 85 1,48-102-2407,-2 7-453,-12 27-652,29-71 407,0 0 0,-1 0 0,0 0 0,-1-1 0,-11 12 1,17-20 219,-1 0 1,1 0 0,0 0-1,-1 0 1,1 0 0,-1 0 0,1 0-1,-1 0 1,0 0 0,1-1 0,-1 1-1,0-1 1,1 1 0,-1-1 0,0 0-1,0 1 1,-1-1 0,-17 0-8147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18314,'5'23'2720,"21"15"-120,0-7-348,-3-2-479,3 0-317,6 3-312,2 5-232,6 3-212,3 0-108,-2 4-288,-1-1-432,0-3-632,-2 0-928,-1-11-512,-20-17-1129,-2 2 249,-1 0-3305,-5 1-5828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9137,'0'0'3930,"2"-1"-2324,23-16 1468,34-17-1,-20 13-1516,-15 8 364,28-10 1,-34 15-1400,-5 3-239,0 1-1,0 0 0,0 1 0,14-1 0,-26 4-303,0 0-1,0 0 0,0 0 0,0 0 1,0 1-1,0-1 0,0 0 0,0 1 1,0-1-1,0 1 0,0-1 0,0 1 1,-1-1-1,1 1 0,0 0 0,0-1 1,-1 1-1,1 0 0,0 0 0,-1-1 1,1 2-1,2 1-98,-1 0 3,0-1 1,0 1 0,0 0 0,0 0 0,-1 0 0,1 0 0,-1 0-1,0 1 1,0-1 0,0 0 0,0 1 0,0-1 0,-1 0 0,0 1-1,1-1 1,-1 1 0,-1 5 0,-1 10-813,0 0 1,-6 19-1,3-18 183,-1 16-313,0-6 936,-9 32-1,14-59 1882,2 0-542,2 4-687,-3-5-425,1 0 1,-1-1-1,1 1 0,-1-1 0,1 0 1,-1 1-1,1-1 0,0 1 1,0-1-1,0 0 0,0 0 1,0 1-1,0-1 0,0 0 1,0 0-1,0 0 0,1 0 1,-1 0-1,0 0 0,1-1 1,-1 1-1,1 0 0,-1-1 1,1 1-1,-1-1 0,1 1 1,-1-1-1,1 0 0,1 1 0,13 0 911,0 1 0,21 6-1,48 9 1403,-67-14-2369,-18-3-48,1 0 0,0 1 0,0-1 0,0 0 0,0 0 0,-1 1 0,1-1 0,0 1 0,0-1 0,-1 0 0,1 1 0,0-1 0,-1 1 0,1 0 0,0-1 0,-1 1 0,2 0 0,-2 1 0,0 0 0,1 0 0,-1 0 0,0 0 0,0 0 0,0 0 0,0 0 0,0 0 0,0 0 0,-1 0 0,1 0 0,-1 0 0,0 2 0,-10 24 0,5-20-222,0 0-1,-1 0 1,1-1-1,-2 0 1,1 0-1,-1-1 1,1 0 0,-2 0-1,-15 8 1,21-12 84,-10 6-830,-1-1 0,1-1 0,-1 0 0,0-1 0,-27 7 0,23-9-2250,-1 0 1,-22 0-1,-10-3-8742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0 351 16502,'34'-19'2768,"1"1"0,0 2 1,1 1-1,54-14 0,243-25-1180,4 25-762,-301 26-816,1164-50-10,-809 39 0,-205 6 0,-185 8-21,1 0 1,-1 0-1,1 0 0,0 0 0,-1 0 1,0 0-1,1-1 0,-1 1 1,1-1-1,-1 1 0,1-1 1,-1 1-1,0-1 0,1 0 0,-1 0 1,0 0-1,0 0 0,1 0 1,-1 0-1,1-2 0,-1 2-37,-1 0 0,0 0 0,0 0 0,0 0 0,0 0 0,0 0 0,0 0 0,0 0-1,0 0 1,-1 0 0,1 0 0,0 0 0,-1 0 0,1 0 0,0 0 0,-1 1 0,1-1 0,-1 0 0,0 0 0,1 0-1,-1 0 1,0 1 0,1-1 0,-1 0 0,0 1 0,0-1 0,1 0 0,-1 1 0,0-1 0,0 1 0,-1-1-1,-6-4-664,0 0 0,-1 1-1,1 0 1,-1 1-1,0 0 1,0 0 0,-14-2-1,-75-7-7968,94 12 8252,-90-8-12130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95 13369,'-3'0'1829,"-8"0"-1088,1 0 0,0 1 0,0 0 0,0 0 0,0 1 0,-17 5 0,-34 21-287,2 3 1,1 2-1,-104 78 1,98-55-167,63-55-261,0 1-1,-1 0 1,1 0-1,1 0 1,-1 0-1,0-1 1,0 1-1,1 0 1,-1 1-1,1-1 1,-1 0-1,1 0 1,0 3-1,-1-1 43,1-4-67,0 0 1,0 0-1,0 0 1,0 0-1,0 0 0,0 0 1,0 1-1,0-1 1,0 0-1,0 0 1,0 0-1,0 0 0,0 0 1,0 0-1,0 0 1,0 0-1,0 1 1,0-1-1,0 0 0,0 0 1,0 0-1,0 0 1,0 0-1,1 0 1,-1 0-1,0 0 1,0 0-1,0 0 0,0 1 1,0-1-1,0 0 1,0 0-1,0 0 1,0 0-1,0 0 0,0 0 1,0 0-1,1 0 1,-1 0-1,0 0 1,0 0-1,0 0 0,0 0 1,0 0-1,0 0 1,0 0-1,0 0 1,1 0-1,-1 0 1,0 0-1,0 0 0,0 0 1,0 0-1,0 0 1,0 0-1,0 0 1,0 0-1,0 0 0,1 0 1,-1 0-1,0 0 1,0 0-1,0 0 1,0 0-1,0 0 1,0-1-1,0 1 0,0 0 1,20-3 249,0-2 0,-1 0 0,0-1 0,0 0 0,0-2 0,-1 0 0,0-2 0,-1 0 0,0 0 0,0-2 0,27-24 0,-15 8 138,0-1 1,-2-1-1,-2-1 0,0-2 0,20-37 1,-17 11 201,-27 56-516,-3 6-21,-11 18 29,1-1-1,1 1 1,0 1-1,2 0 1,-13 46-1,-17 124 314,34-164-363,-8 55-262,3 0 0,0 124 0,12-184-830,1 0 0,8 28 0,-6-23-1960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110 193 9561,'-26'-8'3400,"23"8"-1839,-4 8 956,-1-1-1242,7 1 3758,1-7-4879,0 1-1,0 0 0,0-1 0,1 1 0,-1-1 0,1 1 0,-1 0 1,1-1-1,0 1 0,0-1 0,0 0 0,-1 1 0,1-1 0,1 0 1,1 3-1,0-2 23,-1-1 0,1 0 0,0 0 0,0 0 0,0 0 0,0 0 0,0 0 0,0-1 0,6 1 0,15 0 406,-1-1-1,1-1 1,23-4 0,10-1 266,8 0 84,88-22 0,-99 17-762,-22 1-507,-31 10 325,-1 0 0,0-1 0,1 1 1,-1 0-1,0 0 0,1 0 1,-1-1-1,0 1 0,0 0 0,1 0 1,-1-1-1,0 1 0,0 0 1,1-1-1,-1 1 0,0 0 0,0-1 1,0 1-1,0 0 0,1-1 1,-1 1-1,0 0 0,0-1 0,0 1 1,0 0-1,0-1 0,0 0-6,-1 0 1,1 1-1,-1-1 0,1 0 0,-1 1 0,1-1 0,-1 0 1,1 1-1,-1-1 0,0 1 0,1-1 0,-1 1 0,0-1 1,1 1-1,-1 0 0,0-1 0,-1 1 0,-27-13-950,0 2 0,0 2-1,-34-8 1,-96-10-1732,88 17-394,-71-20 1,135 28 2536,-20-8-1346,11-2-3380,4-7-3022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23 13985,'-35'2'1679,"18"-1"1036,45-3 1539,74-10 4125,-63 7-7820,0 1-1,61 2 1,-92 3-1448,0 0 0,-1 1 0,1 0 0,10 5 0,-18-7 840,0 0 0,0 0 0,0 0-1,-1 0 1,1 0 0,0 0 0,0 0 0,0 0 0,0 0 0,0 0 0,0 0 0,0 0 0,0 0 0,0 0 0,0 0 0,-1 0 0,1 0 0,0 0 0,0 0 0,0 0 0,0 0 0,0 0 0,0 0 0,0 0 0,0 1 0,0-1 0,0 0 0,0 0 0,0 0 0,0 0 0,0 0 0,0 0 0,0 0 0,0 0 0,0 0 0,0 0 0,0 1 0,0-1 0,0 0 0,0 0 0,0 0 0,0 0-1,0 0 1,0 0 0,0 0 0,0 0 0,0 0 0,0 1 0,0-1 0,0 0 0,0 0 0,0 0 0,0 0 0,0 0 0,0 0 0,0 0 0,0 0 0,0 0 0,0 0 0,-22 16-7992,-15 6-6235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7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18698,'66'-57'2680,"-26"48"-296,-3 1-444,-5-1-508,-18 9-423,9-6-725,-2 3-1028,2-5-693,-6-18-1403,-20 6 48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115 339 5953,'-3'0'258,"-1"0"0,1 0 1,0 0-1,0 0 1,0 1-1,-1-1 1,1 1-1,0 0 0,0 0 1,0 0-1,0 0 1,0 1-1,1-1 1,-1 1-1,0 0 0,1 0 1,-1 0-1,1 0 1,-1 0-1,1 0 1,0 1-1,0-1 0,0 1 1,0-1-1,1 1 1,-1 0-1,-1 3 1,-6 13 1326,7-16-1306,0 0 0,0 0-1,1 0 1,-1 1 0,1-1 0,0 1-1,0-1 1,0 1 0,1-1 0,-1 7-1,0 12 1180,-6 33 0,3-35-629,0 30 0,3 4 479,7 126 1590,1-131-2422,3-1-1,17 56 0,-1-23-2569,-14-106 632,-11 9 1227,-1 0 0,0 1 1,-1-1-1,-5-24 0,-1-11-131,3-18 184,4 0 0,8-82 0,34-137 1017,-31 246-60,1 0 0,2 1 0,1 1 0,3 0 0,39-66 0,-51 96-548,14-21 426,-18 30-556,-2 5-25,-1 19-447,-1 0 1,0-1-1,-2 0 0,-1 1 1,-1-1-1,0-1 1,-11 23-1,3-12-1815,-19 30 1,-24 26-6318,26-46-1564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 13133,'-95'4'4293,"87"-4"-3854,-1 1 1,1 1 0,0 0 0,-1 0-1,1 0 1,0 1 0,0 0-1,0 0 1,1 1 0,-1 0 0,1 1-1,-11 8 1,0 2 98,0 0 0,1 2-1,-21 26 1,11-8-207,1 2 0,2 1 1,1 1-1,2 1 0,-29 80 0,32-63-219,1-1 0,4 2 0,2 0 1,-4 62-1,13-80-408,2-1 0,1 1 0,2 0 0,2-1 0,2 0 1,1 0-1,2 0 0,2-1 0,1-1 0,2 0 0,2-1 1,1 0-1,35 49 0,-46-75-308,2 0 0,-1 0 0,1-1 0,0-1 0,1 1 1,19 11-1,-18-13-1088,1 0 1,0-1-1,18 6 1,30 4-8031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9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29 763 9293,'0'0'10300,"-2"-1"-9275,0 1-815,1 0 0,0 0 0,0 0 0,-1-1 0,1 1 1,0 0-1,0-1 0,0 1 0,-1-1 0,1 1 0,0-1 0,0 0 0,0 1 1,0-1-1,0 0 0,0 0 0,0 0 0,0 1 0,0-1 0,-1-2 0,2 0-25,-1 0-1,1 0 0,0 1 0,0-1 1,0 0-1,0 0 0,0 0 1,1 0-1,1-5 0,14-86-7,54-167-1,-35 154-424,-15 45 286,42-95-1,-43 126 448,-19 31-480,0 0 0,0 0 0,0 0 0,0-1 0,0 1 0,0 0 0,0 0 1,0 0-1,0 0 0,1 0 0,-1 0 0,0 0 0,0 0 0,0 0 0,0-1 0,0 1 0,0 0 0,0 0 0,0 0 1,0 0-1,0 0 0,1 0 0,-1 0 0,0 0 0,0 0 0,0 0 0,0 0 0,0 0 0,0 0 0,0 0 0,1 0 1,-1 0-1,0 0 0,0 0 0,0 0 0,0 0 0,0 0 0,0 0 0,0 0 0,1 0 0,-1 0 0,0 0 0,0 0 1,0 0-1,0 0 0,0 1 0,0-1 0,0 0 0,0 0 0,0 0 0,0 0 0,1 0 0,-1 0 0,0 0 0,0 0 1,5 4 36,-1 0 1,1 0 0,-1 0-1,0 0 1,0 0 0,0 1 0,-1 0-1,1 0 1,-1 0 0,-1 0 0,1 0-1,0 1 1,-1-1 0,0 1-1,1 7 1,4 16 85,6 53-1,-11-59-71,25 122-859,1 2-3608,-25-119-304,-1 44-1,-5-31-6472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16494,'11'11'5256,"7"-22"-4080,-1-1-420,9 12-744,0 0-356,0-3-1104,14-5-1036,-29 2-3297,15 0-4872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2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79 11753,'-40'69'5137,"27"-44"-4382,2 0-1,1 1 1,0 0-1,2 1 1,-5 32-1,6-28-512,2-11-133,-13 65 292,11-54-238,0 8 684,22-55-489,-7 8-262,0-1-1,-1-1 0,-1 1 0,1-1 1,6-16-1,23-60 107,-15 33-119,84-207 160,-103 254-211,-1-1 1,11-18 18,1 9 125,-13 16-169,1 0 0,-1 0 0,0 0 0,1 0 0,-1 0 0,0-1 0,0 1 0,1 0 0,-1 0 0,0 0 0,1 0 0,-1 0 0,0 0 0,1 0 0,-1 0 0,0 0 0,1 0 0,-1 1 0,0-1 0,0 0 0,1 0 0,-1 0 0,0 0 0,1 0-1,-1 1 1,0-1 0,0 0 0,1 0 0,-1 0 0,0 1 0,1-1 0,1 4 36,0 0 0,0-1 0,-1 1 0,1 0 0,-1 0-1,2 6 1,-2-6-40,7 32 183,-2 0 1,-1 0-1,0 44 1,1 10-120,11 40-1363,-3-14-4086,-8-80-891,2-2-4060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0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11233,'2'11'809,"0"-1"287,0 0 3174,-3-8-3990,0 0 0,0 0-1,0 0 1,0 0 0,0 0-1,0 0 1,-1 0 0,1-1-1,-3 3 1,-10 15 670,6 0 26,-10 35 0,3-5-80,-24 75 1065,35-107-1683,0 1 0,2-1 0,0 0 0,1 1 0,1 26 1,1-39-218,-1 0 0,1 0 0,0-1 0,0 1 0,0 0 0,1-1 0,0 1 0,0-1 1,0 1-1,0-1 0,1 0 0,0 0 0,0 0 0,0 0 0,5 5 0,-3-5 34,1 0-1,-1-1 0,1 1 1,-1-1-1,1 0 0,0-1 0,0 1 1,0-1-1,1 0 0,8 1 0,8 0 172,-1-2 0,1 0 0,-1-1 0,1-2 0,37-6 0,37-1-651,-94 8 107,0 1-1,0-1 1,1 0 0,-1 0-1,0 0 1,0 0 0,4-2-1,-5 2 71,-2 0-393,1 0 1,0 0-1,0-1 0,-1 1 0,1 0 1,-1 0-1,1-1 0,-1 1 0,1 0 0,-1 0 1,0-1-1,0 1 0,0 0 0,0-1 1,0 1-1,0-1 0,0 1 0,0 0 0,0-1 1,0 1-1,-1-2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17646,'17'-6'2936,"0"3"3584,6 0-5223,0 3-281,-3 0-356,-3-2-452,6 4-1608,3 1 0,-8-6-3713,-1 3-1492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20362,'49'-28'6600,"-23"28"-5279,0 2-361,-6-2-452,0 3-484,-2 0-728,-1-3-596,0 0-633,0 3-1075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14973,'-46'0'2625,"40"15"-297,4 2-532,-10-5-276,3-1-292,7 3-268,-4 1-212,12-4-484,-1 4-728,4 2-2268,-3 0-28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17 17682,'0'0'92,"0"-1"0,0 1 0,0-1 0,0 0 0,0 1 0,0-1 0,-1 1 0,2-1 0,-1 1 0,0-1 0,0 0 0,0 1 0,0-1 0,0 1 1,0-1-1,0 1 0,1-1 0,-1 1 0,0-1 0,1 1 0,-1-1 0,0 1 0,1-1 0,-1 1 0,0-1 0,1 1 0,-1 0 0,1-1 0,-1 1 0,1 0 0,-1-1 1,1 1-1,0 0 64,0 0 1,0 1-1,0-1 1,1 0-1,-1 1 0,0 0 1,0-1-1,-1 1 1,1-1-1,0 1 1,0 0-1,0 0 1,0 0-1,-1-1 1,2 2-1,3 4 464,-1 0 0,1 1-1,-1-1 1,0 1-1,3 8 1,14 43 116,20 52 1809,26 121 0,-50-155-2545,-4 1 0,-3 0 0,-4 1 0,-3 0 0,-3 0 0,-4-1 0,-3 1 0,-31 135 0,-42 48-3741,46-173-525,-4-2-1,-66 109 0,36-87-8975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5284,'4'8'796,"3"13"13841,-8-3-13590,-1 0-1,-1 0 1,0 0 0,-9 24-1,6-24-835,2-1-1,0 1 1,1 0 0,-2 26-1,13 13-2091,-8-57 1764,1 0 1,-1 0 0,1-1 0,-1 1 0,1 0 0,-1-1 0,1 1-1,-1 0 1,0-1 0,1 1 0,-1-1 0,1 1 0,-1-1 0,0 1-1,0-1 1,1 1 0,-1-1 0,0 1 0,0-1 0,1 1-1,-1-1 1,0 0 0,0 1 59,3-7-1243,0 0 0,0 0-1,-1 0 1,0 0 0,0 0 0,1-12-1,-2-21-9006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29 16470,'0'0'85,"0"0"1,0 0-1,0 0 1,0 0 0,1-1-1,-1 1 1,0 0 0,0 0-1,0 0 1,0 0-1,0-1 1,1 1 0,-1 0-1,0 0 1,0 0 0,0 0-1,0-1 1,0 1-1,0 0 1,0 0 0,0-1-1,0 1 1,0 0 0,0 0-1,0 0 1,0-1 0,0 1-1,0 0 1,0 0-1,0 0 1,0-1 0,0 1-1,0 0 1,0 0 0,0 0-1,-1-1 1,1 1-1,0 0 1,0 0 0,0 0-1,0 0 1,0-1 0,0 1-1,-1 0 1,1 0-1,0 0 1,0 0 0,0 0-1,0 0 1,-1 0 0,1-1-1,-2-2 1420,10-2 256,0 2-766,0 1 0,0 0 1,0 0-1,1 1 0,7 0 0,44 0 1243,-38 1-2007,219 3-92,-206 0-1903,-22-2-176,-23-3-77,7 2 1486,0 1 0,0-1-1,0 0 1,0 1 0,0 0-1,0 0 1,0 0 0,0 0-1,1 0 1,-1 0 0,0 1-1,1-1 1,-1 1 0,1 0-1,-1 0 1,-2 3-1,-4 1-1984,-25 16-9997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21198,'86'-43'2792,"-40"29"-352,0 0-571,0-4-405,-3 7-476,0 2-640,3 3-620,0-5-900,-8-12-996,-21 6 147,0 5-5447,9-8-7546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 13717,'0'0'1850,"-4"0"-207,-3-1-880,5 1-632,0 0-1,0-1 0,0 1 0,0 0 0,0 0 0,0 1 1,0-1-1,0 0 0,0 1 0,0-1 0,1 1 1,-1-1-1,0 1 0,0 0 0,0 0 0,1 0 0,-1 0 1,0 0-1,1 0 0,-2 2 0,2-3-124,-4 5 329,0 0-1,0 1 0,1-1 0,-1 1 0,1 0 0,0 0 1,-5 13-1,-1 8 263,2 0 0,1 0 0,1 1 0,1-1 0,-2 52 0,6-45-553,2 99 505,0-117-1476,2-1-1,0 1 0,0-1 1,1 0-1,1 0 0,11 23 1,-13-34-170,2 3-338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13829,'1'-1'255,"0"-1"0,1 0-1,-1 1 1,0-1-1,-1 0 1,1 0 0,0 0-1,0 0 1,-1 0 0,1 0-1,-1-3 1,2-5 1848,1 8-1772,-1 0 0,0 0 0,0 1 1,1-1-1,-1 1 0,0 0 0,1 0 0,0 0 1,-1 0-1,1 0 0,3-1 0,-2 1 173,67-22 4700,30-1-1932,-98 24-3264,-3 4-280,-3 11-334,0 1 1,-1-1-1,-1 0 0,0 0 0,-13 23 1,-46 72-2790,28-51 2197,27-43 946,5-10 237,-1 0 1,2 1 0,-1 0-1,1-1 1,0 1 0,0 1 0,1-1-1,0 0 1,0 1 0,-1 11-1,8 11 1911,-5-29-1794,1 1 0,0-1-1,-1 0 1,1 0 0,0 1-1,-1-1 1,1 0-1,0 0 1,0 0 0,0 1-1,0-1 1,0 0-1,0-1 1,0 1 0,1 0-1,-1 0 1,0 0 0,0-1-1,3 2 1,1-2 121,0 1 0,1-1 0,-1 0 0,1 0 0,-1 0 1,0-1-1,10-2 0,1 0 142,377-41 3062,-344 32-5969,-44 10-87,-11 2-1412,-27 0-3570,-20 0-5129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18442,'2'-3'473,"1"1"0,-1-1 1,1 1-1,0-1 1,0 1-1,0 0 0,0 0 1,0 0-1,1 0 0,-1 1 1,1-1-1,-1 1 1,1 0-1,-1 0 0,1 0 1,0 1-1,-1-1 0,6 1 1,14-4 685,56-8 765,141-4 1,-142 13-1602,640-40-323,-513 29 0,-23-3 0,-143 11 0,0-1 0,56-19 0,-94 25-32,0 1 0,1 0 0,-1-1 0,0 1 0,0 0 0,0-1 0,0 0 1,0 1-1,0-1 0,0 1 0,0-1 0,0 0 0,-1 0 0,1 0 0,0 1 0,0-1 0,-1 0 0,1 0 0,0 0 0,-1 0 0,1 0 1,-1 0-1,1 0 0,-1 0 0,1-3 0,-1 3-108,0-1 0,-1 0 0,1 0 0,-1 1-1,1-1 1,-1 0 0,1 0 0,-1 1 0,0-1 0,0 1 0,0-1 0,1 1 0,-2-1 0,-1-2 0,-1 0-491,-1-1 0,1 1 0,-1 0 0,0 0 1,0 1-1,0-1 0,0 1 0,-10-4 0,6 5-945,1 0 0,-1 1-1,1 0 1,-10 1 0,-41-1-11717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27 11149,'-4'-8'881,"-2"-2"75,4 2 5781,-1 8-5903,-10 1-620,0 1 0,0 0 0,1 1 1,0 0-1,-1 1 0,1 0 0,0 1 0,1 1 1,0 0-1,-1 0 0,-14 13 0,-9 7-52,1 2 0,-31 34 0,58-55-106,0 0-1,1 1 1,0-1-1,0 2 1,1-1-1,0 0 0,1 1 1,-5 12-1,9-20-38,0 0-1,0 0 0,1 0 1,-1 0-1,0 0 0,1 0 1,-1 0-1,1-1 0,-1 1 1,1 0-1,-1 0 0,1-1 1,0 1-1,-1 0 0,1-1 1,0 1-1,0 0 0,0-1 1,-1 1-1,2-1 0,-1 1 28,2 1-10,-1-1 0,1 1 1,-1-1-1,1 0 0,0 0 0,0 0 0,0 0 1,0-1-1,-1 1 0,1-1 0,0 0 1,0 1-1,0-1 0,0-1 0,0 1 0,0 0 1,0-1-1,4 0 0,9-3 264,30-11 1,-42 13-239,17-7 351,-1-1-1,0-2 0,32-22 0,-7 3 162,-11 8 131,-2-1-1,45-41 1,-13 11 1022,-61 53-1487,-7 3-210,-9 10-92,0 0 1,1 0 0,1 1 0,0 0-1,1 1 1,0 0 0,-10 21 0,-51 117-644,70-151 706,-11 26-295,1 1 0,2 0 1,0 1-1,2 0 1,-4 35-1,7-19-375,-5 75-1071,8-99 803,2-1 0,0 0 1,7 32-1,-4-30-1259,-2-14 640,-1 0 0,1 0-1,1 0 1,0 0-1,5 11 1,4-7-6872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3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104 133 9049,'-1'2'3547,"-1"-1"-3355,1 1 1,0-1 0,0 0-1,0 1 1,0-1 0,1 1-1,-1-1 1,0 1 0,0-1-1,1 1 1,-1-1-1,1 1 1,0 0 0,-1-1-1,1 1 1,0 0 0,0 0-1,0 2 1,2-1 120,-1 0 1,1 1-1,-1-1 0,1 0 1,0 0-1,1 0 1,-1 0-1,5 4 0,-1-2 53,0 0-1,0-1 0,1 1 1,0-1-1,-1-1 0,1 0 0,0 0 1,1 0-1,-1 0 0,12 1 1,9 2 1166,37 3 1,-37-7-541,-1-1 1,0-1 0,50-8 0,-52 5-61,37 0 1,-62 3-935,0 0 0,0 0 0,0 0 0,0 0 0,0 0 0,0 1 0,0-1 0,1 0 0,-1 0 0,0 0 0,0 0 0,0 0 0,0 0 0,0 0 0,0 0 0,0 0 0,0 0 0,0 0 0,1 0 0,-1 0 0,0-1 0,0 1 0,0 0 0,0 0 0,0 0 0,0 0 0,0 0 0,0 0 0,0 0 0,0 0 0,0 0 0,1 0 1,-1 0-1,0 0 0,0 0 0,0 0 0,0 0 0,0 0 0,0-1 0,0 1 0,0 0 0,0 0 0,0 0 0,0 0 0,0 0 0,0 0 0,0 0 0,0 0 0,0 0 0,0-1 0,0 1 0,0 0 0,0 0 0,0 0 0,0 0 0,0 0 0,0 0 0,0 0 0,0 0 0,0 0 0,0 0 0,0-1 0,0 1 0,0 0 0,0 0 0,0 0 0,-1 0 0,1 0 0,0 0 1,-2-5-97,0 1 1,0-1-1,0 1 1,-1 0-1,0 0 1,0 0-1,0 0 0,-1 0 1,1 1-1,-1-1 1,1 1-1,-1 0 1,0 0-1,-1 0 1,1 1-1,-6-3 1,-13-6-1025,-48-15-1,48 18 525,-92-26-1786,-22-8-2151,115 33-51,-41-21 0,39 13-3696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76 678 9621,'0'0'12248,"-3"1"-11266,1-1-858,0 0 0,1 0 0,-1 0-1,0 0 1,1 1 0,-1-1 0,0 1 0,1-1 0,-1 1 0,1 0 0,-1-1 0,1 1 0,-1 0 0,1 0 0,0 0 0,-1 0-1,1 0 1,0 0 0,0 1 0,0-1 0,0 0 0,0 1 0,0-1 0,0 1 0,0-1 0,1 1 0,-1-1 0,0 1-1,1-1 1,-1 1 0,1 0 0,0-1 0,-1 1 0,1 0 0,0-1 0,0 3 0,-1 14 144,1 1 1,1-1-1,3 27 1,2 25 140,-8 51 11,2 63-154,-4-87-587,0-16-776,5-76 821,-1 0 1,1 1 0,0-1 0,0 0 0,0 0 0,1 0-1,0 0 1,0 0 0,5 8 0,-6-12-10,0-5 7,3-388-2176,-8 137 2328,16-30 680,-6 228 235,3 0 0,30-107 0,10 32 1068,-36 96-1356,-11 31-404,0 1 1,1-1 0,-1 1 0,1-1 0,0 1-1,0 0 1,0 0 0,1 0 0,6-6 0,-10 10-95,1 0 1,-1 0 0,0 0-1,0-1 1,0 1 0,0 0 0,0 0-1,0 0 1,0 0 0,0 0-1,0 0 1,0 0 0,0 0-1,0 0 1,0 0 0,1 0 0,-1-1-1,0 1 1,0 0 0,0 0-1,0 0 1,0 0 0,0 0-1,0 0 1,0 0 0,1 0 0,-1 0-1,0 0 1,0 0 0,0 0-1,0 0 1,0 0 0,0 0 0,0 0-1,1 0 1,-1 0 0,0 0-1,0 0 1,0 0 0,0 1-1,0-1 1,0 0 0,0 0 0,0 0-1,0 0 1,1 0 0,-1 0-1,0 0 1,0 0 0,0 0-1,0 0 1,0 0 0,0 1 0,0-1-1,0 0 1,0 0 0,0 0-1,0 0 1,0 0 0,0 0-1,0 0 1,0 0 0,0 1 0,0-1-1,3 5 20,-1 1 0,0-1 1,0 1-1,0 0 0,-1 0 0,1-1 0,-2 1 0,1 0 0,-1 0 0,1 0 0,-2 0 0,1 0 0,-2 7 0,-2 11-288,-2-1 0,-9 24-1,6-16-249,-18 52-2532,-38 83 1,-18-9-8002,59-118 3372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0 15041,'-95'22'2212,"86"-20"-1836,0 1 0,0 1 1,0-1-1,0 2 0,1-1 0,0 1 0,0 0 1,0 1-1,1 0 0,-1 0 0,1 0 0,1 1 1,-8 9-1,2-2 38,-25 27 448,2 2-1,3 2 1,1 0 0,-29 59-1,26-35-339,3 1 0,-31 105 0,44-108-438,3 0-1,2 1 1,4 0 0,2 0-1,4 1 1,3 0 0,13 116-1,-8-158-322,0 0 0,2-1 0,1 0 0,1 0 0,1-1 0,1 0 0,1-1 0,2 0 0,15 22 0,-19-34-290,-1-1-1,2 1 1,-1-2 0,2 1-1,-1-1 1,1-1 0,21 12 0,-23-15-408,1-1 1,-1-1-1,1 0 1,0 0-1,0-1 1,0-1 0,1 1-1,-1-2 1,1 0-1,22-1 1,23-6-8632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7 822 9177,'-2'13'952,"-2"11"-408,4-7 8111,9-36-6701,-4 3-1445,-1 0 1,0 1-1,-2-1 0,0 0 1,0-19-1,2-19 362,20-104 906,50-181 1,-63 304-1628,1-1 0,23-44 0,-33 76-126,1 0 0,-1 0 0,1 0 0,0 0 1,6-6-1,-8 10-18,-1-1 0,1 0 0,0 0 1,0 0-1,0 0 0,0 1 0,0-1 1,0 1-1,0-1 0,0 0 0,0 1 0,0 0 1,0-1-1,0 1 0,0 0 0,1-1 1,-1 1-1,0 0 0,0 0 0,0 0 1,0 0-1,0 0 0,1 0 0,-1 0 0,0 0 1,0 1-1,0-1 0,2 1 0,1 3 10,0 0 0,0 0-1,0 1 1,0-1-1,-1 1 1,0 0 0,5 9-1,-3-5-1,10 20-133,-2 1 1,-2 1-1,0-1 0,8 42 0,-3-11-786,-4-19 168,26 101-2950,-34-121 1591,-1 1 0,0 30 0,-3-4-3593,0-5-3105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18042,'-3'-40'2176,"21"31"-464,13-2-372,-2 5-588,6 3-692,-1-3-972,-5-2-1192,-15 2-280,15 9-3189,0 3-4552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8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 13681,'0'-1'126,"-1"1"0,0-1 0,0 1 0,0 0 0,0-1 0,1 1 0,-1 0 0,0 0 0,0 0 0,0 0 0,0 0 0,0 0 0,1 0-1,-1 0 1,0 0 0,0 0 0,0 0 0,0 0 0,0 1 0,1-1 0,-1 0 0,0 1 0,0-1 0,0 1 0,1-1 0,-1 1 0,-1 0 0,2 0 79,-1 1 0,0-1 0,1 0 0,-1 1 0,1-1 0,0 1 0,-1-1 0,1 1 0,0 0 1,0-1-1,0 1 0,0-1 0,0 1 0,0-1 0,0 1 0,1-1 0,0 3 0,1 2 268,0 0 0,0-1-1,1 0 1,-1 1 0,1-1-1,0 0 1,1 0-1,5 6 1,8 12 1028,23 44 27,-3 0 0,-3 3 1,38 112-1,-43-87-1614,-4 2 1,-4 0-1,15 199 1,-38 303-1204,-3-522-1933,-5 0-1,-28 117 1,14-98-3849,-2-13-4343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8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47 444 9265,'4'3'9538,"-4"2"-4679,-9 15-3554,-3 9-631,2 19 110,2 1 0,2-1 0,1 76 0,7-51-471,22 126 1,3-61-1257,-13-95-201,-13-39 928,8-16-1050,-7 9 1151,0-1 1,-1 0-1,0 0 0,0 0 0,0 0 0,-1 0 1,1 0-1,-1 0 0,0-6 0,-5-38-323,3 36 253,-24-157-1337,-5-44 508,27 167 1077,2 1-1,7-79 1,1 61 199,-2 9 686,3 0 1,2 1-1,24-84 1,-22 103-314,-8 23-403,1 0 0,-1 0 0,2 0 0,0 0 0,0 1 0,1 0 0,0 0 0,10-12 0,-15 21-213,-1 0 0,1 0 0,0 0 1,0 0-1,0 1 0,0-1 0,0 0 0,0 1 1,0-1-1,0 1 0,0-1 0,0 1 1,0-1-1,0 1 0,2-1 0,-2 1-6,-1 0-1,1 0 1,0 0-1,-1 1 1,1-1-1,-1 0 1,1 0-1,0 0 1,-1 1-1,1-1 1,-1 0-1,1 1 1,-1-1-1,1 0 1,-1 1-1,1-1 1,-1 1-1,1-1 1,-1 1-1,0-1 1,1 1-1,1 3 11,0-1 0,-1 1-1,0-1 1,1 1 0,-1 0 0,0-1-1,-1 1 1,1 0 0,-1 4 0,1 24-417,-2 0 1,-1-1 0,-2 1 0,-1-1 0,-1 0-1,-12 32 1,-28 61-4064,-11-10-4892,31-72-413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722 30 15353,'1'0'106,"0"-1"1,-1 0-1,1 0 0,-1 0 0,0 1 0,1-1 0,-1 0 0,0 0 0,1 0 0,-1 0 0,0 0 0,0 0 0,0 0 0,0 0 0,0 0 1,0 0-1,0 0 0,0 0 0,0 0 0,-1 0 0,1 1 0,0-1 0,0 0 0,-1 0 0,1 0 0,-1 0 0,1 0 0,-2-1 0,0 2 105,0-1 1,0 0-1,0 1 0,0 0 0,0-1 0,0 1 0,0 0 0,0 0 0,0 0 0,0 1 0,0-1 0,0 0 0,0 1 0,-3 0 0,-2 1 223,-1 1-1,1-1 1,0 2-1,1-1 1,-1 0-1,0 1 1,-10 9-1,-41 39 782,56-51-1170,-39 42 586,2 1-1,-38 55 0,-54 108 547,86-124-842,3 1 0,5 1 0,-32 107 1,47-116-260,4 1 1,3 1 0,3 0 0,-1 90 0,12-124-234,1 0 0,3-1 0,2 1-1,18 75 1,-19-101-102,1-1-1,2 0 0,-1 0 1,2 0-1,0-1 1,1 0-1,1-1 1,0 0-1,1 0 1,1-1-1,0-1 1,1 0-1,27 22 0,-31-30-186,0 1 0,0-2 0,0 1-1,0-2 1,1 1 0,-1-1 0,1 0-1,0-1 1,0 0 0,0-1 0,12 0-1,-8-1-1298,-1 0 0,1-1 0,-1-1 0,21-4 0,23-14-7887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8593,'-34'15'3029,"22"13"1222,-45 114 1950,48-109-5195,0 0 0,3 0 0,0 1 0,-1 47 0,7-67-768,0 1-1,0-1 0,2 0 0,0 1 1,0-1-1,1 0 0,1 0 0,0-1 1,1 1-1,1-1 0,0 0 0,1 0 1,0-1-1,1 0 0,0 0 0,16 17 1,-20-24-192,1-1 1,-1 0 0,1 0-1,-1 0 1,1 0 0,1-1-1,-1 0 1,0 0 0,1 0 0,-1-1-1,1 0 1,0 0 0,0 0-1,0-1 1,0 0 0,11 1 0,19 1-482,-26-2-160,0-1 1,0 1-1,17-3 1,-18 1-69,-1 0 1,1-1-1,-1 0 1,0-1 0,0 0-1,11-5 1,-15 6-132,1-1 1,-1 0 0,0 0 0,0-1-1,0 1 1,0-1 0,4-6 0,3-4-5108,1 0-3350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1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11073,'0'0'84,"0"0"-1,0 1 1,0-1-1,0 0 1,0 1 0,0-1-1,0 0 1,0 1 0,1-1-1,-1 0 1,0 1-1,0-1 1,0 0 0,0 1-1,1-1 1,-1 0-1,0 0 1,0 1 0,0-1-1,1 0 1,-1 1-1,0-1 1,1 0 0,-1 0-1,0 0 1,0 1 0,1-1-1,-1 0 1,0 0-1,1 0 1,-1 0 0,0 0-1,1 0 1,0 0-1,13-6 4408,12-4 202,56-2-300,89-15-1598,-133 17-4995,-37 10 1985,-1-1 1,1 1 0,0 0 0,-1-1 0,1 1 0,-1 0 0,1-1 0,0 1 0,-1-1-1,1 1 1,-1-1 0,1 1 0,-1-1 0,1 0 0,-1 1 0,0-1 0,1 1 0,-1-1 0,0 0-1,1-1 1,0-1-1089,9-7-5956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21850,'57'-43'2860,"-22"23"-468,-4 5-451,-2 1-421,-17 11-332,13 0-476,1-3-664,0 6-644,-3 3-996,-6 0-560,-5-17-1121,-18-1 165,6 41-3333,-14 12-5924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14617,'0'0'1915,"-1"2"-255,-4 18 0,-8 32 93,-26 69-1,-69 195-1596,73-203-1546,21-66-1379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 0 17758,'-11'10'322,"-3"0"583,1 0 1,0 1-1,1 1 0,1 0 0,0 1 0,0 0 0,-11 19 1,-20 57 1420,-58 179 1,87-230-2047,-125 440 931,27 8-1795,77-328 133,-8 106-1846,29-87-1983,12-128 1303,4-14-3943,0-12-4053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55 857 13505,'-5'-3'461,"1"0"1,0-1-1,0 0 0,0 0 0,0 0 1,1 0-1,0-1 0,0 1 0,0-1 0,0 0 1,1 0-1,-1 0 0,1 0 0,1 0 0,-1-1 1,1 1-1,0 0 0,0-1 0,0 1 1,1-7-1,20-202 3959,-9 115-3639,29-131 663,-22 142-995,4-9 179,-22 96-620,1 0 1,-1 0 0,0-1-1,0 1 1,0 0-1,1 0 1,-1 0-1,1 0 1,-1 0-1,1 0 1,-1 0 0,1 0-1,-1 0 1,1 1-1,0-1 1,0 0-1,-1 0 1,1 0 0,0 1-1,0-1 1,0 0-1,0 1 1,0-1-1,0 1 1,0-1 0,0 1-1,0 0 1,0-1-1,0 1 1,0 0-1,0 0 1,0 0 0,0-1-1,1 1 1,-1 0-1,0 1 1,0-1-1,0 0 1,0 0-1,0 0 1,0 1 0,0-1-1,0 0 1,0 1-1,2 0 1,2 2 18,0 1 0,0-1 0,-1 1 0,1 0-1,-1 0 1,0 0 0,6 8 0,4 8 27,-2 0 0,0 1 0,16 37 0,19 72-277,-40-111 131,58 182-3112,-54-166 748,7 46 1,-5-6-7284,-10-52-846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50 18994,'-8'-12'4036,"36"15"-2600,1-3-376,3-3-448,22-6-1056,-11 4-628,-5-7-1144,-4 6-356,-13 9-3325,4-11-5056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17874,'-12'4'1424,"-16"4"2725,29-4-2694,28 76 1566,57 112 0,-23-56-1198,-20-37-1823,-3 3 0,34 137 0,-18 83 0,-22 7 0,-25-160-31,-19 239 1,4-325-2112,-19 87 0,-15-8-9956,19-92-1242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18986,'23'-23'2796,"-6"14"76,15 1-360,26 2-443,-18 0-409,0-3-344,3 7-760,6-1-556,-6-3 0,-5 3 0,-18 3 0,3 3 0,3-3 0,-12 6-1256,3-3-1212,-40 8 251,-20 15-5639,0-9-8130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18250,'89'-66'2980,"-37"54"-192,-3 4-352,2-1-471,-2 3-385,3 1-324,0-1-288,-6 6-608,0 6-624,-12-12-696,-17 3-776,4 0-993,-1-3-1663,-26 15-2245,-23 5-6244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124 340 12077,'-9'-1'636,"-14"-2"444,22 3-980,1 1 0,-1-1 0,0 0 0,0 0 0,0 0 1,1 1-1,-1-1 0,0 0 0,0 1 0,1-1 0,-1 0 0,0 1 0,1-1 1,-1 1-1,0-1 0,1 1 0,-1 0 0,1-1 0,-1 1 0,1 0 1,-1-1-1,1 1 0,-1 0 0,1 1 0,-14 26 3050,11-23-2770,0 0-1,0 0 1,1 0 0,0 1 0,0-1-1,0 1 1,1-1 0,-2 9-1,-1 55 1802,6 117 1,23 68-873,-11-169-1074,4 48-244,-16-122-871,-2-31 39,-9-72-800,-30-135-1,10 75 1016,20 95 514,2-1 1,3-114-1,5 143 563,2 0 0,1 0 0,2 0-1,0 0 1,2 1 0,1 0 0,23-47-1,-24 60-38,1 1-1,0-1 0,1 2 0,1-1 0,15-14 0,-24 26-364,-1 0-1,1 1 1,0-1-1,-1 1 1,1 0-1,0 0 0,0 0 1,0-1-1,0 2 1,0-1-1,0 0 1,0 0-1,0 1 1,1-1-1,-1 1 1,0-1-1,3 1 0,-4 0-28,1 1 0,-1-1 0,1 1-1,-1-1 1,0 1 0,1-1-1,-1 1 1,1 0 0,-1-1-1,0 1 1,0 0 0,0 0 0,1 0-1,-1 0 1,0 0 0,0 0-1,0 1 1,0-1 0,-1 0-1,1 0 1,0 1 0,0-1 0,-1 1-1,1-1 1,-1 0 0,1 4-1,0 0-21,0 0-1,0 0 0,0 0 0,-1 0 0,0 0 1,0 0-1,0 0 0,-2 8 0,-13 44-628,8-33 177,-56 171-4532,8-70-4978,21-66-1147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7 16009,'-2'-1'33,"-5"-1"555,0 1-1,-1 0 1,1 0 0,0 1-1,-1 0 1,1 0 0,0 0 0,-1 1-1,1 0 1,-13 4 0,5 1-166,1 0 1,0 2-1,0-1 1,0 2-1,1 0 1,0 0-1,1 1 1,0 1-1,-13 15 1,-5 8 23,2 2 0,-25 41 0,19-21-100,3 1-1,2 2 1,-40 119 0,39-77-264,-28 174 0,52-234-341,1 1 0,3-1 1,1 1-1,3-1 0,8 58 1,-7-78-166,1 0 1,2-1 0,0 0 0,0 0 0,2-1-1,1 0 1,0 0 0,1 0 0,1-2-1,1 1 1,1-1 0,21 22 0,-27-32-230,1-1 0,-1 0 1,1 0-1,1 0 0,10 5 0,-11-8-703,-1 0-1,1 0 0,15 3 0,36 0-8878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1007 10717,'-3'8'8754,"1"-36"-7893,2 0-1,1 0 1,1 0 0,7-35 0,-2 15-245,7-78 245,16-103 201,-20 172-838,5-22 518,28-89-1,-38 151-571,-2 6-32,0 0 0,1 0 0,0 1 0,1 0 0,0 0 0,1 0 0,0 0 0,10-12 0,-15 21-108,1 0 1,-1 0-1,1 0 0,-1 0 0,1 0 0,-1 0 0,1 1 0,-1-1 0,1 1 0,0-1 1,-1 1-1,1-1 0,0 1 0,-1 0 0,1 0 0,0 0 0,0 0 0,-1 0 0,1 0 1,0 1-1,-1-1 0,1 0 0,0 1 0,-1 0 0,1-1 0,-1 1 0,1 0 0,-1 0 1,2 1-1,2 0 16,-1 1 0,0 0 0,0 0 0,0 0 0,0 1 1,-1 0-1,1-1 0,5 9 0,3 10 69,-1 0-1,-1 1 1,14 44-1,10 77 29,24 229-5521,-56-348 2820,-3 42 0,-6-10-4804,-4-20-3151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19974,'0'0'4000,"17"6"-2560,0 2-332,9-11-412,0 3-599,8-2-858,12-4-715,-23-14-1308,0 11 176,-2 12-3249,-1-3-4988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110 273 12629,'-3'1'1431,"1"0"-1289,0-1-1,-1 1 1,1 0-1,0-1 1,0 1 0,0 0-1,0 0 1,0 0 0,0 1-1,0-1 1,1 0 0,-1 1-1,0-1 1,1 1-1,-1-1 1,1 1 0,-1 0-1,1 0 1,0 0 0,0 0-1,0 0 1,0 0-1,0 0 1,0 0 0,0 0-1,1 0 1,-1 3 0,-34 147 1450,23-97-1222,6-21 310,1 0 0,0 36 0,5-66-388,0-6-246,0 0-1,0 0 1,0-1 0,1 1-1,-1 0 1,1 0-1,-1 0 1,1 0 0,1-4-1,4-11 76,14-95 538,6 0 0,60-162 0,-38 151 806,-47 119-1105,1 5-317,-1 0 0,0 1 0,0-1 1,1 0-1,-1 1 0,0-1 0,0 0 0,0 1 0,-1-1 0,1 1 0,1 2 0,-1-2 14,4 9-7,-1 0-1,1 0 1,-2 0 0,0 1-1,4 22 1,0 65 178,0 2-487,29 89-2374,-32-161 1568,11 63-2657,-2-36-3986,-7-38-1720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15921,'-9'13'6105,"-2"1"-4224,-15 28 1,17-19-1363,1 1-1,0 0 1,2 1-1,-4 32 1,-3 100 989,13-153-1470,-2 14 222,2-1-1,0 0 0,5 28 0,-5-40-175,1-1 0,0 0 0,1 0 0,-1 1 0,1-1 0,-1 0 0,1-1 1,0 1-1,1 0 0,-1 0 0,1-1 0,-1 0 0,1 1 0,0-1 0,0 0 0,1 0 0,-1-1 0,1 1 0,6 3 0,1-1-69,1 0-1,0-1 0,0-1 0,0 0 1,1-1-1,-1 0 0,21 0 1,96-6-2,-33-1-20,-84 4-825,0 0 1,0 0-1,13-4 1,-12 2-473,-42-6-23849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16386,'21'-9'1761,"-1"1"0,1 0 0,1 2 1,0 0-1,33-4 0,1 0 554,105-19 254,-48 10-1639,-88 14-1148,-3 0-1032,0 1 0,25-1 0,-55 5-4638,-1-1 2689,-2 0-370,-24-2-9590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 18646,'-12'-6'2067,"18"8"1136,29 11 536,6-7-2173,64 1 1,-78-6-1140,82 7 249,-102-7-931,-1 0 1,1 0-1,0-1 1,0 0 0,0 0-1,8-1 1,-13 0 31,0 1 1,0-1 0,0 0 0,0 1 0,0-1 0,0 0 0,0 0 0,0 0 0,-1-1 0,1 1 0,-1 0-1,1-1 1,-1 1 0,1-1 0,-1 1 0,1-1 0,-1 1 0,0-1 0,0 0 0,1-3 0,9-12-3028,-10 16 2959,0 1 0,-1 0 0,1 0 0,0-1 0,-1 1 0,1 0 0,0 0-1,-1 0 1,1 0 0,0 0 0,-1 0 0,1 0 0,0 0 0,0 0 0,-1 0-1,1 1 1,0-1 0,-1 0 0,1 0 0,-1 1 0,1-1 0,0 0 0,-1 1 0,1-1-1,0 1 1,16 10-11352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13037,'-23'43'2184,"3"-11"-103,0 2-349,2 4-248,10-1-260,-12 0-224,0 12-280,2 0-392,7 6-336,-1-4-232,1-5-548,-9-2-732,5-13-708,10-16-3437,-13-10-4692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20018,'8'9'336,"86"100"4904,26 63-1011,-98-134-3248,-1 0 1,27 76-1,-27-47-981,-2 2 0,-4 1 0,-3-1 0,-3 2 0,-4 0 0,-3 91 0,-8-37 0,-7-2 0,-48 213 0,17-172-2046,34-135 1086,-1-1 0,-2 0 0,-23 39-1,-28 41-6064,44-74 2505,-17 22-7831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18366,'23'-17'7996,"-3"11"-6007,6 1-389,3 2-328,0 0-256,-3 0-488,2 0-528,-8 3 0,3 0 0,-5 0-720,2-3-1112,-46 12-12242,-11 2 917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19210,'58'-35'3096,"-30"27"-524,13-4-468,-7 9-447,-2-5-345,5 5-264,1-3-520,-18 3-660,8-5-792,4-1-768,-20-8-1213,-4 0-611,-34 14-15858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16722,'5'14'1811,"-9"-9"-76,3-5-1621,0 1-1,0-1 1,0 1 0,0-1 0,1 1-1,-1 0 1,0-1 0,1 1 0,-1 0-1,0 0 1,1-1 0,-1 1 0,1 0-1,-1 0 1,1 0 0,0 0 0,-1 0-1,1 0 1,0 0 0,0 0-1,-1 0 1,1 0 0,0-1 0,0 3-1,-7 146 4381,18 78-2286,-2-73-1487,5 13-1335,-9-135-444,1 0 1,2 0-1,11 31 0,-1-4-4844,-13-38 860,-5-18 3812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18 109 9277,'1'-2'393,"1"0"1,0 0-1,0 0 1,-1 0-1,1 1 1,0-1-1,1 1 0,-1-1 1,0 1-1,0 0 1,5-2-1,-5 2 110,1 0-1,0-1 1,-1 1-1,1-1 1,-1 1-1,0-1 0,1 0 1,1-2-1,2-1 210,0 0 0,0 1-1,0-1 1,1 2 0,0-1-1,-1 1 1,1 0 0,1 0-1,-1 1 1,0 0-1,12-2 1,17-6 1501,29-9 1104,-64 19-3307,0 1-1,0-1 1,0 0-1,-1 1 1,1-1-1,0 1 1,0-1-1,0 1 1,0 0-1,-1-1 1,1 1-1,0 0 1,0-1-1,-1 1 1,1 0-1,-1 0 1,1 0-1,0 1 1,0-1-14,0 1 5,0 0 0,1 0-1,-2 0 1,1 1 0,0-1 0,0 0 0,-1 0 0,1 1-1,-1-1 1,1 0 0,-1 1 0,0-1 0,0 1-1,0-1 1,-1 0 0,1 1 0,0-1 0,-1 0 0,-1 4-1,-16 43-54,16-43 25,-19 40-1967,-2 0 0,-39 57 0,44-78-647,-30 34 0,-3-10-5010,11-18-3136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 14289,'-21'-1'808,"-1"2"0,0 0 0,-28 5 1,37-3-302,1 1 0,-1 0 1,1 0-1,0 1 1,0 1-1,0 0 1,-13 9-1,2 2-127,1 1-1,1 1 0,1 1 1,0 0-1,2 2 0,-29 42 1,11-6 497,-47 105 0,54-97-617,4 1 0,3 1 0,3 1 0,3 0 0,2 1 0,4 1 0,3 0 0,3 1 0,6 80 0,2-104-199,2-1 0,23 85 0,-21-104-262,2 0 0,1-1 0,1 0 0,1-1 0,29 44 0,-32-58-96,-1-1-1,1 1 1,1-2 0,0 1 0,1-2-1,0 1 1,0-2 0,1 1 0,0-2-1,0 0 1,16 6 0,-17-9-855,0 0 1,0 0-1,0-2 1,0 1-1,1-2 0,-1 0 1,1 0-1,18-2 1,32-8-9502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8765,'-3'5'484,"1"-1"0,0 0 0,0 1 0,1-1 0,-1 1-1,1 0 1,0 0 0,0-1 0,1 1 0,0 0 0,0 6 0,1 5 954,1 0-1,5 18 1,-4-18-454,0 0 0,1 28 0,-7 41 1953,1-48-1757,1 0-1,4 39 1,-2-67-1025,18 119 1642,-18-126-1758,2 0-1,3 0-2,1 0-1,-1-1 1,1 0 0,-1 0 0,1 0-1,0-1 1,-1 0 0,1 0-1,0-1 1,7-1 0,74-18 317,-73 15-319,32-10-428,66-33 1,-60 16-5100,-61 19-4598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4748,'33'7'3263,"-28"-6"-2517,-1 1 0,1-1-1,-1 0 1,1 0 0,0-1-1,0 1 1,0-1 0,-1 0-1,1 0 1,0-1 0,5 0 0,19-8 4861,15-3-2305,-2 1-1255,2 0-377,30-9-3296,-75 18 788,1 1 1,-1 0-1,1-1 1,-1 1-1,0 0 1,0 0-1,0-1 1,0 1-1,1 0 1,-2 0-1,1 0 0,0 0 1,0 0-1,0 0 1,-2-1-1,-13 1-10737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21214,'40'-20'2776,"-28"6"-388,8-1-543,0 4 647,-3 2-2192,3 6-568,-8-5-2632,2-1 199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17 15861,'5'-7'2060,"-9"4"-885,-5-4 2204,5 19-2642,1 0-1,0-1 1,1 2 0,0-1 0,0 14-1,0-11-341,2-10-287,-6 90-172,6-84-187,0 0 0,1 0 0,0-1 0,1 1 1,0-1-1,6 16 0,-7-24 18,17-22-996,-16 13 1014,-2 1 0,1-1 0,0 1 0,-2-11 1,1-9-473,11-71-3971,-5 51-738,-1-3-3921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2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19954,'7'7'871,"-1"1"0,0-1 0,0 2 0,-1-1 0,0 0 0,5 13 1,18 57 2557,-13-35-2314,31 97-898,-6 2 0,-5 1 0,-8 2 0,-5 1 1,-7 1-1,-6 0 0,-7 1 0,-6-1 0,-30 186 0,-18-35-3895,-63 136-9059,82-327-631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69 340 13085,'-2'-1'397,"-1"1"0,0-1 0,0 1-1,0-1 1,0 1 0,1 0 0,-1 0-1,0 0 1,0 0 0,0 1 0,0-1-1,1 1 1,-1 0 0,0 0 0,0 0 0,1 0-1,-1 0 1,-4 4 3406,7 8-3236,4 277 5001,22-2-5232,-22-251-978,-1 51 0,-2-87 451,-1 1 0,1 0 0,-1-1 1,1 1-1,0 0 0,0-1 0,0 1 0,0-1 0,0 0 0,0 1 0,0-1 0,0 0 0,0 0 0,2 2 0,1-17-618,-1 1-1,0-1 1,-1 0 0,0-21 0,-4-62-1823,1 57 1776,-6-89-1169,0-59 1850,9 123 1994,21-128 1,-22 184-1734,7-34 1350,14-47 0,-18 77-895,1-1 1,1 1-1,0 0 0,0 1 0,2-1 0,-1 1 0,15-16 0,-3 2 563,-7 47-306,-10-13-771,0 0 0,0-1 0,0 1 0,-1 0 0,0 0 1,0 0-1,-1 0 0,0 0 0,-1 0 0,0 0 0,0 0 0,-1 0 0,0 0 0,-4 11 0,-51 155-3055,45-147 1346,0 0 1,-2-1-1,-1-1 1,-21 28-1,0-4-4356,8-5-3357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 6061,'-3'0'1104,"-28"2"694,27-1-248,-24 10 5685,11-1-5184,0 1-1447,0 1 1,1 0-1,0 1 0,1 1 0,0 0 0,1 1 1,-16 23-1,-3 12 69,3 3 1,2 0-1,2 2 1,-28 89-1,20-30 242,-26 159-1,47-189-692,4 1-1,3 0 1,4 0-1,14 135 1,-2-150-311,2-1-1,3 0 1,3-1-1,3-1 1,59 126 0,-62-159-279,1-1 0,1-1 0,2-1 1,1 0-1,48 47 0,-52-60-576,1-1 0,1-1 1,37 22-1,-40-29-672,0 0 0,0-1 1,0-1-1,1-1 0,27 6 1,28-3-10126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57 550 9141,'-14'16'693,"11"-13"-478,-1 1 0,1-1 1,0 1-1,1 0 0,-1 0 1,1 0-1,-1 0 0,1 0 1,1 1-1,-1-1 0,1 1 1,-2 5-1,1 3 607,-1-3-193,1 0 1,1 0-1,-1 1 0,2-1 0,0 0 0,0 1 0,0-1 1,4 14-1,18 67 1974,-22-89-2460,0 0 0,0 0 1,0 1-1,0-1 0,-1 0 1,1 0-1,-1 0 1,1 0-1,-1 0 0,0 0 1,-1 3-1,1-1 274,0-1 1271,4-5-976,0 0-631,1 0 0,-1 0 0,0-1 0,0 1 0,-1-1 1,1 1-1,0-1 0,-1 0 0,0 0 0,1 0 0,-1-1 0,0 1 1,-1 0-1,1-1 0,-1 1 0,2-5 0,49-189 418,-31 107-792,12-89-476,-5 17 107,-13 113 614,-10 31 217,0 1-1,4-30 0,-8 37 55,0 0-1,1 0 1,5-15-1,-7 25-217,0 0-1,0 0 0,0 0 1,0 0-1,0 0 0,0 1 1,0-1-1,0 0 1,0 0-1,0 0 0,0 0 1,0 0-1,0 0 0,0 0 1,0 0-1,0 0 0,0 0 1,0 0-1,0 0 1,0 0-1,0 1 0,0-1 1,0 0-1,0 0 0,1 0 1,-1 0-1,0 0 1,0 0-1,0 0 0,0 0 1,0 0-1,0 0 0,0 0 1,0 0-1,0 0 0,0 0 1,0 0-1,1 0 1,-1 0-1,0 0 0,0 0 1,0 0-1,0 0 0,0 0 1,0 0-1,0 0 1,0 0-1,0 0 0,0 0 1,0-1-1,0 1 0,1 0 1,-1 0-1,0 0 1,0 0-1,0 0 0,0 0 1,14 22 191,-1 0 1,-1 1 0,0 1 0,14 47 0,22 113-38,-23-82-455,-17-74-507,0 2-90,6 38 0,-12-19-2868,-2-43 2420,-1 1-1,0-1 1,-1 0 0,1 0 0,-5 9 0,-9 14-10138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78 16157,'-3'21'2689,"20"-30"-421,3 0-360,6 1-380,3 2-316,0-3-356,14 1-484,-11 5-904,2-9-588,-8-5-1260,-17 6-344,14 8-3285,-3 0-5232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2 11593,'13'-2'4156,"-46"12"-212,26-4-3709,1-1 0,-1 1 0,1 0 1,0 0-1,-6 10 0,4-6-43,-11 14 437,1 2 0,-23 44 0,-23 63 945,51-102-1283,-60 142 1679,-77 277 1,-9 194-1278,145-580-866,2-1-1681,2 0-1,0 72 1,11-110-1834,3-10-2517,2 4-4864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2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10269,'-59'99'9858,"54"-87"-9138,1 0-1,0 0 1,1 0-1,-4 25 1,3-10 278,-12 87 2349,-3 138 1,19-237-3234,-1 0 1,2 0-1,0 0 1,1 1-1,0-1 1,6 20-1,-6-31-93,-1 0 0,1 0 0,0 0 1,0 0-1,0 0 0,0-1 0,1 1 0,0-1 0,0 0 0,0 1 0,0-1 0,0 0 0,0-1 0,1 1 0,-1-1 0,1 1 0,0-1 0,0 0 1,0 0-1,0-1 0,0 1 0,0-1 0,0 0 0,1 0 0,7 0 0,11 0-11,-1-1 0,0-1 0,0-1 0,43-9 0,27-4-315,-91 15 195,0 0 1,0 0-1,0 0 0,0 0 0,0-1 0,0 1 0,0 0 0,0-1 0,0 1 1,0 0-1,0-1 0,-1 1 0,1-1 0,0 1 0,0-1 0,0 0 1,-1 1-1,1-1 0,0 0 0,0 0 0,-1 1 0,1-1 0,-1 0 0,1 0 1,-1 0-1,1 0 0,0-1 0,-1-2-403,1 1 0,-1-1 0,1 0 0,-1 1 0,0-1 1,-1-4-1,-3-12-4234,-3 11-1393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19 10725,'-4'13'665,"2"-5"599,5-11 304,11-12 9385,40 9-7217,-48 5-3963,-1 0 0,0 0 1,1 0-1,-1 1 0,11 1 1,-1-1-3267,-23-12-4640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20350,'60'-38'2796,"-28"35"-408,-3-5-511,-18 2-405,15 0-352,3 1-368,-6-1-608,20-3-636,-28 3-976,10-2-761,1-1-1291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90 150 15117,'-24'-11'4164,"23"12"-3961,1 0 0,-1-1 0,0 1-1,0 0 1,1 0 0,-1-1 0,0 1 0,1 0 0,-1 0-1,1 0 1,-1 0 0,1 0 0,-1 0 0,1 0 0,0 0-1,-1 2 1,1-3 47,-52 167 6153,52-165-6336,-1 1-1,0-1 1,0 1-1,1-1 1,0 1 0,-1 0-1,1-1 1,0 1 0,0 3-1,0-6-58,0 0 0,0 0 0,0 0 0,0 1 0,0-1 0,0 0 0,0 0 0,0 0 0,0 0 1,1 0-1,-1 1 0,0-1 0,0 0 0,0 0 0,0 0 0,0 0 0,0 0 0,0 0 0,0 1 0,0-1 0,0 0 0,0 0 0,1 0 0,-1 0 0,0 0 0,0 0 0,0 0 0,0 0 0,0 0 0,0 1 0,1-1 0,-1 0 0,0 0 0,0 0 0,0 0 0,0 0 0,0 0 0,0 0 0,1 0 0,-1 0 0,0 0 1,0 0-1,0 0 0,1 0 0,7-12 141,4-18-231,16-60 1,-8 23-1338,-19 62 1166,18-60-2736,-15 32-845,-7 1-3723,-7 10-3803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16950,'1'9'715,"0"0"1,0 0-1,1 0 1,1 0-1,-1 0 1,1 0 0,1 0-1,0-1 1,0 1-1,0-1 1,8 10-1,29 59 1568,51 135 0,-67-148-1858,6 21-93,-3 1-1,-5 2 1,-3 0-1,-4 1 1,8 163-1,-22-108-313,-7-1 1,-44 273-1,21-271-1092,-7-1 1,-6-1-1,-70 159 1,83-238-938,-52 86 1,60-119-128,-30 37 1,34-50 148,1-2 0,-2 1 0,-19 13-1,-20 5-7050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1:3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6569,'0'14'13057,"-2"-15"-12198,-2-1-592,3 1-101,-1 0-1,1 1 0,-1-1 1,0 0-1,1 1 1,-1-1-1,1 1 0,-1-1 1,0 1-1,-2-1 0,2 2-61,-1 0 0,1-1 0,0 1 0,-1 0 0,1 0 0,0 0-1,0 1 1,-4 2 0,-27 19 335,26-17-709,0 0-1,0-1 0,-1 0 0,0 0 0,0-1 0,0 0 0,0 0 0,-1-1 0,0 0 0,0 0 0,-13 1 1,2-2-1598,-13 1-5274,9-7-1559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4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975 1 7549,'-15'8'1318,"14"-7"-1272,1-1 0,0 1 0,5 12 11590,-22-7-10996,-127 58 725,-41 22-828,129-54-383,-86 65 1,129-88-144,-20 17 13,0 1 1,2 1-1,-34 41 1,37-33-5,1 1 0,2 2 1,2 1-1,1 0 0,2 2 0,2 0 1,2 1-1,2 1 0,2 0 0,-8 54 1,10-28 48,4 1 1,2 0 0,11 129-1,-3-155-57,-2-14 24,2 0-1,0 0 1,3 0 0,15 49-1,-19-74-31,63 146 39,-54-129 8,1 0 0,0-1 0,2 0 0,24 26 0,-19-27-21,0-1 1,2-1-1,0-1 1,29 17-1,-36-25 4,1-2-1,0 0 0,1 0 1,0-2-1,0 0 0,1-1 1,30 5-1,-14-7-22,0-1 0,1-2 0,-1-1 0,0-2 0,-1-1 0,1-2 0,-1-1 0,0-1 0,37-16 0,-30 8 2,-1-2 1,-1-1-1,-1-2 0,0-2 1,-2-1-1,62-55 0,-73 55-4,-1-2-1,-1 0 1,-1-1-1,-2-2 1,-1 0-1,-1 0 1,-1-2-1,-2 0 1,-1-1-1,-1 0 1,9-43-1,-4-9 61,-4 0 0,-3 0 0,-2-116 0,-19-73 1035,3 214-624,-2 0 0,-27-89 0,30 128-359,0 0-1,-1 0 1,-1 1 0,-1 1 0,-1-1 0,0 2-1,-2 0 1,-21-24 0,22 29-71,0 0 0,-1 2-1,0-1 1,-1 2 0,0 0 0,-1 0 0,0 2 0,0 0 0,-1 0 0,0 2 0,-18-5-1,-4 3-119,1 1 0,-2 2 0,1 1 0,0 3 0,0 1 0,0 1 0,-70 15 0,69-8-663,0 3-1,1 0 0,1 3 0,-44 23 0,-62 47-5943,134-78 5151,0-1 0,1 1 1,-10 10-1,-18 29-8304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4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40 10325,'9'-40'9621,"-6"58"-7620,-2-8-1522,0 1-1,0-1 0,-1 1 0,-1-1 1,0 1-1,0-1 0,-4 14 0,-2 19 238,5-29-542,1-4-151,-1 0 0,2 0 0,-1 0 0,2 0 0,2 19 0,6 26-807,-4-20-2375,1-2-6996,-1-10 436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4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6449,'13'-13'9394,"7"-1"-7524,67-49 3606,-73 55-4852,0 0 0,1 0 0,0 1 0,22-6 0,-33 12-325,-1 2-65,-1-1-251,-1 0 0,1 0 1,-1 1-1,1-1 0,-1 0 1,1 1-1,-1 0 0,1-1 0,-1 1 1,1 0-1,-1 0 0,0-1 1,1 1-1,-1 0 0,0 0 1,0 1-1,0-1 0,0 0 0,0 0 1,0 1-1,0-1 0,0 0 1,0 1-1,-1-1 0,1 1 1,-1-1-1,1 1 0,-1-1 0,1 1 1,-1-1-1,0 1 0,0-1 1,1 1-1,-1 0 0,-1-1 1,1 1-1,0-1 0,0 1 0,0-1 1,-1 3-1,-3 17-672,0 0 1,-1-1-1,-11 30 1,-31 62-3028,40-96 3217,-53 114-2927,21-46 4843,38-81 852,5-5-1037,19-8 78,0 0 0,0-2 0,21-16 0,15-8 611,80-44 0,101-53 1084,-223 126-3172,-133 58-17895,71-29 6508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4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13 248 7821,'-13'2'6716,"35"-14"3413,-2 2-9966,3-2 1833,44-14 0,-6 3-192,-2 2-1163,1 2 0,102-18 0,-66 17-422,136-20-219,-122 23 0,-97 15 0,-1 0 0,0 0 0,0 2 0,18 0 0,-26 0-172,0 0 0,0 0 0,-1 0 0,1 1 0,0 0 0,0 0-1,-1 0 1,1 0 0,0 0 0,3 2 0,-1 1-660,-2-3-905,-28-13-13970,10 4 6093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64 8665,'0'0'5486,"1"-2"-4477,5-12 298,-7 11 150,-23 20-580,-37 41-533,11-10-285,-13 15 292,24-22 349,34-36-534,0 1 0,1 1 0,0-1 1,-6 11-1,7-10 39,-1-1 1,-1 1-1,1 0 1,-9 8-1,24-4 233,-9-10-414,-1 0 0,1 1 0,0-1 0,-1 0 1,1-1-1,0 1 0,-1 0 0,1 0 0,0-1 0,0 1 0,0-1 0,-1 1 0,1-1 0,0 0 0,0 0 0,0 0 0,0 0 0,0 0 0,0 0 0,-1-1 0,1 1 0,4-2 0,5-1 31,-1 0 0,18-9 0,-19 8-37,17-9 30,-1 0 0,0-2-1,32-25 1,-51 34-110,0 1-1,0-1 0,0 0 1,-1-1-1,0 1 1,-1-1-1,0 0 1,0 0-1,0-1 1,-1 1-1,0-1 0,0 0 1,2-10-1,-2 6 11,-1-1 0,0 1 0,-1-1 0,-1 0 0,0 0 0,0 1-1,-5-24 1,5 33 182,0 0 14,0-28 178,0 28 1599,-2 5-1726,1 1 0,0-1 0,-1 1 0,1-1 1,0 1-1,0-1 0,1 1 0,-2 3 0,2 8 15,-1 0 1,2 0-1,0 0 1,4 21-1,2 29 231,-7-4-465,-14 107 1,12-144-752,1 1 0,3 29 0,-1-31-2151,0-1 0,-4 28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66 178 9785,'-5'7'1018,"0"-1"1,-1 0-1,-10 8 1,14-12-725,-1 0 0,1 1 0,-1-1 0,1 1 0,0 0 0,0-1 0,0 1 0,1 0 0,-1 0 0,1 0 0,-1 0 0,0 5 0,-5 10 693,7-17-927,-1 0 1,1 0 0,1 0 0,-1 0-1,0 0 1,0 0 0,0 0 0,0 0-1,1 0 1,-1 1 0,1-1 0,-1 0-1,1 0 1,-1-1 0,1 1 0,0 2-1,1-1 110,-1 1-79,0-1 0,0 1 0,1-1 0,-1 1 0,1-1 0,-1 0-1,1 1 1,0-1 0,0 0 0,0 0 0,0-1 0,0 1 0,0 0-1,1-1 1,-1 1 0,4 1 0,-1-1 156,0 0-1,0-1 1,1 0 0,-1 0-1,0 0 1,0 0 0,1-1-1,6 0 1,8-2 673,1-1 0,-1-1 0,31-9-1,-39 9-719,-4 2-41,0 0 1,0-1 0,0 0-1,-1-1 1,1 1 0,-1-2-1,0 1 1,9-8 0,-13 9-157,0 1 0,0-1 1,0-1-1,-1 1 0,1 0 0,-1-1 1,0 1-1,0-1 0,-1 0 1,1 0-1,-1 1 0,1-1 1,-1 0-1,0 0 0,-1 0 0,1 0 1,-1-1-1,0-3 0,0 4-142,0 0-1,0 0 1,-1 0 0,1 1-1,-1-1 1,0 0-1,0 0 1,-1 1 0,1-1-1,-1 1 1,1-1-1,-1 1 1,0 0-1,-1 0 1,-1-3 0,-4-2-386,-1 0 0,1 1 1,-18-12-1,19 14 218,-12-7-1453,-1 1-1,-31-12 1,14 5-1827,4 3-1350,3 2-2651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7 760 8469,'-6'2'11375,"20"-3"-6712,-5 0-6337,-8 1 1710,-1 0 0,1-1 0,0 1 0,-1 0 0,1-1 0,-1 1 0,1-1 0,-1 1 0,1-1 0,-1 1 0,1-1 0,-1 1 0,0-1 0,1 1 0,-1-1-1,0 1 1,1-1 0,-1 0 0,0 1 0,0-2 0,1 1 9,-1 0 1,1 0-1,0 0 0,-1 0 0,1 0 0,0 0 0,-1 0 1,1 0-1,0 0 0,0 0 0,0 0 0,0 0 0,0 0 1,0 1-1,1-2 0,89-25 1678,106-18 0,100-1-851,131-46 71,-163 27-774,580-94-35,-208 42-24,-64-7 1797,-516 106-1329,-54 16-322,1 2-218,0 1-37,25-4-26,-25 2-173,-33-22-14724,14 16 9348,-2 3-3488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6145,'0'0'11205,"1"-2"-10167,1-5-492,1 1 0,0-1 0,0 0 0,1 1-1,0 0 1,0 0 0,1 0 0,-1 0 0,1 0 0,0 1 0,1 0 0,-1 0 0,9-4 0,0-1 75,0 1 0,1 0 0,0 1 1,30-11-1,31-11 923,-73 29-1443,3 15-1224,-5-11 949,0 0 0,-1 0 1,1 0-1,-1 0 0,0 0 0,0 0 1,0 0-1,0 0 0,0 0 1,-1 0-1,-1 5 0,-11 32-814,7-22 482,-67 192-4142,70-202 4707,0 0 213,0 1 0,1 0 0,0 0 0,0 0 0,0 10 0,2-16 851,20-1 1425,7 0-1555,36-14 463,-1-3 0,65-24-1,-48 14-842,-38 10-676,-38 13-537,-16-12-4481,9 13 4285,0-1-1,0 1 1,-1 0-1,1 0 1,0 0 0,-1 1-1,1-1 1,0 1-1,-1 0 1,1 1-1,0-1 1,-1 1 0,1-1-1,-7 4 1,-23 7-11297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70 7741,'-8'2'1943,"9"-8"-944,0 5-479,1-1-1,-1 1 1,0 0-1,0 0 1,1-1-1,-1 1 1,0 0-1,1 0 0,-1 0 1,1 1-1,2-2 1,9-3 791,-1 0-1,15-8 1,-16 7-318,-1 1-1,1 0 1,0 1-1,12-4 1,-20 8-553,-2 0-504,1 1 0,0 0 0,-1-1 0,1 1 0,-1 0 0,1 0 0,-1 0 0,1 0 0,-1 0 0,0 0 0,1 0 1,-1 1-1,0-1 0,0 0 0,0 1 0,0-1 0,1 2 0,-3 2-90,1-1-1,-1 0 1,0 1 0,0-1 0,0 0-1,0 0 1,-1 0 0,-3 6 0,-2 8-418,-43 133-4333,49-147 5274,0 1 0,1 0 0,0-1 0,0 1 0,0 0 0,0-1 0,3 10-1,-3-11-321,0-3-28,0 0 0,0 0 0,0 0 0,0 0 0,0 0 0,0 0 0,0 0 0,0 0 0,0 1 0,0-1 0,0 0 0,0 0 1,0 0-1,0 0 0,0 0 0,0 0 0,0 0 0,0 0 0,0 0 0,0 1 0,1-1 0,-1 0 0,0 0 0,0 0 0,0 0 0,0 0 0,0 0 0,0 0 0,0 0 0,0 0 0,0 0 0,0 0 0,0 0 0,1 0 0,-1 0 1,0 0-1,0 0 0,0 0 0,0 0 0,0 0 0,0 0 0,0 0 0,0 0 0,0 0 0,1 0 0,-1 0 0,0 0 0,0 0 0,0 0 0,0 0 0,0 0 0,0 0 0,0 0 0,0 0 0,0 0 0,1 0 0,-1 0 1,0 0-1,0 0 0,0 0 0,0 0 0,287-74 9103,-229 66-8249,-58 8-871,1 0 1,-1 0 0,1 0 0,0 0 0,-1 1 0,1-1 0,-1 0 0,1 0-1,-1 1 1,1-1 0,-1 0 0,1 1 0,-1-1 0,1 1 0,-1-1-1,1 0 1,-1 1 0,0-1 0,1 1 0,-1-1 0,0 1 0,1 0 0,-1-1-1,0 1 1,0-1 0,0 1 0,1 1 0,-1-2-7,0 1-27,1 1 0,-1-1 1,0 0-1,0 0 0,0 1 0,0-1 1,0 0-1,0 0 0,-1 1 1,1-1-1,0 0 0,0 0 1,-1 0-1,1 1 0,-1-1 1,1 0-1,-1 0 0,0 0 1,1 0-1,-1 0 0,0 0 0,-1 2 1,-27 22-1052,15-13 276,-17 17-617,0 0-2484,-64 46 0,47-45-2759,1 1-4339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22 326 12689,'-1'0'424,"-1"0"1,1-1-1,0 1 0,0-1 0,0 1 1,-1-1-1,1 0 0,0 1 1,0-1-1,0 0 0,0 0 0,0 0 1,0 1-1,0-1 0,1 0 0,-1 0 1,0-1-1,0 1 0,0-2 0,1 3-141,0-1 0,0 0 0,0 0 0,0 0 0,0 1 0,0-1 0,0 0 0,1 0 0,-1 1 0,0-1 0,0 0-1,1 0 1,-1 1 0,0-1 0,1 0 0,0 0 0,10-11 53,-4 7 203,0 0-1,1 0 1,-1 1-1,1 0 0,0 1 1,0 0-1,16-5 1,2 0 363,656-179 332,-640 177-1231,114-18-338,-156 28 295,0 0 0,0 0-1,1 0 1,-1 0 0,0 0 0,0 0 0,0 0 0,0 0 0,0 0 0,0 0 0,1 0 0,-1 1 0,0-1 0,0 0 0,0 0 0,0 0 0,0-1 0,1 1 0,-1 0 0,0 0-1,0 0 1,0 0 0,0 0 0,0 0 0,0 0 0,1 0 0,-1 0 0,0 0 0,0 0 0,0 0 0,0 0 0,0 0 0,0 0 0,0-1 0,1 1 0,-1 0 0,0 0 0,0 0-1,0 0 1,0 0 0,0 0 0,0-1 0,0 1 0,0 0 0,0 0 0,0 0 0,0 0 0,0 0 0,0 0 0,0-1 0,0 1 0,0 0 0,0 0 0,0 0 0,0 0 0,0 0-1,0-1 1,0 1 0,0 0 0,0 0 0,0 0 0,0 0 0,0 0 0,-1-1 0,-12-4-2187,9 4 1708,0 0 0,1 1 0,-1-1-1,0 1 1,0 0 0,0 0 0,0 0 0,-7 1 0,-24 19-6948,-2 3-5011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12785,'0'0'96,"1"0"0,-1 0 0,1 0 0,0 0 0,-1 0 0,1 0 1,-1 1-1,1-1 0,-1 0 0,1 0 0,-1 0 0,1 1 0,-1-1 0,1 0 0,-1 1 0,1-1 0,-1 0 0,1 1 0,-1-1 0,1 0 0,-1 1 0,1 0 0,-5 10 2105,-1-2 1564,3-9-3698,0 0-1,1 0 1,-1 0 0,1 1 0,-1-1-1,1 0 1,-1 1 0,1-1-1,-1 1 1,1 0 0,0-1 0,-1 1-1,1 0 1,0 0 0,-1 0-1,1 0 1,0 0 0,0 0 0,0 0-1,0 0 1,0 0 0,-1 2-1,-1 3 16,0 0-1,1-1 1,-1 1-1,-1 9 1,-3 5 68,5-13-130,-3 6 67,0 1-1,1 0 1,-4 21-1,6-17-18,-3 40 46,5-54-79,0 0 1,1 0-1,-1 1 0,1-1 1,0 0-1,0 1 0,0-1 1,0 0-1,1 0 0,2 5 1,-2-8-8,0 1 0,0-1 0,0 1 0,0-1 0,0 0-1,0 0 1,1 0 0,-1 0 0,0 0 0,1 0 0,-1-1 0,0 1 0,1-1 0,-1 0 0,1 1 0,-1-1 0,1 0 0,-1-1 0,1 1-1,-1 0 1,3-1 0,58-11 176,-57 10-187,31-6 0,-16 4-614,0-1 0,-1 0 0,0-2 0,0 0 0,33-18 0,-50 23-230,0 0 1,0-1 0,0 1-1,-1-1 1,1 1 0,0-1-1,2-4 1,-1 1-1735,10-9-6542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7009,'-3'20'2200,"12"-3"-152,-3-2-144,-3 2-148,-3 0-139,5 3-209,-2 1-312,3 7-236,0-2-156,-1 3-144,4 17-96,0-17-108,-3-15-192,-1 9-480,1-3-772,-3-3-904,3-2-3601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6 161 15861,'-6'-14'2777,"29"2"-401,18-5-224,-4 3-224,-8-1-380,2 4-371,1-3-189,5-4-220,-8 10-132,3-1-188,-18 6-340,0-3-436,4-2-540,-4 2-468,0 0-813,-31 15-7988,-3 0-2828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10845,'-20'23'10185,"18"-22"-10126,1 0 0,-1 0 0,1 1 0,-1-1 1,1 1-1,0-1 0,-1 1 0,1 0 0,0-1 0,0 1 0,0 0 1,-1 3-1,-2 6 154,1 1 0,1-1 0,0 1 1,0 0-1,1 0 0,1 15 0,0-26-155,1 0 0,-1 0-1,1 0 1,-1 0-1,1-1 1,0 1 0,-1 0-1,1 0 1,0-1-1,-1 1 1,1-1-1,0 1 1,0 0 0,-1-1-1,1 0 1,0 1-1,0-1 1,0 1-1,1-1 1,1 2 155,7 2 48,0 0 0,-1 0 0,1-1 1,1 0-1,-1-1 0,0 0 0,1-1 0,-1 0 0,1 0 0,13-2 0,20 3 492,-17 0-312,155 7 1658,-182-9-2093,1 1-1,0-1 1,-1 0-1,1 1 1,-1-1-1,1 1 1,-1-1-1,0 0 1,1 1-1,-1-1 0,1 1 1,-1-1-1,0 1 1,1 0-1,-1-1 1,0 1-1,0-1 1,1 1-1,-1 0 0,0-1 1,0 1-1,0-1 1,0 1-1,0 0 1,0-1-1,0 1 1,0 0-1,0 1 5,1 2-36,-1-1-1,0 0 1,0 1-1,0-1 1,-1 1 0,1-1-1,-1 0 1,0 0-1,0 1 1,0-1 0,0 0-1,-1 0 1,1 0-1,-4 4 1,-4 7-638,-20 22 0,17-21 53,3-5 78,1 0-1,-2-1 0,1 0 1,-1-1-1,-1 0 1,1 0-1,-1-1 0,-1 0 1,1-1-1,-14 4 0,11-5-1516,-1 0-1,1-1 1,-1-1 0,-30 2-1,2-4-7492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16109,'23'9'9389,"-9"-23"-8409,-3-1-208,4 12-155,5 1-177,0-7-316,-3 6-688,3 0-385,3 0-391,-28 29-10053,-1 0 192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17114,'40'8'2816,"-28"-34"-328,5 9-464,-8 9-284,11-1-355,9-11-325,-1 5-208,1 1-224,-12 8-612,9-5-568,-3 2-744,-3-2-569,3-1-1035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13021,'-23'9'7068,"22"-8"-6929,0-1 0,0 1 1,-1 0-1,1 0 0,0 0 0,0 0 0,0 0 0,0 0 0,0 0 0,0 0 0,1 0 1,-1 0-1,0 0 0,1 1 0,-1-1 0,0 2 0,-3 9 253,1 1-1,-2 21 1,-2 6-85,0-7-450,-6 57-1,14-28-2753,1-50 632,0 0 0,0 0 0,5 11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12581,'2'-2'319,"0"1"0,0-1 0,-1 0 0,1 1-1,0-1 1,-1 0 0,1 0 0,-1 0 0,1-1 0,-1 1-1,0 0 1,0 0 0,1-5 0,-1 4 26,0 1 1,0-1-1,1 0 0,-1 1 1,1-1-1,-1 0 0,1 1 1,0 0-1,0-1 1,3-2-1,17-9 1135,0 1-1,0 1 1,1 2 0,42-15 0,-35 14-690,0 4-342,-27 7-496,-2 27-1687,0-21 1533,0 0 1,-1 0 0,0 0 0,-1 0 0,1 0 0,-1 0 0,-2 8-1,-27 67-1564,20-55 1352,0 0 0,-7 31-1,17-54 1452,14 8 793,-11-10-1725,-1 0 1,1 0 0,-1 0 0,1 0-1,-1-1 1,1 1 0,0-1 0,-1 0-1,1 1 1,0-1 0,-1 0 0,1 0-1,3-1 1,35-8 615,-29 6-488,29-9 816,56-23-1,-38 13-544,-37 13-325,-12 5-69,0 0-1,20-5 1,-24 8-538,-1-1-1,0 0 1,1 0 0,7-4 0,-10 3-1389,-26 7-3715,-19 8-1671,3 3-4609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14 377 12873,'-13'-9'1984,"13"9"-1906,0-1-1,0 1 1,-1 0 0,1-1-1,0 1 1,0 0-1,0-1 1,0 1 0,0 0-1,0-1 1,0 1-1,0 0 1,0-1 0,0 1-1,0 0 1,0-1-1,0 1 1,0 0 0,1-1-1,-1 1 1,0 0-1,0-1 1,0 1 0,0 0-1,0 0 1,1-1-1,-1 1 1,3-3 468,0 0 1,1 1-1,-1-1 1,1 1-1,6-4 0,-3 2-266,50-27 4346,97-38 1,68-9-1738,-221 78-2885,124-35 13,194-28 1,-246 50-20,179-34-1613,-258 51-3266,-5 4 2561,-21 7-5524,-8 4-5279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9517,'0'0'3828,"-3"1"-2382,-4 0-1067,0 1-1,0 0 0,1 1 0,-1 0 1,0 0-1,1 0 0,0 1 1,0 0-1,0 0 0,0 1 0,-7 6 1,-6 9-171,-29 38 1,41-50-36,-1 3 68,1 0 0,0 0 0,1 1 0,0-1 0,1 1 0,0 1 0,-5 18 0,10-28-9,3-2-178,1 0 0,0 0 0,-1 0-1,1-1 1,0 1 0,0-1 0,-1 0 0,1 0 0,5-1 0,-4-1-23,-1 0 0,1 1 0,-1-2 0,1 1 1,-1 0-1,6-5 0,2-1 34,4-1 60,0-2 0,-1 0 1,0-1-1,-1 0 0,-1-1 1,0 0-1,12-17 1,24-31 1920,-31 44 889,-26 37-2894,1 1 0,0-1 0,1 1 0,2 0 0,0 0 0,-2 41 0,7 133 187,0-172-283,10 115-420,-8-115-341,1-1-1,2 1 1,0-1 0,10 22 0,-13-36-230,5 11-561,-6-6-3561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15 173 10309,'-14'17'13557,"14"-15"-13432,0 0 0,0 0 1,0 0-1,1 0 0,-1-1 0,0 1 0,1 0 0,0 0 0,-1 0 0,1 0 1,0-1-1,0 1 0,0 0 0,0-1 0,0 1 0,1-1 0,-1 1 0,0-1 1,1 0-1,-1 0 0,1 1 0,-1-1 0,1 0 0,-1 0 0,1 0 0,0-1 1,0 1-1,-1 0 0,1-1 0,0 1 0,2 0 0,6 1 78,0-1-1,-1 0 1,1-1 0,16 0-1,-17-1-76,34 0 301,0-2-1,0-2 1,0-2 0,73-22 0,-110 27-436,9-4-28,1 1 1,0 0-1,0 1 1,0 1-1,17-1 1,-41-12-1560,7 14 1513,1 1-1,-1-1 1,0 1-1,-1 0 0,1-1 1,0 1-1,0 0 0,0 0 1,-1 0-1,1 0 1,-1 0-1,1 0 0,-1 0 1,1 0-1,-1 0 1,1 1-1,-1-1 0,0 1 1,1-1-1,-4 0 1,-8-3-293,-303-77-7692,314 81 7998,-68-20-3297,37 8-2193,9 3-1579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9825,'-2'1'2313,"-25"7"4265,21 8-5096,0-7-1229,-30 78 1148,7-23-602,-37 130 1,54-152-1801,-1-1 0,-25 52 1,37-91 620,0 0 1,0 0 0,0 0 0,-1 0-1,1 0 1,0-1 0,-1 1 0,0-1-1,1 1 1,-1-1 0,0 0-1,0 1 1,0-1 0,1 0 0,-5 1-1,-2 2-3204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2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16225,'20'7'6377,"9"-1"-3039,13 2-1795,151 71 1676,-71-15-5208,-97-50-767,5 4-1550,-15-1-3439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9 10209,'4'1'573,"5"0"186,-9-4 564,-1-4 4599,-14 15-4245,11-5-1540,1-1 0,0 1 1,0 0-1,1 0 0,-1 0 0,0 0 0,1 0 0,0 0 0,0 1 0,0-1 1,-2 5-1,-18 46 443,18-41-494,-4 11 137,2 1 0,-4 25 0,-1 3 107,9-47-241,1 0 0,0 0 1,0 1-1,1-1 0,0 0 1,0 1-1,0-1 1,1 0-1,0 1 0,0-1 1,1 0-1,2 7 1,-3-10-43,0-1 0,0 1 0,1-1 0,0 1 0,-1-1 1,1 0-1,0 0 0,0 0 0,0 0 0,0 0 1,1 0-1,-1 0 0,0-1 0,1 1 0,0-1 0,-1 1 1,1-1-1,-1 0 0,1 0 0,0-1 0,0 1 0,0 0 1,0-1-1,-1 0 0,1 1 0,0-1 0,0 0 1,5-1-1,21-4-199,0-1 1,0-1 0,-1-1-1,-1-1 1,1-2 0,30-17-1,-45 21-795,0-2 0,21-15-1,-14 7-2471,1 3-3354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14561,'-9'7'1511,"9"-7"-1463,0 0 1,0 0-1,0 1 0,0-1 0,0 0 0,0 0 0,0 0 0,0 1 0,0-1 0,0 0 1,0 0-1,0 0 0,0 0 0,0 1 0,0-1 0,0 0 0,0 0 0,0 0 0,0 1 1,1-1-1,-1 0 0,0 0 0,0 0 0,0 0 0,0 0 0,0 1 0,1-1 1,-1 0-1,0 0 0,0 0 0,0 0 0,0 0 0,1 0 0,-1 0 0,0 0 0,0 0 1,0 0-1,1 0 0,-1 0 0,0 0 0,0 0 0,0 0 0,1 0 0,-1 0 0,0 0 1,0 0-1,0 0 0,2 0 942,-7 28-130,-3 13-809,-7 8 245,1 0 1,3 0-1,2 1 1,2 0 0,3 1-1,1 59 1,4-96-278,-1-5-281,0 0 0,1 0-1,0 0 1,1 0-1,4 16 1,-5-23-1612,11-7-4609,-9 4 4822,11-7-6141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13997,'0'0'6596,"4"-1"-4700,36-3 841,-13 2-1260,47-11 0,-32 3-1571,47-3 0,-72 8-1380,-16 5 1362,-1-1 1,0 1 0,1-1 0,-1 1 0,0-1 0,1 1 0,-1-1 0,0 1 0,0-1 0,1 0-1,-1 1 1,0-1 0,0 1 0,0-1 0,0 0 0,0 1 0,0-1 0,0 1 0,0-1 0,0 0 0,0 1-1,0-1 1,0 1 0,-1-2 0,1 1-81,0 1 0,0-1 0,0 1 0,0-1-1,0 1 1,0-1 0,0 1 0,0-1 0,0 1 0,-1-1-1,1 1 1,0-1 0,0 1 0,0-1 0,-1 1 0,1-1-1,0 1 1,-1 0 0,1-1 0,0 1 0,-1-1 0,1 1 0,-1 0-1,1-1 1,-1 1 0,1 0 0,0 0 0,-1-1 0,1 1-1,-1 0 1,1 0 0,-1 0 0,0 0 0,1 0 0,-1 0-1,1-1 1,-1 1 0,1 0 0,-1 0 0,1 0 0,-1 1 0,1-1-1,-1 0 1,1 0 0,-1 0 0,1 0 0,-1 0 0,1 1-1,-1-1 1,1 0 0,-1 1 0,-14 7-10572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12921,'0'0'3512,"-3"1"-2319,-6 1-729,6-1-438,0-1 0,0 1 1,0 0-1,0 0 1,0 0-1,1 0 0,-1 1 1,0-1-1,1 1 0,-1-1 1,1 1-1,-1 0 1,1 0-1,0 0 0,-4 5 1,0 3-202,1 0 0,0 1 0,0 0 0,-3 14 0,-2 2 1086,10-24-669,0 0 1,0 0-1,0-1 1,1 1-1,-1 0 1,0-1-1,1 1 0,0 0 1,0-1-1,0 1 1,0-1-1,0 1 1,0-1-1,1 0 1,-1 1-1,1-1 1,2 3-1,1 0 166,1-1-1,-1 1 1,1-1-1,0 0 1,0 0-1,1-1 1,9 4-1,49 17 1230,-59-22-1511,165 44 3013,-171-45-3149,1 0 0,-1-1 0,0 1 0,1 0 1,-1 0-1,0 0 0,1 0 0,-1 0 0,0 0 1,0 0-1,0 0 0,0-1 0,0 1 0,0 0 1,0 0-1,0 0 0,0 0 0,0 0 0,0 0 1,-1 0-1,0 1 0,1 0-51,-1 2-186,-1 1 0,0 0 0,0 0 0,0-1 0,0 1 1,-1-1-1,0 1 0,0-1 0,0 0 0,0 0 0,-1-1 0,1 1 0,-1-1 0,-8 6 1,-8 5-4062,-41 20 1,45-25 1099,-35 17-9079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1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13529,'8'-3'1101,"1"-1"0,-2 0 0,1-1-1,8-5 1,20-11 877,104-24 4097,-80 27-4346,218-60 768,-25 8-1042,-182 55-1724,-57 13-3,0 0-1,1-2 1,-1 1 0,0-2-1,0 0 1,13-7-1,-26 11 17,-1 1 0,0-1 0,0 1 0,0-1 0,0 1 0,0-1 0,1 1-1,-1-1 1,0 1 0,0-1 0,0 1 0,0-1 0,-1 1 0,1 0-1,0-1 1,0 1 0,0-1 0,0 1 0,0-1 0,-1 1 0,1-1 0,0 1-1,0 0 1,-1-1 0,1 1 0,0-1 0,-1 1 0,0-1 0,-9-10-6855,-17 8-5958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6733,'0'0'8404,"0"-1"-7370,1-1-788,-1 0-1,1 0 1,0 0 0,-1 0-1,1 1 1,0-1 0,0 0 0,0 1-1,0-1 1,1 1 0,-1-1 0,0 1-1,1 0 1,-1-1 0,4-1-1,28-12 3603,-25 12-3348,15-3 617,2 0 0,-1 1 0,1 2 0,46-1 0,-70 4-1112,-1 0-1,1 1 1,0-1 0,-1 1-1,1-1 1,-1 1-1,1 0 1,-1-1-1,1 1 1,-1-1-1,1 1 1,-1 0-1,1 0 1,-1-1 0,0 1-1,1 0 1,-1-1-1,0 1 1,0 0-1,0 0 1,1 0-1,-1 0 1,0 0-3,1 2-34,-1-1 0,1 0 1,0 1-1,-1-1 0,0 1 0,0-1 0,0 1 0,0-1 1,0 1-1,0-1 0,0 0 0,-1 1 0,0 3 0,-14 32-571,8-22 283,-4 19-977,-12 67-1,18-73 851,-2 1 0,0-1 0,-13 29 0,17-51 483,0 1-1,0 0 1,1 0-1,-2 12 1,4-19 79,1 1 1,0-1 0,0 0 0,0 1-1,-1-1 1,1 0 0,1 0 0,-1 0 0,0 0-1,0 0 1,0 0 0,0 0 0,1 0-1,-1 0 1,1-1 0,-1 1 0,0 0 0,1-1-1,2 1 1,2-1 39,0-1 0,0 0 0,-1-1-1,1 1 1,0-1 0,5-2 0,6-2 121,36-12 795,77-40 1,-58 25-471,-53 25-597,1-1 55,32-18 0,-46 23-600,-1 1-1,0-2 0,1 1 1,-1 0-1,7-10 1,-11 13 403,-1 1 1,0-1-1,1 1 1,-1-1-1,0 0 0,0 1 1,1-1-1,-1 1 1,0-1-1,0 0 0,0 1 1,0-1-1,0 0 1,1 1-1,-2-1 0,1 0 1,0 1-1,0-1 1,0 0-1,0 1 0,0-1 1,0 0-1,-1 1 1,1-1-1,0 0 0,0 1 1,-1-1-1,1 1 1,0-1-1,-1 1 0,1-1 1,-1 1-1,1-1 1,-1 1-1,1-1 1,-1 1-1,0-1 0,-2-1-1071,0 0 0,0 0 0,0 0 0,-1 0 0,1 1 0,-5-2 0,-15 0-9975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4712,'4'-1'7105,"0"3"-3861,5 9-3395,-7-7 1470,-1-2-388,19-6 879,-4 0-786,-1-1-1,1-1 0,18-9 0,7-4 532,15 3 226,-53 16-1798,11 11-523,-13-10 473,0 1 0,0-1 0,0 1 0,0-1 1,0 1-1,-1-1 0,1 1 0,-1-1 0,1 1 1,-1 0-1,1-1 0,-1 1 0,0 0 0,0-1 1,0 1-1,0 0 0,0-1 0,0 1 0,-1 0 1,1-1-1,0 1 0,-1 0 0,1-1 0,-1 1 1,0-1-1,-1 3 0,-4 10-931,-15 26 0,11-23 322,-49 88-3440,59-103 4185,-1 1 1,0-1-1,0 1 1,1-1-1,0 1 1,-1-1 0,1 1-1,0-1 1,0 1-1,1-1 1,-1 1-1,1 2 1,-1 0 270,1-4-120,0 1 0,1-1 0,-1 0 0,0 0 0,0 0-1,0 0 1,1 0 0,-1 0 0,0 0 0,1-1 0,-1 1 0,1 0-1,-1-1 1,1 1 0,-1-1 0,1 0 0,-1 1 0,1-1 0,2 0-1,32-2 2592,51-10-1,-24 3-1174,61-5 983,-106 13-2619,-17 1 1,-1 0 0,1 0 1,-1 0-1,1 0 0,0 1 0,-1-1 0,1 0 0,-1 0 1,1 0-1,0 1 0,-1-1 0,1 0 0,-1 0 1,1 1-1,-1-1 0,1 1 0,-1-1 0,0 0 0,1 1 1,-1-1-1,1 1 0,-1-1 0,0 1 0,1-1 1,-1 1-1,0-1 0,1 1 0,-1 0 0,0-1 1,0 1-1,0-1 0,0 1 0,0 0 0,0-1 0,1 1 1,-1-1-1,0 1 0,-1 0 0,1-1 0,0 1 1,0-1-1,0 1 0,0 0 0,-2 1-27,1 1 0,0-1 0,-1 0 0,0 0 0,1-1 0,-1 1 0,0 0 0,0-1 0,-4 3 0,-29 22-1112,20-14-330,-1-1-1,-1 0 1,1-1-1,-2-1 1,1 0-1,-25 7 1,1-4-5423,5 2-4376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1 481 11009,'8'-7'1546,"9"-5"984,-1-1-1,20-21 1,-9 8-1085,1 1-1,54-38 1,74-35 1088,-84 54-1687,63-42 436,-80 50-3234,-55 36 1822,1-1-1,-1 0 0,0 1 1,0-1-1,0 0 1,0 1-1,0-1 1,0 0-1,0 1 0,0-1 1,0 1-1,0-1 1,0 0-1,0 1 1,0-1-1,0 0 0,0 1 1,-1-1-1,1 1 1,0-1-1,-1 0 1,1 1-1,0-1 0,-1 0 1,0 0-347,-7-13-3412,-3 8-2053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7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9333,'29'-3'11109,"-23"68"-6764,-1-26-3000,1 24-275,14 99-1034,-19-151-1313,1 0 1,0 22-1,-6 19-8804,3-28-262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875 20 11817,'1'0'99,"0"0"0,0 1 0,0-1 0,0 0-1,0 0 1,0 0 0,0 0 0,0-1 0,0 1 0,1 0 0,-1 0 0,0-1-1,0 1 1,-1 0 0,3-2 0,-12-6 1715,0 1-1006,2 6 321,-10 6-537,0 0 0,1 2 0,0 0 0,-21 12 0,-59 44 234,53-33-458,-369 287 1218,299-221-1258,16-13-3338,93-104-1319,4-3-662,9-3-2913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3 147 10301,'5'9'1924,"-8"-14"-223,2 5-1578,1-1 1,-1 0-1,1 1 1,-1-1-1,1 0 1,0 0 0,-1 1-1,1-1 1,0 0-1,0 0 1,0 0 0,0 0-1,-1 1 1,1-1-1,0 0 1,0 0-1,1 0 1,-1 0 0,0 1-1,0-1 1,0 0-1,0 0 1,1 0-1,-1 1 1,0-1 0,1-1-1,15-11 1217,-1 0 83,32-21-1,-25 22-717,-1 0 1,24-7-1,17-6 762,-60 24-1121,-2 10-150,1-2-211,-1 0 0,-1 0 0,1 0 0,-1 0 0,0 0 0,-1-1 0,-2 10 0,4-16 11,-12 33-624,-7 39 0,16-61 524,2-1 0,0 1 1,0-1-1,1 1 0,0 0 0,0-1 1,2 1-1,2 12 0,8 2 296,-6-22 89,1-3-188,0 0-1,0-1 1,0 1 0,0-1 0,0-1-1,-1 1 1,1-1 0,0 0 0,7-4-1,38-17-90,78-24-1,-126 46-256,-1 0 1,1 0-1,-1-1 0,1 1 0,-1-1 1,0 0-1,0 0 0,5-4 1,-7 5 40,-1 0 1,1 0-1,0 1 1,-1-1-1,1 0 1,-1 0 0,1 0-1,-1 0 1,1 0-1,-1 0 1,1 0-1,-1 0 1,0-1 0,1 1-104,-2 0 1,1 1-1,0-1 1,0 0-1,0 0 1,0 0-1,0 1 1,0-1-1,-1 0 1,1 0-1,0 1 1,-1-1-1,1 0 1,-1 1-1,1-1 1,-1 0-1,1 1 1,-1-1-1,0 0 1,-13-11-9751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1 11205,'-4'0'2320,"-3"0"-1776,-1 1-1,0 1 1,0-1-1,1 1 1,-1 1-1,1-1 1,-1 1-1,1 1 1,0-1-1,-11 9 1,-9 7 452,-30 28 1,-2 8-314,2 2 0,3 3-1,-53 77 1,-4 40-2419,90-141 241,3-4-2102,9-15-2265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9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727 2 8173,'-2'-2'8222,"-11"3"-6257,10-1-1923,0 0-1,0 1 1,-1 0 0,1 0 0,0 0 0,0 0 0,0 0-1,1 1 1,-1-1 0,-4 3 0,-51 48 999,-73 83 0,100-102-784,-57 63 297,4 4 1,-99 152-1,99-129-2910,71-110-667,10-16 665,6-9-1420,8-21-4545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0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 11721,'-6'0'324,"0"1"-1,0 0 1,1 0 0,-1 0-1,0 1 1,1 0 0,-1 0 0,1 0-1,0 1 1,0 0 0,0 0-1,0 0 1,0 1 0,1-1-1,-1 1 1,1 0 0,0 0-1,-5 8 1,-15 22 343,3 2 1,1 0-1,-26 66 1,33-71-400,-8 18 308,-15 54 1,30-81-377,0 1 1,2-1 0,1 1-1,0 0 1,2 23-1,1-39-88,0 0-1,1 1 1,1-1-1,-1 0 0,1 0 1,0 0-1,0 0 1,1-1-1,0 1 1,1-1-1,-1 0 0,1 1 1,0-1-1,0-1 1,1 1-1,0-1 0,0 0 1,0 0-1,1 0 1,0-1-1,-1 1 0,1-2 1,1 1-1,-1-1 1,1 1-1,-1-2 0,1 1 1,0-1-1,0 0 1,0 0-1,9 0 0,5 0 146,-1-2 0,1 0-1,0-1 1,-1-1-1,1-1 1,-1-1-1,0-1 1,0 0 0,-1-2-1,30-13 1,-48 20-276,0-1 0,0 0 0,0 1 0,0-1 0,0 0-1,0 1 1,0-1 0,0 0 0,0 0 0,0 0 0,0 0 0,-1 0 0,1 0 0,0 0 0,-1 0 0,1 0 0,0 0 0,-1 0 0,1 0 0,-1 0 0,0-1 0,1 1 0,-1 0 0,0 0 0,0 0 0,0-1 0,0 1 0,0 0 0,0 0 0,0-3 0,-1 2-75,0 0 0,0 0 1,0 0-1,0 1 0,0-1 1,0 0-1,0 0 0,-1 1 1,1-1-1,0 0 0,-1 1 1,0-1-1,1 1 0,-1 0 1,0 0-1,0-1 0,0 1 1,-3-1-1,-9-3-507,1 0-1,-1 1 1,1 1-1,-1 0 1,0 1-1,-27-1 1,9 3-2859,1 2 1,-38 7-1,15-1-6150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0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55 13257,'-2'-1'10114,"17"-6"-7437,26-8-1768,89-16 1725,-127 30-2985,-54 27-15590,22-9 5626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16586,'40'-14'2740,"-11"-12"-460,9 9-244,-7-1-252,4 7-148,-4-6-531,7 2-225,-1 4-184,0-1-148,-2 4-408,-9-4-492,5 3-856,-16 7-477,-12-24-1155,2 3-268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 13345,'-14'2'476,"1"0"0,0 1-1,0 1 1,1 0 0,-1 1 0,1 0-1,0 1 1,0 0 0,1 1 0,-1 1-1,2-1 1,-1 2 0,1 0-1,-14 15 1,-81 99 1106,92-106-1253,1 1-1,1 0 0,1 0 1,1 2-1,-11 29 1,17-39-96,0 0 1,1 0-1,1 0 1,-1 0-1,2 0 1,-1 1-1,2-1 1,1 13 0,-2-18-137,1 1 0,1-1 0,-1 0 0,1 0 1,0 0-1,0 0 0,0 0 0,1-1 0,-1 1 1,1-1-1,0 1 0,1-1 0,-1 0 0,1 0 1,0 0-1,0-1 0,5 5 0,3-2 43,-1 1 0,1-2-1,0 1 1,0-2 0,1 1-1,-1-2 1,1 0 0,0 0 0,0-1-1,14 0 1,11-1 135,0-2-1,43-7 0,-74 7-265,-1 0-1,1 0 1,-1-1-1,1 1 1,-1-1-1,12-6 1,-17 7-61,0 1 0,0-1 1,0 1-1,0-1 0,-1 0 0,1 0 1,0 1-1,0-1 0,0 0 0,-1 0 1,1 0-1,0 0 0,-1 0 0,1 0 0,-1 0 1,1 0-1,-1 0 0,1 0 0,-1 0 1,0 0-1,0 0 0,1-1 0,-1 1 1,0 0-1,0 0 0,0 0 0,0 0 1,0 0-1,0-1 0,-1 1 0,1 0 1,0 0-1,-1 0 0,1 0 0,-1 0 0,1 0 1,-1 0-1,1 0 0,-1 0 0,1 0 1,-1 0-1,0 0 0,0 0 0,0 1 1,-1-2-1,-1-1-181,0 0 0,-1 0 0,1 0 0,-1 1 0,1 0 0,-1-1 0,0 1 0,0 1 0,0-1 0,0 1 0,0-1 0,-6 0-1,-59-8-3294,39 7 1408,-22-3-4075,3 3-3872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8 245 14965,'-4'-4'161,"1"-2"3016,17 7-121,9-1-1867,0 0 1,-1-1-1,1-2 1,37-8-1,-13 2-280,440-79 2968,-307 54-3202,126-18-936,-302 52-85,-1-1-1,1 0 0,0 0 1,-1 0-1,1 0 1,-1-1-1,4-1 0,-6 3 165,0-1 0,0 1 0,0-1 0,-1 0 0,1 1 0,0-1 0,0 0-1,-1 0 1,1 1 0,-1-1 0,1 0 0,-1 0 0,1 0 0,-1 0 0,1 0 0,-1 1 0,0-1 0,1 0-1,-1 0 1,0 0 0,0 0 0,1-2 0,-1 2 83,0 1-1,0 0 1,0 0-1,0-1 1,0 1 0,-1 0-1,1-1 1,0 1 0,0 0-1,0 0 1,0-1-1,0 1 1,0 0 0,0-1-1,0 1 1,-1 0 0,1 0-1,0-1 1,0 1-1,0 0 1,-1 0 0,1 0-1,0-1 1,0 1-1,-1 0 1,1 0 0,0 0-1,0 0 1,-1 0 0,1-1-1,0 1 1,0 0-1,-1 0 1,1 0 0,0 0-1,-1 0 1,1 0-1,0 0 1,-1 0 0,1 0-1,0 0 1,0 0 0,-1 0-1,1 0 1,0 0-1,-1 0 1,1 1 0,-18 6-4564,14-5 3168,-31 14-10138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4 100 11997,'0'1'118,"0"-1"0,-1 1 0,1 0 0,0-1 0,-1 1 0,1 0 0,0-1-1,0 1 1,-1 0 0,1-1 0,0 1 0,0 0 0,0-1 0,0 1 0,0 0 0,0-1 0,0 1 0,0 0 0,0 0-1,15 2 5330,-9-17-2276,-6 13-3057,1 0-1,-1-1 1,0 1-1,1 0 1,-1-1-1,1 1 1,-1 0-1,1-1 1,0 1-1,0 0 0,1-2 1,4-1 177,-1 0-1,1 0 1,1 1 0,-1 0 0,0 0-1,1 0 1,0 1 0,0 0-1,11-2 1,0-1 324,214-44 4256,-230 49-4891,-1 1-1,1-1 0,-1 0 0,1 1 1,-1-1-1,1 1 0,-1 0 0,0-1 0,1 1 1,-1 0-1,0 0 0,1 0 0,-1 0 1,0 0-1,0 0 0,0 0 0,0 0 1,0 0-1,0 1 0,1 1 0,-4 1-48,1 0 0,-1 0-1,1 1 1,-1-1 0,0-1-1,-1 1 1,1 0 0,-1 0-1,1-1 1,-5 5 0,3-4-13,-100 127-2456,97-122 2449,1 1 0,0 0 1,1 0-1,0 0 0,-4 13 0,9-22 107,1-1-1,-1 1 1,1 0-1,-1 0 1,1-1-1,0 1 1,-1 0-1,1-1 1,0 1-1,0-1 1,-1 1-1,1-1 1,0 1-1,0-1 1,0 1-1,0-1 1,0 0-1,0 0 1,1 1-1,-1-1 21,6 2 0,0 0 0,1-1 0,-1 0 0,0-1 0,1 1 0,-1-1 0,1-1 0,-1 0 0,14-2 0,-4 0-4,141-30-42,-20 3-1883,-120 27 558,1-2-1,-1 0 0,-1-1 1,30-14-1,-27 7-5311,-8-3-4338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3:1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11837,'0'0'10186,"3"-1"-9530,4-2-174,1 1-1,0 0 1,0 1 0,0-1 0,0 1 0,0 1-1,0 0 1,0 0 0,13 2 0,11 0 58,-8-3-164,-9 1-94,0-1-1,0 2 1,1 0 0,26 6-1,-42-6-287,0-1 0,0 1 0,1-1 0,-1 1-1,0-1 1,0 1 0,0 0 0,0-1 0,0 1 0,1-1-1,-1 1 1,0 0 0,0-1 0,0 1 0,-1-1-1,1 1 1,0 0 0,0-1 0,0 1 0,0-1-1,-1 1 1,1-1 0,0 1 0,-1 0 0,1 0-18,-11 29-1327,-2 0-1,-20 38 1,14-33 836,18-32 1391,2 0-184,1 4-333,-1-6-291,-1 0 0,1 1 0,-1-1-1,1 1 1,-1-1 0,1 0 0,0 0 0,0 1 0,0-1 0,0 0-1,0 0 1,0 0 0,0 0 0,0 0 0,0 0 0,0 0 0,0 0-1,1 0 1,-1-1 0,0 1 0,1 0 0,-1-1 0,0 1 0,1-1-1,1 1 1,21 6 252,20 7 1521,73 32 0,-116-45-1841,0-1 0,0 1 0,1 0 0,-1-1 0,0 1 0,0 0 0,0 0 0,0 0 0,0 0 0,0 0 0,0 0 0,1 1 0,-3 7 0,0-6 0,0 1-139,-1 1 1,1 0-1,-1-1 0,0 0 0,-1 1 1,1-1-1,-1 0 0,1 0 0,-1 0 1,-1-1-1,1 1 0,0-1 1,-1 0-1,0 1 0,1-2 0,-8 6 1,-1-1-514,1-1 0,-1 0 1,0 0-1,0-1 1,-19 5-1,-13-1-4900,-50 3-1,92-12 5340,-82 7-11984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57616" units="1/cm"/>
          <inkml:channelProperty channel="Y" name="resolution" value="63.49206" units="1/cm"/>
          <inkml:channelProperty channel="T" name="resolution" value="1" units="1/dev"/>
        </inkml:channelProperties>
      </inkml:inkSource>
      <inkml:timestamp xml:id="ts0" timeString="2025-05-25T12:48:24.92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21231 14008 0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90 292 9889,'-11'-19'2139,"13"19"-412,8 6 107,-8-4-328,1 15 820,1 6-1371,-1 0 0,-1 1 1,-2 43-1,0-5 229,14 405 2345,-11-425-3703,2 0 0,14 62 0,-17-99 117,-1 0 1,1 0-1,0 0 0,1-1 0,-1 1 1,1-1-1,-1 1 0,5 3 0,-3-3-29,-3-7-2,0 0 0,0 0 0,0 0 0,0 0 0,-1 0 1,1 0-1,-1 0 0,1-5 0,2-35-209,-2-1 0,-2 0-1,-7-42 1,0-10 236,4-45 597,16-173 1,-7 229 2,2-30 360,-4 98-770,0 1 0,0-1 0,1 1 0,1 0 0,8-17 0,-5 16-19,-5 8-61,0 1 0,0 0 0,0 1 1,1-1-1,0 0 0,1 1 0,-1 0 0,1 0 1,0 0-1,1 1 0,0 0 0,-1 0 0,9-5 1,-13 9-47,0 1-1,0-1 1,0 1 0,0-1 0,0 1 0,0 0 0,0-1 0,0 1 0,0 0 0,0 0 0,0-1 0,1 1 0,-1 0 0,0 0 0,0 0-1,0 1 1,0-1 0,0 0 0,0 0 0,1 1 0,-1-1 0,0 0 0,0 1 0,0-1 0,0 1 0,0-1 0,0 1 0,-1 0-1,1-1 1,0 1 0,0 0 0,0 0 0,0 0 0,-1 0 0,1-1 0,0 1 0,-1 0 0,1 0 0,-1 0 0,1 0 0,0 2-1,1 2 7,-1 0 0,1 0-1,-1 0 1,1 0 0,-1 0-1,-1 0 1,1 0 0,-1 7-1,-3 32-722,-2 0-1,-2-1 0,-2 0 0,-2 0 1,-1-1-1,-3 0 0,-1-1 0,-2-1 1,-2-1-1,-38 58 0,45-78-123,-1-1 0,-17 18 0,25-30 289,-1 1 1,0-1-1,-1-1 0,1 1 1,-1-1-1,0 0 1,-13 5-1,20-9 236,-1 0-1,1-1 1,-1 0 0,1 1 0,0-1-1,-1 0 1,1 0 0,-1 1 0,1-1-1,-1 0 1,1 0 0,-1-1 0,-1 1-1,-17-12-6630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13573,'-16'7'375,"7"-4"-81,0 1 1,0 0-1,1 1 0,-1 0 0,1 0 1,1 0-1,-1 1 0,1 1 1,-10 10-1,-6 10 778,2 1 0,-31 55 1,-25 70 160,58-113-924,-21 50 228,5 1 1,4 2-1,3 1 1,5 1-1,-17 150 1,34-192-454,2 0 0,3 1 0,2-1 0,2 1 0,12 61 0,-9-86-194,2-1 0,0-1 0,2 0 0,20 42 0,-20-51-95,1-1 0,0 0 0,1 0 0,1-2 0,0 1 0,1-2 0,21 18 0,-27-26-188,1 0 1,0 0-1,0 0 1,0-1-1,1 0 1,0-1-1,0 0 1,19 4-1,-19-6-482,1 0 0,-1-1 0,0-1 0,1 0 0,-1 0 0,1-1 0,-1 0 0,0-1 0,12-3 0,35-16-7047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12133,'-2'2'268,"0"-1"-1,0 0 1,0 1-1,0-1 1,0 1-1,0 0 1,0-1-1,0 1 1,1 0-1,-1 0 1,1 0-1,-1 1 1,1-1 0,0 0-1,0 0 1,0 1-1,0-1 1,0 1-1,0 2 1,0 4 338,-1 1 1,2 0 0,0 17-1,-1 10 475,-3-1-185,0-9-504,1 0-1,1-1 1,2 1-1,5 51 1,6-8-249,-3-14-2183,-1-20-2983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16778,'25'-9'2656,"-2"6"-392,21-6-308,-13 4-304,-16 2-376,19 0-311,21-3-193,-38 6-164,18 3-224,-1 0-372,-2-3-508,-4 0-612,-7 9-341,2-4-767,-21 18-968,-4 12-3001,-16-9-5516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19538,'83'-77'2156,"-39"59"-356,-7 4-356,-3 5-324,1 1-536,-6 5-772,8 0-480,-8-3-740,-15 3-1092,6 9-5845,0 0-2204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0 16025,'-191'566'6660,"9"212"-5670,124-497-2284,41-202 266,-16 75-2222,15-56-3774,14-64-1071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11 354 14321,'1'1'120,"1"0"0,-1 0 0,0 0 0,0 0 0,0 0 0,0 0 0,0 0 0,0 0 0,0 1 0,-1-1-1,1 0 1,0 1 0,-1-1 0,1 0 0,-1 1 0,1-1 0,-1 1 0,1-1 0,-1 1 0,0-1 0,0 0 0,0 1 0,0-1-1,0 1 1,0-1 0,0 1 0,-1-1 0,1 1 0,0-1 0,-1 1 0,1-1 0,-1 0 0,0 1 0,1-1 0,-1 0-1,0 1 1,-1 0 0,-8 23 1407,7-11-1048,1 0 1,0 0-1,1 1 0,1-1 0,1 17 1,-1-4-150,9 215 1453,-3-112-2033,-5-115 93,1 0 1,0-1 0,1 1-1,1 0 1,0-1 0,1 0-1,1 0 1,0 0 0,8 13-1,-17-34-78,-1 0 1,1-1-1,1 0 0,0 1 1,0-1-1,-2-12 0,-3-54-748,5 40 642,-6-317-728,9 222 1846,1 97-239,1 0 1,1 0-1,1 0 1,2 0-1,2 1 1,0 1 0,2-1-1,2 2 1,28-52-1,-32 68-187,-1 1 0,18-18 0,-14 16-144,-10 11-34,11 23-202,-10-14-69,-1 0 0,0 0 0,0 0 0,-1 1 0,1-1 0,-1 0 1,-1 1-1,1-1 0,-1 1 0,0 0 0,0-1 0,-1 1 0,-1 6 0,-5 16-797,-14 47 0,10-43 175,-9 24-1313,-37 74-1,19-48 631,23-47 960,5-11 1231,-17 30 0,25-52 42,4-5-513,-1-1-1,0 1 0,1 0 0,0 0 0,-1 0 0,1 0 0,0 0 0,0 1 0,4-4 1,-6 5-201,23-16 800,1 2 1,0 0-1,1 2 0,0 1 1,1 0-1,0 2 0,51-10 1,-55 14-666,0 2 0,0 0 1,1 2-1,-1 0 0,27 3 1,-40-1-414,0 0 0,0 0 1,0 1-1,0 0 0,-1 1 1,1 0-1,-1 0 0,0 0 1,0 2-1,0-1 0,0 1 1,-1 0-1,0 0 0,0 1 1,9 9-1,-13-11-523,-1 0-1,0 0 1,0 1-1,0-1 1,-1 1 0,1-1-1,-1 1 1,0 0 0,-1-1-1,1 1 1,-1 0-1,0 0 1,0-1 0,-1 9-1,1-6-1502,-5 29-11611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17034,'3'1'2716,"19"9"-1999,-1 0 0,-1 1 0,1 1 0,-2 1 0,0 1 0,-1 1 0,0 0 0,-1 2 0,25 30-1,-6-1 1234,-2 3-1,49 90 0,-47-65-2049,-2 2 0,-5 2 0,-2 0 1,-4 2-1,-4 0 0,18 156 0,-27-86-477,-5 0 1,-30 283-1,-22-150-4770,6-99-2158,30-135 4294,-13 51-8080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69 176 11357,'1'0'104,"-1"0"1,0-1-1,1 1 0,-1 0 0,1 0 1,-1-1-1,1 1 0,-1 0 1,1 0-1,-1 0 0,1 0 0,-1 0 1,1-1-1,-1 1 0,1 0 1,-1 0-1,1 0 0,-1 0 0,1 0 1,0 1-1,-1-1 0,1 0 1,-1 0-1,1 0 0,-1 0 0,1 1 1,-1-1-1,0 0 0,1 0 1,-1 1-1,1-1 0,-1 0 0,4 6 5076,-20 18-2487,10-3-2282,2 0 0,1 1-1,0-1 1,1 32 0,-1 7 148,-7 204 821,9-178-1156,15 196-100,-3-164-862,-16-173-93,3-71-1,1 22 378,10-464 35,-9 566 437,11-131 1791,-8 113-1297,0 1 1,1 0 0,1 0-1,14-31 1,-17 45-421,1 1-1,-1-1 1,1 1-1,0 0 1,5-5 0,-8 8-83,0 1 0,1-1 0,-1 1 0,0-1 0,1 1 1,-1-1-1,1 1 0,-1-1 0,1 1 0,-1 0 0,1-1 0,-1 1 1,1 0-1,0-1 0,-1 1 0,1 0 0,-1 0 0,1 0 0,0 0 1,-1-1-1,1 1 0,-1 0 0,1 0 0,0 0 0,-1 0 0,1 0 1,0 0-1,-1 1 0,1-1 0,0 0 0,-1 0 0,1 0 0,-1 1 1,1-1-1,-1 0 0,1 0 0,0 1 0,-1-1 0,1 1 0,-1-1 1,1 0-1,-1 1 0,0-1 0,1 1 0,-1-1 0,1 1 0,-1-1 1,0 1-1,1-1 0,-1 2 0,2 3 8,0 0-1,0-1 1,-1 1-1,1 0 1,-1 0 0,-1 0-1,1 0 1,-1 0-1,1 0 1,-2 8 0,-9 55-363,3-30-145,-4 24-1794,-28 96 1,24-115-1043,-26 54-1,17-47-2230,1-1-3166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0 14373,'-170'101'3501,"148"-88"-2850,1 1 1,1 1 0,0 1 0,1 0-1,-33 38 1,9-1 166,2 2 1,3 1-1,2 2 0,-54 120 1,57-97-249,-40 152-1,61-182-528,3 1-1,2 0 1,2 0-1,2 72 1,5-96-209,1 0 0,1 0 1,2 0-1,0 0 0,2-1 1,1 0-1,23 48 0,-24-61-307,0-1 0,0 0 0,2 0 0,0-1 1,0 0-1,22 19 0,-24-24-364,1 0 0,0-1 0,1-1 0,-1 1 0,1-1 0,0-1 0,1 0 1,-1 0-1,1-1 0,16 3 0,39-3-9501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12633,'-7'9'240,"1"-2"172,1 0 1,0 0 0,0 1 0,0-1 0,1 1 0,0 0 0,1 1 0,-1-1 0,2 1 0,-3 10 0,-6 70 1152,4-1 0,6 98-1,16-40-832,-5-67-472,-9-73-272,-1 1 1,1 0-1,1 0 1,0-1 0,-1 1-1,2-1 1,-1 1-1,1-1 1,0 0-1,1 0 1,3 6-1,-7-12-15,1 1-1,-1-1 0,0 1 0,1-1 0,-1 1 1,0-1-1,1 1 0,-1-1 0,0 0 0,1 1 1,-1-1-1,1 0 0,-1 1 0,1-1 0,-1 0 1,1 1-1,-1-1 0,1 0 0,-1 0 0,1 0 1,-1 0-1,1 1 0,-1-1 0,1 0 0,-1 0 1,1 0-1,-1 0 0,1 0 0,0 0 0,-1 0 1,1-1-1,-1 1 0,1 0 0,-1 0 0,1 0 1,-1 0-1,1-1 0,-1 1 0,2-1 0,-1-1-135,1 0 1,0 0-1,-1 0 0,1 0 0,-1 0 0,0-1 0,0 1 0,1 0 0,0-4 0,2-10-756,1 0 0,1-16 1,-3 4-1650,-2 0 1,-3-52 0,2 69 1588,-3-43-4822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9037,'5'-5'786,"1"-1"0,-1 0 0,0 0 0,0 0 0,-1-1 0,6-11 0,-4 10 37,-1 1 0,1 0 0,0 1 0,0-1 0,1 1-1,10-7 1,5-6 1081,-16 13-1320,4-4 370,1 1-1,14-10 1,-23 18-862,0-1-1,0 1 1,0 0 0,0 0 0,1 0 0,-1 0-1,0 0 1,0 0 0,1 0 0,-1 1 0,0-1 0,1 1-1,-1 0 1,1 0 0,-1 0 0,0 0 0,1 0-1,-1 0 1,1 1 0,2 0 0,-4 0-79,0 0 1,0 0 0,0 0-1,0 0 1,0 0-1,0 0 1,0 0-1,0 0 1,-1 1 0,1-1-1,0 0 1,-1 1-1,1-1 1,-1 0-1,0 1 1,1-1 0,-1 1-1,0-1 1,0 1-1,0-1 1,0 3-1,-1 37-303,0-32 173,-2 17-578,0 0 0,-2 0 0,-1 0 0,-1-1 0,-20 48 0,-69 110-4010,94-181 4652,-63 123 680,66-125-577,-1 1 0,0-1-1,0 0 1,0 1-1,0-1 1,0 1-1,0-1 1,0 0-1,1 1 1,-1-1 0,0 1-1,0-1 1,1 0-1,-1 1 1,0-1-1,1 0 1,-1 1 0,0-1-1,1 0 1,-1 0-1,0 1 1,1-1-1,-1 0 1,0 0-1,1 0 1,-1 1 0,1-1-1,-1 0 1,1 0-1,-1 0 1,0 0-1,1 0 1,0 0 0,13 3 785,40-23 1730,-11 9-1586,1 2 0,0 2 0,0 2 0,1 1-1,-1 3 1,60 5 0,-74-1-845,1-2 270,0 2 0,44 11 1,-68-13-591,1 1 1,-1 1 0,0-1 0,0 1 0,0 1 0,0-1 0,0 1 0,-1 0 0,0 1 0,0 0 0,0 0 0,0 0 0,-1 0 0,0 1-1,5 7 1,-9-11-171,0 0-1,0 0 1,0 0-1,-1 0 0,1 0 1,-1 0-1,0 0 1,1 0-1,-1 1 0,0-1 1,0 0-1,0 0 1,-1 0-1,1 0 0,0 0 1,-2 4-1,-12 30-5668,10-29 3775,-10 19-9918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15321,'3'8'1028,"0"1"-1,0-1 1,1 0-1,1 0 0,0 0 1,0-1-1,0 0 1,7 8-1,-2-4-36,-2 1 0,14 21 0,14 34 54,-4 1 0,-2 2 0,-3 0 1,20 89-1,-32-84-1028,-3 1 1,-4 0-1,-2 129 1,-41 228-366,-7-171-4236,-4-94-6782,17-90-2189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3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17330,'32'-11'2808,"5"-15"-224,6 15-152,-5 2-460,2 0-411,0 1-237,-3 2-304,7-3-272,-10 4-304,-20 2-512,9 0-520,3 0-752,-49 6-7177,-14 11 2096,-3 6-5884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19862,'109'-86'3020,"-52"69"-300,-2 8-499,0-5-437,-1-1-360,-5 4-408,-6-1-548,-5 6-788,2 1-964,-14-7-792,-12 4-53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89 546 8105,'2'1'1337,"15"16"957,-17-17-2275,0 0 0,0 0 0,0 0 0,0 0 0,0 1 0,0-1 0,0 0 0,0 0 0,0 0 0,0 0 0,0 0 0,0 0 1,0 0-1,1 0 0,-1 0 0,0 0 0,0 0 0,0 0 0,0 0 0,0 0 0,0 0 0,0 0 0,0 0 0,0 0 0,1 0 0,-1 0 0,0 0 0,0 0 0,0 0 0,0 0 0,0 0 0,0 0 0,0 0 0,0 0 0,1 0 0,-1 0 0,0 0 0,0 0 0,0 0 0,0 0 0,0 0 0,0 0 0,0 0 0,0 0 0,0 0 0,0 0 0,0 0 0,1-1 0,-1 1 0,0 0 0,0 0 0,0 0 0,0 0 0,0 0 0,0 0 0,0 0 0,23-27 4746,-22 27-4513,0-1 0,0 0 0,0 1 0,0-1 0,0 0 0,-1 1 0,1-1-1,0 0 1,-1 0 0,1 0 0,0 0 0,-1 0 0,1 0 0,-1 1 0,0-1 0,1-2 0,1-1 3593,-7 15-2100,4-3-1542,-1 0 1,1 0-1,0 0 0,1 0 1,0 0-1,0 0 1,2 14-1,1 10 177,-1 173 937,7 140-565,11-50-1123,-19-290 342,-12-17-298,10 10 274,-5-10-93,1 1 0,0-1 0,1 0 0,1-1 0,0 1 0,0 0 0,0-17 0,-1 4-145,-49-497-3264,48 449 3279,-13-350-552,18 389 1216,1-1 0,7-50-1,-6 73-165,1-1 0,0 1 0,1 0 0,0 0 0,0 1 0,2-1-1,-1 1 1,1 0 0,1 0 0,8-9 0,-14 18-179,1 0 1,-1 0-1,1 0 1,0 0-1,0 0 1,0 0-1,0 1 1,0-1-1,0 1 1,0 0-1,0-1 1,1 1-1,-1 0 1,0 0-1,1 0 1,-1 1-1,1-1 0,-1 1 1,1-1-1,0 1 1,-1 0-1,1 0 1,-1 0-1,1 0 1,-1 0-1,1 1 1,4 1-1,-4-1-27,-1 1 0,1-1 0,0 1 0,-1 0 0,1 0 0,-1 0-1,0 0 1,1 1 0,-1-1 0,0 0 0,-1 1 0,1 0 0,0-1 0,-1 1 0,1 0-1,-1 0 1,0 0 0,0 0 0,0 0 0,0 0 0,0 5 0,0 11-102,0 1 1,-1-1-1,-1 0 1,-1 0-1,-9 36 1,5-19-354,-4 13-985,-1-1 0,-33 85 1,29-96-620,-2-2 1,-23 37 0,2-13-3936,3-5-3517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14637,'-11'3'613,"1"1"0,-1 0-1,1 0 1,-1 1 0,1 1-1,1-1 1,-1 2 0,1-1-1,0 1 1,-9 9 0,-6 11-56,2 0 1,0 1-1,2 1 1,1 1 0,1 1-1,-14 35 1,-69 203 939,58-134-870,5 3-1,-30 210 1,60-283-967,3-1 0,3 1 0,3-1 0,2 1 0,3-1-1,4 0 1,31 117 0,-33-159-312,0-1-1,1 0 0,1 0 0,24 37 0,-26-47-314,0 0-1,1-1 0,0 0 0,1 0 0,0-1 0,0-1 0,1 0 1,0 0-1,19 10 0,28 3-9042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14917,'0'0'5302,"-1"3"-3960,-10 49-247,1 1-1,3-1 0,2 2 1,3 54-1,2-79-1342,2 0-1,1 0 1,13 56-1,-13-72-319,0 1 1,-1 0-1,1 14 0,1 10-2209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10581,'0'0'3705,"1"-3"-2039,6-10-75,1 0 0,0 1 0,0 0-1,1 0 1,1 0 0,20-19 0,-18 21-949,0 0 0,0 1 1,0 0-1,1 1 0,16-7 1,-27 14-688,-2 32-792,1-10-35,-1 1 0,-1-1 0,-8 42 0,-42 122-3317,42-143 5051,-1-27 1851,25-29-760,3 4-920,1 1 0,0 0 0,27-8 1,-21 11-801,-1 0 0,29-3 0,-30 6-209,-18 2-24,0 1 0,-1-1 0,1 1 0,0 0 0,0 1 0,-1-1 0,1 1 0,0 0 0,-1 0 0,1 0 0,-1 1 0,1-1 0,-1 1 0,0 0 0,0 1 0,0-1 0,0 1 0,0-1 0,0 1 0,-1 0 0,1 1 0,-1-1 0,0 1 0,0-1 0,0 1 0,-1 0 0,1 0 0,-1 0 0,0 0 0,0 1 0,0-1 0,-1 1 0,1-1 0,0 9 0,9 53-2733,-8-38-1139,0 1 0,-2 0-1,-3 34 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23 418 6361,'-1'5'481,"0"1"0,0-1 1,-1 0-1,0 0 1,0 0-1,-1-1 1,1 1-1,-5 5 1,5-8 658,4 1-118,18 53 2413,-4-7-1673,-14-45-1611,6 17 618,1-1 0,1 0-1,14 21 1,-22-39-212,1-21-617,2 1-66,-5-119-485,0-3 879,4 99 395,1 0 0,2 1 0,2-1 0,2 2 0,2 0 0,17-39 0,-27 72-460,-1 1 1,1 1 0,0-1 0,0 0-1,1 1 1,-1-1 0,6-4 0,-8 8-172,0 1 1,0-1 0,0 0 0,0 0 0,0 0-1,0 1 1,0-1 0,1 0 0,-1 1-1,0-1 1,0 1 0,1-1 0,-1 1-1,0 0 1,0 0 0,1 0 0,-1-1 0,0 1-1,1 0 1,-1 1 0,0-1 0,1 0-1,-1 0 1,0 0 0,0 1 0,1-1 0,-1 1-1,0-1 1,0 1 0,0-1 0,1 1-1,-1 0 1,2 1 0,0 3 26,1 0-1,-1 0 1,1 0 0,-1 1 0,-1-1-1,1 1 1,-1 0 0,0-1 0,2 12-1,-3-14-36,7 38-178,-1 1 0,-2 0 0,0 75 0,-4-83-506,-5 98-3343,0-29-6872,4-79 728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58 182 11445,'0'0'3980,"-1"2"-2449,-3 10-853,2-1-1,-1 1 0,1 0 1,0 18-1,-2 9-129,-6 62 207,-8 51 136,14-110-710,-3 15 267,6-56-235,2-3-138,4-23 17,16-41 0,-12 40-72,9-43-1,-1-2 5,32-91 0,13-49-437,-58 194 325,-3 14 13,-1 7 14,0 45-12,2 89-31,0-121 106,0 1-1,1-1 0,0 0 0,2-1 1,0 1-1,8 15 0,-12-28 7,1-1 0,-1 0 0,1 1 0,0-1 0,0 0 0,1 0 0,-1 0 0,1-1 0,-1 1 0,4 2 0,-4-4-3,0 0-1,1 0 1,-1 0 0,0 0 0,1 0-1,-1 0 1,1-1 0,-1 1 0,0-1-1,1 0 1,-1 1 0,1-1 0,-1-1-1,1 1 1,-1 0 0,1 0 0,2-2-1,9-1 13,1-2 0,-1 0-1,-1 0 1,1-1-1,-1-1 1,0-1 0,0 1-1,-1-2 1,19-16-1,38-39 206,-24 21 711,66-48 0,-110 91-919,-1 0-1,1-1 1,-1 1 0,1 0-1,-1-1 1,1 1 0,-1 0 0,1 0-1,-1 0 1,1 0 0,-1-1-1,1 1 1,-1 0 0,1 0 0,0 0-1,-1 0 1,1 0 0,-1 0-1,1 0 1,-1 0 0,1 1-1,0-1 1,-1 0 0,1 0 0,-1 0-1,1 1 1,0-1 0,11 16 242,4 35-174,-12-38-191,38 177-3546,-21-86-7042,-15-86 2073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18946,'3'0'349,"0"0"-1,1 0 1,-1 0 0,1 1 0,-1 0 0,0 0 0,0 0 0,1 0-1,-1 0 1,0 0 0,0 1 0,0 0 0,0-1 0,-1 1-1,1 0 1,3 3 0,7 6 1582,21 25 1,-15-13-1436,-1 0 1,-1 2-1,-1 0 0,13 28 1,40 112 1049,-37-64-1546,-5 1 0,23 172 0,-40-187 0,-3 131 0,-25 86 0,-12-79-5918,21-179 2204,-2 0 1,-30 77 0,20-79-9012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17738,'2'-3'351,"0"1"0,0-1 0,0 1 0,1 0 1,-1-1-1,1 1 0,-1 0 0,1 1 0,0-1 1,5-2-1,-2 2 568,1 0 1,-1 1-1,1 0 0,13 1 1,173-15 3714,-56 4-2699,-75 3-2600,-38 4-809,37-1 0,-75 0-7303,5 1 5108,-25-7-10055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15 13185,'-5'-4'726,"-4"-4"-69,3 5 3984,3 21-3237,-19 125 177,4-41-1380,-25 302-521,40-375-451,1 0 1,4 56 0,7-20-7672,-4-39 104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12681,'0'0'6926,"-2"3"-5016,-2 1-1579,1 0 0,-1 1 0,1-1 0,0 1 0,1 0-1,-1 0 1,1 0 0,0 0 0,1 0 0,-1 0 0,1 1 0,-2 9-1,-18 314 3812,23 4-4559,-1-309-560,1-1 0,1 0 0,7 25 0,5 2-10328,-6-30-41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15825,'29'-5'2941,"0"-10"-397,5 4-324,-16 8-184,7 3-468,4 0-299,3-3-297,14 3-208,-26 0-60,12-3-364,2 3-548,-8 0-732,0 0-644,-69 32-23883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20702,'115'-38'2904,"-69"41"-400,3-3-531,-6 0-461,-3 3-324,9 0-648,-6 3-672,6-3-1252,-9 0-912,-19-1-1621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4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15925,'2'0'186,"0"1"-1,0-1 0,0 1 0,0 0 0,0-1 0,0 1 0,0 0 0,0 0 0,-1 0 0,1 0 0,0 1 1,-1-1-1,1 0 0,-1 1 0,1-1 0,-1 1 0,0 0 0,1-1 0,-1 1 0,0 0 0,0 0 0,0-1 0,-1 1 1,1 0-1,0 0 0,-1 0 0,1 0 0,-1 0 0,1 3 0,5 17 968,28 105 3861,-10-34-2985,16 58-1070,26 185-1,-51-216-566,-5 1 0,-6 136 0,-11-141-2345,-4-1 1,-43 184-1,32-216-270,-3-1 1,-4-1-1,-3-1 0,-52 90 0,31-83-10588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52 160 11941,'-5'9'988,"-1"0"1,2 1-1,-1 0 0,2 0 1,-1 0-1,-3 17 0,4-4 618,-1 40 0,4 152 2832,27 102-1952,-14-210-1998,11 63-1281,-19-153-368,12 29 0,-16-43 273,-1-9-495,0-1 1035,-1 0 1,0 1 0,0-1-1,-1 1 1,-2-8-1,-1-4-35,-57-295-1997,53 253 2561,2 0 1,3-1-1,3 0 1,7-62-1,-2 85 417,1 1 0,3 1 0,1-1 1,1 1-1,2 1 0,2 0 0,32-59 0,-35 75-34,-8 12-332,1-1 1,0 1-1,0 0 0,1 0 1,0 0-1,0 1 1,1 0-1,0 0 1,0 0-1,0 1 0,13-9 1,-19 14-216,1-1 1,0 1 0,0 0-1,-1-1 1,1 1-1,0 0 1,0-1-1,0 1 1,-1 0 0,1 0-1,0 0 1,0 0-1,0 0 1,0 0-1,-1 0 1,1 0 0,0 0-1,0 0 1,0 0-1,0 0 1,-1 1-1,1-1 1,0 0-1,0 1 1,-1-1 0,1 1-1,0-1 1,-1 0-1,1 1 1,0 0-1,-1-1 1,1 1 0,0-1-1,-1 1 1,1 0-1,-1-1 1,1 1-1,-1 0 1,0 0-1,1-1 1,-1 1 0,0 0-1,1 0 1,-1 0-1,0-1 1,0 1-1,0 2 1,1 3 19,0-1 1,-1 1-1,1 0 1,-1 0-1,-1 0 0,-1 11 1,-9 37-917,-3-2 0,-1 1 1,-25 53-1,-1-22-3413,-7-5-3415,11-28-3194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15 14993,'-11'-3'314,"1"0"196,1 0 1,-1 1 0,-16-2 0,22 4-205,0 0 1,0 1-1,0-1 0,0 1 0,-1-1 1,1 1-1,0 0 0,0 1 0,0-1 1,1 1-1,-1 0 0,-6 3 0,-1 4 385,-1 0 0,1 0 0,0 1 1,1 1-1,-16 21 0,-38 66 910,57-88-1444,-29 55 699,2 1 0,-37 104 1,-28 148 699,79-241-1483,3 1 0,3 0 0,4 0 0,4 1 0,2 1 0,5-1 0,2 0 0,21 111 0,-19-160-486,2 0 0,1 0 0,1-1 0,2 0 0,20 40 0,-25-57-225,1-1 0,1 0 0,0 0 0,0 0 0,1-1 0,0 0 0,1-1 0,0 0 0,1 0 0,0-1 0,0 0 0,0-1 0,1-1 0,21 9 0,-19-10-1553,0-1-1,18 3 1,28 0-8221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320 121 14821,'-19'14'728,"13"-10"-228,0 0-1,1 0 1,-1 1-1,1 0 1,0 0-1,1 0 1,-1 0 0,-7 12-1,-6 16 1122,4-9-675,1 1 0,1 1 0,-10 32 0,9-10-395,2 1 0,2 1 0,2-1 0,2 1-1,3 67 1,15 24 214,-9-104-656,-1 6-89,-2-39-190,12 22-1542,-12-23 866,-1-10-223,0 0 798,0 0 1,-1 0-1,0 1 0,-1-1 1,-2-9-1,1 3-13,-23-82-862,-6-34 682,28 110 497,2 0 0,0 0 1,2 0-1,2-37 0,25-119 535,-19 142-40,0 0 0,2 1 1,17-39-1,-6 26 1078,45-71 0,-44 77-1173,-21 37-398,-2 7-270,-6 30-563,2-1-299,-3-1 0,-12 36 1,-10 0-1999,-3-1 0,-43 66 0,47-88 1700,-32 59 7132,69-105-5002,-1-2-1,1 1 1,0-1-1,-1 0 1,1 0-1,-1-1 1,13-6-1,26-9 943,-31 15-1248,1 1 0,0 0 0,-1 1 0,1 1-1,0 1 1,0 0 0,17 3 0,7 4 493,60 20 1,-83-22-908,0 0 1,-1 1 0,0 1 0,0 1 0,-1 0 0,0 1-1,17 15 1,-22-16-585,-1 0 0,0 0 0,-1 1 0,0 0 0,-1 1 0,9 14 0,-14-21-263,-1 0 1,1 0-1,-1 1 0,1-1 0,-1 1 0,-1-1 0,1 1 1,-1-1-1,1 1 0,-1-1 0,-1 5 0,1 2-3053,-2 8-7831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3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51 242 13057,'0'0'1832,"0"3"-187,-4 27 603,2 43 1,1-40-1504,-4 37-1,-14 64 940,9-110-512,6-17-770,3-4 668,0-7-701,0-5-279,-1 0 0,2 0 0,-1-1 0,2 1 0,-1 0 0,1-1 0,0 1 0,5-15-1,27-80 136,-21 69-110,10-26 148,2 1 0,3 1-1,2 2 1,56-83 0,-84 140-258,0 0 0,-1 0-1,1 0 1,-1 0 0,1 0-1,0 0 1,-1 0 0,1 0 0,0 0-1,-1 0 1,1 0 0,-1 0-1,1 0 1,0 0 0,-1 1 0,1-1-1,-1 0 1,1 0 0,-1 1 0,1-1-1,0 0 1,-1 1 0,0-1-1,1 1 1,-1-1 0,1 1 0,0 0-1,-1-1 7,2 1-8,-1 1 1,0-1-1,1 0 0,-1 1 0,0-1 0,0 1 0,0 0 0,0-1 0,0 1 0,-1 0 0,1 0 0,0-1 0,-1 1 0,1 0 1,-1 0-1,0 0 0,1 0 0,-1-1 0,0 1 0,0 0 0,0 0 0,-1 0 0,1 3 0,0 4-1,-2 56-67,1-6-891,6 65 0,6-22-933,4 30-2187,1-45-4165,-3-42-2491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1 486 9081,'0'-1'128,"0"1"-1,0-1 1,0 0 0,0 0 0,0 1-1,0-1 1,0 0 0,0 0 0,0 1-1,1-1 1,-1 0 0,0 0 0,0 1-1,1-1 1,-1 0 0,0 1 0,1-1-1,-1 1 1,1-1 0,-1 0 0,1 1-1,-1-1 1,1 1 0,0-1 0,-1 1-1,1 0 1,-1-1 0,1 1 0,0 0-1,1-1 1,0 0 1651,13-11 1217,6-4-1258,38-19 0,-41 25-1299,0-1 0,-1 0 0,-1-1 0,18-17 0,-29 24-323,0 0-1,0 0 0,-1 0 0,0-1 0,0 1 0,0-1 0,0 0 0,2-8 0,3-7 87,-5 13-131,0 0 0,-1-1 1,0 0-1,3-14 0,-5 15 23,1-1 0,1 1 0,0 0 0,0 0 0,6-11 0,-8 17-8,-1 0 0,0 0 0,0-1 0,0 1 0,0 0-1,0 0 1,0 0 0,0-1 0,-1 1 0,1 0 0,-1 0 0,0 0 0,0-3 0,-1 2 90,0-2-66,0 1-1,0 0 0,0 0 0,-1 0 1,0 0-1,0 0 0,0 1 0,-1-1 1,1 1-1,-1 0 0,1 0 0,-1 0 1,0 0-1,-5-2 0,4 2-344,-1 0 0,0 0 0,0 0 0,0 1-1,-1 0 1,1 0 0,0 0 0,-1 1 0,-7-1 0,11 2-15,1 0 0,0 0 0,0-1 0,0 1 0,0-1 0,0 1 0,0-1 0,-3-2 0,-14-3-4615,0 1-1281,-1 2-3921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69 14889,'-6'1'555,"-9"1"1077,15-2-1584,0 0-1,-1 0 1,1 0-1,0 0 1,0-1 0,0 1-1,0 0 1,-1 0-1,1 0 1,0 0 0,0 0-1,0-1 1,0 1 0,0 0-1,-1 0 1,1 0-1,0-1 1,0 1 0,0 0-1,0 0 1,0 0-1,0-1 1,0 1 0,0 0-1,0 0 1,0 0-1,0-1 1,0 1 0,0 0-1,0 0 1,0 0 0,0-1-1,0 1 1,0 0-1,0 0 1,0 0 0,0-1-1,1 1 1,-1 0-1,0 0 1,0 0 0,0 0-1,0-1 1,0 1-1,0 0 1,1 0 0,-1 0-1,0 0 1,0 0 0,0-1-1,0 1 1,1 0-1,-1 0 1,0 0 0,0 0-1,1 0 1,2-3 420,1 0 0,0 1 1,0 0-1,0-1 0,0 2 1,1-1-1,-1 0 0,1 1 0,-1 0 1,1 0-1,-1 0 0,7 0 1,16-5 922,9-4-74,1 3 0,49-4 0,21 6-2664,-105 5 1137,-1-1-1,1 2 1,0-1 0,-1 0 0,1 0-1,-1 0 1,1 1 0,-1-1 0,1 1-1,-1-1 1,4 2 0,-5-1 80,0-1-1,1 0 1,-1 0 0,0 1-1,1-1 1,-1 1 0,0-1-1,0 0 1,1 1 0,-1-1-1,0 1 1,0-1 0,0 1-1,1-1 1,-1 0 0,0 1-1,0-1 1,0 1 0,0-1-1,0 1 1,0-1 0,0 1 0,0-1-1,0 1 1,0 0 0,-2 3-899,1-1 1,-1 1 0,0-1 0,0 1 0,0-1-1,-1 1 1,-2 2 0,3-3-31,-21 26-10634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20502,'52'-23'2472,"-12"11"-216,-8 4-436,0-1-391,-4-2-289,4 2-520,0 3-608,-3-5-748,-15 8-708,6-3-1001,15 3-1667,-21 9-2249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167 530 9573,'-8'5'644,"1"0"0,0 0 0,0 0 1,1 1-1,-1 0 0,1 0 0,1 1 0,-1 0 0,1 0 1,0 0-1,-5 11 0,3-1-297,0 1 0,1-1-1,0 2 1,2-1 0,0 1 0,1-1 0,1 1-1,1 0 1,0 0 0,3 22 0,7 77 898,10 81 190,-17-192-1461,0 0 1,1 0 0,0 0 0,5 11 0,-7-16 16,0 0 5,-1-1 0,0 1 0,0-1-1,0 1 1,0-1 0,0 1 0,0 0 0,0-1 0,0 1 0,-1-1 0,1 1 0,-1-1 0,0 3-1,-1 5-2215,-3-15 1962,-1-1 0,1 1 0,0-1 1,0 0-1,1 0 0,0 0 0,0 0 1,1-1-1,-1 0 0,2 0 0,-4-14 1,-4-10-169,2 9 270,2-1-1,1 0 1,1 0-1,-2-41 0,8-100 894,-1 135-575,4-36 592,3 0 0,3 0 0,3 1 0,44-124 0,-31 120 1234,63-111 0,-86 174-1784,0-1 1,0 1 0,0 0-1,9-9 1,-12 14-194,-1 1 0,1-1 0,-1 1-1,0-1 1,1 1 0,-1-1 0,1 1 0,-1-1 0,1 1-1,0 0 1,-1-1 0,1 1 0,-1 0 0,1 0 0,0-1-1,-1 1 1,1 0 0,-1 0 0,1 0 0,0 0 0,-1 0-1,1 0 1,0 0 0,-1 0 0,1 0 0,0 0-1,-1 0 1,1 0 0,0 0 0,-1 0 0,1 1 0,-1-1-1,1 0 1,0 1 0,-1-1 0,1 0 0,-1 1 0,1-1-1,-1 0 1,1 1 0,-1-1 0,1 1 0,-1-1 0,0 1-1,1-1 1,-1 1 0,0-1 0,1 1 0,-1 0 0,0-1-1,0 1 1,1 0 0,-1 0 0,4 12-96,-1 1 0,0 0 0,-1 0 0,0 0-1,-1 0 1,-2 28 0,0-16-207,0 6-322,-2 0-1,-1 0 1,-1 0-1,-2 0 0,-14 39 1,-69 150-9045,81-200 8089,-25 53-6978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0 12617,'-22'3'801,"1"2"-1,-1 0 0,1 1 1,0 1-1,0 1 1,1 1-1,0 1 0,1 1 1,-32 22-1,29-12-361,1 0 0,1 1 0,0 1 0,2 1 0,-18 30 0,-66 140 1557,69-117-1166,2 2-1,-34 145 1,52-162-555,3 1 0,2 1 0,3-1 0,5 85 0,2-115-433,2-1 1,2 0-1,0 0 1,2 0-1,2 0 1,1-2-1,1 1 1,1-1-1,2-1 1,1-1-1,2 0 1,23 30-1,-32-47-177,1 0 1,0-1-1,0 0 0,1-1 1,0 0-1,1-1 0,0 0 0,0-1 1,1 0-1,0-1 0,0 0 0,15 3 1,-13-5-1170,0 0 0,0-2 0,1 0 0,-1 0 0,1-2 0,28-1 0,18-9-7700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176 325 14505,'0'1'31,"-17"32"1739,-33 51 0,42-72-1259,2 0 0,-1 0 1,2 1-1,-1 0 1,2 0-1,0 1 1,-4 19-1,-5 101 1532,9-84-1365,2 248 2170,10-204-2258,-6-79-573,20-47-957,-18 19 653,0-1-1,-1 0 1,0 1-1,-1-1 1,-1-1-1,-1-18 1,0 27 168,-1-16-314,-1-1 0,0 1-1,-2-1 1,-10-30-1,-4-24-520,-25-196-624,40 254 1666,1 0 0,1-1 0,0 1 0,2 0 1,0-1-1,2 1 0,0 0 0,1 0 1,9-27-1,-4 22 374,0 1-1,2 1 1,1-1-1,0 2 1,2 0 0,30-36-1,-32 42-38,-1 1 70,1 1 1,1 0 0,0 1 0,18-14 0,-30 26-475,0-1 1,0 0-1,-1 1 0,1-1 1,0 1-1,0-1 0,0 1 1,0 0-1,0-1 0,0 1 1,0 0-1,0 0 0,0 0 1,1 0-1,-1 0 0,0 0 1,0 0-1,0 0 0,0 0 1,0 0-1,0 0 0,0 1 1,0-1-1,0 0 1,0 1-1,0-1 0,0 1 1,0-1-1,-1 1 0,1 0 1,0-1-1,0 1 0,0 0 1,-1-1-1,1 1 0,0 0 1,-1 0-1,1 0 0,0 0 1,-1 0-1,1 0 0,0 1 1,1 2 8,-1 1-1,1-1 1,0 0 0,-1 1 0,0-1 0,0 1 0,0-1-1,-1 1 1,0 5 0,-2 19-228,-7 28 1,1-4-457,2-16-93,-2 1-1,-1-1 1,-23 58-1,-59 102-2136,81-174 2976,-7 27-1,13-40 82,3-7 1516,5-2-698,8 1-561,0-1 0,0 0-1,0 0 1,0-2 0,0 1 0,0-1 0,-1-1-1,15-4 1,-6 2 35,-1 2 0,34-2-1,-49 4-418,133 10 1276,-122-8-1246,-1 0 0,0 1-1,0 1 1,0 0-1,-1 1 1,1 1 0,17 10-1,-24-12-348,-1 1 0,0 0 0,-1-1 0,1 2 0,-1-1 0,0 1 0,0 0 0,-1 0 0,1 0 0,-2 0 0,1 1 0,-1 0 0,5 11 0,-1 19-4754,-7-31 3342,0-1 0,-1 1 0,1-1 0,-3 12 1,-4 11-9983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15553,'-3'17'1378,"-1"0"0,-1-1 0,-6 17 0,4-14 430,-9 39 1,-9 82-1154,-128 876 6775,151-1001-7448,-36 470-8573,38-478 6899,0 1-1,0-1 1,1 0 0,1 8-1,0-8-496,1 18-8334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40 399 12745,'-31'56'1784,"29"-51"-1503,1-1 0,-1 1-1,1 0 1,0 0 0,0 0 0,1 0-1,-1 0 1,1-1 0,0 1-1,1 0 1,0 7 0,1 2 408,-1-3-202,1 0 1,0 0-1,5 12 0,3 13 528,2-2 781,-12-35-1769,0 0 0,1-1 0,-1 1 0,0 0 0,1 0 0,0 0 1,-1-1-1,1 1 0,0 0 0,0 0 0,-1 0 0,2-1 0,8-13 54,-4-10-34,-1 1-1,2-35 0,1-3-216,9-29-95,7-54-68,-23 136 318,1-7-53,0 0 0,8-29-1,-6 28 36,8-24 5,-11 40 31,0 0 0,0 0 0,-1 0 0,1 1 0,0-1 0,0 0-1,0 0 1,0 1 0,0-1 0,0 1 0,0-1 0,0 1 0,0-1 0,0 1 0,0-1 0,1 1-1,-1 0 1,0 0 0,0 0 0,0-1 0,0 1 0,1 0 0,-1 1 0,0-1 0,0 0 0,0 0 0,2 1-1,0 2 12,-1 0-1,0 1 0,0-1 0,0 1 1,-1 0-1,1-1 0,1 7 0,1 0-15,21 48-17,-17-38 40,0 0 0,2 0 0,0-1 0,22 30 0,-30-47-19,0 0 0,-1 0 0,1 0 0,0-1 0,0 1 0,1 0 0,-1-1 0,0 0 1,0 1-1,1-1 0,-1 0 0,1 0 0,-1 0 0,1-1 0,-1 1 0,1-1 0,0 1 0,-1-1 0,1 0 1,-1 0-1,1 0 0,0 0 0,-1 0 0,1-1 0,0 1 0,-1-1 0,1 0 0,-1 0 0,1 0 0,-1 0 1,0 0-1,4-2 0,8-6-7,0 0 0,0-1 1,-1 0-1,13-14 0,-11 11 8,63-68 291,-27 27-58,-29 32-76,-11 9 126,2 1 0,-1 0 0,2 1 0,24-16-1,-37 27-259,0-1 1,0 0-1,0 1 0,0-1 0,0 1 0,0 0 1,0-1-1,0 1 0,0 0 0,0 0 0,1 0 0,-1 0 1,0 0-1,0 0 0,0 0 0,0 0 0,0 0 0,0 0 1,0 0-1,1 1 0,-1-1 0,0 0 0,0 1 0,0-1 1,0 1-1,1 0 0,0 1 11,0 0 1,0 1-1,0-1 1,0 0-1,0 1 1,0-1-1,0 1 1,-1-1-1,3 6 0,1 7 79,0-1-1,6 31 0,-11-44-104,5 25 89,38 153-1442,-31-144-323,6 39 0,-10-23-7957,-5-29 54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17630,'-1'5'460,"0"1"0,0-1 1,1 1-1,-1-1 1,1 1-1,1-1 1,-1 1-1,1-1 0,0 1 1,0-1-1,3 8 1,4 8 1107,17 32 1,-4-9-226,22 58-565,143 374 3576,-147-346-4354,-5 1 0,-6 2 0,-6 0 0,6 172 0,-25-179-140,-5-1 0,-20 137 0,-74 241-1201,81-445-429,-3-1 1,-42 89-1,41-108-1864,-2 0 1,-32 42 0,4-23-8180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42 304 14897,'-17'21'1963,"14"-17"-220,5-1-1324,-1-1 0,1 1 0,-1 0 0,0-1 0,0 1 0,0 0 1,0 0-1,1 4 0,-2 0-57,-1 0 1,0 1 0,-3 13-1,-1 8 269,-2 74 930,5 0 0,13 139 0,11-64-967,-15-152-1020,-7-26 416,0 0 1,0 0 0,0 0-1,0 0 1,0 0-1,0 0 1,0 0-1,0 0 1,0 0 0,0 0-1,0 0 1,0 0-1,0 0 1,0 0-1,0 0 1,0 0 0,0 0-1,0-1 1,0 1-1,0 0 1,0 0-1,1 0 1,-1 0 0,0 0-1,0 0 1,0 0-1,0 0 1,0 0-1,0 0 1,0 0 0,0 0-1,0 0 1,0 0-1,0 0 1,0 0-1,0 0 1,0 0 0,0 0-1,0 0 1,0 0-1,0 0 1,0 0-1,0 0 1,1 0 0,-1 0-1,0 0 1,0 0-1,-2-15-389,-20-156-2141,15 108 2039,-11-141-531,12 125 695,6-145 0,1 191 348,1 11 354,0 0 0,2 0 0,0 1 0,2 0 0,0 0 0,1 0 0,1 1 0,1 0 0,1 0 0,0 1 0,19-24 0,-28 41-299,0 0 1,1 1 0,0-1 0,0 0 0,-1 0 0,1 1-1,0-1 1,0 1 0,4-3 0,-5 4-64,0 0 1,-1 0-1,1 0 1,-1 0-1,1-1 0,0 1 1,-1 0-1,1 0 1,0 0-1,-1 0 0,1 0 1,0 1-1,-1-1 1,1 0-1,-1 0 0,1 0 1,0 0-1,-1 1 1,1-1-1,-1 0 0,1 1 1,-1-1-1,1 0 1,-1 1-1,1-1 0,-1 1 1,1-1-1,-1 1 1,1-1-1,-1 1 0,0-1 1,1 1-1,-1-1 1,0 1-1,1-1 0,-1 1 1,0 0-1,0-1 1,0 1-1,1-1 0,-1 1 1,0 1-1,1 5-127,0 1 0,-1-1 0,0 1 0,0-1 0,0 1 0,-4 14 0,2-3-168,-2 7-543,0-1 1,-2 1-1,-15 39 0,-35 68-7809,41-101 4912,-3 7-5322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2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14089,'-1'2'230,"0"0"-1,0 0 1,-1-1 0,1 1-1,0-1 1,-1 1 0,1-1-1,-1 1 1,1-1-1,-1 0 1,0 0 0,0 0-1,1 0 1,-1 0-1,0 0 1,0 0 0,0 0-1,0-1 1,0 1-1,-4 0 1,-19 7 1349,14-1-1240,1-1-1,0 2 1,1-1 0,-1 1-1,1 1 1,1-1 0,0 2 0,0-1-1,1 1 1,0 0 0,0 1-1,-4 10 1,-11 23 751,-25 75 1,23-45-63,-20 111-1,3 81 552,17 85-192,25-285-1459,3-1 0,2 1 0,21 85 1,-21-129-248,0 0 1,1-1 0,2 0 0,0 0 0,1-1 0,1 0 0,19 25 0,-21-34-429,1 1 0,0-1 1,1-1-1,0 0 0,13 9 1,-14-13-775,0 1 0,1-1-1,0-1 1,0 0 0,0-1 0,21 6 0,19-2-9630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100 127 12453,'-1'0'117,"1"-1"0,0 1 1,-1 0-1,1-1 0,0 1 0,-1 0 0,1-1 1,-1 1-1,1 0 0,0 0 0,-1-1 0,1 1 0,-1 0 1,1 0-1,-1 0 0,1 0 0,0 0 0,-1 0 0,1-1 1,-1 1-1,1 0 0,-1 0 0,1 0 0,-1 1 0,1-1 1,-1 0-1,-4 13 1699,-3 12-207,0 1 1,-13 23-1,14-30-785,1 0-1,0 1 0,2-1 1,-5 40-1,8-54-651,-10 144 2519,10-130-2278,1-13-261,0-1 0,0 0 0,0 1 1,1-1-1,1 8 0,-2-13-149,0 0-1,0 1 1,0-1 0,0 0-1,0 0 1,0 1 0,0-1 0,0 0-1,0 1 1,0-1 0,0 0-1,0 1 1,0-1 0,0 0 0,0 0-1,0 1 1,1-1 0,-1 0 0,0 0-1,0 1 1,0-1 0,0 0-1,1 0 1,-1 1 0,0-1 0,0 0-1,0 0 1,1 0 0,-1 1 0,0-1-1,0 0 1,1 0 0,-1 0-1,0 0 1,1 0 0,-1 0 0,0 1-1,0-1 1,1 0 0,0 0 0,4-15-63,1-32-220,45-375-2441,-42 359 2583,-8 56 185,-1 1 0,1-1 0,-1 1 0,0-1 0,-2-7 1,14 31 101,-6-6-125,0 0 0,0 0 1,-1 0-1,-1 1 0,0 0 1,5 21-1,-5-17 2,1 1 0,12 28 0,-12-34-20,1 0 0,0 0 0,0-1 0,1 1 0,17 17 0,-22-26-5,1 0-1,-1 0 1,1 0 0,0 0 0,0 0-1,0-1 1,0 1 0,0-1 0,0 0-1,0 0 1,0 0 0,0 0 0,0 0-1,1-1 1,-1 1 0,0-1 0,1 0 0,-1 0-1,0 0 1,1-1 0,-1 1 0,0-1-1,0 0 1,0 0 0,1 0 0,-1 0-1,5-3 1,0-1-3,0 1-1,0-1 0,0-1 1,-1 0-1,0 0 0,0 0 1,0-1-1,-1 0 0,9-12 1,3-9-13,21-43 1,11-16 80,-34 63 53,-15 24-110,0 0 0,0 0 0,0 1 0,0-1 0,-1 1 0,1-1 0,0 1 0,0-1 0,-1 1 0,1 0 0,0-1 0,-1 1 0,1 0 0,-1-1 0,1 1 0,-1 0 0,2 1 0,4 9 4,-1 0 1,0 0-1,-1 1 1,0 0-1,-1 0 1,0 0-1,2 14 1,5 23 6,61 176-141,-52-176-1447,2-1 0,39 64 0,-45-86-1021,-12-20 879,-1-1 0,2 1 0,-1-1 0,6 7 0,3-6-7979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18534,'1'1'2469,"21"31"-1390,-1 1 1,-2 0-1,-2 2 1,-1 0 0,15 46-1,40 190 4208,-54-180-5287,5 96 0,-7 94 0,-8-129 0,-12 304-226,5-401-863,1-5-1713,-6-15-3396,3-18-1145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17662,'10'-6'735,"-2"1"342,1 0 0,-1 1 0,1 0 0,0 0 0,0 1 0,12-4 0,46-2 1009,1 3 0,117 4-1,-102 3-1511,-45 1-4823,-19 0-1385,-36-4-683,-15-3-7266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15 12869,'-2'-2'2216,"2"1"-2040,-1 1-1,1-1 1,-1 0-1,1 0 1,-1 1 0,1-1-1,-1 0 1,1 1-1,-1-1 1,0 0-1,0 1 1,1-1-1,-1 1 1,0-1-1,0 1 1,1-1-1,-1 1 1,0 0-1,0-1 1,0 1-1,0 0 1,0 0-1,0 0 1,1 0-1,-3 0 1,2 0 4,0 1-1,0-1 1,0 1 0,0 0 0,0 0 0,1 0-1,-1-1 1,0 1 0,1 0 0,-1 0 0,0 0-1,1 0 1,-1 0 0,1 0 0,-1 0-1,1 0 1,-1 2 0,-2 11 809,0 0 0,-1 24 0,3-29-894,-11 175 1785,12-145-2072,2 0 1,11 69-1,-1-29-1496,-7-25-4167,-3-35-501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13681,'0'2'151,"1"0"-1,-1-1 0,0 1 1,0-1-1,0 1 1,-1 0-1,1-1 0,0 1 1,-1-1-1,1 1 1,-1 0-1,1-1 0,-1 0 1,0 1-1,1-1 1,-1 1-1,0-1 0,0 0 1,0 1-1,-3 1 0,-2 6 528,-1 4 362,0 0 0,2 1 0,-9 28 0,6-17-137,-2 7 244,2 1 0,-7 55 0,3 69 345,9-101-1062,-2 193 726,4-202-1034,0-32-441,1 1 1,0 0-1,1-1 1,1 1 0,0-1-1,1 1 1,5 15-1,-7-29 402,6 11-1760,-3-31-1301,-3 3 705,-1 0 1,-1 0 0,-2-22 0,-6-13-7756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26 15121,'-3'-1'415,"1"0"0,-1-1 0,1 1 0,-1-1 0,1 0-1,-1 1 1,1-1 0,0 0 0,0 0 0,-4-5-1,6 7-376,1 0-1,-1 0 1,0 0-1,0 0 1,0 0-1,0 0 1,0 0-1,0 0 0,0 0 1,0 0-1,0 0 1,0 0-1,0 0 1,1 0-1,-1 0 1,0 0-1,0 0 0,0 0 1,0 0-1,0 0 1,0 0-1,0 0 1,0-1-1,0 1 1,0 0-1,0 0 1,0 0-1,0 0 0,0 0 1,0 0-1,0 0 1,1 0-1,-1 0 1,0 0-1,0 0 1,0 0-1,0 0 0,0-1 1,0 1-1,0 0 1,0 0-1,0 0 1,0 0-1,0 0 1,0 0-1,0 0 0,0 0 1,0 0-1,0 0 1,0-1-1,-1 1 1,1 0-1,0 0 1,0 0-1,97 3 5281,-73-1-4728,0 1-1,0 1 1,-1 1-1,31 10 0,-49-13-536,0 0-1,0 0 0,-1 0 0,1 0 1,-1 1-1,1 0 0,-1 0 0,0 0 1,0 1-1,0-1 0,-1 1 0,1 0 0,-1 0 1,0 0-1,4 7 0,-5-7-100,0 1 0,-1 0 0,1 0 0,-1 0-1,0 0 1,-1 0 0,1 0 0,-1 0 0,0 0 0,0 0 0,0 0-1,-1-1 1,0 1 0,0 0 0,0 0 0,-2 5 0,-2 4-581,-1 0 0,0-1-1,-1 1 1,0-1 0,-1-1 0,0 1 0,-15 16 0,10-16-1963,0 0 1,0-1-1,-19 13 0,-11 2-9051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12185,'-13'12'344,"-100"102"3436,94-91-2806,1 1-1,1 0 0,1 2 0,1 0 0,2 0 1,-20 54-1,15-22-38,2 1 0,-11 82 0,16-66-438,4 0 0,3 89 1,5-123-498,2 0 1,3 0-1,1 0 1,1 0-1,23 63 1,-15-64-383,2 0 0,1-2 0,43 66 0,-45-81-602,1-1 1,0-1-1,2 0 0,1-1 1,0-1-1,43 28 0,-52-40-1060,0 0 0,24 10-1,29 3-7846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58 139 13345,'-22'74'6452,"2"-5"-3408,16-52-2341,1 0 1,1 1 0,0-1-1,2 33 1,11 71 1238,-4-68-1235,21 162 700,-27-210-1661,0-1-1,0 1 1,1-1-1,-1 0 1,1 0-1,0 0 1,0 0-1,3 4 1,9-37-2400,-12 11 2306,-1 0 0,-1 0 0,-1 0 0,0 1 0,-1-1 0,-8-33 0,3 20 69,-1-33 0,-4-128 161,12 155 391,1 0-1,8-44 0,-1 50 382,-6 23-251,1 0-1,-1 0 1,1-13-1,-2 12-54,0 0 0,1 0 0,0 0 0,0 0 0,1 0 1,0 1-1,1-1 0,0 1 0,0 0 0,1 0 0,0 0 0,12-13 0,-15 19 358,-3 6-878,-9 45-1005,5-23-212,-11 36 0,-16 40-2256,-18 48 236,48-145 3815,0 0-1,0-1 0,0 1 0,1 0 0,0 0 0,0 1 0,-1 6 0,17-18 2062,10-7-586,-20 10-1642,-1 1 0,0-1 0,1 1 0,-1 0 0,1 1 0,-1-1 0,1 1 0,0 0 0,0 0 0,7-1 0,10 3 143,-1 1 1,0 0-1,0 2 1,-1 0-1,1 2 0,-1 0 1,38 17-1,-52-20-408,-1 1 0,1-1-1,-1 1 1,0 0 0,0 0 0,0 0 0,-1 1-1,0 0 1,1 0 0,-2 0 0,1 0 0,-1 0-1,1 1 1,-1 0 0,2 6 0,1 5-336,-1 1 0,-1 1 0,5 30 0,-9-45-400,0 1 1,0 0 0,0-1 0,0 1 0,-1 0 0,0-1 0,-2 10 0,2-10-702,0 0 0,0 0 0,0 0 0,1 1 0,-1-1 1,1 9-1,3 13-10124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0 14357,'-27'18'799,"20"-15"-529,1 1 1,0-1 0,-1 2 0,1-1-1,1 1 1,-1 0 0,1 0 0,0 0-1,0 1 1,0 0 0,1 0 0,0 0-1,0 1 1,0-1 0,-3 10 0,-13 45 2327,3 2 1,-11 78-1,13-62-1501,-20 92 748,-70 409 662,101-550-2570,-31 278-1818,26-101-3511,11-154 1635,3-21-3099,1-12-4943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3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12789,'-1'4'2170,"-4"9"-1172,2 0 0,0 0 0,1 0 0,0 1 0,1-1 0,0 0 0,2 18 0,16 100 3140,-6-58-2668,-10-68-1456,33 232 3293,-9-120-3938,10-1-5214,-30-100 2222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3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17370,'5'-21'2700,"13"1"-224,16-3-304,-20 18-344,7 2-427,2-3-281,5 3-268,1 3-248,-6 0-540,3 3-516,-6-6-908,-3 3-457,-28 20-10220,-15 12 100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18550,'86'-44'3088,"-43"33"-148,3-1-392,0 1-571,-3 2-265,6 1-340,0-1-792,-3-2-580,-9-1 0,-2 6 0,-4 1-180,-8-16-2116,-20-10-1349,-6 14 245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17650,'2'2'2568,"69"81"6969,35 45-6620,-72-79-2898,-1 1 0,-3 2 0,-3 2 0,26 65 0,-32-55-19,-3 0 0,-2 2 0,-4 0 0,-2 0 0,-3 1 0,-3 0 0,-3 0 0,-9 73 0,-8-6-1178,-43 161 0,33-200-587,-3-1 1,-60 127-1,32-105-6482,2-15-5639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5857,'18'-43'14130,"-18"44"-14053,1 0 0,-1 0 1,1-1-1,-1 1 0,1 0 0,-1-1 0,1 1 0,0-1 1,-1 1-1,1-1 0,0 1 0,0-1 0,-1 1 0,1-1 1,0 1-1,0-1 0,1 0 0,-2 1 3,1-1 0,0 0 1,0 1-1,0-1 0,0 0 0,-1 1 1,1-1-1,0 1 0,-1-1 0,1 1 0,0-1 1,-1 1-1,1 0 0,0-1 0,-1 1 1,1 0-1,0 0 0,11-13 1736,-6 4-1309,1 1-1,0 0 1,1 0-1,0 1 1,10-7-1,-5 5-131,1-2 0,16-14 0,-17 12-58,29-18 1,-36 27-417,-1 0 1,0 0 0,0-1 0,-1 0 0,1 0-1,-1 0 1,0 0 0,0-1 0,0 1 0,-1-1-1,1 0 1,-1 0 0,0-1 0,-1 1-1,1-1 1,-1 1 0,0-1 0,2-10 0,-2 4-290,-1 11 325,0-1-1,-1 1 0,0-1 1,1 1-1,-1-1 0,0 1 1,0-1-1,0 1 0,0-1 1,0 1-1,0-1 0,0 1 1,0-1-1,-1 1 0,1-1 1,0 1-1,-1 0 0,1-1 1,-1 1-1,0 0 0,0-1 1,-1-1-1,-8-8-321,0 2 0,0 0-1,-1 0 1,0 0 0,0 2 0,-1-1 0,-16-6-1,19 10-441,0 1-1,0 0 0,0 1 0,-1 0 1,1 0-1,-1 1 0,1 0 1,-1 1-1,-9 0 0,18 0 615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5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63 324 9561,'-5'4'873,"-10"4"6963,15-5-6781,2 13-304,0 0 1,-1 0-1,-1 0 0,-3 30 0,-3-9 110,-22 138 1836,24-133-2165,2 0 0,2 47 0,-2 8 107,1-74-657,0 1-1,1 0 0,4 26 0,-4-48-289,1 25-1116,0-39 217,0-50 63,-8-303-736,11 306 1917,1 0 0,4 1-1,2 0 1,22-71 0,21-18 1694,-44 124-1037,2 1 0,0 0 0,1 1 0,16-21 0,-28 41-675,-1 1-1,1 0 1,-1 0 0,1 0-1,-1 0 1,1-1 0,-1 1-1,1 0 1,-1 0-1,1 0 1,-1 0 0,1 0-1,-1 0 1,1 1 0,-1-1-1,1 0 1,-1 0-1,1 0 1,-1 0 0,1 0-1,-1 1 1,0-1-1,1 0 1,-1 1 0,1-1-1,-1 0 1,0 1 0,1-1-1,10 10 100,-10-2-222,-1 1 1,0-1 0,0 1 0,-1-1 0,0 1-1,-3 11 1,2-5-216,-3 7-456,0 0 0,-1-1 0,-1 0 0,-18 37-1,0-12-3110,-1-1-3282,11-21-2755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0 7277,'-3'1'1472,"-4"0"-1176,4 0 327,-1 0-1,1-1 1,0 1-1,-1-1 1,1 0-1,0 0 1,-1 0-1,-5-1 1,5 0-407,0 0 1,1 1-1,-1-1 0,0 1 1,0 0-1,1 0 1,-1 1-1,0-1 0,0 1 1,1-1-1,-8 4 0,-38 18 1237,43-19-1221,-21 12 360,1 1 0,1 1 0,0 1-1,2 1 1,0 1 0,1 1 0,1 1 0,-22 30 0,11-7-25,2 2 0,2 0 1,2 2-1,2 1 0,2 1 1,3 1-1,2 1 0,2 1 0,3 0 1,-11 106-1,19-109-552,2-1 0,3 1 0,2 0-1,2-1 1,2 1 0,3-2 0,2 1 0,1-1 0,3-1-1,2-1 1,2 0 0,30 49 0,-36-73-582,2 0 0,0-1 0,1-1 0,36 32 0,-38-39-794,2-1 0,26 16 0,-30-21-441,0-2 0,1 1 0,-1-2 0,17 5 0,28 1-9975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6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15565,'0'0'2523,"-2"3"-219,-4 9-1419,0-1-1,1 1 1,1 0 0,0 0-1,0 0 1,-2 21 0,-7 19 292,-7 30-267,4 1-1,4 1 1,-3 103 0,7-104-1215,-1 20-3030,9-102 3185,0 0-1,0-1 0,0 1 1,1 0-1,-1-1 1,0 1-1,0 0 0,0-1 1,1 1-1,-1-1 0,0 1 1,1 0-1,-1-1 1,1 1-1,-1-1 0,1 1 1,-1-1-1,1 1 1,-1-1-1,1 1 0,-1-1 1,1 0-1,-1 1 1,1-1-1,0 0 0,-1 1 1,1-1-1,0 0 0,-1 0 1,1 0-1,0 1 1,-1-1-1,1 0 0,0 0 1,-1 0-1,1 0 1,1-1-1,-1-3-898,1-1 1,-1 0-1,0 0 0,-1 0 0,1-8 1,0 0-2068,2-22-6530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16470,'43'6'2700,"-34"-21"-240,-1-2-152,15 14-268,3 0-491,-3-3-285,0 4-280,9 2-164,-1 2-192,-8-4-128,3 2-376,-3 0-428,0 0-584,-20 20-6581,-17 6 636,-21-12-6536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17946,'86'-32'2660,"-34"21"-296,-3 2-332,2 6-416,1 6-355,-3-3-277,3-3-524,-3 3-620,-9 0-1048,-9-5-989,-13 2-1927,2 3-2273,6 0-5856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3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15465,'0'3'2649,"3"8"-1677,1 0 1,0 0 0,1 0 0,0 0-1,1-1 1,0 0 0,8 12 0,23 39 1502,-10-1-2041,-3 1 0,-3 1 0,-2 1 0,-3 1 0,11 90 0,-21-98-178,-3 0 0,-2 0 0,-3 1 0,-2-1 0,-2 0 0,-23 89 0,4-59-1196,-46 104 0,-52 77-3437,77-169 2505,-12 16-6271,-5-18-5368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4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7965 315 4876,'0'0'12736,"-3"-1"-12469,-24-9 150,25 9-257,-1 0-45,-89-31 502,81 27-462,1 1 1,-1-1-1,-16-12 1,-4-1 273,3 3-285,15 8-81,1 1-1,-1 0 1,-26-8-1,-41-8-24,35 9-29,-2 2 0,-46-6 0,-23 6 28,-171-26 38,218 27-99,0 2 1,-115 3-1,-16-12-4,161 13-60,-24-3 105,-109 3 0,-52 7-21,-21-13 117,212 10-112,-138 7 1,-88 33-100,13-2 90,61-13 63,176-23-48,6-2-9,-29-1-5,-358 12 22,56-13-9,288 2-28,0 3-1,-75 14 1,48-6 21,27-5-4,-110 12-26,127-16 44,1-2-1,-1-1 1,-40-6-1,11-3-25,-63-13 28,14 4-76,36 7 106,-54-10 54,-85-18-83,180 34-23,0 2 0,0 1 0,-61 2-1,-92 19-44,53-3 60,115-14-35,-3 1 32,-34-1 1,-8-6 40,7 1-17,-62-11 0,57 4-22,-1 4-1,0 2 1,0 2-1,-1 3 1,-79 11 0,-70 2 18,108-9-48,-135 23 1,117 1-8,2 5 0,-143 60 1,91-21-9,141-59 65,-58 29-66,76-36 42,1 0 1,-1 1-1,2 0 0,-1 1 1,1 0-1,-11 13 0,11-11-1,0 1 1,1 0-1,0 1 0,1-1 0,0 1 0,1 1 1,1-1-1,0 1 0,-4 20 0,5-21-6,0 1-1,1-1 1,1 0-1,0 0 1,1 1-1,0-1 1,1 0 0,0 1-1,4 15 1,-1-15-41,-1 2 38,1 0-1,0 0 1,1-1-1,1 1 1,0-1-1,1-1 0,15 21 1,-14-22 4,2-1 0,0 0 0,0 0 1,1-1-1,0-1 0,1 0 0,-1-1 0,2 0 1,-1 0-1,1-2 0,1 1 0,26 8 0,29 2 3,1-2 0,129 9 0,-62-8 57,-118-14-75,583 98 62,-234-25-9,-247-53-88,222 13 1,-241-28 49,1238 5-720,-1202-18 778,122-9-219,296-41-165,-242 28 272,46-5 39,-96 4 56,41-5-22,-110 17-25,-66 5 22,46-6-1,2-4-76,331-31 79,-387 42-41,-6-1 47,-87 7 11,42-11-1,-41 8 101,-20 5-74,1 0 0,-1-1-1,10-5 1,14-5 36,-22 9-77,0-1-1,0 0 0,11-8 1,-12 7-7,0 0 0,21-9-1,-14 8 3,-2 0-1,26-17 1,8-5 443,-48 29-399,1 0-1,0 0 1,0-1 0,-1 1 0,1-1-1,-1 1 1,1-1 0,-1 1 0,2-5-1,1 2 51,-3-1 60,-3-2-89,0 0 1,0 1-1,-1 0 1,0-1-1,0 1 1,0 0-1,-1 1 1,-6-9-1,-140-159 1200,124 143-999,5 4 148,17 19-319,-1 1-1,0 0 1,-10-10 0,-11-11 302,21 21-320,0 1 0,-1-1-1,0 1 1,-10-8 0,13 11-52,0 0 0,1 0 1,-1-1-1,0 1 0,1-1 0,0 1 0,-3-5 1,-1 0 78,4 4 57,1 1-113,-1-1 0,1 1 0,-1-1-1,0 1 1,0-1 0,0 1 0,0 0 0,0 0 0,0 0 0,-3-2 0,0-1 7,2 3 17,1 0 1,0 0 0,-1 0 0,1 1-1,-1-1 1,0 1 0,0-1 0,1 1-1,-1 0 1,0 0 0,-4-1 0,5 2 97,0-2-114,-9-6 24,5 3-385,-1 0 1,0 0-1,0 0 0,0 1 1,-1 0-1,1 1 0,-14-5 1,-192-38-9775,172 38 5121,10 4-2609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3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47 15533,'-37'-38'2221,"54"32"-61,6 4 1272,-6 2-2160,1 0-260,2 0-248,-3 0-168,-3 2-147,1 4-233,8-3-548,0 3-409,-15-3-115,7 5-492,-27 12-4016,1 3-305,-6-2-4692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17942,'34'-54'2588,"7"36"-292,-1 4-260,3 0-292,-3-1-615,6 6-165,-3 1-376,-2-4-420,-7 4-552,-2-1-836,-18 3-905,1-2-2055,2 2-2193,-34 0-5816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5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77 313 13781,'1'0'169,"-1"0"-1,1 1 0,-1-1 0,1 0 1,-1 1-1,1-1 0,0 1 0,-1-1 0,0 1 1,1-1-1,-1 1 0,1-1 0,-1 1 1,1-1-1,-1 1 0,0 0 0,0-1 1,1 1-1,-1-1 0,0 1 0,0 0 1,0-1-1,1 1 0,-1 0 0,0-1 1,0 1-1,0 0 0,0 0 0,0-1 1,0 1-1,-1 0 0,1-1 0,0 1 1,0 0-1,0-1 0,-1 1 0,1-1 1,0 1-1,-1 0 0,1-1 0,0 1 1,-2 0-1,-6 17 841,2 10-224,1-1 1,1 2-1,0 30 0,0-9-171,-45 418 663,47-414-2067,3 1 0,8 64 0,-8-114 590,1-10-67,9-26 214,-1-1 0,-1 0 0,-2-1-1,-2 0 1,3-36 0,10-162 10,6-89 184,-3-15 166,-20 312-278,2 0 0,5-26 1,-2 31-40,-6 17 16,1 0 0,-1 0 0,1 0 0,-1 0 0,1 0 0,-1 1 0,1-1 0,0 0 0,-1 0 0,1 1 0,0-1 0,-1 0 0,1 1 0,0-1 0,0 1 0,0-1 0,0 1 0,0-1 0,-1 1 0,1 0 0,0-1 0,0 1 0,0 0 0,0 0 0,0 0 0,0 0 0,0-1 0,0 1 0,0 1 0,0-1 0,0 0 0,0 0 0,0 0 0,0 0 0,0 1 0,0-1 0,0 1 0,0-1 0,0 0 0,0 1 0,-1-1 0,1 1 0,1 1 0,2 1-10,-1 0 0,1 1 0,-1 0 1,0 0-1,0 0 0,0 0 0,-1 0 0,3 5 1,1 6-16,-1 1 0,0-1 1,-1 1-1,0 0 0,-1 1 1,-1-1-1,-1 0 0,0 1 1,-2 16-1,-3 14-1214,-19 91 0,18-116 223,-1 0 0,-2 0-1,-13 28 1,-19 22-6342,20-42-232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917 1 12533,'-15'-1'624,"-1"2"1,0 0-1,0 0 0,0 2 1,1 0-1,-1 0 0,1 2 1,0 0-1,-24 11 0,8 2-51,0 2-1,1 1 1,1 2-1,1 1 1,-43 46-1,21-10 556,-72 107-1,70-82-599,5 3 0,2 2-1,5 2 1,4 1 0,4 2-1,-37 190 1,59-233-426,3 2 1,2-1-1,2 74 0,4-102-180,2 0 0,0 0-1,2 0 1,0-1 0,2 0-1,1 0 1,0 0 0,2-1-1,17 30 1,-13-31-267,1 0 0,1 0-1,1-2 1,1 0 0,37 31 0,-44-42-139,0 0-1,1-1 1,0 0 0,1-1 0,0-1-1,0 0 1,0 0 0,0-1 0,1-1 0,0 0-1,0-1 1,18 1 0,43-5-5781,0-7-3906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12221,'0'0'5895,"-1"4"-4209,-4 25 780,-4 53 0,10 93 72,2-66-1708,-2-71-1291,1 1 0,3-1 0,9 39 0,-10-31-2049,-4-17-2087,0-12-1255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6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18486,'40'-37'2828,"-14"22"-92,6 10-248,16-7-507,-10 0-397,2 1-324,3 5-260,-3-2-596,-2-1-404,-18 6 0,12 3 0,-1 0 0,-11 3-1364,0 6-504,-40 11-4637,-20 11-284,0-5-6468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6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22174,'103'-78'2936,"-57"52"-499,-9 6-493,-2 9-408,-9-1-492,-12 7-632,9 2-592,0 0-720,-6-3-900,4 3-1117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23 173 9637,'1'1'246,"0"1"1,0-1-1,0 1 1,0-1-1,0 1 1,0-1-1,-1 1 1,1 0-1,0 0 1,-1-1-1,1 1 1,-1 0-1,0 0 0,0 0 1,0 0-1,1-1 1,-2 1-1,1 0 1,-1 3-1,-9 48 1328,2-17-827,-6 162 2034,14-189-2559,1 0 0,-1-1 0,2 1 0,2 14 0,0-8 205,-4-13-109,2 0 2,5 3-146,-7-4-155,1-1 0,-1 1 0,1-1 0,-1 1 1,1-1-1,-1 1 0,1-1 0,0 0 0,-1 1 0,1-1 0,0 0 0,-1 1 0,1-1 1,-1 0-1,1 0 0,0 1 0,0-1 0,-1 0 0,1 0 0,1 0 0,-1-1 6,0-1 1,0 1-1,1 0 0,-1-1 0,0 1 1,-1-1-1,1 1 0,0-1 0,0 1 0,-1-1 1,1 1-1,0-4 0,13-28 128,-6 13-101,0-1 0,-1 0 0,4-22 0,-4 4-12,18-86-124,-15 83 52,-4 16-16,1-1-1,14-32 1,-16 47 137,0 1 0,0-1 0,1 2 0,1-1 1,-1 1-1,2 0 0,10-12 0,-17 21-26,0 0 1,0 1 0,0-1-1,0 0 1,0 0 0,0 1-1,0-1 1,0 0 0,0 1-1,0-1 1,1 1-1,-1 0 1,0-1 0,0 1-1,1 0 1,-1 0 0,0 0-1,1 0 1,-1 0 0,0 0-1,0 0 1,1 0-1,-1 0 1,0 1 0,2 0-1,0 0 29,-1 0 0,0 1 0,1 0 0,-1-1 0,0 1 0,0 0 0,0 0 0,0 0 0,-1 0 0,1 1 0,2 2 0,2 7 170,0 0 1,-1-1-1,0 2 1,3 13-1,2 16 213,-2-1 0,4 77 0,-8 86-1133,-5-144-450,0-30-1560,-10 52 0,1-17-5989,8-41-1694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15425,'0'0'7178,"-2"4"-6101,-10 38-359,2 0 0,2 1 0,-4 61 1,10-88-645,-1 47-566,5 87 0,1-32-1271,2-75 904,-1-11-2244,-4-10-5321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28 11393,'2'-1'7157,"2"-3"-6173,1 1-1,0 0 1,0 0-1,0 0 1,0 1-1,1 0 1,6-2-1,-10 3-176,2 1-638,-1-1-1,0 1 1,1-1-1,-1 1 0,0 0 1,1 1-1,4 0 1,-3-1 43,-5 0-207,1 0-1,-1 0 1,0 0-1,0 0 1,0 0-1,0 0 1,0 0-1,0 0 1,0 0-1,0 0 1,1 0-1,-1 0 1,0 0-1,0 0 1,0 0-1,0 0 0,0 0 1,0 0-1,0 0 1,0 0-1,1 0 1,-1 0-1,0 0 1,0 0-1,0 0 1,0 0-1,0 1 1,0-1-1,0 0 1,0 0-1,0 0 1,0 0-1,1 0 1,-1 0-1,0 0 1,0 0-1,0 0 1,0 1-1,0-1 1,0 0-1,0 0 0,0 0 1,0 0-1,0 0 1,0 0-1,0 0 1,0 0-1,0 1 1,0-1-1,0 0 1,0 0-1,0 0 1,0 0-1,0 0 1,0 0-1,0 1 1,-1 14-420,0 0 1,0 1-1,-2-1 0,0 0 1,-1 0-1,-7 19 1,1-9-1124,-2 0 1,-25 40-1,-33 35-3168,30-45 3368,3 3 7630,40-59-4608,41-17-668,0 3-1,2 1 1,0 2-1,79-9 1,-88 17-412,-1 2 1,1 2-1,0 1 1,0 2-1,-1 1 1,60 16-1,-92-19-610,0 0 1,0 0-1,0 1 1,-1 0-1,1-1 1,0 1-1,-1 1 0,0-1 1,1 1-1,-1-1 1,0 1-1,0 0 0,-1 0 1,1 0-1,0 0 1,-1 1-1,0-1 1,0 1-1,0-1 0,0 1 1,-1 0-1,1 0 1,-1 0-1,0 0 0,0 0 1,0 6-1,0-6-319,-1-1 0,0 1-1,0-1 1,0 0 0,0 1-1,-1-1 1,1 1 0,-1-1-1,0 0 1,0 0 0,0 1-1,0-1 1,-1 0 0,-2 4-1,-1 1-2243,-1-1-1,0 0 0,-10 10 0,12-13 1418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8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16918,'6'0'276,"87"0"5205,-74 0-4908,-1 0 0,1 1 0,-1 1 0,0 1 0,1 1 0,-1 0 0,-1 1-1,1 1 1,32 16 0,-36-15-237,-1 1 0,1 1-1,-2 0 1,1 1-1,-1 1 1,-1-1 0,0 2-1,0-1 1,-1 2-1,-1-1 1,0 1-1,7 15 1,-4-3-336,-1 0 0,-1 1 0,-1 0 0,-1 1 0,5 36 0,-8-23 0,-1 0 0,-2 0 0,-4 44 0,-9 12 0,-3 0 0,-33 113 0,-54 121-4432,71-256 2068,-3-2 0,-55 90 0,26-62-4642,6-9-4247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8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13977,'34'0'2110,"-33"0"-1858,0 0 0,0 0-1,1 0 1,-1 0 0,0 0 0,0 0 0,0 0 0,0-1-1,0 1 1,0 0 0,0-1 0,1 1 0,-1-1 0,1 0 0,4-2 506,5 0-47,0 1 0,1 0-1,-1 0 1,0 2-1,0-1 1,18 2 0,14 0 696,622-27 1773,72-1-598,528-3-2582,-1239 29 13,5 1-97,1-2-1,0-1 0,33-8 1,-64 11 0,0 0 1,0 0-1,-1 0 1,1 0-1,0-1 1,-1 1-1,1 0 1,0 0-1,-1 0 1,1-1-1,-1 1 1,1-1 0,0 1-1,-1 0 1,1-1-1,-1 1 1,1-1-1,-1 1 1,1-1-1,-1 1 1,1-1-1,-1 1 1,0-1-1,1 0 1,-1 1-1,0-1 1,1 0-1,-1 1 1,0-1 0,0 0-1,0 1 1,0-1-1,0 0 1,1 1-1,-1-1 1,0 0-1,-1 0 1,1 1-1,0-1 1,0 0-1,0 1 1,0-1-1,0 0 1,-1 1-1,1-1 1,0 0 0,-1 1-1,1-1 1,0 1-1,-1-1 1,1 0-1,-1 1 1,1-1-1,-1 1 1,0-1-1,-2-3-413,0 1-1,0 0 0,0 0 1,0 0-1,-1 1 1,1-1-1,-1 1 0,-5-3 1,0 2-1334,0 1-1,0 0 1,-17-1 0,24 3 1576,-69-8-12470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153 248 15041,'-14'-12'802,"11"10"-528,0-1 0,1 1 0,-1 0 0,0 0 0,0 0 0,0 0 0,-1 1 0,1-1 0,0 1 1,-1 0-1,-6-2 3133,9 16-2793,-1 0 0,0 0-1,-1-1 1,0 1-1,-8 18 1,-5 20-7,-3 33-286,4 2-1,4 0 0,3 0 0,4 1 0,8 90 0,-3-165-392,0-1-1,1 1 0,0-1 1,1 1-1,0-1 1,1 0-1,0 0 0,1 0 1,0-1-1,0 1 0,14 17 1,-19-28 68,0 0-1,0 0 1,0 1-1,0-1 1,1 0 0,-1 0-1,0 0 1,0 0 0,0 0-1,0 0 1,0 0 0,0 1-1,0-1 1,0 0 0,1 0-1,-1 0 1,0 0 0,0 0-1,0 0 1,0 0 0,0 0-1,1 0 1,-1 0 0,0 0-1,0 0 1,0 0 0,0 0-1,0 0 1,1 0 0,-1 0-1,0 0 1,0 0 0,0 0-1,0 0 1,1 0 0,-1 0-1,0 0 1,0 0 0,0 0-1,0 0 1,0 0 0,0 0-1,1 0 1,-1-1 0,4 0-77,1-1-1,-1-1 1,1 1 0,-1-1 0,0 0 0,0 0 0,0 0 0,-1 0 0,1 0 0,-1-1 0,0 0 0,0 0 0,0 0 0,0 0 0,0 0 0,-1 0 0,0-1 0,0 1 0,0-1 0,-1 0 0,2-8 0,4-17-434,-2 1-1,-1-1 0,-2 0 1,-2-58-1,-22-124-2125,20 196 2426,-11-53-496,7 37 446,-3-39 1,3 4 274,3 37 549,1 1 1,3-58 0,1 73-40,1-1 0,1 2 0,0-1 0,1 0-1,0 1 1,1 0 0,0 0 0,2 1 0,11-17 0,-13 23-183,0 0 0,0 0 1,1 0-1,0 1 0,11-6 1,-7 4-12,-9 5-273,0 1-1,0-1 1,1 1-1,-1 0 1,1 0-1,-1 0 1,1 0 0,-1 0-1,1 0 1,-1 1-1,1-1 1,0 1 0,-1 0-1,1 0 1,0 0-1,-1 0 1,1 0 0,-1 0-1,1 1 1,0-1-1,-1 1 1,1 0 0,-1 0-1,1 0 1,-1 0-1,0 0 1,1 1 0,-1-1-1,0 1 1,0-1-1,0 1 1,3 3 0,-1-1-24,-1 0 1,0 0 0,-1 0-1,1 0 1,-1 0 0,0 0 0,0 1-1,0-1 1,0 1 0,-1 0-1,0-1 1,0 1 0,0 0 0,-1 0-1,1 0 1,-1 9 0,-4 6-197,-1 0 0,0-1 1,-15 36-1,6-18-522,1-2-787,-2 0 0,-33 55 0,35-69-2078,0-1 0,-32 33 0,14-23-7447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0 14733,'-19'9'913,"0"0"0,-1-2 0,-35 9 0,45-13-457,0 0 0,0 1 0,0 0 0,1 1 0,0 0 0,0 0 0,0 1 0,0 0 0,-8 9 0,-6 5 556,-35 43-1,23-18-619,2 1-1,1 2 0,3 1 1,2 2-1,2 0 0,3 2 1,2 0-1,2 1 1,2 1-1,3 1 0,-9 89 1,20-122-443,2 1 0,0-1 0,1 0 0,2 1 0,0-1 0,2 0 0,0-1 0,2 1 0,17 41 0,-19-52-250,1-1-1,0-1 0,1 1 0,0-1 0,0 0 0,1-1 0,0 0 0,1 0 1,0 0-1,0-1 0,1-1 0,0 0 0,1 0 0,-1-1 0,1 0 0,0-1 1,1 0-1,-1-1 0,1 0 0,19 3 0,-4-3-2845,0-1 0,46-2 0,-12-7-7244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0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12773,'-4'8'944,"0"0"-1,0 0 1,-1-1-1,1 0 1,-12 13-1,9-12-412,1 0 0,1 0 0,-7 12 0,1 8 232,2 0-1,1 1 1,1 0 0,-4 40-1,6-37-275,-4 44 426,3 2-1,7 124 0,0-182-1348,1 0 0,1 1 0,0-1 0,11 30 0,1-20-1786,-13-27 390,9-12-6823,1 0-1067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0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44 10669,'0'0'7673,"2"-1"-6366,30-36 5468,-30 36-6647,0 0 0,1 0-1,-1 0 1,0 1 0,1-1-1,-1 1 1,1-1-1,-1 1 1,1 0 0,0 0-1,-1 0 1,4 1-1,-3-1 72,1 1-73,0 0 1,-1 0-1,1 0 1,0 0-1,0 1 0,-1-1 1,7 5-1,-8-5-107,0 1 0,0 0 0,0 0 0,-1 0 0,1 0-1,0 0 1,-1 0 0,0 1 0,1-1 0,-1 0 0,0 1 0,0-1-1,0 1 1,0-1 0,-1 1 0,1 0 0,-1 3 0,2 3-200,-2 0 1,1 0-1,-1 0 1,-2 10 0,-1 3-322,0 0 0,-2 0 0,-1-1 1,0 0-1,-2 0 0,0 0 0,-2-1 0,0-1 1,-14 22-1,-61 77 76,80-110 3486,11-7-1408,20-12-576,-5 1-58,-4 6-756,1 0-1,0 0 0,0 2 0,0 0 0,31 2 0,-37 0-150,0 1 0,-1 0-1,1 1 1,0 1 0,-1 0-1,1 0 1,-1 1 0,0 1-1,14 7 1,-20-9-399,0 1 0,0 0-1,0 1 1,-1-1 0,0 1 0,1 0 0,-2 0-1,1 0 1,-1 1 0,5 8 0,-7-11-256,0 0 0,0 0 0,0 0 0,-1 0 1,1 0-1,-1 0 0,0 0 0,0 0 0,0 0 1,0 0-1,0 0 0,-1 0 0,1 0 0,-2 4 1,-1 11-5619,2 1-6132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1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17514,'4'0'629,"-1"-1"1,1 1-1,-1 0 1,1 0-1,0 0 1,-1 1-1,1-1 1,4 2-1,3 2 622,1 0-1,19 11 1,-15-7 173,1 0-1177,0 2 0,0 0-1,-1 1 1,-1 0 0,0 1-1,0 1 1,-1 1 0,-1 0-1,0 0 1,17 28 0,-17-21-59,-1 0 1,-1 1 0,-1 0-1,-2 1 1,0 0 0,-1 1 0,-1 0-1,3 26 1,-4-6-178,-2 1-1,-2 0 1,-2 0 0,-8 54 0,-4-19-378,-34 114 1,33-150-1651,-2 0 0,-36 68-1,-19 12-7300,13-33-4416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4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4613 20 10309,'9'-9'7413,"-20"15"-1740,0-1-7448,-10-2 1969,-37 2 1,19-3-105,-38 3 174,-115-9 0,104 0-194,-449-24 120,-488 41-113,690 16 129,-344 76-1,239 10-107,362-87-58,0 3-1,3 4 0,-103 63 0,123-61-68,1 3 1,-57 57-1,-87 102 89,187-187-55,-18 21-17,1 1 0,1 2 0,2 1 0,2 1-1,-25 55 1,25-37-52,-18 71 0,34-104 61,1 0 0,1 0 0,2 1-1,0-1 1,1 1 0,1 0 0,2 0 0,0-1 0,2 1-1,0-1 1,11 38 0,-10-49 3,1-1 1,1 1-1,0-1 0,0 0 0,1-1 0,12 14 1,54 55-2,-69-76-1,33 32 0,2-2-1,2-2 1,1-2-1,1-1 1,2-3-1,0-1 1,1-3-1,69 23 1,7-7-82,2-6 0,151 19 0,-118-32-102,0-6 0,1-8-1,168-16 1,41-39-100,-7-29 126,-244 50 124,392-84-85,-360 90 120,458-71 150,-498 73-37,-29 5-54,55-14 130,174-62 0,-279 83-79,0-2 0,0 0-1,-2-2 1,1-1 0,35-26-1,-52 30-22,0 0 0,0 0-1,-1-1 1,0 0-1,-1 0 1,0-1 0,-1-1-1,-1 1 1,0-1-1,-1-1 1,0 1 0,-1-1-1,5-29 1,-2-2 104,-2 0 0,-2 0 0,-3-65 0,-4 52-11,-2 0 1,-3 1-1,-2 0 1,-3 0 0,-2 1-1,-3 1 1,-2 0 0,-2 2-1,-48-83 1,54 111-250,-2 0-1,0 1 1,-2 2 0,-1-1 0,-1 2 0,0 1 0,-2 1-1,-1 1 1,0 1 0,-1 1 0,-1 1 0,0 1 0,-1 2-1,-1 1 1,0 1 0,-33-8 0,4 6-678,0 3 0,-1 2 0,-102-1 0,-10 16-2715,3 14-3805,65-4-1680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5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 12313,'-1'-2'3178,"-9"-22"6968,12 24-8235,136-17 3308,-128 16-6796,0 1-1,0 0 1,14 1 0,-40 8-9736,-19 2-848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5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22094,'14'-8'2652,"21"-7"-352,-4 1-339,1 0-365,-1-1-428,4 4-172,2-4-996,-2 7 0,5-1-316,-23 6-1404,3-11-612,1-1 307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5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98 345 9477,'9'-31'9375,"-11"31"-9153,0 0 1,1 0-1,-1 0 1,1 1-1,-1-1 1,1 1-1,-1-1 1,0 1-1,1-1 1,0 1-1,-1 0 1,1 0-1,-1 0 1,1 0-1,0 0 1,0 0-1,0 0 1,-1 0 0,1 1-1,0-1 1,0 0-1,1 1 1,-1-1-1,0 0 1,0 1-1,0 1 1,-1 3 77,0 0 0,0 1 0,1-1 0,-2 13 0,1 9 266,2 36 1,1-5-188,-1 613 554,3-638-1623,10 50-1,-4-31-590,-8-50 850,-1-23-344,-15-290-681,1 71 1030,10 83 719,6 1 1,28-188-1,-10 189 3147,-19 151-3154,0 4-249,0 0 0,0-1 1,0 1-1,0 0 0,-1 0 1,1 0-1,0 0 1,0 0-1,-1 0 0,1 1 1,0-1-1,0 2 0,-1-3-24,3 10-68,0 0 1,0 0-1,-1 0 1,-1 0 0,0 1-1,0-1 1,-1 0-1,-2 20 1,1-7-306,-1 12-677,-1 0-1,-2-1 1,-17 65 0,-11-2-3008,-7 0-3396,16-39-1249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5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12 15901,'-2'-2'151,"-1"1"0,0-1-1,0 1 1,0 0-1,1 0 1,-1 0 0,0 0-1,0 1 1,0-1-1,0 1 1,0 0-1,-1 0 1,1 0 0,0 0-1,0 1 1,0-1-1,0 1 1,0-1-1,0 1 1,0 0 0,1 0-1,-1 1 1,0-1-1,0 1 1,1-1 0,-1 1-1,-4 3 1,-7 7 494,0 1 1,0 0-1,-17 22 1,22-24-409,-48 60 665,3 2 0,4 2 1,-55 110-1,66-106-419,3 3 1,-31 102-1,49-121-347,2 1-1,3 1 0,-6 109 0,18-152-336,0 1 0,2-1 0,1 1 0,1-1 0,1 0 0,1 0 0,1 0 0,0-1 0,2 0 0,0 0 0,2-1 0,0 0 0,1 0 0,1-1 0,1-1 0,17 19 0,-22-29-301,0 0 1,1 0-1,-1-1 0,2-1 1,-1 1-1,1-1 1,17 7-1,-13-7-1943,-1-1 1,29 5-1,15-2-8344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6:5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16237,'1'0'153,"0"0"-1,-1 0 1,1 0-1,-1 0 0,1 0 1,0 1-1,-1-1 0,1 0 1,-1 0-1,1 1 0,0-1 1,-1 0-1,1 1 1,-1-1-1,1 0 0,-1 1 1,0-1-1,1 1 0,-1-1 1,1 1-1,-1-1 0,0 1 1,1-1-1,-1 1 0,0 0 1,0-1-1,1 1 1,-1-1-1,0 1 0,0 0 1,0-1-1,0 1 0,0-1 1,0 1-1,0 0 0,0-1 1,0 1-1,0 0 0,0-1 1,0 1-1,0-1 1,0 1-1,-1 0 0,1-1 1,-1 2-1,-2 15 285,-19 239 2628,22-234-3336,1 0-1,1 0 0,8 40 1,-1-12-623,-6-31-1560,0-1 1,13 35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19870,'20'20'2396,"-6"-26"-92,6 0-340,6 3-359,3 0-237,6 1-344,19-4-200,-13 3-176,-1 3-228,3 0-464,-26 0-580,15 3-700,-3 0-316,-15 0-881,3 2-1399,-34 10-2677,-18 2-6172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21210,'89'-23'2676,"-60"9"-376,8-4-371,1 1-373,-1 6-316,3-1-376,3 3-632,-5 1-688,-4 2-944,-5-8-544,-15 5-1157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0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650 0 17130,'5'8'553,"-4"-7"-383,0 1-1,0-1 0,0 1 1,0-1-1,-1 1 1,1 0-1,0-1 0,-1 1 1,1 3-1,-1-4-74,0 0 0,0 0 0,-1-1 0,1 1 0,0 0 0,-1 0 0,1 0 0,-1-1 0,1 1 1,-1 0-1,1 0 0,-1-1 0,1 1 0,-1-1 0,0 1 0,0 0 0,1-1 0,-1 1 0,0-1 0,0 1 0,1-1 0,-1 0 0,-1 1 0,-4 3 225,0 0 1,1 0-1,0 0 1,0 1-1,0 0 1,0 0-1,1 0 0,0 1 1,-7 10-1,-29 64 1069,27-54-1063,-169 376 1113,31 13-2829,32-2-2031,82-275-220,3-1-3292,17-57-2714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1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16 204 15305,'0'0'2118,"-1"3"-173,-11 83 3692,10-65-5219,1-1 0,1 0 0,1 1 0,5 28 0,0 1 235,0 81 0,-5-82-417,11 81 1,-6-73-517,-6-45 41,1 0 0,4 22 0,-3-23-128,0-1-1,-1 1 1,0 15-1,-1-25 310,0 0-1,0 0 1,1 1 0,-1-1 0,0 0-1,1 0 1,-1 0 0,0 0-1,1 0 1,-1 0 0,1 0-1,0 0 1,-1 0 0,1 0-1,0-1 1,-1 1 0,1 0 0,0 0-1,0-1 1,0 1 0,2 1-1,-3-3 19,1-1 0,0 1-1,0 0 1,0 0 0,-1 0-1,1-1 1,-1 1 0,1 0-1,-1-1 1,1 1 0,-1 0-1,0-1 1,0 1 0,0-3-1,3-27-310,-3 29 335,2-51-323,1-112-187,-4 95 500,3 1 0,13-74 0,1-33 939,-9 101 405,0-21 293,-7 90-1515,1 1 0,0 0 0,0 0-1,1-1 1,1-4 0,-1 5-255,0-1 0,-1 1-1,1-1 1,-1 0 0,0-6-1,14 25-642,-13-12 666,-1 1 68,1-1-1,-1 1 0,0-1 1,0 1-1,0 0 1,0 0-1,0 0 0,0 0 1,0 0-1,-1 0 0,1 0 1,0 0-1,-1 0 1,0 0-1,0 0 0,0 0 1,1 0-1,-2 0 0,1 0 1,0 0-1,-1 4 1,-2 8-474,0-1 0,-8 18 0,3-3-193,5-20 603,0 1 0,0-1 0,-1 0-1,-8 15 1,10-21 257,-1 13 355,0 2 2330,3-14-2682,-7 23 88,7-20-137,66 149-140,-60-144 50,0 0 1,14 19 0,6 8 35,-21-30 67,1 0 0,0-1 0,0 0 0,0 0 1,1-1-1,0 1 0,0-1 0,16 9 0,5 2 438,37 15 0,-15-8-853,-46-22-215,0 0 0,0 0 0,0-1-1,1 1 1,6 0 0,-1 0-3049,1-2-3282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79 412 8993,'-7'-1'3262,"24"-2"-544,-7 1-1396,1 1 0,-1-2 0,15-4 0,-1-10 1306,-17 12-1919,1-1 0,0 2 0,14-8 1,3 2 283,0-2 1,23-14-1,-40 20-904,1 0 1,-1 0-1,0-1 1,0 0-1,-1 0 1,0-1-1,0 0 1,8-13-1,-11 15-250,-2 3 23,0 1 1,0-1 0,-1 0 0,1 1 0,-1-1-1,0 0 1,0 0 0,0 0 0,0 0-1,0 0 1,-1 0 0,1 0 0,-1 0 0,0 0-1,0 0 1,0-1 0,0-2 0,-1 2-113,1-1 1,-1 1 0,0 0-1,0-1 1,-1 1 0,1 0-1,-1 0 1,0 0 0,0 0-1,0 1 1,-1-1 0,1 0-1,-1 1 1,-5-6-1,-1 2-264,0 0 0,0 1-1,0 0 1,-1 0 0,0 1-1,0 1 1,-20-7-1,-82-17-2937,90 24 2893,3 1-550,-31-1 1,-11-2-4587,44 4 1578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69 520 6957,'0'0'126,"0"0"0,0 1 0,0-1 0,0 0 0,0 0 1,1 1-1,-1-1 0,0 0 0,0 0 0,0 1 0,0-1 0,0 0 1,0 0-1,0 1 0,0-1 0,0 0 0,1 0 0,-1 0 0,0 1 1,0-1-1,0 0 0,0 0 0,1 0 0,-1 0 0,0 1 0,0-1 1,1 0-1,-1 0 0,0 0 0,0 0 0,0 0 0,1 0 0,-1 0 1,0 0-1,0 0 0,1 0 0,-1 0 0,0 0 0,0 0 0,1 0 1,-1 0-1,0 0 0,0 0 0,1 0 0,-1 0 0,0 0 0,0 0 1,1 0-1,-1 0 0,0 0 0,0 0 0,1-1 0,19-9 2587,-4 1-1077,11-2-589,-1-1 0,0-2 0,-1 0 0,42-33-1,-61 41-1028,-1 1-1,1-1 1,-1 0-1,0 0 1,0-1-1,-1 0 1,0 0-1,0 0 1,-1 0-1,1 0 1,-2-1 0,1 0-1,-1 1 1,0-1-1,-1 0 1,0 0-1,1-10 1,-1 3-93,-1 0 1,0 0-1,-1 0 1,-1 0-1,0 0 1,-1 0 0,0 0-1,-10-22 1,9 29 32,0 1 1,0-1-1,-1 1 0,0 0 1,-1 0-1,1 1 0,-1-1 1,-1 1-1,1 1 0,-1-1 1,-14-8-1,15 10-109,0 1 0,0 0 0,-1 0 0,1 0 0,-1 1 0,0 0-1,0 0 1,0 0 0,0 1 0,0 0 0,0 1 0,0-1 0,0 1 0,-14 2 0,-3 4-1071,-26 4-1589,15-6-3079,12-4-1308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10605,'3'0'2095,"0"-1"-1640,0 1 0,0-1 1,0 1-1,0 0 0,0 0 1,1 0-1,-1 1 0,0-1 1,0 1-1,0-1 0,0 1 1,0 0-1,0 0 0,0 1 1,-1-1-1,6 3 0,-4-1-178,-1 0 0,1 0 0,-1 0-1,0 1 1,0-1 0,0 1 0,4 6 0,12 27 1134,-1 0 0,25 78 0,-28-71-911,16 54 108,-5 0 0,-4 2 0,-5 1 0,-3 0 0,-1 179 0,-20-68-806,-58 364 1,-15-215-3363,4-127-3474,47-156 498,5-16-3991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93 595 14577,'-37'0'8964,"36"3"-8216,-4 15-293,1 0 0,1 0 0,-2 22 0,0 8-146,-1-5-153,3 2-1,1-1 1,3 0 0,6 51-1,-4-61-59,0-5-69,1 1 0,8 30 0,-9-30-136,-3-20 41,1-6-44,1-5-362,7-2 258,-8 2 182,1 1 0,-1 0 0,0-1-1,1 1 1,-1-1 0,0 0 0,1 1 0,-1-1-1,0 0 1,0 0 0,0 0 0,1 0 0,-1 0 0,0 0-1,0 0 1,-1 0 0,1 0 0,0-1 0,0 1-1,0 0 1,-1 0 0,1-1 0,-1 1 0,1 0-1,-1-1 1,0 1 0,1-1 0,-1 1 0,0-1 0,0-1-1,5-28-659,-2-1 0,-2 0 0,-4-55-1,-20-101-1262,13 118 1520,-21-78 26,2 13 732,26 112-77,0 1 1,2-1-1,3-45 1,0 42 295,2 0 0,1 1 0,1-1 0,13-35 0,-15 50-202,1 0 0,1 1 0,0-1 0,0 1 0,1 1 0,0-1 0,0 1 0,1 1 0,0-1 0,1 1 0,0 1 0,15-10 0,-21 15-253,1-1 0,0 1 0,0 0-1,0 1 1,0-1 0,0 1 0,0 0-1,0 0 1,1 0 0,-1 1 0,0-1-1,7 1 1,-9 0-61,1 1 0,0-1 1,-1 1-1,1 0 0,-1-1 0,0 1 0,1 0 1,-1 0-1,0 1 0,1-1 0,-1 0 1,0 1-1,0 0 0,0-1 0,0 1 0,0 0 1,-1 0-1,1 0 0,0 0 0,-1 0 0,0 0 1,1 1-1,0 2 0,2 3-13,-1 0 0,-1 1-1,0-1 1,0 1 0,0-1 0,-1 1 0,0 0-1,-1 0 1,0-1 0,-2 14 0,-2 9-659,-14 48 0,11-51 28,-1 1-512,-1-1 1,-1 0 0,-23 45-1,21-51-2322,-1-1 1,-24 29-1,10-19-6706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637 2 13021,'-6'0'816,"0"-1"-1,0 1 1,0 0-1,0 0 1,-11 2-1,4 1 156,0 1 0,-24 9 0,26-8-564,1 1-1,-1 0 0,2 1 1,-1-1-1,1 2 0,-1 0 1,-14 16-1,-47 69 993,69-91-1362,-52 78 876,3 1 1,-77 173-1,102-190-672,2 2-1,4 0 0,2 2 0,-16 128 0,31-159-342,2 0 0,1 0 0,2-1 0,1 1 0,2 0 0,2-1 0,22 70 0,-18-77-584,1 0 0,1-1 1,32 49-1,-28-54-534,0 0 1,2-1-1,1-1 0,31 27 0,-37-37-921,-1-1 0,25 14 0,34 7-8249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12561,'0'0'3886,"-2"1"-2353,-3 3-870,3-3-497,0 1 0,0-1 0,1 0 0,-1 0 0,1 1 0,-1-1 1,1 1-1,0-1 0,-1 1 0,1 0 0,0-1 0,0 1 0,0 0 1,0 0-1,1 0 0,-1 0 0,0-1 0,1 1 0,-1 0 1,1 0-1,0 0 0,0 0 0,0 3 0,-20 309 4951,31-147-4191,-5-108-890,-4-39-741,2-1-1,11 35 1,-5-18-1456,3-3-1602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30 10749,'0'0'6369,"3"-1"-5543,89-27 9162,-90 29-9731,1 4-377,1-1 0,-1 1 1,0-1-1,0 1 0,-1 0 1,1 0-1,-1 0 1,0 1-1,0-1 0,-1 0 1,0 1-1,0-1 0,0 1 1,0-1-1,-1 1 0,0 0 1,0-1-1,-1 1 1,0-1-1,-1 8 0,-3 8-903,0 0-1,-2 0 1,-18 40 0,6-26-491,-28 41 0,26-43 1070,-24 24 2387,43-54-1318,1-1-8,0-2-507,1 1 1,-1 0-1,1-1 0,-1 1 1,1 0-1,-1-1 0,1 1 1,0 0-1,-1 0 0,1-1 1,0 1-1,0 0 0,0 0 1,0 0-1,-1 0 0,1-1 1,0 1-1,1 0 0,-1 0 1,0 0-1,0 0 0,0-1 1,0 1-1,1 0 0,-1 0 1,0-1-1,0 1 0,1 0 1,-1 0-1,2 1 0,1-1 199,-1 0-1,1 1 0,1-1 0,-1 0 0,0 0 0,0 0 1,6 0-1,-5 0-384,24 4 849,0 2-1,-1 0 1,47 21-1,-60-21-695,0 0-1,-1 1 1,0 0-1,0 1 1,-1 1-1,0 0 1,-1 0-1,17 21 1,-14-14-343,-9-12-176,0 0 0,0 0 1,-1 1-1,0-1 0,0 1 0,-1 0 0,1 1 0,-1-1 0,0 1 1,-1-1-1,0 1 0,2 8 0,-4-12 23,1 23-2223,-4-2-5219,0-5-3108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17302,'23'7'2598,"-18"-6"-181,6 9 1346,-4-5-3067,11 12-110,-1 1 1,-1 1-1,0 1 0,26 42 1,43 100 2227,-60-112-2569,1 5-245,-1 1 0,-3 2 0,-2 0 0,-4 0 0,-1 2 0,-3 0 0,-3 0 0,2 108 0,-13-60-1632,-4-1-1,-5 1 1,-5-1 0,-35 124 0,23-147-6363,-1-10-5632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18538,'7'-3'1050,"1"1"0,0-1 0,-1 1 0,1 1 1,0-1-1,0 1 0,0 1 0,12 0 0,72-3 1137,53 1 404,-87 6-3598,-56-3-1155,-8-5-2449,3 3 3907,1 0 1,0 0-1,-1 0 1,0 0-1,1 1 1,-1-1-1,1 1 1,-1-1-1,0 1 0,1 0 1,-1 0-1,0 1 1,-4 0-1,-32 8-11449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5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16642,'17'8'4780,"9"-22"-2756,-3 3-260,8 8-392,21 0-275,-32 3-577,9-3-780,3-3-849,-9 0-1227,23-5-1580,-29 2-2185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95 14985,'1'1'492,"0"-1"0,0 1 0,0-1 0,0 0 0,0 1 0,0-1-1,-1 1 1,1 0 0,0-1 0,0 1 0,-1 0 0,1-1 0,0 1-1,-1 0 1,1 0 0,0 1 0,3 16 2502,-5-9-3237,0 0 0,-1-1 0,-3 12 0,0 3 1154,-11 93-366,-3 192 1,18-246-514,0-8 72,8 80 1,-1-105-78,14 42 0,-12-44-196,-7-24-17,13-14-871,-12 8 955,0 0 0,0 0 0,-1 0 0,1 0-1,-1 0 1,0 0 0,0 0 0,0 0 0,0-1 0,0 1-1,0-6 1,-2-41-889,0 30 611,-22-214-3863,13 164 4154,3-1 0,3-116 0,5 165 756,2 1 1,0 1-1,2-1 0,0 0 0,1 1 1,1 0-1,1 1 0,19-35 0,-15 32 311,-10 17-797,1 0 0,-1-1-1,1 1 1,0 0 0,1 0 0,-1 1-1,1-1 1,0 1 0,0 0 0,0 0-1,1 0 1,8-6 0,-12 10-155,0-1-1,0 0 1,0 1 0,-1-1 0,1 1-1,0-1 1,0 1 0,0 0 0,1-1-1,-1 1 1,0 0 0,0 0 0,0-1 0,0 1-1,0 0 1,0 0 0,0 0 0,0 0-1,0 1 1,0-1 0,1 0 0,-1 0-1,0 1 1,0-1 0,0 1 0,0-1-1,0 1 1,0-1 0,-1 1 0,1-1-1,0 1 1,0 0 0,0-1 0,0 2-1,2 1-7,0 0-1,-1 0 0,0 0 0,0 0 0,0 0 0,0 1 0,0-1 1,-1 1-1,1-1 0,-1 1 0,0-1 0,0 1 0,-1 0 1,1 0-1,-1-1 0,1 1 0,-2 6 0,0 9-158,0 0 0,-6 25-1,4-32-21,-7 40-1933,-24 70-1,-10-10-4009,18-60-10,0-5-3588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669 1 14605,'-36'6'885,"11"-1"616,-34 9-1,49-11-1110,1 1-1,0-1 0,0 2 1,0 0-1,1 0 0,-1 0 1,-7 8-1,-8 8 419,2 2 0,0 0 1,-34 49-1,-44 86 751,94-148-1458,-37 65 614,3 1-1,-55 151 1,80-181-589,2 0 1,2 0 0,3 1 0,1 0 0,2 1-1,3 83 1,5-100-342,1 0 1,1 0-1,2-1 1,1 0-1,1 0 0,2-1 1,1 0-1,31 53 1,-28-58-669,1 0 1,1-2-1,2 0 0,20 20 1,-21-26-874,1 0-1,0-1 1,1-1 0,0-1 0,23 11-1,31 8-7907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12229,'0'0'5559,"-2"1"-4159,-5 6-901,0 0 0,0 0 0,1 1 1,0 0-1,0 0 0,0 1 0,1-1 0,1 1 1,0 0-1,0 0 0,-4 14 0,0 6 235,1-1 0,-6 53 0,7 2-13,4 0 0,13 129 0,-8-196-1196,0-1 0,1 0 0,1 0 0,1 0 0,8 16 0,7 21-7686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17722,'8'-21'4788,"15"13"-2652,-3-1-304,6 6-283,0 0-425,9-2-256,16 2-236,-33 0-340,7 3-472,4 0-700,-3-6-664,0 3-777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19754,'60'-14'2304,"1"5"-368,-15 4-344,-6 2-392,3-3-455,-3 0-681,1 1-973,-7 2-1023,-17-3-1572,-5 0-2785,2 0-5688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7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101 195 14437,'-1'0'274,"1"-1"0,-1 1-1,0-1 1,0 1 0,1 0-1,-1-1 1,0 1-1,0 0 1,1 0 0,-1-1-1,0 1 1,0 0 0,0 0-1,0 0 1,1 0 0,-1 0-1,0 0 1,0 0-1,-1 0 1,-2 8 2584,2 0-3799,-23 84 2105,4-19-819,-10 29-1,30-99 218,9-18-461,-3 7-82,61-95 142,10-18-122,33-55 62,-81 135-6,-28 40-86,0 0 0,0 1 1,1-1-1,-1 0 0,1 0 1,-1 1-1,1-1 0,-1 1 1,1-1-1,-1 0 0,1 1 1,-1-1-1,1 1 0,0 0 1,-1-1-1,1 1 1,0-1-1,-1 1 0,1 0 1,0-1-1,0 1 0,-1 0 1,1 0-1,0 0 0,0 0 1,0 0-1,0 0 0,0 0 2,0 1-1,0-1 0,0 1 0,0 0 1,-1-1-1,1 1 0,0 0 1,-1 0-1,1 0 0,0 0 0,-1 0 1,1 0-1,-1-1 0,1 1 1,-1 0-1,0 0 0,1 2 0,2 7 46,-1 1 0,0 0 0,1 16 0,4 85 247,8 165-1072,-5-162-2251,5-41-5843,-2-38-1232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39 262 11781,'-4'10'87,"4"-9"429,0 0 0,-1 0 0,1 0 0,0 0 0,-1 0 0,1 0 0,0 1 1,0-1-1,0 0 0,0 0 0,0 0 0,0 0 0,0 1 0,1-1 0,-1 0 1,0 0-1,1 1 0,6 7 951,-5-6-1367,0-1 1,-1 0-1,1 1 1,-1 0-1,1-1 1,-1 1-1,0 0 1,0 0-1,0 0 0,0-1 1,-1 1-1,1 4 1,2 42 564,-2-33-468,0 59 197,1 8-218,12 83 1,-8-117-891,5 17-175,-11-64 857,1 0 0,-1 1 1,0-1-1,0 1 0,0-1 0,0 0 1,0 1-1,0-1 0,-1 1 0,1-1 1,-2 3-1,-1 14-819,-13-42-530,12 5 764,1-1-1,1 1 1,1-1 0,1 1-1,1-21 1,0-20-453,-6-73-219,-3-87 1818,19 52 2920,-11 161-3291,1 0-1,0-1 1,1 1 0,-1 0-1,1 0 1,0 0-1,1 0 1,-1 0 0,1 1-1,0-1 1,1 1 0,-1-1-1,1 1 1,0 0-1,7-6 1,0 1 36,0 0 0,0 1 0,1 0 0,0 1 0,20-10 0,-29 16-221,-3 5-73,1 2-45,-1-1 0,0 1 0,0 0 0,0 0 0,0 0 0,-1-1 0,0 1 0,0 0 1,-1 0-1,-3 8 0,-26 48-1929,19-40 1210,-44 88-3857,5-9 2589,16-37 5309,34-62-3033,0 0 1,0 0-1,1 0 1,-1 0-1,0 0 1,1 1-1,-1-1 1,1 0-1,-1 0 1,1 1-1,0-1 0,-1 0 1,1 1-1,0-1 1,0 0-1,0 1 1,0-1-1,0 0 1,0 1-1,0-1 1,1 0-1,-1 1 1,0-1-1,1 0 0,-1 0 1,1 1-1,0-1 1,-1 0-1,1 0 1,0 0-1,0 1 1,3 1 165,-1 0 1,1-1-1,0 1 1,-1-1-1,1 0 1,0-1-1,7 3 1,6 3 609,36 24 830,-1 2 0,65 53 0,-29-19-1276,-80-61-616,35 28-947,-39-31 493,-1 0-1,0 1 1,0-1-1,0 1 1,-1-1-1,1 1 0,-1 0 1,0 0-1,3 7 1,0 9-6255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15633,'3'1'68,"0"1"301,0 1 1,0-1-1,0 0 1,0 1-1,0-1 0,0 1 1,0 0-1,-1 0 0,0 0 1,1 0-1,-1 1 0,-1-1 1,1 1-1,0-1 0,-1 1 1,2 4-1,22 67 3508,6 17-1624,-9 6-903,-5 0-1,9 196 1,-25-172-1198,-6 0 0,-22 128 1,27-246-173,-50 279-2481,36-222-217,-2 0 0,-39 89 0,14-61-4480,8-12-4561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12741,'31'-18'2396,"-13"13"2573,-1 10-2925,0 1 1196,6-6-2144,0 3-231,-6-3-169,1 0 52,-47 3-14506,-17 3 1705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0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16690,'52'-12'2500,"-32"10"-384,0-1-324,3 0-352,0 3-288,3-3-504,-3 0-996,3 3-508,3 0-1092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12949,'-15'63'1824,"10"-23"-211,-4-5-257,-3 5-260,4 0-312,2 1-128,3 5-140,0 2-96,0 1-100,1-3-200,-1-3-492,3-2-212,0-1-500,3-20-536,-3 3-665,2 3-2295,13-17-3565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11077,'33'-8'9502,"-28"4"-8806,-1 0 0,1 1 0,0 0 1,0 0-1,0 0 0,1 0 0,-1 1 0,10-3 0,54-11 1263,-37 9-691,135-23 1300,-129 23-3558,-36 7-661,-13 18-12666,-9 4 1620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17230,'2'1'208,"0"0"1,1 0 0,-1 0 0,0 0-1,0-1 1,0 1 0,1-1 0,-1 0-1,0 1 1,0-1 0,1 0 0,-1 0-1,0-1 1,0 1 0,1 0 0,-1-1-1,0 1 1,0-1 0,0 0 0,0 0-1,1 0 1,-1 0 0,0 0 0,-1 0-1,1-1 1,0 1 0,2-2 0,6-4 299,-5 5-170,0 0 0,0-1 0,1 2-1,-1-1 1,1 1 0,0-1 0,-1 2-1,1-1 1,0 1 0,-1-1 0,10 2-1,9-1 226,245-3-231,-228 3-2522,50-8 1,-9 0-8560,-60 7 330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128 579 11885,'-2'-2'1692,"2"1"-1566,-1 1 0,0-1 0,1 0 0,-1 0 1,0 0-1,1 1 0,-1-1 0,0 0 0,0 1 1,0-1-1,0 0 0,0 1 0,0-1 1,0 1-1,0 0 0,0-1 0,0 1 0,0 0 1,0-1-1,0 1 0,0 0 0,0 0 0,0 0 1,0 0-1,0 0 0,0 0 0,0 0 1,-2 1-1,1 0 6,-1 0 0,1 1-1,0-1 1,0 1 0,0-1 0,0 1 0,0-1 0,0 1 0,0 0 0,0 0 0,1 0 0,-2 3 0,-6 9 72,1 1-1,1-1 1,1 2 0,0-1 0,1 1 0,-4 18 0,7-27-132,-4 20 76,1 1-1,2-1 0,0 1 1,2 29-1,14 111 528,-7-119-518,2-1 1,23 78-1,-15-98-572,-4-10-1273,-9-8-2501,-5-35 2548,-1 0 0,-1 0 1,-10-36-1,-7-38-625,4-225 4732,15 259-1287,4 1 903,3 0 1,2 0-1,23-89 0,-21 120-1210,1 0 0,1 1 0,2 0 0,2 1 0,0 0-1,2 2 1,1 0 0,2 1 0,1 0 0,31-31 0,-52 59-865,0 0 1,1 0 0,-1 0 0,0 0 0,1 0 0,-1 0-1,0 0 1,0 0 0,1 0 0,-1 0 0,0 0-1,0 0 1,1 0 0,-1 0 0,0 0 0,0 0 0,1 0-1,-1 0 1,0 1 0,0-1 0,1 0 0,-1 0-1,0 0 1,0 1 0,0-1 0,1 0 0,-1 0 0,0 0-1,0 1 1,0-1 0,0 0 0,1 0 0,-1 1 0,0-1-1,0 0 1,0 1 0,6 10-32,-4-3-99,1 0 1,-2 1-1,1-1 1,-1 0-1,0 1 0,-1-1 1,0 1-1,0-1 1,-1 0-1,-2 13 0,-4 14-903,-14 39 0,-46 102-4062,15-62-3020,20-49-1355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737 1 14245,'-17'6'298,"-144"51"3040,146-52-2967,0 1 1,0 1-1,0 0 1,1 1-1,0 0 0,0 1 1,1 1-1,0 0 1,-15 17-1,-4 7 140,2 1-1,-25 40 1,19-21-200,2 1-1,3 2 1,2 2 0,-31 89 0,36-73-127,3 1 1,4 1 0,-11 106 0,24-133-198,2 0 1,2-1 0,3 1 0,2 0-1,1-1 1,3 0 0,16 50 0,-13-63-470,1 0 1,2-1 0,1-1-1,1 0 1,2-2 0,2 0-1,1 0 1,1-2 0,49 48 0,-60-66-949,1-1 1,1 0-1,0-1 1,0-1-1,31 15 1,15-2-7519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121 251 8697,'-3'2'2321,"-26"12"1624,29-13-3813,-1-1-1,0 1 0,1 0 0,-1 0 0,0-1 1,1 1-1,-1 0 0,1 0 0,-1 0 0,1-1 1,0 1-1,-1 0 0,1 0 0,0 0 0,0 0 1,-1 0-1,1 0 0,0 0 0,0 0 0,0 1 1,0 1 255,-25 82 3175,18-64-3159,1 0 0,0 1 0,1-1 0,-1 24 0,-18 317 2323,24-360-2715,-1 29 113,1 0 1,4 41-1,-1-51-66,0-5-1105,-2-33 198,19-443-952,7 103 3098,-25 309-716,0 36-497,1 1-1,1-1 1,-1 1-1,2 0 1,-1 1-1,2-1 1,-1 1-1,8-10 1,23-29-138,-34 50 24,0 0 1,0 1 0,-1-1-1,1 0 1,0 0-1,-1 1 1,1-1 0,-1 1-1,0 0 1,1-1-1,-1 1 1,1 2 0,0 0-68,-1 1 1,1 0 0,-1 0 0,0-1-1,0 1 1,-1 0 0,1 0-1,-1 0 1,-1 6 0,-8 46-1068,5-37 784,2-8 115,-29 136-3925,17-81 2390,2-5 3732,6-48-415,2-6-590,4-1 2666,-17-1-2150,17-6-1403,-1 0 1,1 0 0,-1 0-1,0 0 1,1 1-1,-1-1 1,1 0 0,-1 0-1,0 1 1,1-1-1,-1 0 1,1 1 0,-1-1-1,1 1 1,0-1-1,-1 1 1,1-1 0,-1 1-1,1-1 1,0 1-1,-1-1 1,1 1 0,0-1-1,-1 1 1,1-1-1,0 1 1,0 0 0,0-1-1,0 1 1,0-1-1,-1 1 1,1 0 0,0-1-1,0 1 1,1 0-1,-1-1 1,0 1 0,0 0-1,0-1 1,0 1-1,0-1 1,1 1 0,-1-1-1,0 1 1,0 0-1,1-1 1,-1 1 0,1 0-1,0 1-152,68 162-1577,-40-101 231,-14-31-656,1-1-1,2-1 1,42 52-1,-59-81 1876,-1-1 0,1 1 0,0-1 0,-1 1 0,1-1 0,0 1 0,0-1 0,0 1 0,-1-1 0,1 0 0,0 1 0,0-1 0,0 0 0,0 0 0,0 0 0,0 0 0,0 0 0,0 0 0,-1 0 0,1 0 0,1 0 0,2-1-1063,18 2-5424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 14705,'-3'0'238,"0"0"0,0 1 0,-1 0 0,1 0 0,0 0 0,1 0-1,-1 0 1,0 0 0,0 1 0,0 0 0,1-1 0,-1 1 0,1 0-1,-1 0 1,1 0 0,0 1 0,0-1 0,-3 4 0,-4 8 428,0-1-1,-10 21 1,12-21-137,-34 73 1487,-54 162 1,64-160-1525,28-79-449,-117 344 932,91-251-1860,-25 158 0,21 25-3597,20-98-4922,12-122 750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12485,'-6'29'1415,"-2"-1"1,0 1-1,-16 31 0,20-50-946,1 0-1,0 0 1,0 0 0,1 0-1,0 0 1,0 1-1,1 12 1,1 9 315,6 35 0,-3-44-320,0 2-458,2 0 0,11 33 1,-11-41-1073,2 0 0,9 18 0,7-5-4435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32 18534,'-20'-20'2448,"34"14"-40,-2 1 2693,11 8-4061,0-1-188,0-2-204,0 0-428,-3 3-408,0 0-724,-5 3-2945,2-3 537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16530,'77'-32'2484,"-45"18"-408,8 5-400,3 1-364,-3-1-1040,-5 0-716,2 4-1180,-19-1-1352,7 6-2773,4 0-4824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14149,'19'5'2225,"-15"-4"64,-3 3-171,3 13-1146,0 0 1,1 0-1,1-1 0,1 1 0,12 20 0,-6-10-213,11 31-1,2 33 49,-4 1 0,-5 1 0,12 184 0,-27-182-847,-11 118-1,-30 93-1844,-39 61-3512,9-127-4434,31-114-1350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59 494 12989,'-6'8'755,"1"1"-1,0 0 0,0 0 1,1 0-1,0 1 0,1-1 1,0 1-1,-3 16 0,-6 86 721,8-65-1060,3 0-204,1 0 1,3 0-1,1-1 0,12 50 1,1-37-105,-13-47-132,0-1 0,-1 1 0,0-1 0,1 21 0,10-57-952,-11-15 135,-2-56 0,-2 50 426,8-244-656,-2 218 1478,3 1 0,19-72 0,-15 103 263,2 0 0,2 1-1,39-70 1,-1 29 678,-18 28-467,-33 48-778,0 0 1,0 0 0,0 1 0,1-1 0,6-5-1,-9 9-83,0 0-1,0 0 0,0 1 1,0-1-1,-1 0 0,1 1 1,0-1-1,0 1 0,0-1 1,-1 1-1,1-1 0,0 1 0,-1 0 1,1-1-1,-1 1 0,1 0 1,0 0-1,-1-1 0,1 1 1,-1 0-1,0 0 0,1 1 1,1 1-11,-1 1-1,0-1 1,1 1 0,-1-1 0,-1 1 0,1 0 0,0 0-1,-1-1 1,0 1 0,0 0 0,0 0 0,0-1 0,-1 1-1,-1 5 1,-2 7-114,-1 0-1,-6 16 0,2-9-48,-15 46-1525,-3-1-1,-60 107 1,-9-20-7077,54-92 181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1 13361,'-2'0'199,"0"0"0,0 0-1,1 1 1,-1-1 0,0 0-1,1 1 1,-1 0 0,0-1-1,1 1 1,-1 0 0,1 0-1,-1-1 1,1 1 0,-2 2-1,1-2 17,0 0 0,0 1 0,0-1 0,0 0 0,0 0-1,0 0 1,-1 0 0,-3 1 0,-2-1 109,0 2 1,1-1-1,0 1 0,-1 0 0,1 1 1,0-1-1,-12 10 0,5-2 44,-1 1 0,-15 17 0,12-9-8,1 1 0,1 1 0,-21 36 0,-32 79 552,51-101-687,-28 64 697,-57 175 1,84-206-639,2 0 0,3 0 1,-7 123-1,20-155-341,2 0 0,2 0-1,1 0 1,1 0 0,3-1 0,1 0 0,1 0 0,30 66 0,-28-77-531,1-2-1,2 1 1,0-2 0,1 0 0,28 29 0,-29-36-753,1-1 0,0 0 0,1-1 0,1-1 0,0-1 0,0 0 0,32 12-1,9-2-8434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12721,'0'0'1836,"0"4"-165,-2 19-490,-1-1-1,0 0 0,-15 43 1,-1 12-234,10-29-729,3 1 0,2 0 0,2 0 0,2 0 0,3 0 0,1 0 0,15 63 0,-15-93-391,24 92-3643,-18-72-4077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15777,'15'6'2481,"-7"-21"-241,1 4-160,14 2-248,11 1-344,1 5-364,-1-6-235,4 6-137,-18 3-196,14 3-284,15-3-408,-17 6-892,-15-3-421,3 3-779,3-4-1196,-26 21-2861,3 3-5672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19290,'63'-23'2224,"-23"14"-268,1-5-384,-4 5-368,-17 9-464,17-3-856,24-2-808,-21 5-1084,-20-3-1576,6 6-2453,0-3-5296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1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15817,'0'0'110,"0"-1"0,0 1 0,0 0 0,0 0 0,0 0 0,0-1 0,0 1-1,0 0 1,0 0 0,0 0 0,0-1 0,0 1 0,1 0 0,-1 0-1,0 0 1,0 0 0,0-1 0,0 1 0,0 0 0,1 0 0,-1 0 0,0 0-1,0 0 1,0 0 0,1-1 0,-1 1 0,0 0 0,0 0 0,0 0-1,1 0 1,-1 0 0,0 0 0,0 0 0,0 0 0,1 0 0,-1 0 0,0 0-1,0 0 1,1 0 0,-1 0 0,0 0 0,0 0 0,0 0 0,1 1-1,-1-1 1,0 0 0,0 0 0,1 0 0,18 10 2229,23 22 149,-17-7-1862,-1 1 0,-1 1-1,-2 1 1,0 1 0,-2 0 0,-2 2-1,22 48 1,-11-7-200,-2 2 0,22 106 0,-30-93-551,-5 2 1,-4 0-1,-3 0 1,-5 0-1,-10 98 0,-4-73-2229,-4-1 0,-6-1 0,-56 168 0,25-138-4839,-3-6-4778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36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1398 30 7245,'3'12'12746,"-12"-18"-10540,5 3-2178,0 0 1,-1 1 0,1-1 0,-1 1-1,1 0 1,-1 0 0,0 1 0,0-1-1,0 1 1,1 0 0,-1 1 0,0-1-1,-8 1 1,-22-5 68,19 2-84,1 1 0,0 1 0,0 0 0,-22 3-1,-14-2 28,25-2-17,0 2 1,-31 3-1,3 0 4,-13 2 24,1 2-1,-67 17 0,-132 43 296,177-43-56,-50 19-154,118-35-133,0 0-1,1 2 1,0 0 0,-31 23 0,43-27-3,1 1 1,-1-1-1,1 1 1,0 1-1,1-1 1,-1 1-1,2 0 1,-1 1 0,1-1-1,0 1 1,-3 13-1,2-5-5,0 0 0,2 1 0,0 0 0,1-1 0,1 20 0,1-22 10,2 0-1,0-1 0,0 1 1,2-1-1,0 1 0,0-1 1,1-1-1,1 1 0,0-1 1,1 0-1,16 22 0,1-2-23,2-2-1,1 0 0,32 26 1,-32-35 1,1-2 1,1 0 0,0-2 0,58 25 0,-46-26 3,0-3 0,63 14 0,-82-22 9,58 10-58,90 7 0,-74-20 1,-6 1-48,-26-2-38,123-10-1,-155 5 119,-3-1 30,0-2-1,0 0 0,41-17 1,-52 17 2,-13 4-5,0 0 0,-1 0 0,0 0 0,1 0-1,-1-1 1,0 0 0,0 0 0,4-4 0,-1 1 1,0 0-1,1 0 1,0 1 0,0 0-1,13-5 1,-19 9 0,0 0 1,1 0-1,-1-1 0,0 1 1,1 0-1,-1-1 0,0 0 0,0 0 1,0 1-1,-1-1 0,4-4 1,0 0-8,-1 1 1,2-1 0,-1 1 0,12-9 0,16-16 57,-31 28 1,-2 2-49,0-1-1,0 1 1,0-1-1,0 1 1,0-1-1,0 1 1,1-1-1,-1 1 1,0 0-1,0-1 1,1 1-1,-1-1 1,0 1-1,1-1 1,-1 1-1,0 0 1,1-1-1,-1 1 1,0 0-1,2-1 1,-2 0 35,1 0 0,0 1 0,0-1 0,0 0 0,-1 0 0,1 0 0,0 0 0,-1 0 0,1 0 0,-1 0 0,1 0 0,0-2 0,0-4-37,0 4 43,0 0 0,-1-1 1,0 1-1,1-1 0,-1 1 1,0 0-1,0-1 1,-2-4-1,-2-22 98,3 26-127,1 0-1,-1 0 1,1 0-1,-1 0 1,0 1-1,-1-1 1,-2-6 0,2 3 6,1-1 0,-1 1 0,1 0 0,1 0 1,0-13-1,0 17-25,0-1 23,-1 1 34,0 0 0,0 0 0,0 0 0,0 0 0,1 0 0,-1 0 0,1-5 0,0 5 672,0-1-654,1-23-22,-1 8 393,0 1-1,-1-1 1,-4-26 0,-22-48 317,18 63-699,-13-56 456,20 79-462,0 1 1,0-1 0,-1 1-1,1 0 1,-2 0 0,-4-8 0,-9-18 78,13 23-244,-1 1-1,0 0 0,0 0 0,-1 0 1,0 1-1,0-1 0,-1 1 1,0 1-1,0 0 0,0 0 1,-1 0-1,0 1 0,0 0 0,-10-5 1,3 3-1402,-1 1 0,0 0 1,0 1-1,0 0 0,-1 1 1,-33-2-1,31 7-3839,6 6-3083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3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880 83 8325,'-14'29'11145,"12"-31"-10767,-3-1-256,1 0 1,-1 1-1,1 0 0,-1-1 1,0 1-1,0 1 0,0-1 1,0 1-1,-1 0 0,1 0 1,0 0-1,0 1 1,-1 0-1,-6 1 0,-36-1 152,0 3 0,1 2 0,-1 2 0,-81 22 0,93-17-248,1 1-1,0 2 0,1 1 1,1 1-1,1 3 0,-49 36 1,68-45-25,1 0-1,0 1 1,1 0 0,0 1 0,1 0-1,1 1 1,0 0 0,0 1 0,-10 25 0,10-14-10,0 1 1,1 0 0,2 0 0,-6 56-1,4-23 4,4-37 2,2-1 0,0 1 0,2 35-1,20 114 8,-16-149-7,1-1-1,1 0 0,1-1 0,1 1 0,13 24 0,-3-3 9,-14-34-7,1-1-1,-1 1 0,1-1 0,1 0 1,-1 0-1,1-1 0,1 1 0,0-1 1,0-1-1,0 1 0,0-1 0,1-1 0,0 1 1,1-1-1,-1 0 0,1-1 0,0 0 1,0-1-1,13 4 0,9-1 2,0-2-1,0 0 1,0-3-1,1 0 1,-1-2 0,36-6-1,221-51 34,-229 43-50,-2-4-1,104-47 0,-152 62 38,46-23-33,-1-2-1,-2-2 0,57-44 0,-95 64 144,-1 0 1,0-1-1,-1-1 1,0 0-1,-1-1 0,-1 0 1,0 0-1,-1-1 1,0 0-1,-1-1 1,-1 0-1,-1-1 1,0 1-1,-1-1 1,6-32-1,-9 24 53,-1 1 0,-1 0 0,-1 0 0,-1-1 0,-1 1 0,-9-36 0,3 27-65,-2 0 1,-2 1 0,0 1-1,-19-32 1,18 42-147,-1 1 1,-1 0-1,-1 1 0,0 1 1,-2 1-1,-30-23 0,24 21-132,-1 2 0,-1 1 0,0 0-1,-33-12 1,-121-35-1187,162 57 1022,0 1 0,0 1 0,0 1 0,0 1 0,-22 0 0,32 2-51,0 0 1,0 1-1,0 1 1,0-1-1,1 1 1,-1 1-1,1 0 1,-1 0-1,1 1 1,0 0-1,0 0 1,0 1-1,-7 6 1,0 2-2009,0 1 0,-24 29 0,4 1-4863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4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1061 15 7297,'-19'-1'11360,"5"0"-7895,1 0-4886,-62-5 2475,53 3-815,1 1 0,-36 2 0,-109 2 322,-10 6-288,162-7-269,0 0 1,0 1-1,0 0 1,1 0 0,-17 6 0,-8 3-5,19-5 10,0 0-1,-22 10 1,-32 12-5,22-5 29,40-17-43,0 0-1,0 1 1,1 0 0,0 0-1,0 2 1,0-1-1,1 1 1,0 0 0,1 1-1,0 0 1,1 0 0,-10 18-1,8-14 5,7-11 4,0 1 1,1-1-1,-1 0 1,1 1-1,-1-1 0,1 1 1,0-1-1,0 1 1,1-1-1,-1 1 1,1 0-1,0 6 0,-3 32-5,2-36 4,7 28-1,1-10 7,1 0 0,0-1 0,18 34 0,18 31-5,0-2-135,-33-62 70,-10-22 59,9 12-1,14 22-17,-15-23 10,2-1-1,0 0 1,0 0 0,1-1 0,1-1 0,0 0 0,0-1 0,1 0-1,0-1 1,24 10 0,22-2-27,-46-11 3,0-1 1,0-1-1,15 2 0,21 6-149,-44-10 132,0 0-1,0 0 1,0 0 0,1-1 0,-1 0-1,0 0 1,9-2 0,5 1-168,-7 1 30,49-3-255,-59 3 364,0-1-23,71-4-426,-8-4 70,-11 7 267,-52 2 169,17-6-73,15 1 62,-22 3 23,-1 0 1,0-1-1,17-5 0,4 1 1,-28 7-2,-1-1 0,1 1 0,0-1 0,-1 0 0,9-4 0,-4 1-22,0 1 0,1-1 0,-1 2 0,12-3 0,-1 1 70,-18 3 0,1 0-36,23-6-169,-23 7 234,14-6 51,21-9-184,-35 14 87,0-1-9,0 1 1,0 1 0,0-1 0,0 0-1,0 1 1,0-1 0,3 1-1,1-1 6,-4 1 22,25-12-11,-25 11-7,6-3-27,-3 1 10,1 1 0,0-1 0,0 1 0,12-2 0,-16 3 83,-2-1-52,5-17 111,6-37 0,-9 38-141,-2 15 108,5-26 185,-5 19-212,0 9-64,-1 0-1,0-1 1,0 1 0,0 0 0,0 0-1,0-1 1,0 1 0,-1 0 0,1 0-1,0-1 1,-1 1 0,1 0 0,-1 0 0,1 0-1,-1 0 1,0-2 0,0 3-8,1-1 1,-1 0-1,1 1 1,0-1-1,-1 0 1,1 1-1,0-1 1,0 0-1,-1 1 1,1-1 0,0 0-1,0 0 1,0 1-1,0-1 1,0 0-1,0 0 1,0 1-1,0-1 1,0 0-1,0 0 1,1 0-1,-6-16 206,-7-30 90,12 45-222,-3-15 72,2 13-27,0 0 0,1 1 0,0-1 0,0 0 0,0 0 1,0 1-1,1-1 0,-1 0 0,1 0 0,2-5 0,-12-17-17,9 24 37,-16-20-85,13 17-60,-1 0 1,1-1-1,0 1 0,1-1 1,-1 1-1,1-1 0,-2-7 1,4 11-3,-6-15-10,3 5 16,3 9 9,-2-14 25,1 0-43,1 14 114,-1 0-116,-1-1 1,1 0-1,0 1 0,0-1 0,-1-7 0,2 8 126,-1 1-117,0-1 1,-1 0-1,1 1 0,0-1 1,-1 1-1,1 0 0,-4-4 0,3 3 7,0 1 53,1 1-63,1 1 0,-1 0 0,0 0 0,0-1-1,0 1 1,1-1 0,-1 1 0,0-1-1,1 1 1,-1-1 0,0 1 0,1-1-1,-1 1 1,0-1 0,1 0 0,-1 1 0,0-2-1,-11-10 275,9 11-249,0-1 1,0-1 0,0 1-1,1 0 1,-1-1 0,0 1 0,1-1-1,0 0 1,0 0 0,-3-5 0,4 7-23,-17-22 128,15 18-93,1 0 1,-1-1 0,0 1 0,0 0-1,-1 1 1,1-1 0,-6-5 0,8 9-4,-7-8 39,7 8-71,1 1 1,-1-1-1,1 0 1,0 0-1,-1 1 1,1-1-1,-1 0 1,1 1-1,-1-1 1,0 1-1,1-1 1,-1 1-1,0-1 1,1 1-1,-1-1 1,0 1-1,1-1 1,-2 1-1,-16-23 9,17 22 2,0-1 237,-1-1-101,0 1 0,0-1 0,-1 1 0,1 0 0,0-1 0,-6-2-1,8 2-94,-7-18 81,6 19-30,-3 1-8,-24-3 63,25 3-51,0 1-33,-28-3 26,28 3-58,0 0 12,-84-5 84,56 5-225,0 8-446,28-8 81,-11 16-887,8-13-1842,-8-6 1268,-4-1-1264,6 0-2054,1-4-3078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5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929 2 5428,'0'0'16305,"-3"-1"-16190,-11 0-32,-1 1-1,1 1 1,0 0-1,0 1 1,-16 3-1,-66 5 174,46-4-166,-111 19 17,109-16-103,-19 5-19,35-6 26,24-5-17,0-1 1,0 2-1,1 0 1,-16 7-1,-42 23 9,46-21 3,11-6-15,-1 0-1,1 1 1,0 0-1,-16 16 0,1-4 16,23-18-6,1 0-1,0 0 1,-1 1-1,1-1 1,0 1-1,0 0 1,1 0-1,-1 0 1,0 0-1,-2 5 0,-4 8-5,1 0-1,1 0 0,0 1 1,1 0-1,-6 29 0,10-38 6,1 1-1,0 0 1,1-1-1,0 1 0,1 0 1,-1 0-1,2-1 0,-1 1 1,1-1-1,1 1 1,-1-1-1,1 0 0,7 13 1,6 10 20,35 59 9,-12-30-28,-25-36-1,2 0-1,24 26 1,-13-9 1,-23-34 0,1 0-1,-1 0 0,1 0 1,0-1-1,1 1 1,6 5-1,18 18-29,-27-25 29,1-1 0,0 0 0,0 0-1,1 0 1,-1 0 0,1 0 0,0-1-1,0 0 1,0 0 0,0 0 0,6 1-1,3 1-4,0 0-1,1-1 0,-1-1 0,1 0 0,0-1 1,0-1-1,0 0 0,25-2 0,16-5-151,104-17-175,-129 18 261,-22 4 40,0 0 0,0-1 0,10-3 0,34-9-193,-42 13 173,-1-1-1,0-1 1,-1 1 0,17-8 0,-2-1 16,0-2 1,-1 0-1,0-2 1,-1 0-1,-1-1 1,37-36 0,-37 27-6,-6 6 79,24-21 1,-32 33-20,-1-1 0,0 0 0,0 0 0,-1 0 0,7-13 1,13-20 29,-22 36 21,1-1 0,-1 1 0,0-1 0,-1 0 0,0 0-1,0 0 1,0-1 0,1-9 0,-2 14 38,-1-2 25,0 0-106,0 0-3,0 1 1,0-1-1,0 0 0,0 0 0,-1 1 1,0-1-1,1 0 0,-1 1 1,-1-1-1,1 1 0,0-1 1,-4-4-1,-42-61 386,27 37-280,-3 1 1,-42-48-1,36 49-166,4 4 42,-1 1 0,-43-31 0,57 48-439,0 0 0,0 1-1,-25-10 1,32 15-22,0 0 1,0 1-1,0 0 0,0 0 1,0 0-1,-1 0 0,1 1 1,0 0-1,0 0 0,-1 1 1,1-1-1,0 1 0,-8 2 1,-4 3-4280,3-3-2821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7:5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19827,'2045'-137'0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155 471 11993,'-29'-10'1225,"23"8"121,0 1-1,0-1 0,0 1 1,0 1-1,0-1 0,-1 1 1,1 0-1,-11 2 0,15-2 223,2 3-950,0 11-216,2 1 0,0 0 1,8 25-1,-2-5-160,62 280 970,-51-234-1123,-8-41-276,-2 0 0,6 64-1,-9-12-2429,-6-89 1934,-1-8-1227,-57-309-346,44 208 2244,-2-110-1,16 207 28,2-235 1081,1 203-151,2 1 0,1 0-1,23-75 1,-17 82 93,23-42 0,-28 61-792,-1 32-90,-6-5-305,0-1 0,-1 1 0,0-1 0,-6 25-1,0-2-516,-2 13-1048,-2-1 1,-2-1-1,-1 0 1,-3-1 0,-2 0-1,-39 67 1,51-102 322,1 0-1,-1-1 1,-1 0 0,-14 15 0,3-10-5242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 8465,'-12'0'655,"1"1"0,0 1 0,-1 0-1,1 1 1,0 0 0,0 0 0,0 1 0,1 1 0,0 0 0,-12 7 0,-7 11 536,1 2 1,2 0 0,-40 50 0,44-49-777,-5 8 130,0 2 1,3 1-1,1 0 1,1 2-1,3 1 1,1 1-1,2 0 1,1 1-1,-11 58 1,16-49-211,3-1 1,1 1 0,3 0 0,2 0 0,3 0 0,1 0 0,19 92 0,-12-103-162,1 0 1,2-1-1,34 67 1,-35-81-294,2-2 1,1 0 0,0 0 0,2-2 0,1 0 0,35 32-1,-42-43-356,0-1-1,2-1 0,-1 0 0,1 0 1,0-2-1,0 1 0,25 7 0,-26-11-1198,0 0-1,1-1 0,-1 0 0,0-1 1,23-1-1,20-5-10350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14533,'0'0'6906,"-2"2"-6062,0 0-683,0-1 1,0 1-1,0 0 0,0 0 1,0 0-1,1 0 1,-1 1-1,1-1 1,0 0-1,0 1 1,0-1-1,0 1 1,0-1-1,0 1 0,0 0 1,0 4-1,1 2 65,-1 1 0,1 0-1,2 12 1,0-4 116,18 190 1841,-8-109-1618,-2-20-279,22 87 1,17-7-3178,-47-153 2192,1 1 1,-1 0-1,0 0 0,-1 0 1,1 9-1,-5 16-9517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20610,'0'20'6624,"12"-26"-5079,2 0-301,9-2-280,0-1-204,6 0-344,-3 4-612,0-1-508,3-3-892,-9 6-552,6-5-925,-29 28-6320,-12 14-2676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20850,'74'-58'2488,"-31"41"-336,3 3-496,-2-1-319,-13 1-269,7 5-628,2 1-684,-3-1-1068,-2-5-1057,-18 8-1607,3 6-2549,0 3-6056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4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19530,'0'0'3713,"0"2"-2148,4 13-881,1-1 0,0 0 0,0-1-1,2 0 1,8 15 0,11 23 302,17 55-259,-4 2-1,-4 2 0,36 209 0,-49-159-2194,-7 0 0,-6 193 0,-13-260-1441,-26 143 0,-17-20-6078,14-94-1622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10 722 9081,'0'0'5648,"2"0"-4000,2-1-1206,0 1 0,-1-1 1,1 0-1,0 0 0,-1 0 1,1-1-1,-1 1 0,0-1 0,1 0 1,4-3-1,29-24 2518,-25 21-2282,-1-1 0,0 1-1,11-13 1,19-22 471,-28 32-1013,-2-1 0,1-1 0,-1 0 0,-1 0 1,14-23-1,-17 20-313,-1 1 0,0-1 0,-1 0 0,0 0 0,-1 0 0,-1 0 0,-1-1 0,0 0 0,-2 1 0,1-1 0,-2 0 0,-4-25 0,1 4-327,4 29 387,-1-1 0,0 0 0,-1 1 0,1-1 0,-2 1 0,1 0 0,-2 0 1,1 0-1,-1 0 0,-8-13 0,7 14-48,-1 0 0,0 0 0,-1 1 0,0 0 0,0 0 1,-1 1-1,1 0 0,-1 0 0,-1 1 0,1 0 0,-16-7 0,16 9-393,-1 0 0,-1 1 0,1 0 0,0 1 0,0-1 0,-1 2 0,-17 0 0,-23 2-6951,25-2-343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5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94 12525,'-29'-2'7639,"33"-1"-6892,6-5 1324,0 0 1,21-11-1,-6 5-651,-16 9-1184,-1 1 0,1-1 0,0 1 0,0 1 0,0 0-1,0 0 1,0 1 0,12-2 0,2 0-182,-5 1-5174,-18 8 2112,-11 6 619,-17 16-4137,-8 4-4169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17710,'40'-49'2544,"-5"20"-280,-1 6-108,-5 3-296,-6 5-383,12-2-293,-1-3-288,1 3-188,5-1-176,-3 7-452,-8-1-508,0 4-928,-3-7-432,-18 4-1101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52 7921,'-7'1'393,"-2"0"770,1 1 0,0 0 1,0 0-1,-10 6 1,14-6-883,-1-1 1,1 1-1,0-1 1,0 1-1,-1-1 0,1-1 1,-5 2-1,-4-1 409,10 0-450,-1 0 0,1 1 0,0-1-1,-1 0 1,1 1 0,0 0 0,0 0 0,0 0 0,0 0-1,1 0 1,-4 3 0,-25 33 1464,13-16-546,16-19-1000,1 0 1,-1 0-1,1 0 0,-1 0 1,1 0-1,0 0 0,0 1 0,0-1 1,1 0-1,-1 0 0,1 1 1,0-1-1,0 0 0,0 1 1,0-1-1,1 0 0,-1 1 0,1-1 1,1 4-1,0 0 46,0 0 1,0 0-1,1 0 0,0 0 1,1-1-1,-1 1 0,9 9 1,-4-7 44,0-1 1,1 0-1,0-1 1,0 0 0,1-1-1,19 10 1,-2-2 412,40 12 1,-37-18-213,0 0 0,40 3-1,-21-3-251,-42-7-232,-1 0 0,0-1 1,1 0-1,-1 0 0,0 0 1,1-1-1,7-2 0,-12 3-24,1-1 0,-1 1 0,1-1 0,-1 0 0,1 0-1,-1 0 1,1-1 0,-1 1 0,0-1 0,0 1-1,0-1 1,0 1 0,0-1 0,0 0 0,0 0 0,-1 0-1,1 0 1,-1-1 0,2-2 0,0-1-135,-2-1-1,1 1 1,-1-1 0,0 1-1,0-1 1,0 0 0,-1 1 0,0-1-1,-1 0 1,1 1 0,-1-1-1,-1 1 1,1-1 0,-1 1 0,0-1-1,-1 1 1,1 0 0,-1 0-1,0 0 1,-5-6 0,-1-1-71,0-1 0,-2 2 1,1-1-1,-2 1 0,1 1 1,-2 0-1,-17-12 0,10 10 40,-1 1-1,0 1 1,-30-11 0,-72-20-724,76 28 420,-58-12-1852,83 22 1156,17 3 514,-1 0 1,1 0-1,0 1 0,-11 0 1,-5 5-4871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58 20930,'23'-17'8613,"-40"-3"-14974,3-1 3565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10849,'-12'15'9264,"8"-13"-8620,-46 27 56,0 2 0,-74 62 0,102-73-606,1 0-1,1 2 0,-17 24 0,31-38-71,5-6-17,0 0-1,1 0 1,-1 0 0,1 0-1,0 1 1,-1-1 0,1 0-1,0 0 1,0 1 0,1-1-1,-1 0 1,0 0 0,1 1-1,-1-1 1,2 2 0,-1-2-1,0-1-1,0 0 1,0 0 0,0 0 0,1 1 0,-1-1-1,0 0 1,0-1 0,1 1 0,-1 0 0,1 0 0,-1-1-1,1 1 1,-1 0 0,1-1 0,-1 0 0,1 1-1,-1-1 1,1 0 0,-1 0 0,1 0 0,3 0-1,38-5 70,-35 4-79,14-4 35,0-1 0,0 0 0,-1-2-1,0 0 1,0-2 0,-1 0 0,-1-2-1,1 0 1,-2-1 0,24-20 0,-30 20 167,-1 0 1,0-1 0,-1 0-1,-1-1 1,10-19 0,-9 17 486,-5-2 262,-5 18-841,0 0 0,0 0-1,0 0 1,0 0 0,0 0 0,0 0-1,0 0 1,1 1 0,-1-1 0,0 0-1,1 0 1,-1 0 0,1 1 0,-1-1-1,1 0 1,0-1 0,5 16 327,-4-7-393,0-1 0,-1 1-1,1-1 1,-2 1 0,1 0-1,-1-1 1,0 1 0,0 0-1,-1-1 1,-2 13 0,0 7 83,3 115 1355,29 237 0,-21-307-1150,12 65-174,-20-131-152,1 0 0,-1 1 0,1-1 0,0 0 0,1 0 0,-1 0 0,1 0 0,0 0 0,3 6 0,0-1 0,16 28-494,-19-36 458,6 15-1376,-8-26-4401,-13-30-4671,0 6-1060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18238,'-3'23'2408,"-11"0"-404,0 17-248,2 0-224,-8 3-71,-3 9-369,0 11-180,-3 6-248,3 0-324,0 3-296,-9-3-360,9-6-684,0 1-488,3-7-905,-3-14-1207,0-2-2801,17-21-5868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121 396 15773,'0'0'6148,"-1"2"-4610,-12 35-506,2 0 0,1 0 0,2 1 0,-4 60 0,7-23-553,8 105-1,31 89-645,-34-266-522,0-7-1203,-2-17 1293,0 0-1,-2 1 0,-7-26 0,-2-10-97,-49-448-1782,60 477 2555,1 0 0,1 0 0,2 0 0,1 0 0,1 0 0,1 0 0,1 1 0,2 0 0,18-43 0,-13 40 562,32-50 0,-38 69-235,0 1 0,0 1-1,1-1 1,0 1 0,0 0-1,1 1 1,0 0-1,13-8 1,-15 14 143,-1 3-409,-4-1-104,0-1 1,0 1-1,0-1 0,0 1 0,0 0 0,0 0 0,-1 0 0,1 0 1,0 0-1,-1 0 0,1 0 0,0 1 0,-1-1 0,1 1 0,-1-1 0,0 1 1,0-1-1,1 1 0,-1 0 0,0 0 0,0-1 0,-1 1 0,1 0 1,0 0-1,-1 0 0,1 0 0,-1 0 0,1 3 0,0 9-75,-1 0 0,0 0-1,-1 0 1,-1 0 0,0 0-1,-5 15 1,0-3-838,-1-2-1,-18 38 1,-21 24-3187,8-33-3601,5-17-3233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719 8 15521,'-4'-2'343,"0"1"0,-1 0 0,1 0 0,-1 0 0,1 0 0,-1 1-1,1 0 1,-1 0 0,1 0 0,-1 0 0,1 1 0,-9 1 0,5 1 54,0 0 0,0 0 0,1 0 0,0 1 0,-1 0 0,-10 8 0,-4 7 196,0 1 0,1 1 1,-19 25-1,29-33-452,-45 54 461,4 4 0,2 1 0,3 2 0,4 3 0,-43 106 0,57-111-444,4 1 0,3 1 1,3 1-1,4 1 0,3 0 0,-3 102 0,14-143-329,2 0 1,1-1 0,2 1 0,2-1-1,1 0 1,1-1 0,2 0-1,17 39 1,-18-54-443,0 0 0,1 0 0,1-1 0,1-1 0,0 0 0,23 22 0,-23-27-468,0 0 0,0-2 0,2 1 0,-1-2 0,1 0 0,0 0 0,1-1 0,-1-1 0,17 5 0,43 5-9292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11721,'0'2'260,"0"0"1,0 0-1,0 0 0,0 0 1,0 0-1,-1 1 0,1-1 1,-1 0-1,1 0 0,-1 0 1,0 0-1,0 0 0,0-1 1,0 1-1,0 0 0,0 0 0,0-1 1,-1 1-1,1 0 0,-3 2 1,2-2 135,0 0-1,0 1 1,0-1 0,0 1 0,0 0 0,1 0-1,-1 0 1,-1 5 0,-2 15 1093,1 1 0,1-1 0,-1 38 0,5-37-1020,0-1 1,1 0 0,2 0-1,0 0 1,2 0-1,12 35 1,0-2 41,-15-43-954,0-1 0,1 1 0,1-1-1,0 0 1,0 0 0,1-1 0,9 12-1,-8-13-858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21318,'52'-5'2672,"-17"-7"-140,8 4-375,9-1-337,-4 0-360,1 4-652,6-1-808,0 0 0,-6 3 0,-6 0 0,-23 3 0,11 0 0,-2 3-2060,-23-17-1280,0-3-297,-32 34-3343,-20 9-6786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21682,'26'3'2648,"34"-17"-372,-16 2-427,-13 4-337,-11 5-320,6-6-740,23 4-888,-32 2-1188,1-17-1325,2 2-531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9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650 1 12997,'-34'10'763,"16"-6"-34,1 2 0,0 0 0,-30 15 0,37-15-305,1 1 1,-1 0-1,1 1 1,0 0-1,1 1 1,0 0 0,-12 16-1,-41 75 933,54-88-1185,-51 95 945,5 3 0,5 2 0,5 1 0,-40 172 0,58-170-1831,5 2 0,-7 168 0,23-207-724,-1 82-2454,12-57-3414,4-49-2118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0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10477,'-4'10'649,"3"-9"-526,0 0-1,0 0 1,0 1 0,1-1 0,-1 0-1,1 0 1,-1 1 0,1-1-1,-1 1 1,1-1 0,0 0 0,0 1-1,-1-1 1,1 1 0,0-1-1,0 0 1,1 1 0,-1-1 0,0 1-1,0-1 1,1 0 0,-1 1-1,1-1 1,-1 0 0,1 1 0,-1-1-1,2 1 1,17 53 4447,-11-35-3746,0 1 1,-1 0 0,-2 0 0,0 0-1,4 33 1,-2 114 1624,-5-65-1552,0-18-435,3 43-64,-3-117-478,0 1 0,1 0 0,6 13 0,7 29-3587,-16-49 1353,1 0 0,0 0-1,-1 1 1,-1 9-1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73 8241,'0'0'55,"0"0"-1,0 0 1,-1 0 0,1 0 0,0-1 0,0 1 0,0 0 0,0 0-1,0 0 1,0-1 0,-1 1 0,1 0 0,0 0 0,0-1-1,0 1 1,0 0 0,0 0 0,0-1 0,0 1 0,0 0 0,0 0-1,0-1 1,0 1 0,0 0 0,0 0 0,0-1 0,1 1-1,-1 0 1,0 0 0,0 0 0,0-1 0,0 1 0,0 0 0,1-1-1,9-7 3029,20-5 2142,-24 10-4935,24-10 3071,-22 8-2552,0 1 1,1 0 0,0 1 0,-1 0 0,1 1-1,0 0 1,1 0 0,-1 1 0,0 0-1,0 0 1,1 1 0,16 2 0,-23-2-801,-1 0 0,0 1-1,1-1 1,-1 0 0,1 1 0,-1 0 0,0-1 0,1 1 0,-1 0 0,0 0 0,0 0 0,0 1 0,0-1 0,0 1-1,0-1 1,3 4 0,-3-2-11,0-1 0,-1 1 0,1 0 0,-1 0 0,0 0-1,0 0 1,0 0 0,0 0 0,0 0 0,-1 0-1,1 0 1,-1 0 0,0 3 0,-1 17-603,-2-1 0,0 0-1,-2-1 1,-10 32 0,10-34 147,-7 13-1408,0-1 0,-2 0 0,-31 48 1,-1 6-773,8-21 4859,30-52-128,4-5 222,14-7-1136,-1 0-1134,42-2 672,1 2-1,-1 3 1,0 1-1,0 3 1,0 2-1,-1 3 1,62 22-1,-100-29-1250,0 0 0,1 1 0,-2 0 0,1 1 0,-1 0 0,16 15 0,-38-14-5733,-5-1-1645,-4-3-3954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16562,'17'0'704,"-14"0"-522,1 0 0,0 0 1,0 0-1,0 1 0,0-1 1,6 3-1,-8-3-70,-1 1-1,0-1 1,0 1-1,0 0 1,0 0-1,0 0 1,0-1-1,0 1 1,0 0 0,0 0-1,0 0 1,-1 0-1,1 1 1,0-1-1,-1 0 1,1 0-1,-1 0 1,1 1-1,-1-1 1,1 0-1,-1 0 1,0 1 0,0-1-1,1 2 1,1 5 415,0 0 1,1 0 0,0 0 0,1-1 0,0 1-1,0-1 1,0 0 0,9 11 0,6 9 715,145 259 1909,-132-216-2388,-2 1-1,28 98 1,-41-104-764,-3 0 0,-2 1 0,-3 0 0,0 107 0,-13-63-1428,-5 0 0,-5-1-1,-4-1 1,-5 0 0,-60 170 0,69-244-2570,-19 37-1,-22 19-9218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1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18270,'17'-3'2779,"0"1"0,0 0 0,26 1 0,24-1 477,-52 1-3249,-1 1 0,1 0 0,-1 1 0,18 4 0,-19-3-150,-12-2 28,-1 0 0,1 0 0,-1 0 0,1 0 0,0 0 0,-1 0 0,1 0 0,0 0 0,-1 0 0,1 0 0,-1 0 0,1-1 0,0 1 0,-1 0 0,1 0 0,-1-1-1,1 1 1,-1 0 0,1-1 0,-1 1 0,1-1 0,-1 1 0,1 0 0,-1-1 0,1 1 0,-1-1 0,0 1 0,1-1 0,-1 1 0,0-1 0,1 0 0,-1 1 0,0-1 0,0 1 0,1-2 0,-1-16-2351,0 17 2326,0 0-1,0 0 1,0 1-1,0-1 1,0 0 0,0 1-1,0-1 1,-1 0-1,1 1 1,0-1 0,0 1-1,-1-1 1,1 0-1,-1 1 1,1-1 0,0 1-1,-1-1 1,1 1-1,-1-1 1,1 1 0,-1-1-1,1 1 1,-1 0-1,0-1 1,0 1 0,0 0-476,-1 0 1,0 0 0,1 0-1,-1 0 1,1 1 0,-1-1 0,0 1-1,1-1 1,-1 1 0,1 0 0,-3 1-1,-32 14-11293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18102,'46'-9'2808,"-26"6"-96,0 0-276,6-5-419,-3 2-365,0 3-348,0 0-312,-3 0-504,3 3-656,-5-6-816,-1 6-844,-6-11-1065,1-1-643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5332,'0'0'3212,"-3"0"-2524,-26 4 1244,26-3-691,-4 1 90,0 0 0,0 0 1,1 1-1,-1 0 0,-11 7 0,-13 3 1442,23-7-2463,0 1 0,0-1 1,0 1-1,1 1 0,0 0 1,1 0-1,0 0 0,0 0 1,0 1-1,1 0 0,1 0 1,0 1-1,0-1 0,0 1 1,-2 13-1,5-14-175,-1-1 0,2 0-1,-1 1 1,1-1 0,0 1 0,1-1-1,0 1 1,1-1 0,-1 0 0,1 0-1,1 0 1,0 0 0,0 0-1,0 0 1,1-1 0,0 1 0,1-1-1,0 0 1,6 8 0,-1-5-43,1 0 0,0 0 0,0-1 0,1-1 0,0 0 0,1 0 0,0-1 0,0-1 0,0 0 0,1-1 0,14 4 0,4-1 118,1-1-1,-1-2 1,61 2-1,-75-6-209,0-2 0,0 0 0,24-5 0,-35 5 0,0-1 0,0 0 0,-1 0 0,1 0 0,-1-1 0,1 0 0,-1-1 0,0 1 0,0-1 0,0 0 0,5-6 0,-9 8-52,-1 0 0,0 0 0,1 0 0,-1 0 0,0-1 0,0 1 0,0-1 0,-1 1 0,1-1 0,0 1 0,-1-1 0,0 1-1,0-1 1,1 1 0,-1-1 0,-1 1 0,1-1 0,0 1 0,-1-1 0,1 1 0,-1-1 0,0 1 0,-1-4 0,0 0-203,-1-1-1,0 1 1,0-1-1,-1 1 1,0 0-1,0 0 1,-7-8-1,-4 0-583,0 1 1,-1 1-1,0 0 0,-1 2 1,0-1-1,-1 2 0,-35-13 1,-140-36-8976,172 53 8145,-50-13-6629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1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38 18374,'3'-20'8624,"-17"28"-8139,2-5-766,-5-3-1939,0 0-40,0-9-1204,-4 7-2269,16-16-4808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13777,'-20'11'7273,"3"2"-3518,11-6-3617,-1-1-1,1 2 1,0-1 0,1 1-1,0 0 1,0 0-1,1 0 1,-5 11 0,-20 42 219,10-23 281,-20 60 1,37-94-563,1 1-1,0 0 1,0-1 0,0 1-1,1 0 1,0-1 0,0 1-1,0 0 1,0 0 0,1-1-1,0 1 1,0 0 0,0-1-1,0 1 1,1-1 0,0 1-1,0-1 1,0 0 0,0 0-1,1 0 1,0 0 0,-1 0-1,1 0 1,1-1 0,-1 1-1,1-1 1,-1 0 0,1 0 0,6 3-1,3 2 93,0-1 0,0 0 0,1-1 0,0-1 0,0 0 0,0-1 0,0 0 0,19 1 0,46 5-689,148-3-1,-221-7 176,0-1 0,0 1 0,0-1-1,0 0 1,0-1 0,9-2 0,-13 3-182,1-1 1,-1 1 0,0 0 0,1-1-1,-1 0 1,0 1 0,0-1 0,0 0-1,0 0 1,2-3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2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26 12369,'-26'-25'6773,"15"31"-3260,10-6-3411,0 0 1,0 1-1,-1-1 1,1 1-1,0-1 0,0 1 1,0 0-1,0-1 0,1 1 1,-1 0-1,0 0 0,0 0 1,-1 1-1,-6 14 430,0 1 0,0-1 0,2 2 0,0-1 0,-5 31 0,9-41-423,-12 62 317,4 1 0,2 0 0,3 131 0,8-163-1383,2 0 0,2-1 0,1 0 0,14 38 0,-22-74 899,1 2-756,1 1 0,-1-1 0,1 1 0,0-1 0,0 1 0,0-1-1,0 0 1,1 0 0,-1 0 0,1-1 0,0 1 0,-1 0 0,1-1 0,6 4-1,13 2-8239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18:1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36 211 4748,'-34'-22'1410,"34"22"-1378,0 0 1,0 0-1,0 0 0,0 0 1,0 0-1,0 0 0,0 0 1,-1 0-1,1 0 1,0 0-1,0 0 0,0 0 1,0 0-1,0 0 0,0-1 1,0 1-1,0 0 1,0 0-1,0 0 0,0 0 1,0 0-1,0 0 0,0 0 1,0 0-1,-1-1 1,1 1-1,0 0 0,0 0 1,0 0-1,0 0 0,0 0 1,0 0-1,0 0 1,0-1-1,1 1 0,-1 0 1,0 0-1,0 0 0,0 0 1,0 0-1,0 0 0,0 0 1,0 0-1,0-1 1,0 1-1,0 0 0,0 0 1,7-4 647,9 0 164,-13 3-599,0 0 0,-1 0 0,0 0 0,1 0 0,-1 0 1,0-1-1,1 1 0,-1-1 0,2-2 0,4-2 435,44-30 4865,-37 24-3264,0 1-1,33-17 1,-17 15-1145,2 0 0,-1 3 0,1 1 0,1 1 0,63-6 0,-95 13-1143,0 1 1,0 0-1,1 0 0,-1 0 0,0 0 0,0 0 0,1 1 1,-1-1-1,0 1 0,0-1 0,0 1 0,0 0 0,0 0 1,0 0-1,0 0 0,4 3 0,-5-3-30,0 0 1,0 1-1,0-1 0,0 0 0,0 1 0,-1-1 0,1 1 1,-1 0-1,1-1 0,-1 1 0,1-1 0,-1 1 1,0 0-1,0-1 0,0 1 0,0 0 0,0-1 1,0 1-1,0 0 0,0-1 0,-1 1 0,0 2 0,-6 28-1306,-2 0 0,-1-1 0,-1-1 0,-29 55 0,-24 13-1944,-17 30 2550,67-101 2145,14-26-1236,0 0-1,0 0 1,0 1-1,1-1 1,-1 0-1,0 0 1,1 0-1,-1 0 1,1 0-1,-1 0 1,1 0 0,0 0-1,-1 0 1,1 0-1,0 0 1,0 0-1,-1 0 1,1 0-1,2 0 1,5 3 264,0-1 0,1-1 0,0 1 0,-1-1 0,1-1 0,0 0 0,0 0 0,9-1-1,14 3 308,55 8 268,-34-5 181,103 26-1,-155-32-1191,0 0 0,0 1 0,1-1 0,-1 0 0,0 1 0,0-1 0,0 1 0,0-1 0,0 1 0,-1 0 0,1-1 0,0 1 0,0 0 0,0 0 0,0 0 0,-1-1 0,1 1 0,0 0 0,-1 0 0,1 0 0,-1 0 0,1 0 0,-1 0 0,0 0 0,1 0 0,-1 0 0,1 2 0,-2-1 0,1 0 0,0 1 0,0-1 0,-1 0 0,1 1 0,-1-1 0,0 0 0,0 1 0,0-1 0,0 0 0,0 0 0,-2 2 0,-3 5 0,0-1 0,0 0 0,-1-1 0,0 0 0,-11 9 0,-2-2-986,0-1 0,-1 0 0,0-2 0,-1-1 0,-41 14 0,44-18-12,0-1 1,0-1 0,0-1 0,-1 0 0,1-1-1,-1-2 1,-29-2 0,17-2-5044,14 3-3807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58 173 7789,'-8'1'563,"0"-1"-1,0 2 1,0-1 0,-18 7 10207,26-12-10507,1-4-159,0 0 0,0 0 0,1 1 1,0-1-1,0 0 0,1 0 0,0 1 1,0 0-1,1 0 0,0 0 1,0 0-1,7-9 0,-6 10-41,0-1-1,0 1 1,0 0-1,1 0 1,0 0 0,0 1-1,1 0 1,0 0-1,-1 1 1,1 0 0,10-4-1,-13 6-51,-1 1-1,1 0 1,-1 0-1,1 1 1,0-1-1,0 1 0,-1-1 1,1 1-1,0 1 1,0-1-1,-1 0 1,1 1-1,0 0 1,-1 0-1,1 0 1,0 0-1,-1 0 0,1 1 1,-1 0-1,0 0 1,0 0-1,1 0 1,-1 0-1,-1 0 1,1 1-1,5 5 0,2 4 13,0 1-1,-1 0 1,-1 1-1,0 0 1,0 0-1,-2 1 1,1 0-1,-2 0 1,0 0-1,-1 1 1,2 18-1,2 22 49,1 102 0,-19 99 9,0-31-49,9-155-49,-1-17-83,8 69 0,-4-108 78,0 1 0,1-1 0,1 0 1,0 0-1,1-1 0,1 1 0,0-1 1,1 0-1,9 14 0,-13-25 21,-1 1 0,1 0 0,0-1 1,1 0-1,-1 0 0,0 0 0,1 0 0,0 0 0,-1-1 0,1 1 0,0-1 0,0 0 1,9 2-1,-7-2 0,1-1 1,0 0-1,0 0 1,-1 0-1,1-1 1,0 0-1,0-1 1,9-1-1,8-4-4,0 0 0,0-2-1,-1-1 1,22-12 0,-31 15-2,196-98-64,-205 102 57,0-1 0,0 1 0,0 0 0,1 1 0,-1-1-1,0 1 1,8-1 0,-11 2 12,0 0 1,0 0-1,1 0 0,-1 1 0,0-1 0,0 0 1,0 1-1,0 0 0,0-1 0,0 1 0,0 0 1,0 0-1,0 0 0,0 0 0,0 0 0,0 1 1,-1-1-1,1 0 0,1 3 0,2 2 2,-1 0-1,0 0 0,0 0 1,-1 1-1,0 0 1,0-1-1,0 1 0,-1 0 1,0 1-1,0-1 1,0 13-1,1 12 3,-3 47 1,-1-52 10,-5 101 595,-31 177 0,-52 122 2233,-15-58-1435,18-130-3805,83-231 1888,0 0 0,-1-1-1,0 1 1,0-1 0,-1 0 0,0 0-1,0-1 1,0 1 0,-1-1 0,0 0-1,-1-1 1,1 0 0,-11 7 0,14-10-51,-12 5-4976,-4-15-4467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7733,'-9'5'660,"0"1"1,0 0-1,0 0 1,1 1-1,-14 13 1,-17 9 2576,26-15-2527,-16 17 735,2 0-1,-38 57 1,59-78-1313,0 0 0,0 0 0,1 1 1,1-1-1,0 1 0,0 0 0,1 1 1,1-1-1,-1 1 0,2-1 1,0 1-1,0-1 0,1 1 0,2 16 1,-1-22-118,0-1 0,0 0 0,1 1 1,0-1-1,0 0 0,0 0 0,0 0 1,1 0-1,0 0 0,0-1 0,0 1 1,1-1-1,7 8 0,-5-7 5,0-1 0,0 0 1,0 0-1,0 0 0,1-1 0,0 0 1,0 0-1,0-1 0,9 3 0,8-1 15,0-1 0,0-1 0,0-1 0,0-2 0,31-3-1,-28 1-102,0-1 0,-1-2 0,29-8 0,-41 9-246,0 0-1,0-1 0,0-1 0,-1 0 0,0-1 0,0 0 0,14-13 0,-25 20 237,0-1-1,0 0 0,0 0 0,-1 0 0,1 0 0,0-1 0,-1 1 0,1 0 0,-1-1 0,0 1 0,0-1 0,0 1 0,0-1 0,0 0 0,0-4 0,-1 1-3,0 0 0,0-1 0,-1 1 0,0 0 0,0 0 0,-2-7 0,-6-36 1189,10 49-1075,-1-1-1,0 1 1,1-1 0,-1 0 0,1 1-1,-1-1 1,1 1 0,-1-1 0,1 1 0,0-1-1,-1 1 1,1 0 0,0-1 0,-1 1 0,1 0-1,0-1 1,-1 1 0,1 0 0,1 0 0,-1-1 40,3-1 36,1 1-1,0-1 1,-1 1-1,1-1 0,0 2 1,0-1-1,0 0 0,0 1 1,5 0-1,14-2 162,204-44 1565,-226 46-1825,105-21 965,-104 20-727,-5-1-570,-2-2 166,0 0 0,0 0 0,0 0 0,-1 1 0,0 0 0,1 0 0,-1 0 0,0 0 1,-1 1-1,1 0 0,-6-2 0,-12-2-1097,-31-5 1,26 6 232,-113-28-8088,100 26 2757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52 9009,'-15'34'8383,"14"-33"-7709,-1 0-609,0-1 1,0 1-1,0 0 0,0 0 0,1 1 0,-1-1 0,0 0 1,1 0-1,-1 1 0,1-1 0,0 1 0,-1-1 0,1 1 0,0 0 1,0 0-1,0-1 0,0 1 0,0 0 0,0 0 0,0 4 1,-3 6 90,1 1 1,-2 17 0,3-15-16,-4 24 84,0 58-1,6-93-180,0 0 0,1-1 0,-1 1 0,1-1-1,0 1 1,0-1 0,0 0 0,0 1 0,1-1 0,-1 0 0,1 0-1,0 0 1,0 0 0,5 6 0,-5-6 90,3-2 150,2-4-228,-1-1-1,0 0 1,0 0-1,0 0 0,0-1 1,-1 0-1,1 0 0,-1 0 1,-1 0-1,7-9 1,-3 1-21,1-1 1,-2 0 0,0 0-1,5-16 1,43-108-336,-53 126 128,1 1 0,1-22 0,-1 9-17,-3 21 93,0 6 11,7 27-7,1-1-1,20 50 0,-26-74 94,1 0 0,0 0 1,-1 0-1,2-1 0,-1 1 0,0-1 0,1 0 0,0 0 0,0 0 0,0-1 1,0 1-1,1-1 0,-1 0 0,1 0 0,0-1 0,0 1 0,0-1 0,0 0 1,0 0-1,7 1 0,-5-2 36,0 0 1,1 0-1,-1 0 1,0-1 0,0 0-1,1 0 1,-1-1-1,0 0 1,0 0 0,0-1-1,0 0 1,0 0-1,0-1 1,-1 1-1,10-6 1,-8 3-21,5-3 14,0 1 1,-1-2-1,0 0 0,0 0 0,-1-1 1,15-16-1,-18 16-228,0 1 1,0 0-1,1 1 1,0 0-1,15-10 1,-22 17-72,-1 6-105,0 0 285,1 0 0,-1 0 0,1-1 0,0 1 0,0 0 0,4 5 0,3 9-102,-6-10 112,-1-3 44,0 0 1,0-1 0,1 1-1,-1-1 1,1 0 0,0 0-1,1 0 1,-1 0 0,1 0-1,0-1 1,6 6 0,-9-9 26,4 3 43,0 1-1,0-1 1,1-1 0,0 1 0,-1-1 0,1 1 0,1-2 0,-1 1 0,12 3 0,2-3 151,-1-1-1,1-1 0,0-1 1,0 0-1,0-2 0,36-6 1,-24 1-28,0-2 0,-1-1 0,43-20 0,-56 22-132,0-2 1,-1 0-1,-1-1 0,1-1 0,17-16 1,-31 26-52,-1-1 0,0 1 0,0-1 0,0 1 0,0-1 0,0 1 0,0-1 0,-1 0 0,1 0 1,-1 0-1,0 0 0,0 0 0,0 0 0,0 0 0,-1 0 0,1-1 0,-1 1 0,0 0 0,1 0 0,-2-1 1,1-4-1,-1 6 6,0-1 0,1 1 1,-1 0-1,0 0 0,0 0 1,0 0-1,-1 0 0,1 0 1,0 0-1,-1 0 0,1 0 1,-1 0-1,0 1 0,1-1 1,-1 1-1,0-1 0,0 1 1,0 0-1,0 0 0,0 0 1,0 0-1,-1 0 0,1 0 1,0 0-1,0 1 0,-1-1 1,1 1-1,-5-1 0,3 1 7,1-1 0,-1 1-1,0-1 1,0 1 0,0 0-1,0 1 1,0-1 0,0 1-1,0 0 1,1-1 0,-1 2-1,0-1 1,1 0 0,-1 1-1,0 0 1,1-1 0,0 1-1,-1 1 1,1-1 0,0 0-1,0 1 1,0 0 0,-4 6-1,6-9 20,1 1 0,0 0 0,-1 0 0,1 0-1,0 0 1,0 0 0,0 0 0,0 0 0,0 0-1,0 0 1,0 0 0,0 0 0,0 0 0,1 0-1,-1 0 1,0 0 0,0-1 0,1 2 0,0 2 34,0-1 3,0 1 0,0-1-1,1 0 1,-1 1 0,1-1-1,0 0 1,0 0 0,0 0 0,0 0-1,0 0 1,1-1 0,-1 1 0,1 0-1,-1-1 1,1 0 0,0 0-1,4 3 1,5 2 158,1-1 0,-1 0 0,18 6 0,-16-7-18,2-1-1,-1-1 1,0 0-1,1-1 1,20 0 0,80-7 458,-84 3-559,20-1 57,193-20-457,-200 10 273,-42 12 670,12 4-51,-15-2-562,1-1 1,0 0 0,-1 0 0,1 0 0,0 1 0,-1-1 0,1 0 0,0 1-1,-1-1 1,1 1 0,-1-1 0,1 1 0,0-1 0,-1 1 0,0-1 0,1 1-1,-1-1 1,1 1 0,-1 0 0,1-1 0,-1 1 0,0-1 0,0 1 0,1 0-1,-1 0 1,0-1 0,0 1 0,0 0 0,0-1 0,0 1 0,0 0 0,0 0-1,0-1 1,0 1 0,0 0 0,0-1 0,0 1 0,-1 1 0,1 4-23,-1 28 266,2-27-486,-1 0-1,0-1 1,0 1 0,-1 0-1,1-1 1,-1 1 0,-1-1 0,0 1-1,0-1 1,-3 9 0,4-14-240,0 0-1,0 0 1,0 0 0,0 0 0,0 0 0,0-1 0,0 1-1,0 0 1,-1 0 0,1-1 0,0 1 0,0-1-1,-1 1 1,1-1 0,0 0 0,-1 1 0,1-1 0,0 0-1,-2 0 1,-12-4-9929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5 12381,'-4'-2'380,"0"1"1,-1 1-1,1-1 0,0 0 0,-1 1 0,1 0 1,-1 0-1,1 1 0,0-1 0,-1 1 0,1 0 1,0 0-1,-1 0 0,1 1 0,0-1 1,0 1-1,-4 3 0,-9 4 254,0 1 0,-21 18 0,31-23-674,-17 15 190,2 1 1,1 0 0,0 2 0,2 0 0,1 1-1,0 1 1,2 1 0,1 0 0,-23 57 0,36-77-125,0 0 1,0 1-1,0-1 0,1 0 1,0 1-1,1 0 1,-1-1-1,1 1 0,1-1 1,-1 1-1,1-1 1,0 1-1,0-1 0,4 8 1,2 7 182,2 0-1,21 35 1,1 5-104,-29-57-107,-1-2-70,0-1-1,0 1 0,-1-1 0,1 1 0,0-1 1,-1 1-1,1 0 0,-1 0 0,0-1 1,1 1-1,-1 0 0,0-1 0,0 4 1,-1-4-83,-1 0 0,1 0 0,0 0 0,-1 0 1,1 0-1,-1 0 0,1-1 0,-1 1 0,1 0 1,-1-1-1,0 1 0,1-1 0,-4 1 1,-63 29-8339,34-20-565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2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0 19146,'-18'18'426,"5"-7"5,1 1 0,1 1 0,0 0 0,0 1 1,1 0-1,-12 24 0,6-2 551,1 1-1,-13 54 1,-10 79 247,28-121-1003,-63 498-1399,27-221-3040,-4-115-3226,41-178 3048,5-15-2399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29 9681,'-39'-24'2000,"39"24"-1930,0-1-1,-1 1 1,1 0-1,0-1 1,-1 1-1,1 0 1,0 0-1,-1-1 1,1 1 0,-1 0-1,1 0 1,-1-1-1,1 1 1,0 0-1,-1 0 1,1 0-1,-1 0 1,1 0 0,-1 0-1,1 0 1,-1 0-1,1 0 1,-1 0-1,0 0 1,-35 7 3053,32-6-825,-7 33-248,9-24-1731,1 0-1,0 0 0,1 0 1,0 0-1,0 0 0,1 0 1,1 0-1,0 0 1,0-1-1,0 1 0,5 10 1,-4-14-23,1 1 1,0 0-1,0-1 1,0 0 0,0 0-1,1 0 1,0 0 0,1-1-1,-1 0 1,1 0-1,0 0 1,0-1 0,0 1-1,1-2 1,7 4-1,4 2 169,1-2 0,0 0 0,0-1 0,34 6 0,-49-12-762,0 0 1,0-1-1,-1 1 1,1-1-1,0 1 1,0-1-1,-1 0 1,1-1 0,0 1-1,4-3 1,-6 3-92,0-1 0,0 1 0,0-1 1,-1 1-1,1-1 0,0 0 1,0 0-1,-1 0 0,0 0 0,1 0 1,-1 0-1,2-3 0,4-18-8399,-4 5-2922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3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50 10789,'-20'23'7117,"18"-21"-6900,0 0 0,0 0 0,0 0 0,0 0 0,0 0 1,0 0-1,0-1 0,-1 1 0,-3 1 0,-8 6 118,-85 94 1181,74-79-1308,6-6-43,1 1-1,0 1 1,-24 35-1,40-53-81,2 0-66,0 0 1,0 0 0,0 0-1,1 0 1,-1 0-1,0 0 1,1 0 0,0 0-1,-1 0 1,2 3-1,-1-5-11,-1 1 0,0-1 0,1 1 0,-1-1 1,1 1-1,-1-1 0,1 1 0,-1-1 0,1 1 0,0-1 0,-1 0 0,1 1 0,-1-1 0,1 0 0,0 0 0,-1 1 0,1-1 0,0 0 0,-1 0 0,2 0 0,3 0 12,-1-1-1,0 0 1,0 0-1,1 0 1,-1 0 0,0-1-1,7-3 1,-4 2-3,23-12 39,-1-1-1,-1-2 1,0 0-1,-1-2 1,-1-1-1,-1-1 0,-1-1 1,35-45-1,-37 42 35,-5 6 92,-1 0 0,-1-1 0,15-27 0,-29 45-36,-15 11-214,11-5 58,1-1 0,-1 0 0,1 0 0,0 1 0,0 0 0,0-1 0,0 1 0,0 0 0,1 0 1,-1 0-1,1 0 0,-1 0 0,0 6 0,2-8 16,0 0 0,0 0 0,0 0 0,0 0 0,0 0 0,0 0 0,0 0 0,0 0 0,0 0 0,1 0 0,-1 0 0,0-1 0,1 1 0,-1 0 1,1 0-1,-1 0 0,1 0 0,1 1 0,0 2 15,0 1 21,1-1 1,-1 1-1,1 0 0,1-1 1,-1 0-1,0 1 1,1-1-1,0-1 0,0 1 1,0 0-1,1-1 1,-1 0-1,1 0 0,0 0 1,8 3-1,6 1 224,1-1-1,38 8 1,-7-2-162,26 12-5537,-74-23 3209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18 11497,'-29'-14'1608,"12"11"-352,-3 8-404,3-2-804,-1 3-1028,-2-6 128,9 9-3036,-4-1-2669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12093,'-63'26'1408,"37"-21"-292,3 1-312,-9 9-804,18-10-796,-12 1-704,-11 8-2308,25-8-2525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356 107 10525,'30'-24'2872,"-24"21"-2277,-2-1 0,1 1 0,0-1 0,-1 0-1,0 0 1,1 0 0,-2 0 0,1-1 0,3-5 0,-4 4 683,1 0 0,-1 1 1,1-1-1,8-8 2978,-14 20-3826,-23 67-122,-4-2 0,-38 69 0,-2 3-624,-75 234-3293,44-106-3033,92-253 5598,-3 9-1258,7-5-2543,6 3-3482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36 13649,'-6'2'640,"1"-1"0,-1 1 0,1 1 0,-10 4 0,12-5 597,2 2-292,-5 59 477,5 116 0,23 66-834,-17-216-417,0 0 0,19 53 1,-21-76-91,-1 0 1,1 0 0,1-1-1,-1 1 1,9 8 0,-10-11-53,0 0 1,0-1-1,1 1 1,-1-1-1,1 0 1,0 0-1,0 0 1,0 0-1,0 0 1,0-1-1,0 1 1,4 0-1,3-1 11,0 0 0,0-1 0,0 0 1,0-1-1,15-3 0,-10 2-110,-1 0-1,22 1 1,-23 1 112,-2 0-333,0 1-1,-1 0 1,22 5 0,-30-6 234,1 1-1,-1 0 1,0 0-1,0 0 1,0 0-1,1 0 1,-1 0-1,0 0 1,0 1-1,0-1 1,-1 1-1,1 0 0,0-1 1,-1 1-1,1 0 1,-1 0-1,1 0 1,-1 0-1,0 0 1,0 0-1,0 0 1,0 1-1,1 3 1,2 15-207,-1-5 80,1 0 1,0 0 0,10 22 0,-11-32 142,0-1 0,0 1-1,1-1 1,0 1 0,0-1 0,0 0-1,0 0 1,1-1 0,0 1 0,0-1-1,0 0 1,9 4 0,-9-5 40,1 0 1,0 0 0,0-1-1,1 0 1,-1 0-1,0 0 1,1-1 0,-1 0-1,1 0 1,-1-1 0,1 0-1,10-1 1,-7 0 67,0-1 1,0 0 0,0-1-1,0 0 1,0-1 0,-1 0-1,15-8 1,-11 4 25,0-1 0,0 0 1,-1-1-1,0-1 0,-1 1 0,0-2 0,-1 1 1,0-2-1,-1 1 0,14-25 0,-9 6 1,-1-1 1,-1-1-1,-2 0 0,10-57 0,5-139 282,-21 170-248,-1 4 113,-3-1 0,-2 0 0,-13-74-1,10 117-176,5 13-62,0 0 0,-1 0 0,1 0 0,0 0 0,0 0 0,-1 0 0,1 0 0,0 0 0,0 0 0,-1 0 1,1 0-1,0 0 0,0 1 0,-1-1 0,1 0 0,0 0 0,0 0 0,0 0 0,-1 0 0,1 0 0,0 1 0,0-1 0,0 0 0,-1 0 0,1 0 0,0 1 0,0-1 0,0 0 0,0 0 0,-1 1 0,-11 28 68,7-6-24,1 0 0,2 1 0,-1 28 0,1 4-15,1-40-22,-17 439 207,25-299-468,2 75-1668,-18-78-7527,4-108 70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4 124 18194,'-3'-11'6476,"17"2"-4976,0 0-363,7-2-49,16-6-436,-8 5-264,-1 4-404,7 2-872,-1-6-541,-5-5-1127,-17 6-352,8 13-3493,0 4-5852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467 261 11609,'-4'-20'1310,"-2"-8"1498,-13-34 0,16 53-2598,0 1-1,-1 0 1,0 0-1,-1 1 1,0-1-1,0 1 1,0 0-1,-10-10 1,7 9-169,-1 1 1,1 0-1,-1 1 1,-1 0-1,1 0 1,-1 1-1,0 0 1,0 0-1,-1 1 1,1 1 0,-14-3-1,16 4-32,-1 1-1,0 1 1,1 0 0,-1 0 0,0 1-1,1 0 1,-1 0 0,1 1 0,-1 0-1,1 0 1,0 1 0,0 0-1,0 1 1,0 0 0,-7 4 0,7-3 7,1 1 1,-1-1-1,1 1 1,1 0-1,-1 1 1,1 0-1,0 0 1,1 0-1,-10 16 1,8-9 51,1-1 0,0 1 1,2 0-1,-1 1 0,-3 21 1,3 9 339,1 1 1,5 88-1,0-131-392,10 130 1831,45 204-1,-24-169-2858,-31-161 632,0-1 0,-1 1-1,0 0 1,0 0 0,-1 0 0,0 0 0,0 0 0,0-1 0,-4 10 0,0-3-1906,0 0 1,-1-1-1,-12 19 0,-6-1-7342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15933,'80'-43'2489,"-57"29"-553,9-12-192,-3 12-344,2 5-300,7 0-664,5 4-808,0-4-592,-3-8-1172,-5 17-356,-4 11-3189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27 302 13925,'0'0'1746,"0"3"-271,-2 28-155,-1-1 0,-9 36 0,9-47-1435,0-1 1,1 0-1,1 33 1,1-49 132,0-1-1,0 1 1,0-1 0,0 1-1,0 0 1,0-1 0,1 1 0,-1-1-1,0 1 1,1-1 0,0 1-1,0 1 1,-1-3-7,1 0 1,-1 1-1,0-1 1,0 0-1,1 0 0,-1 0 1,0 0-1,0 0 0,1 0 1,-1 0-1,0 1 1,1-1-1,-1 0 0,0 0 1,1 0-1,-1 0 0,0 0 1,0 0-1,1 0 0,-1-1 1,0 1-1,1 0 1,-1 0-1,0 0 0,0 0 1,1 0-1,-1 0 0,0 0 1,1-1-1,-1 1 1,0 0-1,0 0 0,0 0 1,1-1-1,-1 1 0,0 0 1,0-1-1,5-4 114,-1 0-1,0 0 1,0-1 0,-1 1-1,4-9 1,25-54 488,-9 19-87,31-50-1,61-65-192,-33 59-3117,-76 98 2027,6-8-1012,0 4-4342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6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93 245 14625,'1'1'173,"0"1"-1,0 0 0,-1 0 0,1 0 0,-1 0 0,1-1 0,-1 1 1,0 0-1,0 0 0,0 0 0,0 0 0,0 0 0,0 0 1,-1 0-1,1 0 0,0-1 0,-2 5 0,1-6-88,1 1-1,-1 0 1,1 0 0,-1 0-1,0-1 1,1 1-1,-1 0 1,0-1-1,0 1 1,0-1 0,1 1-1,-1-1 1,0 1-1,0-1 1,0 1-1,0-1 1,0 0 0,0 0-1,-1 1 1,-2 0 169,1 1-142,-1 0-1,1 1 1,1-1 0,-1 1-1,0 0 1,1 0-1,-1-1 1,1 2 0,0-1-1,0 0 1,0 0-1,-3 7 1,-14 49 603,11-32-484,5-19-175,1 0 1,0 1-1,1-1 1,0 1-1,0-1 1,1 1-1,1 15 1,-1-22-43,0 0 1,0 0-1,1 0 1,-1 0-1,1 0 1,-1 0-1,1 0 1,-1 0-1,1 0 1,0 0-1,0 0 1,0-1-1,0 1 1,0 0-1,1-1 1,-1 1-1,0-1 1,1 1-1,-1-1 1,1 0 0,0 1-1,-1-1 1,1 0-1,0 0 1,0 0-1,-1 0 1,1-1-1,0 1 1,0 0-1,0-1 1,0 0-1,0 1 1,0-1-1,0 0 1,0 0-1,4 0 1,10-2 62,0-2 1,0 1-1,0-2 0,-1 0 1,1-1-1,-1 0 1,25-16-1,16-6 33,-44 23-114,0-1 0,-1-1 0,1 0 0,-1 0 0,17-17 1,-26 23-38,-1 0 1,0 0 0,1 0 0,-1 0-1,0-1 1,0 1 0,0 0 0,0-1 0,0 1-1,0-1 1,0 1 0,-1-1 0,1 0-1,-1 1 1,1-1 0,-1 0 0,1 1 0,-1-1-1,0 0 1,0 1 0,0-1 0,0 0-1,0 0 1,0 1 0,0-1 0,-1 0 0,1 1-1,-1-1 1,1 0 0,-1 1 0,1-1-1,-1 0 1,0 1 0,0-1 0,0 1 0,0 0-1,0-1 1,0 1 0,-2-2 0,-2-1-196,1 1 0,-1-1 1,0 1-1,0 0 1,0 0-1,0 1 0,0 0 1,-1 0-1,1 0 0,-12-2 1,-44-2-1080,41 4 1467,-1 0 1,-21-5-1,31 1 719,20 1 376,8-2-645,-9 2-176,14-9 566,1 1 1,0 1-1,0 1 1,1 1 0,28-8-1,-40 15-790,0-1 26,1 1 0,0 0 0,0 1 0,21-1 0,-32 3-215,1 0 0,-1 0 0,1 0 0,-1 1 0,1-1 0,0 1 0,-1-1 0,1 1 0,-1 0 0,0 0 0,1 0 0,-1 0 0,0 0 0,0 1 0,1-1 0,-1 1 0,0-1 0,0 1 0,-1 0 0,1 0 0,0 0 0,-1 0 0,1 0 0,-1 0 0,1 0 0,-1 1 0,0-1 0,0 0 0,1 5 0,5 22-1692,5 45-1,-8-45 651,-4-27 958,1 0 0,-1-1 0,1 1 1,0-1-1,0 1 0,0 0 1,0-1-1,0 1 0,0-1 1,0 0-1,0 1 0,3 1 0,-2 0-69,13-20-149,51-79 550,1-2 1047,-51 76-848,2 1 1,0 0-1,1 2 0,1 0 1,1 1-1,38-24 1,-57 40-432,0 1 1,0-1 0,1 1-1,-1 0 1,0 0 0,1 0 0,-1 0-1,1 0 1,0 0 0,-1 1-1,1-1 1,-1 1 0,1 0 0,0 0-1,-1 0 1,1 0 0,0 0 0,-1 0-1,1 1 1,0-1 0,-1 1-1,1 0 1,-1 0 0,5 2 0,-5-1-16,1 1 1,-1-1 0,0 1-1,0 0 1,0-1-1,0 1 1,-1 0 0,1 0-1,-1 0 1,1 0 0,-1 1-1,0-1 1,0 0 0,-1 0-1,1 1 1,-1-1 0,0 0-1,0 6 1,0 24-81,-2-1 0,-7 33-1,4-30-676,0 40-1,4-60 315,1 0 1,1-1-1,0 1 0,1 0 0,5 18 0,-6-32 419,0-1 1,0 0-1,-1 1 0,1-1 0,0 0 0,0 0 0,-1 0 0,1 0 0,0 0 1,0 0-1,0 0 0,-1 0 0,1 0 0,0 0 0,0 0 0,0 0 0,-1 0 1,1-1-1,0 1 0,0 0 0,1-1 0,-1 0-9,4 0 31,0-1-1,-1-1 1,1 1 0,0-1 0,-1 1-1,0-1 1,0-1 0,7-5-1,31-36 476,-26 27-223,14-14 229,2 1 0,1 2 0,58-41 0,0 15 245,-90 54-729,1 0 0,0 1 0,-1-1 0,1 0 0,0 1 0,-1-1 1,1 1-1,0-1 0,0 1 0,-1 0 0,1 0 0,0 0 0,0 0 0,0 0 1,-1 0-1,3 1 0,-2 0-5,-1-1-1,0 1 1,0-1 0,0 1 0,0 0 0,0 0 0,0-1-1,0 1 1,0 0 0,0 0 0,-1 0 0,1 0-1,0 0 1,0 0 0,-1 0 0,1 1 0,0 1-1,1 4-51,0 1 0,-1-1 0,1 1 0,-2 0 0,1 14-1,-1-13-72,-1 36-1716,-2 1 1,-3 0-1,-13 60 0,5-39-5488,6-22-3149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10513,'-1'-2'287,"-1"0"0,0 0 0,0 0 0,-1 0 0,1 0 0,0 1 0,-1-1 0,1 1 0,-1-1 0,1 1 0,-1 0 0,0 0 0,1 0 0,-1 0 0,0 1 0,-3-1 1,1 1 68,0 0 1,0 0-1,0 0 1,-1 1-1,1 0 1,0 0-1,0 0 1,-7 3-1,0 1-101,1 1 1,-1 0-1,1 1 0,0 0 0,0 1 0,-12 12 0,12-10-145,1 1 0,0 0 0,0 0 0,-12 22 0,18-26-54,0 0-1,1 0 1,0 0 0,0 1-1,0 0 1,1-1 0,0 1-1,1 0 1,0 0 0,0 9-1,1-14-37,0 0 0,0 1-1,0-1 1,1 0 0,0 0-1,-1 0 1,1 0 0,0 0-1,1 0 1,-1 0 0,1 0-1,-1 0 1,1 0-1,0 0 1,0-1 0,3 4-1,-2-3 4,2 1 0,-1-1 0,0 0 0,1 0 0,-1 0-1,1-1 1,0 0 0,0 0 0,6 2 0,6 0-20,0 0 0,0-2 0,0 0 1,0-1-1,23-1 0,-4-2-694,0-2-1,0-2 0,0-1 0,-1-1 0,0-2 0,-1-2 1,63-30-1,-13 0-3646,-81 40 3577,-5 1-21,1-1 874,-1 0-1,0 1 1,0 0-1,0-1 1,0 1-1,0 0 0,0 0 1,0 0-1,0 0 1,0 0-1,0 1 1,-1-1-1,1 1 1,0-1-1,-1 1 1,1 0-1,0 0 0,-1 0 1,1 0-1,0 0 1,0 0-1,-1 1 1,-6 1 2870,185 4 3663,-10 0-4290,-14-4-945,-208-8-4540,19 0 1590,-140-19-5691,112 18 2875,4-3-2283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11049,'0'0'8778,"0"3"-8363,-1 17 11,-1 0 1,-9 33 0,7-33-268,0 0 1,-2 36 0,6-54-150,0-1 1,1 1-1,-1-1 0,1 0 0,0 0 0,-1 1 0,1-1 0,0 0 1,0 0-1,-1 0 0,1 0 0,0 0 0,0 0 0,0 0 0,1 0 1,-1 0-1,0 0 0,0 0 0,3 0 0,-1 0 15,1-1-1,-1-1 1,0 1 0,1 0-1,-1-1 1,0 0-1,0 0 1,0 0 0,1 0-1,-1 0 1,4-3 0,39-23 247,-32 18-170,216-150 3564,-229 158-3674,-1 1 0,1-1 0,-1 1 0,1-1 0,-1 1-1,1-1 1,0 1 0,-1-1 0,1 1 0,-1 0-1,1-1 1,0 1 0,-1 0 0,1-1 0,0 1 0,0 0-1,-1 0 1,1 0 0,0 0 0,-1 0 0,1 0-1,0 0 1,0 0 0,-1 0 0,1 0 0,0 0 0,0 0-1,-1 0 1,1 1 0,0-1 0,-1 0 0,1 0 0,0 1-1,-1-1 1,1 1 0,0-1 0,-1 0 0,1 1-1,-1-1 1,1 1 0,-1 0 0,1-1 0,-1 1 0,1-1-1,-1 1 1,0 0 0,1-1 0,-1 1 0,0 0-1,1-1 1,-1 1 0,0 0 0,0-1 0,0 1 0,0 0-1,0 0 1,0-1 0,0 3 0,1 4-152,-1 0 0,1 0 0,-1 0 0,-1 1 0,-2 11 0,-14 81-2056,9 2-3392,10-79 134,5-3-3342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1053 8909,'2'-11'5352,"-16"13"535,6 0-6859,5-1 2641,5 0-1247,17 10 313,-15-8-637,-1-1-1,1 0 1,-1 0-1,1 0 0,0 0 1,0-1-1,0 1 1,0-1-1,0 0 1,0 0-1,9 0 0,16-2-55,0-1-1,-1-2 1,36-9-1,-62 12-89,1 0 0,-1 0 0,0 0 0,0-1 0,0 1 0,0 0 0,0-1 0,0 0 0,0 1 0,0-1 0,0 0-1,-1 0 1,1 0 0,-1 0 0,2-2 0,12-30-554,-14 31 542,2-7-190,-1-1-1,0 1 1,0-1-1,-1 0 1,0 1 0,-1-1-1,-1 0 1,-1-14-1,-4-8-507,-12-42 0,4 32 867,-3 1-1,-2 0 0,-43-70 0,3 5 3211,46 89-2598,11 20-458,5 9-110,72 211 455,-32-82-491,-11-55-168,48 88-1,-70-157-50,-1-1 1,2 0-1,23 25 1,-23-27 21,-9-11 39,1 0 0,-1 0 0,0 0 0,1 0 0,-1 0 0,1-1-1,0 1 1,-1-1 0,1 0 0,0 0 0,0 0 0,0 0 0,0 0-1,0-1 1,0 1 0,0-1 0,0 0 0,0 0 0,0 0 0,0 0-1,0 0 1,3-1 0,0-1-88,0 1 0,-1-1 0,1 0 0,0 0 0,-1 0 0,0-1 0,0 1 0,0-1 0,0-1 0,5-3 0,6-10-163,-1 0 0,-1 0 0,0-1 1,-2-1-1,0 0 0,-1-1 0,11-27 0,-6 13 585,-15 32-170,-2 5-110,-3 7 10,2 0 0,-1 0 1,1-1-1,1 1 0,-1 1 1,2-1-1,0 15 0,1-9 20,0 0-1,1-1 0,1 1 0,7 21 1,-7-29 4,1 0 0,0 0 0,0 0 0,1 0 1,0-1-1,0 0 0,1 0 0,0 0 0,12 10 0,-13-12-25,0-1-1,0 0 0,1 0 0,-1-1 1,1 0-1,0 0 0,0 0 0,0 0 0,0-1 1,0 0-1,1-1 0,-1 1 0,13 0 1,-9-2-12,-1-1 1,0 1 0,1-2 0,-1 1-1,0-1 1,0-1 0,0 0 0,0 0 0,-1-1-1,1 0 1,13-9 0,-12 6-56,0-1-1,-1 0 1,0-1 0,-1 1 0,0-2-1,0 1 1,-1-1 0,7-12 0,0-5-135,-1-1 1,-2 0-1,-1 0 1,-1-1-1,-1 0 1,6-46-1,-2-25 78,-4 0-1,-5-110 1,-37-203 3262,31 362-2692,3 46-301,-9 24 61,2 4-175,2 1 0,1 0-1,1 1 1,-1 35 0,1-8-10,1 46 58,20 188-1,-14-241-79,4 33 74,4 0-1,3-1 0,25 77 1,-32-130-80,26 72 110,-29-85-111,0 0 0,1-1 0,0 0 0,1 0 0,0 0 0,11 11 0,-17-19-27,1-1-1,-1 1 0,1-1 0,-1 0 0,1 0 0,0 0 1,-1 0-1,1 0 0,0 0 0,0 0 0,0 0 0,0-1 0,-1 1 1,4 0-1,-3-1-11,-1 0 0,0 0 1,1 0-1,-1-1 0,0 1 0,1 0 1,-1-1-1,0 1 0,0 0 1,1-1-1,-1 0 0,0 1 0,0-1 1,0 0-1,0 0 0,2-1 0,1-3-112,1 0 0,-1 0 0,-1-1-1,1 0 1,-1 0 0,4-9-1,-4 10 55,3-11-240,0 0 1,0 0 0,-2 0 0,0-1 0,-1 0-1,1-17 1,-1-103-977,-3 98 1057,0 11 278,1 12 202,-1-1-1,-1 0 1,-4-22-1,16 88 139,-3-14-154,15 44 0,-13-53-32,0-1 0,1 0 0,2-1 0,1-1 0,0 0 0,2 0 0,32 35 0,58 38 252,-105-95-491,0 0-1,0 0 1,1 0 0,-1 0 0,0 0 0,0 0-1,1 0 1,-1 0 0,0-1 0,1 1-1,-1-1 1,1 1 0,-1-1 0,1 1-1,-1-1 1,1 0 0,-1 0 0,1 0-1,-1 0 1,1 0 0,-1 0 0,1 0-1,-1 0 1,1-1 0,-1 1 0,1 0-1,-1-1 1,0 1 0,1-1 0,-1 0-1,1 1 1,-1-1 0,0 0 0,0 0-1,1 0 1,0-2 0,1 1-187,-1-1 1,0 0-1,0 0 1,-1-1-1,1 1 0,-1 0 1,1 0-1,-1-1 1,0 1-1,0-1 0,-1 1 1,1-1-1,-1 0 1,1-4-1,-1-10-616,0 0 0,-2 0 0,0 0-1,0 0 1,-7-22 0,-13-62 1067,21 98 2055,18 5-849,-12 1-1286,-1 0-1,1 0 1,-1 1 0,0-1 0,1 1 0,-1 0-1,0 0 1,-1 1 0,1-1 0,-1 1 0,4 4-1,3 3 90,41 38 1029,-17-15-164,3 0 1,56 40-1,-44-39-559,-47-33-540,-5-5-2005,-137-125-4140,114 105 5924,20 19 395,-1-2 0,1 1 1,1-1-1,-1 0 0,1 0 0,-8-11 0,12 15-86,1 1 1,-1-1-1,1 1 0,-1-1 0,1 1 0,-1-1 0,1 0 1,0 1-1,0-1 0,-1 0 0,1 1 0,1-1 1,-1 0-1,0 1 0,1-3 0,-1 2 46,1-1-1,1 1 1,-1 0-1,0-1 1,1 1-1,-1 0 1,1 0 0,-1 0-1,1 0 1,0 0-1,0 0 1,3-2-1,2-1 189,0 0 1,0 0-1,0 1 0,1 0 0,-1 0 0,1 1 1,0 0-1,1 0 0,-1 1 0,0 0 0,14-1 1,110-19 2443,-129 21-2508,31-2 222,-30 3-343,-3 4-198,0 1-1,0-1 0,1 0 1,-1-1-1,1 1 1,0 0-1,0 0 0,3 4 1,3 5-3,-7-11-30,25 0 131,-20-1 83,-1-1 1,0 0 0,0 1 0,0-2 0,0 1-1,7-2 1,1-1 196,-2 0 28,0 1 1,0 0-1,0 0 0,0 1 1,0 0-1,1 1 1,20 2-1,-27-1-259,8 1 105,-1 0 1,1 1-1,-1 0 1,0 1 0,20 9-1,-28-10-167,0 0 0,0 0 0,0 0 0,0 0 0,-1 1 0,1 0 0,-1 0 0,0 0 0,0 0 0,0 0 0,-1 0 0,1 1 0,1 5 0,0 0-396,0 0 0,-1 0 1,-1 0-1,0 0 1,2 19-1,-4-20-791,0 1 1,-1 0-1,-3 13 0,-3 9-8140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339 850 8609,'-108'24'4201,"-3"1"-2024,42 2-1173,66-26-581,-2 1 110,0-1-1,-1 1 1,1 0-1,0 0 1,-9 6 0,13-8-485,1 0 0,-1 1 1,1-1-1,-1 0 1,1 1-1,-1-1 1,1 1-1,0-1 0,-1 1 1,1-1-1,0 1 1,-1-1-1,1 1 1,0-1-1,0 1 0,-1-1 1,1 1-1,0-1 1,0 1-1,0 0 1,0-1-1,0 1 0,0-1 1,0 2-1,0-1-22,1 0-1,-1 0 0,1 0 0,0 0 1,-1 0-1,1 0 0,0 0 0,0 0 0,0 0 1,0 0-1,0 0 0,0-1 0,0 1 1,0 0-1,0-1 0,2 2 0,12 5 221,-1-1 0,1 0-1,0-1 1,1-1 0,16 3-1,27 7-10,-14-4-101,-36-9-194,0 1 0,-1 0 0,1 0 0,12 6-1,-18-7-164,0-1 44,5 0 114,0-1 0,0 1-1,0-2 1,0 1 0,0-1 0,0-1 0,0 1 0,0-1 0,-1 0 0,0-1 0,0 0-1,0 0 1,7-6 0,6-4 163,-1 0-1,0-2 1,-1 0 0,-1-1-1,0-1 1,-1-1-1,-1 0 1,-1-1-1,-1 0 1,-1-1 0,10-23-1,2-13 124,-2-1 0,-3 0 1,20-112-1,-32 126 30,-2 0 0,-2 0 1,-3-1-1,-1 1 0,-2-1 0,-8-43 1,3 17 858,7 71-1103,1 0 0,0 0 0,0 0 0,0 0 0,0 0-1,0 0 1,0 0 0,0 0 0,0 0 0,0 1-1,0-1 1,-1 0 0,1 0 0,0 0 0,0 0 0,0 0-1,0 0 1,0 0 0,0 0 0,0 0 0,0 0-1,0 0 1,-1 0 0,1 0 0,0 0 0,0 0 0,0 0-1,0 0 1,0 0 0,0-1 0,0 1 0,0 0-1,-1 0 1,1 0 0,0 0 0,0 0 0,0 0 0,0 0-1,0 0 1,0 0 0,0 0 0,0 0 0,0 0-1,0 0 1,0-1 0,0 1 0,0 0 0,0 0 0,0 0-1,0 0 1,0 0 0,0 0 0,0 0 0,0 0 0,-1-1-1,2 1 1,-1 0 0,0 0 0,0 0 0,0 0-1,0 0 1,0 0 0,0 0 0,0-1 0,-5 5 47,0 0-1,0 0 1,1 0 0,-1 0 0,1 1 0,0 0 0,0-1-1,1 1 1,-1 1 0,1-1 0,1 0 0,-1 1 0,1 0 0,-3 7-1,-3 14 92,-8 52 0,12-60-79,-12 98 252,5 0 1,4 1-1,6 0 0,23 188 0,-16-258-751,15 50 0,7-4-4849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64 17730,'0'0'2376,"-12"-9"-360,1 3 3489,34 3-5689,-3 1-621,-26-19-3207,0 1 1328,-25 17-14274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17874,'118'-23'2824,"-72"15"52,0-1-172,-6 3-523,0 1-409,1 2-352,-1-6-304,0 6-1116,0-3 0,-20 4 0,9 2 0,-3 0-344,-12-9-1844,-14-14-1249,-25 14-151,-10 12-3249,-17-6-6552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44 21606,'12'-6'5396,"5"0"-3379,0 4 1215,-25-13-6708,2 1 1403,-20 20-5747,-23 2-8078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 15753,'1'-10'7545,"-4"19"-3633,0 1-5034,-1 12 1703,2 0 1,0 40-1,1-17-185,-22 781 1425,37-497-3314,15-115-2981,-20-179 2123,-5-23-327,-3-3-4447,-1-38-1819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13977,'-1'2'9163,"2"5"-4665,7 24-4719,-5-20 1290,1 6-1206,-1 1 1,-1-1-1,-1 1 1,0 0-1,-1 0 1,-1 0-1,-1-1 0,-1 1 1,0 0-1,-7 21 1,4-20-2107,-15 30 1,13-33-1977,-21 29 0,6-16-6858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1136 8005,'2'2'210,"-1"-1"1,1 1 0,-1-1 0,1 0-1,0 0 1,0 1 0,0-1 0,0 0-1,-1-1 1,1 1 0,1 0 0,-1 0-1,3 0 1,-2-2 415,1 1 1,-1-1-1,1 1 0,-1-1 0,0 0 0,1 0 0,3-3 1,3 0 814,-4 1-1064,0 0 0,0-1 0,0 0 0,-1 0 0,1-1 0,-1 1 0,0-1 1,5-7-1,10-8 494,12-8 567,253-239 4641,-277 258-5996,-1 0 1,0-1-1,-1 1 0,1-1 1,-2 0-1,9-22 0,-13 28-115,0 1 0,0-1 0,-1 1 0,0-1-1,0 1 1,0-1 0,0 0 0,0 1-1,-1-1 1,1 1 0,-1-1 0,0 1 0,0-1-1,-2-4 1,0 2-126,0 1-1,0-1 1,0 1-1,-1 0 1,1 0 0,-8-7-1,5 7-93,-1 0-1,0 0 1,0 0-1,0 1 0,-1 1 1,1-1-1,-1 1 1,0 0-1,-15-3 1,3 0-242,-11-2-102,-41-6 1,68 14 1762,25-6 13,0 2-811,1 1 0,-1 0-1,1 2 1,0 0 0,30 4-1,-34-2-237,-10-1-82,1 1 1,-1 0 0,1 1 0,-1-1 0,1 2-1,-1-1 1,0 1 0,0 0 0,10 7 0,-14-8-35,0 1 1,0 0 0,0 0-1,-1 0 1,1 0-1,-1 1 1,0-1 0,0 1-1,0 0 1,-1 0-1,1 0 1,-1 0 0,0 1-1,0-1 1,-1 1 0,1-1-1,-1 1 1,2 6-1,-2 12-120,0-1 0,-1 0 0,-1 0 0,-6 34-1,-1 14-629,8 86-1690,0-148 2278,0-4 75,0 0 0,1 0 0,-1 1 0,1-1 0,0 0 0,0 0 1,2 5-1,-3-8 56,1 1 1,0-1-1,0 0 1,0 0 0,1 1-1,-1-1 1,0 0-1,0 0 1,1 0-1,-1 0 1,0 0-1,1 0 1,-1-1 0,1 1-1,-1 0 1,1-1-1,0 1 1,-1-1-1,1 0 1,-1 1-1,1-1 1,2 0 0,1 0-10,1 0 1,-1 0 0,1 0 0,-1-1 0,1 0 0,-1 0 0,0 0 0,1-1 0,7-3 0,48-27-66,-36 17 93,330-151 699,-236 121-844,-119 45 129,1 1 1,0 0 0,-1 0-1,1-1 1,0 1-1,-1 0 1,1 0 0,-1 0-1,1 0 1,-1-1 0,1 1-1,-1 0 1,0 0 0,1 0-1,-1 0 1,0 2 0,1 0-32,-1 0 1,0 0 0,0 0 0,0 0-1,0 0 1,0 0 0,-1 0 0,1 0-1,-1 0 1,0 0 0,0-1 0,0 1-1,0 0 1,-1 0 0,1-1 0,-1 1-1,1-1 1,-1 1 0,-3 2-1,-1 6-80,4-9-8,0 0 101,0 0 1,0 0-1,0 0 0,1 0 1,-1 0-1,1 1 0,-1-1 1,-1 5-1,2-5-8,-1 1-18,4-5 22,25-17-40,-23 17 83,0 0 1,0 0-1,-1-1 0,1 1 1,0-1-1,-1 0 0,0 0 1,0-1-1,3-3 0,-2 1-13,0 1 0,-1-1 0,0 0 0,0 0 0,-1 0 0,0 0 0,0-1 0,0 1 0,-1-1 0,0 1 0,0-1-1,0 1 1,-1-1 0,0 0 0,-1-7 0,-1 6-50,0 0 0,0 1 0,-1-1 1,0 1-1,0-1 0,0 1 0,-1 0 0,0 1 0,-1-1 0,0 1 0,0 0 1,-10-10-1,-1 1-316,-1 2 0,0-1 0,-1 2 0,0 0 0,-1 2 0,-32-14 0,34 11 203,17 12 196,-1 0 1,1 1-1,-1-1 1,0 1-1,1-1 1,-1 0-1,0 1 1,1-1-1,-1 1 1,0-1-1,0 1 1,1 0-1,-1-1 1,0 1-1,-2-1 1,15-15 697,-8 10-629,1 0 0,1 0 0,-1 1 0,1 0 1,0 0-1,0 1 0,0 0 0,1 0 0,12-6 0,10-6 120,97-65 501,-4-5 0,120-111 0,-173 141 1080,-66 54-1266,-5 7-277,-11 26-89,2 1 0,-11 53 0,13-52-164,-12 55 88,4 1-1,-11 163 0,26-222-71,-1 39 146,2-1-1,15 126 0,-14-192-145,0 0-1,1 0 1,-1 0 0,1 0-1,-1 0 1,1 0-1,0 0 1,-1 0-1,1 0 1,0 0 0,1 0-1,-1 0 1,0-1-1,0 1 1,1 0 0,-1-1-1,1 1 1,0-1-1,-1 1 1,3 0-1,-2-1-4,0-1 0,0 1 0,0-1 0,0 1 0,0-1-1,0 0 1,1 0 0,-1 0 0,0 0 0,0 0-1,0 0 1,0-1 0,0 1 0,0-1 0,0 1-1,3-3 1,6-2 28,-1-1 1,0 0-1,-1 0 0,1-1 0,15-15 0,-4 0 37,21-28 0,11-12-1559,-52 61 701,-1 0 703,0 0-1,0 0 0,0 0 0,-1 1 0,1-1 0,0 0 0,-1 0 0,1 1 0,-1-1 0,1 0 0,-1 1 0,1-1 0,-1 0 1,1 1-1,-1-1 0,0 1 0,1-1 0,-1 1 0,0-1 0,1 1 0,-1 0 0,0-1 0,0 1 0,1 0 0,-2-1 1,-19-3-848,12 6 326,0 0-1,0 1 1,0 0 0,0 0-1,0 1 1,1 0 0,-13 9-1,4-4-1049,-16 11-3888,6 0-3294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359 599 9241,'-36'0'1672,"29"0"1494,3 0-1694,-6 1-1095,0 0 0,0 1-1,0 0 1,0 0 0,1 1-1,-1 1 1,1-1 0,0 1-1,0 1 1,0 0-1,-13 10 1,-10 9 424,-45 44-1,49-42-321,23-22-424,1-1 1,0 1-1,0 0 1,0 1-1,0-1 1,1 1-1,0 0 1,0 0-1,0 0 1,0 0-1,1 0 0,0 0 1,-2 7-1,4-10-41,1-1-1,-1 1 1,1-1-1,0 0 1,-1 1-1,1-1 1,0 0 0,0 1-1,0-1 1,0 0-1,0 0 1,0 0-1,0 0 1,0 0-1,0 0 1,0 0-1,1 0 1,1 1-1,1-1-3,-1-1 0,1 1 0,0-1 0,-1 1 0,1-1 0,0 0 0,-1 0 0,1-1 0,0 1 0,-1-1 0,6-1 0,40-16 68,-38 13-73,6-2 3,1-2-1,-1 0 0,-1-1 1,0-1-1,0-1 0,-1 0 0,0 0 1,25-30-1,-20 17-29,-2-1-1,0 0 1,-2-1 0,21-47-1,-31 59-5,0-1-1,-1 0 0,-1 0 0,4-29 0,0-67-82,-7 82 82,-1 17 23,-1-1 1,0 1-1,-1-1 1,-1 1-1,-4-15 1,-26-64 333,21 65-67,11 25-105,-2 4 0,0 0-128,1 0 0,0 0 0,-1 0 0,1 1 0,0-1 0,0 0 1,0 1-1,0-1 0,1 1 0,-1 0 0,1 0 0,-1-1 0,1 1 0,0 0 0,0 0 0,0 0 1,1 0-1,-1 0 0,1 1 0,-1 2 0,-5 173 487,7-152-218,1-1 0,1 0 0,1 0 0,15 48-1,-13-58-159,0 0 0,1-1 0,0 0-1,1 0 1,1-1 0,0 0 0,14 15-1,-14-20-165,0 0-1,1 0 1,0-1-1,0-1 1,1 1-1,0-2 1,0 1-1,0-2 1,24 9-1,-15-7-233,3 2-307,33 6 0,-47-13 293,0-1 1,0 0-1,0-1 0,0 1 0,0-2 0,0 1 0,13-4 1,-14 3 13,0-1 1,0-1-1,0 1 1,-1-1-1,1-1 1,-1 1-1,1-1 1,7-6 0,-12 8 94,0-1 0,-1 1 0,1-1 0,-1 0 1,1 1-1,-1-1 0,0 0 0,0 0 1,-1-1-1,1 1 0,-1 0 0,1-1 0,-1 1 1,0-1-1,0 1 0,0-1 0,-1 1 1,0-1-1,1 1 0,-1-1 0,0 0 0,0 1 1,-1-5-1,0 1 90,0 0 0,-1 0 1,1 0-1,-1 0 0,-1 1 0,1-1 0,-1 0 1,0 1-1,-1 0 0,0 0 0,0 0 1,0 0-1,0 1 0,-1-1 0,0 1 0,0 0 1,0 0-1,-1 1 0,0 0 0,0 0 0,0 0 1,0 1-1,-12-5 0,13 6 215,1 1 0,0 0-1,-1 0 1,1 0 0,0 0 0,-1 1 0,1 0-1,-1 0 1,1 0 0,-1 1 0,1-1-1,-5 2 1,6-1-23,0 1 0,1-1 0,-1 0 0,1 1 0,-1 0 0,1-1 0,0 1 0,0 0 0,0 0 0,0 0 0,0 0 0,0 1 0,0-1 0,1 1-1,-1-1 1,1 1 0,0-1 0,0 1 0,0 0 0,-1 4 0,0-2-21,1-1 0,0 1 0,0-1 0,1 1 0,0 0 0,-1-1 1,2 1-1,-1-1 0,0 1 0,1 0 0,0-1 0,0 1 0,0-1 0,1 1 0,1 3 0,1-1 20,0 0 1,0 0-1,1 0 0,-1-1 1,2 0-1,-1 0 0,1 0 1,7 6-1,1-1 64,1-1 1,0-1-1,0 0 1,1 0-1,0-2 1,1 0-1,24 7 0,-7-6-121,0-1-1,0-1 0,1-2 0,0-1 0,-1-2 0,1-2 0,47-6 0,-68 4-176,0 0 1,0-1-1,-1 0 1,0-1 0,0 0-1,0-1 1,0-1-1,-1 0 1,0-1 0,-1 0-1,0-1 1,0 0 0,-1 0-1,0-1 1,0-1-1,-1 0 1,-1 0 0,0-1-1,0 0 1,-1 0-1,-1 0 1,0-1 0,0 0-1,4-21 1,0-3 520,-2 0 0,-1 0-1,-2-1 1,-2 0 0,-2 0 0,-1 0 0,-1 0 0,-3 0-1,-9-44 1,13 80-272,-5-16 882,1-1 1,1 0-1,0-27 1,15 65 220,-9-10-1111,0 0-1,0 0 0,-1 1 0,0 0 1,-1-1-1,0 1 0,0 0 1,-1 12-1,-11 86 420,8-79-411,-79 419 281,-32-6-161,3-76-1829,-35-16-484,137-336 952,8-15 1066,1 1 1,-1 0-1,1-1 1,0 1-1,-1 0 1,1-1-1,0 1 1,-1-1-1,1 1 1,0-1-1,-1 1 0,1-1 1,0 1-1,0-1 1,0 1-1,-1-1 1,1 1-1,0-1 1,0 1-1,0-1 1,0 1-1,0-1 1,0 1-1,0-1 1,0 0-1,0 1 1,0-2-1,1-11-120,-1 0 1,2 0-1,-1 0 0,2 1 1,0-1-1,0 0 0,8-18 1,0-1-58,22-65-397,85-175 1,83-72 282,-29 51 2281,-132 214 397,-39 76-1947,-3 19 176,0-8-522,-1-1 0,1 1 0,-1-1 0,0 0-1,-1 0 1,-5 9 0,5-10-291,1-1-1,0 1 1,0-1-1,0 1 1,1 0-1,0 0 1,0 1-1,0-1 1,-1 12-1,-3 14-4300,2-16-6168,6-33 2258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205 964 13329,'-14'7'311,"-2"0"375,0 1 1,0 1-1,1 0 0,-15 13 0,20-14-880,1 1 1,0 0 0,0 0-1,1 1 1,0 1-1,1-1 1,0 1-1,1 0 1,0 1-1,1-1 1,-8 23-1,12-31 372,4 32 4870,2-36-4894,-1 1 1,0-1-1,1 0 0,-1 0 1,0 0-1,0-1 0,0 0 0,0 1 1,0-1-1,0-1 0,-1 1 0,1 0 1,-1-1-1,1 0 0,-1 0 1,0 0-1,5-6 0,21-17 655,35-24 530,-61 48-1330,-3 3-830,1 0 784,-1 0 0,1 1-1,0-1 1,-1 0 0,1 0 0,0 0 0,0 0 0,0 0 0,0 0 0,1 1-1,7 8-85,-1 25-163,-7-30 252,0 0-1,0-1 1,0 1 0,0 0 0,1 0 0,0 0-1,0-1 1,3 6 0,-3-6 29,1-1 0,-1 1 0,1 0 0,0-1 0,0 0 0,0 1-1,0-1 1,1-1 0,-1 1 0,1 0 0,0-1 0,-1 0 0,1 1 0,0-2 0,1 1 0,-1 0-1,0-1 1,0 0 0,1 0 0,-1 0 0,1 0 0,-1-1 0,0 0 0,1 0 0,-1 0 0,1 0 0,7-2-1,139-31-25,-104 20-32,-23 10 86,-19 2-22,-1 1 0,0-1 0,0 1 0,1-1 0,-1-1 0,4-1 0,-6 2-23,15-1-48,-12 2 69,0 0 0,0 0 0,0 1 0,0 0 0,0 0 0,-1 0 0,1 0 0,0 1 0,-1 0 0,1 0 0,6 5 0,22 7 89,-13-7-47,-3-1 63,0 0 1,1-1-1,20 2 0,17-1 263,59-2 0,-94-4-307,1-2 1,-1 0 0,0-1 0,0-1 0,0-1-1,26-10 1,-39 12-53,0-1 1,-1 1-1,1-1 0,-1-1 0,0 0 1,0 1-1,0-2 0,-1 1 0,0-1 0,0 0 1,0 0-1,-1 0 0,1 0 0,-2-1 0,1 0 1,-1 0-1,5-13 0,0-8-45,-1 0-1,-2 0 1,4-41-1,14-481-501,-20 393 622,-3 138-53,-3-176 1126,-4 155-240,7 40-904,0-1 0,0 1 0,0 0 0,0-1 0,0 1 1,-1 0-1,1 0 0,0-1 0,0 1 0,0 0 0,0 0 1,0-1-1,-1 1 0,1 0 0,0 0 0,0-1 1,0 1-1,-1 0 0,1 0 0,0 0 0,0-1 0,-1 1 1,1 0-1,0 0 0,0 0 0,-1 0 0,1 0 0,0 0 1,-1 0-1,1 0 0,0 0 0,0-1 0,-1 1 0,0 1 7,0 0 0,0 0-1,0 0 1,1 0-1,-1 0 1,0 0-1,1 0 1,-1 0-1,1 0 1,-1 0-1,1 0 1,-1 0 0,0 2-1,-21 67 197,2 0 1,4 1-1,-11 100 0,18-64-105,7 181 0,5-225-176,20 101 0,-18-141-46,1 0 0,1 0 0,1-1 1,1 1-1,0-2 0,2 0 0,20 29 0,-27-43 47,1-1 0,0 0-1,0-1 1,1 1 0,0-1-1,0 0 1,0-1 0,0 0 0,1 1-1,0-2 1,-1 1 0,1-1 0,1 0-1,10 2 1,-13-4-19,0 0-1,0 0 1,0-1-1,0 0 1,0 0-1,0 0 1,0 0 0,0-1-1,0 0 1,0 0-1,0-1 1,0 1-1,-1-1 1,1 0 0,0 0-1,-1-1 1,0 1-1,1-1 1,-1 0-1,0 0 1,0 0 0,5-7-1,3-4-329,0-1 0,-1-1 0,0 0 0,-1 0-1,14-34 1,-6 3-172,13-49 0,-25 66 852,-6 28 400,1 5-415,1 12-116,2-1 0,-1 1-1,2-1 1,0 0 0,0-1 0,2 1 0,0-1 0,0 0-1,13 16 1,-10-15-11,1 0 1,1-2-1,0 1 0,1-2 0,0 1 1,1-2-1,0 0 0,17 10 0,-19-15-99,0-1 0,0 0 0,1-1 0,-1 0 0,1-1 0,13 1 0,-15-2-154,-10-1 103,0 0 0,-1-1 0,1 1 0,0 0 1,-1 0-1,1-1 0,-1 1 0,1-1 1,0 1-1,-1 0 0,1-1 0,-1 1 0,1-1 1,-1 1-1,1-1 0,-1 0 0,0 1 1,1-1-1,-1 1 0,0-1 0,1 0 1,-1 1-1,0-2 0,1 1-78,4-7-391,-1 1-1,0-1 0,0 0 0,-1 0 0,0 0 0,2-13 0,-3 14 404,-1 4-106,-2 1 224,0 1 22,0 0 0,0 0 0,0-1 0,0 1 0,0 0 0,0-1 0,0 1 0,1-1 0,-1 1 0,1-1 0,-1 0-1,0-2 1,1 3 670,8 7-536,1 1 0,-1-1 0,2 0 1,-1-1-1,0 0 0,1-1 0,0 0 0,0 0 0,0-1 0,1 0 0,18 2 0,-30-9-515,-5-9 61,0-1 0,-1 1-1,-15-21 1,18 28 256,1 0 1,0-1-1,0 1 0,1 0 1,-1-1-1,1 0 1,1 0-1,-2-7 0,3 14 41,1-1-1,-1 0 1,0 0-1,0 1 0,0-1 1,1 0-1,-1 1 1,0-1-1,1 0 0,-1 1 1,0-1-1,1 0 1,-1 1-1,1-1 1,-1 1-1,1-1 0,-1 1 1,1-1-1,0 1 1,-1-1-1,1 1 0,0-1 1,15-7 313,-15 7-294,7-2 176,0 0 1,0 1 0,1 0 0,-1 0 0,0 0-1,1 1 1,-1 1 0,1-1 0,-1 1 0,1 1-1,-1-1 1,1 2 0,-1-1 0,1 1 0,-1 0-1,0 1 1,0 0 0,8 4 0,13 8 572,0 2 1,-2 0 0,36 29 0,-62-45-784,13 10 283,0 1 0,0 1-1,-1 0 1,-1 1 0,11 16 0,-19-24-238,-1 1 0,0-1 0,0 1 0,0 0 0,-1 0 0,0 0 0,0 0 0,-1 0 0,0 0 0,0 10 0,5 15-688,-4-22 411,-1-6-173,2-5-1145,17-5 1261,29-14-1,-47 19 328,1 1 0,-1 0 0,1 0 0,-1 0 0,1 0 0,-1 0 0,1 0 0,-1 1 0,1-1 0,-1 1 0,4 1 0,2 2 102,0 1-1,0 0 1,0 0 0,0 1-1,-1-1 1,0 2 0,7 7-1,-12-12-153,0-1-206,13 8-1090,-15-9 1258,0 0-1,0 0 1,0 0 0,0 0-1,0 0 1,0 0 0,0 0-1,0 0 1,0 0 0,1 0-1,-1 0 1,0 0 0,0 0-1,0 0 1,0 0 0,0 0-1,0 0 1,0 0 0,0 0-1,0 0 1,0 0 0,1 0-1,-1 0 1,0 0-1,0 0 1,0 0 0,0 0-1,0 0 1,0 0 0,0-1-1,0 1 1,0 0 0,0 0-1,0 0 1,0 0 0,0 0-1,0 0 1,0 0 0,0 0-1,0 0 1,0-1 0,0 1-1,0 0 1,0 0 0,0 0-1,0 0 1,0 0 0,0 0-1,0 0 1,0 0-1,0 0 1,0 0 0,0-1-1,0 1 1,0 0 0,0 0-1,0 0 1,0 0 0,0 0-1,0 0 1,0 0 0,0 0-1,-1 0 1,1 0 0,0 0-1,-19-30-5717,1 8-821,-6-8-4244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35 14657,'-23'3'3093,"0"-8"-3541,-8-13-1329,22 13-2739,-8-4-3509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16582,'144'-26'2776,"-70"11"-372,-5 7-224,-8 2-388,-12-3-420,0 7-275,0-1-233,-9 3-296,-20 3-436,9-9-612,-1 3-820,-19-9-1137,0 1-1691,-32 8-2209,-20-3-5764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52 21498,'-29'-14'5728,"47"17"-4607,-1-3-701,-31-20-5145,-4-1 1693,4 30-3193,-3-3-5576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4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21 274 8337,'-21'17'9671,"39"-17"-7818,15-2-470,-1-1 0,48-11 1,-8 1 108,431-38 1350,3 31-2559,-34 18-212,231-9-17,83-40-48,138 31-40,-626 27 247,-211-5 454,-83-2-503,0 0-23,55 0-1408,-47-3-93,-15-11-794,3 13 2055,-5-13-1368,2 4-804,0 0 1,-1 1 0,-6-11-1,-11-12-9226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5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29 285 7881,'0'1'198,"-1"0"1,1 0-1,-1 1 1,1-1 0,-1 0-1,1 0 1,-1 0-1,1 0 1,-1 0-1,0 0 1,0-1-1,0 1 1,1 0 0,-1 0-1,0 0 1,0-1-1,0 1 1,0 0-1,0-1 1,0 1-1,-2 0 1,-8 5 6515,13-8-6437,0 0-205,1 0 0,0 1 0,0-1 0,0 0 0,0 1-1,0-1 1,1 1 0,-1 0 0,0 0 0,1 1 0,-1-1-1,1 1 1,-1-1 0,1 1 0,-1 0 0,0 0 0,1 1-1,5 0 1,262 6 926,89 24-670,-149-28-250,-70-5-71,120-7 29,-124 1-76,201-17 99,-110 7-12,-68 4-16,-25 0-50,20-1 46,800-44-61,-768 50 60,104-12-53,-136 9 72,185-18-55,-233 19 12,34-5 21,-47-5-21,64-10-11,-35 23-68,-78 6 86,-28 0-19,-1 2 0,18 1 0,130 5 17,-149-6-7,132-7 63,-1-1-62,156 17-775,-215-6 500,166 16-473,-189-17 573,269 17-575,-96 1 396,133-8 286,-100-1-154,-131-3 359,-43-2-167,287 4 181,-19-2 71,-230-2-127,40-3 2,-58-3-67,332 14-96,-337-10 87,578 4 501,-442-9-408,-136 1-15,48 9 817,-54-7-423,57-1 183,-103-1-482,-39 1-44,1-2-1,-1 0 0,1 0 1,-1-2-1,21-6 0,-38 9-95,0-1 0,0 1 0,-1-1 0,1 1 0,0 0-1,0 0 1,0 0 0,4 1 0,0-1 116,-4 0 141,15 0 351,1-2-319,-16 2 276,15 0-153,-5-3-24,-19-6-978,-2-1-1283,-22-40-8331,18 21-1257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5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12 182 9121,'-4'7'496,"3"-6"-312,0 0 0,1 1 0,-1-1-1,0 0 1,1 1 0,-3 9 8556,5-13-8159,13-4-105,0 0-1,0 1 1,0 0-1,0 1 1,1 1-1,0 1 1,17-1-1,7-2 351,181-29 1895,434-54 357,-597 84-2910,-39 4-42,36-6 0,-48 4-276,0 1 1,0 0-1,0 1 0,1-1 0,-1 2 1,0-1-1,10 2 0,3 0-1029,-18-2 93,-7-17-13448,2-1 4625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4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8401,'0'0'12508,"2"0"-12172,19 1 177,32 6 1,-33-4-329,0 0 1,38 0 0,50-3 60,-20-3-161,0 1-29,132 7 57,27 1-99,137 10-102,-208-11 70,-105-3 18,60 3 25,137-12 0,-152 1-3,29-3 58,181-14-206,-240 20 103,56 3 28,442-11-133,-462 14 114,-15-1-52,-28 1 32,-36-3 37,87-3-49,174-49-340,-277 47 352,171-27-85,-71 17 146,-47 1-13,-44 7-10,47-4 0,-5 3-13,-46 4 3,1 1-1,50 2 0,29 0-16,-46-1 23,-8 0 7,24 0-59,-64 2 73,31-3-1,13-2-8,215-5-6,5 0-1,-140 5 35,-91 7-34,-37-1-2,-1-1 0,24-1 0,110-6-26,-93 9-2,-34 0 31,30-2 0,-34 0-13,-1-1-1,1 2 1,29 5-1,20 0 23,-18-4 26,55 10 0,13 0 2,6-1-12,-86-11-45,65 8 1,-69-4-4,1-2 1,43-2-1,6 0-7,130 7 50,4 6-15,-120-9 1,135 10 22,-46-1-44,-162-11 7,41-3 0,7-1-23,270-1 242,-291 0-99,91-2 59,18 13 235,-52-8 26,-98-1 431,-1 0 0,1 0 0,0-1 1,-1 0-1,10-4 0,-5 0-516,-9 5 329,-1 0-329,27-9 447,-26 9 495,-1 0-1167,8-6-116,-9 6-200,1 0 0,0 0 0,-1 0 1,1 0-1,-1 0 0,0 0 0,1 0 0,-1-1 0,0 1 0,0 0 1,0-1-1,0 1 0,0-1 0,0 0 0,0 1 0,0-1 0,-1 0 0,1 1 1,-1-1-1,1 0 0,0-3 0,-1 1-1434,2-16-7066,1 3-6652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25:4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20 391 6537,'-8'4'-1300,"-4"3"11004,22-6-8655,21-1 4769,-5-1-5400,36 4-1,-59-2-372,73-7 424,-71 6-355,-2 0-76,5 0-4,-1 0 0,1-1 0,0 0 0,-1 0 0,13-4 0,-9 2-17,0 0-1,1 1 0,0 1 0,-1 0 1,21 0-1,2 0-5,93 0 40,36-3 90,43-8-265,27-4 61,-151 12 45,43-4 47,-39 8-31,15-1 90,153 0-74,-161-1-87,-4 0 51,14 1 1,125-16 0,-145 8 50,66-6-98,152-8 132,-112 7-214,-34 1 133,94-12 16,-227 25-6,0 0 0,38 3 0,-9 1 14,206-10-70,-250 7 57,195-4-16,-72 7-66,-36 1 44,-15-2 38,-7 0 1,85-9-1,311-29-44,-114 46-231,-293 2 295,324-17-167,-358 6 147,39 0-35,101 12 1,-123-9 34,85-5-1,-88 0 3,79-5-65,34 0 34,-136 7 24,216 8-52,-170-3 67,34 6-51,-34-3 27,0-3 1,69-3-1,-109-2-8,0 0 50,81-4 32,-61 3-66,-33 2 20,-1-1 0,0 0 0,13-3-1,2 0-4,0 1 0,48 3 0,-27 0 2,75 1 5,112-3-46,-208 0 52,31 4-1,13 1-113,80-2 129,-111-3-56,71-6-32,-11 3-146,-20 2 136,127-5 26,-149 8 42,99-4-11,-72-1 19,105 10-1,12 2-17,-185-7 9,0-1 0,19-3 1,-20 2-11,-1 0 0,1 1 0,13 1 0,-9 1 12,-1 1 7,0-2 0,22 1 1,113-6-30,319 1 9,-409 3 17,121 3 10,-4 1 3,-53-3 1,28-1 2,34 1-57,40-7 22,-111 0 34,-24 0-21,33 0-81,19-3 107,-29 1-45,-13 2 58,32-2-26,190 3 180,-107 1-127,182-9 11,-396 12-75,764-16 258,-692 16-205,86 3-46,265-3 114,-304-2-78,321-12 214,-84 19-198,-79 4-34,-122-5-6,309-2 238,-243-2-200,-108-3-46,28 0 2,94 4 10,-107 0-39,-27 0 14,249-5 365,-204 2-150,-43 2-19,70 2-144,-61 1 140,38 1 25,56-1 354,140 12 2674,-271-4-1932,-75-10-1292,-3-16-3996,-1 14 3592,0 0-1,0 0 1,0-1 0,0 1 0,0 0-1,0 0 1,0 0 0,-1-1-1,1 1 1,-2-3 0,-10-24-6690,0-12-4455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5:0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 9953,'-40'-2'1937,"8"2"43,29-1-860,-14 6 1300,2-1 1108,7 4-2737,8-7-718,-1-1 0,1 0 0,0 1 0,0-1 0,-1 0 1,1 1-1,0-1 0,0 1 0,0-1 0,0 0 1,0 1-1,-1-1 0,1 1 0,0-1 0,0 1 0,0-1 1,0 0-1,0 1 0,0-1 0,1 1 0,-1-1 0,0 0 1,0 1-1,0-1 0,0 1 0,0-1 0,1 0 0,-1 1 1,0-1-1,0 1 0,0-1 0,1 0 0,-1 0 0,0 1 1,1-1-1,-1 0 0,0 1 0,1-1 0,-1 0 0,0 0 1,1 1-1,-1-1 0,1 0 0,-1 0 0,0 0 0,1 0 1,-1 0-1,1 0 0,-1 0 0,1 1 0,35 10 394,-17-5 76,34 10 142,1-2 0,110 13-1,120-7 137,-203-16-641,1244 13 860,-346-44-584,-682 12 211,-132 11 345,-82 5-974,-79-1-246,13 0-1399,-14 0 1444,6-2-1339,-21-8-585,1 2 1247,-23-14-3535,27 18 2375,0 0 0,-1 1 0,-15-4 1,-33-11-8974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5:0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 4804,'0'-2'5456,"-7"6"-1119,4-1-1177,17-5-1239,-4 0-1740,0 1 0,1 0 1,-1 0-1,1 1 0,-1 1 1,1 0-1,-1 0 0,11 3 1,5 0 28,430 27 724,-120-19-715,-118-7-170,104-9 29,-200-1-62,-80 4-5,277-6 1,-169 7 2,308 6 66,-5 20-92,17-9-22,-79-5 86,-236-14-2,204 6-64,-194 8-16,-117-8 35,90 3-36,32-11 49,77-3-6,-19-1 5,-88 9 44,-53 1-75,57 0 3,82-1 15,-207-2-10,768 4-38,-558 2 167,-120-4-143,41 2 75,160 7-107,-142-7 25,156 0 23,-223-3 6,24-2 25,69 1-35,152 8 113,197-25-122,-242 1 15,-127 10-6,308-4-33,-194 13 61,-155-3 48,119 3 38,134-1 16,-41 0 2,135-2-57,432-10 463,-409 11-433,-271-2-146,181-5 93,29-4 74,-262 4-116,74-4 168,345-13 760,-345 16-266,-242 8-633,577 0 1634,-547 3-1305,121 6 1025,-86-6-647,-74-3-518,1 0-42,29 2 14,-29-1-109,11 2 132,-9-1-68,0 0 0,0 0 0,0 0 1,0 1-1,-1 0 0,1 0 0,-1 1 0,1-1 1,7 9-1,10 5-21,-2-5-303,-33-34-3709,5 14 2490,0 1-1,0 1 1,-16-11 0,-15-7-5458,-12-6-6427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5:4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23 303 8069,'-1'0'136,"0"0"0,0 0 1,0 0-1,0 0 0,0 1 1,0-1-1,-15 10 13362,30-18-13200,-6 6-238,1-1-1,0 1 0,0 1 0,-1-1 1,1 1-1,0 1 0,0 0 0,11 1 0,17-1 64,337-21 372,-94 8-326,-126 8-196,214-9 3,-270 11-12,138-13 141,259-72-96,-126 18 41,-235 51-146,0 6 0,215 5 0,-180 12 93,234 17-305,-382-18 329,242 39-95,-200-33 68,119 4 0,-101-10 8,152 3-47,-93-3 31,636-12 109,-174 7-147,-326 19 12,13 1 64,-18-1-43,-15 0 119,-107-6-138,36 1 103,54-2-136,-50 0 53,666-20 27,-687 5-3,-48 2 56,276-17 42,-69-1-226,-220 16 120,247-17 135,174-8 222,-104 13 531,-187-1-175,-61 3 19,-141 12-505,-7 0 343,0 2-1,0 0 1,34 5 0,-59-4-517,0 0 0,0 0 0,-1 0 0,1 0 0,0-1 0,0 1 0,-1-1 0,5-1 0,-1 1 43,-3 0 327,0 1-317,68-3 770,-68 3-648,-11-15-13670,3 8 10634,-13-22-9039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5:5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29 231 6805,'0'0'15903,"-2"-1"-15531,-22-6 342,21 6 180,21-4 336,88-24 689,192-27 1,114 17-1067,-257 31-731,84-7 89,-188 12-125,-25 2 64,43-7-1,-42 6-70,-24 2-86,-5-6-4292,1 4 3727,0 0 0,0 0 0,0 1 0,0-1 0,-1 0 0,1 1 0,0-1 0,-1 1 0,1-1 0,-1 1 1,1 0-1,-1 0 0,0-1 0,1 1 0,-1 1 0,0-1 0,0 0 0,0 0 0,-2 0 0,0-1-969,-30-18-9596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5:5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21 207 6693,'8'-5'1954,"-14"4"974,-16 5 8942,22-5-11836,1 0 0,-1 1 0,1-1 0,-1 0-1,1 1 1,-1-1 0,1 1 0,-1-1-1,1 1 1,0-1 0,-1 1 0,1-1 0,0 1-1,-1-1 1,1 1 0,0 0 0,-1 0-1,1-1 1,0 1 0,0 0 0,-1 0 0,1 0-1,0 0 1,0 0 0,1 0 0,21-2 690,119-4 1361,807-13-336,-744 16-1738,-38 2 55,205-7-23,126-3-19,-281 8-4,-121 1-21,512 15-1,-263-4 101,-235-10-89,-3 3-19,116-4-43,150 8 11,-182 2 83,-37 1-92,34 0 98,-40-5-34,51-2 18,-17-5-29,38 4 8,-95 1 27,-79-2-91,66-3 107,82-14 186,-64 9 297,-126 7-426,-1 0-69,26-6-13,-26 6-69,-15-15-3746,-14-19 1011,-3-5-1064,10 11-2233,1-12-4580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22205,'18405'0'0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22 378 14225,'-9'-19'1958,"7"20"-1639,1 0-1,0 1 0,0-1 0,0 0 0,0 1 0,0-1 0,0 1 0,1-1 1,-1 1-1,0 0 0,1-1 0,-1 1 0,1 2 0,0 5 146,0 0-1,0-1 0,1 1 1,4 15-1,1 15 347,7 261 1563,-12-265-2227,20 297 656,-15-257-833,-1-43-222,1-1-1,1 0 1,13 36 0,-7-25-340,-7-20 13,-8-28-181,-10-37-131,-4-51 377,3 0-1,5-1 0,6-154 1,7 154 1176,5 0 0,3 1 0,5 1 0,42-130 0,-48 188 136,1 1-1,21-38 0,-27 58-509,1 1 0,0 0 0,1 0-1,1 1 1,0 0 0,1 1 0,20-18-1,-29 28-253,0 0-1,0 0 0,0 0 0,0 1 1,0-1-1,0 0 0,0 1 0,0-1 1,0 1-1,1 0 0,-1 0 0,0 0 0,0 0 1,0 0-1,0 0 0,0 0 0,1 1 1,-1-1-1,0 1 0,0 0 0,0-1 1,0 1-1,0 0 0,-1 0 0,1 0 1,0 0-1,0 1 0,0-1 0,-1 0 1,1 1-1,-1-1 0,1 1 0,-1 0 1,0-1-1,0 1 0,1 0 0,-1 0 1,0 2-1,1 2-12,0 1 0,-1 0 0,0 0 1,0-1-1,-1 1 0,0 0 0,0 0 0,-1 0 1,0-1-1,-2 12 0,-5 10-227,-12 33-1,9-29-196,-3 6-616,-1 0-1,-2-1 1,-1-1-1,-29 40 1,27-47-2693,-1-2 0,-44 44 0,24-32-6864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12 15157,'-11'-4'569,"9"2"-388,0 1 0,-1 0 0,1 0 0,-1 0 0,0 1 0,1-1-1,-1 1 1,0-1 0,1 1 0,-1 0 0,0 0 0,1 0 0,-1 0 0,0 1 0,1-1 0,-1 1 0,0-1 0,-4 3 0,-14 7 743,1 2-1,0 0 1,1 1 0,0 1 0,-24 23 0,20-13-378,1 0 0,2 1 1,-24 37-1,10-5-161,2 3 1,4 0-1,-26 77 0,27-56-73,3 0 0,4 1 0,4 2 0,-9 139-1,22-156-300,3 0-1,3 0 0,3 0 1,3 0-1,3-1 0,27 87 1,-28-119-427,2 0 0,2 0 0,1-1 0,30 46 0,-37-66-200,0 0 0,1 0 0,1-1 0,0 0 0,0-1-1,2 0 1,-1-1 0,1-1 0,0 0 0,1 0 0,0-1 0,23 8 0,-28-13-1002,0 0 0,0-1-1,18 3 1,27-8-8901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11925,'-61'20'2036,"33"-11"-400,-49 21-1,-9 21-746,-20 9 562,102-59-1234,1 0 0,0 1 0,1-1 0,-1 1 0,0 0 0,0 0 0,1 0 0,-1 0 0,1 0 0,-1 1 0,1-1 0,0 1 0,0-1 0,0 1 0,1 0 0,-1 0 0,0 0 0,0 4 0,1-7-158,1 1 0,1-1 0,-1 1 0,0 0-1,0-1 1,0 1 0,0 0 0,0-1 0,1 1 0,-1-1 0,0 1 0,0-1 0,1 1 0,-1 0 0,0-1 0,1 1 0,-1-1 0,1 0-1,-1 1 1,0-1 0,1 1 0,-1-1 0,1 0 0,0 1 0,-1-1 0,1 0 0,-1 1 0,1-1 0,-1 0 0,1 0 0,0 0-1,-1 1 1,1-1 0,-1 0 0,1 0 0,0 0 0,-1 0 0,1 0 0,1 0 0,35 2 952,-24-2-593,46 5 1050,76 15 1,-104-13-999,0 2 0,-1 0 0,-1 2-1,33 17 1,-56-25-470,0 1 0,0-1 0,0 1 0,-1 0 0,0 1 0,0-1 0,0 1 0,0 0 0,6 8 0,-9-9 0,1 0 0,-1 1 0,0-1 0,0 1 0,-1-1 0,1 1 0,-1 0 0,0-1 0,0 1 0,-1 0 0,1 0 0,-1 0 0,0-1 0,-1 7 0,-1 3-181,0 0 1,-1 0-1,-1-1 0,0 1 1,-1 0-1,-1-1 0,0 0 1,-9 14-1,2-6-529,-2 0 1,-1 0-1,-31 30 1,38-42-182,-2-1-1,1 0 1,-1 0 0,0-1 0,-1 0 0,-17 7 0,-39 11-6920,15-9-3459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16694,'7'23'9313,"-1"18"-7025,4 50-1758,1 395 1645,-5-72-1459,26 45-906,-31-437 135,1 17-379,-2 52 0,-1-86 226,0-11-28,-4-46-394,2-1 0,2 0-1,7-63 1,-2 21-72,23-236-877,1-65 746,-28 389 803,0 0 0,-1 0-1,0 1 1,0-1 0,-4-11-1,4 19-1,0-1 1,0 0-1,0 1 0,0-1 0,-1 1 1,1-1-1,0 1 0,0 0 0,0-1 1,0 1-1,0 0 0,1 0 0,-3 1 1,3-1-15,-11 8-805,0 2 0,2-1-1,-1 1 1,-9 16 0,13-19-1235,1 1-1,0 0 1,-7 19 0,3 3-6181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43 9345,'-7'2'521,"0"1"1,0-1-1,1 1 1,-1 0-1,1 1 1,0 0-1,0 0 1,0 0-1,0 1 1,1-1-1,-1 1 1,1 1-1,1-1 1,-1 1-1,-4 7 1,-10 14 1008,-1-1 0,-38 38 0,54-60-1296,0 1 0,0-1 0,1 1 0,0 0 0,0 0 0,0 0 1,0 0-1,1 0 0,0 1 0,0-1 0,0 1 0,-1 9 0,3-11-93,1-1 0,-1 0 0,0 0 0,1 1 0,0-1 0,0 0 0,0 0 0,0 0-1,0 0 1,1 0 0,1 3 0,-1-4-92,0 1 1,0-1-1,0 0 0,0 0 1,1 0-1,-1-1 0,0 1 0,1 0 1,-1-1-1,1 0 0,0 0 1,-1 1-1,1-1 0,0-1 0,0 1 1,0 0-1,-1-1 0,1 1 1,0-1-1,3 0 0,5 0-7,-1 0 1,0-1-1,0 0 0,12-3 0,-9 0-324,0 0 0,-1-1-1,0-1 1,0 0 0,23-15-1,-21 12-121,-10 7 291,-1-1 1,1 0-1,-1-1 1,0 1-1,0 0 0,0-1 1,-1 0-1,1 0 0,-1 0 1,0 0-1,0 0 1,2-7-1,1 0-108,-2 6 170,-2 0 0,1 0 0,-1-1 0,0 1 0,0-1 0,0 1 0,-1-1 0,0 1 0,0-1 0,0 0 0,-1 1 0,1-1 0,-1 1-1,-1 0 1,1-1 0,-1 1 0,0 0 0,0 0 0,-1 0 0,1 0 0,-1 0 0,0 0 0,0 1 0,-1 0 0,-6-7 0,8 9 58,0 0-1,0 0 1,0 1 0,0-1-1,-1 1 1,1 0 0,-1-1 0,1 1-1,-1 0 1,1 0 0,-5 0-1,4 0 37,2 4-17,0 1-17,0 1-1,1-1 0,-1 1 1,1-1-1,0 1 1,0-1-1,0 1 0,1-1 1,-1 0-1,1 1 1,0-1-1,1 0 0,-1 1 1,1-1-1,0 0 1,0 0-1,0 0 0,3 4 1,7 9 14,0 0 0,25 25 0,-20-23-22,-5-6 6,1 0 0,0-1 0,1-1-1,1 0 1,0-1 0,0 0 0,1-1 0,0-1-1,17 6 1,-20-9-143,-1-1-1,1 0 0,0-1 1,0-1-1,0 0 1,0-1-1,0 0 1,0-1-1,0 0 0,0-1 1,0-1-1,25-6 1,-29 6 66,0-2 0,0 1 0,0-1 0,-1 0 0,0-1 1,1 0-1,-2 0 0,1-1 0,-1 0 0,0-1 0,0 1 1,0-1-1,-1 0 0,0-1 0,-1 0 0,0 0 0,0 0 0,-1 0 1,1-1-1,-2 1 0,1-1 0,-2 0 0,1-1 0,2-13 1,-1 1 1280,13-34 0,-16 53-1092,-1 7-26,-8 169 274,7-127-329,1-3-16,0-39 408,2-6-389,10-18 11,-2 0-1,-1-1 1,11-34-1,-11 30-55,0 0 1,14-25-1,-18 40 24,0 1-1,-1-1 1,4-18 0,2-2-140,-9 28 65,-1 5 119,-1 44-210,0-20 132,0 0 1,7 46-1,2-46-58,-8-27 76,0 1 0,1-1 0,-1 1 0,1-1 0,-1 1 0,1-1 0,-1 1-1,1-1 1,-1 0 0,1 1 0,-1-1 0,1 0 0,0 0 0,-1 1 0,1-1 0,0 0 0,-1 0 0,1 0 0,-1 0 0,1 0 0,1 0 0,0 1 14,1-1-21,-1 1-1,1-1 1,0 0 0,-1 1-1,1-1 1,0-1 0,0 1-1,-1 0 1,1-1 0,0 1-1,-1-1 1,1 0 0,0 0-1,-1 0 1,1 0 0,-1 0-1,1 0 1,3-3 0,7-5-21,25-22 0,-34 27 19,42-40 23,52-65 1,-88 98-44,72-79 193,-79 87-159,-2 6-1,4 8 20,-1-1 0,0 0 0,-1 1 0,0 0 0,-1-1 0,2 13 0,-2 23-14,3 0-1,2 0 1,22 80 0,-27-121-58,-1 0 0,1 0 0,0-1 0,1 1 0,-1-1 1,1 0-1,0 0 0,0 0 0,0 0 0,0 0 0,1 0 0,0-1 1,-1 0-1,1 0 0,8 5 0,-10-7-63,0-1-1,0 1 1,-1-1-1,1 0 0,0 0 1,-1 0-1,1 0 1,0 0-1,0 0 1,-1 0-1,1-1 1,0 1-1,-1-1 1,1 1-1,0-1 1,-1 0-1,1 1 1,-1-1-1,1 0 1,-1 0-1,1 0 0,-1 0 1,0 0-1,1 0 1,-1-1-1,0 1 1,0 0-1,2-3 1,5-7-2354,-1 1 0,12-20 0,-19 28 1992,20-34-8823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18770,'-18'10'674,"13"-8"-436,0 1 1,1-1 0,-1 1 0,1 0-1,-1 0 1,1 0 0,0 1 0,0 0-1,0-1 1,1 1 0,-1 1 0,1-1-1,-4 8 1,-3 11 693,2 1 0,0 0 1,2 0-1,-5 35 0,0-3-106,-85 460 2915,47 9-2991,48-394-841,-4 94-840,9-4-1758,3-63-3429,-7-145 5038,0 12-1655,4-11-2989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7 7565,'-23'31'6834,"10"-54"-3977,12 20-1041,-45-8 1515,44 11-3171,-1 0 1,1 0 0,0 0 0,-1 0 0,1 0-1,0 0 1,-1 1 0,1 0 0,0-1-1,0 1 1,-1 0 0,1 0 0,0 0-1,0 0 1,-2 2 0,4-3-149,-1 0 0,1 0 0,0 0 0,0 0 0,0 0 0,0 1 0,0-1 0,0 0 0,-1 0 0,1 0 0,0 0 0,0 0 0,0 0-1,0 1 1,0-1 0,0 0 0,0 0 0,0 0 0,0 0 0,-1 1 0,1-1 0,0 0 0,0 0 0,0 0 0,0 0 0,0 1 0,0-1 0,0 0 0,0 0 0,0 0 0,0 0 0,0 1 0,0-1 0,1 0 0,-1 0 0,0 0 0,0 0 0,0 1 0,3 120 1532,-4-83-1548,1-35-591,-4 3-4073,3-5 3816,0 1-1,-1 0 0,1-1 0,0 1 0,-1-1 0,1 0 0,-1 1 0,0-1 0,-2 1 1,2-14-9355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11941,'-1'2'2172,"-2"23"714,1-9-1323,-7 29 0,-2-6 196,-8 65-1,1-5-493,14-74-1520,1 0 0,1 0 0,2 34 0,0-36-831,0-21 444,-1 0-1,1 0 0,0-1 0,1 1 0,-1 0 1,0 0-1,0 0 0,1 0 0,-1-1 0,1 1 1,0 0-1,-1-1 0,1 1 0,0 0 0,2 2 0,9-16-8889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10593,'-14'8'8312,"0"-5"-5512,12-3-2744,0 1 0,1-1-1,-1 1 1,0-1 0,0 1 0,0 0 0,0-1-1,1 1 1,-1 0 0,0 0 0,1 0-1,-1 1 1,1-1 0,-1 0 0,1 1 0,0-1-1,-1 0 1,1 1 0,-1 2 0,-16 21 1192,12-17-831,0 1 0,0 0-1,0 0 1,1 0 0,-6 18-1,10-24-351,0 0-1,1 0 0,-1 1 0,1-1 1,0 0-1,0 0 0,0 1 1,0-1-1,0 0 0,1 0 0,0 1 1,-1-1-1,1 0 0,0 0 0,1 0 1,-1 0-1,0 0 0,1 0 1,0 0-1,0 0 0,0-1 0,0 1 1,4 3-1,-1 0 11,1 1 1,0-2-1,1 1 1,-1-1-1,1 0 1,0 0-1,0-1 1,1 0-1,-1 0 1,1 0-1,8 1 1,24 5 176,2-2 0,-1-1 1,76 1-1,-115-9-315,-1 0 0,1 1 0,-1-1 0,1 0 0,-1 1 0,0-1 0,1 0 0,-1 0 0,0 0 0,0 0-1,0-1 1,0 1 0,0 0 0,0 0 0,0-1 0,0 1 0,0 0 0,0-3 0,-2 1-136,-1-1-1,0 1 0,0 0 1,-1-1-1,1 1 1,-1 0-1,1 0 0,-1 0 1,0 1-1,0-1 0,-6-3 1,-21-15-3556,-61-31 0,48 29-2237,2 2-3956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1471 10013,'-6'2'760,"-11"4"-4,6-5 4016,22-28-1703,-1-9-1431,-2 0-1,4-44 1,2-10 136,71-472 2633,-39 127-2852,-40 278-2264,-6 152 604,0 1-1,1-1 0,-1 1 1,1-1-1,2-6 1,-3 10 42,1 0 0,-1-1 1,1 1-1,0 0 0,-1 0 1,1-1-1,0 1 0,0 0 1,-1 0-1,1 0 0,0 0 1,0 0-1,0 0 0,0 0 1,1 0-1,-1 1 0,0-1 1,0 0-1,0 1 0,1-1 1,-1 1-1,3-1 0,2 1-231,1 0 1,0 1-1,-1 0 0,1 0 0,-1 0 0,12 5 0,-7-3-146,2 2-545,0-1-1,0 2 1,-1-1-1,0 2 1,21 13-1,23 24-6627,-11-9-2615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2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17790,'12'-17'2184,"8"-9"-472,12 14-336,2 4-400,9 2-1076,-11 0-716,-3-14-1208,-21 9-448,24 13-3085,-3-2-4528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1165 9765,'0'0'4860,"-2"-1"-2608,-27-11 2219,29 12-4432,0 0-1,-1 0 1,1 0-1,0 0 1,0 0-1,0-1 1,0 1 0,0 0-1,-1 0 1,1 0-1,0 0 1,0 0 0,0 0-1,0 0 1,0 0-1,0 0 1,0 0 0,0-1-1,-1 1 1,1 0-1,0 0 1,0 0-1,0 0 1,0 0 0,0 0-1,0-1 1,0 1-1,0 0 1,0 0 0,0 0-1,0 0 1,0 0-1,0-1 1,0 1-1,0 0 1,0 0 0,0 0-1,0 0 1,0 0-1,0-1 1,0 1 0,0 0-1,0 0 1,0 0-1,0 0 1,0 0 0,0-1-1,27-142 6274,-7 41-4202,77-592-965,-80 559-1193,-17 131-103,1-1 0,0 0 0,0 1 0,0-1 0,0 1 0,1-1 0,-1 1-1,1 0 1,3-5 0,-3 7 28,-1 0-1,0 0 0,1 1 1,-1-1-1,1 1 0,0-1 1,0 1-1,-1 0 0,1 0 0,0-1 1,0 1-1,0 1 0,0-1 1,0 0-1,0 0 0,1 1 1,-1-1-1,0 1 0,0 0 1,0 0-1,4 0 0,3 0-367,1 1-1,-1 0 0,1 1 0,-1 0 1,0 1-1,0-1 0,0 2 0,0 0 1,-1 0-1,1 0 0,-1 1 0,0 0 1,0 1-1,10 9 0,7 7-3809,27 30-1,-12-6-5222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75 17606,'-11'-14'2192,"25"-1"-504,3 7-384,3-1-188,12 3-504,17 3-816,-12-2-472,-8-4-1176,3 3-1672,-12 9-1925,0-3-4380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1 340 9321,'0'0'4790,"0"2"-3278,8 27 1214,-8-28-2541,1 0 0,0 0 0,0 0 0,0-1 0,0 1 0,0 0 1,0 0-1,0-1 0,0 1 0,0 0 0,0-1 0,0 1 0,0-1 0,0 1 0,0-1 0,1 0 0,-1 0 0,0 1 0,0-1 0,1 0 1,-1 0-1,0 0 0,2 0 0,25-2 934,0-1 0,0-2 1,0 0-1,47-16 0,-3 0-171,-63 19-797,0-1 0,0-1 0,15-7 0,-1-1 7,-23 12-170,1 0-1,0 0 0,-1-1 0,1 1 1,-1 0-1,1-1 0,0 1 0,-1-1 1,1 1-1,-1-1 0,1 1 0,-1-1 0,1 1 1,-1-1-1,0 1 0,1-1 0,-1 0 1,0 1-1,1-1 0,-1 0 0,0 1 1,0-1-1,1 0 0,-1 1 0,0-1 1,0-1-1,0 0-71,0 1 0,-1-1 0,1 1 0,-1-1 0,1 1 0,-1-1 0,0 1 0,1-1 0,-1 1 1,0-1-1,0 1 0,-1-2 0,-1 0-127,1 0-1,-1 0 1,0 0 0,-1 0-1,1 1 1,0-1 0,-1 1 0,1 0-1,-1 0 1,-7-3 0,-3 1-8,0 1 1,-1 1-1,1 0 1,-1 0-1,1 1 1,-1 1 0,1 1-1,-1 0 1,0 1-1,1 0 1,0 1-1,-1 1 1,-15 6-1,23-7 280,1 0-1,-1 0 0,1 1 0,0 0 0,0 0 0,-8 7 0,12-9 16,0 0-1,1 0 0,-1 0 0,0 0 0,1 1 0,0-1 0,-1 0 0,1 1 0,0-1 0,0 1 0,0-1 0,0 1 0,1-1 0,-1 1 0,1 0 0,-1-1 0,1 1 0,0 0 0,0-1 1,0 1-1,1 4 0,1 1 87,0-1 1,0 1 0,1 0-1,0-1 1,1 0 0,-1 1-1,1-1 1,1 0 0,-1-1-1,1 1 1,8 7 0,-3-4 24,1-1 1,0 0-1,0-1 1,1 0 0,0-1-1,13 6 1,12 3 171,0-3 1,1-1-1,69 13 1,-63-16-231,-19-3-259,1-1-1,-1-1 1,31 0-1,-46-5-248,-1 0 1,1 0-1,-1-1 0,0-1 1,1 0-1,-2 0 0,15-7 0,-21 9 206,0-1 0,1 1 0,-1-1 0,0 1 0,0-1 0,0 0 0,0 0 0,-1 0-1,1 0 1,0 0 0,-1-1 0,0 1 0,1 0 0,1-5 0,9-35-1446,-12 37 1447,26-146 462,-26 149-175,-1 0 0,1 0 1,-1 0-1,1 0 0,-1 0 1,0 0-1,0 0 0,0 1 1,0-1-1,0 0 0,0 1 1,0-1-1,-3-2 0,2 2 225,1 0 609,4 3-59,133 55 3189,-90-31-3455,-46-25-629,0 0 1,0 0-1,0 0 0,0 0 1,0 0-1,0 0 0,0 1 1,0-1-1,1 0 1,-1 0-1,0 0 0,0 0 1,0 0-1,0 0 0,0 0 1,0 0-1,1 0 1,-1 0-1,0 0 0,0 0 1,0 0-1,0 0 0,0-1 1,0 1-1,0 0 1,1 0-1,-1 0 0,0 0 1,0 0-1,0 0 0,0 0 1,0 0-1,0 0 1,0 0-1,0 0 0,0 0 1,0-1-1,0 1 0,1 0 1,-1 0-1,0 0 1,0 0-1,0 0 0,0 0 1,0 0-1,0-1 0,0 1 1,27-42-1248,3 1 0,1 2 0,38-37 1,-27 38 88,19-17-113,-35 25-2435,-6-2-3954,-12 14-1338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13765,'12'46'1972,"-33"-37"-315,4 3-341,6 2-312,2-3 504,6 15-1028,0-3-20,6-3-904,-3 3-840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13033,'-31'23'2016,"13"-5"-323,4-4-177,3 3-544,-1 1-176,3 5-212,-5 11-308,5-22-404,7 8-412,2 6-548,0-9-2477,2 0-963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3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15953,'4'7'692,"-1"0"0,1 0 0,1 0 0,-1 0 0,1 0-1,0-1 1,10 9 0,-1 0 296,-1 0 0,0 1 0,-1 1 0,-1 0 0,-1 0 0,0 1 0,12 34 0,5 25-299,-2 2 0,21 127 1,-2 168 617,-38-275-1307,-4 1 0,-4-1 0,-5 0 0,-38 190 0,-29-1-1847,50-214 43,-60 130 1,70-176 864,-82 154-9842,39-94-1828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5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8105,'3'6'12370,"-3"-6"-12177,20 1 4432,42-7-6120,-33 3 2768,1194-44 1214,-445 25-2329,-472 15 590,-244 5-1312,-46 2-4317,-28-12 435,10 10 3493,-9-13-4709,4-2-3312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5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6473,'20'-17'10323,"-2"34"-8044,-1-11-1964,-1-1-1,1 0 1,0-2-1,0 0 1,0 0-1,0-2 1,20 0-1,-11 1-61,618 9 1591,-526-11-1644,368-13-17,-376 8-146,277-17 16,-94 5-56,-121 7 37,260-9-36,109 7 164,-366 7-221,196-1 119,-136-1-45,-165 5-45,-17-2 32,52-1-64,15 4 85,-41 0-9,69 4 95,-144-3-133,11 2 4,-1-2 46,-12 0 1280,1-1-1184,3-1 1240,8-5-5571,-14 6 4001,0 1 1,0-1 0,1 1 0,-1-1-1,0 1 1,0-1 0,0 1 0,0-1-1,0 1 1,0-1 0,0 1 0,-1-1-1,1 1 1,0-1 0,0 1 0,0-1 0,0 1-1,-1-1 1,1 1 0,0-1 0,0 1-1,-1 0 1,1-1 0,0 1 0,-1-1-1,1 1 1,0 0 0,-1-1 0,1 1-1,-1 0 1,0-1 0,-10-9-5036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56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25238,'2203'-175'0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5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8257,'0'0'175,"-1"0"0,1 1 0,0-1-1,-1 0 1,1 0 0,0 0 0,0 1 0,-1-1 0,1 0 0,0 0 0,0 1 0,-1-1 0,1 0 0,0 0 0,0 1 0,-1-1 0,1 0-1,0 1 1,0-1 0,0 0 0,0 1 0,0-1 0,0 0 0,0 1 0,-1-1 0,1 1 0,0-1 0,0 0 0,0 1 0,0-1-1,1 0 1,-1 1 0,0-1 0,0 1 0,15 2 7447,2-2-8950,481 51 3309,-199-33-1715,188-6 85,-176-9-71,-110-1 64,56 3-105,127 2 400,-162 0-364,123 7 427,-196-6-235,312 26 698,280 17 338,-394-71-1299,-271 12-12,-25-5 120,-38 12-304,-11 0 60,2 0-55,114-24 59,-11 1-134,-75 18 75,70-9-10,-27 4 20,-46 6-17,45-2 0,-23 3-16,-48 3-12,0 0 26,28-3 20,-27 3 14,-4 0-5,1 0 0,-1-1 0,1 1 0,-1 0 0,0-1 0,1 1 0,-1 0 0,1-1 0,-1 1 0,1 0 0,0 0-1,-1 0 1,1 0 0,-1-1 0,1 1 0,-1 0 0,1 0 0,-1 0 0,1 0 0,0 0 0,11-2-1980,-9-23-9529,-3 11 6476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7:5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30 104 5168,'19'-10'1049,"-15"8"1559,-6 2-2525,1 1 1,0-1 0,-1 0-1,1 0 1,0 1 0,0-1-1,-1 1 1,1-1-1,0 1 1,0 0 0,0-1-1,-2 2 1,-8 4 1257,-12 7 7152,26-12-8213,25 6 82,1-1 0,0-1-1,59 1 1,-36-3-106,425 3 787,-150-8-549,249 18 174,594 8-194,-1076-23-486,200-10 1189,-285 9-928,0 0-1,1 0 1,16 3-1,-1-1 95,-22-2 284,0 0-489,23-5 150,-23 4 1410,2-8-2882,-4 9 1119,-1-1-1,1 1 0,0 0 0,-1-1 0,0 1 1,1-1-1,-1 0 0,1 1 0,-1-1 0,1 1 1,-1-1-1,0 0 0,0 1 0,1-1 0,-1 0 1,0 1-1,0-1 0,0 0 0,0 1 1,1-1-1,-1 0 0,0 1 0,0-1 0,-1 0 1,1 0-1,0 1 0,0-1 0,0 0 0,0 1 1,-1-2-1,-2-8-689,-1 0 1,-1 0-1,1 0 0,-2 1 1,1-1-1,-13-15 0,-15-11-6656,2 4-3349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1234 9445,'12'5'6969,"-10"-6"-5642,4-1-1059,0-1 0,0-1 1,0 1-1,-1-1 0,0 0 0,1 0 1,-2-1-1,1 1 0,0-1 0,-1 0 1,5-8-1,15-20 41,-2-2 0,-1 0 0,-2-1 0,-2-1-1,25-75 1,-21 38-164,-3-1-1,10-92 0,-19 91 65,-4 0 0,-2-1 0,-13-118 0,7 169-171,1 2 18,-2 0 1,-10-41-1,14 65-56,0-1 1,0 0-1,0 0 1,-1 1-1,1-1 1,0 0-1,-1 0 1,1 1-1,-1-1 1,1 0-1,-1 1 1,1-1-1,-1 1 1,1-1-1,-1 1 1,1-1-1,-1 1 1,0-1-1,1 1 1,-1-1-1,0 1 1,1 0-1,-1-1 1,0 1-1,0 0 1,1 0-1,-1-1 1,0 1-1,0 0 1,0 0-1,1 0 1,-1 0 0,0 0-1,0 0 1,0 0-1,1 1 1,-1-1-1,0 0 1,0 0-1,1 0 1,-1 1-1,0-1 1,0 0-1,1 1 1,-1-1-1,1 1 1,-2 0-1,-2 1 2,0 1 0,1 0-1,-1 0 1,1 1 0,-1-1 0,-4 7 0,3-2 1,-1 2 1,1-1-1,0 0 0,1 1 1,-5 18-1,-10 56 16,11-46-18,-6 34 13,3 0-1,4 1 0,2 110 1,7-129-28,2 0 1,3 0 0,2-1 0,3 0-1,26 75 1,-30-108-36,1-1 0,0 1-1,20 27 1,-23-39-34,0 0 0,0 0 0,0 0 0,1-1 0,1 0 0,-1-1-1,1 1 1,0-2 0,16 10 0,-19-13-82,1 0 1,-1 0-1,1-1 0,0 0 0,-1 0 0,1 0 0,0-1 1,0 0-1,-1 0 0,1 0 0,0-1 0,-1 0 1,1 0-1,0-1 0,-1 1 0,8-4 0,0-1-1193,0 0-1,0-1 0,0 0 0,-1-1 1,15-12-1,20-22-8015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156 311 13797,'-25'23'743,"4"-2"1207,-36 25 1,51-41-1535,0 1 0,1 0 1,-1 0-1,1 1 0,0 0 0,1 0 0,-4 8 0,2-5-241,5-8-44,1 1 6,0 31 61,0-34-192,1 1-1,-1 0 1,1-1-1,-1 1 1,1-1-1,0 1 1,-1-1-1,1 0 1,0 1-1,0-1 1,-1 0-1,1 1 0,0-1 1,0 0-1,0 0 1,-1 0-1,1 0 1,0 1-1,0-1 1,1-1-1,-1 2 6,4-1 0,0 1 0,0-1 0,0 0 1,0 0-1,0 0 0,0-1 0,-1 0 0,1 0 0,0 0 1,7-3-1,0 0 27,0-1 0,-1-1 1,15-9-1,2-3 8,-1-1 1,31-28 0,24-32-61,-84 77 7,0 0 0,0 0-1,0 1 1,1-1-1,-1 1 1,-1 0 0,1-1-1,-4-1 1,6 3 1,-1 0 2,0 0 0,0 0 0,0 0 0,0 0 1,0 0-1,0 0 0,0 0 0,0 0 0,0 0 0,0 0 1,0 1-1,0-1 0,0 0 0,0 1 0,0-1 0,0 0 0,-1 2 1,-1-1 0,-8 3 0,-1 0 0,0 1 0,-12 7 0,22-11 3,0 0 0,0 0 0,0 1-1,0-1 1,0 0 0,0 1 0,0-1 0,1 1-1,-1-1 1,0 1 0,1 0 0,0 0-1,-1 0 1,1 0 0,0 0 0,0 0 0,0 0-1,0 0 1,0 0 0,0 0 0,1 1-1,-1-1 1,0 4 0,2-5 4,-1 0 0,1 0-1,-1 0 1,0 0 0,1 1 0,0-1-1,-1 0 1,1 0 0,0 0 0,-1 0 0,1 0-1,0-1 1,0 1 0,0 0 0,0 0-1,0 0 1,0-1 0,0 1 0,2 0 0,23 10 53,-25-11-57,16 5 41,0-1-1,0-1 0,1 0 1,0-2-1,0 0 0,-1-1 0,29-3 1,125-28 115,-156 28-175,34-9-790,-1-3 0,50-21 0,-52 8-1871,-45 27 2623,-1 1-1,0-1 0,1 0 1,-1 1-1,0-1 0,0 0 1,0 0-1,0 1 1,1-1-1,-1 0 0,0 0 1,0 1-1,0-1 0,-1 0 1,1 0-1,0 1 0,0-1 1,0 0-1,0 0 1,-1 1-1,1-1 0,-1-1 1,1 2-40,-2-3 48,0 0 1,0 0 0,0 0 0,0 0 0,0 0 0,-1 1 0,1-1-1,-1 1 1,0-1 0,1 1 0,-1 0 0,-7-3 0,-5-6 1023,-2-2 2098,26 19-2354,140 85 3148,-128-79-3303,1-2 0,35 13 0,-21-9-238,-30-12-687,0-1 0,0 1 0,0-2 0,0 1 0,0-1 0,0 1 0,1-2 0,5 0 0,-9 1 46,6-7-172,-9 6 510,1 0 0,-1 1 0,1-1 0,-1 0 0,1 0 1,0 1-1,-1-1 0,1 1 0,0-1 0,-1 0 0,1 1 1,0-1-1,0 1 0,0 0 0,0-1 0,0 1 0,1-1 0,9 1 427,-1-1 0,1 2 0,0-1-1,-1 1 1,1 1 0,-1 0-1,20 7 1,-14-5 41,0 0 0,29 3 0,38-1 523,-81-6-1001,1-1 1,-1 1-1,1-1 1,-1 0-1,1 1 0,-1-1 1,0 0-1,1 0 0,-1 0 1,0-1-1,0 1 1,0-1-1,0 1 0,3-3 1,-5 2-62,1-1 0,0 1 0,-1 0 1,0 0-1,0 0 0,1 0 0,-1 0 0,0 0 1,-1-1-1,1 1 0,0 0 0,-1 0 0,0-3 1,-11-33-1064,9 31 945,-4-9-497,-1-1 0,-1 1 1,0 0-1,-1 1 0,-1 0 0,0 0 0,-23-21 0,-6-2-1743,17 16-2365,-36-41 0,40 33-2567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73 644 6829,'-13'12'366,"5"-4"202,0 1-1,1-1 1,0 1 0,0 1-1,-7 11 1,13-18-442,0-1 0,0 0 1,0 0-1,0 1 0,0-1 0,0 0 0,1 1 0,-1-1 1,1 1-1,-1-1 0,1 1 0,0-1 0,0 1 1,0-1-1,1 1 0,-1-1 0,0 1 0,1-1 0,0 1 1,-1-1-1,1 0 0,0 1 0,0-1 0,1 0 1,-1 0-1,0 0 0,1 0 0,-1 0 0,1 0 0,0 0 1,-1 0-1,1-1 0,0 1 0,0 0 0,0-1 1,1 0-1,-1 1 0,4 0 0,2 2 106,-1-1 0,1-1 0,0 1 0,0-1 0,0-1 1,0 1-1,0-2 0,0 1 0,0-1 0,0 0 0,10-1 0,11-3 266,-14 2-278,0 0 0,0 0 0,0-2 0,0 1 0,0-2 0,22-10 0,-34 13-235,0 0 0,0 0 0,-1-1 0,1 1 0,0-1 0,-1 1 0,0-1 0,1 0 0,-1 0 0,3-6 1,-5 8-21,1 0 0,0 0 0,-1-1 0,1 1 0,-1 0 0,0-1 0,1 1 0,-1 0 0,0-1 0,0 1 0,0 0 0,0-1 0,0 1 0,0 0 0,0-1 0,0 1 0,0 0 0,-1-1 0,1 1 0,0 0 0,-1-1 0,1 1 0,-1 0 1,0 0-1,1 0 0,-1-1 0,0 1 0,0 0 0,-2-2 0,-4-2-211,-1-1 0,0 1 0,-1 1 0,1-1 0,-1 2 0,1-1 0,-1 1 0,-11-2 0,-82-13-1246,54 11 1222,-9-7 1247,56 14-920,1-1 1,-1 0-1,1 0 1,-1 1-1,1-1 1,0 0-1,-1 0 0,1 1 1,0-1-1,0 0 1,0 0-1,-1 0 1,1 1-1,0-1 1,0 0-1,0 0 1,0 0-1,1 0 0,-1-1 1,0 1 102,0-2-42,1 0 1,-1 0-1,1-1 0,0 1 1,0 0-1,0 0 1,0 0-1,0 0 1,0 1-1,1-1 1,0 0-1,-1 1 1,1-1-1,0 1 1,3-3-1,5-6 247,0 0 0,14-9 0,134-132 1888,-57 50-684,146-140 2719,-219 214-3567,-28 28-717,0 0 0,0 0 0,0 0-1,0 0 1,1 0 0,-1 0-1,0 0 1,0 0 0,0 0 0,0-1-1,0 1 1,0 0 0,0 0 0,0 0-1,0 0 1,0 0 0,1 0-1,-1 0 1,0 0 0,0 0 0,0 0-1,0 0 1,0 0 0,0 0 0,0 0-1,0 0 1,0 0 0,1 0-1,-1 0 1,0 1 0,0-1 0,0 0-1,0 0 1,0 0 0,0 0 0,0 0-1,0 0 1,0 0 0,0 0-1,0 0 1,0 0 0,1 0 0,-1 0-1,0 0 1,0 0 0,0 1-1,0-1 1,0 0 0,0 0 0,0 0-1,0 0 1,0 0 0,0 0 0,0 0-1,0 0 1,0 0 0,0 0-1,0 1 1,0-1 0,0 0 0,0 0-1,0 0 1,0 0 0,0 0 0,0 0-1,0 0 1,0 0 0,2 7 29,0 0 1,0 0-1,0-1 1,-1 1-1,1 0 1,-2 0-1,1 0 0,-1 0 1,0 1-1,-1-1 1,-1 8-1,-4 19 33,-11 35-1,8-32-3,-263 1219-193,235-930-2604,23-110-4083,13-154 171,3-30-4149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40 11829,'-4'-13'763,"0"-1"474,3 1 9384,-12 19-9074,10-3-1466,0 1-1,0-1 1,1 0 0,-1 1-1,1-1 1,0 1 0,0 0-1,0 0 1,0 0 0,-2 8-1,-9 48 340,11-45-321,-56 480 781,58-429-1456,2 0 1,13 65-1,1 21-2853,-16-114 1446,1 9-6685,1-24-824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3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1 680 14633,'103'67'7686,"-77"-50"-6569,1-2 0,45 19 0,-38-18-655,29 9-259,1-2 0,118 23 0,-96-25-1560,-80-20 1128,-1 0 0,0 0 0,0 0 0,1-1 0,-1 0 0,1 0 0,-1 0 0,8-2 0,-8 1-97,-4 0 228,-1 1 1,1-1-1,-1 0 1,0 1-1,1-1 1,-1 0-1,0 1 1,1-1-1,-1 0 1,0 1-1,0-1 1,0 0-1,0 0 0,0 1 1,1-1-1,-1 0 1,-1 0-1,1 0 1,0 1-1,0-1 1,0-1-1,0 1-110,-1-3-9,0 0 0,-1 1 0,1-1 0,-1 0 0,1 0 0,-1 1 0,0-1-1,0 1 1,-1 0 0,1 0 0,-1 0 0,1 0 0,-1 0 0,0 0 0,-5-3 0,-2-4-306,2 1 328,-1 0-1,0 1 1,0 0-1,0 1 1,-1 0 0,0 1-1,-1 0 1,1 0 0,-1 1-1,0 0 1,-1 1 0,-17-4-1,-18-9 1581,38 13-703,0 0 1,0 1 0,-14-3-1,19 5 162,1 1-118,-25-5 398,25 5 37,5-1-780,29-11 47,-3 1-887,-1 0 0,0-2 0,48-30 0,-40 17-578,-2-2 1,47-51-1,50-73-52,17-17 2656,-106 125 1076,50-69 1,-67 84-287,-24 29-2311,1 0-1,-1-1 0,0 1 0,0 0 1,1 0-1,-1 0 0,0 0 0,1 0 1,-1 0-1,0 0 0,0 0 0,1 0 1,-1 0-1,0 0 0,1 0 0,-1 0 1,0 0-1,1 0 0,-1 1 0,0-1 1,0 0-1,1 0 0,-1 0 0,0 0 1,0 1-1,1-1 0,-1 0 0,0 0 1,0 0-1,0 1 0,1-1 0,-1 0 1,0 1-1,8 8 211,-8-9-147,3 5 11,0 1 0,0-1 0,-1 1 0,0-1 0,0 1-1,0 0 1,-1 0 0,0-1 0,0 1 0,0 0 0,-1 8 0,0 15 226,-5 32 0,2-33-166,-34 203 605,20-147-667,-13 50-292,-8 50-1877,32-147 14,-17 60-1,16-75-1438,-1-1 0,-11 20 1,1-8-7994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1 688 14421,'0'0'46,"0"0"-1,0 0 0,0 1 0,0-1 1,0 0-1,0 0 0,0 1 1,0-1-1,0 0 0,0 0 1,0 0-1,0 1 0,-1-1 0,1 0 1,1 0-1,-1 1 0,0-1 1,0 0-1,0 0 0,0 0 0,0 1 1,0-1-1,0 0 0,0 0 1,0 1-1,0-1 0,0 0 0,1 0 1,-1 0-1,0 0 0,0 1 1,0-1-1,0 0 0,0 0 1,1 0-1,-1 0 0,0 0 0,0 1 1,0-1-1,1 0 0,-1 0 1,0 0-1,0 0 0,1 0 0,-1 0 1,0 0-1,0 0 0,0 0 1,1 0-1,-1 0 0,0 0 0,0 0 1,1 0-1,-1 0 0,0 0 1,9 3 3041,-5-3-2289,7-2-580,1 1 0,0 0 0,-1 0 1,1 2-1,0-1 0,0 2 1,-1-1-1,1 1 0,17 7 0,198 64-546,-226-73 325,0 0-1,0 1 1,0-1-1,1 0 0,-1 1 1,0-1-1,0 1 1,0-1-1,0 1 1,0 0-1,-1-1 0,1 1 1,0 0-1,0 0 1,0 0-1,1 1 0,-2-1 3,0-1-1,0 1 0,0-1 1,0 1-1,0-1 0,0 1 0,0-1 1,0 1-1,0-1 0,-1 1 1,1-1-1,0 0 0,0 1 0,0-1 1,-1 1-1,1-1 0,0 1 1,0-1-1,-1 0 0,1 1 0,0-1 1,-1 0-1,1 1 0,0-1 1,-1 0-1,0 1 0,-4 3-3,0-1 0,-1 0 1,0 0-1,-8 3 0,9-4 14,-36 15 28,20-10-44,1 2-1,1 0 1,-32 20 0,13-1 123,36-26-6,3-1-30,-1 1-65,1 0-1,0 0 1,0 0 0,1-1 0,-1 1-1,0-1 1,0 1 0,1-1 0,-1 1 0,1-1-1,-1 0 1,1 0 0,0 0 0,-1 0-1,1 0 1,4 2 0,-3-3-4,0 1-1,1 0 1,-1-1-1,1 0 1,-1 0-1,0 0 1,1 0-1,-1-1 1,1 1 0,3-2-1,107-14-1064,-56 9-1348,-55 6 1984,0 1-693,203 6 4646,-171-7-3443,59-7 0,-71 5-173,-5 0-309,34-10 0,-23 5-196,-24 6 418,-1 1 1,1-1 0,-1 0 0,1 0-1,-1 0 1,0-1 0,0 1 0,0-1-1,0 0 1,-1 0 0,1-1 0,-1 1-1,0-1 1,0 1 0,0-1 0,0 0-1,0 0 1,-1-1 0,0 1 0,3-8-1,1-6-181,-1 0 1,-1-1-1,4-35 0,-4 28 405,14-132 3148,-2-212 0,-23 285-489,0 7-74,6 103-1931,-5 29 1,-1 10-450,-2 79-1169,20 265 0,-6-363-33,17 123-3705,-16-140 409,17 50 0,5-16-6039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12661,'1'2'2038,"1"2"-1653,-1-1 0,0 1 0,0 0 0,-1 0 0,1 0 0,-1-1-1,0 1 1,0 0 0,0 0 0,0 0 0,-1 0 0,1 0 0,-1 0 0,-1 3 0,-4 24 437,-7 78 931,-40 420 2936,45 106-2441,10-522-2081,5 96-845,-7-204 482,1 0-1,-1-1 1,1 1 0,0 0-1,0 0 1,0-1 0,1 1-1,-1-1 1,1 1 0,0-1-1,3 5 1,-5-9 170,0 0 0,0 1 0,0-1 0,0 0 0,1 0 0,-1 0 0,0 1 0,0-1 0,0 0 0,0 0 1,0 0-1,1 1 0,-1-1 0,0 0 0,0 0 0,0 0 0,1 0 0,-1 1 0,0-1 0,0 0 0,1 0 0,-1 0 0,0 0 0,0 0 0,1 0 0,-1 0 1,0 0-1,0 0 0,1 0 0,-1 0 0,0 0 0,0 0 0,1 0 0,-1 0 0,0 0 0,0 0 0,1 0 0,3-11-683,-2-25-229,-2 28 717,66-633-8297,-27 446 8533,5-41 1820,-35 179-932,-4 30-122,2-45 1,-7 72-788,0 0 0,0-1 0,0 1 0,0 0-1,0 0 1,0 0 0,0 0 0,0 0 0,0 0 0,0 0 0,0 0 0,0 0 0,0-1 0,0 1 0,0 0-1,0 0 1,0 0 0,0 0 0,0 0 0,0 0 0,0 0 0,0 0 0,0-1 0,0 1 0,0 0 0,0 0 0,0 0-1,0 0 1,0 0 0,0 0 0,0 0 0,0 0 0,-1 0 0,1 0 0,0 0 0,0-1 0,0 1 0,0 0-1,0 0 1,0 0 0,0 0 0,0 0 0,0 0 0,0 0 0,-1 0 0,1 0 0,0 0 0,0 0 0,0 0 0,0 0-1,0 0 1,0 0 0,0 0 0,0 0 0,0 0 0,-1 0 0,1 0 0,0 0 0,0 0 0,0 0 0,0 0 0,0 0-1,0 0 1,0 0 0,0 0 0,0 0 0,-1 1 0,1-1 0,0 0 0,-3 1-196,-5 1-476,1 0 1,-1 1-1,1 0 1,-7 4 0,10-5-183,0 1 1,1-1 0,-1 1 0,1 0-1,-6 7 1,-14 20-7048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1058 11993,'40'-101'11380,"-13"37"-7752,-21 44-3647,-1-1-1,0 1 1,-2-1-1,0 0 1,-2-1-1,-1-40 1,-2 47-410,0-1 1,-1 1-1,-1-1 0,0 1 1,-1 0-1,0 1 1,-2-1-1,0 1 0,0 0 1,-11-15-1,-22-24 1363,42 55-543,41 36 1689,68 79 1,-20-18-1393,-75-85-1246,32 22 1,-31-24-336,27 24-1,-40-32 778,0 0-1,0-1 1,1 0 0,-1 0-1,1 0 1,0 0-1,0-1 1,0 0 0,0 0-1,0 0 1,0-1-1,1 1 1,-1-1-1,1 0 1,-1-1 0,1 0-1,-1 0 1,8 0-1,7-3-15,0-1 0,0 0 0,32-12 0,-2 1 35,11-1 167,157-32 586,-156 34-470,-69 30-429,3-11 156,1-1-1,-1 0 0,1 0 1,-1 0-1,-1 0 0,1-1 1,0 1-1,-1-1 1,0 0-1,-9 4 0,-61 23-1634,51-21 1084,0 1 200,0-2 1,-1-1-1,0 0 0,0-2 1,-32 3-1,27-15 979,30 7-532,0 0 0,0 0 0,-1 0 0,1 0 0,0 0 0,0 0 0,0 0 1,0 0-1,0 0 0,0 0 0,0 0 0,-1 0 0,1 0 0,0 0 0,0 0 0,0 0 0,0 0 0,0 0 0,0-1 0,0 1 0,0 0 1,0 0-1,0 0 0,-1 0 0,1 0 0,0 0 0,0 0 0,0-1 0,0 1 0,0 0 0,0 0 0,0 0 0,0 0 0,0 0 0,0 0 0,0 0 1,0-1-1,0 1 0,0 0 0,0 0 0,0 0 0,0 0 0,0 0 0,0 0 0,0-1 0,0 1 0,1 0 0,-1-5 112,0 0 0,1 0-1,0-1 1,0 1 0,1 0-1,-1 0 1,1 1-1,0-1 1,0 0 0,1 1-1,-1-1 1,1 1 0,0-1-1,0 1 1,1 0 0,-1 1-1,7-6 1,203-181 2540,-36 35-1634,-167 146-1045,0-1 0,-1 0 1,0-1-1,8-13 0,-14 18-85,0 0 0,0 0 0,0 0 0,-1 0 0,0 0 0,0-1 0,-1 1 0,1-1 0,-2 1-1,1-12 1,-2-7-523,-1 0 0,-2 0 0,-12-44 0,2 7 878,10 38 421,4 19-364,-1 0 1,1 0-1,-1 0 1,0 0-1,-1 0 1,1 0 0,-1 0-1,0 0 1,0 0-1,-1 1 1,1-1 0,-1 1-1,-4-5 1,8 10-202,0 1 0,0-1 0,0 0 0,-1 1 0,1-1 0,0 0 0,-1 1 0,0-1 0,1 1 0,-1-1 0,1 2 0,1 8 133,16 43 313,-4 1-1,-1 1 1,-3-1 0,3 73-1,-10 229-298,-2-331-854,0 0 1,1 0-1,8 31 0,-10-55 545,0 0-1,1-1 1,-1 1 0,1-1-1,-1 1 1,1-1 0,0 0-1,-1 1 1,1-1 0,0 1-1,0-1 1,0 0-1,0 0 1,0 0 0,0 0-1,0 1 1,1-1 0,1 0-1,-2 0 25,0-1-1,0 1 0,0-1 0,1 0 1,-1 0-1,0 1 0,0-1 1,1 0-1,-1 0 0,0-1 0,1 1 1,-1 0-1,0 0 0,0 0 0,1-1 1,-1 1-1,2-1 0,3-3-37,0 1-1,0-1 0,0 0 1,0-1-1,8-8 1,30-32-53,-26 27 524,0 0 0,0 1 0,41-28 0,-52 41-214,0 0 1,0 0-1,1 1 0,0 0 0,-1 0 1,1 1-1,11-3 0,-17 5-156,0 0-1,0-1 1,0 1 0,0 0 0,0 0-1,0 1 1,0-1 0,0 0 0,0 1-1,0-1 1,0 1 0,0-1 0,0 1-1,-1 0 1,1 0 0,0 0-1,0 0 1,-1 0 0,1 0 0,-1 0-1,1 1 1,-1-1 0,1 1 0,-1-1-1,0 1 1,0-1 0,1 1 0,-1 0-1,-1-1 1,1 1 0,0 0-1,0 0 1,-1 0 0,1 0 0,0 3-1,0-1-51,0 0-1,-1 1 0,1-1 1,-1 0-1,0 1 0,0-1 1,-1 0-1,1 1 0,-1-1 1,0 0-1,0 1 0,0-1 0,-4 7 1,1-4-229,1 0 1,-2-1 0,1 1-1,-1-1 1,0 0 0,0-1-1,-9 9 1,3-5-936,0-1 0,-1 0 1,-18 10-1,16-11-1661,0-1 0,-24 8 0,-21-1-8678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09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1335 6 5064,'0'0'1991,"-4"0"-1412,-32-5 656,33 5-636,-1 1 2,-14 6-8,-23 10 498,26-9-650,-1-1 0,1-1 0,-1-1 0,-24 5 0,13-3-10,-380 127 3447,10 21-2607,358-140-1188,-114 57-2625,144-69 1620,1 0 0,-1-1 1,0 0-1,-11 1 0,-5 2-2688,1-2-2266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6325,'6'23'8635,"-7"-18"-8103,-7 27 238,-6 48-1,5-23-314,-51 561 2023,58-584-2385,-36 976 1973,27-594-1568,20 2567 1423,0-2852-2218,-4-73-699,-1 1-1,-4-1 1,-7 64 0,7-121 839,0 0 0,0 0 1,0 0-1,0 0 0,0 0 0,-1 0 1,1 0-1,0 0 0,-1 0 0,1 0 0,0 0 1,-1 0-1,1 0 0,-1-1 0,1 1 1,-1 0-1,-1 1 0,2-2-101,-1 0 0,0 0 0,0-1-1,0 1 1,1 0 0,-1 0 0,0 0-1,0-1 1,1 1 0,-1 0 0,0-1 0,1 1-1,-1-1 1,0 1 0,1-1 0,-1 1 0,0-1-1,1 1 1,-1-1 0,0-1 0,-23-25-8774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1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0 8777,'-24'8'7162,"0"-3"-5125,-25 9-1534,16 3-200,1 1 1,1 2-1,-53 43 1,82-61-295,-7 5 75,0 0 0,1 1 1,0 1-1,0-1 0,-9 13 1,16-18 1,-1-1 0,0 1 1,1 0-1,-1-1 0,1 1 0,0 0 1,0 0-1,0 0 0,0 0 0,0 0 0,1 0 1,0 0-1,-1 0 0,1 0 0,0 0 1,0 0-1,1 0 0,-1 0 0,1 0 1,-1 0-1,1 0 0,0 0 0,0 0 1,0 0-1,3 4 0,0-1 188,1 1 1,0-1-1,1 0 0,-1-1 0,1 1 0,0-1 1,0 0-1,1-1 0,0 1 0,10 4 1,9 3 737,46 14 0,1-1 154,-36-10-659,-15-6-79,0 0 1,23 14 0,-43-21-394,1 0-1,0 0 1,-1 0-1,1 0 1,-1 0-1,0 1 1,0-1-1,0 1 1,0-1-1,0 1 1,-1 0-1,1 0 1,-1 0-1,1 0 1,0 6-1,0-4-61,-2 0-1,1 1 1,-1-1-1,1 0 0,-2 1 1,1-1-1,0 1 0,-1-1 1,-2 6-1,1-1-314,-1-1-1,-1 1 0,0 0 1,0-1-1,-1 0 0,0 0 1,-1-1-1,0 1 0,-12 12 1,8-11-722,-1-1 1,0-1 0,-1 0-1,-19 10 1,-24 8-6774,9-13-3325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12681,'3'7'825,"1"1"233,0-3 3693,-6-5-4427,0 0 0,0 1-1,0-1 1,0 0 0,0 1 0,1 0 0,-1-1-1,0 1 1,0 0 0,0 0 0,1 0 0,-1 0-1,-3 2 1,4 1-183,0-1-1,0 1 0,0 0 1,0-1-1,1 1 0,-1 0 1,1 0-1,0-1 0,0 1 1,1 4-1,-1 9 193,-6 188 656,9 0 0,49 346 1,14-230-998,-47-257-521,2-2 0,55 112 0,-75-172 500,0 0 1,0 0 0,1 0 0,-1-1-1,0 1 1,1 0 0,-1-1-1,1 1 1,0-1 0,-1 1-1,1-1 1,0 0 0,0 0-1,0 0 1,4 2 0,-5-3 12,0 0 0,0 1 0,0-1 0,0 0 0,0 0 0,0 0 0,0 0 0,0 0 0,0 0 0,0 0 0,-1-1 0,1 1 0,0 0 0,0-1 0,0 1 0,0 0 0,0-1 0,0 1 0,0-1 0,0 1 0,-1-1 0,1 0 0,0 1 0,0-1 1,-1 0-1,1 1 0,0-1 0,-1 0 0,1 0 0,-1 0 0,1 0 0,0-1 0,3-11-126,0 0 0,0 0 0,-1-1 0,-1 1 0,0-1 0,-1-22 0,1 14 4,-2-198-908,-3 124 626,-17-157-863,3 60 807,15 165 514,-8-42 1,8 61-3,0-1 0,-1 1 1,0 0-1,-1 0 1,0 0-1,0 0 1,-9-13-1,11 22-32,1 0-1,0 0 1,0 0 0,0 0-1,-1 1 1,1-1-1,0 0 1,0 1-1,0-1 1,0 0-1,0 1 1,0 0 0,-2 1-1,1-2 0,-1 2-32,1-1 0,-1 1-1,0-1 1,1 1 0,-1 0 0,1 0 0,-1 1-1,1-1 1,0 0 0,0 1 0,0-1 0,0 1-1,0 0 1,1-1 0,-2 5 0,-3 7-681,1 0 0,-4 17 1,0-2-2317,2-9-2172,0 0-3180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112 357 8365,'-7'-3'675,"0"0"288,1 0 3604,-15 19-1494,16-11-2786,0 0-1,1-1 1,0 2 0,0-1 0,0 0-1,0 1 1,1 0 0,0 0-1,-3 9 1,-6 9 336,9-18-473,0 0 1,1 0-1,0 0 0,0 1 0,1-1 1,-2 12-1,3-15-158,0-2 27,0 0-1,0 0 0,0 1 0,0-1 0,0 0 0,0 0 0,0 0 1,1 0-1,-1 0 0,1 1 0,-1-1 0,1 0 0,-1 0 1,1 0-1,-1 0 0,1 0 0,0 0 0,0-1 0,0 1 0,-1 0 1,1 0-1,0 0 0,0-1 0,0 1 0,0 0 0,0-1 1,2 1-1,26 9 71,-25-10-91,0 1 0,-1-1 1,1 0-1,0 0 0,0 0 0,-1-1 1,1 1-1,0-1 0,0 0 1,-1 0-1,1 0 0,-1 0 0,1-1 1,-1 0-1,0 1 0,1-1 1,-1 0-1,0-1 0,0 1 0,3-4 1,2-2-110,-1-1 1,0 1-1,-1-1 0,0 0 1,8-18-1,-14 26 103,0 0 0,0 0-1,0 1 1,0-1 0,0 0-1,0 0 1,0 0 0,0 0-1,0 0 1,0 1 0,0-1-1,-1 0 1,1 0 0,0 0-1,-1 1 1,1-1 0,-1-1-1,-1-1-13,-14-38-171,15 39 273,0 4-37,0 1-23,0 0 0,0 0 0,0 0 0,1-1 0,0 1 0,-1 0 0,1 0 0,0 0 0,0 0 0,1 0 0,-1 0 0,1 0 0,-1 0 0,1 0 0,0 0 0,0 0 0,0-1 0,1 1-1,-1 0 1,1-1 0,-1 1 0,1-1 0,0 0 0,0 1 0,0-1 0,0 0 0,3 2 0,-1-1-18,0 0 1,0 0-1,0 0 0,0 0 1,1-1-1,-1 0 0,1 0 1,-1 0-1,1-1 0,0 1 1,0-1-1,0 0 0,0-1 0,0 1 1,0-1-1,0 0 0,0 0 1,0-1-1,0 1 0,6-2 1,-4 0-159,1 0 0,-1 0 1,1 0-1,-1-1 0,0 0 1,0-1-1,0 1 0,0-1 1,-1-1-1,1 1 1,-1-1-1,7-7 0,-7 4-70,0 0-1,-1 0 1,0 0-1,-1-1 1,0 1 0,0-1-1,-1 0 1,0-1-1,2-10 1,-2 6 619,0 1 0,-2-1 0,1-14 0,0 50-160,0 0-1,2 0 1,10 31-1,-13-52-190,0 1-1,0-1 1,1 1-1,-1-1 1,1 0-1,-1 0 1,1 0-1,-1 1 1,1-1 0,0-1-1,-1 1 1,1 0-1,3 1 1,-4-3-30,1 1-1,-1-1 1,0 1 0,1-1 0,-1 0 0,0 1 0,1-1 0,-1 0 0,0 0 0,0 0-1,0 0 1,1 0 0,-1 0 0,1-3 0,16-20 149,0-8 104,19-49 0,-27 56-46,2 0 0,0 0 0,31-44 0,-33 51 37,-6 12-238,1 16 15,11 40 164,-14-41-187,-1-1 0,2 1-1,0-1 1,0 0 0,0 0 0,1 0-1,5 8 1,-8-15-9,-1-1 1,1 1-1,-1 0 0,1-1 0,-1 1 0,1-1 0,0 1 1,-1-1-1,1 1 0,0-1 0,-1 0 0,1 1 1,0-1-1,0 0 0,-1 1 0,1-1 0,0 0 0,0 0 1,0 0-1,-1 0 0,1 0 0,0 0 0,1 0 1,0 0 3,0-1 0,1 1 1,-1-1-1,0 0 0,0 0 1,0 0-1,1 0 0,1-2 1,2 0 40,0-2 0,-1 1 0,0 0 0,0-1 0,7-8 1,111-177 2945,-121 187-2488,-1 6-337,2 11-174,-1-1 0,0 1 0,0 0 0,-1 0 0,-1 0 0,-2 18 0,2 44-1015,10 28-2464,-3-34-7055,-4-44 1042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67 127 5877,'-32'8'2724,"29"-4"-1535,-2 12-178,1-6-404,1 0 0,1 1 1,0-1-1,0 1 0,0 10 1,-4 49 1567,4-53-1619,0 0 0,1 0 0,1 25 0,6 71 1609,-6-111-2100,0 0 0,1 0 1,-1 0-1,1 0 1,-1 1-1,1-1 0,0 0 1,0 0-1,0 0 1,1 1-1,0 2 41,-1-2 48,2-5 11,-2 2-162,1-2 26,1 1 0,0-1 0,-1 1 0,0-1 0,1 0 0,-1 0 0,0 0 1,0 0-1,0-1 0,0 1 0,0 0 0,2-5 0,-2-1-140,-1-1 0,1 1 0,-1-1 1,-1 1-1,1-1 0,-2 1 0,1-1 0,-1 1 0,0-1 0,-1 1 0,0 0 0,-3-9 1,3 7 15,0 0 0,0 0 0,1 0 0,1-17 0,-2-9-132,2 33 239,-1 0 0,1 0 1,1 0-1,-1 0 1,0 0-1,1 0 1,-1 0-1,1 0 1,0 0-1,0 0 1,0 1-1,1-1 1,-1 0-1,1 0 1,-1 1-1,1-1 0,0 1 1,3-3-1,-1-1 43,1 4 156,1 2-144,0 0 0,0 1-1,1 0 1,-1-1 0,0 2 0,0-1-1,-1 1 1,1 0 0,0 0-1,0 1 1,-1-1 0,0 1 0,1 1-1,6 4 1,102 87 797,24 17 68,-114-91 1343,-24-24-1792,-5-15-195,0 0 0,-14-32-1,-4-11-625,-30-74-1956,6 19-3003,39 98 3622,6 15 531,0-1 0,1 0 1,-1-1-1,1 1 0,-2-8 0,4-14-6716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44 886 6313,'-17'29'4191,"26"-30"-3725,1 1 0,-1-2 0,0 0 0,0 0 0,0 0 0,0-1 0,12-6 0,61-35 1518,-41 21-791,12-12 742,-20 13-875,-31 21-1020,-1 0 0,1 0 1,-1 0-1,1 0 0,-1 0 1,1 0-1,-1 0 0,0 0 1,1-1-1,-1 1 0,0-1 1,0 1-1,0-1 0,0 1 1,0-1-1,0 1 0,0-3 1,-1 3-62,0 0 0,0 0 1,0 0-1,0 0 1,0 1-1,0-1 1,-1 0-1,1 0 1,0 0-1,-1 0 1,1 1-1,-1-1 1,1 0-1,0 0 1,-1 0-1,0 1 1,1-1-1,-1 0 1,1 1-1,-1-1 1,0 1-1,1-1 1,-3 0-1,-2-2-215,-1 0 0,0 0 0,0 0 0,0 1 0,0 0 1,-1 1-1,-6-2 0,-124-14-4454,0-1 4215,137 18 491,0 0-1,0 0 1,0 0-1,-1 0 0,1 0 1,0 0-1,0 0 1,0 0-1,0 0 1,0 0-1,-1 0 0,1 0 1,0 0-1,0 0 1,0 0-1,0-1 1,0 1-1,0 0 0,0 0 1,0 0-1,-1 0 1,1 0-1,0 0 1,0 0-1,0 0 0,0-1 1,0 1-1,0 0 1,0 0-1,0 0 1,0 0-1,0 0 0,0-1 1,0 1-1,0 0 1,0 0-1,0 0 1,0 0-1,0 0 0,0 0 1,0-1-1,0 1 1,0 0-1,0 0 1,0 0-1,0 0 0,0 0 1,0 0-1,0-1 1,0-6 295,1 0-1,0 0 1,0 0 0,0 0 0,1 0 0,0 0 0,0 0 0,1 0 0,0 1 0,0-1-1,1 1 1,0 0 0,5-7 0,173-205 4599,-155 188-4227,143-138 2666,-95 98-2244,17-9 224,-92 79-1327,0 0 0,0 0 0,0 0 0,0 0 0,0 1 0,0-1-1,0 0 1,0 0 0,0 0 0,0 0 0,0 0 0,0 0 0,0 0 0,0 0 0,0 0 0,0 0 0,0 0 0,0 0 0,0 0 0,0 1 0,0-1 0,0 0 0,0 0 0,0 0 0,0 0 0,1 0 0,-1 0 0,0 0 0,0 0 0,0 0 0,0 0 0,0 0-1,0 0 1,0 0 0,0 0 0,0 0 0,0 0 0,0 0 0,0 0 0,1 0 0,-1 0 0,0 0 0,0 0 0,0 0 0,0 0 0,0 0 0,0 0 0,0 0 0,0 0 0,0 0 0,0 0 0,1 14-37,-1 1 0,-1-1 0,-1 1-1,0 0 1,-4 14 0,-4 33-310,6 11-795,3 0 0,14 118-1,4-42-414,6 79-4938,-22-185-1163,2-25 134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4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15317,'0'0'2209,"9"-17"-77,2 0-372,4 11-304,-1 3-288,9-8-260,20-6-296,-3 11-676,3-3-440,-2 3-948,-7 1-1220,-19-1-3513,5 12-5516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12693,'0'0'2076,"-2"1"-311,-24 7 786,17-6-2207,1 0-1,-1 1 1,1 0 0,-1 0 0,1 1 0,-14 8-1,-9 12 15,-34 34 0,57-50-293,0 0 0,1 0 0,0 1 0,1 0 0,0 0-1,0 1 1,1 0 0,0 0 0,-4 14 0,8-21 108,0 1-1,0-1 1,1 1-1,0 0 0,-1-1 1,1 1-1,1 0 1,-1-1-1,0 1 1,1 0-1,0-1 1,0 1-1,0-1 1,0 1-1,0-1 1,1 0-1,0 1 1,-1-1-1,1 0 1,1 0-1,2 4 1,5 3 277,0 0 0,1 0 1,0-1-1,15 9 1,9 8 452,-24-18-700,-8-6-173,-1 0 0,1 0 0,0 0 0,0 1 0,-1-1 0,1 1 0,-1-1 0,0 1 0,0 0 0,0 0 0,0 0 0,0 0 0,-1 0 0,1 0 0,-1 0 0,0 1 0,0-1 0,0 0 0,0 6 0,0-4-144,-1 0-1,0 1 0,0-1 1,-1 0-1,1 0 0,-1 0 1,0 0-1,-1 0 0,1 0 1,-1 0-1,0 0 0,0-1 1,-5 8-1,2-5-451,0-1 0,-1 1 0,0-1 0,0 0 0,0-1 0,-1 1 0,-14 7 0,-19 13-7195,-2 0-5970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125 185 13893,'-4'1'432,"0"0"-160,0 0 0,0 1 0,1-1 0,-1 1 1,1 0-1,-1 0 0,1 0 0,0 0 0,0 1 0,0-1 0,0 1 1,0 0-1,0-1 0,1 1 0,0 1 0,-1-1 0,1 0 1,-2 6-1,-9 15 133,2 1-1,-10 29 1,17-41-394,1 0 0,0 0 0,1 0 0,0 0 0,1 1 0,1 19 0,0 27 437,1-59-428,-1 0 1,1-1 0,-1 1 0,1-1-1,-1 1 1,1-1 0,0 0 0,-1 1-1,1-1 1,-1 1 0,1-1-1,0 0 1,0 0 0,-1 1 0,1-1-1,0 0 1,-1 0 0,1 0 0,0 0-1,0 0 1,-1 0 0,1 0 0,1 0-1,-2 0 8,3 0 4,-1 0 1,1-1-1,0 1 0,-1-1 0,1 1 1,0-1-1,-1 0 0,1 0 0,-1 0 1,1-1-1,-1 1 0,0 0 1,1-1-1,-1 0 0,0 1 0,0-1 1,0 0-1,2-3 0,6-5 81,-1-1-1,10-15 0,8-19 187,-2-2 0,29-77 0,-48 110-273,10-27 52,-8 18-108,1 1 0,1 0-1,1 0 1,1 1 0,18-24 0,-27 42-63,-4 6 1,-4 38-83,1 78 1,4-111 174,1 1 1,1-1-1,0 0 1,0 0-1,0 0 0,1 0 1,7 13-1,-9-19 19,0 0 0,0 1 0,0-1 0,0 0 0,1 0 0,-1 0 0,1 0 0,0 0 0,0 0 0,-1-1 0,1 1 0,0 0 0,0-1 0,1 1 0,-1-1 0,0 0 0,0 0 0,1 0 0,-1 0 0,1 0 0,-1-1 0,1 1 0,-1-1 0,1 1 0,-1-1 0,1 0 0,-1 0 0,5 0-1,7-4 236,0-1-1,0 0 0,0 0 0,-1-2 1,1 0-1,-2 0 0,1-1 0,12-11 0,91-86 1663,-78 68-1553,50-47 354,-86 81-1002,-1 7-329,0 7 230,0-1-1,0 1 1,-1-1-1,0 1 1,-1-1-1,-2 16 1,-2 3-1243,1 0 1,2 0 0,1 0 0,4 50 0,-2-73 388,0 1-1,1-1 1,-1 0 0,4 10-1,-3-11 241,7 18-5931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9589,'0'0'6116,"-3"2"-5387,-6 3-447,1 0-1,0 1 1,0 0-1,0 0 1,1 1-1,0 0 1,0 0-1,1 1 1,-9 14-1,3-3 204,1 1 0,1 0 0,1 1 0,1 0 0,1 0 0,-8 41-1,15-59-82,3-4-316,2 0-94,0-1 1,1 0-1,-1 0 1,0 0-1,0 0 1,0-1-1,0 0 1,-1 0 0,1-1-1,-1 1 1,0-1-1,0 0 1,0 0-1,5-7 1,-6 8-39,0-1 1,-1 0 0,1 0 0,-1 0 0,0 0-1,0 0 1,-1-1 0,1 1 0,-1-1-1,0 1 1,0-1 0,0 1 0,-1-1-1,1 0 1,-1 1 0,0-1 0,-1 0-1,1 1 1,-3-8 0,-6-21-120,8 31 158,0 1 0,0 0 0,0 0 0,-1-1 0,1 1 0,0 0 0,0 0-1,-1 0 1,1 0 0,-1 1 0,1-1 0,-1 0 0,1 1 0,-1-1 0,1 1 0,-4-1-1,4 0-10,-2 0-35,-10 4-11,12-3 67,1 0-1,-1 0 1,1 0-1,-1 1 1,1-1 0,-1 0-1,1 0 1,-1 0-1,1 0 1,0 0-1,-1 1 1,1-1 0,-1 0-1,1 0 1,0 1-1,-1-1 1,1 0 0,-1 0-1,1 1 1,0-1-1,0 0 1,-1 1-1,1-1 1,0 1 0,0-1-1,-1 0 1,1 1-1,0 0 1,2 4 21,1-1 1,0 1-1,0-1 0,0 0 1,1 0-1,-1 0 0,1-1 1,0 1-1,0-1 0,0 0 1,1 0-1,-1 0 0,1-1 1,-1 0-1,1 1 0,0-1 1,0-1-1,0 1 0,0-1 1,0 0-1,0 0 0,0-1 0,1 1 1,-1-1-1,0 0 0,0-1 1,1 1-1,-1-1 0,0 0 1,0 0-1,0-1 0,6-2 1,-1 1-221,0 0 1,0-1 0,0 0 0,-1-1-1,0 0 1,11-8 0,4-3-882,-22 15 393,-31-10-6956,26 10 7063,-11 5 388,12-3 258,-1-1 0,0 1-1,1 0 1,-1-1 0,0 0 0,1 0-1,-1 0 1,1 0 0,-1 0 0,0 0-1,1-1 1,-6-1 0,3 1-480,3 1-915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6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11 346 11149,'-10'6'2507,"21"-19"308,-10 13-2103,0 4-60,2 40 1047,-3 83 0,-2-25-796,4 0 0,19 123 0,-20-215-860,15 100 322,5-2 0,63 196 0,-77-289-501,3 9-300,-4-47-19,-5 14 372,0-1-1,0 1 1,-1-1 0,0 1 0,-3-18 0,-14-52-485,4 26 181,-14-82-533,-44-288-14,60 135 1729,13 227-37,3 0 1,22-101 0,6 46 624,-33 114-1349,0 0 0,1 0 0,0 0 0,-1 0 0,1 0 0,0 0 0,0 0 0,0 0 0,0 0 0,0 0 0,0 1 0,1-1 0,-1 0 0,1 1-1,-1-1 1,1 1 0,0 0 0,-1-1 0,1 1 0,0 0 0,2-1 0,-3 2-22,0 0-1,-1-1 1,1 1 0,0 1-1,0-1 1,-1 0-1,1 0 1,0 0-1,0 0 1,-1 0-1,1 1 1,0-1 0,-1 0-1,1 1 1,0-1-1,-1 0 1,1 1-1,0-1 1,-1 1 0,1-1-1,0 1 1,0 1 8,1 0 0,-1 0 0,1 0 0,-1 0 1,0 0-1,0 0 0,0 1 0,0-1 0,0 3 0,4 15-87,-1 1-1,-2 0 0,1 34 0,-2-29-185,-2 19-1137,-1 0-1,-3 0 0,-1-1 0,-20 67 0,18-82-2699,-14 31 0,10-27-3670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1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302 308 11337,'-1'0'91,"1"1"-1,0-1 1,-1 0 0,1 1-1,-1-1 1,1 0 0,-1 1-1,1-1 1,-1 0 0,1 1-1,-1-1 1,1 0 0,-1 0-1,0 0 1,1 0 0,-1 0 0,1 1-1,-1-1 1,1 0 0,-1 0-1,0 0 1,1-1 0,-1 1-1,1 0 1,-1 0 0,0 0-1,1 0 1,-8-7 6633,-10 33-5287,-65 35-804,50-33-422,14-13-144,2 1 1,-1 0-1,2 1 0,0 1 1,2 0-1,-22 35 0,34-51-64,1 0 1,0 1-1,0-1 0,0 0 1,1 1-1,-1-1 0,0 1 1,1-1-1,0 1 0,-1 0 1,1-1-1,1 5 0,-1-5 0,0-1 0,1 0-1,-1 0 1,1 1 0,-1-1-1,1 0 1,-1 0 0,1 0 0,0 0-1,-1 0 1,1 0 0,0 0-1,0 0 1,0 0 0,0 0-1,0-1 1,0 1 0,0 0 0,0 0-1,0-1 1,0 1 0,0-1-1,1 1 1,-1-1 0,0 0-1,2 1 1,3 0 14,-1-1 0,0 0 0,0 0 0,0 0 0,0 0 0,1-1 0,-1 0 0,0 0 0,0 0 0,7-4-1,49-22 17,-26 6 25,0-1 1,-2-1-1,0-2 1,-2-1-1,-1-2 0,-1-1 1,39-50-1,-65 74-102,1 0-1,-1 0 1,0-1-1,-1 1 1,5-11-1,-3 4-72,-4 11 105,0 1 1,0-1-1,0 0 0,0 0 0,0 1 0,0-1 1,0 0-1,0 0 0,0 1 0,0-1 0,0 0 1,0 1-1,-1-1 0,1 0 0,0 1 1,-1-1-1,1 0 0,0 1 0,-1-1 0,1 1 1,-1-1-1,0 0 0,-1-1-27,2 1 30,0 0 0,0 0-1,0 0 1,-1 1 0,1-1-1,0 0 1,-1 0 0,1 0-1,0 1 1,-1-1 0,1 0 0,-1 1-1,0-1 1,1 0 0,-1 1-1,1-1 1,-1 1 0,0-1-1,1 1 1,-1-1 0,0 1 0,0-1-1,1 1 1,-1 0 0,0-1-1,0 1 1,0 0 0,0 0-1,1 0 1,-1 0 0,0 0 0,0-1-1,0 2 1,0-1 0,0 0-1,1 0 1,-1 0 0,0 0-1,-1 1 1,-3 0-7,0 0 0,1 0 0,-1 1 0,1 0-1,0-1 1,-1 2 0,1-1 0,-6 5 0,9-6 14,1-1-1,-1 1 1,1 0 0,-1-1-1,1 1 1,0 0 0,0-1 0,-1 1-1,1 0 1,0 0 0,0-1 0,0 1-1,0 0 1,0 0 0,0 0 0,0-1-1,0 1 1,0 0 0,0 0 0,0-1-1,1 2 1,-1 1-2,0 0 20,0 1 0,0-1 0,0 1 0,1 0-1,-1-1 1,1 1 0,0-1 0,0 0 0,0 1 0,1-1 0,-1 0 0,1 1 0,0-1 0,0 0 0,0 0 0,0-1 0,0 1 0,5 4-1,-3-4 14,0 0-1,1-1 0,-1 1 0,1-1 0,-1 0 1,1 0-1,0-1 0,-1 1 0,1-1 0,0 0 0,10 0 1,5 0 39,0-2 0,0 0 0,0-2 0,0 0 0,26-8 0,-28 7-52,-2 0-21,0 0 0,0-1-1,-1 0 1,20-11 0,-32 15-48,0-1-1,-1 0 1,1 0 0,0 0 0,-1 0-1,0 0 1,1 0 0,-1-1 0,0 1 0,0-1-1,-1 1 1,3-4 0,-3 4-28,-1 0 0,1-1-1,-1 1 1,1 0 0,-1 0 0,0 0 0,0-1 0,0 1-1,0 0 1,0-1 0,0 1 0,0 0 0,-1 0 0,0 0-1,1-1 1,-1 1 0,0 0 0,0 0 0,-1-2 0,0 1-32,0 0 1,-1 0 0,1 0-1,-1 0 1,1 1 0,-1-1 0,0 1-1,0-1 1,-5-2 0,-16-15-451,23 19 550,0 1 0,0-1-1,0 0 1,0 0 0,0 1 0,1-1-1,-1 0 1,0 1 0,0-1 0,-1 1-1,1-1 1,0 1 0,0 0 0,0-1-1,-2 1 1,-12-6 312,-9-6 110,22 11 223,15 10-90,-3-3-356,-5-2-82,0 0 1,0-1-1,1 0 0,0 0 1,0 0-1,0-1 0,7 2 0,21 4 288,-31-8-295,14 3-22,-16-3-91,0 1 0,0-1 0,0 0 0,0 0 0,0 0 0,0 0 0,0 0 0,0 0 0,-1 0 0,1-1 1,0 1-1,0 0 0,0-1 0,0 1 0,0 0 0,0-1 0,0 1 0,-1-1 0,1 1 0,0-1 0,0 1 0,-1-1 0,1 0 0,0 1 1,-1-1-1,1 0 0,0 0 0,-1 1 0,1-1 0,-1 0 0,0 0 0,1 0 0,-1 0 0,0 0 0,1 0 0,-1 0 0,0 1 0,0-1 1,0 0-1,0 0 0,0 0 0,0 0 0,0 0 0,0 0 0,0-1 0,-6-40-1070,5 35 958,-1 0-1,1 0 1,0 0 0,1 0 0,0-1 0,1-11 0,0 15 214,0 0 1,0 0-1,1 0 1,-1 0 0,1 0-1,0 0 1,0 1 0,0-1-1,0 1 1,1-1 0,-1 1-1,1 0 1,0 0 0,0 0-1,4-2 1,-5 3 57,0 1-1,0-1 1,0 1 0,0 0-1,1 0 1,-1 0 0,0 0 0,1 0-1,-1 1 1,0-1 0,1 1-1,-1 0 1,1-1 0,-1 1 0,1 0-1,-1 0 1,1 1 0,-1-1-1,1 0 1,-1 1 0,1 0-1,-1-1 1,0 1 0,1 0 0,-1 0-1,4 3 1,137 99 3871,-109-76-4926,-34-27 891,0 1 0,0-1 0,0 0 0,0 0 0,0 0 0,0 0 0,0 0 0,0 0 0,0 0 0,0 0 1,0 0-1,0 0 0,0 0 0,0 0 0,1 0 0,-1 0 0,0 0 0,0 0 0,0 0 0,0 0 0,0 0 0,0 0 0,0 0 0,0 0 0,0 0 0,0 0 0,0 0 0,1 0 0,-1 0 0,0 0 0,0 0 0,0 0 0,0 0 0,0 0 0,0 0 0,0 0 0,0 0 0,0 0 0,0 0 0,0 0 0,0 0 0,1 0 0,-1 0 0,0 0 0,0-1 0,0 1 0,0 0 0,0 0 0,0 0 0,0 0 0,0 0 0,0 0 0,0 0 0,0 0 0,0 0 0,0 0 0,0 0 0,0-1 0,0 1 0,0 0 0,0 0 0,0 0 0,0 0 1,2-4-381,0 0 1,0 0-1,0 0 1,-1-1 0,0 1-1,1 0 1,-1-1 0,-1 1-1,1 0 1,-1-1 0,0 1-1,0-8 1,-1-1-1954,-1 1 0,0-1 0,-7-18 0,-2-1-7616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0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95 664 15645,'9'-51'1965,"-1"33"-593,-11 4-324,0-6-140,-2 0-12,-1 0-56,6-9-112,0 0-188,-3 0-168,0-20-196,3 32-256,0-20-156,-6-24-228,-2 10-608,-7 2-472,-2-6-540,-3-2-3581,-3-1-4696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2094 8721,'-13'2'399,"10"-1"-295,0 0 1,0-1-1,0 1 0,0-1 0,0 0 0,1 1 0,-1-1 1,0 0-1,0-1 0,0 1 0,0-1 0,0 1 1,0-1-1,0 0 0,0 0 0,1 0 0,-4-2 1,3 0 88,0 0 1,1 0 0,-1 0 0,1 0 0,-1-1-1,1 1 1,0-1 0,1 0 0,-1 1 0,1-1 0,-1 0-1,0-5 1,-7-51 1097,8 52-1188,-9-310 2692,10 199-2245,-1 63-413,-20-609 1595,8 512-1749,-7 0 0,-52-199 0,68 334-165,-2 0 1,-1 0 0,0 0-1,-1 1 1,-14-21 0,21 36 44,0-1 0,0 2 0,-1-1 0,1 0 0,-1 0 0,0 0 0,1 1 0,-1-1 0,0 0 0,0 1 0,0 0 0,0-1 0,0 1 0,0 0 0,-1 0 0,1 0 0,0 1 0,0-1 0,-1 0 0,1 1 0,-1 0 0,1-1 0,-3 1 0,0 1-512,1 0 0,-1 0 0,1 0 0,0 0 0,0 1 0,-1 0 1,1 0-1,0 0 0,-5 4 0,-6 4-5574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78 122 5412,'-20'62'1267,"3"0"0,-10 66 0,21-81-1621,-2 73 1,9-94-692,5 38-1,4-9 3907,-10-52-994,6-20-558,11-70 17,-3-1-1,-4 0 1,-2-133 0,-20 84 766,10 120-1826,2 13 652,1-19-345,0 17 344,2 27-521,-1 7-248,-2-1 0,-4 45 0,0-22-46,-38 1122 4222,37-806-3512,1 356 144,49 681-453,-12-768-546,-11-300-992,-21-331 819,-1 1-1,1-1 1,1 1-1,-1-1 1,0 1-1,4 4 1,-2-1-383,0-41-1704,-4-50-2222,-13-89 1,7 103 195,-2-26-3872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0 804 5308,'0'0'5692,"0"-4"-5137,0-29 407,0 30 381,1 1-832,13-19 2506,-14 18-2559,5-24 351,-5 25-365,24-14 888,77-16 25,-24 10-783,82-13-1,80 0-212,-151 22-178,383-35-57,-268 31-107,87-3-7,100-10 10,-332 22-22,882-96 11,-262 66-6,-431 28 10,260-45 0,114-23 34,-618 77-52,457-38 22,-106 5 36,-251 24-52,114 4 0,-98 5-25,4 1 33,63-2 266,376-36-64,-134 21-212,-160 21 45,-142 7-69,-2-1 158,-91-8-102,0 1 1,0 2-1,0 2 0,32 10 0,-58-15-27,-1 1-1,1 0 1,-1 0-1,0 0 1,1 1-1,-1 0 0,-1 0 1,1 1-1,-1-1 1,9 11-1,4 5 31,22 36 0,-28-38-45,7 12 30,-2-1 0,-1 2 0,-1 1 0,-2 0 0,-2 0 0,13 53 0,22 209 388,-37-217-238,20 172-17,46 347 106,-44-24 131,-28-255 40,0-74-125,4 28-116,-2 62 17,-6-212-179,-7 169 87,0-113-60,-3 43 85,10-182-622,2 0-1,2 0 1,2-1 0,12 51 0,-16-84 334,0 0 0,0 0-1,1 0 1,0 0 0,3 5 0,-1-1-175,-3-5-580,-7-4-2260,0 0 1421,0-1 0,0 0 0,0 0 0,-6-4 0,-6-9-6636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10 898 8117,'-9'6'3733,"24"-12"1063,11-3-3652,21-3 163,94-9 0,52 11 36,-43 2-761,299-18 373,138-11-523,299-53-140,126-3-36,3 33-402,-840 49 121,248-6-61,451 0-39,-267-7-77,-123-29 137,-123 8 39,-304 40 23,251-19 67,-241 21-44,226-21 304,-233 17-287,96-18 56,-53 7-93,-63 13 12,60-17 0,-36 7-5,-45 12 518,31-10 1,-23 7 548,43-2 0,-27 3-651,-17 3 370,48 1 0,-49 1-642,38-3 0,77-11 744,-137 14-662,15-3-9,-1 3-69,-14 0 180,-6-2-955,-7-1 198,7 2 201,0 0 0,0 0 0,0 0 0,0 0 0,1-1 0,-1 1 0,0-1 0,1 0 0,-1 0 0,1 0 0,0 0 0,0 0 0,0 0 0,-2-3 0,-26-40-3814,-4-6-4876,13 21-2309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3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6028 0 7657,'-6'1'263,"3"-1"-51,1 0 0,-1 0 0,0 0 0,0 1 0,0 0 0,0-1 0,0 1 0,1 0 0,-10 6 8722,8-8-8678,-1 0-116,-1 0-1,0 1 1,0 0-1,0 0 1,0 0-1,1 0 1,-12 3 0,3 1 142,-1-1 0,-19 2 1,-24 6 274,27-3-135,-1-2 0,-61 5 0,-66-8 198,91-4-485,-92 12-1,-171 41-113,-22 4-40,-116 14 365,266-30-257,116-20 50,-158 41-135,-59 13 97,85-19-10,-31 14-141,37-10 126,-494 153-11,550-157-75,-288 110 10,346-125 8,-245 107 20,262-107 14,2 3 0,-81 59-1,117-71-22,2 2 0,1 3 0,1 0 0,2 3 0,2 1 0,2 2 0,1 1 0,-51 93 0,64-95-22,2 2-1,1 0 1,3 0 0,2 2-1,-13 83 1,19-81 80,1 1 0,3-1 0,2 0 0,3 1 0,1-1 0,2 0 0,16 61 0,-8-60 26,1 0-1,2-2 1,47 89 0,92 98 315,-76-119-314,-62-88-68,1-1 0,2-1 0,0-1 0,2-1 0,0 0 0,35 23 0,-14-13 73,-16-11-77,1-2 0,34 18-1,38 7 8,2-5-1,1-4 1,2-5-1,132 21 0,-168-37-25,89 12-80,281-15-41,-273-22-37,-27 0-154,320-7-123,-198 4 290,-30-7-58,-83 5-1,315-31-304,-174 7 261,-73-3 180,-51 8-10,-91 21 142,120-21-188,271-57 91,-26-38-360,-398 117 341,104-39-39,28-8 94,-101 37-61,-1-4 1,-2-2-1,-1-4 1,-1-2-1,-2-4 1,106-81 0,-130 84 48,-1-3 1,-2-1 0,-1-2 0,-3-1 0,-1-2-1,46-83 1,-36 33-2,-15 30 30,-10 20 79,25-93 0,-24 66-7,58-177 534,-65 208-352,-2 1 0,-2-1 0,-2-1 0,-1 0 0,-3 0-1,-1 0 1,-4-50 0,-9-73 699,-8-88 300,15 231-1198,0 0 1,-13-32-1,8 24-15,4 14-53,0 0-1,-1 1 1,0-1-1,-1 2 1,-12-19-1,-73-116 134,-41-41 303,119 173-434,-1 0 0,-28-23 1,27 26-6,-6-4-3,-34-20 1,18 13 31,10 7 57,0 1 0,-49-20 1,46 26-18,-1 2 1,0 2 0,-50-6-1,79 12 34,-26-12 277,26 12-156,-14-2-74,-39-7-56,23 3-22,-1 2-1,-39-1 0,12 7-67,1 3 1,0 3-1,-86 20 1,-258 60-1239,390-84 624,-96 17-1624,55-18-1768,-1-10-5655,30 2-2497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0 8153,'20'21'7994,"-34"-40"-4225,12 70-3026,-2 0 0,-17 83 0,-39 104 332,24-101-191,-238 1104 3155,267-1207-4001,-83 438 50,23 0-2967,48-317-2550,18-151 2353,-2-24-10825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231 395 8185,'-5'6'92,"-22"29"1601,-30 53 0,49-69-789,0 0-1,1 1 1,-8 33 0,11-33-297,-2 0 1,-16 38 0,-48 66 2745,68-121-2512,12-18-261,40-108-130,-18 40-292,110-217 325,-115 253-305,2 2-1,2 1 1,2 1 0,45-46 0,-70 81-65,1 0 1,-1 0 0,2 1-1,-1 0 1,1 0-1,0 1 1,12-5-1,-17 9-48,-1 0 0,1 1-1,-1 0 1,1 0 0,0 0-1,-1 1 1,1-1-1,0 1 1,0 0 0,-1 0-1,1 1 1,0 0-1,0-1 1,-1 2 0,1-1-1,-1 0 1,1 1 0,-1 0-1,0 0 1,5 3-1,6 4 56,-1 2 0,0-1-1,-1 2 1,-1 0 0,1 0-1,-2 1 1,20 28 0,0 8 41,25 56 0,-13-24-282,-20-38-656,27 67-1,-25-29-2585,-20-58-1134,3 38 0,-7-26-5886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194 101 12113,'-2'1'31,"-19"10"1474,-32 22 1,47-29-1101,0 1-1,0 1 0,0-1 1,1 1-1,-1 0 1,1 0-1,1 1 1,-8 13-1,5-7-5,1 1-1,0 0 1,1 0-1,1 0 0,0 1 1,1 0-1,1-1 1,-1 19-1,2-23-221,1-1 0,1 0-1,0 1 1,0-1 0,1 0-1,4 13 1,-6-20-106,1 0 0,-1 0 0,1 0 0,0 0 0,0 0 0,0 0-1,0 0 1,1 0 0,-1 0 0,0-1 0,1 1 0,-1 0 0,1-1 0,0 1 0,-1-1 0,1 0 0,0 0 0,0 1-1,0-1 1,0-1 0,0 1 0,0 0 0,0 0 0,0-1 0,0 1 0,1-1 0,-1 1 0,0-1 0,0 0 0,0 0-1,1 0 1,-1 0 0,0-1 0,0 1 0,3-1 0,6-2 127,0-1 0,0 0-1,0-1 1,-1 0 0,0-1 0,0 0 0,0 0-1,-1-1 1,17-15 0,-8 3 139,0 0 1,-2-1-1,20-32 1,-31 46-280,-1 0 1,-1-1-1,1 0 0,-1 0 1,0 0-1,-1 0 1,0-1-1,0 1 1,-1-1-1,1 1 0,-2-1 1,1 1-1,-1-13 1,-1 13-103,0 1 0,-1 0 0,1 0 0,-1 0 0,-1 0 0,1 0 1,-1 0-1,0 1 0,0-1 0,0 1 0,-1 0 0,0 0 0,0 0 0,0 0 0,-1 1 1,-8-7-1,2 3-394,-1 1 0,1 0 0,-1 1 1,0 0-1,-1 1 0,1 1 0,-15-4 0,-35-6-2956,3 4-4228,52 9 6407,-30-4-9638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1559 12793,'-5'3'484,"1"1"1,-1-1-1,1 1 0,0 1 0,0-1 0,0 1 1,-6 10 2185,8-16-2591,1-1-1,-1 1 1,1 0 0,-1-1-1,1 1 1,-1-1-1,1 1 1,0-1 0,0 0-1,0 0 1,0 1 0,0-1-1,0 0 1,0-3 0,-5-19 530,-3-39 1,3 11 91,-5-19 394,-10-57 1173,-7-207-1,31 187-1228,6 0 0,7 0-1,44-184 1,-42 244-1628,-18 86 453,1-1 1,-1 1-1,1 0 1,0 0-1,-1 0 1,1-1-1,1 1 1,-1 0-1,0 0 1,0 1-1,1-1 1,-1 0-1,1 0 1,-1 1-1,4-4 1,-4 5 48,-1 0 0,1-1 0,0 1 0,-1 0 1,1 0-1,-1-1 0,1 1 0,0 0 0,-1 0 0,1 0 1,-1 0-1,1 0 0,0 0 0,-1 0 0,1 0 0,0 0 0,-1 0 1,1 0-1,-1 0 0,1 0 0,1 1 0,-1 0-74,0 0 0,0 0-1,0-1 1,0 1 0,0 0 0,-1 0-1,1 0 1,0 0 0,0 0-1,-1 0 1,1 1 0,0-1 0,-1 0-1,1 2 1,6 17-3482,-1 0 1,5 37-1,-5-3-7096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18798,'2'-17'2528,"21"11"-396,-8-3-368,2-2-412,-5 2-379,2 6-561,-5-5-828,5-1-729,-8-11-1347,-1 3-608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1399 11685,'-6'17'196,"0"0"-1,2 0 0,-1 0 1,2 1-1,-2 28 1,3-13-177,-3 38-1902,4-22 7046,1-51-4698,-1-1 0,1 1 0,-1 0 0,0 0 0,0 0 0,0 0 0,0-1 0,0 1 0,-1-2 0,-6-11 537,-3-30 571,3 0 1,1-1-1,-1-70 1,4 51-769,-11-773 3054,19 420-3860,-5 413-185,1-1 1,1 1 0,-1 0-1,1 0 1,0 0 0,0 0-1,0 0 1,1 0 0,3-9-1,-4 13 93,-1 0 0,1 0 0,-1 1 0,1-1 0,0 0 0,-1 0 0,1 1 0,0-1 0,0 1 0,-1-1 0,1 1-1,0-1 1,0 1 0,0-1 0,0 1 0,0 0 0,0-1 0,0 1 0,1 0 0,0 0-26,0 0-1,0 0 1,0 0 0,0 1 0,0-1 0,0 1-1,0-1 1,0 1 0,0 0 0,-1 0 0,1 0-1,3 2 1,3 3-665,-1 1 0,0 0 0,0 0-1,0 0 1,-1 1 0,0 0 0,6 11-1,-1-2-1324,18 25-4134,7 9-3648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17750,'0'0'2552,"6"-14"-528,2 2-344,4 1-340,-1-4-324,7 4-568,-4-1-924,9 4-408,0 2-1164,-9-3-1516,4 6-2329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4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237 527 14441,'-8'3'1059,"-2"0"305,2-3 4193,17-17-1475,-4 9-3395,1 0 0,0 1 1,0-1-1,1 1 0,0 1 0,0-1 0,12-7 0,3-4 80,-15 7-865,-13-19-1353,6 30 1424,0 0 0,0 0-1,0 0 1,0 0 0,0-1-1,0 1 1,0 0 0,0 0 0,0 0-1,0 0 1,0 0 0,0-1-1,0 1 1,0 0 0,0 0 0,0 0-1,0 0 1,0 0 0,0 0-1,-1 0 1,1-1 0,0 1-1,0 0 1,0 0 0,0 0 0,0 0-1,0 0 1,0 0 0,-1 0-1,1 0 1,0 0 0,0 0 0,0 0-1,0 0 1,0 0 0,-1 0-1,1 0 1,0 0 0,0 0 0,0 0-1,0 0 1,0 0 0,-1 0-1,1 0 1,-17-2-720,-1 1-1,1 1 1,-1 0-1,1 2 1,-1 0-1,1 0 1,-29 10-1,37-10 835,1 1 1,0 0-1,0 1 0,0 0 0,1 0 0,-1 0 1,1 1-1,0 0 0,0 1 0,1 0 0,-1 0 1,1 0-1,1 0 0,-1 1 0,1 0 0,0 0 1,1 1-1,-4 8 0,7-14 11,0 0 0,0 0 0,1 0 0,-1 1 0,1-1 1,0 0-1,0 0 0,0 0 0,0 0 0,0 1 0,0-1 0,0 0 0,1 0 0,-1 0 0,1 0 0,1 4 0,0-2 55,0 0-1,1 1 1,0-1-1,-1 0 0,2-1 1,-1 1-1,4 3 0,5 4 172,1-1 0,0 0 0,19 10 0,-20-12-304,0-1 0,0-1 0,1 0 1,-1 0-1,2-1 0,-1-1 0,0 0 1,1-1-1,0-1 0,0 0 0,17 0 0,-9-1-504,39-2-1967,-55 0 2059,-1 1 0,1-1 0,0-1 0,-1 1 0,0-1 0,1 0 0,-1 0 1,0 0-1,5-4 0,-4 2-198,0 0 0,-1-1 1,0 0-1,0 0 0,0 0 1,-1 0-1,1-1 0,-1 0 1,0 0-1,3-7 0,1-6-658,0-1 0,5-22 0,-4 11 903,-2 12 1227,1 0 1,1 1-1,1 0 0,0 0 1,20-25-1,-24 36-400,1 1 1,0 0-1,-1 0 0,2 1 1,-1 0-1,1 0 0,-1 0 1,10-3-1,-15 7-373,0 1 88,0 0-1,0 0 1,1 1 0,-1-1-1,0 0 1,0 1-1,1 0 1,-1-1-1,0 1 1,0 0-1,0 0 1,0 0-1,2 2 1,-2-1-94,0 0 1,-1 0-1,1 0 0,-1 1 1,1-1-1,-1 0 0,0 1 0,0-1 1,0 1-1,0 0 0,-1-1 1,2 6-1,2 38 630,-3-24-498,0 10-126,-1-25-202,0 0-1,0 0 0,1 0 1,0 0-1,0 0 1,0 0-1,5 11 0,-5-16-218,0-3 296,0 1-1,1-1 0,-1 1 0,0-1 1,0 1-1,0-1 0,0 1 0,0-1 0,1 0 1,-1 0-1,0 0 0,0 1 0,-1-1 1,1 0-1,0 0 0,1-2 0,12-18 132,-14 20-115,51-108 1196,68-89 841,-96 161-1822,-11 19-558,-1-1-1,27-30 1,-33 44-411,-1 0 1,1 0-1,-1-1 1,4-6-1,0-13-9841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5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11 141 10505,'-10'6'5438,"28"-8"2337,-3 1-8440,203-20 5253,-142 13-3865,200-27 790,-154 18-1063,161-25 138,-280 42-541,0 0-59,0 0 37,19 1-195,-22 3-113,-13 2-56,13-5 301,-12 4-845,1-1 0,-1 0 0,-13 3 0,21-6 497,0 0-1,-1-1 1,1 0-1,0 0 1,0 0-1,0 0 1,0-1 0,0 1-1,0-1 1,0 0-1,0 0 1,1-1 0,-8-2-1,4 0-483,-15-8-1489,7-1-3377,3-2-3518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8:5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32 187 7945,'-32'18'12066,"34"-20"-11734,1-1 1,-1 1-1,1 0 0,-1 1 0,1-1 0,0 0 1,3-1-1,0 2 133,-1-1 0,1 1 0,0 0 0,11 0 0,9-2 433,234-45 2318,-67 11-2199,268-44 326,-435 76-1353,0 1-1,28 1 1,-55 7-53,-1 2 26,0-1 1,0 1 0,-1-1 0,0 0 0,0 0 0,0 0-1,0 0 1,-1 0 0,0-1 0,0 1 0,0-1-1,0 0 1,-1 0 0,0-1 0,-6 5 0,-53 39-1600,62-45 744,-2-4-739,0 1 1089,0-1 0,1 0-1,-1 0 1,1 0 0,0 0-1,-1-1 1,1 0 0,-5-5-1,3 3-679,-16-15-5373,0 0-4359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1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27 536 9993,'0'0'2788,"-3"-2"-1628,-20-16 9437,23 16-10483,0 0 1,1 1 0,-1-1-1,1 1 1,-1-1-1,1 1 1,0-1 0,0 1-1,0-1 1,0 1 0,0 0-1,0-1 1,0 1 0,0 0-1,0 0 1,2-1 0,25-17 548,32-4-9,0 1 1,114-23 0,-102 28-434,487-97 493,-82 51-464,-164 23-128,15 8 538,-234 23-35,-25 1-348,-67 8-239,-25 14-3215,20-17 164,-8-7 1372,8 8 1144,1 0 0,0 0 0,-1 0 0,1-1 1,0 1-1,0-1 0,0 1 0,-2-6 0,3 6-141,0 0 1,0-1-1,1 1 0,-1-1 1,1 1-1,0-1 0,0 1 1,0-1-1,0-3 0,3-39-9719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2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2252 86 7961,'0'0'3133,"-3"1"-2119,3-1-1113,-10 6-85,-8-2 9936,8-7-8794,1 1-926,0-1 1,-1 2-1,0-1 0,1 1 1,-1 1-1,0-1 1,0 2-1,1-1 1,-17 4-1,10-1-20,0-2 1,-18 0-1,-38-1-13,0 3 0,-82 15 0,35-4 10,-51 10 53,-4 1 14,43-2-101,113-21 20,0 2-1,-17 5 1,-35 8 3,12-4 1,-86 29-1,26-6-13,53-19-19,-1 0 42,-86 33 0,8 2 24,103-38-14,21-7-11,0 1 0,1 0 1,-31 18-1,41-19-10,-1 0 1,1 1-1,1 0 0,-1 0 0,2 1 1,-1 0-1,1 0 0,0 1 1,1 0-1,-7 14 0,12-21-1,-4 26-21,4-27 29,-1 27-16,1-26 6,4 14-40,-2-10 42,0-1 0,1 0 1,-1 0-1,1 0 0,0 0 0,1 0 1,5 10-1,-4-10 7,-1 1 1,2-1-1,-1 0 1,0 0-1,8 6 0,2 4-7,-6-8 10,-1 0 0,2 0 0,-1-1 0,1 0-1,0-1 1,0 0 0,1-1 0,0 1 0,14 4-1,3 3 65,5 1-78,0-2 0,1-1-1,1-1 1,0-2 0,0-2-1,57 4 1,234 13-22,-190-22 15,-72-1 13,257-9-33,-151 6 30,-110-3 48,66-14-1,-90 13-7,144-38-71,-169 42 31,278-86-59,-213 65 38,-35 12 18,-1-1 0,48-24 0,-48 18-19,-27 14 42,0 0-1,-1-1 1,1-1 0,-1 0 0,-1 0 0,1-1-1,13-14 1,-18 15 20,0 0-1,0-1 1,6-9-1,-10 14-22,-1-1 0,1 1 0,-1 0 1,0-1-1,0 1 0,0-1 0,-1 1 0,1-1 0,-1 1 0,0-1 0,0-5 0,-1-20 93,1 21-63,0-1 0,-1 0 0,0 0 0,0 0 0,-1 0 0,0 1 0,-1-1 0,-6-16 0,-9-3 55,-1 0 0,-1 1-1,-1 1 1,-30-29 0,15 16 51,7 12-17,22 22-72,1-1 1,0 0-1,-9-11 0,-37-49 223,44 55-231,-1 1-1,0-1 0,-1 2 0,0 0 0,-18-12 1,21 16-135,0 1 0,-1 0 1,1 0-1,-1 1 0,0 0 0,0 1 1,0-1-1,-1 2 0,1-1 1,-10 0-1,-52-4-901,41 2-23,0 2 0,0 0 1,-29 4-1,10 4-1289,27-5-232,0 2 0,-33 9 0,37-5-3962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2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1314 205 7801,'2'8'10861,"-10"-22"-10224,6 12-564,0 1-1,-1-1 1,1 0-1,0 0 1,-1 1 0,1 0-1,-1-1 1,1 1-1,-1 0 1,1 0 0,-1 0-1,0 1 1,0-1-1,1 1 1,-1-1 0,-3 1-1,-55-1 448,47 1-422,-259 6 783,14 10-619,258-16-261,-40 2 8,0 2 0,0 2 1,-42 11-1,11 2 39,34-10-75,-53 21 1,-25 26 94,113-54-67,-10 5-7,0 0 0,1 1 1,-1 1-1,-18 18 0,26-23 5,1 1-1,0 0 0,0 0 1,0 0-1,1 0 1,0 0-1,0 1 1,0-1-1,1 1 1,0 0-1,0 0 1,0 0-1,0 0 1,0 11-1,2-9 6,0 0 0,0 0 0,1-1-1,0 1 1,1 0 0,0 0 0,0-1 0,0 1 0,1-1-1,0 0 1,1 0 0,-1 0 0,2 0 0,-1-1 0,0 1 0,1-1-1,1 0 1,-1 0 0,1-1 0,0 0 0,11 8 0,-1-2 4,1-1 1,0 0-1,1-2 1,0 0-1,1-1 1,-1 0-1,33 5 1,25 4-7,0-5 1,0-2-1,1-4 0,110-6 1,-72-11-27,0-5 1,169-47-1,-231 46 21,95-46-1,-93 38-21,60-33 191,-98 47-58,-1 0 0,0-1-1,-1-1 1,22-27 0,-35 38-86,0 0 0,0-1 1,-1 1-1,1-1 0,-1 0 1,0 1-1,0-1 0,0 0 0,-1 0 1,1-5-1,1-5 5,-2 10-20,0 0 1,0 0-1,0 0 1,-1 0-1,0 0 1,0 0-1,0 0 1,0 1-1,-3-8 1,2 7 6,-2-5-9,0 1 0,-1-1 0,0 1 0,0 1-1,-1-1 1,0 1 0,0 0 0,-1 0 0,0 1 0,0-1-1,0 2 1,-10-7 0,-13-6-128,0 1-1,-34-12 1,-20-11-1511,84 39 1624,-10-4-1231,0-1-1,-18-15 1,25 18 631,1 1 1,-1-1-1,1 0 1,0 0-1,0 0 1,0 0-1,0 0 1,0 0-1,1-1 1,-1 1-1,1-1 0,-1-6 1,2-13-6280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2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24470,'1835'-106'0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3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22 153 6309,'-3'-1'1226,"-3"-1"-2530,-6-3 8819,12 5-7410,0-1 0,0 1 1,0 0-1,0 0 1,0-1-1,0 1 1,0 0-1,0-1 1,0 1-1,0 0 1,0 0-1,0-1 1,0 1-1,0 0 1,0 0-1,0-1 1,0 1-1,0 0 1,0 0-1,0-1 1,1 1-1,-1 0 0,0 0 1,0 0-1,0-1 1,0 1-1,1 0 1,-1 0-1,0 0 1,0 0-1,0-1 1,1 1-1,-1 0 1,0 0-1,0 0 1,1 0-1,-1 0 1,0 0-1,0 0 1,1 0-1,-1 0 1,0-1-1,0 1 0,1 0 1,-1 0-1,0 0 1,1 1-1,8-4 212,0 0-1,0 1 0,1 1 0,-1-1 0,0 2 1,17-1-1,0 1 26,120-10 271,153-4-60,-121 9-318,-62 3-3,6 0-74,293-34-5,-15 10-194,-265 20 81,-60 4 6,46-5 8,59-5 9,-150 10-52,33 2 0,-6 0-3,248 7 60,-70 3-76,-107-11 18,314 12-119,-42 10 29,-213-18 90,-42 7-7,-103-5-45,139 7-2,37 8 67,-152-12 33,130 21-231,36 2-54,-171-21 204,96 11-38,-145-20 71,98 10-65,-107-10 60,0 0 0,1 0-1,-1-1 1,0 0 0,1 1 0,-1-1 0,1-1-1,-1 1 1,7-2 0,10 2-38,-10 1 40,0-1-1,0 0 1,11-1 0,-1 0 14,5 3 51,4-1-105,24-6 5,83 2-1,-108 3 49,1 0-8,193-9-24,71-31 10,-108 19 38,-121 10 12,-9 3-870,-42-16-2011,-46 6-985,-6-4-3284,18 14 1730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39:3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23197,'11280'0'0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4:01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32 193 7233,'0'-1'61,"0"1"1,0-1 0,0 0 0,0 1 0,0-1-1,0 1 1,0-1 0,0 0 0,0 1 0,0-1 0,0 0-1,0 1 1,0-1 0,-1 1 0,1-1 0,0 0-1,-1 1 1,1-1 0,0 1 0,-1-1 0,1 1-1,0-1 1,-1 1 0,1-1 0,-1 1 0,1-1-1,-1 1 1,1 0 0,-2-1 0,-22 6 13101,38-1-12948,77 22 7,1-3-1,168 19 0,281-21-263,-491-22 48,168-7 14,-150 5-17,62-6 2,22-7-25,93-16-94,-2-11-3,-102 15 34,0 7 0,179-5 0,-185 21 48,144 0 0,-181 6 37,46 1-6,21-4-6,-91-1-85,101-9 20,-34 1-55,-122 10 118,330-7-297,-113 14 309,33-1 25,-87-5-35,-34-3 51,48 2-21,12 7-24,-82-5 27,286-8-17,-225 1-18,17 0-3,-104 2-35,18 0 35,57-6 36,-49 5-14,-53 0-33,486-27 120,-503 35-102,-40-2 12,-1 0 1,24-1 0,11-3 8,50 3 1,45 1-8,-35-2 9,212 4 71,269-9-32,-1 10-18,-113 11-25,-116-2 150,-66 0-14,-1 0-51,-142-7-63,93 0-6,-159-6-24,-34 1 5,53-6-1,323-38 104,59 44 463,-440 1-441,467 44 931,-75 2-201,224-19-509,354 24 996,-911-46-822,143-6-1,104-29 227,9 11 21,87 15-186,-237 3-373,-149 1-97,-25-1 266,46-4 0,24-8 879,-73 11-1234,5 0-225,-37 0-877,-6-5-651,-49-65-3544,24 38-2270,-4 1-6452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1672 1 7665,'0'0'6110,"7"9"-5062,-7-9-958,1 1-1,-1-1 0,0 0 1,0 1-1,1-1 0,-1 1 0,0-1 1,1 0-1,-1 1 0,1-1 1,-1 0-1,0 0 0,1 1 0,-1-1 1,1 0-1,-1 0 0,1 1 1,-1-1-1,1 0 0,-1 0 0,1 0 1,-1 0-1,1 0 0,-1 0 1,1 0-1,-1 0 0,1 0 0,-1 0 1,0 0-1,1 0 0,-1 0 1,1 0-1,-1-1 0,1 1 0,-1 0 1,1 0-1,-1 0 0,1-1 1,-1 1-1,0 0 0,1-1 0,-1 1 1,0 0-1,1-1 0,-1 1 1,0 0-1,1-1 0,-1 1 1,0-1-1,0 1 0,1-1 0,-1 1 1,0-1-1,7-6 2573,-20 12-2494,12-5-159,0 1 0,0 0 0,0 0 0,-1-1 0,1 1 0,0-1 0,0 1 0,-1-1 0,1 0 0,0 1 0,-1-1 0,1 0 0,-3 0 0,-163-3 271,-148 4-4,165 19-100,136-18-118,-54 6-56,17 4-10,-66 2 118,107-12-55,0-1 1,-1 0-1,-18-2 0,17 0-1,-1 1-1,-17 2 0,-67 18 5,-19 4-72,21-5-7,21-2 136,20-8-135,46-7 28,0 0 0,0 0 0,1 1 0,-1 0 0,1 0 0,0 0 1,0 1-1,0 1 0,0-1 0,0 1 0,1 0 0,-11 11 1,10-7-18,-1 0 0,1 0 0,0 1 0,1 0 0,0 0 0,1 1 0,-6 14 0,-16 20-49,-10 26 96,34-64-37,1 0 1,0-1-1,0 1 0,0 0 0,1 0 1,-1 13-1,2-17-31,-1 1 15,1 9 15,-1 1 0,2-1 0,0 0 0,0 1 0,2-1 0,-1 0 1,2 0-1,0 0 0,0-1 0,1 1 0,1-1 0,0 0 0,0 0 0,10 12 0,4 5-40,-4-5 20,1-1 0,32 34 1,-31-39 3,0 0 61,34 28 0,-16-18-75,-6-5 57,37 22-1,91 40 13,-131-73-55,1-1 1,1-1-1,-1-1 0,2-2 0,57 8 1,-39-11 13,0-2 1,95-8 0,-75-3 19,-1-2 0,109-33 1,-134 31-43,-1-3 1,-1-1-1,-1-2 1,0-2-1,43-31 1,12-24-11,-19 14-1,-52 42 72,-1-2 0,0 0 1,34-49-1,-45 56-46,-8 12 7,-1 0 0,0 0 0,-1-1 0,1 1 0,-1-1 0,1 1-1,-1-1 1,1-6 0,9-19 234,-8 22-81,0 0 1,0 0 0,-1 0 0,0 0 0,0 0 0,1-15 0,3-11 797,-6 32-916,0 0 0,1 0 1,-1 0-1,0 0 1,0 0-1,-1 0 0,1 0 1,0 0-1,0 0 1,0 0-1,-1 1 0,1-1 1,0 0-1,-1 0 0,1 0 1,-1 0-1,1 0 1,-1 0-1,0-1 0,-2-1 78,-12-28 344,-2 1 1,-1 1-1,-1 1 0,-33-37 1,33 41-389,12 14-93,0 1 0,-1 1-1,0-1 1,0 1 0,-1 0 0,0 1-1,0 0 1,-16-8 0,1 0-861,17 11 231,0-1 0,-1 1 1,-12-5-1,-62-15-5901,61 19 491,-5 2-3825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1937 26 5985,'0'-26'13423,"-3"27"-13047,-23 5-40,0 0 0,0 2 0,-40 18 0,-77 46 143,87-43-289,-117 69 252,43-23-254,-5 4-73,3 6 0,3 5 1,-171 159-1,248-199-89,3 3 0,1 2 1,-49 76-1,48-54-6,3 2 1,-41 96-1,55-94-4,3 1-1,4 1 1,3 2 0,5 0 0,-11 128-1,20-73 4,6-1-1,26 232 1,49 113 251,-49-374-165,5 0-1,55 137 1,-47-158 67,5-1 0,3-3 0,4-1-1,3-3 1,77 91 0,-17-46 63,6-4-1,197 156 1,207 95-20,-475-337-1131,-43-33-60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2 360 9869,'0'0'90,"-1"0"-1,1 1 1,0-1 0,0 0-1,0 0 1,0 0 0,0 1-1,0-1 1,0 0 0,-1 0-1,1 0 1,0 1 0,0-1-1,0 0 1,0 0 0,0 1-1,0-1 1,0 0 0,0 0-1,0 1 1,0-1 0,0 0-1,0 0 1,1 0 0,-1 1-1,0-1 1,0 0 0,0 0-1,0 0 1,0 1 0,0-1-1,0 0 1,1 0 0,-1 0-1,0 1 1,0-1 0,12 8 3268,18 6 224,-26-12-3950,72 32 2994,-15-6-708,72 21 0,-74-34-1367,1-3 1,62 5-1,-115-16-475,0 0 0,0-1-1,0 0 1,0 0 0,0-1-1,1 0 1,-1 0 0,0 0-1,-1-1 1,1 0-1,0-1 1,10-4 0,-13 4-39,0 1 1,-1-1-1,1 0 1,-1 0 0,1-1-1,-1 1 1,0-1-1,0 0 1,0 1-1,-1-1 1,0 0-1,1-1 1,-1 1-1,-1 0 1,1-1-1,-1 1 1,1-1-1,0-8 1,0-1 11,-1 0 0,-1 1 0,0-1 0,0 0 0,-2 0-1,0 0 1,0 1 0,-9-27 0,-5-3-278,-30-57 1,27 61-3192,-23-65 1,37 90 277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6 12177,'0'0'108,"0"-1"1,-1 1-1,1-1 0,-1 1 0,1-1 1,-1 1-1,1 0 0,-1-1 1,1 1-1,-1 0 0,1 0 0,-1-1 1,0 1-1,1 0 0,-1 0 0,1 0 1,-1 0-1,0 0 0,1 0 0,-1 0 1,1 0-1,-1 0 0,0 0 1,1 0-1,-1 0 0,0 0 0,1 1 1,-1-1-1,1 0 0,-1 0 0,1 1 1,-1-1-1,1 0 0,-1 1 1,0 0-1,-2 0 1310,1-1-287,-5 2-847,0-1 0,1 1-1,0 1 1,-1-1 0,1 1 0,0 0-1,0 0 1,1 1 0,-11 7-1,-3 4-10,0 2-1,1 0 1,0 0 0,2 2-1,-20 27 1,17-28 1376,16-16-1243,16 12 1301,-3-6-1440,1 0 0,0-1-1,0-1 1,0 1 0,1-2 0,17 7-1,-18-9-164,0 2 0,0 0-1,0 0 1,0 1 0,-1 0-1,0 1 1,0 0 0,11 11-1,-14-10-183,-1 0-1,0 0 1,0 0 0,-1 0-1,0 1 1,-1 0-1,1 0 1,-2 0-1,1 1 1,-2-1-1,1 1 1,-1 0 0,-1-1-1,2 20 1,-3-14-954,-1 0 1,0 0 0,-5 24 0,1-19-2090,0-1 1,-11 24-1,-6 8-8781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16221,'17'2'2067,"-13"-2"-395,-13 24 735,7-5-2105,1 0 1,0 0-1,1 0 0,1 0 0,1 0 0,4 22 0,1 9 29,45 227 618,-15-99-585,-28-128-259,20 56 0,-27-101-77,0 1 0,1-1 0,0 0 0,0 0 0,0-1 0,7 9-1,-4-7 36,-6-5-61,0-1 0,0 0 0,0 0 1,0 0-1,0 0 0,0 0 0,0 0 1,0 0-1,0 0 0,0 1 0,0-1 1,1 0-1,-1 0 0,0 0 0,0 0 1,0 0-1,0 0 0,0 0 0,0 0 1,0 0-1,1 0 0,-1 0 0,0 0 1,0 0-1,0 0 0,0 0 0,0 0 1,0 0-1,1 0 0,-1 0 0,0 0 0,0 0 1,0 0-1,0 0 0,0 0 0,0 0 1,1 0-1,-1 0 0,0 0 0,0 0 1,0 0-1,0 0 0,0 0 0,0 0 1,0-1-1,1 1 0,-1 0 0,0 0 1,0 0-1,7-5 32,1-1 0,-1 1 0,-1-1-1,1 0 1,-1-1 0,0 0 0,0 0 0,-1 0 0,9-16 0,3-11 37,15-38-1,-15 32-78,15-35-429,-31 71 331,1 0 1,-1 0-1,1 0 1,0 0-1,1 0 0,-1 0 1,1 1-1,-1 0 1,1-1-1,0 1 0,4-3 1,-6 5 61,1 1 0,-1 0 0,0-1 0,0 1 0,0 0 0,1-1 0,-1 1 1,0 0-1,0 0 0,1 0 0,-1 0 0,0 1 0,0-1 0,1 0 0,-1 0 1,0 1-1,0-1 0,1 0 0,-1 1 0,0 0 0,0-1 0,0 1 0,0 0 1,0-1-1,0 1 0,1 1 0,2 3-36,-1 1 0,0-1 0,0 1 0,0-1 0,0 1 1,2 11-1,7 13-105,4 3 31,-5-8 32,1-1 1,2 0 0,23 31 0,-33-49 142,1 0 1,0-1 0,1 0-1,-1 0 1,1 0 0,0-1-1,0 1 1,0-1 0,1-1-1,0 1 1,-1-1 0,1 0-1,0-1 1,0 0 0,1 0-1,-1 0 1,10 0-1,-4-2 23,0 0 0,0-1-1,0-1 1,-1 0-1,1 0 1,-1-2-1,1 1 1,-1-2-1,0 1 1,0-2-1,11-6 1,0-2-16,-1 0 0,-1-2 0,-1 0 0,25-25 0,-41 38-64,-1-1 0,0 0 1,-1 1-1,1-1 0,0 0 1,-1 0-1,0-1 0,2-5 1,-1 3-25,-3 6 48,1 0 0,-1 0 0,0 0 0,0 0 0,1 0 0,-1 0 0,0 0 0,0-1 0,0 1 0,-1 0 0,1 0 0,0 0 0,0 0 0,0 0 0,-1 0 0,1 0 0,-1 0 0,0-1-1,-1-3-31,2 2 3,-1 0 0,0 0 0,0 0 0,0 0-1,0 1 1,-1-1 0,1 0 0,-1 1 0,0-1 0,0 1 0,1-1 0,-5-3-1,4 4-62,-19-8-99,26 13 276,-1-1-1,1 1 1,0-1-1,0-1 1,0 1-1,0-1 1,0 1 0,0-2-1,1 1 1,-1 0-1,0-1 1,1 0-1,-1 0 1,0-1-1,0 0 1,10-2 0,12-1 461,172-32 1688,-168 31-2005,-8 2-162,36-12-1,-48 12-411,-13 1-137,-22 3-510,4 0 626,-30-5-1770,1-1-1,-81-20 1,-16-21-7587,119 34 4354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1075 14397,'-6'3'607,"0"0"0,0 1 0,1 0-1,-1 0 1,1 0 0,-8 8 0,11-10-435,0 1 1,0 0 0,0 0-1,0 0 1,0 0 0,1 0 0,-1 0-1,1 0 1,0 1 0,0-1-1,0 0 1,0 1 0,1-1 0,-1 1-1,1 3 1,0 13 91,1 0 1,1 0 0,6 24-1,-6-35-191,1 0 1,-1 0-1,2 0 0,-1 0 0,1-1 1,1 1-1,0-1 0,0 0 1,8 9-1,-10-14-41,-1-1-1,1 0 1,0 0 0,0 0 0,0 0-1,1-1 1,-1 1 0,0-1 0,1 0-1,-1 0 1,1 0 0,-1 0 0,1-1-1,-1 1 1,1-1 0,-1 0 0,1 0-1,-1 0 1,1-1 0,3 0 0,2-1-4,1 0 0,-1 0 1,0-1-1,0 0 0,0 0 1,11-7-1,22-17-96,69-59 0,-58 43-291,-42 33 64,0 0 0,12-14-1,-5 4-382,-17 20 651,0 1 0,0-1 0,-1 0 0,1 0 0,0 1 0,0-1 0,-1 0 0,1 1 0,0-1 0,0 1 0,-1-1 0,1 1 0,-1-1 0,1 1 0,0 0 0,-1-1 0,1 1 0,0 1 0,-1-2-24,7 8-63,0 0 0,9 17 0,-11-18 73,-1 0 1,1 0 0,1-1-1,10 12 1,-13-16 85,-1 0 0,1-1 1,0 1-1,0 0 0,0-1 0,0 1 0,0-1 0,0 0 0,0 0 1,1 0-1,-1-1 0,0 1 0,0-1 0,1 0 0,-1 0 0,5 0 1,-4-1 9,0 1 0,-1-1 1,1 0-1,0-1 0,-1 1 1,0-1-1,1 1 0,-1-1 1,0 0-1,0 0 1,0 0-1,0-1 0,0 1 1,0-1-1,-1 0 0,1 1 1,-1-1-1,4-7 0,0 1 69,-1-1-1,0 0 0,0 0 0,-1 0 0,3-13 0,3-18 99,-2 0 0,-1 0 0,-3 0 0,0-58 0,-7 19-100,-18-103 0,16 148-106,-44-225 374,-48-22 1857,96 280-2199,0 0 1,0-1-1,0 1 0,0 0 1,0 0-1,0 0 0,-1 0 1,1 0-1,-1 0 0,1 0 1,-1 1-1,0-1 0,-4-2 1,6 3-42,0 1 1,-1 0-1,1 0 1,-1 0-1,1 0 1,0 0-1,-1 0 1,1 0-1,-1 0 1,1 0-1,0 0 1,-1 0-1,1 0 1,-1 0-1,1 0 1,0 0-1,-1 0 1,1 0-1,-1 0 1,1 0-1,0 1 1,-1-1-1,1 0 1,0 0-1,-1 0 1,1 1-1,-1-1 1,0 1 2,1 1 1,-1-1-1,0 0 1,1 0-1,-1 0 0,0 1 1,1-1-1,-1 0 1,1 1-1,0-1 1,0 0-1,-1 2 1,-1 16 56,1 1 0,1-1 0,3 38 0,16 63 25,-18-114-83,16 76-110,3-1 0,4-1 0,48 110-1,-44-128-1012,4-2 0,1-1 0,4-2-1,73 89 1,-104-138 750,0-1 0,1-1-1,-1 1 1,2-1 0,-1 0 0,1-1-1,14 9 1,-17-12-34,0-1-1,-1 1 1,1-1 0,0 0-1,-1 0 1,1 0-1,6 0 1,-6-1-587,1 0-1,0-1 1,0 0 0,0 0-1,0 0 1,9-4 0,31-13-5911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163 484 12481,'-12'4'506,"0"0"0,0 1-1,0 1 1,1 0 0,0 0-1,0 1 1,0 1 0,1-1-1,0 2 1,-10 10 0,17-14-345,0 1 0,0-1 0,1 1 0,0 0 1,0 0-1,0 0 0,0 0 0,1 0 0,-1 8 1,-2 8 192,3-15-238,-1-1 0,2 1 0,-1 0 0,1 0 0,0 0 0,0 0 0,1-1 0,0 1 0,0 0 0,0 0 0,1-1 0,0 1 0,0-1 0,5 9 0,-5-13-75,-1 1 0,1 0 0,0-1 0,0 0 0,0 1 0,0-1 1,0 0-1,1 0 0,-1 0 0,1 0 0,-1-1 0,1 1 0,0-1 0,-1 1 0,1-1 0,0 0 0,0 0 0,0 0 0,0-1 0,0 1 0,0-1 1,0 1-1,0-1 0,0 0 0,0 0 0,0-1 0,0 1 0,0-1 0,0 1 0,0-1 0,0 0 0,0 0 0,0 0 0,3-2 0,5-2 26,1 0-1,-1-1 1,0 0-1,0-1 1,-1-1-1,0 1 0,-1-2 1,1 1-1,-1-1 1,-1 0-1,0-1 1,0 0-1,11-21 1,-8 11-89,-1 0 1,-1-1 0,-1 0 0,-1-1 0,-1 1 0,0-2 0,-2 1 0,-1 0 0,0-1 0,-2-44 0,-2 44-51,-8-104-211,7 110 268,-2 1 0,1-1 0,-2 1 0,0 0 0,-11-22 0,5 14 69,-2 0 0,-24-33 0,35 55-6,-3 27-2,3-20-41,1 0 0,0 0 0,0 0 0,1 10 0,1-1 8,1 1 0,1-1 0,0 0 0,1 0 0,0 0 0,1 0 0,7 13 0,53 86 23,-41-75-55,1-1 0,2-1 0,1-2 1,42 39-1,-56-60-451,0-2-1,1 0 1,1 0 0,0-1 0,24 10 0,-27-15-554,-1 0 0,1-1 1,0-1-1,0 0 0,0-1 0,0 0 1,1-1-1,20-1 0,25-9-7725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17122,'-18'13'561,"10"-7"260,-1 0 0,1 0-1,-13 15 1,18-17-593,0 0 0,1 0 0,-1 0 0,1 0 0,0 1 0,0-1 1,0 1-1,1-1 0,-1 1 0,1 0 0,-1 8 0,1 10 94,0 0 0,1 1 0,2-1 0,0 0 1,9 33-1,37 115 427,-45-162-708,35 87 243,-17-45-197,-10-26 161,1 0 0,1 0 0,21 30 0,-33-54-225,0 1 1,0 0-1,0-1 0,1 1 0,-1-1 0,0 0 0,1 1 1,-1-1-1,1 0 0,0 0 0,-1 0 0,1 0 0,0 0 1,0-1-1,0 1 0,-1 0 0,1-1 0,0 1 0,0-1 1,3 1-1,-2-2 7,1 1 0,-1 0 1,1-1-1,-1 0 0,0 0 1,1 0-1,-1 0 0,0 0 1,0-1-1,6-3 0,4-4 55,0-1 1,-1-1-1,22-23 0,-30 30-71,107-115-39,-109 117-350,2 18-1213,-3-13 1415,-1 0 1,-1 0 0,1 0-1,0 0 1,-1 0-1,0 0 1,0 0-1,1 0 1,-2 0 0,1-1-1,0 1 1,0 0-1,-1-1 1,-3 5 0,-33 37-3224,20-24 1090,-10 12-3716,2 2-3660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7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81 8561,'-4'4'845,"-12"7"10956,4-40-2128,14 32-9493,4 11 106,7 29 1,-8-28-342,-1 0 1,2 0 0,8 18 0,-12-30 3,0 0 1,0 1-1,0-1 1,0 0-1,1 0 1,0 0-1,-1 0 1,1-1 0,0 1-1,0-1 1,0 1-1,1-1 1,-1 0-1,1-1 1,-1 1-1,1 0 1,7 1-1,-4-1-141,0-1 0,1 0 0,-1-1 0,0 0 0,1 0 0,-1 0 0,0-1-1,1 0 1,-1 0 0,12-5 0,-9 2-186,1 0 0,-1-1-1,0 0 1,0-1 0,0 0-1,9-10 1,0 1-1165,-2-2 0,17-19 0,25-37-6516,-14 14-2015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1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1891 10945,'0'0'1974,"2"-4"-238,4-12-872,-1 1-1,-1-1 0,0 0 0,-1 0 1,2-20-1,-3-2 170,-2-49 1,0-17-259,0 101-657,0 6-110,-3 18 24,1 34 0,1-54-33,1 1-1,0 0 1,1-1 0,-1 1-1,0 0 1,0-1 0,1 1 0,-1-1-1,1 1 1,-1 0 0,1-1 0,0 1-1,0-1 1,0 0 0,-1 1 0,1-1-1,0 0 1,1 1 0,-1-1 0,0 0-1,0 0 1,0 0 0,1 0-1,-1 0 1,1 0 0,-1-1 0,1 1-1,2 1 1,-1-1 1,0-1 0,1 1 0,-1 0 0,0-1 0,0 0 0,1 0 0,-1 0 0,0 0 0,0-1 0,1 1 0,-1-1-1,4-1 1,1-2-1,0 1 1,0-2-1,0 1 0,-1-1 0,0 0 0,0 0 0,0-1 0,5-6 0,48-58-32,-19 20-96,-35 43 15,0-1 0,-1 0-1,0 0 1,4-9 0,-6 11 16,0 1-1,0 0 1,0-1 0,1 1 0,-1 0 0,1 1 0,1-1 0,5-5 0,-8 9 54,-6 32-105,2-25 136,1-1 1,1 1-1,-1 0 0,1 9 1,7 122-56,-7-136 82,0 0 0,0 0 0,1 0 0,-1 0 0,0 0 0,0 0 0,0 0 0,1 0 0,-1 0 0,0 0 0,1-1 0,-1 1 0,1 0 0,-1 0 0,1 0 0,-1-1 0,1 1 0,0 0-1,-1 0 1,1-1 0,0 1 0,0-1 0,1 1 0,-2 0 3,1-1 0,0 0 0,-1 0 0,1 0 0,0 0 0,-1 0 0,1 0 0,0 0 0,0-1 0,-1 1 0,1 0 0,0 0 0,-1-1 0,1 1 0,0 0 0,-1 0 0,1-1 0,-1 1 0,1-1 0,0 1 0,0-1 0,2-3 15,1 1 0,-1-1-1,0 0 1,0 0 0,-1 0 0,1 0 0,-1 0 0,0-1-1,0 1 1,0-1 0,0 1 0,-1-1 0,2-9 0,-1-4-19,-1 1 0,-1-28 0,-1 16-37,-12-171-628,11 157 244,3 25-103,15 30 392,-1 1 55,-1 1 0,-1 1 0,17 24 0,-13-18 67,29 32 1,-14-23 17,1-2 0,63 42-1,-79-59-4,0-1 0,1-1-1,1-1 1,0 0 0,0-1-1,0-1 1,0-1 0,23 3-1,-33-7 28,0-2 0,0 1 0,-1-1 0,1 0 0,0-1 0,0 0 0,-1 0 1,15-7-1,-19 7-24,1 0 1,0-1 0,-1 0 0,1 0-1,-1 0 1,0 0 0,0-1 0,0 1 0,0-1-1,-1 0 1,0-1 0,1 1 0,-1 0-1,-1-1 1,1 0 0,-1 1 0,0-1 0,0 0-1,2-9 1,0-2-34,-1-1 0,0 0 0,-2 0 0,0-27 0,-2 7-55,-2 1 0,-2-1 1,-14-55-1,-41-106-18,46 155 185,-60-157 668,54 116-263,0 30-141,19 51-208,0 2-144,-1-1 1,1 0 0,0 0 0,0 0-1,1 0 1,-1 0 0,0 0 0,1 0-1,-1-2 1,-7-18 8,2 14-33,2 0-1,-1 0 1,-5-15-1,-11-19-57,-27-31-131,47 71 195,-17-20-133,17 20 149,0 1 3,2 37-13,2 0 1,2 0-1,1 0 0,1-1 1,15 41-1,77 166 45,-74-190-32,3-2-1,1-2 0,3 0 1,1-2-1,3-2 0,1-1 0,3-2 1,62 52-1,-84-79-6,1 0 0,0-2 0,0 0 0,1-1 0,1-1 0,0-1 0,0-1 0,30 8 0,-40-14-37,1 0 0,-1 0 0,1-1 1,0-1-1,-1 0 0,1-1 0,20-3 0,-23 2-55,-1 0 0,1-1 0,-1 0 0,0-1 0,0 0 0,-1 0 0,1 0 0,-1-1 0,0 0 0,0 0 0,8-9 0,-9 8-122,-1 0 0,1-1 0,-1 1 0,-1-1 0,0 0 0,0 0 0,0 0 0,0 0 0,-1-1 0,-1 1 0,1-1-1,1-13 1,-2 10-53,-2 0 0,1 0 0,-1 0 0,-1 0 0,0 0 0,-1 0-1,0 0 1,-6-18 0,4 17 149,0 0-1,-1 0 1,0 1 0,-1-1-1,-9-12 1,13 20 143,-1 1 0,0-1 0,-1 0 0,1 1 0,-1 0 0,1 0 0,-1 0 0,0 0-1,0 0 1,0 1 0,-1 0 0,1 0 0,0 0 0,-1 0 0,1 1 0,-9-2 0,4 1 106,1 1 0,-1 0 0,1 1-1,-1 0 1,1 0 0,-1 1 0,1 0 0,-1 0-1,-12 5 1,19-5 125,0-1-178,1 1-73,0-1-1,1 0 0,-1 0 0,0 1 0,1-1 1,-1 0-1,0 1 0,1-1 0,-1 0 1,0 1-1,1-1 0,-1 1 0,1-1 1,-1 1-1,1-1 0,-1 1 0,1 0 1,-1-1-1,1 1 0,0 0 0,-1-1 1,1 1-1,0 0 0,0-1 0,-1 1 1,1 0-1,0 0 0,0-1 0,0 1 1,0 0-1,0 0 0,0-1 0,0 1 0,0 0 1,0-1-1,0 1 0,1 1 0,1 2 26,1 0-1,-1-1 0,1 1 1,0-1-1,0 1 0,4 2 1,-4-3-17,6 6 15,0-1 1,0-1-1,1 0 1,-1 0-1,2 0 1,-1-1-1,1-1 1,0 0 0,0 0-1,0-1 1,16 3-1,-17-5-42,-1-1 1,1 0-1,0 0 0,0-1 0,0-1 0,0 1 1,0-2-1,-1 1 0,1-1 0,0-1 0,-1 1 1,0-2-1,18-8 0,77-47-1151,-90 50 833,-1-1 0,0-1 0,0 0 0,-1-1 1,11-14-1,25-25 559,-47 50-27,2 0-53,-3 0-131,3 0 16,0-1 0,0 0 0,0 1 0,0-1 0,0-1 0,-1 1 0,4-3 0,8 8 38,16 7-56,-23-7 2,1 0 0,0 0 1,-1-1-1,1-1 1,0 1-1,0-1 0,0 0 1,9-1-1,-3 0-5,0-1-1,-1 0 1,1-1-1,0-1 1,-1 0-1,1-1 1,-1 0-1,0-1 1,21-11 0,-19 7-176,0 0 1,0-1 0,-1-1 0,19-20 0,-28 25 101,0-1-1,-1 0 0,0 0 0,0 0 0,-1 0 0,0-1 1,-1 0-1,1 1 0,-1-1 0,-1 0 0,1 0 0,-1 0 1,-1 0-1,0 0 0,0-11 0,-3-12 272,-2 1 0,-13-52 0,7 40 40,-72-237 3430,17 101 643,50 153-2920,63 154-178,43 144-617,203 421 1,-51-279-3002,-183-322 1328,-36-59 178,-23-63-717,-9-35 545,-33-123 0,33 151 976,-63-233 1160,-126-304 0,196 567-1198,0 0 0,0 0-1,-1 1 1,0-1 0,0 1 0,-1 0 0,1 0 0,-1 0-1,0 0 1,0 1 0,-1-1 0,0 1 0,1 0 0,-12-6-1,14 9-197,0 0 0,0 1 0,0-1-1,0 0 1,0 1 0,0-1-1,0 1 1,0 0 0,0 0-1,-1 0 1,1 0 0,0 0-1,0 0 1,0 1 0,0-1-1,0 1 1,0-1 0,0 1 0,-3 1-1,-4 1-1257,-37 13-7200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1512 12857,'12'21'8997,"0"-25"-8479,-11 4-480,0 0-1,0 0 1,0 0 0,0 0-1,0 0 1,-1-1-1,1 1 1,0 0-1,0 0 1,0-1 0,0 1-1,-1 0 1,1-1-1,0 1 1,0-1 0,0 1-1,-1-1 1,1 0-1,0 1 1,0-2-1,4-7-96,-4 7 16,1 0 1,-1-1-1,0 1 0,0 0 1,0 0-1,0-1 0,0 1 0,-1-1 1,1 1-1,-1-1 0,1 1 1,-1-1-1,0 1 0,0-1 0,0 1 1,-1-6-1,1 7 19,-37-165-2195,31 147 2253,-1-1 0,0 1 0,-2 0 0,0 1 0,-1 0 0,-17-23 0,-11 4 223,36 36-216,3 4-45,0-1 17,0 1 0,1 0-1,-1-1 1,0 1 0,1-1 0,0 0-1,-1 1 1,1-1 0,0 0 0,0 0-1,0 0 1,0 0 0,1-1-1,-1 1 1,0 0 0,1-1 0,-1 0-1,1 0 1,0 1 0,-1-1-1,1-1 1,3 2 0,8 1 52,1-1-1,-1 0 1,21 0 0,-22-2-11,52-1 96,-1-3-1,87-16 1,-48 5-1355,-93 14 593,0 1-1,0 0 1,13 2-1,6-1-2255,0-9 2904,-26 8 338,-3-1-324,0 1 0,0-1 0,0 0-1,0 1 1,1-1 0,-1 1 0,0-1 0,0 1 0,1-1 0,-1 1 0,0-1 0,1 1 0,-1 0 0,1-1 0,-1 1 0,0-1-1,1 1 1,-1 0 0,1 0 0,0-1 0,0 0 26,0 1 0,0-1 0,-1 1-1,1-1 1,0 1 0,-1-1 0,1 0 0,0 1 0,-1-1-1,1 0 1,-1 0 0,1 1 0,-1-1 0,0 0 0,1 0-1,-1-1 1,5-12 952,0 0 0,1 1 1,7-13-1,-8 17-1218,-5 7 143,-21 21-1353,20-18 1324,-1 1-1,0 0 1,1 0-1,-1 0 1,1 0 0,0 0-1,-1 0 1,1 0 0,-1 4-1,0-2-63,0-1-70,-13 16 1945,19-22-1713,0 0 0,1 1 0,-1 0 0,0 0 0,1 0 1,-1 1-1,1-1 0,-1 1 0,1 0 0,0 0 0,-1 1 0,1 0 0,0-1 0,0 1 0,8 2 0,134 7 45,-140-9-75,0 0 0,0-1 1,-1 1-1,1-1 1,0-1-1,0 1 1,-1-1-1,1 0 1,-1 0-1,7-4 0,-4 2-38,0-1 0,-1 0-1,1-1 1,-1 1-1,0-2 1,10-9 0,-9 3-45,1 0 0,-2 0 1,0-1-1,0 0 1,-1 0-1,-1-1 0,-1 0 1,0 0-1,-1 0 0,0-1 1,1-16-1,-3 6 31,-1-1 0,-2 1 0,-1-1 0,0 1 0,-2 0 0,-10-35 0,2 18-25,-3 1-1,-38-79 0,30 79 164,-3 1 1,-2 1-1,-1 1 0,-2 2 1,-1 1-1,-58-50 0,5 22 104,84 63-179,0 0-1,0 1 1,0-1 0,0 0 0,0 1 0,0-1-1,0 0 1,0 1 0,0-1 0,-1 1-1,1 0 1,0-1 0,0 1 0,0 0 0,-3 0-1,4 0 3,0 0-1,-1 0 1,1 0-1,-1 1 1,1-1-1,-1 0 0,1 0 1,-1 1-1,1-1 1,0 0-1,-1 1 1,1-1-1,0 0 0,-1 1 1,1-1-1,0 1 1,-1-1-1,1 0 1,0 1-1,0-1 1,-1 1-1,1-1 0,0 1 1,0-1-1,0 1 1,0 0-1,-1 3 3,1 0 0,0 0 0,0 0 0,0 1 0,1-1 0,-1 0 0,1 0 0,2 8 0,11 26 107,1 1-1,39 69 0,60 65-18,-71-117-36,3-1 1,2-3-1,3-1 1,92 70-1,-121-104-52,2-1 0,32 17 0,-48-29-54,0 0-1,1-1 1,-1 0 0,1 0-1,0-1 1,0 0-1,0 0 1,0-1-1,0 0 1,0-1 0,12 0-1,-7-2-103,-12 2 123,0 1 1,0-1 0,0-1-1,0 1 1,1 0 0,-1 0-1,0-1 1,0 1 0,0-1-1,0 1 1,-1-1-1,1 0 1,0 0 0,0 0-1,0 0 1,-1 0 0,1 0-1,0-1 1,-1 1 0,1-1-1,-1 1 1,1-1 0,-1 1-1,0-1 1,0 0-1,2-3 1,0-2-100,0 0 0,-1 0 0,0-1 0,0 1 0,-1-1 0,0 1 0,0-1 0,0 1 0,-1-1 0,-1 0 0,1 1 0,-1-1 0,0 1 0,-1-1 0,-3-9 0,1 6 145,0-1 1,-1 1-1,-1 0 0,0 1 1,0 0-1,-1 0 1,0 0-1,-16-16 0,21 24 258,-31 10 408,32-8-644,-3 4 181,4 0-155,-1-1 1,1 1-1,-1-1 0,1 1 0,0-1 0,0 1 1,1-1-1,-1 1 0,1-1 0,0 1 1,0-1-1,0 0 0,0 1 0,0-1 1,1 0-1,0 0 0,-1 0 0,1 0 1,0 0-1,1 0 0,-1-1 0,0 1 0,1-1 1,-1 1-1,5 2 0,3 3-31,0-1-1,1 0 1,-1-1-1,1 0 1,1-1-1,-1 0 1,1-1-1,-1 0 0,1 0 1,1-2-1,-1 1 1,14 0-1,-1-2-1257,0 0-1,0-2 1,0 0 0,0-2-1,27-6 1,-13-2-3089,3-3-2115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80 623 5941,'-1'1'22,"-4"3"183,1 1 1,0-1 0,0 1-1,1 0 1,0 0-1,-1 0 1,1 0 0,1 1-1,-1-1 1,1 1-1,0-1 1,0 1 0,1 0-1,0 0 1,0 0-1,0 0 1,1 7 0,0-4-11,0 0 1,1 0 0,0 0-1,2 10 1,-3-18-134,0 0 0,1 0 0,-1 0 1,0 1-1,1-1 0,-1 0 0,0 0 0,1 0 1,-1 0-1,1 0 0,0 0 0,-1 0 0,1 0 0,0 0 1,-1 0-1,1 0 0,0-1 0,0 1 0,0 0 1,0 0-1,0-1 0,0 1 0,0-1 0,0 1 1,0-1-1,0 1 0,0-1 0,1 0 0,-1 1 0,0-1 1,0 0-1,0 0 0,0 0 0,1 0 0,-1 0 1,0 0-1,0 0 0,0 0 0,0 0 0,1-1 1,-1 1-1,1-1 0,8-4 168,-1-1 1,0 1-1,-1-2 1,1 1-1,-1-1 0,-1 0 1,1-1-1,-1 0 1,10-14-1,-10 13-11,7-10 124,-1 0 0,0-2 0,-1 1 0,-1-2 0,15-42-1,24-118 1027,-39 136-841,-9 35-485,-1 0-1,0-1 1,0 1-1,-1 0 0,-1 0 1,0-1-1,0 1 1,-1 0-1,-1 0 1,1 0-1,-2 1 1,0-1-1,0 1 1,-1-1-1,0 1 0,-1 1 1,0-1-1,0 1 1,-11-11-1,10 11-35,0 1-1,-1 0 1,0 0-1,-1 1 0,0 0 1,0 0-1,-1 1 1,1 1-1,-1-1 0,0 1 1,-1 1-1,1 0 1,-1 1-1,0 0 0,0 0 1,0 1-1,0 0 1,0 1-1,-14 1 1,23 0 19,-1 0 0,1 1 0,-1-1 1,1 1-1,-1-1 0,1 1 0,-1 0 1,1 0-1,0 0 0,0 1 1,-1-1-1,1 0 0,0 1 0,0-1 1,0 1-1,0 0 0,1 0 0,-1 0 1,0 0-1,1 0 0,0 0 1,-1 0-1,1 0 0,0 1 0,0-1 1,0 0-1,0 1 0,0-1 0,1 1 1,-1-1-1,1 1 0,0-1 1,0 5-1,-1 1 24,1 0 0,1-1 0,-1 1 0,1 0 0,1 0 0,-1-1 0,1 1 0,1-1-1,-1 0 1,5 8 0,7 8 80,1-1 0,2-1-1,0 0 1,1-1-1,0-1 1,2-1-1,1 0 1,44 28-1,-43-33-106,1-1-1,0-1 0,1-1 0,0-1 0,0-1 0,1-1 0,25 3 1,-22-6-1488,0-1 1,0-1 0,40-3 0,-29-4-4224,-8-7-3340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18082,'75'-57'2408,"-38"40"-408,-8 5-452,-3 1-236,0 2-312,0-2-232,5 2-351,1-3-742,-15 10-543,3-7-704,1-3-832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1 470 15549,'112'-98'2733,"-69"58"-365,3-1-276,0 4-336,-3 0-348,3 8-348,-3-6-207,6 4-245,-6 2-44,0 3-168,-11 0-404,0 12-876,-9-3-457,-18 8-1403,-28 23-6657,-20 12-2624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2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20766,'-55'8'6697,"47"7"-10226,-4 2 1081,-5 3-1148,0 0-1725,-3-2-4264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2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104 321 11001,'-8'7'372,"-1"0"-1,2 1 1,-1 0-1,1 1 1,1 0 0,-1 0-1,1 0 1,1 1-1,0 0 1,0 0 0,1 0-1,0 1 1,1 0-1,-4 20 1,1 10 876,2 0 0,2 65 0,2-100-1126,0 0 83,0 0 1,1 0-1,0 0 0,0 0 0,1 0 1,3 10-1,-5-15-197,0-1 1,0 0-1,0 0 0,0 0 1,0 0-1,0 0 0,0 0 1,0 0-1,0 1 1,0-1-1,1 0 0,-1 0 1,0 0-1,0 0 0,0 0 1,0 0-1,0 0 0,0 0 1,0 0-1,0 1 0,0-1 1,1 0-1,-1 0 1,0 0-1,0 0 0,0 0 1,0 0-1,0 0 0,0 0 1,0 0-1,1 0 0,-1 0 1,0 0-1,0 0 0,0 0 1,0 0-1,0 0 1,0 0-1,0 0 0,1 0 1,-1 0-1,0 0 0,0 0 1,0 0-1,0 0 0,0-1 1,8 0 161,-4 1-110,0 0-1,0-1 1,0 0-1,0 1 1,0-2-1,0 1 1,-1 0-1,1-1 1,0 1-1,-1-1 1,1 0-1,-1-1 1,0 1-1,4-4 0,8-9 88,-1-1 0,-1 0-1,0-1 1,-1 0 0,-1-1-1,-1-1 1,-1 1-1,9-24 1,-6 6-164,-1-1 1,-1-1-1,7-60 1,-16 85-126,0-1-1,-1 1 1,0 0 0,-1-1-1,0 1 1,-6-20 0,7 31 104,0 0 0,0 1-1,-1-1 1,1 0 0,-1 1 0,1-1 0,-1 0 0,0 1-1,1-1 1,-1 1 0,0-1 0,0 1 0,0 0 0,0-1 0,0 1-1,-1 0 1,1 0 0,0 0 0,0 0 0,-1 0 0,1 0-1,-1 0 1,1 0 0,-1 0 0,1 1 0,-1-1 0,0 0 0,1 1-1,-1 0 1,1-1 0,-1 1 0,0 0 0,0 0 0,1 0-1,-3 0 1,1 1 18,1-1-1,-1 1 0,1 0 0,0 0 0,0 1 1,-1-1-1,1 0 0,0 1 0,0-1 1,1 1-1,-1 0 0,0-1 0,0 1 0,1 0 1,-1 0-1,1 0 0,-1 0 0,1 0 1,0 1-1,0-1 0,0 0 0,0 1 0,0 2 1,0 0 15,0 1 1,0-1 0,1 1-1,0-1 1,0 1 0,0 0-1,1-1 1,-1 1 0,1-1-1,1 1 1,-1-1 0,1 0-1,0 0 1,0 1 0,0-1 0,1-1-1,0 1 1,0 0 0,5 5-1,0 0 102,0-1 0,1 0-1,0-1 1,0 0 0,1 0 0,0-1-1,16 9 1,-22-15-64,0 1 0,0-1 0,-1 0 0,1 0 0,0 0 0,0 0 0,0-1 1,0 1-1,0-1 0,0 0 0,0-1 0,0 1 0,0-1 0,5 0 0,0-2 28,1 0 1,0 0-1,0-1 0,11-7 1,1-1 31,-2-1 1,0-1 0,0-1-1,29-29 1,58-81 155,-91 105-166,52-73-132,-38 58-5,-29 33 20,27-1 46,-25 4-3,-1 0 0,0 1 0,0-1 0,-1 0 0,1 1 0,0 0 0,0-1 0,-1 1 1,1 0-1,-1 0 0,0 0 0,1 0 0,1 4 0,15 35 192,-12-25-53,5 12-73,-2 0 0,0 1 0,-3 0 0,0 1 0,-2-1 0,0 1 0,-2 42 0,-2-64-345,-1-1 1,1 1-1,-1 0 1,-1 0-1,1-1 1,-1 1-1,-1-1 1,1 1-1,-1-1 1,0 0-1,-6 9 1,4-9-1308,0 0 0,-1 0 0,0 0 0,0-1 0,-11 9 0,6-7-7703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5 13877,'-1'-1'88,"0"1"-1,1-1 1,-1 1-1,0 0 1,0-1-1,0 1 1,0 0-1,0-1 1,1 1-1,-1 0 1,0 0-1,0 0 1,0 0-1,0 0 1,0 0-1,0 0 1,0 0-1,1 0 1,-1 0-1,0 0 1,0 1-1,0-1 1,0 0-1,0 1 1,1-1-1,-1 1 1,0-1-1,0 1 1,1-1-1,-1 1 1,0-1-1,1 1 1,-1 0-1,0-1 1,1 1-1,-1 0 1,1-1-1,-1 1 1,1 0-1,-1 0 1,1 0-1,0 0 1,-1 1-1,-4 6 3789,2-1-3570,3-6-199,-1 0 1,1 0-1,0 0 0,-1 0 1,1 0-1,-1 0 1,1 0-1,-1 0 1,0 0-1,1 0 0,-1 0 1,0 0-1,1-1 1,-1 1-1,-1 1 1,-11-1-95,11-1 171,0 1 0,0-1 1,0 0-1,0 0 0,0 0 1,0 0-1,0 0 0,0-1 0,0 1 1,0-1-1,0 1 0,0-1 0,0 1 1,0-1-1,1 0 0,-1 0 1,-5-4 2264,6 6-2445,1-1-1,-1 0 1,0 0-1,0 0 0,1 1 1,-1-1-1,0 1 1,0-1-1,1 0 1,-1 1-1,0-1 0,1 1 1,-1 0-1,1-1 1,-1 1-1,0-1 1,1 1-1,0 0 0,-1-1 1,1 1-1,-1 0 1,1 0-1,0-1 1,-1 1-1,1 0 0,0 0 1,0 0-1,0-1 1,0 1-1,0 0 1,-1 0-1,1 0 0,1 1 1,8 29 20,119 213 79,-98-190-92,7 12-160,3-1 0,92 113 0,-130-176 123,-1 0 1,1 0-1,0 0 0,0-1 0,0 1 0,0 0 0,0-1 0,0 0 0,0 1 1,1-1-1,-1 0 0,0 0 0,5 1 0,-6-2 18,0 0-1,0 0 1,0 0-1,1 0 1,-1 0-1,0 0 1,0-1-1,0 1 1,0 0-1,0-1 1,0 1 0,0-1-1,0 1 1,0-1-1,0 1 1,-1-1-1,1 0 1,0 1-1,0-1 1,0 0 0,-1 0-1,2-1 1,3-5-41,-1-1 1,-1 0 0,1-1-1,-1 1 1,0 0-1,2-12 1,-2 5-76,62-242-695,-65 255 835,1 1 0,-1 0 0,1 0 0,0-1 0,-1 1 0,1 0 0,0 0 0,0 0 0,0 0 0,0 0 0,0 0 0,0 0 0,0 1 0,0-1 0,0 0 0,0 1 0,1-1 0,-1 0 0,0 1 0,0-1 0,1 1 0,-1 0 0,0 0 0,1-1 0,-1 1 0,0 0 0,1 0 0,-1 0 0,1 0 0,-1 0 0,0 1 0,1-1 0,-1 0 0,0 0 0,0 1 0,3 0 0,13 9-117,0 0 0,0 1 0,26 23 0,-21-17-484,26 24-1231,-11-10-1894,0-2-4916,-19-19-1034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25 12841,'0'0'2550,"-2"-2"-1608,2 1-862,-1 0-1,0 0 1,0 0 0,0 0 0,-1 1 0,1-1-1,0 0 1,0 1 0,0-1 0,0 1-1,-1-1 1,1 1 0,0-1 0,0 1 0,-1 0-1,1 0 1,0 0 0,-1 0 0,1 0 0,0 0-1,-1 0 1,1 0 0,0 0 0,-2 1-1,0 0-8,0 1-1,-1-1 0,1 1 1,0 0-1,0 0 0,1 0 1,-1 0-1,0 0 0,-2 4 0,-9 7 454,1 0 0,1 1-1,0 1 1,-11 19 0,9-13 123,12-19 759,19-5-1126,-9 2-224,-1-1 0,0-1-1,0 0 1,-1 0 0,1 0-1,0-1 1,11-8 0,16-9 10,7-6 99,-39 26-106,-2 0 8,0 0 1,0 0-1,1 0 1,-1 0-1,0 1 1,0-1 0,1 0-1,-1 0 1,0 0-1,1 0 1,-1 1-1,1-1 1,-1 0 0,1 0-1,-1 1 1,1-1-1,0 0 1,-1 1-1,1-1 1,0 1 0,-1-1-1,1 1 1,1-1-1,-1 1 88,0 0 0,0 0 0,0 0 0,-1 0 0,1 0-1,0 1 1,0-1 0,0 0 0,-1 1 0,1-1 0,0 1-1,-1-1 1,1 0 0,0 1 0,-1 0 0,1-1 0,0 1 0,-1-1-1,2 2 1,2 4 179,0 0-1,0 0 0,0 1 1,3 8-1,128 345 749,-99-255-937,-5-16-443,31 165 1,-52-193-56,-2 1-1,-4-1 1,-5 108 0,-1-144 54,-9 40 1,10-63 248,1 0 0,0 0 0,-1 0 1,1 0-1,-1-1 0,0 1 0,1 0 1,-1-1-1,0 1 0,0 0 0,0-1 0,0 1 1,0-1-1,-1 0 0,1 1 0,0-1 1,-1 0-1,1 0 0,-3 2 0,2-3 17,1 0 1,0 0-1,0 0 0,0 0 0,0 0 1,0 0-1,0-1 0,0 1 0,0 0 0,-1-1 1,1 1-1,0-1 0,0 1 0,0-1 1,1 1-1,-1-1 0,0 0 0,0 1 0,0-1 1,0 0-1,0 0 0,1 0 0,-1 0 1,0 0-1,1 1 0,-1-1 0,1 0 0,-1 0 1,0-3-1,-8-14-211,1-1-1,1 0 1,0 0 0,1-1 0,-4-30-1,-9-110-506,15 115 614,-1-32-49,4-1 0,9-88-1,38-152 814,-27 201-121,-9 51-283,25-94-1,-34 159-239,-1-1-1,0 1 0,1 0 1,-1-1-1,1 1 1,-1 0-1,1-1 1,-1 1-1,1 0 1,0 0-1,0 0 0,0 0 1,0 0-1,0 0 1,0 0-1,0 0 1,0 0-1,0 0 0,0 0 1,0 0-1,0 1 1,1-1-1,-1 1 1,0-1-1,1 1 1,-1-1-1,0 1 0,1 0 1,-1-1-1,0 1 1,1 0-1,-1 0 1,1 0-1,-1 0 1,0 0-1,1 1 0,-1-1 1,1 0-1,-1 1 1,2 0-1,5 2-11,1 1 0,-1 0 0,0 1 0,0 0 0,8 6 0,-3-1-70,66 40-1288,-77-48 501,0-4 217,0 0 0,0-1 1,0 1-1,0 0 0,-1 0 0,1-1 1,-1 1-1,2-4 0,-3 4 217,0 1 0,0 0 1,0-1-1,0 1 0,0 0 0,-1-1 0,1 1 0,0 0 0,-1-1 0,1 1 1,-2-2-1,-11-22-8268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15409,'-46'12'1773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15461,'9'-2'703,"0"-1"270,-1 2 4844,-6 3-5655,1-1-1,-1 1 1,0 0 0,0 0-1,0 0 1,0 0 0,3 4-1,1 1 36,11 8-2,0 0 0,1-2 0,0 0 0,1-1 0,1-1 1,29 12-1,-45-21-50,1-1 0,-1 1 0,1-1 0,-1 0 0,1-1 1,-1 1-1,1-1 0,0 0 0,-1 0 0,1 0 0,0-1 1,-1 1-1,1-1 0,-1 0 0,1-1 0,-1 1 0,0-1 1,1 0-1,-1 0 0,5-3 0,-3 0-2,0-1 0,0 0-1,0-1 1,-1 1 0,0-1 0,0 0-1,0 0 1,-1 0 0,0-1 0,-1 0 0,0 0-1,0 0 1,-1 0 0,1 0 0,-2 0-1,1-1 1,-1-8 0,0 6-460,-1 0 0,0 0 0,-1-1 0,0 1 0,-1 0-1,0 0 1,-1 1 0,0-1 0,-1 1 0,0-1 0,0 1 0,-11-17 0,11 21-323,0 1 0,0 0 0,0 0 0,0 0 0,-1 1 0,0-1 1,0 1-1,-10-6 0,-15-4-7141,5 8-3001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262 522 13877,'-1'0'363,"-1"1"-1,1 0 1,0-1-1,0 1 1,0 0 0,0 0-1,0-1 1,0 1-1,1 0 1,-1 0-1,0 0 1,0 0-1,1 0 1,-1 0-1,-1 3 1,18-3 3640,-5-1-5096,-8 0 1269,-3-4-357,-1-1 125,0 0 0,0 1 1,0-1-1,-1 1 1,1 0-1,-1-1 1,0 1-1,-1 0 1,1 0-1,-1 0 1,1 0-1,-1 1 0,0-1 1,-5-4-1,1 2-27,0-1-1,0 1 1,-1 1-1,0-1 1,0 1-1,-14-6 1,17 9 75,0 1 0,-1-1 1,1 1-1,-1 0 0,0 0 1,1 0-1,-1 1 1,0 0-1,1 0 0,-1 1 1,0-1-1,1 1 0,-1 1 1,1-1-1,-1 1 1,1 0-1,-1 0 0,1 0 1,0 1-1,0 0 0,0 0 1,1 0-1,-1 0 0,1 1 1,0 0-1,-1 0 1,2 0-1,-1 0 0,0 1 1,1-1-1,0 1 0,0 0 1,0 0-1,1 0 1,-3 7-1,5-9 34,-1 0 1,1-1-1,0 1 1,0 0-1,0 0 1,0 0-1,0 0 1,1 0-1,0-1 1,-1 1-1,1 0 1,0 0-1,0-1 1,0 1-1,0-1 1,1 1-1,-1-1 1,1 1-1,0-1 1,-1 0-1,1 0 1,0 1-1,0-1 1,1-1-1,-1 1 1,0 0-1,5 2 1,-1 0 34,0 0 0,1 0 0,0-1 1,-1 0-1,1-1 0,0 1 0,0-1 1,1 0-1,-1-1 0,8 1 0,7-2 36,0 0 0,0-1 0,0-2-1,-1 0 1,1-1 0,35-12-1,-45 11-182,1 0 0,-1 0 0,0-1 0,0-1 0,-1 0-1,0 0 1,0-1 0,-1-1 0,0 0 0,0 0-1,-1-1 1,10-13 0,-16 18 11,-1 1-1,1-1 1,-1 0-1,0 0 1,0 0 0,0 0-1,-1 0 1,0-1 0,0 1-1,0-7 1,0-5-6,-4-33 1,0 4 1305,-2 15-647,5 27-80,3 19-445,-3-10-45,2 0 4,0 1 0,1 0 0,-1-1 0,1 1 0,6 8 0,-7-12 5,1-4-31,0 1 19,-1 0 0,1-1 0,0 0 0,0 0 1,-1 0-1,1 0 0,-1 0 0,5-5 0,5-13 112,0 0-1,18-43 0,-18 36 384,16-27 0,-22 44-171,-1-1 0,0 1 0,-1-1-1,3-12 1,4-8 380,-11 30-699,0 0 0,1 0 0,-1 0 0,0 0-1,1 0 1,0 1 0,-1-1 0,1 0 0,-1 0 0,1 0 0,0 0-1,0 1 1,-1-1 0,1 0 0,0 1 0,0-1 0,0 1 0,0-1-1,0 1 1,0-1 0,0 1 0,0-1 0,0 1 0,0 0 0,0 0-1,0-1 1,0 1 0,0 0 0,0 0 0,0 0 0,0 0 0,0 0-1,0 1 1,0-1 0,0 0 0,0 0 0,0 1 0,2 0 0,3 1-115,-1 1 0,0 0 0,0 0 0,0 0 0,5 6 1,-7-7 41,5 5-672,0 1 0,-1 0 0,0 1 1,8 12-1,9 11-4027,0-2-1245,-3-5-3316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 16045,'20'2'2452,"-35"-11"162,8 5-1941,4 3 1693,4 5-2130,0-1 0,0 1 0,0 0-1,0-1 1,-1 1 0,1 4 0,2 14 99,9 18 94,2 0 0,23 48-1,47 71-1561,-42-82-852,-8-14-2103,-10-22-3285,-7-12-2486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15253,'1'0'620,"0"-1"0,1 0 0,-1 0 0,0 0 0,0 0 0,1 0 0,-1 0 0,0 0 0,0-1 0,0 1 0,0 0-1,-1-1 1,1 1 0,1-2 0,1-7-125,-2 8-302,-1 0 1,1 0-1,0 0 1,0 0-1,0 0 0,0 1 1,0-1-1,1 0 1,-1 1-1,1-1 1,-1 1-1,1-1 0,-1 1 1,1 0-1,0 0 1,-1 0-1,4-2 0,0 1 105,0 0-1,0 0 0,1 1 1,-1 0-1,0-1 0,9 1 1,-2 0-10,-1 1 1,1 0 0,0 1-1,-1 0 1,19 5 0,-19-2-253,-1 0 0,0 1 0,0 0 0,0 1 0,0 0 0,-1 0-1,0 1 1,0 0 0,-1 1 0,0-1 0,0 2 0,10 14 0,-6-6-52,0 2-1,-1 0 0,0 0 0,-2 1 1,11 31-1,-8-12-659,-1 2-1,-2 0 1,-2 0 0,-2 0 0,1 77-1,-7-89-655,-2 0 0,-1 0 0,-12 44-1,9-50-854,-1 0 0,-1-1 0,0 0 0,-24 37-1,2-15-7214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10745,'0'0'4544,"3"15"-3592,0-1-171,6 6-281,-1 0-224,1 6-496,5 11-644,-2-11-497,-9-11-1155,8 8-1220,1 0-2381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10601,'-9'12'1900,"3"-3"696,9 8-1584,6 0-143,-3 0-137,-1-2-128,10 8-192,5 11-12,-3-11-104,0-3-128,3 3-136,-2-3-308,-7-8-696,4-3-652,-1-4-1097,3-2-8324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11085,'3'0'2310,"31"0"4940,-33 3-6740,1 5-345,0-1 0,0 0-1,1 1 1,0-1 0,1 0 0,-1 0-1,9 10 1,35 44-65,-34-50-1925,-3-4-425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7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12537,'14'8'3620,"-2"1"-2351,-1 3 547,4 2-1408,-4 3-600,-2-2-796,-1 2-1012,7-6-2837,-1 7-3812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28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3471 12653,'8'-11'837,"0"0"0,0 1-1,1 0 1,1 0 0,-1 1 0,13-8-1,11-13 511,198-172 4066,136-74-2482,348-176-827,29 47-1413,-513 282-490,980-507 1150,-1179 614-1324,593-296 114,277-145-90,-769 388-43,217-128-108,-327 181-289,30-26 0,-45 35-118,1-2 0,-1 1-1,-1-1 1,1 0 0,9-18 0,-16 24-124,0 0 0,0-1 0,0 1 0,0 0 0,-1-1 0,0 1-1,0-1 1,1 1 0,-2-1 0,1 1 0,0-1 0,-1 1 0,0-1 0,0 1 0,0 0 0,0-1 0,0 1 0,-1 0 0,1 0-1,-3-4 1,-15-16-11986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84 535 12101,'1'0'82,"-1"0"1,0-1-1,1 1 1,-1-1-1,0 1 0,1 0 1,-1-1-1,0 1 1,0-1-1,0 1 0,1-1 1,-1 1-1,0-1 1,0 1-1,0-1 0,0 1 1,0-1-1,0 1 0,0-1 1,0 1-1,0-1 1,0 1-1,0-1 0,0 1 1,0-1-1,0 1 1,-1-1-1,1 1 0,0-1 1,0 1-1,0 0 0,-1-1 1,0 0-1,-15 5 2656,5 0 653,0 19-1148,3 13-1567,1-1-1,2 2 0,1-1 1,2 39-1,0-38-412,9 170 553,-3-156-675,-1-1-55,3-1 0,13 58 1,-16-92-144,0-1 0,-1 1 0,1 24 1,-2-18 23,0-18 22,-1-1 1,1 0-1,-1 1 1,1-1-1,0 0 1,-1 0-1,1 0 1,0 0-1,1 0 1,-1 0-1,0 0 1,2 2-1,-3-4 7,0 1 0,0-1-1,1 0 1,-1 0 0,0 0 0,0 0-1,0 1 1,0-1 0,0 0-1,0 0 1,1 0 0,-1 0 0,0 0-1,0 0 1,0 0 0,0 0 0,1 1-1,-1-1 1,0 0 0,0 0 0,0 0-1,1 0 1,-1 0 0,0 0 0,0 0-1,0 0 1,1 0 0,-1 0-1,0 0 1,0 0 0,0 0 0,0 0-1,1-1 1,-1 1 0,0 0 0,0 0-1,0 0 1,0 0 0,1 0 0,-1 0-1,0 0 1,0 0 0,0-1 0,2-18-202,-26-182-1154,-1 2 694,21 158 550,-12-173-378,14 149 400,8-85-1,0 85 346,4 0 0,28-103 0,-17 89 551,-15 52-369,1-1 1,2 1-1,13-30 1,-14 84-194,-6-15-239,-1 1-1,-1-1 1,1 0 0,-2 1 0,-3 20-1,-16 65-930,14-74 563,-49 165-4284,6-67-5059,27-76 304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0 13593,'-38'8'2476,"23"-8"968,4 1 788,0 3-4289,2 1 335,0 0 1,1 0-1,0 0 0,0 1 0,0 1 1,1-1-1,0 1 0,-8 10 0,-48 72 776,60-84-1005,-48 78 474,4 2-1,4 1 1,-53 151-1,69-155-356,5 1-1,3 2 0,3-1 0,-5 120 0,19-147-182,3-1 0,12 93 0,-7-116-252,1 1 0,1-1 1,2-1-1,2 0 1,25 52-1,-30-71-73,1 0 1,0 0-1,1-1 1,1 0-1,0-1 1,0 0-1,1 0 1,1-1-1,19 13 0,-22-17-260,0-1 0,0-1 0,1 1 0,0-1 0,0-1 0,11 3 0,-11-4-363,-1-1 0,1 0 0,0 0 0,-1-1 0,1-1 0,0 1 0,11-3 0,48-17-9249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11045,'0'1'69,"1"-1"1,-1 1-1,1-1 0,-1 1 1,0-1-1,1 1 1,-1 0-1,0-1 0,1 1 1,-1 0-1,0-1 0,1 1 1,-1 0-1,0-1 0,0 1 1,0 0-1,0 0 1,0-1-1,0 1 0,0 0 1,0-1-1,0 1 0,0 0 1,0 0-1,0-1 0,-1 1 1,1 0-1,0-1 1,-1 1-1,1 0 0,0-1 1,-1 1-1,1-1 0,0 1 1,-1 0-1,1-1 0,-1 1 1,1-1-1,-1 1 1,0-1-1,1 0 0,-1 1 1,1-1-1,-1 1 0,-1-1 1,-13 17 1267,13-11-972,0 0 0,0 0 0,0 0-1,1 0 1,0 1 0,0 10-1,-2 9 383,-3 45 919,3 80 0,3-113-1178,-5 230 3455,2-216-3092,3-49-176,9-21-517,34-85-327,-33 75 34,1-1-1,2 1 0,21-34 1,-32 59 116,1 0 1,-1-1-1,1 2 1,0-1-1,0 0 1,0 0-1,1 1 1,-1 0 0,1 0-1,4-3 1,-6 4 27,1 0 0,-1 0 0,0 0 1,0 1-1,1-1 0,-1 1 0,0-1 1,1 1-1,-1 0 0,0 0 0,1 0 1,-1 0-1,1 0 0,-1 1 0,0-1 0,1 1 1,-1-1-1,3 2 0,1 2 9,0 0-1,0 0 0,-1 1 1,1 0-1,-1 0 1,0 0-1,-1 0 1,1 1-1,-1 0 0,0 0 1,0 0-1,-1 0 1,0 1-1,3 7 0,5 15-137,13 60 0,-19-69-95,17 66-2845,-13-51-901,-2-13-2582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12 16406,'2'-11'4543,"-10"16"-2628,-13 21-391,12-10-936,2 0 0,0 1 1,1 1-1,-6 28 0,2-11-52,-50 192 1899,-37 270 1,83-402-2458,-60 466-464,56-325-2973,14-84-3453,5-125-155,4-8-4739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10837,'-8'23'9639,"8"24"-5548,9 62-1540,10 59-776,7 48-742,-14-112-929,-9-62-1449,3 1-1,14 53 1,-19-90 1113,6 20-4119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12 14701,'-15'-9'1871,"15"9"-1828,0 0 1,0 0-1,0 0 1,0-1 0,0 1-1,0 0 1,0 0-1,0 0 1,0 0-1,0 0 1,0 0-1,1 0 1,-1-1 0,0 1-1,0 0 1,0 0-1,0 0 1,0 0-1,0 0 1,0 0 0,0 0-1,0 0 1,0 0-1,0 0 1,1 0-1,-1 0 1,0-1 0,0 1-1,0 0 1,0 0-1,0 0 1,0 0-1,0 0 1,0 0 0,1 0-1,-1 0 1,0 0-1,0 0 1,0 0-1,0 0 1,0 0-1,0 0 1,0 0 0,1 0-1,-1 0 1,0 0-1,0 1 1,0-1-1,0 0 1,0 0 0,0 0-1,0 0 1,0 0-1,1 0 1,-1 0-1,0 0 1,0 0 0,35 7 3733,-29-5-3666,26 6 1471,-1 1-1,41 19 0,-58-22-1289,1 1-1,-2 1 1,1 0-1,-1 1 1,0 1-1,-1 0 1,11 11-1,-16-12-174,0 0 0,0 1 0,-1 0 0,0 0 0,-1 1 0,-1-1-1,1 1 1,-2 0 0,1 0 0,-1 0 0,-1 1 0,0-1-1,-1 1 1,0 13 0,-1 4-64,-1 0 0,-2 0 0,-1 0-1,-11 44 1,3-32-623,-2-1-1,-1-1 1,-2 0-1,-2-2 1,-1 0-1,-2-1 1,-1-1-1,-35 40 1,42-58-508,-1 0-1,0-1 1,-32 21 0,31-25-1649,0-1 0,-21 8 1,-14 1-8743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2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17450,'3'3'2552,"10"15"-1404,0 0-1,-2 0 1,0 1 0,-1 0 0,-1 1-1,7 21 1,36 135 1678,-43-141-2284,39 169-48,28 250 1,-28 214-121,-49-431-471,-32 240-1,21-389-2507,-31 118 0,-11-18-8804,25-101-1560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91 326 15313,'0'2'305,"1"-1"0,-1 1 0,1-1 0,-1 1 0,0 0 0,1-1 0,-1 1-1,0-1 1,0 1 0,0-1 0,0 1 0,0 0 0,-1-1 0,1 1 0,0-1-1,-1 1 1,1-1 0,-1 1 0,0 1 0,-16 49 1384,10-31-1195,-4 26 52,3 0 0,1 0 0,0 83-1,4-58-294,3-32-150,5 46 1,-2-45-107,-2 45 1,5-26 120,7-107-1006,-9 7 310,-3-1-1,-1 1 1,-2-1 0,-10-62 0,1 16-197,-3-45-159,-9-98 391,23 212 836,0-1 0,1 1 0,1 0 0,1-1 0,0 1 0,1 0 0,11-29 0,-11 36 86,1-1 0,1 1 1,0 0-1,0 0 0,1 1 1,0-1-1,1 2 0,0-1 1,1 1-1,0 0 0,19-14 0,-25 21-287,0 0 0,-1 0-1,2 1 1,-1-1-1,0 1 1,0 0-1,0 0 1,1 0-1,-1 0 1,5 0-1,-6 1-59,-1 0-1,1 0 0,-1 0 0,1 1 0,0-1 0,-1 0 0,1 1 1,0-1-1,-1 1 0,1 0 0,-1-1 0,1 1 0,-1 0 0,0 0 0,1 0 1,-1 0-1,0 0 0,1 0 0,-1 0 0,2 3 0,2 4 25,-1 0 0,0 0 0,0 0-1,0 0 1,-1 1 0,0 0 0,-1 0-1,0 0 1,0 0 0,-1 0 0,0 0-1,-1 0 1,0 0 0,-2 16 0,-2 4-323,0-1 0,-2 0 0,-15 43 0,7-31-1904,-38 74 1,40-92-1423,-2-1 0,-23 29 0,9-15-6763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3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18 14665,'-18'-8'760,"14"7"-539,1-1 0,-1 1 0,1 0 0,-1-1 0,1 1 0,-1 1 0,0-1 0,1 1 0,-1-1 0,0 1 0,0 0 0,1 1 0,-1-1 0,-7 2 0,-11 3 2056,14-4-1825,-1 1-1,0 0 1,1 1-1,-1-1 1,1 2-1,0-1 1,-8 6 0,3 1-212,1 0 0,0 1 1,0 1-1,2-1 1,-1 2-1,1 0 0,1 0 1,-9 18-1,8-16-73,-26 46 597,2 2 0,-47 124 1,-18 146 817,77-234-1228,5 1 0,-6 137 0,20-157-489,5 1 0,2-1 0,23 115 1,-21-166-187,1-1 1,1 0-1,2-1 1,0 0-1,2 0 1,1-1-1,25 37 1,-28-49-322,1 0 1,1-1-1,0 0 0,0 0 1,1-2-1,1 1 1,0-2-1,0 0 1,1 0-1,0-2 1,1 0-1,0 0 0,28 8 1,-22-11-2605,36 6 0,30-6-7090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14601,'-10'0'772,"8"0"-608,1 0 1,-1 0-1,0 0 1,0 0-1,0 0 1,1 0-1,-1 1 1,0-1-1,0 0 1,1 1-1,-1-1 1,0 1-1,1 0 1,-1 0-1,1 0 1,-1-1-1,1 1 1,-1 1-1,1-1 1,0 0-1,-1 0 1,1 0-1,0 1 1,0-1-1,0 1 1,0-1-1,0 1 1,0-1 0,0 1-1,0 2 1,-5 18 983,2 0 0,0 1 0,2-1 0,0 36 0,11 95 868,-5-105-1520,-3-32-405,1 15-282,1 0-1,2 0 1,15 58 0,-8-53-1003,9 26-5962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16257,'22'-10'2932,"-16"7"-2175,1-1 0,0 2 0,0-1 0,0 1 0,0 0 0,0 0 0,0 1 0,1-1 0,8 1 0,30 1 124,-1 3-1,1 1 1,54 12 0,-84-13-690,0 1 0,0 1 0,0 1 0,-1 0 1,1 1-1,-1 1 0,-1 0 0,0 1 0,0 0 0,-1 1 1,0 1-1,16 16 0,-25-22-211,0 0 1,-1 0-1,1 1 0,-1-1 1,0 1-1,0 0 0,-1 0 0,0 0 1,0 0-1,0 0 0,-1 0 1,2 9-1,-3-5-65,0 0 0,0 0 0,-1 0 1,0 0-1,0 0 0,-2-1 0,-3 14 0,-2-1-213,-2-1-1,0 0 0,-1 0 0,-1-1 1,-1 0-1,-16 18 0,15-22-889,0-1 0,-1 0-1,-1-1 1,0-1-1,-32 20 1,23-19-3405,-45 20 0,16-15-5848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 17670,'0'-1'86,"0"1"1,0 0-1,0-1 0,-1 1 1,1 0-1,0-1 1,0 1-1,0 0 1,0-1-1,0 1 0,0 0 1,0-1-1,0 1 1,0 0-1,0-1 1,0 1-1,0 0 1,0-1-1,0 1 0,0 0 1,0-1-1,1 1 1,-1 0-1,0-1 1,0 1-1,0 0 1,0 0-1,1-1 0,-1 1 1,0 0-1,0 0 1,1-1-1,-1 1 1,0 0-1,0 0 1,1 0-1,0-1 0,14 6 2598,6 3-858,-6-4-1473,0 1 0,-1 1 1,0 1-1,0 0 1,-1 0-1,0 2 0,0-1 1,-1 2-1,0 0 1,-1 0-1,18 20 0,-5 0 413,-1 0 0,-2 1-1,30 59 1,-20-25-766,-3 1 0,-3 1 0,-3 1 0,-3 2 0,19 137 0,-27-98 0,-5 0 0,-5 0 0,-14 134 0,-50 146-99,58-362 45,-56 223-4343,6-92-7555,31-99-1329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26 15969,'-2'0'334,"1"0"-1,-1 0 0,0 0 0,0 0 0,0 0 1,0-1-1,1 1 0,-1 0 0,0-1 0,0 0 1,0 1-1,-2-3 0,4 3-287,0 0-1,0 0 1,0 0-1,0 0 1,0 0 0,0 0-1,0 0 1,0-1-1,0 1 1,0 0 0,0 0-1,0 0 1,0 0-1,0 0 1,0-1 0,0 1-1,0 0 1,0 0-1,0 0 1,0 0 0,0 0-1,0 0 1,0-1 0,0 1-1,0 0 1,0 0-1,0 0 1,0 0 0,0 0-1,0 0 1,0 0-1,0-1 1,1 1 0,-1 0-1,0 0 1,0 0-1,0 0 1,0 0 0,0 0-1,0 0 1,0 0-1,1 0 1,-1 0 0,0 0-1,15-5 1451,95-4 5190,-87 8-6127,0 0-1,-1 2 1,46 6-1,-61-6-603,34 4-2876,-44-1 533,-5 5-501,0 0 0,0-1 0,-12 9 0,-16 3-9986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18266,'60'-35'2744,"-11"27"-112,0 5-328,-6-6-459,0 4-353,1-1-252,4 3-276,-2 0-260,-8 0-452,-18 3-624,9-3-640,2 3-868,-59 6-11306,-24 0 177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136 496 13073,'-6'6'428,"0"1"-1,0 0 0,0 0 1,1 1-1,1 0 1,-7 12-1,2 3 1134,-8 30 0,9-21-937,1 1 0,2 0 0,1 0 0,0 59 0,4-52-318,-1-12 6,1-1-1,1 0 1,10 52 0,15 63 1768,-18-106-1540,-7-33-168,0-6-664,3-13 22,-1 0-1,-1 0 1,0-1-1,-1 1 1,-1-19-1,-12-87-773,4 59 446,-13-100-515,-6-70-84,24 184 1150,2 1 1,10-88-1,-4 109 306,1 1-1,1-1 1,1 1-1,1 1 1,1-1-1,2 2 1,21-36-1,-30 54-44,1 0-1,0 1 0,0 0 1,0 0-1,0 0 1,1 0-1,0 1 0,0-1 1,0 1-1,1 1 0,-1-1 1,10-4-1,-14 8-181,0 0 1,-1-1-1,1 1 0,-1 0 0,1 0 1,0 0-1,-1 0 0,1 0 0,0 0 1,-1 0-1,1 0 0,0 0 1,-1 1-1,1-1 0,-1 0 0,1 0 1,0 0-1,-1 1 0,1-1 1,-1 0-1,1 1 0,-1-1 0,1 0 1,-1 1-1,1-1 0,0 1 0,11 19 402,3 25-31,-13-32-303,0 0 0,-1 0 0,0 0 0,-1 0 0,-1 0 0,-2 15 1,-18 79 67,11-63-326,-7 32-1087,-29 78 0,-1-44-2398,33-85 797,-1 1 0,-18 22 0,-2-5-7605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1 13093,'-21'8'554,"-76"27"2777,84-31-2878,0 1 0,0 1 0,1 0 0,0 1 0,0 0 0,1 0 0,0 2 0,0-1 0,0 1 0,2 1-1,-1 0 1,1 0 0,0 1 0,-9 15 0,-15 25 190,3 1 0,2 1 0,2 2-1,2 1 1,-30 110 0,29-61 47,5 2 0,-10 153 0,25-188-612,4-1 1,3 1-1,3-1 1,3 0-1,4 0 0,2-1 1,3-1-1,52 131 1,-57-175-366,1 0 0,1-1 0,2 0 0,0-1 1,1-1-1,1-1 0,1 0 0,39 32 0,-39-38-537,1-1 0,1-1 0,0 0 0,28 11 0,-31-17-742,1 0-1,1-1 1,-1-1 0,1 0-1,29 2 1,-22-6-4095,35-4 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14129,'-10'33'1790,"8"-26"-265,0-6-1275,0 1 0,1 0-1,-1-1 1,0 1 0,1 0 0,-1 0-1,1 0 1,-1 0 0,1 0 0,0 0-1,-2 4 1,-4 16 272,1 1-1,2 0 0,0 1 1,-2 41-1,1-8 205,-35 255 2281,34-260-2634,2-29-131,2 0 1,0 0 0,1 1 0,4 31-1,-2-11 200,-1-44-434,0 0 0,1 1 0,-1-1 0,1 0 0,-1 1 0,0-1 0,1 0 0,-1 1 1,1-1-1,-1 0 0,1 0 0,-1 0 0,1 1 0,-1-1 0,0 0 0,1 0 0,-1 0 0,1 0 1,-1 0-1,1 0 0,-1 0 0,1 0 0,0 0 0,-1 0 0,0 0 0,1 0 0,-1-1 0,1 1 1,-1 0-1,1 0 0,0-1 0,0 1 15,3-1-11,0-1 0,-1 1 1,1-1-1,-1 0 0,1 0 1,-1 0-1,0 0 0,0-1 1,0 1-1,0-1 0,0 0 1,4-5-1,32-49 49,-17 23-32,19-20-18,2 1 1,3 3-1,99-87 1,-142 135-2,-1-1 1,1 1 0,0 0 0,0 0 0,0 1-1,0-1 1,1 1 0,-1-1 0,0 1 0,1 0-1,-1 0 1,7 0 0,-8 1-6,1 0 0,-1 0 0,0 1 0,0-1 0,0 1 0,0-1 1,0 1-1,0 0 0,0 0 0,0 0 0,0 0 0,0 0 0,0 1 0,0-1 0,-1 0 0,1 1 0,-1 0 0,1-1 0,-1 1 1,1 0-1,1 2 0,0 2 0,0-1 0,-1 0 0,1 1 0,-1-1 0,0 1-1,-1 0 1,1 0 0,0 6 0,3 54-440,-2-24-407,0-10-815,-1 37 0,-6 0-4795,4-40 335,2-9-3422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16446,'-28'104'8376,"4"1"-4825,-16 62-1136,18-74-3637,-10 100 0,20-145-3654,7-32 1717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13 14813,'-14'-12'3241,"14"13"-3080,-1 0-1,1-1 0,0 1 1,0 0-1,0 0 0,0 0 1,-1-1-1,1 1 0,0 0 0,-1 0 1,1-1-1,0 1 0,-1 0 1,1-1-1,-1 1 0,1 0 0,-1-1 1,0 1-1,1-1 0,-2 1 1,-1 3 131,0-1-1,0 0 1,1 1 0,-1 0 0,1 0 0,0 0 0,0 0 0,0 0 0,0 0 0,1 0 0,0 1 0,-2 6 0,1 7 408,-2 32 1,4-43-546,-8 131 1541,-1 25-661,9-130-1320,1 0 1,12 63-1,1-35-1247,1 7-3933,-13-61 839,2-1 2255,-1-2 74,6 10-7077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7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15337,'18'-6'784,"0"0"957,1 0-1,0 1 0,0 0 0,0 2 1,1 0-1,32 1 0,-29 3-1452,0 2-1,-1 1 1,1 1 0,-1 0-1,0 2 1,0 0-1,-1 2 1,40 22 0,-51-25-143,-1 0 1,0 1 0,-1 0 0,1 1-1,-2 0 1,1 0 0,-1 0 0,12 19-1,-14-19-101,-1 0-1,-1 0 0,0 0 1,0 1-1,0-1 0,-1 1 1,-1-1-1,1 1 1,-1 0-1,-1 0 0,1-1 1,-3 16-1,-1 1-435,-2 0 0,0 1 0,-2-1 0,-1-1 0,-1 0 0,-15 29 0,8-22-409,-1-1 0,-2-1 0,-1 0 0,-28 29 0,34-43-238,-1 0-1,-1-1 1,-1-1-1,-21 13 1,15-12-2722,-30 13 0,-8-2-6554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16021,'2'0'376,"-1"-1"-1,0 1 1,1-1-1,-1 1 1,0 0-1,1 0 1,-1-1-1,0 1 1,1 0-1,-1 0 1,1 0-1,-1 1 1,0-1-1,1 0 1,-1 0-1,0 1 1,1-1-1,-1 1 1,2 0-1,25 15 1064,-26-15-936,13 10 15,-1 0 1,-1 0-1,0 1 1,0 1-1,-1 0 0,-1 1 1,17 26-1,-1 4 1056,27 65-1,-28-48-1573,-3 1 0,-3 0 0,12 68 0,16 199 0,-37 143-116,-45-2-761,23-386-1998,-31 114-1,-8-16-7823,24-101-1641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12285,'4'-3'1547,"-1"0"0,1 0 0,0 0 0,0 0 0,7-3-1,25-6 3810,-16 8-3461,38-1 0,6-1 58,-55 5-2248,0 0-1,0 1 1,1 1-1,-1-1 1,0 1-1,0 1 1,9 2-1,-8-2-1430,-9-2 361,-4 3-174,-58 35-9443,23-10-723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17242,'52'-15'2804,"-11"-25"-316,-7 23 8,-5 5-472,2 4-443,4-4-317,-1 1-256,-5 2-236,3 0-288,-18 6-568,9-5-680,3 5-908,-12 0-5361,7 0 364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49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44 14321,'-5'-2'419,"0"0"0,1 0 0,-1 1 0,0-1 0,0 1 0,0 0 0,0 0 0,0 1 0,0 0 0,-6 0 0,7 0-166,1 1 0,-1 0 1,0 0-1,1 0 0,-1 1 0,1-1 0,0 1 0,-1 0 0,1-1 0,0 2 1,0-1-1,0 0 0,0 0 0,1 1 0,-4 3 0,2-1-144,1 0-1,0 0 1,0 0 0,0 1-1,1-1 1,-1 1-1,1-1 1,1 1 0,-1 0-1,0 7 1,-6 63 816,7-52-678,-7 236 2583,11-213-2342,1-1 0,3 0 0,17 65 0,-21-80-502,-3-21-48,1-7-136,-22-18-3734,3 0 3059,1 0 1,1-1 0,-29-36-1,42 48 834,0 0-1,0 0 1,1-1-1,-1 0 1,1 1-1,0-1 1,0 0-1,1 0 0,-1 0 1,1 0-1,0-1 1,0 1-1,1 0 1,0 0-1,0-1 1,0 1-1,0 0 0,3-8 1,1-6 239,2 0 0,0 0 0,14-29 0,-10 27-59,16-41 1174,3 1 0,3 2 0,71-99 0,-23 59-315,-78 96-1236,-3 8-960,-9 20 350,-1-1-1,0 0 0,-2 0 0,-18 25 1,18-28-73,-50 65-3990,27-40-737,6-5-3114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5 579 6849,'-4'4'10114,"14"-6"-8137,88-33 4933,-43 13-5582,173-56 1935,-181 59-2834,69-37 1,-113 53-507,1 0-1,0 1 1,-1-1 0,1-1 0,-1 1 0,0 0 0,0-1 0,0 0 0,-1 1 0,1-1 0,2-6 0,1 0-191,-3 4 22,1 1 1,-2-1-1,1 0 1,-1 0-1,0 0 1,0 0-1,0 0 1,-1-1-1,0 1 1,0 0-1,-1-1 1,0 1-1,0-1 1,0 1-1,-2-9 1,-1 3-26,1 1-1,-2 0 1,1 0 0,-2 0 0,1 0-1,-1 0 1,-9-11 0,0 1-70,-24-25 0,31 37 296,4 6 39,-1 0 0,1 0 0,0 1-1,-1-1 1,1 1 0,-1 0 0,0 0 0,0 0-1,1 0 1,-1 0 0,-1 1 0,1 0 0,0 0-1,0 0 1,0 0 0,-8 1 0,-1 0 2,-1 0 0,1 1 0,-1 1 0,-14 3 0,3 0 0,0 1 1,0 1-1,0 2 1,1 0-1,0 1 1,-32 19-1,4-1 247,50-27-85,-12 5 412,11-3-393,-1 0 1,1 0-1,0 1 1,0-1 0,0 0-1,0 1 1,0 0-1,1 0 1,-1 0-1,1 0 1,0 0-1,1 0 1,-1 1-1,1-1 1,-2 8-1,-2 12 516,-3 39-1,7-58-661,-4 100 798,12 158 0,0-108-233,27 587 1026,-33-676-1987,-1-45-439,0 1 0,1-1 0,2 0 0,0 0-1,6 21 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785 38 12145,'-1'-3'2176,"0"1"-1966,0 0 0,-1-1 1,1 1-1,-1 0 1,1 0-1,-1 0 0,0 0 1,0 0-1,0 0 1,0 1-1,0-1 0,0 1 1,-1-1-1,1 1 1,0 0-1,-1 0 0,1 0 1,-1 0-1,1 0 0,-1 1 1,1-1-1,-1 1 1,0-1-1,1 1 0,-1 0 1,0 0-1,1 0 1,-1 1-1,1-1 0,-1 0 1,-4 2-1,-5 2 153,1 0 0,-1 1 0,0 0 0,1 0 0,-16 12 0,2 0 62,0 2-1,0 1 0,2 1 0,1 1 0,0 1 0,-17 25 0,2 3 234,2 1 0,-27 58 0,8 1-20,4 3 0,6 1 0,5 2 1,5 2-1,5 1 0,-22 210 0,46-266-637,3-1-1,3 0 1,14 106-1,-8-126-318,1 0-1,3-1 1,1 0-1,3-1 1,1 0-1,25 45 0,-30-67-191,0-1 0,2 0 0,-1-1 0,2-1-1,0 0 1,28 24 0,-30-31-356,0-1-1,1 0 0,0 0 1,14 6-1,-13-9-836,-1 0-1,1-1 1,0 0-1,22 2 1,33-3-9305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11725,'0'0'7885,"-3"2"-6101,-6 3-800,7-4-862,1-1 0,-1 1 0,1 0 0,0 0 0,-1 0 0,1 0 0,0 0 0,0 0 1,0 0-1,0 0 0,0 0 0,0 0 0,0 1 0,0-1 0,0 0 0,0 1 0,1-1 0,-1 0 0,0 1 0,1-1 0,-1 1 0,1-1 0,0 1 0,0 0 0,-1-1 0,1 1 1,0-1-1,0 1 0,1 2 0,5 197 1785,19 263 2913,-1-197-4917,-21-252-888,0-1 0,7 21 0,-9-31 549,3 7-1503,-4-19-43,-8-30-1715,6 29 2713,-6-35-5759,-1-4-4207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20 12641,'2'-2'2204,"-1"0"-1962,0 1 1,0 0-1,0 0 1,0-1-1,0 1 0,0 0 1,0 0-1,0 0 1,1 0-1,-1 1 1,0-1-1,1 0 1,-1 0-1,1 1 1,-1-1-1,1 1 1,-1-1-1,1 1 1,-1 0-1,1-1 0,-1 1 1,1 0-1,-1 0 1,1 0-1,-1 0 1,1 0-1,0 1 1,-1-1-1,1 0 1,-1 1-1,1-1 1,2 2-1,31 7 3108,-30-9-3147,0 1 0,1 0 1,-1 1-1,0-1 0,0 1 0,5 2 0,-2 1-34,0 0 0,0 0 0,0 1-1,-1 0 1,0 0 0,0 1 0,0 0 0,-1 0 0,0 0 0,0 1 0,-1 0 0,0 0 0,0 0 0,-1 1-1,4 11 1,-4-7-61,0 0 0,0 1 0,-2 0 0,1 0 0,-2 0 0,0 0 0,-1 0 0,0 0 0,-4 27 0,-5 3-221,-2 0 1,-25 63-1,-48 79-2353,66-153 1184,-1-1-1,-1-1 1,-41 48 0,43-59-1370,-1-1 0,-1 0 1,-24 16-1,5-9-7224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1 16121,'-41'0'2588,"33"0"-342,6 1-330,-1 0-1720,1 0-1,-1 0 0,1 0 0,0 0 0,-1 0 1,1 1-1,0-1 0,0 1 0,0-1 0,0 1 0,0 0 1,0 0-1,1 0 0,-1 0 0,1 0 0,-1 0 1,1 1-1,0-1 0,-2 5 0,-88 236 3495,77-199-3242,-175 688 1406,74 2-1854,95-521-4418,16-132-2320,13 155-1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13029,'-20'46'3266,"15"-37"-2500,0 0 0,1 0 0,1 1 0,-4 11 0,-1 15 368,1 1 0,2-1-1,2 1 1,1 1 0,5 63 0,3-44-354,2-1 1,3 0 0,3-1-1,1 0 1,28 63 0,-41-114-709,0 0 0,0-1 0,0 1 0,0-1 1,0 1-1,5 4 0,-6-7-79,0 0 1,0-1-1,-1 1 0,1 0 1,0-1-1,0 1 1,0-1-1,0 0 0,0 1 1,0-1-1,0 0 0,0 1 1,0-1-1,0 0 0,0 0 1,0 0-1,0 0 0,1 0 1,-1 0-1,0 0 0,0 0 1,0 0-1,0-1 0,0 1 1,0 0-1,0-1 0,0 1 1,0-1-1,0 1 1,0-1-1,1 0 0,9-8-168,-1 0-1,1 0 0,-2-1 1,1 0-1,10-16 0,-10 13 15,0 1 0,1 0-1,19-16 1,-23 22 126,0 1 0,0 0 0,1 1 0,-1 0 0,1 0 0,0 0 0,0 1 0,13-3 0,-17 5 44,1 0 0,-1 1 0,0 0-1,0 0 1,0 0 0,1 1 0,-1-1 0,0 1-1,0 0 1,0 0 0,0 0 0,0 1 0,0 0-1,0-1 1,0 1 0,-1 1 0,1-1 0,4 4-1,-2-1 8,-1 0 0,-1 0 0,1 0 0,-1 0 0,0 1 0,0-1 0,0 1 0,3 8 0,19 55-41,-3-9-1165,1-12-2672,-9-20-6487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16814,'-1'7'341,"0"1"0,1-1 0,-1 0 0,1 0 0,1 0 0,0 0 0,0 0 0,0 0 0,1 0 0,0 0 0,0 0 0,1-1 0,-1 1 0,7 8 0,16 33 1763,-1 1-1,-2 1 1,23 79 0,24 163 228,-40-127-2275,12 315 0,-66 169-80,-23-97-3605,31-440-149,2 4-7129,14-84-566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75 15225,'-1'-1'99,"0"1"-1,0-1 0,0 1 0,0-1 0,-1 1 0,1-1 0,0 1 1,0 0-1,-1 0 0,1-1 0,0 1 0,-1 0 0,1 0 1,0 0-1,0 1 0,-1-1 0,1 0 0,0 0 0,0 1 0,-1-1 1,1 0-1,0 1 0,0 0 0,-2 0 0,1 2 251,1 0 0,0 0 0,0-1 0,0 1-1,0 0 1,1 0 0,-1 0 0,1 0 0,-1 6 0,-1 11 960,-4 33 351,3 1-1,2-1 1,8 72 0,16 170 730,-20-243-2117,-2-13-335,2 0 0,13 67 1,-10-83-1502,-3-25 1002,3-3 401,0 0 0,-1-1 0,0 1 0,0-1 0,-1 0-1,0 0 1,0-1 0,0 1 0,-1-1 0,0 0 0,0 0 0,0 0 0,2-13 0,2-15-530,5-60 1,-8 54 365,1-101-518,-5 91 556,7-57 0,-6 102 266,26-156-200,-21 134 414,2 0 1,1 0 0,21-43-1,8 2 1058,-36 66-410,-4 6-663,-99 175-2709,54-102-2819,19-32-760,7-11-3842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52 15213,'-38'-41'2131,"37"40"-1937,0 0-1,-1 0 1,1 0 0,0 0 0,-1 0 0,1 0 0,-1 1 0,1-1 0,-1 0 0,1 1 0,-1-1 0,0 1-1,1 0 1,-1 0 0,1-1 0,-1 1 0,0 0 0,1 0 0,-1 1 0,-2-1 0,-1 2 239,0-1 1,1 1-1,-1 0 0,1 0 1,-5 3-1,2-1 116,-7 5-164,0 0 0,1 1 0,1 0 0,0 1 0,0 1-1,1 0 1,0 0 0,-16 27 0,-64 121 1169,91-158-1538,-48 95 603,4 3 0,5 1 0,5 2 1,-22 108-1,42-140-619,3 0 0,3 1 0,3 0 0,4 0 0,2 0-1,4 0 1,14 75 0,-13-119-407,1 1 0,1-1 0,2 0 0,0-1 0,2 0 0,30 49 0,-31-61-561,0 0-1,1 0 0,0-1 1,28 23-1,-28-28-551,0 0 0,1-1 0,0 0 0,0-1 0,1 0 0,24 7 0,17-2-9858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12325,'-17'15'685,"11"-10"-175,0 0 0,0 0 0,0 0 1,1 1-1,0 0 0,0 0 0,0 0 0,-5 11 0,-13 32 1902,15-33-1752,0 0 0,-9 29 0,7-3 334,0 1-1,3 0 1,2 1-1,0 60 1,6-72-537,1 1 0,1-1 0,2 0 1,2 0-1,1-1 0,17 47 0,-22-70-321,0 0 0,1-1-1,0 1 1,0-1 0,1 1-1,0-1 1,0-1-1,6 7 1,-9-11-127,0-1 0,0 1 0,0-1 0,0 0 1,0 1-1,0-1 0,0 0 0,0-1 0,0 1 0,0 0 0,1 0 0,-1-1 1,0 0-1,1 1 0,-1-1 0,0 0 0,1 0 0,-1 0 0,0 0 0,0-1 0,1 1 1,-1-1-1,0 1 0,1-1 0,-1 0 0,0 0 0,0 0 0,0 0 0,0 0 1,0 0-1,0 0 0,3-4 0,15-12-182,0-1 0,28-33 1,-3 2-256,-37 40 357,-3 4 30,1-1 0,-1 1 1,1 0-1,0 0 0,12-7 0,-16 11 39,0 1 0,0-1 1,0 0-1,0 1 0,0-1 0,0 1 0,1-1 1,-1 1-1,0 0 0,0 0 0,0 0 1,0 0-1,0 1 0,1-1 0,-1 0 0,0 1 1,0 0-1,0-1 0,0 1 0,0 0 0,0 0 1,-1 0-1,1 0 0,0 0 0,0 1 1,1 1-1,4 3 5,-1 0 1,0 1-1,0 0 1,-1 0 0,0 0-1,0 1 1,-1-1-1,0 1 1,0 0-1,3 11 1,4 14-89,8 46 0,-2-7-1244,-1-2-5489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16910,'102'152'7244,"-86"-123"-5778,-1 0 0,-1 2 0,15 50 0,-7 7-888,-3 1-1,14 183 1,-29-149-70,-20 210 0,-2-194-961,-6-2 1,-7 0-1,-74 208 1,91-308-1366,-2 0 1,-30 48-1,31-61-1277,-1-1 0,-19 22 0,-18 8-10140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5:5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16 496 6397,'0'0'3523,"3"-1"-2513,21-6 1064,-22 6-1039,15 1 1103,13-1 702,-25 1-2604,0 0 0,0 0 0,1 0 0,-1-1 0,0 0 0,0 0 0,0 0 0,5-3 0,28-8 1276,-28 10-805,1-2 1,-1 1-1,19-11 0,-11 4-379,0-1 0,-1 0 0,-1-2 0,0 0 0,20-21 0,-28 25-646,1-1-1,-1-1 1,0 0 0,-1 0-1,10-22 1,-13 25 135,-2 0-1,1 0 1,-1 1-1,0-1 1,-1-1-1,0 1 1,0 0 0,-1 0-1,0 0 1,-2-12-1,1 6 20,-2 0 1,0 1-1,0-1 0,-7-14 0,8 22 153,-1 1 0,0-1 0,0 1 0,0 0 0,-1 0 0,0 0 0,0 0-1,0 1 1,0-1 0,-1 1 0,-8-6 0,8 7 7,-1 1-1,1-1 1,-1 1 0,0 0-1,0 1 1,0-1 0,0 1-1,0 0 1,0 1 0,0-1-1,0 1 1,0 0 0,0 1-1,0-1 1,-8 3 0,2 0-1,-1 0 0,1 1 0,0 0 0,0 1-1,1 0 1,-15 10 0,-3 0 8,-41 21 12,58-30-23,0 5-13,11-10 31,0 0 0,0 0-1,1 0 1,-1 0 0,0 0-1,0-1 1,0 1 0,0 0 0,0-1-1,0 1 1,-1-1 0,1 1-1,-2 0 1,3 2 149,-2 6-54,1 0 0,1 0 0,-1 0 0,3 16 0,0-4 396,0 1 0,-1 0-1,-4 38 1,1-15-32,-7 186 1471,1 177-953,11-346-1563,-1-37-697,-1 0-1,-1 0 1,-6 43-1,3-39-1851,5-12-3412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35 691 5949,'15'3'1159,"-16"-8"265,0 4-1288,0 0-1,0 0 0,0 0 1,1-1-1,-1 1 0,0 0 0,1 0 1,-1-1-1,1 1 0,0-1 0,-1 1 1,1-2-1,-29 11 7336,21 1-6879,7-9-516,1 1-1,0-1 1,-1 0 0,1 1-1,0-1 1,0 1-1,-1-1 1,1 1-1,0-1 1,0 1-1,0-1 1,0 1-1,0-1 1,0 1-1,-1-1 1,1 1 0,0-1-1,0 1 1,0-1-1,1 1 1,-1-1-1,0 1 1,0-1-1,0 1 1,0-1-1,0 0 1,1 1-1,-1-1 1,0 1 0,0-1-1,1 1 1,-1-1-1,0 0 1,1 1-1,-1-1 1,0 0-1,1 1 1,-1-1-1,1 0 1,-1 1-1,0-1 1,1 0 0,-1 0-1,1 1 1,-1-1-1,1 0 1,-1 0-1,1 0 1,-1 0-1,1 0 1,35 12-593,-31-11 773,65 16-127,105 10 0,-163-26-119,246 26 80,-159-20-75,0-5-1,0-3 1,0-6-1,-1-3 1,116-28-1,208-63-18,82-4 43,-455 96-28,55-14-2,67-11-48,42-5 48,-81 14 6,152-32-2,-88 17-56,-86 18 73,134-24 19,3 21-23,-148 19-9,35 1-23,142-11 35,-189 8-26,59-7-17,124-5-17,-2 9 26,-46 0 51,163-18-22,-11-2-32,-166 20 26,-17 2-12,174-11-13,-205 18-10,-78 3 37,122 15 1,10 0-18,34-9 11,-86-2-17,140 9-4,105 16-28,-302-20 20,-19-1-22,69 5 85,-34-4-116,18 0 95,-53-10-3,555-5 36,-368 8-76,44 5 51,-58 1-58,327-3-45,-499-6 93,266-6 42,266-23-1,-407 29-52,-15 4 6,-45 1 56,-72-4-83,86-1 62,6-4-29,1 1 26,52-2 11,-7-7 102,75-2-65,-273 14-126,409 6-16,-371-5 58,416-3 190,-127 6-163,-306-3-12,44 0 4,46 2 93,-16-5 109,-15 0-160,245 8 235,-283-7-340,172 8 68,-203-5 49,-1-1 1,36-3-1,-49 1 45,134-10 1278,100-4 265,-178 24-455,-33 8 896,-38-17-2064,-1 0 0,1 0-1,-1 0 1,1 0 0,0-1 0,-1 1 0,1 0 0,-1-1 0,1 1 0,-1-1 0,1 0-1,-1 1 1,1-1 0,-1 0 0,0 0 0,1 0 0,-1 0 0,0 0 0,0 0 0,0 0-1,2-2 1,-3 2-90,1 0 516,28 10-465,254 23-15,-212-29 0,-26-1 0,-4 0 0,-6-1-948,-37-2 690,-1-1 1,1 1-1,0 0 0,1-1 1,-1 0-1,0 1 0,0-1 1,1 0-1,-1 0 0,1 0 1,0 0-1,-2-2 0,2 2 8,-36-44-4317,-7-11-4458,17 8-2618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15249,'0'0'86,"-1"0"0,1 0-1,-1 0 1,1 0 0,-1 0-1,1 0 1,0 0 0,-1 0-1,1 0 1,-1 0 0,1 0 0,-1 0-1,1 0 1,-1 0 0,1 1-1,-1-1 1,1 0 0,0 0-1,-1 0 1,1 1 0,-1-1-1,1 0 1,0 0 0,-1 1-1,1-1 1,0 0 0,-1 1-1,1-1 1,0 1 0,0-1-1,-1 0 1,1 1 0,0 0-1,5 17 2153,-1-7-2133,72 279 5878,-65-241-5585,39 192 889,16 72-710,-26-159-3297,7-4-3499,-40-129-150,-4-7-4089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0 447 13033,'9'-29'1165,"1"0"-1,1 1 1,1 1-1,2 0 1,1 1-1,0 0 1,2 1 0,1 1-1,1 0 1,1 2-1,34-30 1,62-50 1452,-116 101-2602,1 1 0,0-1 0,-1 1 0,1-1-1,0 1 1,0-1 0,0 1 0,-1 0 0,1-1-1,0 1 1,0 0 0,0 0 0,0-1 0,0 1-1,-1 0 1,1 0 0,0 0 0,0 0-1,0 0 1,0 0 0,0 1 0,0-1 0,-1 0-1,1 0 1,0 1 0,0-1 0,0 0 0,0 1-1,-1-1 1,1 1 0,0-1 0,-1 1 0,1-1-1,0 1 1,-1-1 0,1 1 0,0 0 0,-1-1-1,1 1 1,-1 0 0,1 0 0,-1-1 0,1 2-1,2 3 11,-1-1 0,1 1-1,-1 0 1,0 0 0,-1 0-1,3 7 1,-2 2-63,-1 0 1,0-1-1,-1 1 1,-2 23-1,-13 59-770,7-57 336,-51 250-3270,15-148-143,27-98-227,-26 48 0,3-20-6034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0 9657,'-29'21'610,"10"-6"175,-2-1 0,-23 12 0,-89 54 3364,113-65-3648,1 1 0,1 0 0,0 1 0,-21 27 0,11-7-101,2 1 1,1 1 0,2 2 0,2 0-1,2 2 1,1 0 0,3 0-1,1 2 1,3 0 0,1 0-1,-4 56 1,11-65-207,1 0-1,2 0 1,2-1 0,1 1-1,2-1 1,1 0 0,2 0 0,1 0-1,2-1 1,1 0 0,2-1-1,1-1 1,1 0 0,2-1-1,25 32 1,-18-31-348,2-2 1,2 0-1,0-2 0,2-1 1,62 42-1,-63-50-955,2-2 0,48 21 0,-50-27-1298,0-1 0,1-2 0,32 5 0,9-5-7915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7957,'1'13'1072,"-1"0"1,0 0-1,-3 20 0,2-30 230,2 0 1,25 79 2793,17 69-1261,-25-87-1970,3-1 0,3-1-1,33 63 1,-47-102-662,33 60 729,-28-110-603,-13 8-300,0 0 0,-1-23 0,1-18-9,2 19 87,1 0 0,2 0-1,2 1 1,2 0 0,15-39 0,-25 77-76,1-1 0,-1 1 0,1 0 0,-1 0 0,1 0 0,0 0 0,0 0 0,0 1 0,0-1 0,0 0 0,0 1 0,0 0 0,0-1 0,1 1 0,-1 0 0,0 0 0,1 0 0,-1 0 0,1 1-1,-1-1 1,1 1 0,0 0 0,-1-1 0,1 1 0,-1 0 0,1 1 0,0-1 0,-1 0 0,1 1 0,-1-1 0,1 1 0,-1 0 0,1 0 0,-1 0 0,4 2 0,5 3 26,-1 0 1,0 1 0,0 0-1,0 1 1,-1 0-1,-1 0 1,16 18-1,47 77-866,-45-63-336,22 37-3881,-25-27-3903,-18-30-1206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3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15913,'1'0'109,"0"-1"0,-1 1-1,1-1 1,-1 1-1,1-1 1,0 1-1,-1-1 1,1 1-1,0 0 1,-1-1 0,1 1-1,0 0 1,0 0-1,0-1 1,-1 1-1,1 0 1,0 0-1,0 0 1,0 0 0,-1 0-1,1 0 1,0 0-1,0 0 1,0 0-1,-1 1 1,1-1-1,0 0 1,0 0 0,-1 1-1,1-1 1,0 0-1,-1 1 1,2 0-1,33 23 1859,-12-8-463,15 10-830,0 1 1,-2 2-1,-1 1 1,-2 2-1,-1 1 1,-1 2-1,34 51 0,-8 0 759,-4 3-1,49 113 0,-44-66-1816,81 284 0,-18 158-1687,-91-312-3575,-22-94-3117,-7-56-3772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18330,'26'-29'2504,"17"9"-104,-25 8-184,5 7-488,0 2-351,-3-6-297,0 1-228,0 2-32,6-3-396,-9 6-500,-3 0-480,1 1-876,2-1-428,-14 23-4029,-9 14-588,-11-2-5980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4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18586,'75'-46'2508,"-35"17"-280,3 0-308,-2 6-432,-1 3-363,-9 6-581,1-3-752,0-1-1061,-15-5-1363,-8 9-536,2 20-3085,3 5-5632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16337,'0'0'5646,"-2"1"-4377,0 0-1174,1 0 0,-1 0 0,1 1-1,0-1 1,-1 0 0,1 1 0,0-1 0,0 1-1,0-1 1,0 1 0,0 0 0,0-1 0,0 1-1,0 0 1,1 0 0,-1 0 0,1 0 0,-1 3-1,-2 37 522,5 34 48,14 81 1,22 74-300,-29-183-273,76 403 610,25-4-154,-64-296-1551,117 258 0,-150-380-46,9 32 1,-21-58-76,-17-19-2797,5 2 2996,0-1-1,0 0 1,-8-17-1,-34-74-4875,13 17-1269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11145,'20'-120'3636,"-18"115"-3140,0-1 1,0 1 0,0-1 0,1 1-1,0 0 1,5-7 0,2-5 802,2-4 641,1 0-1,18-21 1,-30 41-1861,0 1 1,0-1-1,0 0 1,1 1-1,-1-1 0,0 1 1,1-1-1,-1 1 1,0 0-1,1 0 1,-1-1-1,0 1 1,1 0-1,-1 0 1,1 0-1,-1 1 1,0-1-1,1 0 1,-1 0-1,0 1 0,1-1 1,-1 1-1,0-1 1,0 1-1,3 1 1,0 4-18,0 0 1,-1 0-1,0 0 1,0 1 0,0 0-1,0-1 1,-1 1-1,-1 0 1,3 11-1,1 21-1135,-1 0-1,-2 0 1,-2 0-1,-5 45 0,3-58-358,-4 45-5434,-5 5-4551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38 10829,'-7'10'1579,"5"-8"-250,8 113 3513,-6-101-4449,1-1-1,0 0 1,1 0 0,1 0 0,0 0-1,1-1 1,0 1 0,9 18-1,-4-11 4057,-5-21-3645,5-3-536,4 0 11,-1 0-1,0-1 0,-1 0 0,1-1 0,-1-1 0,0 0 0,-1 0 0,1-1 0,9-10 0,1-4-37,-6 8-382,-1-1 1,0-1-1,20-31 0,-31 41-309,-1 1-1,0-1 0,-1 1 1,0-1-1,0 0 0,0 0 1,0 0-1,-1 0 0,0 0 0,-1-11 1,0 8-528,-2-16-6677,-2 5-5864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19974,'3'55'2144,"0"-35"-296,5 0-272,-2 0-436,5 6-175,4 17-273,-9-6-432,2 1-768,1-1-597,-1 1-811,-2-24-1196,-12 12-3377,4-3-5996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13093,'-49'12'-240,"37"5"-944,1-6-2244,-4 4-1829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12909,'-5'3'903,"-10"8"6912,35-4-4922,-4-1-2084,195 38 3213,-159-35-4332,-50-9-432,-3 2-1020,-2 2 1532,1-1 1,-1 0-1,1 0 0,-1 0 0,0-1 1,0 1-1,-6 3 0,5-4 61,1-1 0,-1 0 1,1-1-1,-1 1 0,0 0 0,0-1 0,1 0 0,-1 0 0,-6-1 0,-3 0-366,1-1-1,0 0 1,0-1-1,0 0 1,0-1-1,1 0 1,-1-1-1,1 0 1,-14-10 0,18 11-884,0-1 1,1 0 0,0-1 0,-11-11-1,9 4-6161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14409,'12'2'2721,"17"5"1138,11-4-2336,-36-3-1387,0-1-1,0 0 1,0 0 0,0 0-1,0 0 1,0 0-1,0-1 1,-1 0-1,1 0 1,0 0-1,-1 0 1,0 0-1,1-1 1,-1 1-1,4-5 1,98-114 3847,-3 3-3938,-78 98-1677,-22 19 1426,0 0 0,0 0 0,0 0 0,-1 0 0,1-1 0,0 1 0,-1 0 0,0-1 0,1 0-1,-1 1 1,0-1 0,0 0 0,1 0 0,-1 1 0,-1-1 0,1 0 0,0 0 0,0 0 0,-1 0 0,1-3-1,1-2-891,-1-1-438,-1-1-5708,-3-5-2643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8165,'1'10'613,"0"1"253,0-1 2807,14-15-412,-13 4-2975,0 1-57,-1 0-1,0 0 1,0 0 0,1 0 0,-1-1 0,0 1 0,0 0 0,0-1 0,0 1 0,0-1-1,0 1 1,0-1 0,0 0 0,0 1 0,0-1 0,0 0 0,0 0 0,0 0 0,0 1-1,0-1 1,-1 0 0,1 0 0,0 0 0,-1 0 0,1-1 0,-1 1 0,1 0 0,-1 0-1,1 0 1,-1 0 0,0 0 0,0-1 0,0 1 0,1 0 0,-1-2 0,-3-33 1185,3 32-441,3-13-1272,0 3-363,-6 18-687,-3 30 740,8-12 357,1 1 0,0-1-1,2 1 1,13 38 0,-9-32-3169,11 61 0,-16-54-1778,1-1-3087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6501,'0'0'15770,"1"5"-14931,11 43 437,31 83 0,-8-33-753,502 1407 1604,-266-866-4581,-262-619 2277,-2-3-129,1 0 0,1-1-1,13 19 1,-30-58-433,5 8 584,-150-388-1989,79 225 1787,-138-425 633,29-12 1321,159 532-1290,20 68-254,2 8-19,1-1-1,-2 1 1,1 0 0,-1 0 0,0 0-1,0 0 1,-1 1 0,0-1 0,-6-7-1,8 13-32,1 5-48,-26 198-6184,22-135 647,7 1-3202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0 544 11329,'0'0'101,"0"1"0,0 0 0,1-1 0,-1 1 0,0-1 0,0 1 0,0 0 1,0-1-1,1 1 0,-1-1 0,0 1 0,1-1 0,-1 1 0,0-1 0,1 1 0,-1-1 0,1 1 0,-1-1 0,1 1 0,-1-1 0,1 0 0,0 1 0,11-6 2871,8-6-335,-16 10-1829,1 0 1,-1 1-1,1-1 1,-1 1-1,1 0 1,-1 0-1,7 2 1,34 10 1351,-23-2-1540,35 22-1,-44-25-445,0 2 0,-1-1 0,-1 2 0,1 0 0,-2 0 0,16 18 0,-11-9-118,-5-9-208,-1 1 0,-1 0 1,9 15-1,-11-42-117,-5 5 195,0-1 1,-1 0-1,-1 1 1,0-1-1,-2-13 1,-2-13-19,1-14 5,3 0 0,2 0 0,10-75 1,-6 97-449,1 1-1,2 0 1,1 1 0,1 0 0,1 0 0,1 1 0,24-38 0,-31 57-65,0 1 1,0 0-1,1 0 0,-1 1 1,11-9-1,9 1-6995,-4 10-2594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8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182 930 16454,'15'-1'3689,"-24"6"908,-3 1-4490,10-1 504,4 6-641,-1-1 1,2 1 0,-1-1 0,2 0 0,-1 0-1,1 0 1,1 0 0,7 12 0,-10-19-22,0 0 0,0-1 0,0 1 0,0 0-1,1-1 1,-1 0 0,1 1 0,0-1 0,-1 0 0,1 0 0,0-1 0,0 1 0,0 0 0,1-1 0,-1 0 0,0 0 0,0 0 0,1 0 0,-1 0 0,0-1 0,1 1 0,-1-1 0,1 0 0,-1 0 0,1-1 0,-1 1 0,0 0 0,1-1 0,-1 0 0,0 0 0,4-1-1,-4 1-29,0 0 0,0 0 0,0-1 0,-1 1 0,1-1 0,0 1 0,0-1 0,-1 0 0,1 0 0,-1 0 0,0 0 0,0 0 0,0-1 0,0 1 0,0-1 0,0 1 0,0-1 0,-1 0 0,0 0 0,1 1 0,-1-1 0,0 0 0,0 0 0,-1 0 0,1 0 0,0-6 0,-1 5-105,0-1 1,-1 0 0,0 1 0,0-1 0,0 1-1,0-1 1,0 1 0,-1 0 0,0-1-1,0 1 1,0 0 0,-1 0 0,1 0 0,-1 0-1,0 1 1,0-1 0,-5-4 0,2 4 8,1 0 0,-1 0 1,1 0-1,-1 0 0,0 1 0,-1 0 1,1 1-1,0-1 0,-1 1 1,0 0-1,1 1 0,-8-1 1,-11-1 14,0 2 1,-27 2 0,-18-1 1518,68 0-1307,-3 0 236,-1-1 1,1 1-1,-1-1 1,1 0-1,-1 0 1,-9-5 0,14 6-230,-1-1 1,1 0 0,0 0-1,0 0 1,0 1 0,0-1-1,0 0 1,0 0 0,1-1 0,-1 1-1,0 0 1,0 0 0,1 0-1,-1 0 1,1-1 0,-1 1-1,1 0 1,0-1 0,-1 1-1,1 0 1,0-1 0,0 1 0,0 0-1,0-1 1,0 1 0,0 0-1,0-1 1,0 1 0,1 0-1,-1-1 1,0 1 0,1 0-1,-1-1 1,1 1 0,1-1 0,6-18 310,1 1 0,14-22 0,7-13 80,41-79 359,27-61-217,-64 111-403,75-211 3203,-108 291-3057,-1 7-63,6 114 57,6 0 1,30 137-1,-8-106-204,6-2-1,93 222 1,-125-348-160,-1-3-44,0 1-1,1-2 0,1 1 0,1-1 0,18 25 1,-26-41 66,-1 0 1,0 1-1,0-1 1,0 0 0,1 0-1,-1 0 1,0 0-1,1 0 1,-1 0 0,1 0-1,-1 0 1,1-1-1,-1 1 1,1-1 0,0 1-1,-1-1 1,1 1-1,2-1 1,-3 0 7,1 0 0,-1-1 0,0 1 0,1 0 0,-1-1 0,0 0 0,0 1-1,1-1 1,-1 1 0,0-1 0,0 0 0,0 0 0,0 0 0,0 0 0,0 0 0,0 0 0,1-2 0,3-4-12,-1 0 0,0 0 1,-1-1-1,0 1 0,4-13 0,-7 19 15,11-38-167,6-44 0,5-19-490,-19 89 307,0 0 0,1-18 0,5-16-931,-26 67-229,1 7 38,2 1-1,0 1 0,-17 54 1,7-7-4313,20-64 4401,-7 23-5864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164 923 8657,'-9'5'308,"0"0"404,0 0-1,1 1 1,0 0 0,0 0 0,-14 13-1,21-17-391,-1 0-1,0 0 1,0-1-1,-1 1 1,1-1-1,0 1 1,0-1-1,-1 0 1,-2 1-1,-5 3 647,-13 18 1971,21-21-1453,-1-1-848,-26 12 2643,32 5-2135,-3-18-1115,0 1 0,0 0 1,0 0-1,0 0 0,0 0 1,0-1-1,0 1 0,0 0 1,1 0-1,-1 0 0,0 0 1,0-1-1,1 1 0,-1 0 1,1 0-1,-1-1 0,1 1 1,-1 0-1,1-1 0,-1 1 1,1-1-1,0 1 0,-1-1 1,1 1-1,0-1 0,-1 1 1,1-1-1,0 1 0,0-1 0,-1 0 1,1 1-1,0-1 0,0 0 1,0 0-1,1 0 0,3 2-58,8 2-3,0-1 0,1-1 0,-1 0 1,1 0-1,-1-2 0,1 0 0,16-1 0,30 0-1385,-34 2-343,34-4 0,-57 2 1171,-1 0 17,0-1 492,0 1-1,0-1 1,0 1 0,-1-1-1,1 0 1,0 0 0,-1 0 0,0 0-1,3-4 1,-4 3 107,0 0 0,1 0 0,0 0 0,0 0 1,0 0-1,0 0 0,0 0 0,1 0 0,-1 0 0,1 0 0,0 1 0,0-1 1,0 0-1,0 1 0,0 0 0,0 0 0,1-1 0,-1 1 0,1 1 0,0-1 1,-1 0-1,7-2 0,6-3 111,1 0 0,-1 1 0,21-5 1,212-50 197,-181 42-1594,-65 19 1175,0-1 0,-1 0 0,1 1 0,0-1 0,0 0 0,-1 0 0,1 0 0,-1 0 0,1 0 1,-1-1-1,1 1 0,-1 0 0,0-1 0,1 1 0,-1-1 0,0 1 0,0-1 0,0 0 0,0 1 0,0-1 1,-1 0-1,1 0 0,-1 1 0,1-1 0,-1 0 0,1 0 0,-1-2 0,1-6-154,-1 0-1,1 1 1,-2-1-1,-1-10 1,2 15 216,-20-133 2408,-56-208 0,48 255-651,14 50 123,-11-62 0,23 93-1392,-1-1 0,0 1-1,-5-12 1,4 13-191,3 5 168,0 9-85,-7 45-67,2 0 0,1 77 0,17 108-387,-2-131-426,29 120 0,-34-199 332,2 1 0,1-1 0,1-1 0,19 40 0,-23-56 124,0-1-1,0 0 1,0 0 0,1 0-1,-1-1 1,2 0-1,11 9 1,-14-11 24,1-1 1,1 0 0,-1-1 0,0 1-1,1-1 1,-1 0 0,1 0-1,0-1 1,-1 0 0,1 0 0,0 0-1,9 0 1,-7-2 32,-1 0 0,1 0 1,0-1-1,-1 0 0,1 0 1,-1-1-1,0 0 0,0 0 0,0-1 1,0 0-1,0 0 0,-1 0 0,11-11 1,8-7 64,40-50 0,-44 48-36,47-61 354,-47 51-245,-17 25-529,-14 18-1077,-114 150-8531,97-120 4511,1-4-3066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0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 14549,'-29'-3'1997,"37"23"83,1 0 1528,-12 1-2220,3-1 628,3-9-1424,3 6-308,5-8-1636,1 0-576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1698 14121,'-9'6'615,"-1"0"286,1-1 3648,7-8-4042,-3-5-387,1-1 1,0 1 0,0-1 0,1 0 0,1 0 0,-1-1 0,1 1-1,1-1 1,0 1 0,0-13 0,-5-23 307,-2 0 1,-23-73-1,10 42 105,-243-920 3802,257 972-4094,-15-39 0,16 53-128,2 10-29,-1 19 30,2 3-74,0-1 0,2 1 0,1-1 0,4 37 0,20 94 12,-19-120-49,45 210 11,-35-182-77,3-1-1,27 60 0,-10-41-391,4-2 1,3-1-1,3-3 0,3-1 0,97 108 1,-131-164 301,0-1 0,1 0 0,1-1-1,0-1 1,0 0 0,33 16 0,-43-25 93,1 0-1,0-1 0,0 0 1,0 0-1,1 0 0,-1-1 1,0 0-1,1-1 1,-1 1-1,0-1 0,1-1 1,-1 1-1,1-1 0,-1-1 1,0 1-1,0-1 0,0-1 1,0 1-1,0-1 0,0 0 1,8-6-1,-3 1-51,0 0 1,-1-2-1,0 1 0,-1-1 0,0-1 1,-1 0-1,0 0 0,0-1 1,-1 0-1,-1 0 0,10-22 0,1-9-400,-2-1 0,11-53 0,-26 92 440,8-53-942,-9 55 799,-12 13-47,11-9 251,0 0 0,0 0 0,-1 0 0,1 0 1,0 0-1,0 1 0,0-1 0,0 0 0,0 0 0,1 1 0,-1-1 1,0 1-1,0-1 0,1 0 0,-1 1 0,1-1 0,0 1 0,-1 0 1,1-1-1,0 4 0,-1 2 42,0 1 1,1 0-1,0-1 0,1 1 1,-1-1-1,2 1 1,-1-1-1,1 1 1,0-1-1,0 0 0,1 1 1,0-1-1,0 0 1,9 12-1,-9-15 35,1 0 0,-1 0 0,1-1 0,-1 1 0,1-1 0,0 0 1,1 0-1,-1 0 0,0-1 0,1 1 0,0-1 0,-1 0 0,1 0 0,0-1 0,0 0 0,0 0 0,0 0 0,0 0 0,0-1 0,0 1 0,1-1 1,-1-1-1,9-1 0,1 0 0,-1-2 1,1 0-1,-1-1 1,1 0 0,-1-1-1,-1 0 1,1-1-1,-1-1 1,-1 0-1,1-1 1,-2-1 0,1 1-1,11-14 1,-11 11-110,-2-1 0,0 0 0,0-1 0,-1 0 1,-1 0-1,0-1 0,-1 0 0,0 0 0,-2 0 0,1-1 1,-2 0-1,3-18 0,-2-15-293,-3 0-1,-1-1 1,-3 1-1,-14-88 1,-56-192 55,66 307 344,-105-361 2200,97 332-1694,11 37-297,0 1 0,-10-24 1,5 24 154,8 13-422,0-1-1,0 1 1,0 0-1,0 0 1,0 0-1,0 0 1,0 0-1,0 0 1,0 0-1,0 0 1,0 0-1,0 0 1,0 0-1,0 0 0,0 0 1,0 0-1,0 0 1,-1 0-1,1 0 1,0-1-1,0 1 1,0 0-1,0 0 1,0 0-1,0 0 1,0 0-1,0 0 1,0 0-1,0 0 1,0 0-1,0 0 1,-1 0-1,1 0 1,0 0-1,0 0 1,0 0-1,0 0 1,0 0-1,0 0 1,0 0-1,0 1 1,0-1-1,0 0 1,0 0-1,0 0 0,0 0 1,-1 0-1,1 0 1,0 0-1,0 0 1,0 0-1,0 0 1,0 0-1,0 0 1,0 0-1,0 0 1,0 0-1,0 0 1,0 1-1,0-1 1,0 0-1,0 0 1,0 0-1,0 0 1,0 0-1,0 0 1,0 0-1,3 28 349,28 125 712,25 100 314,65 131-228,-98-326-1158,2-1 0,3 0-1,2-3 1,52 72 0,-65-104-244,2 0 0,0-1 0,32 26 0,-42-40 102,1 1 0,0-1 0,0-1 0,1 0-1,-1 0 1,1-1 0,1 0 0,-1-1 0,1 0 0,14 2-1,-20-5-11,1 0 0,0-1-1,-1 0 1,1 0-1,0-1 1,-1 1 0,1-1-1,-1-1 1,1 1-1,-1-1 1,0 0 0,1-1-1,-1 0 1,0 0-1,-1 0 1,1 0 0,0-1-1,-1 0 1,0 0-1,0-1 1,0 1 0,-1-1-1,1 0 1,-1 0-1,0-1 1,-1 1 0,5-10-1,3-7-347,-1 0 0,-2-1-1,0-1 1,-1 1-1,6-47 1,-12 67 519,0 1 0,-1 0-1,1-1 1,0 1 0,0 0 0,1 0-1,-1 0 1,0 0 0,3-3 0,0 0 20,-4 5-20,1 0 0,0 0 1,0 0-1,0 0 0,0 1 0,0-1 1,-1 0-1,1 0 0,0 1 1,0-1-1,0 0 0,-1 1 0,1-1 1,0 1-1,0-1 0,-1 1 0,2 0 1,-1 0 9,40 23 85,-27-15-30,0-1 0,1 0 0,0 0 0,30 8 0,11-4 91,-52-12-184,0 0-1,0 0 0,0-1 0,-1 0 0,1 0 1,0 0-1,-1 0 0,1-1 0,0 1 0,-1-1 1,0 0-1,1 0 0,-1 0 0,5-4 0,1-3 421,0 0 0,0 0 0,-1-1 0,0 0 0,0 0 0,-1-1-1,11-23 1,-1 11 1746,-12 18-1575,-3 3 381,-1 6-69,13 45-89,2-1 0,3-1 0,31 60 0,16 37-268,-33-63-393,40 109-2087,-66-170 773,-1 0 1,6 33-1,-11-44-15,0 0 0,-1 0-1,0 0 1,0 0-1,-1 0 1,0 0-1,0-1 1,-4 12 0,-10 11-9753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20894,'43'-43'2236,"-17"17"-456,2 1-196,-2 4-259,0 7-285,0 0-232,-9 8-404,6-3-500,0-2-948,-6 2-436,4 6-897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15 21938,'-41'-14'6033,"18"31"-17102,-14 3-2849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55 21518,'-8'-8'7253,"22"5"-6621,6 3-992,-31-20-3753,-1-3 893,-2 40-3201,0-3-5884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14685,'-6'60'1905,"32"-28"-265,-6 5-188,0 4 24,6 5-176,-3 2-224,8 10-204,1 5-244,5 0-84,4 7-240,-7-4-416,9 3-328,0-9-208,1-5-736,-7-12-424,-8-9-404,-12-16-3525,-6 2-4820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7 170 13597,'-1'-23'975,"-4"-34"2827,5 55-3559,0 0 1,0 0-1,0 0 0,0 0 1,1 0-1,-1 0 1,1 0-1,0 0 1,-1 0-1,1 0 0,0 0 1,0 0-1,0 0 1,0 1-1,1-1 1,-1 0-1,0 1 1,1-1-1,-1 1 0,1-1 1,0 1-1,-1 0 1,3-2-1,6-3 516,0 0 1,20-9-1,-25 13-591,2-1 33,0 0-1,0 1 0,0 0 0,1 0 0,-1 0 0,0 1 0,1 0 0,-1 1 0,1-1 0,-1 1 0,0 1 0,1 0 0,-1 0 0,1 0 0,-1 1 1,12 4-1,-11-2-137,0 0 0,0 0 1,-1 0-1,1 1 0,-1 0 1,-1 1-1,1 0 0,-1 0 1,0 0-1,0 0 0,0 1 1,-1 0-1,7 13 0,-2-1-238,-2 0-1,0 0 1,9 37 0,7 63-1621,-19-90 1245,4 16-933,-3 0 1,1 50-1,-7-79 415,-1-1 0,-1 1 0,-6 29-1,5-36 54,1 0-1,-2-1 0,1 1 0,-1-1 0,-1 0 0,1 0 0,-11 12 0,-13 6-7038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14565,'-13'10'325,"0"-1"210,1 1 1,0 1-1,0 0 0,-16 21 1,12-11-45,1 1 0,1 1 1,1 0-1,1 1 0,1 0 0,1 1 0,-13 49 1,7 3-28,3 1 1,4 1-1,3 0 0,3 0 1,4 0-1,4 0 1,17 98-1,-10-110-129,3-1 0,2 0-1,4-1 1,33 73-1,-38-104-303,2 0-1,2-1 1,0-1-1,3 0 0,0-2 1,2-1-1,1-1 1,57 47-1,-58-55-296,2-1 0,0-1 0,1-2 0,56 24 0,-70-34-66,0-2 0,1 1 0,-1-2 0,1 0 0,0-1 0,0 0 0,0-2 0,0 1 0,0-2 0,0 0 0,0-1 0,25-6 0,-9 0-2604,-1-2 0,57-27 1,-20-4-6787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11821,'0'0'2064,"-1"4"-342,0 13-824,1-1 0,0 0 0,1 1 0,6 27-1,19 69 675,-7-52-794,33 76-1,-35-102-433,-10-22-90,-1 0 1,0 1-1,5 16 0,-10-24-94,1-1-1,0 0 1,1-1 0,-1 1-1,6 8 1,-7-11 364,2 0-465,-1 0 0,0 1 0,1-1 0,0 0 1,-1 0-1,6 2 0,-7-3-19,1 1 198,1-4-194,0 0-35,-1 1-2,0 0-1,0 0 1,0 0-1,-1 0 1,1-1 0,0 1-1,-1 0 1,1-1-1,-1 0 1,1 1-1,-1-1 1,0 0 0,0 0-1,0 1 1,0-1-1,0 0 1,0 0 0,0 0-1,-1 0 1,1 0-1,0-4 1,7-33 72,5-52 0,-9 54 153,2 1 0,12-46-1,-17 79-196,-1 1 0,1-1 0,0 1 0,0 0 0,0-1-1,1 1 1,-1 0 0,1-1 0,-1 1 0,1 0 0,-1 0 0,1 0-1,0 1 1,0-1 0,0 0 0,0 1 0,4-3 0,-4 3-17,1 1 0,-1-1 0,0 1 0,1-1 1,-1 1-1,0 0 0,0 0 0,1 0 0,-1 0 1,0 1-1,1-1 0,-1 0 0,0 1 0,0 0 0,0-1 1,1 1-1,-1 0 0,0 0 0,0 0 0,2 2 1,7 5-45,-1 0 0,-1 1 0,1 0 0,-1 1 0,-1 0 0,9 12 0,-4-5-205,16 22-1505,34 59 0,-37-50-2440,-1 0-3901,-15-30-1620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16093,'-9'17'1582,"5"-10"-988,0 1-1,0-1 1,1 1 0,0 0-1,0 0 1,1 0 0,0 1-1,1-1 1,-1 10-1,1 6 102,2 1 0,1-1 0,7 37 0,24 80 1058,-25-110-1467,13 48 272,163 610 2648,41-12-5386,-153-508-1235,-46-116-485,1-2-3790,-13-28-4335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3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14173,'-2'47'2709,"2"-45"-2480,0-1 0,0 1 0,0-1 0,0 0 0,-1 1 0,1-1 0,0 0 0,-1 0 0,1 1 0,-1-1 0,1 0 0,-1 0 0,1 1 0,-1-1 0,0 0 0,0 0 0,0 0 0,0 0 0,1 0 0,-3 1 0,2-1-162,0-1-1,1 1 0,-1-1 1,1 1-1,-1-1 0,1 1 1,-1-1-1,1 1 0,-1-1 1,1 1-1,0 0 0,-1-1 1,1 1-1,0 0 0,0-1 1,-1 1-1,1 0 0,0-1 1,0 2-1,0 2 174,1 1 1,0-1-1,0 1 0,0-1 1,0 0-1,1 1 1,0-1-1,0 0 0,3 5 1,2 5 201,13 24 616,1-1 0,45 58 1,-15-23-321,15 31-185,63 88-2249,-117-176 241,22 21-1,-21-24-930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15949,'3'-3'463,"-1"0"0,1-1 0,-1 1 0,0-1 0,0 0-1,0 1 1,-1-1 0,1 0 0,0-4 0,0 3-134,-1 1 0,1-1 0,0 1-1,0-1 1,4-5 0,-1 5 39,-1 0 0,1 0 0,0 1 0,0 0 0,1 0-1,0 0 1,-1 0 0,10-3 0,53-21 1855,-60 25-1989,4-1-56,0 1 0,1-1-1,0 2 1,-1 0 0,1 0-1,0 1 1,0 1 0,0 0-1,0 1 1,0 0 0,-1 1-1,1 1 1,17 5 0,-16-3-15,0 1 0,0 0 1,-1 1-1,0 1 0,-1 0 1,0 1-1,0 0 1,-1 1-1,0 0 0,0 0 1,12 18-1,-5-3-340,-1 1 0,-1 1 0,-2 0 1,0 1-1,-2 0 0,-1 1 0,10 43 0,-4 9-860,12 127 0,-23-152-520,-3 0 0,-3 0 1,-6 60-1,5-108 1091,-1-1 1,1 0-1,-1 0 1,0 0 0,-1-1-1,1 1 1,-6 8-1,6-12-343,0 1 0,-1-1 0,1 0 0,-1 0 0,0 0 0,0 0 0,0-1 0,-4 3 0,-6 3-8253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3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18182,'2'1'4517,"13"8"-3277,0 0 0,0 1-1,-1 1 1,24 23-1,48 59 436,-69-74-1289,43 55-13,-2 3 1,91 164-1,57 187 316,101 392-9690,-278-729 1278,-5-10-5336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4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18982,'17'-9'2968,"-2"-14"-420,13-11-144,-2 11-303,3 2-397,0-2-348,-3 3-652,0 0-704,-12 14 0,0-8 0,4 3 0,-4 8-444,0 0-1500,-14 26-752,-8 17-1273,-12 3-3007,-1 6-6778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0 389 18682,'38'-75'2836,"-10"35"-220,-2 3-364,9-4-399,-1 4-393,1 5-344,8 6-712,-3-2-708,0-1-1088,4 9-877,-13 5-1863,-14 7-2681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16630,'15'10'1987,"-15"-10"-1963,0 0 0,0 0 0,0 0 0,0 0 0,0 0 0,0 0-1,0 0 1,0 0 0,0 0 0,1 0 0,-1 0 0,0 0 0,0 0 0,0 0 0,0 0 0,0 0 0,0 0 0,0 0 0,0 0-1,0 0 1,0 0 0,0 0 0,0 1 0,1-1 0,-1 0 0,0 0 0,0 0 0,0 0 0,0 0 0,0 0 0,0 0 0,0 0-1,0 0 1,0 1 0,0-1 0,0 0 0,0 0 0,0 0 0,0 0 0,0 0 0,0 0 0,0 0 0,0 0 0,0 0-1,0 1 1,0-1 0,0 0 0,-1 0 0,1 0 0,0 0 0,0 0 0,0 0 0,0 0 0,0 0 0,0 0 0,0 0 0,0 0-1,0 1 1,0-1 0,0 0 0,0 0 0,-1 0 0,1 0 0,0 0 0,0 0 0,-2 2 176,0-1-73,0 1 0,0 0 1,1-1-1,-1 1 0,0 0 0,1 0 0,-1 0 0,1 0 0,0 0 0,-1 1 0,1-1 0,0 0 0,1 1 0,-1-1 0,0 0 0,1 1 0,-1-1 0,1 1 0,0-1 0,0 1 0,0-1 0,0 1 0,0 0 0,1 4 0,53 196 1895,-36-145-1640,18 53-425,4-2 0,5-2 0,5-2 0,4-3 0,88 126 0,-75-127-1238,-34-50-1769,1 1-6677,-23-38 1051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18174,'2'-12'619,"0"1"0,1 0 0,0 0 0,0 0 0,9-16 0,-10 22-230,1 1 1,0-1-1,0 1 1,1 0-1,-1 0 1,1 0 0,-1 1-1,1-1 1,1 1-1,-1 0 1,0 0-1,1 0 1,-1 1 0,9-4-1,-9 5-278,-1 0-1,1 0 1,-1 0-1,1 0 1,0 1 0,-1-1-1,1 1 1,0 0-1,-1 0 1,1 1-1,0-1 1,-1 1-1,1 0 1,-1 0 0,1 0-1,-1 0 1,1 1-1,-1-1 1,0 1-1,0 0 1,0 0-1,0 0 1,0 0 0,0 0-1,0 1 1,-1 0-1,1-1 1,2 5-1,3 3 21,0 1 0,-1 0 0,0 0 0,-1 1 0,0 0 0,6 22 0,2 11-357,-3 1 1,-2 1-1,5 62 0,-8 146-3545,-7-229 2663,-1 0 1,-7 37 0,5-48-176,0-1 0,0 0 1,-7 13-1,2-14-4710,-7-8-3757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5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10 174 13209,'0'-1'134,"1"1"-1,-1 0 0,0 0 0,0 0 1,1 0-1,-1 0 0,0 0 1,1 0-1,-1 0 0,0 0 0,1 0 1,-1 0-1,0 0 0,0 0 1,1 1-1,-1-1 0,0 0 0,1 0 1,-1 0-1,0 0 0,0 0 1,1 1-1,-1-1 0,0 0 0,0 0 1,1 0-1,-1 1 0,0-1 1,0 0-1,0 0 0,0 1 1,1-1-1,-1 0 0,0 0 0,0 1 1,0-1-1,-10 5 6037,1-1-6283,19 6 2383,-5-8-2026,-1 1 1,1-1-1,-1-1 0,1 1 1,0-1-1,0 1 1,-1-1-1,1-1 1,0 1-1,0-1 0,0 0 1,10-1-1,59-8 1231,-72 8-1450,59-13 706,94-35-1,-90 27-569,-29 9-173,-32 12-143,-8 1-1305,-10 0 693,-159-4-5249,140 1 4676,-1-1 0,1-1 0,-37-11 0,61 13 757,1 0-1,0 0 0,0-1 1,-13-8-1,18 10-85,0 0 1,1 0-1,-1 0 0,1 0 0,0-1 1,0 1-1,0-1 0,0 1 0,-2-5 1,-5-10-5740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9033,'-25'8'1627,"-39"19"0,53-21-1262,-1 0-1,1 1 1,1 0 0,-1 1 0,-15 15 0,-53 61 3098,79-83-3333,-1 0-1,1 1 1,0-1-1,-1 0 1,1 0-1,0 1 1,0-1-1,0 0 1,0 0-1,0 1 1,0-1-1,0 0 1,0 1-1,0-1 1,1 0 0,-1 0-1,0 1 1,1-1-1,-1 0 1,1 0-1,0 0 1,-1 0-1,1 0 1,0 0-1,0 1 1,-1-2-1,3 2 1,138 30 5034,-119-29-4861,0 2 0,0 0 0,0 2 0,-1 0 0,0 1 0,22 13 0,-35-16-339,-1 0-1,1 0 1,-1 0 0,0 1 0,-1 1-1,1-1 1,8 13 0,-11-14-194,-1 0 0,0 0 1,0 1-1,-1-1 0,1 1 1,-1 0-1,-1 0 0,1 0 1,-1 0-1,0 0 0,0 0 1,-1 9-1,0-9-843,-1 0-1,0 0 1,0 0-1,0 0 1,-1 0-1,0-1 1,0 1-1,0 0 1,-5 6-1,-12 24-10782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20938,'54'225'7187,"-23"-87"-5738,60 185-129,-12-52-987,-53-166-792,19 71-121,-16-90-2243,7-4-3355,-33-73-644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20382,'6'-20'2136,"-1"2"-412,10 4-236,14-6-344,-6 3-167,2 5-277,4-5-288,0 5-384,8 1-920,1-1-545,-9-8-1231,-4 12-412,-7 16-3117,-1-8-5536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44 808 9629,'-40'26'1683,"40"-26"-1574,0 1-1,-1-1 1,1 0-1,0 1 1,0-1-1,-1 0 1,1 1-1,0-1 0,0 0 1,0 1-1,-1-1 1,1 0-1,0 1 1,0-1-1,0 1 1,0-1-1,0 1 0,0-1 1,0 0-1,0 1 1,0-1-1,0 1 1,0-1-1,0 0 1,0 1-1,0-1 1,0 1-1,0-1 0,0 1 1,1-1-1,-1 0 1,0 1-1,0-1 1,0 0-1,1 1 1,-1-1-1,0 0 0,1 1 1,-1-1-1,0 0 1,0 0-1,1 1 1,-1-1-1,1 0 1,-1 0-1,0 1 1,1-1-1,-1 0 0,0 0 1,1 0-1,-1 0 1,1 0-1,-1 0 1,1 0-1,0 0 1,15 4 3202,-8-3-3966,-4-1 893,-1-1 0,1 0 0,0 0 0,0 0 0,0 0 0,-1-1 0,1 1 0,-1-1 0,1 0 0,-1 0 0,1 0 0,-1-1 0,0 1 0,0-1 0,3-4 0,6-5 1023,20-30 0,-31 42-1237,3-6 191,15-20 936,24-45-1,-42 68-1189,1 0 0,-1 0 0,0-1-1,0 1 1,0 0 0,0-1 0,0-4 0,1-2-437,-32 20-1515,18-4 1906,1 2 1,0 0-1,1 0 1,0 0-1,0 2 0,0-1 1,1 1-1,1 1 1,0-1-1,0 1 1,1 1-1,1-1 1,0 1-1,-7 19 1,12-28 149,0-1 1,0 0-1,0 1 1,1-1 0,0 1-1,-1-1 1,1 1-1,0-1 1,0 1-1,0-1 1,0 1 0,1-1-1,-1 0 1,1 1-1,-1-1 1,1 1 0,0-1-1,0 0 1,0 0-1,2 3 1,-1-2 7,0-1-1,1 1 1,-1-1 0,1 0-1,0 1 1,0-1 0,-1 0-1,2-1 1,-1 1 0,0 0-1,0-1 1,6 2 0,5 0 83,-1 0-1,1-1 1,0 0 0,0-1 0,0 0 0,15-3 0,35-3 13,-1-4 1,0-2 0,0-4 0,-1-1 0,91-40-1,-140 52-620,-1-2-1,0 0 1,0 0-1,-1-1 1,0 0-1,21-18 0,-31 23 325,1 0-1,-1-1 0,0 1 1,1 0-1,-1-1 1,0 1-1,0-1 0,-1 1 1,1-1-1,0 1 0,-1-1 1,1 0-1,-1 1 1,0-1-1,0 0 0,-1-3 1,-9-45-984,6 35 946,0 2 326,-1 1 1,-11-26-1,2 7 1163,-6-9 1720,22 41-2907,-1-1-1,1 0 1,-1 1-1,1-1 1,0 1-1,-1-1 1,1 1-1,0 0 0,2 0 1,4 0 67,0 0-1,0 1 1,0 1-1,0-1 1,0 1-1,-1 1 1,11 3-1,-7-2-34,1 2 49,-1-1-1,1 2 1,-1-1 0,0 2 0,-1-1 0,19 18 0,5 4 155,-25-22-315,27 17 50,-34-22-108,0-1 0,0 0 0,0 0 0,0 0 0,1 0 0,-1 0 0,0-1 0,1 1 0,-1-1 0,1 1 0,-1-1 0,0 0 0,1 0 0,4 0 0,-6-1 0,0 1 0,0-1 0,1 0 0,-1 0 0,0 0 0,0 1 0,0-1 0,0 0 0,-1 0 0,1 0 0,0 0 0,0-1 0,0 1 0,-1 0 0,2-2 0,2-4 0,6-11-212,-1 0-1,-1 0 1,11-35-1,11-64-1547,-2 5 300,-16 76-734,-3 0 0,8-51 0,-10 38-1696,-1 17-2038,-2 15-3385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15953,'0'0'2361,"0"23"-161,0 2-256,2-13-188,4 2-324,3 4-328,-1-4-235,1 3-181,0 0-204,-1-2-1224,4 2-333,-18-34-11832,-8-6 1816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13761,'-17'-20'1020,"22"37"-536,1 4-720,-6-1-11809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78 115 14429,'14'17'1922,"-14"-17"-1882,0 0 0,0 0-1,0 1 1,0-1-1,0 0 1,0 0-1,1 0 1,-1 0 0,0 0-1,0 1 1,0-1-1,0 0 1,0 0-1,0 0 1,0 0 0,0 0-1,1 0 1,-1 0-1,0 0 1,0 0-1,0 1 1,0-1-1,0 0 1,1 0 0,-1 0-1,0 0 1,0 0-1,0 0 1,0 0-1,0 0 1,1 0 0,-1 0-1,0 0 1,0 0-1,0 0 1,0 0-1,1 0 1,-1 0-1,0 0 1,0 0 0,0-1-1,0 1 1,0 0-1,0 0 1,1 0-1,-1 0 1,10-4 1216,0 1 1,1 0-1,0 0 1,11 0-1,-9 1-642,0-1-1,0 0 1,16-6 0,-23 7-588,0 0 0,1 0 0,0 0 0,-1 1 0,8 0 0,10-3-270,-13 1-350,-21-3 123,6 4 548,-13-4-387,1 0 0,-1 1 0,0 1 0,-27-2 0,29 4-483,1 0-1,-1-1 1,0-1-1,1 0 1,-25-11-1,34 12-339,0 1 0,0 0 0,0 0 0,-1 0 0,1 1 0,-12-2 0,-9-1-7513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6 333 14877,'-5'54'1650,"5"-50"-1399,0 1 0,0-1-1,1 1 1,-1-1 0,1 0 0,0 1 0,1-1 0,-1 0 0,1 0 0,0 1 0,0-1-1,0-1 1,0 1 0,1 0 0,-1 0 0,1-1 0,0 0 0,4 4 0,5 7 324,-7-9-371,-1-1 0,2 0-1,-1 0 1,0 0-1,1 0 1,0-1-1,-1 0 1,1 0 0,0-1-1,1 0 1,9 3-1,-2-1 483,-11-4-487,0 0-1,0 0 1,0-1-1,0 1 1,-1-1-1,1 1 0,0-1 1,0 0-1,0 0 1,4-3-1,-3 1-111,0 1-1,-1-1 0,0 0 1,0 0-1,0-1 1,0 1-1,0 0 1,-1-1-1,1 0 1,-1 0-1,0 0 0,2-5 1,5-8 149,143-225 684,-136 220-1189,1 2-1,23-23 0,-24 26-830,0 0-1,20-29 1,-35 45 832,0-1 0,-1 1-1,1-1 1,-1 1 0,1 0 0,-1-1 0,0 1-1,1-1 1,-1 1 0,0-1 0,0 0 0,0 1-1,0-1 1,0 1 0,0-1 0,-1 1 0,1-1 0,0 1-1,-1-1 1,1 1 0,-1 0 0,0-1 0,0-1-1,-9-6-5600,-3 12-4192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35 15845,'-26'-35'10215,"36"46"-8432,19 28-327,48 80 1,11 53-654,-48-91-428,212 383 68,-226-422-597,5 11-1043,2-2 0,52 60-1,-81-106 966,18 19-2892,27 38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7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16714,'1'-3'112,"0"-6"370,0 1 0,1-1-1,0 1 1,0 0 0,1 0 0,0 0 0,0 0 0,1 0 0,0 1 0,0-1 0,1 1-1,0 0 1,8-8 0,1 3 340,0 0 0,2 1 0,-1 0 0,1 2 0,1 0 0,0 0 0,0 2 0,0 0 0,26-6 0,-40 12-800,0 0-1,1 0 0,-1 0 1,1 1-1,0-1 1,-1 1-1,1 0 0,-1 0 1,1 0-1,0 0 1,-1 0-1,1 1 1,-1 0-1,1 0 0,-1 0 1,1 0-1,-1 0 1,0 1-1,0 0 0,1-1 1,-1 1-1,0 0 1,0 1-1,-1-1 0,1 0 1,0 1-1,-1 0 1,0-1-1,1 1 0,-1 0 1,0 0-1,1 4 1,1 1 2,-1 1 0,0 0 1,0 0-1,-1 1 1,0-1-1,0 0 0,-1 1 1,-1-1-1,0 1 1,-1 15-1,-20 132-2977,15-127 1880,-1 0-1,-1 0 0,-14 31 1,12-39-1379,-21 34 0,-2-11-4955,8-19-2818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46 157 8581,'-4'6'238,"-4"5"603,1 1-1,1 0 0,-7 16 0,11-24-614,1 1 0,0-1 0,0 1 1,0-1-1,0 1 0,1 0 0,0-1 0,0 1 1,0 0-1,0-1 0,1 1 0,0-1 1,2 9-1,4 1 562,-1 0 0,2 0 0,0-1 0,1 0 1,11 13-1,-10-16-132,3 1 458,-8-3 3336,-2-8-3217,6-1-691,-8 1-437,1 0 0,0-1 0,0 1 0,-1 0 1,1 0-1,0-1 0,-1 1 0,1-1 0,0 1 0,-1-1 1,1 0-1,-1 0 0,1 0 0,-1 0 0,1 0 1,-1 0-1,1 0 0,-1 0 0,0 0 0,0-1 1,0 1-1,0-1 0,0 1 0,0-1 0,1-1 0,16-33 288,-2-2-1,-2 0 0,-1-1 1,13-67-1,-12 56-1933,-11 44 980,-1-1 0,0 1 0,0-1 0,0 0 0,-1 1 0,0-1 0,-1 0 0,0-13-1,0 17-652,-1-10 253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1036 15025,'-80'67'4345,"73"-61"-3972,-5 3-200,1 1 1,1 0-1,0 1 0,0 0 1,1 1-1,1 0 1,-9 15-1,17-25-286,-1 0 0,1 0 1,0 0-1,0 0 0,0 0 1,0 0-1,0 0 0,0 0 0,1-1 1,-1 1-1,1 0 0,-1 0 0,2 2 1,-1-1-132,-1-3 235,0 0-1,0 0 0,0 1 0,0-1 0,0 0 0,0 0 0,0 0 1,0 0-1,0 0 0,0 0 0,0 0 0,0 1 0,0-1 0,0 0 0,0 0 1,0 0-1,0 0 0,0 0 0,0 0 0,1 0 0,-1 0 0,0 1 0,0-1 1,0 0-1,0 0 0,0 0 0,0 0 0,0 0 0,0 0 0,0 0 1,1 0-1,-1 0 0,0 0 0,0 0 0,0 0 0,0 0 0,0 0 0,0 0 1,0 0-1,1 0 0,-1 0 0,0 0 0,0 0 0,0 0 0,0 0 1,0 0-1,0 0 0,1 0 0,-1 0 0,5 0-27,0 0-1,-1-1 1,1 0 0,0 0-1,0 0 1,-1 0-1,1-1 1,-1 1 0,1-1-1,-1 0 1,0-1 0,1 1-1,-1-1 1,0 0-1,-1 0 1,7-6 0,-3 2 157,0-1 1,-1-1-1,0 1 0,0-1 1,-1 0-1,0-1 1,0 1-1,3-13 1,13-22 828,-20 42-902,1-1 1,0 0-1,-1 0 0,0 0 0,0 0 0,0 0 0,0-1 1,0 1-1,0 0 0,-1 0 0,1-1 0,-1 1 0,0 0 0,0-1 1,-1 1-1,1 0 0,-1 0 0,1-1 0,-1 1 0,0 0 1,0 0-1,0 0 0,-1 0 0,1 0 0,-4-5 0,2 4 9,0 1 0,-1-1-1,0 1 1,1 0-1,-1 0 1,0 0 0,0 0-1,-1 1 1,1 0-1,0-1 1,-1 2 0,1-1-1,-1 0 1,0 1-1,0 0 1,-6-1 0,-28 0-413,-70 3-1,-10-1-239,116 0 579,1 0-1,-1 0 1,0 0-1,0-1 1,0 1 0,0-1-1,0 0 1,0 0-1,1 0 1,-1 0-1,0 0 1,-2-2-1,4 1 25,0 1 0,0 0-1,0-1 1,0 1 0,0-1-1,0 1 1,1-1 0,-1 0 0,0 1-1,1-1 1,0 0 0,-1 1-1,1-1 1,0 0 0,0 1-1,0-1 1,0 0 0,0 0-1,0 1 1,0-1 0,0 0 0,1 1-1,0-3 1,6-23 134,2 0-1,1 0 1,1 1 0,15-27 0,0 1 59,43-82 248,-10 22-41,-25 45-130,-7 15 451,-3 0 1,20-61-1,-35 83-211,-3 5 491,2 0-1,21-45 1,-29 70-997,0 0 0,0 0 1,0-1-1,0 1 1,0 0-1,0 0 0,0 0 1,1 0-1,-1-1 1,0 1-1,0 0 0,0 0 1,0 0-1,0 0 1,1-1-1,-1 1 0,0 0 1,0 0-1,0 0 0,0 0 1,1 0-1,-1 0 1,0 0-1,0 0 0,0 0 1,1 0-1,-1 0 1,0 0-1,0 0 0,1 0 1,-1 0-1,0 0 1,0 0-1,0 0 0,1 0 1,-1 0-1,0 0 1,0 0-1,0 0 0,1 0 1,-1 0-1,8 10 232,6 24-39,-12-26-141,51 159 441,-7-20-287,-7-47-81,70 129 1,75 79-287,-161-281-169,-12-16 104,-11-11 212,0 1 0,0-1 0,0 0-1,0 0 1,0 0 0,0 0-1,0 0 1,0 0 0,0 0 0,0 0-1,0 0 1,1 0 0,-1 1 0,0-1-1,0 0 1,0 0 0,0 0-1,0 0 1,0 0 0,0 0 0,0 0-1,0 0 1,1 0 0,-1 0-1,0 0 1,0 0 0,0 0 0,0 0-1,0 0 1,0 0 0,0 0-1,0 0 1,1 0 0,-1 0 0,0 0-1,0 0 1,0 0 0,0 0 0,0 0-1,0 0 1,0 0 0,0 0-1,1 0 1,-1 0 0,0-1 0,0 1-1,0 0 1,0 0 0,0 0-1,0 0 1,0 0 0,0 0 0,0 0-1,0 0 1,0 0 0,0 0-1,0-1 1,0 1 0,1 0 0,-1 0-1,0 0 1,5-6-136,0 0-1,0-1 1,0 1 0,-1-1-1,0 0 1,0 0 0,0 0-1,2-9 1,0-4-229,0 0-1,2-24 1,0-1 30,22-104-394,-22 111 1090,-7 35-105,-2 5-441,-39 114-4095,31-94 2554,-2 6-1728,2-9-1726,-2 1-3849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268 955 11005,'-26'6'639,"13"-3"-160,0 1 1,0 0-1,1 1 0,-12 6 1,12-6-49,1 1 1,-1 0 0,2 1-1,-1 0 1,1 1 0,0 0 0,0 1-1,1 0 1,0 1 0,1-1-1,-9 15 1,11-13-110,0 1 0,1 0 0,1 0 0,0 0 0,0 0 1,1 1-1,1 0 0,0-1 0,1 1 0,0 0 0,1 0 0,1 0 0,0-1 0,0 1 0,1 0 0,6 18 0,-8-30-274,1 0-1,-1 0 1,1 0 0,-1 0-1,1 0 1,-1 0-1,1 0 1,0 0-1,-1 0 1,1 0-1,0 0 1,0-1 0,0 1-1,0 0 1,0 0-1,0-1 1,0 1-1,0-1 1,0 1-1,1 0 1,1 0 26,0-1 0,0 1 0,0-1 0,0 1 0,0-1-1,0 0 1,6-1 0,4-1 94,1 0-1,22-9 1,-25 8-82,20-8 98,0-2-1,-1-1 1,50-31-1,29-14-517,-63 36-1090,-46 22 1362,0 1 1,-1-1-1,1 0 0,0 0 0,0 1 1,-1-1-1,1 0 0,-1 0 0,1 1 1,0-1-1,-1 1 0,1-1 0,-1 0 1,0 1-1,1-1 0,-1 1 0,0-1 1,-1-1-27,0 1 1,1 0-1,-1 0 1,0 0-1,0 0 1,0 0-1,0 0 1,0 0-1,0 1 1,0-1-1,-1 1 1,1 0-1,0-1 1,0 1-1,0 0 0,-3 0 1,0 1-113,1-1 1,-1 1-1,0-1 1,0 2-1,-7 1 1,10-2-219,0 0 369,1 0 0,0-1 0,1 1 0,-1 0 0,0-1 0,0 1 0,0 0 0,0 0 0,0 0 0,1 0 0,-1 0 0,0 0 0,1 0 0,-1 0 0,1 0 0,-1 2 0,46-11 353,0-3 0,0-1-1,-1-2 1,-1-2 0,0-2 0,51-30 0,-81 41-237,0-1 1,-1-1 0,0 0-1,0-1 1,-1 0-1,0 0 1,14-20-1,-20 23-57,0 0 0,-1 0 0,0-1-1,0 1 1,-1-1 0,0 0-1,0 0 1,-1 0 0,0 0 0,0-1-1,-1 1 1,0-1 0,-1 1-1,0 0 1,-1-11 0,-2-7-108,-2 1 1,-1-1-1,-15-39 1,-37-73-366,35 88 335,-23-52-29,-68-165 1149,105 246-66,-1 0 1,-1 0 0,-16-23-1,26 43 119,-7 23 855,7-7-1655,0 0 1,1 0-1,1 0 0,1 0 1,0-1-1,0 1 0,6 15 1,-1 0 3,26 131-67,106 454 59,-95-475-241,-34-113 0,1-1 0,30 50 0,-36-69-52,0 0 0,0 0 0,0-1-1,1 1 1,0-1 0,0-1 0,10 8 0,-14-11 17,1-1 1,0 1-1,0-1 1,0 1-1,0-1 1,0 0-1,0 0 1,0 0-1,0-1 1,0 1-1,0-1 1,1 1-1,-1-1 1,0 0-1,0 0 1,0-1-1,1 1 1,-1-1-1,0 1 1,0-1-1,5-2 1,2-3-179,0 1-1,0-2 1,0 1 0,-1-1 0,0-1 0,-1 0-1,0 0 1,0-1 0,8-11 0,10-16-413,20-40 1,-38 62 533,25-49 244,44-120 1,-49 112 617,-27 69-574,-2 2-187,0 1-1,-1-1 1,1 1-1,0-1 1,0 1-1,0 0 1,0-1-1,0 1 1,0 0-1,0 0 1,0 0-1,-1 1 1,-2 2-25,-6 7-231,0 0 1,1 0-1,1 1 0,0 0 0,-10 21 1,-13 18-1164,-30 30-2521,9-12-5661,31-35-493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19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17158,'9'32'2592,"-18"-15"-348,12-3 28,0 4-144,0 2-363,-1 0 895,-2 0-1764,3 0-24,6-6-1044,-3 4-428,5-36-4837,1-13 2069,-15 11-3413,6-12-6464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2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 1706 11645,'-20'-9'1884,"17"7"1394,2-2-1928,-5-26 76,-1 0 0,-18-45-1,11 34-510,-47-104 1091,19 51-1325,-219-484 1110,251 558-1734,-56-96 398,55 98-333,-1 0-1,-1 1 1,-30-30 0,41 44-106,-1 1 0,0 0 0,1 0-1,-1 0 1,0 0 0,-1 0 0,1 0 0,0 1 0,0-1 0,-1 1-1,1 0 1,-5-1 0,6 2-11,0 0 0,1 0 0,-1 0 0,0 1 0,1-1 0,-1 0 0,0 1 0,1-1 0,-1 1 0,1-1 0,-1 1 0,1 0 0,-1 0 0,1 0 0,-1-1 0,1 1 0,0 1 0,-1-1 0,1 0 0,0 0 0,0 0 0,0 1 0,0-1 0,0 0 0,0 1 0,-1 2 0,-1 2 8,0 1 0,0 0-1,1 0 1,0 1 0,0-1 0,1 0 0,0 1 0,0-1 0,0 12 0,2 9 27,6 33 1,-7-60-40,7 46 25,3-1-1,1 0 1,3-1 0,1 0-1,37 73 1,-25-68-53,2-1 1,2-1-1,2-2 0,56 61 0,-68-86-146,1 0 0,0 0 0,1-2 0,2-1 0,0-1 0,33 16 0,-47-27 24,1 0 0,0-1 1,1-1-1,-1 0 1,1 0-1,-1-1 0,1-1 1,0 0-1,0-1 1,0-1-1,0 0 0,0 0 1,0-1-1,0-1 1,0 0-1,22-7 0,-25 4-1,-1 1 0,1-1 1,-1 0-1,0-1 0,-1 0 0,1 0 0,-1-1 0,11-12 0,3-6-811,26-38 0,-3 4-879,-39 50 1521,0 1 1,0-1 0,-1 0 0,0-1 0,5-13 0,-9 22 328,-1 1 0,1-1 0,0 1 0,-1-1 1,1 1-1,0-1 0,-1 1 0,1 0 0,0-1 1,0 1-1,-1 0 0,1 0 0,0-1 0,0 1 0,0 0 1,-1 0-1,1 0 0,0 0 0,0 0 0,1 0 1,0 0 41,0-1 59,1 1 0,0 0-1,0 0 1,0 0-1,0 0 1,-1 0-1,1 1 1,0-1 0,0 1-1,0 0 1,-1-1-1,6 4 1,35 20 749,-4-1-434,-32-21-413,0 0 0,-1-1 1,1 0-1,0 0 0,0 0 0,0-1 0,0 0 1,0 0-1,0-1 0,0 1 0,0-2 0,0 1 1,-1-1-1,1 0 0,0 0 0,-1-1 0,0 0 1,9-5-1,-4 2-137,0-1 1,-1 0-1,1-1 0,-1 0 1,-1-1-1,0 0 0,0 0 1,-1-1-1,10-15 1,-13 16 20,-1 0 1,0-1-1,0 1 1,-1-1-1,0 1 1,-1-1-1,0 0 1,-1 0-1,0-1 1,0 1-1,-1 0 1,0 0-1,-1 0 1,-2-11-1,-4-17-246,-2-1 0,-18-46 0,19 62 281,-124-351 384,-17 50 3769,145 316-3788,0 0-1,-1 1 1,0-1-1,0 1 1,-10-11-1,14 17-246,0 0 1,0 0-1,0 0 0,0 0 0,0 0 1,0 0-1,0 1 0,-1-1 0,1 0 1,0 1-1,-1-1 0,1 0 0,0 1 1,-1 0-1,1-1 0,-1 1 0,1 0 1,-1 0-1,1 0 0,-1 0 0,1 0 1,0 0-1,-1 0 0,1 0 0,-1 0 1,1 1-1,-1-1 0,1 1 0,0-1 1,-1 1-1,1 0 0,0-1 1,-1 1-1,1 0 0,0 0 0,0 0 1,0 0-1,0 0 0,0 0 0,0 0 1,0 0-1,-1 2 0,-1 3 48,0 0 1,0 0-1,0 1 0,1-1 1,0 1-1,0 0 1,1-1-1,0 1 0,0 0 1,1 12-1,-1-14-55,-1 47 106,2 0 0,3 0 0,1 0 1,3-1-1,2 0 0,3 0 0,1-1 0,3 0 1,2-2-1,2 0 0,2-1 0,2 0 1,44 61-1,-58-95-266,1 0 0,0 0 0,1-1 0,0-1 0,1 0 0,1 0 0,-1-1 0,2-1 0,-1 0 0,1-1 0,20 7 0,-26-11-46,1-1-1,-1 0 1,1-1 0,0 0 0,-1-1-1,1 0 1,0 0 0,0-1 0,0 0-1,0-1 1,0 0 0,0 0 0,0-1 0,-1-1-1,1 1 1,-1-2 0,1 1 0,-1-1-1,0-1 1,9-5 0,7-9-370,0-1 0,-1-1 0,-1-2 1,32-39-1,-45 50 307,0 1 1,1 0-1,15-12 1,-24 21 121,2 3 85,0 0 1,-1 0 0,1 0 0,0 1 0,-1-1-1,1 1 1,-1 0 0,1 0 0,-1 0 0,0 0-1,0 1 1,0-1 0,0 1 0,0 0 0,0 0 0,3 5-1,-3-4 27,1 0 0,0 0 0,0 0 0,0-1 0,1 1-1,-1-1 1,1 0 0,6 3 0,20 5 51,-30-10-47,0-1 0,0 0 0,0 0 0,0 0 0,0 1 0,0-1 0,1 0 0,-1 0 0,0 0 0,0-1 0,0 1 0,0 0 0,0 0 0,0-1 0,0 1 0,0 0 0,0-1 0,1 0 0,3-1 34,4 0 43,-1 0-1,1-1 1,0 0-1,-1 0 0,0-1 1,0-1-1,0 1 1,0-1-1,8-7 1,-3 0 502,0 1 0,-1-2 0,18-24 0,-28 37-480,-1 1-1,0-1 1,0 0 0,0 1-1,0-1 1,0 1 0,0 0-1,0-1 1,0 1 0,0 0-1,0 0 1,0 0-1,0-1 1,-1 1 0,2 2-1,-1-3-16,18 25 702,-2 1-1,0 0 0,22 48 1,-33-61-644,100 223 1666,-41-85-1054,36 87-1033,-55-127-2353,-45-109 2315,-1-1 1,1 1-1,-1 0 0,1-1 0,-1 1 0,0 0 0,0 0 0,0-1 0,0 1 0,0 0 0,0 0 0,0-1 0,0 1 0,-1 0 1,0 1-1,1-2-76,-1 0 0,1 0 0,-1 0 0,1 0 0,-1 0 0,1 0 1,-1 0-1,0 0 0,1 0 0,-1-1 0,0 1 0,0 0 0,0-1 0,0 1 1,0-1-1,0 1 0,0 0 0,1-1 0,-1 0 0,-1 1 0,1-1 0,0 0 1,0 0-1,0 1 0,-1-1 0,-27-5-11045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2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20454,'63'-32'2400,"-17"12"-60,-12 3-223,1 2-341,2 4-364,-5 2-300,3-2-252,-1-1-564,-2 4-296,-15 5-420,6 3-988,3-3-464,-49 6-11054,-15 3-231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21278,'0'0'7997,"-26"14"-15402,-3 7 944,12-1-5964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2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69 21926,'0'12'6957,"11"-24"-5429,-2 4 316,-15-4-4920,3-2 287,-8 0-1707,2-1-1973,-8 9-5972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4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1 665 7701,'0'0'11367,"2"-1"-11123,24-6 221,-23 6-250,1 1 60,76-7 440,56-9-292,271-34 99,-355 46-478,671-25 42,-654 28-69,62 1-81,-14-2 109,-39-1-34,248-7-54,-108 2 66,-31 9 0,-52 2 3,128 9 24,-63-1-46,-126-8-43,148 0 66,-142-4-96,67-4 151,91-14-73,-39 2-80,-133 13 109,199-7 51,-44 3-73,49 5-39,-143 5 43,37 9-20,-105-10-60,-20 0 87,55-5-1,231-26 46,-59 3-79,-98 11 15,132-3 207,-114 7-77,23 0-83,-134 9-88,22-2 79,-50 2 23,48 2 0,-50 2-51,209-10 154,-201 7-170,66-3 30,167-11 10,-66 5 90,-129 8-104,216 6 230,-7 16-230,-5-8 58,-88-6-14,-155-2-83,-16 0 38,38-2 0,101 5 30,-83 0-80,219 2 126,138-5-252,-233-5 89,23 13 32,-131-13 32,20-1 48,109-6-71,-79 7 126,26 5-128,-50 2 56,52-7-91,214 4 39,-103-8 68,-103-8 9,-113 10-94,-54 3 54,41-5 1,-42 2-19,1 2 0,33 1 0,28-2 35,74-5 25,27 5-4,-183 3-67,154-7-25,77 0 110,-67 8-3,-79-2-29,88-2 10,133 3 56,373 22 182,-188-21 9,-157-1-199,-230 1-133,52-3 79,163-6 129,-256 8-115,159-6 15,-131 3-75,29-8 11,2 0 28,70-6-66,-75 5 58,-37 5-92,162-10 100,46 9-5,228 16 224,-274-13-158,-55-1 62,192-10 332,-121 3-234,-13-1-167,-110 5-99,43 0 155,-168 8-137,506-12 208,-22 27 278,-92-9-314,-92-5 76,4 1 299,-108-4-182,-119 0-262,128-2 139,477-6 824,-141 11 430,-392 11-991,-74-2-340,-84-7-179,-5-1 0,1-1 0,-1 1 0,0-1 0,1 1 0,-1-1 0,1 0 0,-1 0 0,0 0 0,1 0 0,4-1 0,25-3-823,-26-17-2241,-6 14 2287,0 0 0,0 0 0,-1 0 0,0 0-1,0 0 1,-1 0 0,0 0 0,0 0 0,-4-7 0,-5-21-5165,-3-22-6241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107 345 13869,'-4'5'883,"0"0"0,0-1 1,0 1-1,-1-1 0,-8 7 0,10-9-680,0 0 1,1 1-1,0-1 1,-1 0 0,1 1-1,0 0 1,0-1-1,0 1 1,1 0-1,-1 0 1,1 0-1,0 0 1,-1 1 0,0 3-1,-8 53 1152,6-34-702,-10 68 449,5-1-1,3 1 1,12 161 0,-3-223-1605,2 1 0,1-1 1,1 0-1,2 0 0,1-1 0,23 51 0,-31-79-49,-2-53-1384,-12-90 1,-20-47 1039,12 78 623,13 68 612,2-1 0,2 0 0,1 0 0,8-82 0,2 70 544,1 0 1,3 0 0,22-59 0,-22 81-141,1 0 0,2 1 0,1 0 1,2 2-1,1 0 0,27-32 0,-44 58-666,1 0 0,-1 1 0,1-1 0,0 0 0,0 1 0,0 0 0,0-1 0,4-1 0,-7 4-66,1 0 0,-1 0 0,1 0 0,-1 0 0,1-1 0,-1 1-1,0 0 1,1 0 0,-1 0 0,1 0 0,-1 0 0,1 0 0,-1 0 0,1 0 0,-1 0-1,0 1 1,1-1 0,-1 0 0,1 0 0,-1 0 0,0 0 0,1 1 0,-1-1 0,1 0-1,-1 0 1,0 1 0,1-1 0,0 2-6,0-1 0,-1 0 1,1 0-1,-1 1 0,1-1 0,-1 1 0,1-1 0,-1 0 0,0 1 1,1-1-1,-1 1 0,0-1 0,0 2 0,-2 24-373,-1 1 0,-2-2 0,0 1 0,-15 43 0,9-33-531,-2 7-1462,-24 52 1,-6-8-7171,19-46-1520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3 14701,'-9'-1'916,"0"0"-1,1 1 1,-1 0 0,0 1-1,-10 1 1,12 0-539,-1 0 1,1 0-1,-1 1 1,1 0-1,0 0 1,0 1 0,0 0-1,1 0 1,-12 9-1,-14 16 131,1 2-1,2 0 0,1 2 1,1 1-1,2 1 1,2 1-1,-26 54 0,7-2-44,5 3-1,-29 106 0,44-123-380,4 1-1,2 1 1,4 1-1,-3 117 1,15-152-326,2 0 1,2-1 0,19 80 0,-15-91-172,2 0 0,1 0 0,2-1-1,0 0 1,34 49 0,-38-65-53,0 0 0,1-1 0,1 0 0,0-1 0,0 0 0,1 0 0,1-2-1,21 14 1,-22-17-786,0 0 0,0-1-1,0 0 1,1-1-1,0 0 1,18 2 0,37-1-9129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10745,'7'5'496,"-5"-4"-328,-1 1-1,1-1 1,-1 0-1,1 1 1,-1-1-1,1 1 1,-1-1 0,0 1-1,0-1 1,2 3-1,-3-1 339,1-1-1,-1 1 0,0-1 1,0 1-1,0 0 1,0-1-1,0 1 0,0-1 1,-1 1-1,1-1 1,-2 3-1,-2 21 1086,0 1 0,1-1-1,2 31 1,9 84 179,-6-103-1293,2-6-1024,9 45 1,6-11-3671,-17-63 1825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43 10897,'-2'2'209,"0"-1"1,0 0-1,0 1 0,1-1 1,-1 1-1,0 0 0,1 0 1,0-1-1,-1 1 0,-1 4 1,10-4 1474,14-7 265,6-7 755,15-3 997,-14 7-2422,-1 1 59,-1 0 0,52-4 0,-72 10-1241,-1 0 1,1 1-1,0 0 1,-1 1 0,1-1-1,-1 1 1,1 0-1,-1 0 1,1 1-1,-1-1 1,0 1-1,0 1 1,1-1 0,-2 1-1,1 0 1,0 0-1,0 0 1,-1 0-1,0 1 1,5 5-1,-5-4-55,-1 1-1,0-1 0,0 1 0,0 0 0,-1-1 0,0 1 1,0 1-1,-1-1 0,0 0 0,0 0 0,0 0 0,-1 1 0,1-1 1,-2 10-1,-2 10-90,-1-1 0,-8 31 0,9-42-14,-15 56-1533,-3-2 0,-49 112-1,47-133-841,-3 0 0,-37 51 0,22-47-3621,-1-11-3782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598 0 12673,'-28'21'1416,"-38"29"2772,59-43-3750,-1 0 1,1 0-1,0 1 1,1 0-1,-11 17 1,-6 22 855,-24 72 0,21-51-544,-50 148 1708,-90 425 0,97-254-1927,48-265-653,10-55-581,4 1 0,2 0 1,4 70-1,2-115 121,0 18-1120,6-16-2662,-6-25 4069,-1 1 0,0-1 1,0 1-1,0-1 0,1 1 1,-1-1-1,0 1 0,1-1 1,-1 1-1,0-1 0,1 0 1,-1 1-1,0-1 0,1 1 0,-1-1 1,1 0-1,-1 1 0,1-1 1,-1 0-1,1 0 0,0 1 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7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 9613,'-8'-5'10387,"7"5"-10063,-6 10 2138,-3 23-2333,9-32 10,-63 296 3602,26 5-2365,38-301-1375,-1 8 7,0 1 1,1 0-1,0-1 0,0 1 0,1-1 1,0 1-1,1-1 0,0 1 0,4 9 1,-6-19-10,0 0 0,0 1 0,0-1 1,0 0-1,0 0 0,0 0 0,0 0 1,0 0-1,0 1 0,0-1 0,1 0 1,-1 0-1,0 0 0,0 0 0,0 0 1,0 0-1,0 0 0,0 1 0,0-1 1,0 0-1,1 0 0,-1 0 0,0 0 1,0 0-1,0 0 0,0 0 0,0 0 0,1 0 1,-1 0-1,0 0 0,0 0 0,0 0 1,0 0-1,0 0 0,1 0 0,-1 0 1,0 0-1,0 0 0,0 0 0,0 0 1,1 0-1,-1 0 0,0 0 0,0 0 1,0 0-1,8-2 2,0 1 0,-1-1-1,1-1 1,-1 0 0,0 0 0,0 0 0,0-1-1,10-6 1,53-46-60,-41 31-12,-9 8 95,2 0 0,0 2 1,32-18-1,-51 32-7,0-1 0,0 1-1,0 0 1,0 0 0,0 0 0,0 1 0,0-1-1,0 0 1,1 1 0,-1 0 0,0 0 0,0 0-1,0 0 1,1 1 0,-1-1 0,0 1 0,0 0-1,0 0 1,0 0 0,0 0 0,0 0 0,0 1 0,0-1-1,-1 1 1,1 0 0,-1 0 0,1 0 0,-1 0-1,1 0 1,-1 1 0,0-1 0,0 1 0,0-1-1,2 5 1,4 8-3,0 1 0,0 0 0,-1 0 0,8 34 0,-10-33-117,25 86-2533,-12-37-5536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17746,'59'54'3635,"-36"-35"-2191,-2 0 0,-1 2 0,18 23-1,-8-2-621,-3 2 0,-1 1 0,20 50-1,46 149 1503,-49-110-2324,-7 2 0,23 163 0,-46-194 0,-4 1 0,-5 0 0,-14 164 0,-58 181-5341,51-380 3165,-3-1-1,-3-1 0,-2-2 0,-44 81 0,14-52-11381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17 352 8985,'0'0'8081,"-2"2"-7002,0 3-852,0-1 0,0 1 0,0 0 0,0 0-1,1 0 1,0 0 0,0 0 0,0 0 0,0 8 0,5 51 402,-1-20-145,8 297 1074,-9-311-1478,2 1 0,2-1 0,10 35-1,34 81-558,-50-144 422,1 1-1,0-1 0,0 1 0,0-1 0,0 1 1,1-1-1,-1 1 0,1-1 0,2 4 0,-3-6 32,-1-1 0,1 1-1,-1 0 1,0-1-1,1 1 1,-1-1 0,0 1-1,1-1 1,-1 1-1,0 0 1,0-1 0,1 1-1,-1-1 1,0 1-1,0-1 1,0 0 0,0 1-1,0-1 1,0 1-1,0-1 1,0 1 0,0-1-1,0 1 1,0-1-1,0 1 1,0-1 0,0 1-1,0-1 1,-6-64-875,-23-136-423,-20-121 1231,43 283 519,0 0 1,3 0-1,1-1 0,2 1 1,2-1-1,1 1 1,2 0-1,2 0 0,1 1 1,18-48-1,-15 53 131,-5 16 84,15-31-1,-21 47-630,0 0 1,1 1 0,-1-1-1,1 0 1,-1 1-1,0-1 1,1 0 0,-1 1-1,1-1 1,0 0 0,-1 1-1,1-1 1,-1 1-1,1-1 1,0 1 0,0 0-1,-1-1 1,1 1-1,0-1 1,-1 1 0,1 0-1,0 0 1,0 0 0,0-1-1,-1 1 1,1 0-1,0 0 1,0 0 0,0 0-1,0 0 1,-1 0 0,1 1-1,0-1 1,0 0-1,-1 0 1,1 0 0,0 1-1,0-1 1,-1 0 0,1 1-1,0-1 1,0 1-1,-1-1 1,1 1 0,-1-1-1,1 1 1,0 0-1,-1-1 1,1 1 0,-1-1-1,0 1 1,1 0 0,-1 0-1,1-1 1,-1 2-1,2 6-21,0 0-1,0-1 1,-1 1-1,0 0 1,-1 0-1,0 15 1,0-2-112,-3 33-1213,-1 0 1,-3 0-1,-25 92 0,29-132 861,-29 100-7811,15-69-809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2 11125,'-11'-1'401,"1"0"0,-1 1 1,0 1-1,0-1 0,1 2 0,-12 2 0,15-2-94,0 0 1,1 1-1,-1 0 0,1 0 0,-1 0 0,1 1 1,0 0-1,1 0 0,-1 1 0,-6 6 0,-1 3 150,1 0 0,1 1-1,0 0 1,-13 25 0,-28 71 400,45-96-741,-25 63 157,3 1 1,4 0 0,4 2 0,3 1 0,4 1 0,-7 139-1,20-151-80,14 139-1,-7-172-181,1 1 0,2-1-1,2-1 1,2 0-1,19 41 1,-17-46-175,1-1 0,2-1 0,1-1 0,1-1 1,2 0-1,27 27 0,-39-45-163,1-1 0,0 0 0,0 0 0,1-1 1,0 0-1,1-1 0,-1-1 0,1 0 0,1-1 0,-1 0 0,1-1 1,0 0-1,0-1 0,0-1 0,0 0 0,0-1 0,21-1 0,37-8-4681,0-5-2903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49:5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12205,'1'0'141,"-1"1"0,1 0 0,-1 0 0,0 0 0,0-1 0,0 1 0,1 0-1,-1 0 1,0 0 0,0 0 0,0-1 0,0 1 0,0 0 0,0 0 0,-1 0 0,1 0 0,0-1 0,0 1 0,-1 0 0,1 0-1,0 0 1,-1-1 0,1 1 0,-1 0 0,1-1 0,-1 1 0,1 0 0,-1-1 0,1 1 0,-1-1 0,-1 2 0,-10 14 1382,11-11-1290,-1 0 0,1 0 0,0 0 1,1 0-1,-1 10 0,1-2 35,-1 2 9,2 1 0,0 0 1,1 0-1,6 27 0,3 17 198,-3 37 0,10 65 9,0-31-203,-17-120-254,2 0-1,-1 0 1,9 21 0,-10-31-25,-1-1-1,1 0 1,-1 1 0,1-1 0,-1 0 0,1 0 0,-1 0 0,1 1-1,0-1 1,-1 0 0,1 0 0,-1 0 0,1 0 0,-1 0-1,1 0 1,0 0 0,-1 0 0,1 0 0,-1 0 0,1 0 0,-1 0-1,1-1 1,0 1 0,-1 0 0,1 0 0,0-1 0,0 1 4,1-1-4,1 0 0,0 0 0,-1 0 0,0-1 0,1 1 0,-1-1 0,0 1 0,1-1 0,-1 0 0,0 0 0,0 0 1,-1 0-1,1 0 0,0 0 0,-1 0 0,3-5 0,23-49 33,-17 32-29,-1 4-4,54-108 67,-52 109-54,1 0 0,0 1 0,2 0 0,17-19 0,-29 35-15,1-2 28,1 1 0,-1 0 0,0 0 0,1 0-1,7-4 1,-10 7-22,0 0 0,0-1-1,0 1 1,0 0-1,0 0 1,0-1-1,0 1 1,0 0 0,0 0-1,0 0 1,0 0-1,0 0 1,-1 1 0,1-1-1,0 0 1,0 0-1,0 1 1,0-1 0,0 1-1,0-1 1,0 0-1,0 1 1,-1 0 0,1-1-1,0 1 1,0-1-1,-1 1 1,1 0 0,1 1-1,4 6-1,-1-1 0,0 1 0,0 1 0,-1-1 0,0 1 0,0 0 0,-1-1 0,0 2 0,2 10 0,1 10-618,3 49 1,-9-27-2230,-7-5-6127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0:00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15153,'20'41'3503,"45"72"0,11 20 332,-17 8-2188,-6 3 1,37 162 0,-52-141-1562,-7 2 0,10 171 1,-32 113-4667,-35-206-762,-1-89-2187,4-43-3232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1:1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21531,'12088'0'0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1:2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222 458 7657,'10'1'1006,"-17"12"8453,-19 1-8707,-23 3 214,34-13-644,1 1 0,0 0 0,0 1 0,0 1 0,-13 8 0,8 5 294,17-17-519,1-1 1396,-2-1-1279,-21 8 314,22-8 329,5 0-597,51 3 301,0-3 0,1-2 0,72-10 0,-3 0-438,187-16-68,62-1-45,-196 17-29,327-6-18,-285 22 7,12 1-10,-31 0-61,330-32 0,-263-14-18,-249 37 110,165-20-75,-26 13 38,-50 5 143,-17 6-114,23-2 68,125-7-108,581-64-525,-565 44 310,-130 16 146,-20 3 72,44-5 55,204-26 294,-23 3 96,445-39 975,-465 54-933,-178 9-1414,-131 13 939,1 0-1,-1 1 1,1-1 0,-1 0 0,0 0-1,1 0 1,-1 0 0,1 0-1,-1 0 1,0 0 0,1-1 0,-1 1-1,1 0 1,-1 0 0,0 0 0,1 0-1,-1 0 1,1-1 0,-1 1-1,0 0 1,1 0 0,-1-1 0,0 1-1,1 0 1,-1 0 0,0-1 0,0 1-1,1 0 1,-1-1 0,0 1-1,0-1 1,0 1 0,1 0 0,-1-1-1,0 1 1,0 0 0,0-1 0,0 1-1,0-1 1,0 1 0,0-1-1,0 1 1,0 0 0,0-1 0,0 1-1,0-1 1,0 1 0,0 0 0,0-1-1,0 1 1,0-1 0,-1 1-1,1 0 1,0-1 0,-2-1-271,1-1 0,-1 1 0,1 0 1,-1 0-1,0 0 0,0 1 0,0-1 0,-4-3 0,2 3-1144,-1-1 0,0 1 0,0 0 0,-9-2 0,-30-8-11361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1:3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5160 129 7609,'-2'0'222,"1"1"-1,-1-1 1,0 1 0,0-1 0,1 0 0,-1 1 0,0-1 0,0 0 0,0 0 0,1 0-1,-1-1 1,0 1 0,0 0 0,-5-2 2481,4 1-1542,-7-3-394,1 1 124,0 0-1,-1 0 1,-12-1-1,-176-22 2022,-398-34-2119,-10 38-453,595 21-328,-62 0 42,-294 2 226,164 4-172,-720 45 805,448-34 894,453-15-1708,-148 7 503,131-4-529,-1 2 1,-47 13-1,16 3-30,-122 56 0,88-31 5,-128 66 27,178-84-119,43-24 37,1 0 0,0 1 0,0 1 0,0-1 1,1 2-1,0-1 0,-13 14 0,-91 120-30,101-125 8,1 1-1,-15 30 0,-14 19 38,6-10-22,14-19 46,17-27-45,4-4 17,-11 17 21,-10 13 1,12-21 7,-14 30-1,-48 127-84,54-113 32,12-40 29,-14 34-1,-23 46-108,40-93 64,1-1 0,-1 1 0,1 1 0,0-1 0,0 12 0,-1 3 2,0-4-16,1 1 0,1 0-1,0 0 1,1 0-1,2-1 1,-1 1-1,2-1 1,0 1 0,2-1-1,6 17 1,-2-14-22,0-1 0,1-1-1,1 1 1,0-2 0,1 0 0,1 0 0,18 15 0,-9-11 14,2-1-1,0-1 1,0-2 0,40 21 0,-32-20-47,-1-1 81,0-1 0,39 13 1,5-6-193,2-3 1,103 12 0,224-3-305,84-41 209,-234 1 197,366-9 96,-169 8 24,95-9 19,-153-20 27,-207 18 15,76-13-22,111-30-32,-274 46-100,212-52 148,-218 44-29,113-49-1,-181 64-6,-2-1-1,1-1 0,26-22 1,3-2 19,-48 35-12,-1 0 0,0-1-1,1 0 1,-2-1 0,1 1-1,5-9 1,0 2 62,-1-1-11,0 0 0,0-1-1,-2 0 1,0 0 0,0-1 0,7-23-1,-5 13 106,-3 8-13,-1 0 0,0 0 1,-1 0-1,-1 0 0,-1-1 0,0 1 0,-2-1 1,0 1-1,0-1 0,-2 1 0,0-1 0,-8-29 1,-4-6 155,10 33-205,0 1 0,-2 0 0,-1 0 0,-16-35 1,-17-25 129,23 44-70,-22-35 0,-98-135 614,101 161-569,29 37-193,1 0-1,0-1 0,-8-11 0,6 6-15,0 2-1,-1-1 1,-1 1-1,0 0 1,0 1-1,-1 0 0,0 1 1,-1 0-1,0 1 1,-23-12-1,-1 3 5,-1 1 0,-63-17 0,-195-50 1237,228 69-1077,65 13-197,-1 1-178,-93-16-7794,93 15 7327,1 0 0,-1 0 0,1 1 0,-1-1 0,1 1 1,-1 0-1,1 0 0,-1 0 0,1 0 0,-1 0 0,1 0 0,-1 0 0,1 1 0,-5 1 1,-13 4-10174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0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3665 244 4476,'0'0'1207,"2"-1"-193,-1-1-809,0 1 0,0 0 1,0 0-1,1 0 0,-1 0 1,0 0-1,1 0 0,-1 0 1,0 1-1,1-1 1,1 0-1,-2 1-48,0 0-1,0 0 1,0 0-1,0 0 1,0 0 0,0 0-1,0 1 1,0-1-1,0 0 1,0 1 0,10 7 9024,-66-16-8599,-82-3-188,49 2-214,-302-38 723,336 39-758,-91-1-1,58 11-115,0 3-1,-142 28 1,65-6-35,12-2 18,-69 8 80,62-11 6,49-8-1,63-9-54,-57 12 0,83-12-14,-33 2-1,-9 2-7,-201 46 23,-29-8 329,114-7-243,146-32-102,0 1 0,-43 19 0,66-24-64,-246 99-70,244-98 102,1 0 0,-1 2 0,1-1 0,0 1 0,1 1 0,0 0 0,0 0 0,1 1-1,0 0 1,0 1 0,1 0 0,0 0 0,1 1 0,0 0 0,1 0 0,-7 18-1,4 4 13,8-28-7,0-1-1,0 1 0,0 0 1,-1-1-1,-2 6 0,2-4 0,0-1-1,1 1 1,0 0-1,-1 1 1,2-1-1,-1 0 1,1 0-1,0 0 1,1 8-1,-1-5 4,0 0-1,0 0 0,-3 14 0,2-15 4,1 0-1,-1 0 0,1 0 0,0 0 0,3 14 0,-2-13-7,0-1 0,0 1 0,-1 0 1,-1 11-1,1-10 0,0 0 0,0-1 0,1 1 0,1 0 0,0 0 1,0-1-1,1 1 0,4 9 0,4 18 20,71 226 35,-68-225-24,26 45 0,-3-29 35,-14-23-101,40 51 44,24 37-111,-68-93 93,32 34 0,-26-32 3,-12-16 13,0 0 0,1-1 0,28 18 0,-12-9-8,6 7 9,-24-17-12,1 0-1,0-1 1,28 15-1,-1-5 15,-29-12 2,0-2 0,1 0 1,-1 0-1,21 5 0,51 13-25,7 1 28,142 30 66,-29-5-87,-111-32 3,108 6 1,149-3 64,-276-20-133,123-14 0,72-30 54,-67 10-39,-32 3 47,-76 13 2,233-49 12,-227 41-1,121-47 0,-214 70 1,139-59 31,-119 49-8,-1-1 1,0-2 0,32-25-1,-25 15 155,-14 12-142,-1 0-1,0-1 1,-1-1 0,-1-1 0,22-28 0,2-12 182,-20 32-133,24-43 1,62-150 1114,-101 206-1064,0 0 0,0 0 0,-1 0 0,-1 0 0,0 0 0,0 0 0,-1-17 0,1-7 178,-1 15-182,0 1-1,-2 0 1,-5-29 0,0-11 103,-7-97 133,3 46-104,3 35 135,-21-98 0,23 152-333,-1 0 1,-2 0-1,0 1 0,-1 0 1,-1 0-1,-1 1 1,-1 0-1,-28-35 1,18 31-49,0 2 1,-1 0 0,-1 1-1,-1 2 1,-51-32-1,-164-84 150,183 107-117,-1 3 0,-84-25 0,110 42-62,-1 1 0,0 2 0,0 2 0,0 1 0,-1 1 0,-33 4 0,-200 36-98,197-27 31,-86 18-216,-121 18-1003,149-25-2106,45-7-4168,48-5 1956,10 8-3258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1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1530 110 5008,'9'-10'1524,"12"-4"7973,-5 9-3837,-19 6-5532,-26 11 146,27-11-160,-3-1-6,-64-4 236,0-3 0,-91-21-1,40 7-218,69 15-102,1 3-1,-1 1 0,0 3 0,0 2 0,1 2 0,-74 17 0,59-8-62,-46 13-35,67-14 68,2 2-1,-1 2 0,2 2 0,-64 39 0,78-39 7,12-10 0,0 1-1,1 1 0,0 0 1,-14 17-1,5-10-1,20-16 5,0-1 0,1 1 0,-1 0 0,0 1 0,1-1 0,0 0 0,-1 1 0,-2 4-1,-45 63 21,49-68-23,-1 0 0,1 1 0,0-1 0,0 1 0,0-1-1,0 1 1,0 0 0,0-1 0,0 6 0,-1 3-3,-2 4 25,0 1 0,2-1 0,0 0 0,-1 28 0,4-39-23,-1 0-1,1 0 0,0-1 0,-1 1 0,2-1 1,-1 1-1,0-1 0,1 1 0,0-1 0,-1 0 0,1 1 1,1-1-1,-1 0 0,0 0 0,1-1 0,4 5 0,4 3 1,1-1-1,22 13 0,-26-17-16,101 56 133,-73-44-106,0 0 0,0-3 0,2-1 0,43 9 0,-29-10-23,0-2 1,1-3 0,0-2 0,1-2-1,58-5 1,-9-6-25,168-36 0,-152 17 18,-2-4 0,124-52 0,-210 68 26,-1 0-1,0-2 1,-1-1-1,-1-1 1,41-36-1,-61 47 30,0 0 0,0 0 0,-1-1 0,0 0-1,-1 0 1,0-1 0,0 0 0,5-12 0,-9 16 30,1-1 0,-1 0 1,0 1-1,-1-1 0,0 0 0,0 0 1,0 0-1,-1 0 0,0 0 0,0 0 1,-1 0-1,0 0 0,-3-12 0,0 3 84,-1 1-1,-1-1 0,0 1 0,-1 0 1,0 1-1,-1 0 0,-1 0 0,-21-25 1,18 24 32,-1 1 0,-1 1 0,0 0-1,-1 1 1,0 0 0,-1 1 0,0 1 0,-28-13 0,22 15-139,1 1 1,-1 2-1,-1 0 0,1 1 1,-1 1-1,1 1 0,-1 1 0,0 1 1,-45 7-1,-40 9-73,92-14 539,13-2-982,1 0 0,0 0 0,0 1 0,0-1 0,0 1 1,0-1-1,0 1 0,0 0 0,0 0 0,0-1 0,0 2 0,0-1 1,0 0-1,-2 2 0,1 0-349,-2 1 257,-19 7-16438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3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36 2660,'-28'8'7352,"28"-8"-7351,0-1-1,1 1 0,-1-1 1,0 1-1,1-1 0,-1 1 1,0-1-1,1 1 1,-1-1-1,1 1 0,-1 0 1,1-1-1,-1 1 0,1 0 1,-1-1-1,1 1 1,-1 0-1,1 0 0,0-1 1,0 1 184,1-1 0,-1 1 1,0-1-1,0 1 0,0-1 1,0 0-1,0 1 0,-1-1 1,1 0-1,0 0 0,0 0 1,0 0-1,1-1 0,7-22-5478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4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1209 587 6541,'-7'-10'4636,"15"18"738,-2-2-6327,-6-6 1006,1 1 1,0-1-1,0 0 0,-1 0 1,1 0-1,0 0 0,0 0 1,-1 0-1,1 0 1,0 0-1,-1 0 0,1-1 1,0 1-1,0 0 0,-1 0 1,1-1-1,0 1 0,-1 0 1,2-1-1,0 0 112,46-5 7995,-49 4-7779,-2-2-274,2 2-77,-1 0 1,1 0 0,-1 0-1,1 1 1,-1-1-1,0 0 1,1 1 0,-1-1-1,0 1 1,0-1-1,0 1 1,-1 0-1,1 0 1,0 0 0,0 0-1,-1 0 1,1 1-1,-3-1 1,-34-9 144,-1 2 0,-51-3 0,26 7-167,-106 0 70,128 7-85,-1 2 0,1 2 0,-63 18 0,75-15-1,1 1 0,0 1 0,1 2 0,1 1 0,-44 31 0,36-20-58,2 2-1,-47 48 0,41-34 131,17-20-85,-28 38 0,40-47 38,0 2 0,1-1 0,1 1 0,1 1 0,0 0 0,1 0 0,0 0 0,-3 18 0,1 4-31,1 0 0,2 0 0,2 1 0,2 73-1,4-83-23,-2-17 58,1 0-1,0 0 1,4 12-1,12 80 45,3 7-210,-16-97 145,0-1-1,1 1 1,1-1-1,0 0 1,0-1-1,14 19 1,-18-28-5,5 9 40,1-1 0,17 22 0,35 29-190,-37-44 92,1-2 1,1-1 0,1 0-1,41 15 1,-5-1-138,-36-17 183,-17-8-14,-1 0 1,0 0 0,0 0 0,0 1 0,11 8 0,-13-7 29,1-1 0,0-1 0,16 8 0,7 4-53,-9-5 25,1-1 1,1-1-1,0-1 1,0 0-1,31 4 1,-20-4-20,16 2 10,1-3 0,-1-2 0,86-3 0,-124-2 37,7-1 6,-1-1 0,33-8 0,5 0-10,-29 4 4,0 0-1,-1-2 1,0-1 0,0 0-1,30-18 1,33-12 63,-24 2-38,-24 17 184,47-31-1,-58 33 307,-13 6-190,-1 0 1,24-24 0,-8 7 20,13-13 80,-43 40-401,1-1 0,-1 0 0,0 0 0,0 0 0,0 0 0,0 0 0,2-6 0,9-12 136,-9 15-101,1 0-1,-1-1 1,0 0 0,0 0-1,-1 0 1,0 0 0,4-15 0,9-56 238,-6-19-77,-6 43-89,-3 42-104,-1 0 0,0 0-1,-1 0 1,-3-17 0,0-1-75,-14-113 127,-1-16-49,17 140 5,-1 0-1,-2 0 1,0 0-1,-7-17 1,6 22-20,-1 1 0,-11-18 1,1 1 14,-70-130 205,24 4-147,13 44 22,47 106-104,-4-13 17,-1 1 0,-1 0 0,-15-21 0,16 25 14,-62-91 108,40 66 24,-59-42 74,74 67-131,11 10-96,-1-1 1,1 1-1,-1 0 1,0 1 0,0-1-1,-1 1 1,1 0 0,-11-4-1,-32-5 27,45 12-68,-1 0-4,-2 0 8,0 1 0,0 0-1,0 0 1,-1 0 0,1 1 0,1 0-1,-1 0 1,-11 7 0,15-9 3,-27 12-470,22-10 131,-1 1-1,1 0 1,0 0 0,1 0-1,-1 1 1,1 0 0,-13 10-1,6-3-676,-1-1-1,-21 12 1,19-12-1121,0 1 0,-15 12 1,15-10-3613,-10-2-3516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4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918 0 10617,'-24'27'1155,"21"-25"-862,1 0 1,-1 0 0,1 0 0,-1-1-1,0 1 1,1-1 0,-1 1-1,0-1 1,0 0 0,0 0 0,0 0-1,0 0 1,0-1 0,0 1 0,-5-1-1,-10 4 359,1 2-190,0 2-1,0 0 1,1 1 0,-26 20 0,-53 51 898,10-7-587,52-47-571,-327 261 854,353-281-1229,-64 51-1702,60-49-1466,-1-1 0,-16 8 0,13-9-4427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2:5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59 762 5268,'1'0'44,"-1"0"0,1 0-1,-1 0 1,0 0-1,1 0 1,-1-1-1,1 1 1,-1 0-1,0 0 1,1-1 0,-1 1-1,0 0 1,1 0-1,-1-1 1,0 1-1,0 0 1,1-1-1,-1 1 1,0 0 0,0-1-1,0 1 1,0-1-1,1 1 1,-1 0-1,0-1 1,0 1-1,0-1 1,0 1-1,0-1 1,0 1 0,0-1-1,-10-7 1047,0 0-378,8 6-36,0 3-7,-22 9 622,21-10 512,-13 20 7367,40-22-8862,-10 1 0,0-1 0,23-5 0,17-5-69,1 2 0,77-5 0,-45 7-166,186-17 91,-42 10-208,440-47 69,-224 11-2,-268 28 12,-158 20-36,404-44-40,2 26 15,-28 1-21,-198 7 33,-76 4 9,60-2-1,121-14 54,-240 18 28,181-26-91,-9 1 4,424-5 26,-566 37 87,372-12-62,-260 3-113,-31 1 155,-35 1-127,64-5 108,-53 5-141,-22 2 206,45-6-174,54-5 94,10 0-53,-103 7 114,34 7-106,-50 3 186,69-3-112,49-1 216,53-3-251,63-2 130,-22 8 278,-232 3-172,-61-2-130,213 7 1125,-189-4-931,87 3 451,-117-5-646,-27-1-379,1-1 0,0 1 0,-1-2-1,1 1 1,-1-1 0,1 0 0,8-3 0,-15 4 124,0 0 0,0-1 1,0 0-1,0 1 1,-1-1-1,1 0 0,0 1 1,0-1-1,0 0 0,0 0 1,-1 0-1,1 0 0,0 0 1,-1 1-1,1-1 0,-1 0 1,1-1-1,-1 1 0,0 0 1,1 0-1,-1 0 1,0 0-1,0 0 0,0 0 1,1 0-1,-1 0 0,0-1 1,-1 1-1,1 0 0,0 0 1,0-1-1,-11-43-3101,9 36 2213,-13-23-5205,-13-14-3910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3:0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1743 96 8333,'-10'5'595,"-2"0"111,2-3 6450,8-19-6264,1 15-820,1 0 1,0 1 0,0-1 0,-1 1 0,1-1 0,-1 1 0,1-1 0,-1 1-1,0-1 1,1 1 0,-1 0 0,0-1 0,0 1 0,0 0 0,0-1 0,0 1-1,0 0 1,-1 0 0,1 0 0,0 0 0,0 0 0,-1 1 0,1-1 0,-1 0-1,1 0 1,-3 0 0,-14-5 209,1 1 0,-1 1-1,1 1 1,-34-2 0,16 1-20,-267-18 956,242 19-1088,-54-1 21,1 4-1,-179 24 1,244-17-124,1 3 0,-84 28 0,112-30-26,1 0 1,-1 1-1,2 1 0,-1 0 0,1 1 0,1 1 0,0 1 1,1 1-1,-19 20 0,11-7 6,1 2 1,2 0 0,0 1-1,3 1 1,0 1 0,2 0-1,1 1 1,2 0 0,-9 42-1,5-9-3,4 1 0,2 1-1,3-1 1,3 2-1,10 129 1,0-149 12,1 0 0,27 89 0,-23-104-12,2-2 1,1 1-1,2-2 1,36 56-1,-20-45 31,2-1 0,1-1 0,45 37 0,-41-45-52,1-3-1,2-1 0,70 36 1,-50-34 22,1-3 0,2-3 1,0-2-1,2-4 0,0-2 1,0-4-1,86 6 0,-109-16-23,0-2 0,1-1-1,55-10 1,130-36-17,-144 24 34,-2-4-1,-1-3 0,97-51 1,-136 55 1,-1-1-1,52-43 1,-80 58 18,-1 0-1,0-2 1,0 1-1,-1-2 1,-1 0-1,-1 0 1,0-1 0,-1 0-1,-1-1 1,0 0-1,-1-1 1,-1 0-1,-1 0 1,0 0-1,-1-1 1,-2 0-1,1 0 1,0-33 0,-6-13 183,-3 0 1,-22-109 0,-57-123 1140,65 248-971,-1 1 0,-48-78 1,-74-77 521,118 176-1136,0 1 1,-2 2-1,-1 1 1,-47-32-1,31 24-3641,-38-36 0,58 41-2099,5-5-3735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04:53:0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1653 224 5945,'0'-4'1434,"3"-27"951,-3 28-1382,2 2-762,1-1-1,-1 0 1,0 1 0,0-1 0,0 0-1,0-1 1,2-2 0,0 1 152,16-15 806,-13 13-651,-1 0 1,1 0 0,-2-1-1,9-10 1,-13 14-88,-1 0-44,-2-31 191,1 33-598,1 1 0,0-1 0,0 0-1,-1 0 1,1 1 0,0-1-1,-1 0 1,1 1 0,-1-1 0,1 0-1,-1 1 1,1-1 0,-1 1 0,0-1-1,1 1 1,-1-1 0,0 1 0,1-1-1,-1 1 1,0-1 0,-1 1-1,0-2 35,-4-2 9,0 0 0,-1 0 0,0 0 0,0 1 0,0 0-1,0 1 1,0-1 0,-1 1 0,-7-1 0,-14-1 43,-32-1 0,33 3 36,-366-3 911,326 11-947,1 2 0,0 3-1,-116 36 1,145-34-70,1 1-1,-56 30 1,-63 47 193,155-90-215,-29 18 18,2 2 0,0 1 0,1 1 0,1 1 0,1 1 0,1 2 0,2 0 0,1 2 0,1 0 0,1 1 0,-19 43 0,25-45-2,-3 6 23,-13 41 0,16-33-27,3-11 1,1 0 0,1 0 0,1 1 0,-3 49-1,11 72 41,1-125-35,1 0 0,1 0 0,12 39-1,-9-45-6,17 58 13,49 109 1,-62-166-23,0 0-1,2-1 1,1 0-1,1-1 1,0-1-1,2 0 1,0-1-1,1-1 1,24 18-1,-19-18 3,2 0 0,0-1 1,1-2-1,1-1 0,0 0 0,46 14 0,3-7-21,0-3 0,149 15 0,-120-27 49,204-15-1,12-34-18,-257 31 2,-1-3 0,121-47 0,-126 39-8,-32 14-14,0-2 1,0 0-1,45-30 1,-70 40 2,21-14 4,0-1-1,-2-1 1,33-35-1,-33 30 112,-2-1-1,26-43 1,-38 55-75,-1 0 0,0 1 1,-1-2-1,0 1 0,-1 0 0,0-1 0,-1 1 0,0-1 0,0-21 0,-2 8 42,0-8 6,-5-46 1,3 11-35,0 9-13,-4-110 285,3 113-45,-2 0 0,-25-103 0,25 139-237,-2 0 0,0 0 0,-1 0 0,-2 1 0,1 1 0,-2-1 0,-1 1 0,0 1 0,-1 1 0,0-1 0,-18-14 0,-9-5-9,0 3 0,-3 1 1,0 2-1,-2 2 1,-1 2-1,-1 2 1,-81-29-1,-45 4 69,149 44-118,0 1 0,-1 1 0,1 2-1,-1 0 1,-31 4 0,-52 16-4437,107-19 3925,-1 1 1,1 0 0,-1-1 0,1 1-1,0 0 1,-1 0 0,1 0 0,0 0 0,0 0-1,-1 0 1,1 0 0,-2 3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2:58:06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26 101 10305,'-21'-17'1864,"17"14"2857,8 3-3999,984 17 2644,-517-3-3438,-123-6-1357,-315-7 671,62-6-1,-81 3 333,1-1 0,-1 0 0,1-1 0,-1-1 0,0 0-1,17-9 1,-28 12 65,0 1 0,0-1 0,0 0 0,0 0 0,0-1 0,0 1 0,-1-1 0,1 1 0,-1-1-1,1 0 1,-1 0 0,0 0 0,0 0 0,-1 0 0,1 0 0,2-6 0,0-22-5494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2:58:07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11 748 6129,'-10'1'869,"19"-6"990,21-5 830,60-6 420,-52 8-866,75-5 1,88 4 21,250-43 0,196-63-695,548-86-755,-659 124-576,128-21-17,80-1-259,-707 94 38,253-16-1132,-203 12 274,-29 1-3299,-19 6-5522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2:58:0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0 538 11301,'25'-6'1698,"0"0"-1,25-11 1,29-9 270,108-9-1,285-19-1,251 31-1197,-207 11-427,714-67 758,254-25-590,-525 72-340,-241 11 233,529-1 1095,-710 30 175,-456-5-1485,99 0 232,-118-11-1921,-61 8 1401,0 0 0,0 0-1,0 0 1,0 0 0,0 0-1,0-1 1,0 1 0,-1 0-1,1-1 1,0 1 0,0 0-1,0-1 1,0 1 0,-1-1-1,1 1 1,0-1 0,-1 1 0,1-1-1,0 0 1,-1 1 0,1-1-1,0 0 1,-1 0 0,0 0-1,1 0 1,0-1-85,-1 1 0,0-1 0,1 0 0,-1 1 0,0-1 0,0 1 0,0-1 0,-1 0-1,1 1 1,0-1 0,-1 1 0,1-1 0,-2-2 0,1 0-633,-1-1 0,-1 1 1,1 0-1,-1 0 0,1 0 0,-1 0 0,0 0 0,-1 1 1,1-1-1,-5-3 0,-28-16-9870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9:17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5299 331 5144,'0'0'7888,"3"0"-7488,26 3 7327,-31-4-7473,-22-4 176,21 5-246,1-1-154,-1 0 0,1 0 0,-1 1 0,0-1 1,1 1-1,-1 0 0,0 0 0,1 0 0,-1 0 0,-2 0 0,-6 0 53,-62-17 258,29 4-262,31 9-47,0 0 1,-17-3-1,-98-21 105,-10-3-60,34 10-49,-120-18-18,128 26 1,-238-22-20,-34-5 28,84 4 78,242 32-106,-265-14-51,95 8 72,7 7 82,134 3-120,-274 8 5,14 8 49,247-9 15,-240 22-135,160-10 48,-159 13 24,-223 69 18,500-89-9,1 1-1,1 3 0,-75 38 1,103-46 9,8-4 1,0 0-1,0 0 1,1 1-1,0 0 0,0 0 1,0 0-1,-8 10 1,-21 17 1,31-28-2,-1 0 0,1 1 1,-1 0-1,1 0 0,1 0 1,-1 1-1,1 0 0,0-1 1,0 2-1,-3 6 0,-18 25 5,25-37-3,-1 0 0,1 0 0,-1 0-1,1 0 1,0 0 0,-1 0 0,1 0-1,0 0 1,0 1 0,0-1-1,0 0 1,0 0 0,0 0 0,0 0-1,0 0 1,1 2 0,0 2 2,-2 33 8,0-20-15,1 1 1,5 33 0,1-10 32,-3-18-15,1 0 1,1 0 0,1 0-1,16 39 1,-18-55-17,1 1 0,1-1 0,0-1 0,0 1 0,0-1-1,1 0 1,0 0 0,1-1 0,-1 0 0,1 0 0,9 4 0,8 5-7,0-2 0,39 14 0,4-5 52,0-3 0,135 20 0,-85-28-57,197-6-1,-182-6-50,-19 1 76,388 9-157,-207 16 141,-92-6 3,37 6 0,88 6 5,140-14-14,-438-16 9,63 2 12,459 3-97,-70-32 24,-399 20 75,88-1-51,128-13 83,63-54-95,-347 70 66,-1-2 0,1 1 0,-1-2 0,26-15 0,-33 15 12,-1 1-1,1-1 1,-1-1 0,-1 1 0,1-1 0,-1 0 0,6-13-1,-4 6 46,0 0 1,-1-1-1,-1 0 0,4-19 0,-7 26 66,-1-1 0,0 0 0,0 1 0,-1-1 0,0 0 0,-1 1 1,0-1-1,-4-13 0,1 11 28,0 1-1,-1 0 1,0 0-1,-1 1 1,-1-1-1,1 1 1,-2 1 0,1-1-1,-12-10 1,-13-10 247,-39-29 1,67 56-383,-121-86 605,3 2-272,103 74-360,14 10-211,1 0 0,-1-1 0,1 1 0,0-1 0,0 0 0,0 0-1,-3-6 1,6 9-481,-12 2-968,1 0 0,0 1 1,-16 5-1,-2 0-5335,7-2-2284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9:2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5769 300 8385,'-10'8'8021,"-3"-3"-3327,-20-2-2160,21-4-2646,0 0 0,0 0 0,-15-4 1,-240-55 1023,109 26-414,-299-24 0,-95 35 403,442 23-446,-179 3 277,132-7-533,46-1-127,-460 2 153,500 0-257,-95-19 0,164 22 28,-324-63-187,117 34-4,162 25 90,0 2-1,1 2 1,-62 9-1,-137 31 118,-252 38-1,341-55-71,0 6 0,2 7-1,-176 66 1,221-56 65,89-39-14,1 1-1,-1 0 0,1 2 0,1 0 1,0 1-1,1 1 0,0 1 1,0 1-1,-14 15 0,-2 6-92,19-22 90,2 1 0,0 0 0,-14 21 0,24-32 6,0 0-1,1 0 1,-1 0 0,0 0 0,1 0-1,0 1 1,0-1 0,0 1-1,0-1 1,0 1 0,1-1-1,0 1 1,0 0 0,0-1 0,0 1-1,0-1 1,1 1 0,-1-1-1,1 1 1,0-1 0,0 1-1,0-1 1,1 1 0,-1-1-1,1 0 1,0 0 0,0 0 0,0 0-1,0 0 1,0 0 0,1-1-1,3 4 1,9 8-23,1-2-1,0 0 1,1 0-1,0-2 1,1 0 0,0-1-1,0-1 1,22 7 0,20 3-33,79 15 1,91 6-49,-103-19 98,-23-5 3,181 16-145,-198-25 60,145-3 21,-123-5-12,20 0 10,53 0 3,32 2-44,-80-2 4,-26 2 98,268 6-24,124 29 38,-233-10 40,-177-20-53,45 5 28,-70-3 25,109-2 0,-60-4-126,185-2 195,-103-3-170,183-16 33,-134-12 3,-177 20 0,101-33 1,60-41 22,-180 65 74,-33 12 50,31-15-1,-44 23 3,23-13 1360,-29 8-1286,0 1-1,0 0 1,0 0-1,-1 1 1,-3-5 0,-21-14 568,27 22-640,0-2-76,-1-3 6,0-1 0,1 1 0,-1-1 0,1 1 0,1-1 0,-1 0 0,2-10 0,-1 14-44,0 0 10,-3-14 89,0 0-1,-1 1 1,-6-17-1,2 14-24,-1 0 0,-11-17 0,-6-14 122,22 40-154,-1 0-1,-1 1 0,1-1 1,-2 1-1,1 1 0,-1-1 0,-1 1 1,1 1-1,-1-1 0,-1 1 0,1 0 1,-1 1-1,-19-10 0,4 4-117,0 1 0,-1 1 0,0 1 0,-42-8 0,22 9-1568,-74-2-1,73 7 358,-73 3-4256,42 4-1832,23-2-2850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4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2229 100 6517,'19'7'1088,"-15"-6"1339,13-6-1220,18 0 1013,-30 4-1992,0 1 0,-1 0 0,1-1 0,0 0 0,-1 0 0,1-1 0,5-2 0,27-8 6836,-48 15-6708,1-1-335,0-1 0,0-1 0,0 1 0,0-2 0,0 1-1,0-1 1,-10-3 0,-39-1 48,-591 21 166,516-9-233,-18 0 28,-161 28 0,260-26 33,-35 6-88,-170 53 0,225-57 25,10-3-1,1 0 0,-30 16-1,3-1 11,37-18 0,0 0-1,0 1 1,-23 15-1,6 1 2,0 2 0,2 1 0,1 1-1,0 1 1,2 2 0,2 0 0,0 1 0,2 2 0,2 0-1,-17 39 1,24-41-14,1 1 0,3 0 0,0 1 0,2 0 0,1 0 1,1 0-1,3 1 0,0-1 0,8 53 0,-5-60 6,-3-15 3,1 1-1,1-1 1,0 1-1,0-1 1,1 0 0,0 0-1,1 0 1,9 18-1,1-6 6,1-1 0,1-1 0,1 0 0,0-1 1,2 0-1,0-2 0,1 0 0,43 27 0,-6-11-13,2-2 0,1-3 0,1-2 0,2-3 0,0-3 0,1-2 0,1-4 0,77 8 0,-39-13-37,1-5 0,-1-5 0,1-4 0,-1-4 0,0-5 0,-1-5 0,144-44 0,-152 31 32,0-3-1,120-64 1,-164 71 5,-2-1-1,-1-3 1,-1-1 0,-2-3 0,-1-1-1,45-52 1,-66 64 62,-2 0 0,-1-1 0,-1-1 0,-1-1 0,-1-1 0,-2 0 0,-1-1 0,-1 0 0,-2-1-1,-1 0 1,-1 0 0,4-42 0,-7 33 233,-3 24-55,0 0 0,0 0 1,-2 0-1,0 0 1,-3-22-1,0 21-76,-1 0 0,-1 0-1,0 1 1,-2-1 0,1 1-1,-2 0 1,0 1-1,-1 0 1,-1 0 0,0 1-1,-1 0 1,0 1 0,-1 0-1,-23-19 1,8 10-98,-1 1 1,-1 1-1,0 1 1,-60-26-1,-97-26-390,152 61-187,0 2-1,0 0 0,-59-3 0,55 9-624,0 2 1,-42 5-1,29 3-2769,-1 5-4031,29-7 267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6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2867 4724,'0'0'7154,"0"2"-6478,2 28 1377,2-31-1609,22-3 560,-1-1 0,35-12 0,47-14 18,2 4 0,147-16 0,-41 10-531,54-7-264,380-33-51,107-18-37,-410 46-88,648-78-96,-936 115 34,1101-125 63,-473 56-39,208-17-77,499-33 91,-1217 108-50,430-40 60,-211 17-5,-60 6-70,513-50 78,-6-31-68,-539 67 24,247-45-8,464-130 8,-180 59-28,-362 103 40,-432 58-15,148-10 2,-39 4 32,142-13-32,79-7 41,-140 5-13,318-40 324,-350 34-220,56-8 2,-37 6 46,248-71 1,-397 83 17,-1-4 0,71-38 1,-67 30-106,32-15 119,124-54 166,-5 11 379,-143 58-558,91-55 0,-104 58-105,-64 30-177,-23-16-12320,12 8 9069,-4 0-3503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6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 9081,'0'0'3243,"-3"-1"-1943,-20-12 4342,26 15-5090,4 3-382,1-1 0,-1 0-1,1-1 1,0 1 0,0-1-1,0-1 1,14 3 0,66 5 653,-37-5-484,-39-4-269,96 11 1013,188 46 0,-291-56-1055,0-1-1,0 1 0,0 0 0,-1 0 1,1 0-1,0 1 0,-1-1 1,0 1-1,0 0 0,0 1 0,0-1 1,0 1-1,4 5 0,-6-6-9,0 1 0,0-1 0,-1 1 1,1 0-1,-1 0 0,1 0 0,-1 0 0,0 0 0,-1 0 0,1 0 0,-1 0 0,0 0 0,0 0 0,0 0 0,0 0 0,-1 0 1,-1 6-1,-3 7 35,0 0 0,-1-1 1,0 0-1,-2 0 0,0 0 1,0-1-1,-2 0 0,-15 19 1,-12 9-390,-54 50 1,62-68-2518,-45 31 0,44-34-3499,13-9-3697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8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11649,'22'5'1898,"-18"-4"-163,-21 7 1147,14-6-2712,0 0 0,1-1 0,-1 1-1,1 0 1,0 1 0,-1-1 0,1 0 0,0 1 0,1-1 0,-1 1 0,0-1 0,1 1 0,-1 0 0,1 0 0,-2 3 0,-13 51 1065,12-44-1078,-13 46 559,9-32-481,1 0 0,-7 46 0,5-25-1089,0-2-4065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0 13817,'2'5'342,"-1"1"0,0-1-1,0 0 1,0 1 0,0-1-1,-1 1 1,0-1 0,0 1-1,-1-1 1,-1 7 0,2 0 305,0-1 0,0 1 0,1-1 0,3 18-1,1 18 727,-3 242 2359,-8-208-3486,-3 1 1,-4-2 0,-30 103 0,25-125-1184,-43 95 1,6-55-2408,38-72-860,-33 37 1,13-24-6091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29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 12525,'-11'0'550,"0"2"0,1-1-1,-1 1 1,1 1 0,0 0-1,0 1 1,0-1 0,0 2 0,0 0-1,1 0 1,0 0 0,0 1-1,-8 8 1,-10 9-5,0 2 0,2 2 0,1 0 0,-33 48 0,43-53-362,1-1 0,1 2 0,1 0 0,1 0 0,1 1 0,1 0 0,-7 35 0,13-45-145,1-1 1,0 1 0,1 0 0,0-1-1,1 1 1,1 0 0,0-1 0,1 1-1,0-1 1,1 0 0,1 0 0,0 0-1,0-1 1,1 1 0,1-2 0,0 1 0,1 0-1,0-1 1,1-1 0,0 0 0,11 10-1,1-1-290,1-1 1,0-1-1,2-2 0,0 0 0,0-1 0,1-1 0,1-2 0,0-1 0,36 10 0,93 17-4154,-53-18-1778,-17-7-2985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6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11909 441 4864,'0'0'4710,"0"3"-4155,0 28 5643,-2-30-5727,-22 9 333,21-9-441,0-1-12,-86-9 917,-122 6-1,136 3-856,18 2-154,27 0-23,-42-5 0,33 2-92,30 1-90,-1 0-1,1 0 1,-1-1 0,-12-3 0,4 0 10,-1 1 0,-26-2-1,-27-3 54,-23-3-92,12 2 27,-65-2-21,39 5 38,25-2 92,32 4-78,0-2 0,-58-15 0,-153-42 32,-45-5-30,145 42 61,-62-12 24,108 11-9,-24 4-51,125 21-57,-47-7 65,-77-22 0,16 8-51,76 16-24,-254-31 60,191 27 87,52 7-303,-158 1 22,81 4 191,-122 3-238,-77 2 182,234-5-72,51-1 45,-72 8 0,88-5 15,-35 1 0,-15 0-52,-278 22-100,210-12 123,2-1-32,33-5 25,-36 1-13,-204-1 146,21-2-213,228-9 48,50 0 41,-70 6 0,-51-2-48,46-2 24,-26-3 74,4 0-92,54 0 111,66 2-98,-50 2 0,-129 8 137,21-2-220,55-10 72,43 0 24,49 2 48,-62-10 1,51 4-46,-47-7 105,-28-3-108,-33 7-126,-10 0 100,37 4 15,-44 2 115,148 5-117,-32 3 20,-87 15 0,78-8 24,39-6-61,16-3 44,1 1-1,-32 8 1,40-8 10,0 0 1,1-1-1,-1 0 1,0-1-1,0 0 1,-15-3-1,-22 0 15,14 3-52,-134 6 25,59 0 34,-21 2 9,102-5-66,0-2 0,-46-3 0,10 0-12,-213 23-11,203-9 10,-139 42 1,212-54 37,-43 12-54,27-9 28,2 1 1,-1 1 0,0 1 0,-14 7 0,-67 28-47,73-26 48,0 1 0,1 1 0,1 1 0,1 1 0,1 0 0,0 2 0,2 1-1,0 0 1,2 1 0,0 1 0,1 0 0,2 1 0,-11 29 0,13-27 36,-8 34 0,12-38-43,2 0-1,1 0 1,0 0-1,2 1 1,0-1-1,4 39 1,-1-29 15,-1-28 13,0 0 0,0 0 0,1 1 0,0-1 0,-1 0 0,2 0 0,-1 0 0,4 8-1,40 72-13,-39-74 15,1 0 0,-1-1 0,2 1 0,-1-2 0,2 1 0,-1-1 0,17 14 0,-4-6 34,1-1 0,40 23 0,-26-21-42,0-2 0,72 22 0,84 10-31,-157-39-10,24 2 31,1-1-1,1-4 1,75-1 0,180-26-50,51-8 49,-234 21 41,-77 4-1,519-16-157,-257 20 38,139 7 66,-428-5 31,92 8-4,161 34-1,-56 1-31,-184-37 37,1-2-1,0-2 0,61-1 0,88-13-10,-103 3 8,356-29-55,-232 26 28,-155 8 46,51 0 1,149-8-5,-137 0-3,131-2-66,185 17-4,-250 0 61,-105-1-7,177 13-27,-146-15 76,-42-2-33,320 0 37,-221-12-37,66-21-17,-89 10-40,-22 5 40,209-22-33,196-1 183,-490 38-147,102-7-18,175 10 0,-127 19 32,114 5-63,232-46-64,-363 12 67,49-18 116,-146 16-36,119-31-9,-127 25-16,13-10-18,-14 4 16,115-39 29,-93 24 19,-40 17-4,-42 19-42,-1-1-1,1 1 1,-1-1 0,10-7-1,14-10 0,6 0 36,-18 9-20,1 1 1,0 1-1,24-10 0,-33 17 209,0-1-1,0-1 1,-1 0-1,0 0 1,10-8-1,-17 11 806,-2-1-594,0-4-329,-1 0 0,0 1 1,0-1-1,-1 1 0,0-1 0,0 1 1,0 0-1,-1 0 0,0 0 1,0 0-1,0 0 0,-1 1 1,0-1-1,-8-8 0,0 2-304,-1 0 0,0 0 0,-1 1 0,0 1 0,-1 1 1,1 0-1,-2 1 0,0 0 0,0 1 0,0 1 0,0 0 0,-23-3 0,-99-19-8395,103 20 4055,-9-3-4189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6 167 6409,'1'-3'700,"0"1"1,0 0 0,0 0 0,1 1 0,-1-1-1,1 0 1,-1 0 0,1 0 0,-1 1 0,1-1-1,0 1 1,0 0 0,3-3 0,33-14 1100,-13 7-328,13-9-292,67-31 1977,5 12-1037,-109 39-2168,1 0 0,0 0 0,0 1 0,-1-1 1,1 1-1,0-1 0,-1 1 0,1 0 0,0 0 1,-1-1-1,1 1 0,-1 0 0,1 1 0,-1-1 1,0 0-1,1 0 0,-1 0 0,0 1 0,2 1 1,-2 2-89,-1-1 1,1 0 0,-1 0 0,0 1 0,0-1 0,0 0-1,0 0 1,-1 1 0,0-1 0,-1 5 0,0-1-145,-5 19-880,-2-1-1,-1 0 0,0 0 0,-2-1 0,-21 33 0,30-54 1045,-18 44 91,20-45 1946,1 15 411,0-2-906,0-16-1398,0 0-1,0 0 1,0 0 0,0 0-1,0 1 1,0-1-1,0 0 1,0 0 0,0 0-1,0 0 1,0 0-1,0 0 1,0 1-1,0-1 1,0 0 0,0 0-1,0 0 1,0 0-1,0 0 1,0 0-1,0 0 1,0 1 0,0-1-1,0 0 1,0 0-1,0 0 1,1 0-1,-1 0 1,0 0 0,0 0-1,0 0 1,0 0-1,0 0 1,0 1 0,0-1-1,0 0 1,1 0-1,-1 0 1,0 0-1,0 0 1,0 0 0,0 0-1,0 0 1,0 0-1,0 0 1,1 0-1,-1 0 1,0 0 0,0 0-1,0 0 1,126 19 5683,-111-17-5275,-2 0-43,0 0 0,0 0 0,20 8 0,-33-10-375,1 0 0,0 1 1,-1-1-1,1 0 1,0 1-1,-1-1 1,1 1-1,0-1 1,-1 1-1,1-1 1,-1 1-1,1 0 0,-1-1 1,1 1-1,-1 0 1,1-1-1,-1 1 1,0 0-1,0-1 1,1 1-1,-1 0 1,0 0-1,0-1 1,0 1-1,1 0 0,-1 1 1,0 0 2,-1 1 0,1 0 0,0-1 0,-1 1 0,0 0 0,1-1 0,-1 1 0,-2 2 0,-1 4-54,-1 1 1,-1-1-1,-8 11 1,3-8-194,-1 0 0,0 0 0,0-2 0,-17 12 0,-3 3-646,11-8-281,-1-1 1,0-1-1,-2-1 1,-42 19-1,47-26-186,0 0 0,0-2 0,0 0 0,-23 2 1,-1-1-4183,8 0-3160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8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14661,'0'0'4824,"4"0"-2504,20-2 668,37 1 0,-7 2-1056,582-2 1122,-591 1-3053,31 1-8,0 2-1,98 18 1,-169-20 1718,2 1-1827,-50 22-31241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11037,'26'-3'4584,"-26"0"-2527,3-28 1802,-3 30-3731,0 0 0,1 0-1,-1 1 1,0-1-1,1 0 1,-1 0 0,1 1-1,-1-1 1,1 0-1,-1 1 1,1-1 0,-1 0-1,1 1 1,0-1 0,-1 1-1,1-1 1,0 1-1,0 0 1,-1-1 0,2 0-1,1 0 262,6-5 214,0 1-1,0 0 1,0 0 0,1 1 0,0 0 0,17-4 0,66-9 1088,-46 10-1046,-18 5-1280,-26 2-288,0 0-238,29 0-2313,-31-1 2706,1 0 1,-1 0-1,1 0 0,-1 0 1,0-1-1,1 1 1,-1 0-1,0-1 0,0 1 1,0-1-1,0 1 0,0-1 1,1-2-1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9221,'0'0'7812,"-2"1"-7430,-6 9-264,0 0 0,1 0 0,0 1 0,0 0 0,1 0-1,1 0 1,-5 14 0,-4 19 748,14-43-814,0-1-1,1 1 0,-1 0 0,0 0 0,0-1 0,1 1 0,-1 0 0,1-1 0,-1 1 0,0 0 0,1-1 0,-1 1 0,1-1 1,-1 1-1,1-1 0,0 1 0,-1-1 0,1 1 0,1 0 0,-1 0 84,0 0-64,0 0 1,1 0-1,-1 0 0,1-1 0,0 1 0,-1 0 1,1 0-1,-1-1 0,1 1 0,0-1 0,-1 0 1,1 1-1,0-1 0,0 0 0,-1 0 0,4 0 0,34-6 1060,-18 3-437,190-16 3923,-171 17-3817,-8-1-10,47 4 0,-78-1-779,0 0 1,0 0-1,0 0 1,1 0-1,-1 1 1,0-1 0,0 0-1,0 0 1,0 1-1,0-1 1,0 1-1,0-1 1,0 1-1,0-1 1,0 1-1,0 0 1,-1-1-1,1 1 1,0 0-1,0 0 1,-1 0 0,1-1-1,0 1 1,0 1-1,-1 0-14,1 0-1,-1-1 1,0 1-1,0 0 1,1-1 0,-1 1-1,0 0 1,-1 0-1,1-1 1,0 1-1,0 0 1,-1-1 0,1 1-1,-2 1 1,-3 9-264,0-2 1,-1 1 0,-11 16 0,12-20-43,-8 11-517,0-1 1,-1 0-1,-1 0 1,0-2-1,-1 0 1,-24 17-1,25-22-800,-1 0-1,-32 14 1,34-18-423,-1-1 0,0-1-1,-27 5 1,6-5-5388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9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15809,'0'0'9237,"14"-6"-7637,4-2-355,5 5-245,0 0-84,5 3-332,-2 0-116,0 3-400,0 0-428,-12-3-868,7 0-316,-47 11-23267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29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0 245 17566,'17'-49'2520,"18"29"-364,5-3-184,3 3-268,0 3-396,0 2-299,6 4-361,-6-1-472,-8 4-448,2-1-816,-8-3-605,-12-16-1279,-14 8 196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149 313 14353,'-17'0'1921,"14"0"2186,1 1-3332,-1 2-646,0-1 0,1 1 0,0-1 1,-1 1-1,1 0 0,0 0 0,0 0 0,1 0 0,-1 0 1,1 0-1,-2 5 0,-10 42 270,8-24-162,-22 86 141,-24 225-1,51-331-374,-4 36-125,3-1 0,5 61 0,-2-99 113,-1 0 1,0 0 0,1 0 0,0 0-1,-1 0 1,1 0 0,5 4 0,-2-14-74,0-2 1,0 1 0,-1-1 0,0 0 0,0 0 0,-1 0 0,0 0 0,-1 0 0,0-1 0,-1 1 0,1-17 0,6-60-1060,2-84-1209,-7-145 1407,0 289 1481,1 0 0,10-33 0,-1 2 414,-10 43-604,0 0 0,1 0 0,1 0 1,0 1-1,1 0 0,1 0 0,0 0 1,0 1-1,1 0 0,1 0 0,0 1 0,0 0 1,1 0-1,1 1 0,0 1 0,0 0 1,1 0-1,21-11 0,-32 20-331,-1 0 0,1 0 1,0 0-1,0 0 0,0 1 0,0-1 0,-1 0 0,1 0 1,0 1-1,0-1 0,-1 1 0,1-1 0,0 0 0,-1 1 1,1 0-1,0-1 0,-1 1 0,1-1 0,-1 1 0,1 0 0,0 0 1,0 0 26,1 1-52,0 1 0,0 0 0,0-1-1,0 1 1,-1 0 0,1 0 0,-1 0-1,0 0 1,0 0 0,0 0 0,0 0 0,-1 0-1,1 1 1,-1-1 0,1 0 0,-1 0-1,0 1 1,-1-1 0,0 5 0,0 5-327,-1 0 0,-1-1 0,-8 23-1,5-21-517,0 0-1,-1 0 1,-1 0-1,-18 22 0,-18 18-5489,32-40 3706,-18 22-7491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0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0 11245,'-9'7'649,"7"-5"-408,0-1 1,0 1-1,-1 0 0,1-1 1,-1 0-1,0 1 1,1-1-1,-1 0 0,0 0 1,1-1-1,-1 1 1,0 0-1,0-1 0,-4 0 1,-3 1 248,1 0 1,-1 1 0,1 0 0,-1 0-1,1 1 1,0 0 0,0 0 0,0 1-1,0 1 1,1-1 0,0 1 0,-15 12-1,-6 7 642,-49 56 0,67-69-890,-46 53 373,4 4 1,2 1 0,3 3-1,3 1 1,4 3 0,2 1 0,-37 111-1,60-139-471,3 1 0,-10 65 0,18-80-172,2 1 1,1-1 0,3 0-1,4 43 1,-2-60-174,0-1 1,2 1-1,0-1 0,1 0 1,0-1-1,1 1 0,1-1 1,17 25-1,-20-33-203,1 0 0,0 0 0,1-1 1,-1 0-1,1 0 0,1-1 0,-1 0 0,1 0 1,1 0-1,-1-1 0,0 0 0,1-1 0,0 0 0,0 0 1,1-1-1,-1 0 0,12 1 0,-9-3-1803,0 0 0,21-2-1,24-6-8731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8837,'2'2'2113,"3"3"-311,-1 0 0,0 1 0,0-1-1,0 1 1,5 11 0,1 6 148,-8-19-2030,4 6 690,1 0-1,0 0 1,1-1-1,-1 1 1,19 14-1,-2 0 65,9 13-20,31 31-649,-19-31-5295,-42-35 2080,11-5-13927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 10985,'-12'8'574,"0"1"-1,0 1 1,1 0-1,0 1 1,0 0-1,2 0 1,-16 22-1,-22 39 986,15-28-787,3 2-1,1 1 1,-28 69 0,29-46-190,-65 202 798,51-143-5647,39-125 1338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1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0 230 8529,'0'-1'215,"0"0"0,0 0 1,0-1-1,0 1 0,0 0 0,1 0 1,-1 0-1,0 0 0,1 0 0,-1 0 1,0 0-1,1 0 0,-1 0 0,1 0 1,0 0-1,-1 0 0,1 0 0,0 0 1,0 1-1,-1-1 0,1 0 0,0 0 1,2 0-1,25-8 3540,-24 9-3321,0-1 0,0 0-1,0 0 1,0 0 0,0 0-1,6-4 1,92-67 3385,-100 70-3810,0 1-149,-6 1-1042,-11 3 1112,-1 0 0,1 1 1,0 1-1,0 0 0,0 1 0,1 0 0,-24 15 0,37-20 93,-1 1-1,1-1 0,0 1 0,0-1 1,-1 1-1,1-1 0,0 1 0,0 0 1,1 0-1,-1-1 0,-1 4 0,1-2 31,-1 0 95,5-2 63,0 2-143,0-1 0,1 0 0,-1 0-1,1 0 1,-1 0 0,1 0 0,0-1 0,-1 0 0,1 0 0,0 0-1,0 0 1,5 0 0,1-1 47,1 0 0,0-1 0,-1 0 0,13-3 0,27-5 133,109-25 485,-132 26-721,0 0 0,-1-2 0,46-24 0,38-28-1758,-96 55 1410,-12 6 286,0 0 1,-1 0-1,1 0 0,0 0 0,-1-1 0,1 1 0,0 0 0,-1-1 0,0 1 0,3-4 0,-2 3 17,1 0-1,0 0 1,0-1 0,-1 1 0,1 1 0,0-1-1,1 0 1,5-1 0,-9 3 58,1 1 1,0-1-1,0 0 0,0 1 0,0-1 1,-1 1-1,1-1 0,0 1 1,0 0-1,-1-1 0,1 1 0,0 0 1,-1 0-1,1-1 0,-1 1 1,1 0-1,0 1 0,-1-1 46,3 3 85,-1-1-1,0 1 1,0-1-1,-1 1 1,1 0-1,-1 0 0,1 0 1,-1 0-1,-1 0 1,1 0-1,0 0 1,-1 0-1,0 7 1,-1 7 590,-7 34 0,5-33-451,-1 4-139,-1 0-1,-1-1 0,-1 1 0,0-1 0,-2 0 1,-1-1-1,-14 24 0,11-26-480,8-10-189,-1 0 0,0 0-1,-1 0 1,1-1 0,-2 0 0,1-1 0,-1 0 0,0 0 0,-16 11-1,13-12-687,-11 7-1969,5-9-2331,-10-8-4572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2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12877,'1'2'192,"1"-1"0,0 1-1,-1-1 1,1 1 0,0-1 0,0 0 0,0 0-1,0 0 1,3 1 0,13-5 2632,9-5 178,101-8 4095,69 6-2951,-121 8-3423,731-9-506,-339 8-254,-242 4 37,-211-1-90,0-1 0,0 0 0,27-7 0,-41 8 1,-1 0-1,1 0 1,0-1 0,-1 1 0,1 0 0,0 0-1,0-1 1,-1 1 0,1 0 0,-1-1-1,1 1 1,0-1 0,-1 1 0,1-1-1,-1 1 1,1-1 0,-1 1 0,1-1 0,-1 0-1,1 1 1,-1-1 0,0 0 0,1 1-1,-1-1 1,0 0 0,1-1 0,-1 1-93,0-1 0,-1 1 0,1 0 0,0-1 1,0 1-1,-1 0 0,1-1 0,-1 1 0,1 0 1,-1-1-1,1 1 0,-1 0 0,-1-2 0,-1-1-942,0 0-1,0 1 0,0-1 0,-1 1 1,1-1-1,-1 1 0,-7-4 0,3 3-2742,0 1-1,-1 0 1,-14-2-1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35 10573,'-11'11'7880,"4"-29"-5788,7 17-2029,-1-1 0,0 0 0,1 1 0,-1-1 0,0 1 0,0-1 0,0 1 1,0 0-1,0-1 0,-1 1 0,1 0 0,0 0 0,-1 0 0,1 0 0,0 0 1,-1 0-1,1 0 0,-1 0 0,0 1 0,1-1 0,-1 0 0,0 1 0,1-1 1,-1 1-1,0 0 0,1 0 0,-1 0 0,0 0 0,0 0 0,-1 0 0,-10 1 1,1 0 0,0 0 0,0 2 0,0-1 0,-15 6 0,-59 26 94,65-24-118,-17 8 113,-42 29 1,54-32 226,25-14-297,-1 0 0,1 0 1,0 0-1,-1 0 0,1 0 0,0 1 0,-1-1 0,1 0 0,0 1 0,0-1 0,0 1 1,0-1-1,1 1 0,-1 0 0,0-1 0,1 1 0,-1 0 0,1 0 0,-1 1 1,1 1 81,0 0 1,0 0 0,0 0-1,0 0 1,1-1 0,-1 1-1,1 0 1,2 5 0,2 3 174,0 0-1,1 0 1,0-1 0,10 12 0,11 14 339,-13-20-306,0 1-1,18 34 0,-29-48-380,-1 1 1,-1-1-1,1 0 1,0 0-1,-1 1 1,0-1-1,0 1 0,0-1 1,-1 1-1,1-1 1,-1 1-1,0 0 1,-1-1-1,1 1 1,-1-1-1,0 1 1,0-1-1,-3 8 0,-2 1-636,0 0-1,-2 0 1,1-1 0,-2-1-1,1 1 1,-2-1-1,1-1 1,-21 17-1,18-17-1544,-1-1 0,0-1-1,0 0 1,-25 9 0,0-4-8356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4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11217,'2'2'810,"0"0"-1,0 0 1,0 0 0,0 1 0,-1-1-1,1 1 1,0-1 0,-1 1-1,0-1 1,1 1 0,-1 0-1,0 0 1,-1-1 0,2 6 0,-5 15-1599,2-20 818,0 0 0,0 0-1,1-1 1,-1 1 0,1 0 0,0 0 0,0 0 0,-1 0-1,2 0 1,-1 0 0,0 0 0,1 0 0,-1-1-1,1 1 1,0 0 0,0 0 0,0-1 0,0 1-1,1 0 1,-1-1 0,2 3 0,1-1-11,-1-1 0,0 0 0,1 0 1,-1-1-1,1 1 0,0-1 0,0 0 0,0 0 0,0 0 1,0 0-1,0-1 0,7 2 0,3 0-3,0-1 0,0 0 0,0-1 0,0 0 0,1-2 0,-1 1 0,23-5 0,-12-1-75,-1 0 0,0-2 1,-1 0-1,0-2 0,0 0 0,-1-2 0,32-21 0,-53 31-44,-24-12-292,20 14 383,-28 5-10,28-5 29,-5 6 14,7-6-16,0 0 1,1 0 0,-1 0-1,0 1 1,1-1-1,-1 0 1,0 0 0,1 1-1,-1-1 1,0 1 0,1-1-1,-1 0 1,1 1-1,-1-1 1,1 1 0,-1-1-1,1 1 1,-1 0-1,1-1 1,0 1 0,-1-1-1,1 1 1,0 0-1,-1 0 1,2 3 11,1-1-1,-1 0 1,1 1-1,0-1 0,0 0 1,0 0-1,0 0 1,0-1-1,1 1 1,-1 0-1,1-1 1,0 1-1,0-1 1,0 0-1,0 0 1,0 0-1,0-1 1,0 1-1,1-1 1,-1 1-1,1-1 1,5 1-1,-2-1 2,30 6-47,64 4-1,-91-10-43,-1-1 0,1-1 1,-1 1-1,1-1 0,-1-1 0,1 0 0,-1 0 1,0-1-1,0 0 0,0-1 0,-1 0 0,12-7 1,-10 3-51,0-1 0,-1 0 1,0 0-1,12-18 0,-10 12 107,-9 12-1,7-37 972,-12 41-908,0 1-35,0 0 0,0 0 0,-1 0 1,1 0-1,0 1 0,1-1 0,-1 1 0,0 0 0,1 0 0,0 0 0,-1 0 0,1 0 0,0 0 0,-1 5 0,-1 1 31,0-1-1,1 1 1,1-1-1,-1 1 1,0 9 0,-6 20 318,10-37-363,1 0-1,-1 0 1,1 0-1,-1-1 0,1 1 1,-1 0-1,1-1 1,0 1-1,-1-1 0,1 0 1,0 1-1,-1-1 0,3 0 1,-2-1-25,1 0 0,0-1 0,-1 1 0,0-1 0,1 1 0,-1-1 1,0 0-1,0 0 0,0 0 0,0 0 0,0 0 0,1-3 0,21-34-518,-13 21 307,101-139-3028,-111 156 3195,-1 0 0,1 0 0,0 0-1,-1 0 1,1 0 0,0 0 0,0 0 0,0 0 0,0 1 0,0-1 0,0 0 0,0 1 0,0-1 0,0 1 0,0-1 0,0 1 0,0-1 0,0 1 0,0 0-1,0-1 1,1 1 0,-1 0 0,0 0 0,0 0 0,0 0 0,2 0 0,-1 1 33,-1 0 1,0 0-1,1 0 1,-1 0-1,0 0 1,1 0-1,-1 0 1,0 0-1,0 1 1,0-1-1,0 0 1,0 1-1,0-1 1,-1 1-1,1-1 0,0 2 1,4 10-34,-1 0 0,0 0 0,2 19 0,-6-32 66,2 15-2,0-1-1,1 0 1,1-1 0,10 26 0,-12-35 24,0 0 1,1-1 0,-1 1 0,1-1-1,0 1 1,-1-1 0,1 0 0,1 0-1,-1 0 1,0 0 0,1-1 0,0 0-1,-1 1 1,1-1 0,0 0 0,0-1-1,0 1 1,0-1 0,1 0 0,5 1-1,6 0-86,-1 0 0,1-2-1,-1 0 1,1-1-1,-1 0 1,1-1-1,-1-1 1,27-9-1,-29 8-53,0 0-1,-1-2 1,0 1-1,0-2 1,0 0-1,0 0 0,-1-1 1,-1 0-1,1-1 1,14-15-1,-20 15 340,1 0 0,-1 0-1,0 0 1,-1-1 0,3-10-1,-1 6 324,-5 11 341,-5 4-388,0-1-369,0 0 0,0 0-1,0 1 1,0 0 0,0 0 0,1 0 0,-1 0 0,0 1 0,0-1-1,1 1 1,-1 0 0,1 0 0,0 0 0,0 1 0,-1-1 0,-2 4-1,-33 39 1660,38-43-1199,8 7-143,-7-8-425,1-1 1,-1 1-1,0 0 1,0-1-1,1 1 1,-1 0-1,0-1 1,1 1 0,-1-1-1,1 1 1,-1-1-1,1 1 1,-1-1-1,1 1 1,-1-1-1,1 1 1,-1-1-1,1 1 1,0-1-1,-1 0 1,1 1 0,0-1-1,-1 0 1,1 0-1,0 0 1,-1 1-1,1-1 1,1 0-1,13-4-83,0-1 0,-1 0-1,0-1 1,0 0 0,0-1-1,-1-1 1,0 0 0,0-1-1,-1-1 1,0 1 0,-1-2-1,19-21 1,-1 5-1076,-27 25 909,0 3-305,1 0 520,0-1 1,0 1 0,-1 0-1,1 0 1,0 1 0,-1-1-1,1 1 1,-1-1 0,1 1-1,-1 0 1,0 0 0,0 0-1,0 0 1,0 0 0,4 5-1,-3-4 69,0 0-1,0 0 1,1 0-1,-1 0 0,1-1 1,0 1-1,0-1 1,0 0-1,0 0 0,0-1 1,0 1-1,1-1 0,-1 0 1,7 1-1,-1-1-1,-1-1-1,1-1 1,0 1-1,0-2 0,-1 1 1,1-1-1,-1-1 1,1 0-1,-1 0 1,16-8-1,-19 7-117,1 0 0,-1 0-1,1 0 1,-1-1 0,0 0-1,-1-1 1,1 1 0,-1-1 0,6-9-1,14-14-438,-23 27 429,1-15 143,-3 5 86,-6 21 55,-5 19 322,10-25-460,0 1 0,1-1 0,-1 0 1,1 1-1,0-1 0,0 0 1,0 1-1,0-1 0,1 0 1,-1 1-1,1-1 0,0 0 1,0 0-1,0 0 0,1 0 1,-1 0-1,1 0 0,-1 0 1,1 0-1,0 0 0,0-1 0,0 1 1,1-1-1,-1 1 0,0-1 1,1 0-1,0 0 0,-1 0 1,7 3-1,-5-3-83,0-1-1,1 1 1,-1-1 0,0 0-1,1 0 1,-1-1 0,1 1-1,-1-1 1,1 0 0,-1 0-1,1 0 1,-1-1 0,0 1-1,1-1 1,-1 0 0,1-1-1,-1 1 1,0-1 0,0 0-1,0 0 1,0 0 0,0 0-1,0-1 1,-1 1 0,1-1-1,-1 0 1,0 0 0,0-1-1,0 1 1,5-7 0,14-23-653,15-27 1440,-36 58-102,1 4-499,1 3-113,0-3-25,-1 1-1,0-1 1,-1 1 0,1-1-1,0 1 1,-1 0 0,1 0-1,-1-1 1,0 1 0,0 0-1,0 0 1,-1 0 0,1 0-1,0 0 1,-1 6 0,1 86 522,-20 160 1,8-203-3360,3-23-5711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14729,'-3'11'627,"1"1"0,0-1-1,1 1 1,0 0 0,1 0-1,0-1 1,3 14 0,0-5 324,2-1 0,0-1 1,12 28-1,13 38 1335,-3 0-1,19 112 0,11 178 5,-16 136-2199,-41-387-97,-5 0 0,-24 142 0,7-141-396,-6-2 0,-6-1 0,-5-1 0,-79 168 0,85-226-1894,-4-1 1,-2-2-1,-74 86 1,36-56-4702,-5-14-4597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7833,'0'0'3889,"0"-3"-2140,1-3-980,-1 4-598,0 1 1,0-1-1,0 1 1,1-1-1,-1 0 1,0 1-1,1-1 1,-1 1 0,1-1-1,0 1 1,-1 0-1,1-1 1,0 1-1,0 0 1,0-1-1,0 1 1,0 0-1,0 0 1,0 0 0,0 0-1,2-2 1,2 0 282,0 0 0,-1-1 0,0 0 1,0 0-1,0 0 0,5-6 0,19-20 1720,-9 15-1383,2 1-1,0 1 1,0 1 0,1 1 0,1 1 0,0 0 0,45-11-1,-66 21-771,0-1-1,0 1 0,0 0 0,0 0 0,0 0 0,0 0 1,0 0-1,0 1 0,0-1 0,0 0 0,0 1 0,0 0 0,0-1 1,0 1-1,0 0 0,0 0 0,0 0 0,-1 0 0,1 1 1,1 0-1,-2 1-52,0-1 0,0 1 0,-1-1 0,1 1 1,-1-1-1,0 1 0,0-1 0,0 1 0,0-1 0,0 1 1,-1 2-1,-6 33-589,5-29 418,-9 33-1101,-2-1-1,-25 53 1,-7 21-903,-17 56 334,59-163 2064,1-1 1,0 0-1,1 1 1,-1-1-1,1 9 1,0-7 275,1-8-372,0 0 1,1 0-1,-1-1 0,1 1 1,-1 0-1,1-1 0,-1 1 0,1 0 1,-1-1-1,1 1 0,0-1 1,-1 1-1,1-1 0,0 1 1,-1-1-1,1 1 0,0-1 0,0 0 1,0 1-1,-1-1 0,1 0 1,1 0-1,-1 1 137,2 0-55,0 0 0,1 1 0,-1-1-1,0-1 1,1 1 0,-1 0 0,1-1 0,-1 0-1,1 1 1,-1-2 0,5 1 0,37-9 622,-36 7-571,185-54 2700,-18 9-2253,-173 47-931,0-1 0,0 0 0,0-1 0,0 1 1,0 0-1,0-1 0,-1 0 0,1 0 0,4-3 1,-7 4 141,1 1 1,-1 0 0,0-1-1,1 1 1,-1 0 0,0-1-1,0 1 1,1-1 0,-1 1-1,0-1 1,0 1-1,0 0 1,1-1 0,-1 1-1,0-1 1,0 1 0,0-1-1,0 1 1,0-1 0,0 1-1,0-1 1,0 1 0,0-1-1,0 1 1,-1-1 0,1 0-113,-1 0 1,0 0-1,1 0 1,-1 0-1,0 1 1,0-1-1,0 0 1,0 1-1,0-1 1,0 0-1,0 1 1,0-1-1,0 1 1,0 0-1,0-1 1,-1 1-1,-34-9-7024,0 9-4603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58 14641,'-26'-9'4442,"44"1"-220,-4 3-3006,1 1 1,-1 0-1,1 2 0,26-3 1,63 4 1449,-39 1-1998,497-1-613,-264 2-64,-202-6-749,-111-4-5252,8 7 4346,-1 1-1,0 0 0,0 0 1,0 1-1,0-1 1,-15 3-1,-12-1-9698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14305,'0'0'10755,"3"1"-9339,30 2 157,-1-1-1,1-1 1,58-7 0,-58 3-1551,-3 5-133,-11 0-1285,-6 0-3881,-23-5-6093,-2-1-281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0 13493,'-2'0'98,"-6"1"640,-1 0 0,1 1-1,-13 3 1,19-4-670,0-1-1,-1 1 1,1 0 0,0 1-1,0-1 1,0 0-1,0 0 1,0 1-1,0 0 1,0-1-1,0 1 1,0 0 0,1 0-1,-1 0 1,1 0-1,0 0 1,-3 4-1,-7 20 60,1 1-1,1 1 1,1-1 0,2 1-1,-4 34 1,9-60-22,1 0 0,0-1 0,1 1 1,-1 0-1,0 0 0,1-1 0,-1 1 0,0 0 1,1 0-1,0-1 0,-1 1 0,1-1 1,0 1-1,0 0 0,0-1 0,0 0 0,0 1 1,1-1-1,-1 0 0,0 1 0,0-1 1,1 0-1,-1 0 0,1 0 0,-1 0 0,1 0 1,2 1-1,5 1 464,0 1 1,0-2 0,1 1-1,9 1 1,-3-1 214,182 47 3782,-144-32-3482,-54-18-1082,1 0 0,-1 0 0,0 0 0,0 0 0,0 0 0,0 0-1,0 0 1,0 0 0,1 0 0,-1 1 0,0-1 0,0 0 0,0 0 0,0 0 0,0 0 0,0 0-1,0 0 1,1 0 0,-1 0 0,0 0 0,0 0 0,0 0 0,0 1 0,0-1 0,0 0 0,0 0-1,0 0 1,0 0 0,0 0 0,0 0 0,0 0 0,0 1 0,0-1 0,1 0 0,-1 0-1,0 0 1,0 0 0,0 0 0,0 0 0,0 1 0,-1-1 0,1 0 0,0 0 0,0 0 0,0 0-1,0 0 1,0 0 0,0 1 0,0-1 0,0 0 0,0 0 0,0 0 0,0 0 0,0 0 0,0 0-1,0 0 1,0 0 0,-1 1 0,-4 14-389,-2 1 0,0-1 0,-1-1 0,0 1 0,-13 15 0,13-20-408,0 0 1,0 0-1,-1-1 0,-1 0 1,1-1-1,-1 0 0,-20 11 1,-46 24-8938,40-23 269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46 13257,'-19'6'2760,"19"-6"-2535,1-1 0,-1 0 1,1 0-1,-1 1 0,1-1 0,-1 0 0,1 1 1,-1-1-1,1 0 0,0 1 0,-1-1 0,1 1 1,0-1-1,0 1 0,-1-1 0,1 1 1,0 0-1,0-1 0,0 1 0,6-3 704,-1 0-1,1 0 0,0 1 0,0 0 1,13-3-1,13-3 568,-21 4-868,1 1 1,25-3 0,-12 4-5539,-27 6 1447,-6 13-3361,-11 5-4468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16670,'40'-23'2616,"-11"2"-404,3 10-328,-1-1-352,-2 4-316,3-1-312,-18 6-151,9-2-325,3 2-584,-6-6-765,-3 3-571,-20-14-1276,3 3-32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145 293 14605,'-12'2'1534,"10"2"827,17 6 889,-13-9-2017,-2 0-1109,0 1 0,0-1-1,-1 0 1,1 1 0,0-1 0,-1 1 0,1-1 0,-1 0 0,1 0-1,-1 1 1,-1 1 0,-2 4 121,-29 81 412,3 1-1,5 2 1,-17 113 0,38-167-957,1 1 0,3-1 0,1 0 1,8 55-1,-4-42-622,6 13-533,-11-60 845,3-3 473,-1 0-1,1-1 0,-1 1 0,1-1 0,-1 1 0,1-1 0,-1 0 0,0 0 0,0 0 0,1 0 0,-1 0 1,0-1-1,0 1 0,0-1 0,0 1 0,0-1 0,0 0 0,-1 0 0,1 1 0,-1-1 0,1 0 1,-1-1-1,0 1 0,1 0 0,-1 0 0,0 0 0,1-4 0,1-7-218,1 1 0,-1-1 0,-1 0 0,1-13 0,-1 8 66,17-224-2254,-15 152 3163,28-153-1,-21 188 1056,3 0-1,2 1 0,37-82 1,-48 123-768,0 1-1,5-19 1,-8 23-567,0 1 0,1 0 0,-1-1 0,1 1 0,1 0 0,-1 1 0,10-13 1,-11 16-190,0 1 1,1-1 0,-1 1 0,1 0 0,-1 0 0,1 0 0,0 1 0,0-1 0,0 0 0,0 1 0,0 0 0,3-1 0,-5 2-134,0-1 1,0 1 0,0 0-1,0 0 1,0 0-1,0 0 1,-1 0-1,1 0 1,0 0 0,0 0-1,0 0 1,0 1-1,0-1 1,0 0 0,0 1-1,0-1 1,-1 0-1,1 1 1,0-1 0,0 1-1,0-1 1,-1 1-1,1 0 1,0-1 0,-1 1-1,1 0 1,0-1-1,-1 1 1,1 0-1,-1 0 1,0 0 0,1-1-1,-1 1 1,1 0-1,-1 0 1,0 0 0,0 0-1,1 0 1,-1 0-1,0 0 1,0 0 0,0 0-1,0 1 1,0 12-156,0-1 0,0 1 0,-1 0 0,-1 0 0,-5 18 0,-24 69-2880,24-83 1640,-1-1-1,-1 1 0,-20 28 1,-16 14-6052,38-51 5899,-19 24-7641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691 0 12377,'15'14'6422,"-19"-13"-5541,-5 1-698,0 0 0,0 1 0,0 0 0,0 1 0,1 0-1,0 0 1,0 1 0,0 0 0,-13 11 0,-6 7 147,-32 35 1,8-1 233,3 3 1,2 1-1,-66 119 1,49-59 504,-58 161 0,105-237-892,1 1-1,2 0 1,2 1-1,-8 80 1,18-100-369,0 0 0,1 0 0,2-1 1,1 1-1,1 0 0,1-1 0,1 0 1,2 0-1,20 47 0,-24-64-99,1 0 0,0 0-1,0 0 1,1 0 0,1-1 0,-1 0-1,1-1 1,0 1 0,1-1 0,9 7-1,-11-11-384,0 1 0,1-1-1,-1 0 1,1 0 0,-1-1-1,1 0 1,0 0 0,0 0-1,0-1 1,-1 0 0,2-1-1,-1 1 1,0-1-1,0-1 1,13-1 0,34-11-7846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9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134 443 14393,'-54'87'4529,"44"-71"-3827,1-1 0,1 1 0,0 1 0,2-1 0,0 1 0,-7 33 0,12-47-575,1 0 1,0 1-1,0-1 1,0 1-1,0-1 1,0 1-1,2 3 1,-1-2 101,-2-4-183,1-1-1,0 1 1,0-1-1,0 1 1,0 0-1,-1-1 1,1 1-1,0-1 1,0 1 0,-1-1-1,1 1 1,-1-1-1,1 1 1,0-1-1,-1 1 1,1-1-1,-1 0 1,1 1 0,-1-1-1,1 0 1,-1 1-1,1-1 1,-2 1-1,1 0 121,0-1-119,1 0 0,0 1 0,0-1 0,0 0-1,-1 0 1,1 1 0,0-1 0,0 0 0,-1 1 0,1-1 0,0 0 0,0 0 0,-1 0 0,1 1 0,0-1 0,-1 0 0,1 0 0,0 0 0,-1 0 0,1 0 0,0 1 0,-1-1-1,1 0 1,-1 0 0,1 0 0,0 0 0,-1 0 0,1 0 0,0 0 0,-1 0 0,4-12 391,15-19-218,-1 0-65,-1-2 0,-2 0 1,18-58-1,-5 10-90,12-33-129,10-26-976,-47 136 764,6 30-23,18 89 123,-16-80 62,0 2 181,2 1-1,27 56 0,-34-85 65,-1 0 0,1-1-1,1 1 1,0-1 0,0 0 0,0-1 0,1 0-1,0 0 1,1 0 0,0-1 0,0 0 0,0 0 0,0-1-1,1 0 1,13 5 0,-18-8-51,0-1 0,1 0 0,-1 0 0,1 0 0,-1 0 0,1-1 0,-1 1 0,1-1 0,-1 0 0,1-1 0,0 1 0,-1-1 0,1 0 0,-1 0 0,0 0 0,1-1 0,-1 1 0,0-1 0,0 0 0,0 0 0,0-1 0,0 1 0,0-1 0,-1 0 0,1 0 0,-1 0 0,0 0 0,0-1 0,0 0 0,0 1 0,3-8 0,0 1-132,0-2 1,-1 1-1,0-1 1,-1 1-1,0-1 0,-1 0 1,0-1-1,-1 1 0,0 0 1,-1-18-1,-3-19-1457,-1 1-1,-16-73 1,-14-21-5165,23 114 3928,1 7-3478,6 2-2078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9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9 9141,'-35'-8'8101,"29"23"-6158,5-11-1670,0 0 0,0 0 0,0 0 0,0 0 0,1 1 0,0 5-1,-3 20 715,3-26-815,-1 0-1,1 1 1,1-1-1,-1 0 1,0 0-1,1 0 1,0 0-1,0 1 1,0-1-1,0 0 1,1 0-1,0-1 1,0 1-1,0 0 1,3 5-1,2 0 246,-1 0-1,1 0 0,0 0 0,11 9 0,-10-12-216,0 0-1,0-1 1,0 0 0,1 0-1,-1-1 1,1-1 0,0 1-1,0-1 1,0-1 0,14 3-1,-17-4-155,-1 0 0,1-1 0,0 1 0,0-1 0,-1 0 0,1 0 0,0-1 0,0 0 0,-1 0 0,1 0 0,-1-1-1,1 0 1,-1 0 0,1 0 0,-1-1 0,0 1 0,8-7 0,-11 7-99,0 0 0,-1 1 0,1-1 0,-1 0 0,1 0 1,-1 0-1,0-1 0,0 1 0,0 0 0,0 0 0,0-1 0,0 1 0,-1 0 0,1-1 0,-1 1 0,0-1 0,1 1 0,-1-1 1,0 1-1,0-1 0,-1 1 0,1 0 0,-1-1 0,1 1 0,-1-1 0,0 1 0,1 0 0,-3-3 0,1-1-192,-1 0 0,0 1 0,-1-1 0,0 1 0,0-1 0,0 1 0,0 0 0,-10-7 0,4 5-254,0 0 0,0 0-1,-1 2 1,0-1 0,-1 1 0,1 1 0,-20-5 0,-86-12-6106,107 19 5826,-31 0-3861,5 3-2413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3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16678,'8'2'514,"1"-1"1,-1 1 0,1-1 0,-1-1-1,1 0 1,-1 0 0,1 0 0,-1-1 0,1-1-1,-1 1 1,9-4 0,26-3 1261,233-6 5259,-222 13-6361,524 2-223,-227 1-475,3-23 24,-345 20-72,-3 0-279,0 1 0,0-1 0,0-1 0,11-3 0,-16 5 252,0-1-1,0 1 0,0-1 1,0 1-1,-1-1 0,1 0 1,0 1-1,0-1 0,0 0 1,0 0-1,-1 0 0,1 0 1,0 1-1,-1-1 0,1 0 1,-1 0-1,1 0 0,-1 0 1,1 0-1,-1-1 0,0 1 1,1 0-1,-1 0 0,0 0 1,0 0-1,0 0 0,0 0 1,0 0-1,0-1 0,0 0 1,0 1-155,-1-1 1,1 1 0,0 0 0,0 0 0,0 0 0,-1 0 0,1 0 0,-1 0-1,1 0 1,-1 0 0,1 0 0,-1 0 0,0 0 0,1 0 0,-1 0-1,0 1 1,0-1 0,1 0 0,-3-1 0,-23-6-5101,18 6 3769,-56-11-11280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4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1 5761,'-14'0'3517,"0"1"1,-18 4 0,13-1-1931,0 1-1,-32 13 0,26-6-1044,0 0 0,1 2 0,-33 25 0,51-35-188,1 0 1,0 0 0,0 1 0,-8 10-1,12-14-277,0 0 0,0 0 0,1 0-1,-1 1 1,0-1 0,1 0 0,-1 1 0,0-1-1,1 0 1,0 1 0,-1-1 0,1 1 0,0-1-1,0 1 1,0-1 0,-1 0 0,2 1-1,-1-1 1,0 1 0,0-1 0,0 1 0,1-1-1,-1 1 1,1-1 0,-1 0 0,1 1 0,-1-1-1,2 2 1,80 92 3474,-53-64-2604,-22-23-727,-1 0 0,0 0 0,6 14 0,-2-7-111,-9-12-109,0-1 1,0 0-1,0 1 1,0-1-1,0 1 1,-1-1-1,1 1 1,-1-1-1,1 1 1,-1-1 0,0 1-1,0-1 1,0 1-1,-1 3 1,-9 33-317,7-30 142,1-2-264,-2 1-1,1 0 1,-1-1-1,0 1 1,-1-1-1,0-1 1,0 1-1,0 0 1,-1-1-1,0 0 1,-10 8-1,-5 1-3520,-1 0 0,-28 14-1,47-28 3403,-35 19-11008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41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23 10381,'0'0'5506,"-2"2"-4601,-10 10-307,1 1 1,1 0 0,0 1 0,1 0 0,0 0-1,1 1 1,1 1 0,-10 26 0,3-5 1875,-24 44 1,49-64-1590,-9-14-845,-1-1 0,1 0 0,0 0 1,-1 0-1,1 0 0,0-1 1,0 1-1,0 0 0,1-1 1,-1 0-1,0 1 0,1-1 0,-1 0 1,0 0-1,1 0 0,-1-1 1,1 1-1,0 0 0,-1-1 0,1 0 1,-1 0-1,1 1 0,0-2 1,-1 1-1,4 0 0,7-2 9,0-1-1,1 0 1,20-8-1,-26 9-77,5-3-68,-1-1 0,1 0 0,12-9 0,22-10-465,-42 22 430,0 1-1,-1-1 0,1 0 1,7-6-1,6-3 11,-16 11 85,24 16-357,0-6 28,1-1 0,0-1 0,0-2 1,28 2-1,-44-6 186,-1-1 1,1 0 0,-1-1-1,1 0 1,-1 0 0,1-1-1,-1-1 1,0 0-1,0 0 1,0-1 0,0 0-1,-1-1 1,1 0 0,8-6-1,-15 8 178,10-6 212,0 0-1,24-12 0,-35 20 163,7-19 977,-7 16-507,-9 14-558,-14 20-135,18-23-85,-1-1 0,-1 0 0,1 0 0,-1 0 0,0 0 0,0-1 0,-7 6 0,-13 12 1134,22-20-493,12-13-526,-4 6-253,32-32-826,82-59 0,-29 25-1147,-28 22 447,-60 46 1348,12 11-304,-11-7 535,0 0-1,-1 1 1,1 0-1,-1 0 1,0 0 0,0 0-1,0 0 1,0 0-1,0 0 1,-1 0 0,0 1-1,1-1 1,0 7-1,10 20-45,-7-20 60,1 1 0,1-1-1,0 0 1,14 16 0,-17-22 30,-1-1 0,1 0 0,0 0 1,0-1-1,0 1 0,1-1 1,-1 0-1,1 0 0,-1 0 1,1-1-1,-1 1 0,1-1 0,0 0 1,0 0-1,5-1 0,11 1-12,0-2 1,0-1-1,0 0 0,-1-1 0,1-2 0,-1 0 0,0-1 0,-1-1 0,37-18 0,17-25 71,-70 48 9,-1 1-1,1-1 1,-1 0 0,0 0-1,1 0 1,-1 0 0,0 0-1,2-4 1,-5 4-60,-1 1 0,1-1 0,-1 0 0,1 1 0,-1-1 0,0 1 0,1-1 0,-5-1 1,4 3-11,0 0 1,0 0-1,0 1 1,0-1 0,0 1-1,1 0 1,-1-1-1,0 1 1,0 0 0,0 0-1,1 0 1,-1 1-1,1-1 1,-1 0 0,1 0-1,-1 1 1,1-1-1,-2 3 1,-23 31 590,-18 27 1157,29-38-1248,14-21-323,29 3-118,-19-8-239,0 0 0,0-1 0,-1 0 0,1-1 0,-1 0-1,0 0 1,14-10 0,-1 2-72,2-3-173,0-1-1,31-28 1,-35 27 155,1 1 0,1 1 1,36-20-1,-55 34 240,0 0 0,0 0-1,0 0 1,1 0 0,-1 1 0,0-1-1,1 0 1,-1 1 0,0 0 0,1 0-1,-1 0 1,0 0 0,1 0-1,-1 0 1,0 0 0,1 1 0,-1-1-1,3 2 1,11 6-16,26 20 1,3 0 18,-38-26 5,0 0 1,-1 0 0,1-1-1,0 0 1,0 0-1,0-1 1,0 0-1,0 0 1,0-1-1,0 0 1,-1 0 0,11-3-1,2 1 13,87-22-240,-102 24 202,24-7-6,-7 18 87,-19-9 51,1 0-101,-2 1-10,1-1-1,0 0 0,0 0 1,0 0-1,0-1 0,0 1 1,0 0-1,0-1 0,0 1 1,1-1-1,-1 0 0,0 0 1,0 0-1,0 0 0,0 0 0,4 0 1,-3-1 9,0 0 1,-1 0 0,1 0 0,-1 0-1,1 0 1,0-1 0,-1 1-1,0-1 1,1 1 0,-1-1 0,0 0-1,0 0 1,0 0 0,0 0-1,0-1 1,-1 1 0,4-5-1,1-2 122,-5 7 122,6-12 672,-7 14-866,0 1-1,0-1 1,0 0 0,0 1 0,0-1-1,0 0 1,0 0 0,0 1 0,0-1-1,0 0 1,1 0 0,-1 1-1,0-1 1,0 0 0,0 0 0,1 1-1,-1-1 1,0 0 0,0 0 0,0 0-1,1 0 1,-1 1 0,0-1-1,1 0 1,-1 0 0,0 0 0,0 0-1,1 0 1,-1 0 0,0 0 0,1 0-1,-1 1 1,0-1 0,0 0 0,1 0-1,-1 0 1,0-1 0,1 1-1,-1 0 1,0 0 0,0 0 0,1 0-1,-1 0 1,0 0 0,1 0 0,-1 0-1,0-1 1,0 1 0,1 0 0,-1 0-1,0 0 1,0 0 0,0-1-1,1 1 1,-1 0 0,0 0 0,0-1-1,0 1 1,0 0 0,1 0 0,-1-1-1,0 1 1,0 0 0,0-1 0,9 40 497,-6-20-119,11 49-121,-3 2 1,-3-1-1,-3 1 0,-5 73 0,0-123-776,0-12-356,0 0 0,-1-1 0,1 1 1,-4 14-1,3-21-247,-2 11 469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4:4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16317,'42'87'2687,"83"196"6424,-90-180-7578,-5 2 0,25 158 0,-42-156-1523,-5 0 1,-4 0 0,-4 1-1,-21 148 1,-4-108-548,-6-2 0,-7-1-1,-6-2 1,-67 147 0,72-207-2234,-53 85 1,-12-14-6083,18-47-3850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6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18 9765,'0'0'7835,"-1"-2"-6535,0-2-1140,-7-7 1753,8 10-1876,0 1 0,-1 0 0,1 0 0,0 0 0,-1 0 0,1 0 0,0 0 0,-1 0 0,1 0 0,0 0 1,-1 0-1,1 0 0,0 0 0,-1 0 0,1 0 0,0 1 0,-1-1 0,1 0 0,0 0 0,-1 0 0,1 0 0,0 1 0,0-1 0,-1 0 0,1 0 0,0 0 0,0 1 0,-1-1 0,1 0 0,0 0 0,0 1 0,0-1 0,0 0 0,-1 1 0,1-1 0,0 0 0,0 1 0,0-1 0,0 1 0,-2 4 65,0 1 1,0-1-1,0 1 0,1 0 1,0 0-1,1 0 0,-1 0 1,1 0-1,0 0 0,0 0 0,2 7 1,-1 4 59,-7 411 1334,5-379-1880,2-1 0,6 51 0,3-18-3866,-7-62 2366,-14-26-5870,-1-2 438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6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11633,'2'-8'655,"0"0"0,1 0-1,1 0 1,0 0 0,0 0 0,0 1 0,1 0 0,0 0-1,0 0 1,0 1 0,1-1 0,0 1 0,1 0-1,-1 1 1,12-8 0,-2 4 258,1 0 1,33-13-1,-41 19-694,-1 1 0,1-1 0,0 1 0,0 1 0,0-1 1,0 1-1,0 1 0,16 1 0,-23-1-202,0 1 1,0 0-1,0 0 0,0-1 1,0 1-1,0 1 1,-1-1-1,1 0 0,0 0 1,0 1-1,-1-1 1,1 1-1,-1-1 1,1 1-1,-1 0 0,0-1 1,0 1-1,0 0 1,0 0-1,0 0 0,0 0 1,0 0-1,0 0 1,0 4-1,1 4-139,0 1 1,0-1-1,-1 0 0,-1 13 0,-1-4-339,0 0-1,-2 0 1,0 0-1,-1 0 1,-1 0-1,-1-1 1,-15 33-1,4-18-957,-1-1 1,-1-1-1,-27 33 0,41-57 528,0 0 0,-1-1 0,1 0 0,-2 0 0,1 0 0,0 0 0,-13 7 0,-13 0-6278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0 10793,'-2'2'428,"-1"0"0,0 0 0,0 0 1,0 0-1,0 0 0,0-1 0,0 1 0,0-1 0,-1 0 0,1 0 0,0 0 1,-1-1-1,1 1 0,-1-1 0,1 0 0,-5 0 0,1 1-368,-2 1 218,1 0 0,0 1 0,-1 0 0,1 0 0,0 1 0,0 0 0,1 0 1,-1 1-1,1 0 0,-7 6 0,-4 2 43,-19 15 68,1 1 0,1 2-1,2 2 1,1 1 0,1 2 0,-49 74-1,37-39-88,3 2 0,4 2 0,-29 81 0,46-102-132,3 0 0,-19 108-1,31-128-122,1 0-1,1 0 1,2 0 0,1 0-1,2 0 1,8 38-1,-6-53-94,1 1 0,0-1 0,1 0 0,1-1 0,1 0 0,1 0 0,0-1 0,1 0 0,1-1 0,17 19 0,-21-27-162,1 0 0,-1-1 0,1 0-1,1 0 1,-1-1 0,1 0 0,0-1 0,15 6 0,-16-8-236,-1 0 0,1-1-1,0 0 1,0-1-1,0 0 1,0-1-1,0 1 1,0-2-1,0 1 1,0-1-1,14-4 1,24-9-5469,-1-2-3589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7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6 12565,'0'0'3060,"-3"-1"-1935,-2 0-949,1 0-1,-1 0 0,0 0 1,1 1-1,-1 0 1,0 0-1,1 0 1,-1 1-1,0-1 0,0 1 1,1 0-1,-1 1 1,1-1-1,-1 1 1,1 0-1,0 0 0,-5 3 1,-74 32 513,21-11-9,40-17-174,1 0-1,-1-2 0,-42 10 0,35-9-3,22-5-340,4-2 955,18 12 101,-10-10-1007,18 14 303,6 5 15,0 1 0,26 28 0,-47-42-474,0 1-1,0 0 1,-1 0 0,0 0-1,-1 1 1,0 0 0,-1 0 0,0 1-1,-1-1 1,4 15 0,-5-10-104,-1 0 0,-1-1 0,0 1 0,-1 0 0,0 0 0,-4 18-1,-23 95-1777,19-101 837,-1 0 0,-1-1 0,-2 0 0,-23 40 0,25-50-934,-1 0-1,-1-1 1,-1-1 0,-20 20 0,-9-2-7561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8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111 170 11329,'0'0'239,"1"1"0,-1-1 0,0 1 0,1-1 0,-1 1 0,0-1 0,1 1 0,-1-1 0,0 1 0,0-1-1,0 1 1,0-1 0,1 1 0,-1-1 0,0 1 0,0-1 0,0 1 0,0-1 0,0 1 0,0 0 0,0-1 0,-1 1 0,1-1 0,0 1 0,0-1 0,-1 2 0,-10 9 754,-6 7-238,3 10-484,0 0 0,2 2 1,1-1-1,2 2 0,0-1 0,-4 40 0,12-62-217,0 0 0,1 0 0,0 0 0,0 0 0,1 0-1,0 0 1,1 0 0,0 0 0,0-1 0,4 12 0,-4-16-37,-1 0 0,1 0 0,0 0 0,0 0 0,0-1 0,0 1 0,1-1 0,-1 1 0,1-1 0,-1 0 0,1 0 0,0 0 0,0 0 0,0 0 0,0-1 0,0 1 0,0-1 0,0 0 0,1 0 0,-1 0 0,0 0 0,1 0 0,-1-1 0,1 0 0,4 0 0,6 0 17,0-1 1,0-1-1,-1 0 0,1-1 0,0 0 0,-1-1 1,0-1-1,25-12 0,-21 8-19,-1-1 0,0-1 0,0-1-1,-1 0 1,-1-1 0,14-15 0,-9 6-50,0-2 0,-2 0 0,0-1 0,-2-1 0,-1 0-1,-1-1 1,-1 0 0,8-31 0,-19 55 3,0-1 0,0 0-1,-1 0 1,1 1 0,-1-1 0,0 0 0,0 0 0,-1 1-1,1-1 1,-1 0 0,0 0 0,-1-4 0,0 2-15,1 2-65,-18 2-66,18 2 173,0-1 0,0 1 0,0 0-1,-1 0 1,1-1 0,0 1 0,0 0 0,0 0-1,0 0 1,0 0 0,0 1 0,-1-1 0,1 0-1,0 0 1,0 1 0,0-1 0,0 0 0,0 1-1,0-1 1,0 1 0,0 0 0,0-1 0,0 1-1,0 0 1,0-1 0,1 1 0,-1 0 0,0 0-1,0 0 1,1 0 0,-1 0 0,1 0 0,-1 0-1,1 0 1,-2 2 0,0 2 13,0 1 0,1-1 1,-1 1-1,1 0 0,0-1 0,0 1 1,1 0-1,-1 0 0,1 0 0,1 0 1,0 6-1,3 11 121,7 29 0,-8-44-89,-1 0 0,1 0 0,1 0 1,-1-1-1,1 1 0,1-1 0,-1 0 1,1 0-1,0-1 0,1 1 0,0-1 1,0 0-1,0-1 0,1 0 0,-1 0 1,1 0-1,0-1 0,1 1 0,-1-2 0,1 1 1,15 4-1,-5-3 1,0-1 0,1-1 0,-1 0 0,1-2 1,0 0-1,0-1 0,-1 0 0,31-6 0,-17 1-41,-2-2 0,54-17 0,-72 19-66,-1 0 1,0 0-1,0-1 0,0 0 0,-1-1 0,1 0 1,-2-1-1,1 0 0,15-18 0,-23 21 36,1 0 0,-1 0-1,0 0 1,0 0 0,0-1 0,-1 1 0,0 0 0,0-1-1,0 1 1,-1-1 0,0 0 0,0 1 0,-1-8-1,1 2-5,-1 8 31,1 0 0,-1 1 0,0-1 0,1 1 0,-1-1 1,0 1-1,-1 0 0,1-1 0,0 1 0,-3-3 0,1 0 1,1 4-4,0-1 1,0 1-1,0 0 1,0 0 0,-1 0-1,1 0 1,0 0-1,0 0 1,-5 0 0,4 6 20,0 1 1,0 0-1,1 0 0,0 0 1,0 0-1,0 0 1,1 0-1,0 1 1,0-1-1,0 1 1,1-1-1,0 1 1,1-1-1,-1 0 0,1 1 1,2 7-1,1 2 127,1 0-1,1 0 0,0-1 1,9 16-1,-14-29-70,14 2 131,-13-4-198,0 1 0,-1-1 0,1 0 0,-1 0 1,1 0-1,0 0 0,-1 0 0,1 0 0,0 0 0,-1-1 1,1 1-1,-1 0 0,1-1 0,-1 1 0,1-1 0,-1 0 1,1 0-1,-1 1 0,1-1 0,1-2 0,0 0-27,0 1-1,0-1 1,-1-1-1,1 1 0,-1 0 1,0-1-1,1 1 1,1-6-1,-1 1-109,1-1 0,-1 0 0,-1 0 0,1 0 1,-2-1-1,1 1 0,-1-10 0,-1 13-8,-1 0 1,1 0 0,1-1 0,-1 1 0,1 0-1,0 0 1,0 0 0,0 1 0,1-1 0,0 0-1,0 0 1,1 1 0,4-8 0,-5 12 121,-1 0 0,1 0 1,-1 0-1,1 0 0,-1 1 1,1-1-1,0 1 0,-1-1 1,1 1-1,0 0 0,0 0 1,-1-1-1,1 1 0,0 0 1,2 1-1,-2-1-4,8 1-5,0 0 1,0 1 0,0 0-1,-1 0 1,11 5 0,28 6-10,8 2 3,-35-9 23,0-1 0,43 6 0,-17-9-72,0-1 0,53-8 0,-77 5-159,0-2-1,0-1 0,-1 0 1,0-2-1,0 0 1,31-16-1,-51 21 258,0 1 0,-1 0 0,1 0 0,0-1-1,-1 1 1,1-1 0,-1 1 0,0-1 0,2-2 0,-2 2 41,1 0 363,-3 0-202,1-3-181,0 4-17,0 0-1,0 1 1,0-1-1,0 0 0,0 1 1,0-1-1,0 0 0,0 1 1,0-1-1,0 0 0,-1 1 1,1-1-1,0 0 1,0 1-1,-1-1 0,1 1 1,0-1-1,-1 1 0,1-1 1,0 0-1,-1 1 1,1-1-1,-1 1 0,1 0 1,-1-1-1,1 1 0,-1-1 1,1 1-1,-1 0 0,0-1 1,1 1-1,-1 0 1,1 0-1,-1-1 0,0 1 1,1 0-1,-1 0 0,0 0 1,1 0-1,-1 0 1,0 0-1,1 0 0,-1 0 1,0 0-1,1 0 0,-2 1 1,1-1 8,-1 1 0,1-1 0,-1 1 0,1-1 0,-1 1 0,1 0 0,0 0 0,-1 0 0,1 0 1,0 0-1,0 0 0,0 0 0,-1 0 0,1 1 0,0-1 0,1 0 0,-1 1 0,0-1 0,0 0 0,1 1 0,-1-1 1,1 1-1,-1-1 0,1 1 0,-1 0 0,1-1 0,0 1 0,0 2 0,-2 11 262,1 1 1,1-1-1,0 0 1,4 28-1,-3-40-128,5 2 84,-6-4-236,0-1 0,0 1 0,1-1 0,-1 1 0,0-1 0,1 1 0,-1-1 0,1 1 0,-1-1 0,1 0 0,-1 1 0,0-1 0,1 0 0,-1 1 0,1-1 0,0 0 0,-1 1 0,1-1 0,-1 0 0,1 0 0,-1 0 0,1 0 0,-1 0 0,1 0 0,0 0 0,-1 0 0,1 0 0,-1 0 0,1 0 0,0 0 0,-1 0 0,1 0 0,7-8-36,-1 0-1,0-1 0,0 0 1,-1 0-1,0-1 0,0 1 1,-1-1-1,-1 0 0,7-19 0,11-25-501,-10 25 244,-10 22 186,1 1 0,-1-1 0,1 1 0,6-9 0,-7 13 25,0 2 63,1 0 0,-1 1 0,1-1-1,0 1 1,-1 0 0,1 0 0,-1-1 0,1 2-1,-1-1 1,0 0 0,0 0 0,1 1-1,-1-1 1,0 1 0,0 0 0,0 0 0,0-1-1,-1 1 1,1 0 0,3 5 0,14 13-15,0-3 18,-8-8 2,-1 0-1,1 0 0,15 8 1,-21-15 1,-1 0 1,1 0-1,0 0 1,0-1-1,0 1 1,-1-1-1,1 0 1,0-1-1,0 1 1,0-1-1,0 0 1,10-1-1,-8 0-3,0 0 0,0 0 0,1-1 0,-1 1 0,0-2 0,0 1 0,0-1 0,-1 0 0,1 0 0,-1-1 0,8-5-1,14-13-862,46-47-1,-73 67 833,1 0 0,-1 0 1,0 0-1,0 0 0,0 0 0,-1 0 1,1 0-1,0 0 0,-1 0 0,1 0 1,-1-1-1,0-2 0,1 1-26,-1 1-5,2 7-114,3 10 246,-1-1 66,1 0 0,1 0 0,0-1 1,9 13-1,-13-21-77,1 0 1,0-1-1,0 1 0,1-1 1,-1 0-1,1 0 1,-1 0-1,1 0 1,0-1-1,0 1 0,0-1 1,1 0-1,-1 0 1,0-1-1,1 1 1,8 1-1,-8-3-165,0 1 0,0-1 0,0 0 0,0 0 0,0 0 0,0-1 0,0 0 1,0 0-1,0 0 0,0-1 0,-1 1 0,1-1 0,0 0 0,-1 0 0,1-1 0,-1 0 0,0 1 0,0-1 0,0-1 0,0 1 0,-1 0 1,1-1-1,-1 0 0,0 0 0,0 0 0,0 0 0,-1 0 0,1-1 0,-1 1 0,0-1 0,0 0 0,-1 1 0,2-11 0,0 5-138,1-1 0,-1 1 0,1 0-1,1 1 1,0-1 0,10-15 0,-13 23 508,0 2-132,0 0 0,0 1 0,0-1-1,0 0 1,-1 1 0,1-1 0,0 1 0,0-1 0,0 1 0,0 0 0,-1 0 0,1 0-1,0 0 1,-1 0 0,1 0 0,-1 1 0,1-1 0,-1 0 0,1 1 0,-1-1 0,0 1-1,2 3 1,2 3 254,0 1-1,-1 0 1,5 13-1,-3-6 81,12 35 979,21 99-1,-23-80-998,-13-58-638,-1 0 0,0 0 0,0 21-1,-6-1-2189,3-29 1498,1 1 1,-1-1-1,-1 0 1,1 0-1,0 0 1,-4 4-1,-8 2-7664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08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18446,'3'1'2312,"5"2"-1769,0 1 0,0 0 0,-1 0 0,0 1 0,0 0 0,0 0 0,0 1 0,-1 0 0,0 0 0,0 1 0,0-1 1,-1 1-1,7 12 0,6 12 576,26 65 0,-42-92-1053,28 77 310,-4 1-1,-3 1 0,-3 0 0,-5 2 0,9 154 0,-20-63-529,-35 320 0,-34-70-2440,39-308-970,-63 178-1,18-113-3939,4-13-4893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29 14321,'-6'7'-326,"-5"3"10067,14-19-8227,-3 8-1388,0 0-1,1 0 0,-1 0 1,1 0-1,-1 0 0,1 0 1,-1 0-1,1 0 1,-1 0-1,1 0 0,0 0 1,0 1-1,-1-1 0,1 0 1,0 0-1,0 1 0,0-1 1,0 1-1,0-1 0,0 1 1,0-1-1,0 1 1,0-1-1,0 1 0,0 0 1,0 0-1,0 0 0,0-1 1,0 1-1,2 0 0,0 0-202,37-5 1785,48-1 1,-21 3-1461,-46 2-726,2 0-4987,-24 2 5051,0 1 0,0-1 0,-1 0 0,1 0 0,0 0 0,-1 1 1,1-1-1,-1-1 0,1 1 0,-1 0 0,0 0 0,1-1 0,-4 2 1,-38 19-6464,5 0-4249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19094,'20'-20'2496,"17"-6"-204,-25 17-180,14-2-407,14-7-341,-6 10-228,1-4-236,2 1-208,1-1-156,-4 1-388,-19 5-500,8-3-328,0 4-852,-6-4-432,3 6-969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41 12533,'9'-7'1546,"-9"2"-12,-18-2 2114,15 6-1456,6 1-158,28-3 798,48 2-1,18 0 786,-44-6-3617,-25 3 0,31 0 0,-27 3 66,-27 2-75,19 7-379,-21-7-1415,-6-1-1015,-33 3-8922,9 0-1351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 14465,'-1'0'81,"0"0"1,1 0-1,-1 0 0,1-1 0,-1 1 0,0 0 0,1 0 0,-1 0 0,1 0 1,-1 0-1,0 0 0,1 0 0,-1 0 0,0 1 0,1-1 0,-1 0 1,1 0-1,-1 0 0,0 1 0,1-1 0,-1 0 0,1 1 0,-1-1 0,1 0 1,-1 1-1,1-1 0,-1 1 0,1-1 0,0 1 0,-1-1 0,1 1 0,0-1 1,-1 1-1,1-1 0,0 1 0,-1-1 0,1 1 0,0 0 0,0-1 0,0 1 1,0-1-1,0 2 0,-2 1 230,1 0 0,-1 0-1,0 0 1,0 0 0,0 0 0,-3 3 0,-22 24-324,-32 46 1,5-5-125,-27 33 640,77-99-283,0 0 0,1 1 0,0-1 1,0 1-1,0 0 0,1 0 1,-4 12-1,6-17-122,-1 0 0,1 1 0,0-1 0,0 0 0,0 1 0,0-1 0,1 0 0,-1 1 0,0-1 0,0 0 0,1 1 0,-1-1 0,1 0 0,-1 1 0,1-1 0,0 0 0,0 2 0,1-2 18,-1 1 0,1-1 0,0 0 0,-1 0 0,1 0 0,0 0 0,0 0 0,0 0 0,0 0 0,-1 0 0,1-1 0,0 1 0,0-1 0,0 0 0,3 1 0,138 5 2919,-10-1-974,-89-1-1515,60 8 719,-103-12-1265,1 0 0,0 1 0,-1-1 1,1 1-1,0-1 0,-1 1 1,1 0-1,0 0 0,-1 0 0,1 0 1,-1 0-1,0 0 0,1 0 1,-1 0-1,0 0 0,1 1 0,-1-1 1,0 1-1,0-1 0,0 0 0,0 1 1,-1 0-1,1-1 0,0 1 1,-1 0-1,1-1 0,-1 1 0,1 0 1,-1 0-1,0-1 0,0 1 1,0 0-1,0 0 0,0-1 0,0 1 1,0 0-1,-1 0 0,1-1 0,-1 1 1,0 2-1,-2 6-120,0-1-1,-1 1 1,0-1 0,-1 0-1,-10 17 1,-2-1-1209,-1 0 1,-30 32-1,36-47 246,1 1 1,-1-1-1,-1-1 1,1 0-1,-2-1 1,-23 11-1,-12 1-5589,3-5-4157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1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17 12109,'-3'0'2335,"-18"-6"2476,21 6-4702,0 0 0,0 0 1,0 0-1,0 0 0,0 0 0,0 0 0,0 0 0,0-1 0,0 1 0,0 0 1,0 0-1,0 0 0,0 0 0,0 0 0,0 0 0,0 0 0,0 0 0,0-1 0,0 1 1,0 0-1,0 0 0,0 0 0,0 0 0,1-1 1201,-1 1-1201,0 0 0,0 0 0,0 0 0,0 0 0,0-1 0,0 1 0,0 0 1,1 0-1,-1 0 0,0 0 0,0 0 0,0 0 0,0 0 0,0 0 0,0 0 1,0 0-1,0 0 0,1 0 0,-1 0 0,0 0 0,0 0 0,0 0 0,0 0 1,0 0-1,0 0 0,0 1 0,1-1 0,-1 0 0,0 0 219,0 0-219,24-2 6141,-4 2-7710,205 8 2652,30-5-1192,151-2 0,-237 3 0,-136-8-2174,-33 4 2140,0 0 0,1 0 0,-1 0 0,0 0 0,0 0 0,0 0 0,0 0 0,0 0 0,0 0 0,0 0 0,1 0 0,-1 0 0,0 0 0,0 0 0,0 0 0,0 0 0,0 0 1,0 0-1,0 0 0,0 0 0,1-1 0,-1 1 0,0 0 0,0 0 0,0 0 0,0 0 0,0 0 0,0 0 0,0 0 0,0 0 0,0-1 0,0 1 0,0 0 0,0 0 0,0 0 0,0 0 0,0 0 0,0 0 1,0 0-1,0-1 0,0 1 0,0 0 0,0 0 0,0 0 0,0 0 0,0 0 0,0 0 0,0 0 0,0-1 0,0 1 0,0 0 0,0 0 0,-1 0 0,1 0 0,0 0 0,0 0 0,0 0 0,0 0 0,-18-8-1944,13 7 1256,0-1-1,0 1 1,-1 1-1,1-1 1,0 1 0,-7 0-1,-22 5-5664,-13 3-5796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1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1 13789,'-3'0'2061,"-33"5"1379,35-5-3333,0 0-1,0 1 1,0-1-1,0 0 1,-1 1-1,1-1 0,1 1 1,-1-1-1,0 1 1,0 0-1,0-1 1,0 1-1,0 0 0,0-1 1,1 1-1,-1 0 1,0 0-1,1 0 1,-2 1-1,-1 2 233,-10 13 161,1 0-1,1 1 1,0 0-1,-12 33 1,8-20-243,-20 50 33,4 2 0,-38 155 0,57-190-716,3 0 1,-4 53-1,13-98 320,0 0 0,0-1 1,0 1-1,0 0 0,0-1 0,1 1 0,-1 0 0,1-1 0,0 1 0,0-1 1,0 1-1,2 3 0,-3-5 46,1-1 1,-1 1-1,1-1 1,0 1-1,-1-1 1,1 0-1,0 1 1,-1-1-1,1 0 1,0 1-1,-1-1 1,1 0-1,0 0 1,0 1-1,-1-1 1,1 0-1,0 0 1,0 0-1,0 0 1,-1 0-1,1 0 1,0 0-1,0-1 1,-1 1-1,1 0 1,0 0-1,0-1 1,-1 1-1,1 0 1,0-1-1,-1 1 1,1 0-1,0-1 1,-1 1-1,1-1 1,-1 1-1,1-1 1,-1 0-1,2 0 1,7-9-921,1 1 0,-2-1 0,1-1-1,-1 0 1,7-13 0,5-6-2877,10-13-3771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2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 12845,'-18'16'1824,"0"0"0,2 2 0,-20 25 0,20-21-1216,1 2-1,1-1 1,1 2-1,2 0 1,0 0-1,1 1 1,2 1-1,-9 46 1,15-65-369,1 0 0,0 0 0,0 1-1,1-1 1,0 0 0,0 1 0,1-1 0,3 14 0,-3-19-143,0 0 1,1 0 0,-1 0-1,1-1 1,-1 1 0,1 0 0,0-1-1,0 1 1,0-1 0,1 1-1,-1-1 1,0 0 0,1 0-1,-1 0 1,1 0 0,0-1 0,0 1-1,0-1 1,0 1 0,0-1-1,0 0 1,0 0 0,5 0-1,13 3 280,1-1 0,0-1-1,0 0 1,0-2 0,0-1-1,34-5 1,130-36-868,-173 38-200,0 0-1,0 0 1,0-1 0,0-1-1,-1 0 1,13-9 0,3-8-4167,-3-8-4376,-13 17-1058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2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1 13513,'-3'0'244,"1"0"0,-1 0-1,0 0 1,1 0 0,-1 0 0,1 0-1,-1 1 1,1-1 0,0 1-1,-1 0 1,1 0 0,-1 0 0,1 0-1,0 0 1,0 0 0,0 0-1,-1 1 1,1-1 0,1 1 0,-1 0-1,0 0 1,0-1 0,-2 5 0,-2 3 407,0 0 0,1 1 0,1-1 0,-6 15 0,4-8-364,-9 23 609,1 1-1,3 1 1,-8 47-1,-9 125 455,16-101-914,4-52-308,-4 26-1098,0 134 0,13-177-81,1 20-5501,-13-80-9322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5:23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3 225 8661,'-3'10'11158,"10"-16"-7300,3 0-5091,4 2 1867,-1-1 0,1 2 1,15-2-1,10-3 327,213-41 1314,3 10 0,258-4 0,-377 33-2337,-64 3-209,130 4-1,-185 5-496,-14-2-337,-7-5-4084,2 1 4365,-1 1 0,1 0 0,-1 0 0,0 1 0,0-1 0,0 0 0,-1 1 0,1 0 1,0 0-1,-1 0 0,0 0 0,1 0 0,-1 1 0,0 0 0,-4-1 0,-13-5-8109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1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32 110 5384,'-18'20'13124,"6"-41"-10804,10 13 3692,20-1-5137,-4 5-680,-1-1 0,2 2 0,-1 0 0,24-2 1,2 0 35,156-24 267,-188 28-1151,-3-4-5536,-9-4-77,-4 1 5477,-6 0-4174,1 1-2613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19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5913,'2'0'1556,"22"-8"8759,30-12-5450,-23 9-3027,48-9 0,-16 5-551,365-97 3251,-425 112-4916,-17 11-5665,5-8 4978,-1 0 0,1 0 1,-1-1-1,0 0 0,0-1 0,-12 1 0,-12 1-4331,10 1-4499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20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5408,'0'0'5622,"2"0"-4146,9 1-398,-1 0 0,1-1 0,-1 0 0,1-1 0,-1 0 0,13-3 0,67-21 3032,-60 16-3022,440-108 6429,-467 117-7732,0-1 0,1 0 1,-1 0-1,0 0 0,1 0 0,-1 0 0,0-1 1,5-2-1,-7 3 153,-1 1 1,0 0-1,0 0 1,1-1 0,-1 1-1,0 0 1,0-1-1,0 1 1,1 0-1,-1 0 1,0-1-1,0 1 1,0 0 0,0-1-1,0 1 1,0-1-1,0 1 1,0 0-1,0-1 1,0 1-1,0 0 1,0-1 0,0 1-1,0 0 1,0-1-1,0 1 1,0 0-1,0-1 1,-13-12-1701,9 11 898,0-1 0,-1 1-1,1 0 1,0 1-1,-1-1 1,1 1-1,-1 0 1,1 0-1,-1 0 1,0 0-1,-7 1 1,6-1-298,-54-4-11609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153 407 12441,'-37'6'3995,"34"-6"-177,-15 14-2291,16-11-1416,-1 0 0,1 1 0,0-1 0,0 1 0,0 0 0,0-1 0,0 1 0,1 0 0,0 0 0,0 0 0,0 0 0,0 5 0,-3 59 913,2-24-566,-30 527 2028,31-518-2470,0-31-576,1 0-1,5 40 0,-5-59 26,7-18-585,-5 9 980,0 0 0,-1 1 0,1-1 0,-1 0 0,0 0 1,-1 0-1,1 0 0,-1-7 0,-7-51-370,3 31 211,-16-257-127,2 25 1436,15 224-586,1 1-1,1-1 0,9-60 0,-5 78-76,2 0 1,0 1-1,2-1 0,0 2 0,2-1 0,0 1 1,19-32-1,-15 32-42,1 1 1,1 1-1,25-27 1,-34 40-239,0 0 1,1 1-1,-1 0 0,1 0 1,1 0-1,-1 1 0,1 0 1,0 0-1,-1 1 0,2 0 1,-1 0-1,0 1 0,11-2 1,-16 3-56,0 1 0,0 0 0,-1 0 1,1 0-1,0 0 0,-1 0 0,1 1 0,0-1 1,-1 1-1,1 0 0,0 0 0,-1-1 0,1 2 1,-1-1-1,1 0 0,-1 0 0,0 1 1,4 3-1,-3-2-17,-1 0 0,0 0 0,0 0 0,0 0 0,0 0 0,0 1 0,-1-1 0,1 0 0,-1 1 0,0 0 0,0-1 0,0 5 0,1 9-240,-1-1 0,-1 0 0,-1 0 0,0 1 0,-4 18 0,1-12-406,-1 1-1,-2 0 1,0-1 0,-1 0-1,-18 33 1,19-42 30,-2 0-1,0-1 1,0 0-1,-1-1 1,0 0-1,-1 0 1,-1-1 0,0-1-1,-19 14 1,26-21 257,0 0 1,0 0-1,0 0 0,0-1 1,0 0-1,0 0 1,-1 0-1,1 0 1,0-1-1,-7 1 1,9-2-340,-1 0 0,0-1 0,1 1 0,-1 0 0,1-1 1,-7-2-1,-14-7-4992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5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580 24 12817,'-23'-7'443,"12"3"32,0 1 0,0 0 0,0 1 1,0 0-1,-1 1 0,1 0 0,-1 1 1,-21 1-1,28 1-289,0-1 0,0 1 0,1 0 0,-1 0 0,0 0 0,1 1 0,-1 0 0,1 0 0,-5 4 0,-32 36 772,39-40-884,-33 40 276,2 2 0,2 2 0,2 1 0,3 1-1,-37 91 1,35-61-182,3 1-1,4 1 1,-13 99-1,27-123-112,1 1 0,4 75-1,3-106-44,2-1 0,0 1 0,2-1 0,1 0 0,1-1 0,1 0 0,14 31 0,-13-40-68,-1-1 0,2-1 1,0 1-1,0-2 0,25 25 0,-28-31-264,1 0-1,0-1 0,0 1 1,0-2-1,1 1 1,0-1-1,0-1 1,0 1-1,1-1 1,19 4-1,-24-7-396,0 0-1,-1-1 1,1 0 0,0 0-1,0 0 1,-1 0-1,1-1 1,8-2 0,1 1-1271,40-9-6109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6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51 102 10329,'-26'17'3920,"26"3"-818,0 28-1266,1 3-713,-8 64 0,-5 28-399,6 0 1,24 275 0,-18-413-706,21 2-245,-19-11 193,-1 0-1,0 1 1,-1-1-1,1 0 1,-1 0-1,1 0 1,-1 0 0,-1-4-1,2-9-84,2-45-643,-4-69 0,-2 33 187,-6-188-395,5 209 883,1-39 389,4 99-114,0-1 0,2 0 0,0 1 0,9-28 0,-8 33-40,1 0 0,0 0 0,1 1 1,0 0-1,1 0 0,0 0 0,0 1 0,2 0 0,-1 1 1,11-10-1,-19 19-142,1 0 0,0 0 1,-1 0-1,1 0 0,0 0 1,-1 0-1,1 0 0,0 0 1,-1 0-1,1 0 0,0 1 1,-1-1-1,1 0 0,0 0 1,-1 1-1,1-1 0,-1 0 1,1 1-1,-1-1 0,1 0 1,0 1-1,-1-1 0,1 1 1,-1-1-1,0 1 0,1-1 1,0 2-1,0-1 18,3 3-16,0 0 0,-1 1-1,0-1 1,0 1-1,0-1 1,0 1 0,-1 0-1,1 0 1,-1 0-1,-1 0 1,1 1-1,-1-1 1,0 0 0,0 1-1,0-1 1,-1 1-1,0-1 1,0 1 0,0-1-1,-2 8 1,-2 10-599,0 1 1,-2-1 0,-10 31 0,7-29-395,-17 49-6379,6-33-2079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7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7453,'0'1'193,"0"-1"-1,1 1 1,-1 0 0,0 0 0,1 0 0,-1 0 0,0-1 0,0 1 0,0 0 0,0 0-1,0 0 1,0 0 0,0 0 0,0 0 0,0-1 0,0 1 0,0 0 0,-1 0 0,1 0-1,0 0 1,-1 0 0,1-1 0,-1 1 0,1 0 0,0 0 0,-1-1 0,0 1 0,1 0-1,-1-1 1,1 1 0,-1-1 0,0 1 0,1 0 0,-1-1 0,0 0 0,0 1 0,0 0-1,-2 0 68,1 1-1,1 0 1,-1 0-1,0-1 0,0 1 1,1 1-1,-1-1 1,1 0-1,-3 4 0,-1 9 647,-3 3-180,1 1 0,1 0 1,0 0-1,2 1 0,0 0 0,-1 20 0,3 6-72,2 1-1,2 0 1,2-1-1,20 90 0,-13-95-1228,2 0 0,2-1 0,20 40 0,-22-53-630,9 17-1859,-1-18-5123,-7-9-705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10129,'-111'119'5168,"102"-109"-4807,1 0 0,0 0 0,1 0 0,0 1 0,1 0 0,0 1 0,1-1 1,0 1-1,-6 22 0,5 6 969,5-37-319,4-3-586,7-2-302,-1 0 1,0-1-1,0 0 1,0-1-1,0 0 0,-1 0 1,0-1-1,11-7 1,33-23 145,39-30-14,-36 19-319,-38 32-117,-17 14 177,0 0 1,0 0-1,0 0 0,1 0 1,-1 0-1,0 0 1,0 0-1,0 0 1,0-1-1,0 1 1,0 0-1,0 0 1,0 0-1,0 0 1,0 0-1,0 0 1,0 0-1,0-1 1,0 1-1,0 0 1,0 0-1,0 0 1,0 0-1,0 0 1,0 0-1,0 0 1,0-1-1,0 1 1,0 0-1,0 0 1,0 0-1,0 0 0,0 0 1,0 0-1,0 0 1,0 0-1,0-1 1,0 1-1,-1 0 1,1 0-1,0 0 1,0 0-1,0 0 1,0 0-1,0 0 1,0 0-1,0 0 1,0 0-1,-1 0 1,1 0-1,0 0 1,0 0-1,0 0 1,0 0-1,0 0 1,0 0-1,0 0 1,-1 0-1,1 0 1,0 0-1,-26 4-104,25-4 106,-1 1-1,1 0 1,0-1-1,-1 1 1,1 0-1,0-1 0,0 1 1,0 0-1,0 0 1,0 0-1,0 0 1,0 0-1,0 0 1,0 0-1,1 1 0,-1-1 1,0 0-1,1 0 1,-1 1-1,1-1 1,-1 0-1,1 1 0,-1-1 1,1 0-1,0 1 1,0-1-1,0 1 1,0-1-1,0 0 1,0 1-1,0 1 0,1-1 1,-1 1 0,0 0 0,1-1 0,-1 1 0,1 0 0,0-1 0,0 1 0,0-1 0,0 1-1,0-1 1,1 0 0,-1 1 0,4 2 0,2 1 13,0-1 0,1 1 1,0-2-1,0 1 0,0-1 0,0 0 0,1-1 0,-1 0 0,1-1 1,11 3-1,0-2-52,-1-1 0,1-1 0,33-2 0,-45 0-237,-1 1 0,1-2 0,0 1 0,-1-1 0,0 0 0,1-1 0,-1 1 0,0-2 0,0 1 0,0-1 0,-1 0 0,1 0 0,-1-1 0,0 1 0,0-2 0,0 1 0,-1 0 0,0-1 0,0 0 0,-1-1 0,6-8 0,15-58 849,-24 71 458,5 3-1110,1 1-1,-1-1 1,1 2-1,-1-1 1,0 1-1,0 0 1,0 0-1,-1 0 1,1 1-1,-1 0 1,1 0-1,-1 1 1,-1-1-1,1 1 1,-1 0-1,1 0 1,-2 1-1,7 9 1,-9-14-84,0 1 0,1-1 0,-1 1 0,1-1 0,-1 0 0,1 0 0,0 0 0,0 0 0,3 2 0,1 1-228,-4-3-109,1-2 173,1 0 381,-1 0-1,0 0 1,0-1 0,0 0 0,3-2-1,-2 1 320,-2 1-1,1-1 0,0 0 0,-1 0 1,1 0-1,-1 0 0,0 0 0,0 0 0,0-1 1,0 1-1,-1-1 0,1 0 0,-1 1 1,1-8-1,0 7-316,-2 2 189,0 0 1,0 0-1,0 0 0,0 0 0,0-1 0,0 1 1,0 0-1,-1 0 0,1 0 0,-1 0 1,-1-3-1,1 1 272,1 1 1222,-1 6-1108,-5 23-239,2 0-1,1 0 1,1 1 0,2 28 0,-2 31-36,-5 1-126,-11 243-1992,15-158-2107,-1-61-5218,-1-65-1103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8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14445,'-19'40'1922,"-27"42"-1,39-70-1390,1 0-1,1 0 0,0 1 1,1 0-1,0 0 0,1 0 1,-2 18-1,-3 96 1750,8-126-2275,-1 59 1007,15 120 0,-9-147-1421,2 0 0,1 0 1,2-1-1,1-1 0,17 37 0,-8-29-3163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 20426,'-21'-3'2240,"36"6"-452,-1 0-364,6-3-356,-2 0-219,7 0-225,4 3-396,-6 5-636,20 4-629,-28-6-583,11-4-984,5 16-4,-22-7-3433,-1 1-5304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9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196 121 16285,'3'1'34,"16"-1"2462,-20 0-2365,1-1 0,0 0 0,0 1 0,-1-1 0,1 0 0,0 1 0,-1-1 0,1 1 0,0-1 0,-1 1 0,1-1 0,-1 1 0,1-1 0,-1 1 0,1 0 1,-1-1-1,1 1 0,-1-1 0,0 1 0,1 0 0,-1 0 0,1-1 0,-4 0 2220,3 4-2236,-1 1-1,1-1 1,0 1-1,0 0 0,-1 7 1,1-8-63,0-1 0,-1 1 0,1 0 1,-1-1-1,0 1 0,0-1 0,0 0 0,-2 4 0,-4-7-58,0 0 0,0 0-1,0-1 1,1 0-1,-1 0 1,-12-6 0,18 7-71,-1 0-8,-1 0 46,-1 0 0,1-1 0,0 1 0,0 1 0,-1-1 0,1 1-1,-8 0 1,10 0 26,0 0-1,0 1 1,0-1-1,0 1 1,0 0-1,0-1 0,1 1 1,-1 0-1,0 0 1,0 0-1,1 1 1,-1-1-1,1 0 0,-1 1 1,1-1-1,-1 1 1,1-1-1,0 1 1,0-1-1,0 1 0,-1 2 1,-3 3-37,1 0-1,1 1 1,-1-1 0,1 1 0,0 0 0,1 0-1,-2 13 1,4-17 39,0 0 1,0-1-1,0 1 0,1 0 0,-1 0 0,1-1 0,0 1 0,0 0 1,1-1-1,-1 1 0,1-1 0,-1 0 0,1 1 0,0-1 1,1 0-1,-1 0 0,0 0 0,1-1 0,0 1 0,2 2 1,0-1 2,-3-1 8,1 0-1,0 0 1,1 0 0,-1-1-1,0 0 1,1 1 0,-1-1-1,1 0 1,0-1 0,0 1-1,0-1 1,-1 0 0,1 0-1,5 1 1,9 0-21,1-2 1,-1 0 0,1-1-1,29-5 1,75-23-268,-109 26 234,-1-1-34,0 0 0,0-1 0,0 0-1,-1 0 1,16-11 0,-21 11-52,-1 1 1,1-2 0,-1 1-1,0-1 1,0 0 0,-1 0-1,1 0 1,-2-1-1,1 0 1,5-9 0,-3 3-125,-5 10 213,0-1 1,0 1-1,-1 0 0,1-1 0,-1 0 0,0 1 0,0-1 0,0 0 0,1-5 1,-7-32-235,4 34 342,0 4 23,-12-3 263,12 6-325,1 0-1,0-1 1,-1 1 0,1 0-1,-1 0 1,1-1-1,0 1 1,-1 0 0,1 0-1,-1 0 1,1-1 0,-1 1-1,1 0 1,0 0-1,-1 0 1,1 0 0,-1 0-1,1 0 1,-1 0-1,1 0 1,-1 0 0,1 0-1,-1 0 1,1 0 0,-1 0-1,1 1 1,-1-1-1,1 0 1,0 0 0,-1 0-1,1 1 1,-1-1 0,1 0-1,0 0 1,-1 1-1,1-1 1,0 0 0,-1 1-1,1-1 1,0 0-1,-1 1 1,1-1 0,0 1-1,-2 1 13,1 0-1,0-1 0,0 1 0,0 0 1,1 0-1,-1-1 0,0 1 0,0 0 1,1 0-1,0 0 0,-1 0 1,1 0-1,0 0 0,0 0 0,0 0 1,0 0-1,0 0 0,0 0 1,1 0-1,0 4 0,0 1 56,0-4 15,-1 1-44,1 3-36,-1-5-2,1 1 1,-1-1-1,1 1 0,-1-1 0,1 1 0,0-1 0,0 0 0,0 1 0,0-1 0,1 0 0,-1 0 0,0 0 0,1 1 0,0-2 0,-1 1 0,1 0 0,3 3 0,-4-5-16,0 0 0,0 1 0,0-1 0,0 0 0,0 0 0,0 0 0,1 0 1,-1 0-1,0 0 0,0 0 0,0 0 0,0 0 0,0-1 0,0 1 0,0 0 0,0-1 0,1 0 0,0 1-7,2-1-46,-1 0-1,1 0 1,-1-1-1,0 1 1,0-1-1,1 1 1,-1-1-1,0 0 1,0 0 0,-1 0-1,1-1 1,2-2-1,27-37-1465,-28 36 1193,0-1 1,0 1-1,1 0 0,0 0 1,0 1-1,1-1 1,10-7-1,-14 12 108,-1 0 33,0 1 163,0 0 1,-1 0 0,1 0 0,0 0-1,0-1 1,-1 1 0,1 0-1,0-1 1,-1 1 0,1 0 0,0-1-1,-1 1 1,1-1 0,-1 1 0,2-2-1,-2 1 18,1 1-1,-1-1 1,1 1 0,0-1-1,-1 0 1,1 1-1,0-1 1,0 1 0,0 0-1,-1-1 1,1 1-1,0 0 1,0-1 0,0 1-1,0 0 1,-1 0-1,1 0 1,0 0-1,0-1 1,0 1 0,1 1-1,12 3 116,-1 1 0,24 12 0,-25-10 130,1-1 0,1-1 0,23 7-1,-18-9-263,-1 0 0,1-1 0,0-2 0,0 0 0,0-1 0,0 0 0,0-2 0,-1 0 0,1-1 0,-1-1 0,28-11 0,-5-12-106,-40 27 144,0 0 0,0-1-1,1 1 1,-1-1 0,-1 1 0,1-1-1,0 0 1,0 1 0,-1-1 0,1 0-1,0 0 1,-1-2 0,2-1 70,-1 3 167,-6-26 460,4 25-164,0 4-495,-1 0 0,1 0-1,0 0 1,-1 0 0,1 0 0,0 0 0,0 1 0,0-1 0,0 1 0,0-1 0,0 1-1,0-1 1,0 1 0,1-1 0,-2 4 0,0 14 102,0-4 15,0 0 0,1 1 0,1-1 0,2 19 0,-2-32-152,0-1 0,0 1-1,0 0 1,0 0 0,0 0-1,0 0 1,-1 0 0,1 0 0,0 0-1,-2 2 1,-1 10 420,18-13-375,-13-2-70,0 1 0,0 0 0,-1 0-1,1-1 1,0 1 0,0-1 0,-1 1-1,1-1 1,0 0 0,-1 0-1,1 0 1,0 0 0,-1 0 0,1 0-1,-1 0 1,0 0 0,1-1 0,-1 1-1,0 0 1,0-1 0,0 1-1,1-3 1,24-46-529,-11 20 11,-8 20 296,-1 1 0,1-1 0,1 2-1,0-1 1,0 1 0,13-10-1,-21 18 227,0 0-1,0 0 0,0 0 1,0 0-1,0 0 0,0 0 0,0 0 1,0 0-1,0-1 0,0 1 1,0 0-1,0 0 0,1 0 0,-1 0 1,0 0-1,0 0 0,0 0 1,0 0-1,0 0 0,0 0 0,0 0 1,0 0-1,0 0 0,1 0 1,-1 0-1,0 0 0,0 0 0,0 0 1,0 0-1,0 0 0,0 0 1,0 0-1,0 0 0,0 1 0,0-1 1,1 0-1,-1 0 0,0 0 1,0 0-1,0 0 0,0 0 0,0 0 1,0 0-1,0 0 0,0 0 1,0 0-1,0 0 0,0 0 0,0 1 1,0-1-1,0 0 0,0 0 1,0 0-1,0 0 0,0 0 0,0 0 1,0 0-1,0 1 0,9 12-64,3 5-8,0 0 1,2 0-1,24 24 1,-32-37 78,0-1 1,1 0-1,-1 0 0,1 0 1,0-1-1,13 4 0,-7-2-16,-8-3 20,0-1-1,1 0 0,-1 0 1,1 0-1,0 0 0,-1-1 1,1 0-1,0 0 1,-1-1-1,1 1 0,-1-1 1,8-2-1,4-2 31,0-1-1,21-11 0,-31 14-33,0-1 20,-1 1-1,0-1 1,0 1 0,0-2 0,0 1-1,-1-1 1,1 1 0,-1-2 0,8-10-1,1 0 200,33-31 1236,-45 45 17,-5 4-1405,0 0 0,-1 0 0,1 0-1,0 1 1,1-1 0,-1 1 0,-4 5 0,1 1-39,1 0-1,0 0 1,0 0 0,1 1-1,0-1 1,1 1 0,0 0-1,-3 19 1,3-17-54,2 0 0,0 0 1,0 0-1,1 0 0,1 0 0,0-1 1,4 22-1,-3-29-85,0 1 0,0-1 0,0 0-1,0 0 1,1 0 0,4 6 0,-5-8-743,-2-10-7187,0-8 4400,0-17-3889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3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12 11853,'-17'-2'760,"14"2"-454,-1 0-1,0 0 1,0-1 0,1 0-1,-1 0 1,0 0 0,1 0-1,-7-3 1,9 4-184,0 0 0,0 0 1,0 0-1,0 0 0,0 0 0,0 0 1,0 1-1,0-1 0,0 0 0,1 1 0,-1-1 1,0 0-1,0 1 0,0-1 0,0 1 0,-1 0 1,-1 1 195,-13 5-10,0 0 0,0 1-1,0 1 1,1 0 0,0 1 0,1 1-1,0 0 1,1 1 0,0 0 0,-15 20-1,18-9 492,8-18-535,2-2-68,0 0 0,1-1 0,-1 1 0,1 0 0,0-1 0,-1 1 0,1-1 0,0 1 0,2 2 0,-2-4-32,1 4 135,1-1 0,0 1 0,0-1 0,1 0 1,-1 0-1,9 7 0,11 14 360,-19-19-634,-1 0 0,0 0 0,0 1 0,0-1-1,-1 1 1,0-1 0,0 1 0,-1 0 0,0 0 0,0 0 0,-1 12-1,0-13-295,0 1-1,-1 0 0,0-1 0,-1 1 1,1-1-1,-1 1 0,0-1 1,-1 0-1,0 0 0,0 0 0,0 0 1,-6 8-1,-55 56-9860,30-39-603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84 13277,'-11'-9'1603,"11"2"409,26-6 1653,-24 12-3562,162-52 8965,-161 52-8701,0 1-562,-1 0 1,1 1-1,-1-1 1,1 1 0,-1-1-1,0 1 1,1 0-1,-1 0 1,0 0-1,4 2 1,-4-2-155,-2-1 314,0 0 0,0 0 1,0 0-1,1 0 1,-1 0-1,0 0 1,0 0-1,0 0 1,0 0-1,0 1 0,0-1 1,0 0-1,0 0 1,1 0-1,-1 0 1,0 0-1,0 0 1,0 0-1,0 0 1,0 0-1,0 0 0,0 0 1,0 1-1,0-1 1,0 0-1,0 0 1,0 0-1,0 0 1,0 0-1,0 0 1,0 0-1,0 0 0,0 1 1,0-1-1,0 0 1,0 0-1,0 0 1,0 0-1,0 0 1,0 0-1,0 0 1,0 1-1,0-1 0,0 0 1,0 0-1,0 0 1,0 0-1,0 0 1,0 0-1,0 0 1,0 0-1,0 0 0,0 1 1,0-1-1,0 0 1,-1 0-1,1 0 1,0 0-1,0 0 1,-5 8-2624,-1 1 1,1-2-1,-15 15 1,-8 1-9263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16009,'52'-32'2681,"-21"15"-421,7 3-264,-4-1-296,-2 7-348,-1-4-328,4 1-207,-6 5-233,-15 0-420,9 0-732,-3 1-461,-3 5-803,4 0-1308,-44 5-15894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0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15 9077,'-5'-5'736,"-5"-2"52,2 4 2925,7 4-3559,-1-1 0,1 0-1,-1 1 1,1-1 0,-1 1 0,1-1 0,-1 1-1,1 0 1,-1 0 0,1 0 0,0 0 0,0 0-1,-1 0 1,1 0 0,0 0 0,0 0 0,0 0-1,0 1 1,0-1 0,0 2 0,-15 28 336,14-27-316,-23 47 602,14-32-409,-14 37-1,24-51-282,-1 0-1,1 0 1,-1 0-1,1 0 0,1 0 1,-1 0-1,1 0 0,0 1 1,0-1-1,1 0 1,-1 0-1,3 7 0,-3-10-56,0-1 0,1 0 1,-1 0-1,1 0 0,0 0 0,-1 0 0,1 1 0,0-1 0,0 0 0,0 0 1,-1-1-1,1 1 0,0 0 0,0 0 0,0 0 0,0-1 0,1 1 0,-1 0 0,0-1 1,0 1-1,2 0 0,0 0 14,1-1 0,-1 1 0,0-1 0,1 0 0,-1 0 0,0 0 0,1 0 0,3-1-1,6-2 60,0 0-1,0-1 0,13-5 0,-22 7-61,7-3 69,-1-1 0,1 0 0,-1-1 0,0 0 0,-1 0 1,1-1-1,-1-1 0,-1 1 0,13-18 0,-16 19 66,-1 1 0,0-1 0,-1-1 1,1 1-1,-2 0 0,1-1 0,1-8 0,10-23 1031,7-14 752,-20 51-863,-10 21-693,-15 48-303,3 1 0,-17 105 0,24-103-245,2-6-803,3 0 0,0 124 0,11-120-1485,12 74-1,-13-134 1688,1 1 0,0-1-1,0 0 1,4 10-1,12 12-6338,-3-10-820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159 242 12285,'0'0'8028,"1"-2"-7206,9-24 463,-10 25-1255,0 0 1,1 1-1,-1-1 1,0 1-1,1-1 0,-1 1 1,1-1-1,-1 1 1,1-1-1,-1 1 0,1 0 1,-1-1-1,1 1 1,0 0-1,-1-1 0,1 1 1,0 0-1,-1 0 1,1 0-1,0-1 0,0 1 1,1-1 69,0 0-45,0-1-1,0 0 1,0 0 0,0 1 0,-1-2-1,1 1 1,-1 0 0,1 0 0,-1 0-1,0-1 1,0 1 0,2-5 0,-2 4-172,-1 2 89,0 0 0,0 0 0,-1 0-1,1 0 1,0 1 0,0-1 0,-1 0 0,1 0 0,-1 0-1,1 0 1,-1 1 0,1-1 0,-1 0 0,1 0-1,-1 1 1,0-1 0,-1-1 0,1 1-76,0-1 27,-1 0-1,1 0 1,-1 1 0,1-1 0,-1 1 0,0-1-1,1 1 1,-1 0 0,0 0 0,0 0 0,0-1-1,0 2 1,0-1 0,0 0 0,0 0 0,-3 0-1,0 0-57,-1 1 0,1-1 0,0 1-1,0 0 1,0 0 0,-11 2 0,8 0 75,-1 0 0,0 1 0,1 0 0,-1 0 0,1 1 0,0 0 0,0 0 0,-10 8 1,16-10 129,-1 0 0,0 1 0,1-1 0,0 1 0,-1 0 0,1 0 0,0 0 1,0 0-1,1 0 0,-1 0 0,1 0 0,-1 1 0,1-1 0,0 1 0,0-1 0,0 7 1,1-7-12,0 0 0,0-1 0,0 1 0,0 0 0,1-1 1,0 1-1,-1 0 0,1-1 0,0 1 0,0-1 0,0 1 1,0-1-1,1 1 0,-1-1 0,1 0 0,-1 0 0,1 0 1,0 0-1,0 0 0,0 0 0,0 0 0,5 3 0,0-1 61,1 0 0,0 0 0,0 0-1,1-1 1,-1 0 0,1-1-1,0 0 1,-1 0 0,1-1 0,0 0-1,0-1 1,11 0 0,11-2 150,0-2 0,35-8 0,-47 8-138,3-1-115,0 0 0,0-2-1,24-10 1,-37 13-209,0-1 1,-1 0-1,1 0 1,-1 0-1,0-1 1,-1 0-1,1-1 1,-1 0-1,9-10 1,-12 9-100,0 1 1,-1-1-1,0 0 1,0 0-1,0 0 1,-1-1 0,-1 1-1,1 0 1,-1-1-1,0 1 1,-2-16 0,3-3-69,-2 21 441,0 0-1,-1 0 1,1 0-1,-1 0 0,0 0 1,-3-7 4078,7 16-3167,10 17-595,-1 0-1,-1 1 1,0 0 0,-2 0 0,0 1 0,-1 1 0,-2-1 0,0 1-1,3 35 1,-6-34-770,-2 0 1,-1 0-1,-1 0 0,-1 0 0,-8 38 0,9-55-181,-1-1 1,0 1-1,0-1 0,0 0 1,-1 0-1,0 0 0,-6 7 1,6-8-620,0-1 0,-1 0 0,1-1 0,-1 1 0,0-1 1,-5 4-1,-19 10-10343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0 18358,'6'6'625,"0"0"1,0 0 0,-1 1 0,0 0-1,0 0 1,-1 0 0,0 0 0,0 0-1,-1 1 1,5 15 0,-1 2 439,-1 0 1,3 33-1,-1 27-71,-4 0 0,-3 1 1,-18 145-1,-1-112-1209,-6 0 1,-40 122 0,41-171-1324,-59 123 1,58-148-228,-2-1 0,-2-1 0,-52 61 0,-16-1-5337,-2-9-4448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10205,'0'0'6400,"-4"2"-5582,-2 4-600,0-1 1,1 1 0,-1 1-1,1-1 1,1 1-1,-1 0 1,1 0-1,-6 13 1,-2 7 273,-10 34 0,15-38-115,0 0 0,2 1 0,1 0 0,-2 31 0,6-52-306,1 0 0,-1 0 1,1 0-1,0 0 0,0 0 0,0 0 1,0 0-1,1 0 0,2 4 1,0-1 104,-3-2 179,1-3 22,22 9 275,-21-10-252,-3 1-382,0 0-1,1 0 0,-1 0 1,1 0-1,-1 0 1,1 0-1,-1 0 0,1 0 1,0 0-1,0 0 0,-1 0 1,1 0-1,0 0 1,0-1-1,0 1 0,0 0 1,0-1-1,0 1 1,0-1-1,0 1 0,0-1 1,0 1-1,2 0 0,27 7 88,-19-8-83,0 0 1,1 0-1,-1-1 1,0-1 0,0 0-1,20-6 1,-7 2-17,243-81 70,-217 68-87,134-33-1990,-156 45 632,12-2-5954,-33 8 3909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8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9681,'4'0'1727,"-1"-1"1,1 1-1,-1 1 1,1-1-1,-1 0 1,1 1-1,4 1 1,0 0-3334,-6-1 2447,-4-3-3046,-9-5-1012,3 2-1844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3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9545,'-17'3'4488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3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9377,'-17'0'11081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03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3854 403 6373,'-2'2'699,"-8"12"208,4-4 4799,21 5 2900,-23-22-8541,4 3-11,-1 0-1,1 1 0,-1 0 1,-10-6-1,-13-2 106,-43-12-1,57 19-112,0-1 0,-13-7 0,-26-7 65,-26-5 53,46 14-112,-1 0-1,-36-4 0,21 5-91,30 5 92,-34-3 0,-241-25-161,258 27 102,-56-18 1,83 21 3,-35-10 17,-16-5 16,-80-11-1,15 8 28,-32-8-28,-25-3-57,65 10 30,51 7 29,48 9-41,0 1-1,-26-2 1,-24 0 164,-26-2-238,-76 20 87,107-6-17,-272 43-37,-88 30-1,388-71 37,-89 14 52,101-18-16,-31 10 0,11-3-55,-26 11 123,30-12-100,-49 20 1,85-29-19,-1-1 23,0 1-1,0 0 0,0 0 1,-1 0-1,1 1 1,1-1-1,-1 1 0,0 0 1,0 0-1,-5 5 1,-33 28-21,26-21 14,12-11 16,0 0 0,1 1 0,-1-1 0,1 1 0,-1 0 0,1 0 0,-5 9 0,8-13-4,-1 1 1,1 0-1,-1 0 0,1-1 1,-1 1-1,1-1 0,-1 1 1,0 0-1,0-1 0,1 1 1,-1-1-1,0 0 0,0 1 1,1-1-1,-1 1 0,0-1 0,0 0 1,-1 1-1,-1 0-1,-2 1 1,1 1 0,0 0 0,0 1 0,0-1 0,0 1 0,-5 6-1,8-8 14,-12 24-62,8-15 61,0 1-1,1-1 0,0 1 1,1-1-1,1 1 0,0 0 0,0 0 1,1 1-1,1 20 0,7 11-99,-2-17 76,1 13-13,20 65 0,-2-9 7,-18-74 17,1 0-1,18 35 1,3 11-30,-21-51 23,1 0-1,0-1 0,1 0 1,1 0-1,0-1 0,22 24 1,-16-21-4,0-2 0,1 1 1,0-2-1,29 20 0,-3-5-6,-15-10 2,50 26 1,232 97-109,-221-108-68,2-4-1,186 37 1,-193-58 174,122-2-1,-27-18-4,-63 2 14,12-5-26,-83 6 42,306-38-127,-179 23-187,-1-8-1,202-62 1,-332 80 242,61-22 56,-29 6-104,-34 14 113,-1-1 1,-1-3-1,0 0 1,42-30 0,-60 34-17,27-19 329,68-63-1,-107 88-125,0 0 0,10-16 0,-4 5-66,-13 18-119,1 0 0,-1 0-1,1 0 1,-1 0 0,0 0-1,1 0 1,-1 0 0,0 0-1,0 0 1,0 0 0,0 0-1,0-1 1,0 1 0,0 0-1,0 0 1,-1-2-1,1-2-1,11-79 150,-8 67-138,0-1 0,10-27 0,-1 4 86,-11 39 146,9-25-187,-7 9 26,-1-1-65,7-14 64,-8 29 23,-6-13 188,0 3-120,4 11-5,-1 0-15,-29-41 344,29 42-446,1 0 5,-1-1 38,-1 0 1,1 0-1,0 0 1,0 0-1,0-1 1,1 1-1,-1-1 0,1 1 1,0-1-1,0 1 1,0-1-1,0 0 1,0-5-1,-7-17 14,8 23 31,-3-14-15,2 11-74,0 1 0,0-1 0,-1 1 1,-4-10-1,3 9-50,3 3 118,-1 3-114,0-1 0,0 0 1,0 1-1,1-1 0,-1 0 0,0 0 0,1 0 0,-1 1 0,0-1 1,1 0-1,-1 0 0,1 0 0,0 0 0,-1-2 0,-5-8 219,-28-28 1097,32 37-1165,0 0-114,-24-43-488,25 43 491,-7 1-5821,4 0 4951,0 0 0,1-1 1,-8-2-1,-1-1-1323,-3-1-3245,3 3-3063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0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3744 243 6365,'0'0'115,"0"-1"1,0 1 0,0-1 0,0 1 0,0-1 0,0 1-1,-1 0 1,1-1 0,0 1 0,0-1 0,0 1 0,0 0-1,-1-1 1,1 1 0,0-1 0,0 1 0,-1 0 0,1-1-1,0 1 1,-1 0 0,1 0 0,0-1 0,-1 1 0,1 0-1,0 0 1,-1-1 0,1 1 0,-1 0 0,1 0 0,0 0-1,-2 0 1,-12 4 5440,-8 3-4751,-61-18 1251,-310-50 815,117 14-2405,112 20-239,-43-6-136,107 19-37,-351-30 160,374 41-200,26 0 6,1 2 0,-69 8 0,-73 11-22,5-1 4,50 0 19,-115 18-4,106-10-31,0 6 0,-147 52 0,102-15 132,186-65-119,0 0 1,0-1-1,1 1 1,-1 1-1,1-1 1,0 1-1,0-1 0,0 1 1,0 0-1,1 1 1,-1-1-1,1 1 1,-3 5-1,-4 9-6,-16 42-1,13-26 11,5-14-3,2 0-1,-8 43 1,4-15-21,-15 69-6,20-89 19,1 1-1,2-1 1,2 42 0,1-49 7,2 0 1,1 0-1,1-1 1,0 1-1,2-1 1,13 29-1,-10-26 5,-7-15-2,2 1 0,-1 0-1,1-1 1,1 0-1,-1 0 1,10 10 0,3 0-3,1 0 0,1-1 0,1-1-1,0 0 1,1-2 0,1-1 0,0-1 0,1-1 0,49 18 0,-18-13-8,102 15 0,59-6-64,-75-14 70,111 14-154,-97-9 123,-31-3-52,18 4 91,125 20-166,-163-26 247,-47-6-67,42 2-16,139-8-1,-233-1-5,449-21-130,-439 21 129,264-20-26,-144-2-18,-37 4-12,-58 12 72,0-2 0,40-15 0,75-35-22,167-87 97,-309 139 1,-1-1 0,0-1-1,0 1 1,0-2 0,-2 0 0,1 0-1,9-13 1,-14 16-55,-1 0-1,-1 0 1,1 0-1,-1-1 1,0 0-1,-1 1 1,0-1-1,0-1 1,-1 1-1,0 0 1,0-1-1,-1 1 1,1-12-1,9-93 414,-2-30 117,-15 107-136,1 13-88,4 11-196,0 0 1,0 0-1,-1 0 0,-1 0 1,0 0-1,-1 0 1,0 1-1,-1-1 1,0 1-1,-7-11 1,4 9-101,1-1 1,0 0 0,1 0 0,-7-24-1,0 1 41,12 36-82,-1-8 25,-2 0 1,1 0-1,-1 0 0,-1 1 0,0-1 1,0 1-1,0 0 0,-1 1 0,-10-10 0,-18-22 64,26 30-48,1 0 0,-2 0 0,-15-14 0,2 1 67,20 19-103,0 0 0,0 0-1,0 1 1,-1-1 0,0 1 0,1 0 0,-7-4 0,-25-19 120,27 19-115,0 1 0,0 0-1,0 0 1,-9-4-1,-23-9 51,19 7 9,-1 2-1,0 0 0,-39-10 1,26 11-47,31 7 3,1 0 44,-56-17 479,55 17-494,-12-2 98,-1-2-58,13 4-1,-1 1-4,-62-11 420,64 11 79,-13-6-443,1 1-109,11 4 30,0 1-54,0-2-7,-1 0 2,-18-1 7,7 4-154,0 0-1,1 1 0,-1 1 0,1 0 0,0 1 0,-16 6 0,29-9 107,-104 44-2981,8-4-760,-45 15-5707,75-29-789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37 6277,'-12'-35'9341,"-10"34"-7961,17 1-1264,0-1 0,-1 1-1,1 0 1,0 0 0,0 1 0,0 0 0,0 0 0,0 0 0,0 0-1,-7 4 1,-7 5 143,2 1-1,0 0 1,0 1-1,1 1 1,0 1-1,1 0 0,1 1 1,0 1-1,1 0 1,-19 31-1,10-8 43,0 1 1,3 1-1,-27 82 0,30-68-74,3 1-1,-8 57 1,17-75-157,1 1-1,2-1 1,1 0 0,7 40 0,-2-46-229,1 1 0,2-1 0,1-1 0,1 0 0,20 39 0,-26-61-244,2 0-1,-1-1 1,1 0 0,13 14 0,8-1-2316,-24-19 1830,1 0 1,0 0-1,0 0 0,-1-1 0,1 0 1,5 2-1,16-2-7566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13573,'32'-7'1658,"-25"6"-990,0-1 1,0 1-1,-1-1 0,1 0 0,10-6 0,-6 3 58,-1 0 0,1 1 0,0 0-1,0 0 1,1 2 0,-1-1-1,1 1 1,-1 1 0,1 0-1,12 1 1,-21 1-700,-1 0-1,1 0 0,-1 0 1,1 0-1,-1 1 1,0-1-1,0 1 1,1 0-1,-1-1 1,0 1-1,2 3 1,-4-2-78,-1 1 0,1-1 0,0 1 0,-1-1 0,0 1 0,0 0 0,0-1 0,0 0 1,-1 1-1,-2 4 0,-2 6-149,-10 32-588,7-24 453,2 0 0,0 0 0,1 0 0,1 1 0,-3 42 0,8-62 369,1-1 0,-1 1 0,1-1 0,-1 0 0,1 0 0,0 1 0,0-1 0,0 0 0,0 0 0,0 0 0,1 0 0,-1 0 0,1 0 0,-1 0 0,1 0 0,-1-1 0,1 1 0,0 0 0,0-1 0,0 0 0,0 1 0,0-1 0,0 0 0,1 0 0,-1 0 0,0-1 0,0 1 0,5 0 0,6 3 200,1-1 1,0-1-1,21 1 0,-30-3-231,0 1 30,33 2-162,1-1 0,-1-2-1,72-10 1,-105 9-188,1-1-1,-1 1 1,1-2-1,-1 1 1,0 0-1,0-1 1,0 0-1,0 0 1,-1-1-1,9-7 1,19-26-9367,-17 19 502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19650,'10'6'2207,"0"1"0,17 15 0,-22-18-1918,-1 1 0,1 1 0,-1-1 0,0 1 0,0-1 0,0 1 0,-1 0 0,0 0 0,0 1-1,3 10 1,1 13 91,-2-1 0,0 1 0,-2 0-1,-1 48 1,-16 122 120,10-161-522,-54 308-3641,51-322 2586,0-1 0,-2 0 1,-1 0-1,-19 34 0,-30 36-8453,27-52-735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1 9753,'-8'0'456,"1"1"1,-1 0 0,0 0-1,1 1 1,-1 0-1,1 1 1,0 0-1,0 0 1,0 0-1,0 1 1,0 0 0,-9 7-1,-7 8 549,1 0-1,-19 23 0,32-33-793,-139 153 2123,111-117-1419,-58 95 0,79-113-738,2 1 1,1 0 0,1 1 0,1 0-1,-7 34 1,14-42-173,1 0 0,0 0 0,2 0 0,0 1 0,1-1 0,2 0-1,0 0 1,7 31 0,-6-40-147,1 0 0,0 1 0,0-1 0,2-1 0,-1 1 0,1-1 0,1 0 0,0 0 0,15 16 0,-16-20-270,1-1-1,-1-1 1,1 1-1,0-1 0,0 0 1,11 5-1,-11-7-508,1 0 0,-1 0 0,1-1-1,-1 0 1,1 0 0,0-1 0,13 1-1,25-6-8602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1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7441,'1'-2'194,"0"1"1,-1-1 0,1 1 0,0-1 0,0 1-1,0 0 1,0-1 0,0 1 0,0 0-1,0 0 1,0 0 0,0-1 0,1 1 0,-1 0-1,0 1 1,1-1 0,-1 0 0,1 0-1,-1 1 1,1-1 0,-1 0 0,1 1-1,-1 0 1,1-1 0,0 1 0,-1 0 0,1 0-1,0 0 1,2 0 0,-2 0 96,0 0-1,0-1 1,0 1 0,0 0 0,0-1 0,-1 0-1,1 1 1,0-1 0,3-1 0,8-4 854,0 3-325,-8 2-465,0 0 1,0 0-1,0-1 0,0 0 1,0 0-1,-1 0 1,7-4-1,-4 2 223,0 1-1,0-1 1,1 1 0,-1 0-1,1 1 1,14-3 0,54-5 2106,-24 5-1383,-49 4-1033,1 3-288,0-1 0,0 1-1,-1 0 1,1 0 0,4 3-1,-10 0-298,1 0 0,-1-1 0,0 1 0,-1-1 0,1 1 1,-1-1-1,-6 8 0,1-1-284,-73 95-4589,23-34 2208,40-50 3205,18-22-161,0 1 1,0 0 0,-1 0-1,1 0 1,0 0 0,0 0 0,0 0-1,0 0 1,1-1 0,-1 1-1,0 0 1,0 0 0,0 0-1,1 0 1,-1 0 0,0-1-1,1 1 1,0 1 0,-1-1 92,1 0-45,-1 0 0,1 0 0,-1 0 0,1 0 0,0 0 1,-1 0-1,1 0 0,0 0 0,0 0 0,-1 0 0,1 0 0,0-1 1,0 1-1,0 0 0,0-1 0,0 1 0,0-1 0,0 1 0,0-1 1,0 1-1,0-1 0,1 0 0,0 1 0,36 3 1317,-13-3-142,68 4 1841,-2-2-1070,-25-1-740,-47-3-1336,-35 14-991,8-7 186,-1-1 1,0 0-1,-1 0 0,1-1 0,-1-1 0,-16 5 1,-34 1-8241,13-3-3227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 16237,'26'14'2400,"-21"-11"1753,-5 1-2446,14 188 2851,-6-120-3695,-2 84 0,-11-77-804,-3 1-1,-4-2 1,-3 1-1,-3-2 0,-42 109 1,42-141-1201,-1-2 1,-3 0-1,-47 70 1,49-86-1709,-2 0 1,-1 0-1,-33 27 0,-5-1-9333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3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5513,'7'9'3720,"-6"-8"-3119,-1-1 1,1 0-1,-1 0 0,1 0 0,-1 1 0,1-1 0,0 0 0,-1 0 0,1 0 0,-1 0 0,1 0 0,-1 0 1,1 0-1,-1 0 0,1 0 0,0 0 0,-1 0 0,1 0 0,-1-1 0,2 1 0,5-3 2631,6-2-5998,16-4 2851,-26 8 106,-5 2-339,-17 16 85,17-15 97,4-4-46,99-51 71,-86 45-58,-1-1-1,0-1 1,25-22-1,-37 31-45,-2 0-10,1 0 1,0 1-1,0-1 0,0 0 0,0 1 0,0-1 0,-1 0 0,1 0 0,0 0 0,-1 0 1,1 0-1,-1 0 0,1 0 0,-1 0 0,1 0 0,-1 0 0,0 0 0,0 0 0,1 0 1,-1-3-1,0-21-1370,-1 17 1415,1 5-606,-3 3-1025,-9-3 1379,-22-8-9274,14 2 4737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49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12729,'29'-20'9166,"-44"20"-20486,1-3 3729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12741,'0'0'9198,"1"2"-9008,8 20 59,-7-20 578,0-2-829,25 5 9,-25-4 408,-10-27-6481,6 20 4929,1 3-1412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1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23 13489,'-20'-9'1907,"20"9"-1785,-1 0 0,0 0 0,1 0 0,-1 0 0,1 0 0,-1 0 0,0 0 0,1 1 0,-1-1 0,0 0 0,1 0 0,-1 1 0,1-1 0,-1 0 0,1 1 0,-1-1 0,1 0 0,-1 1 0,1-1 0,-1 1 0,1-1 0,-1 1 0,1-1 0,0 1 0,-1-1 0,1 1 0,-1 1 0,1-2-92,0 0 1,0 1-1,0-1 1,0 0 0,0 1-1,0-1 1,-1 0-1,1 1 1,0-1 0,0 0-1,0 0 1,-1 1-1,1-1 1,0 0-1,0 0 1,-1 1 0,1-1-1,0 0 1,0 0-1,-1 0 1,1 0 0,0 1-1,-1-1 1,1 0-1,0 0 1,-1 0-1,1 0 1,0 0 0,-1 0-1,0 0 1,-3-6-1125,-4-4-531,0 3-4691,-1 0-1425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2 10117,'-3'-1'2183,"-1"1"-1771,1-1 0,-1 1 1,1 0-1,-1 0 0,1 0 0,-1 1 0,0-1 1,1 1-1,-1 0 0,-4 1 0,-33 21 1401,36-20-1690,-39 26 417,2 2 1,1 3 0,2 0-1,1 3 1,2 1-1,1 2 1,2 1 0,3 2-1,1 1 1,1 1 0,3 1-1,2 1 1,-23 70-1,38-93-444,1 1-1,1-1 1,2 1-1,0 1 1,0 49-1,4-55-202,2 0 0,1 0 0,0-1 1,1 1-1,1-1 0,1 0 0,1 0 0,9 18 0,-12-28-174,1-1-1,1 1 1,-1-1 0,2 0-1,-1-1 1,1 1 0,0-1-1,0 0 1,12 7-1,-12-9-471,0-1 0,0 0 0,0 0 0,15 5 0,-16-8-281,0 1 1,0-1-1,1 0 0,-1 0 1,0 0-1,12-2 0,22-7-8116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5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0 13349,'-53'113'6682,"24"-56"-5577,2-3-191,-21 46 407,40-81-1091,6-15-99,0 0-1,0 0 0,1 0 0,-1 0 0,1 1 0,0-1 1,0 0-1,-1 9 0,2-11-31,0 1 1,0 0-1,0-1 1,0 1-1,1 0 1,-1-1-1,1 1 1,-1-1-1,1 1 0,0 0 1,0-1-1,0 0 1,0 1-1,1-1 1,-1 0-1,1 1 1,-1-1-1,1 0 1,0 0-1,0 0 1,0-1-1,0 1 0,0 0 1,3 1-1,1 0-11,0-1-1,0 0 0,0-1 0,1 1 0,-1-1 0,1 0 1,-1-1-1,0 0 0,12 0 0,19-3-166,-1-2-1,0-1 1,0-1-1,0-3 1,38-14 0,-66 20-400,0 1 1,-1-1 0,15-9-1,-4-4-2936,-6-5-5372,-8 8-1768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0 7685,'1'1'97,"0"-1"0,-1 0 0,1 0 0,0 1 0,-1-1 0,1 0-1,0 1 1,-1-1 0,1 1 0,-1-1 0,1 1 0,-1-1 0,1 1 0,-1-1 0,1 1 0,-1 0 0,0-1 0,1 1 0,-1 0 0,0-1 0,1 1 0,-1 0 0,0-1 0,0 1 0,0 1 0,-9 12 2367,7-12-2175,0-1 1,0 1-1,0 0 1,1 0-1,-1 0 1,1 1-1,0-1 1,0 0-1,0 0 1,-2 4-1,-45 152 6654,27-99-5852,-21 110 0,36-134-1701,-15 80-517,10-78-2428,-3 0-3336,5-20-2921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15601,'3'4'405,"-2"-3"-280,0-1 0,0 1 1,-1-1-1,1 1 0,0 0 1,-1-1-1,1 1 0,-1 0 1,1 0-1,-1-1 0,1 1 1,-1 0-1,1 0 0,-1 0 1,0 0-1,1-1 0,-1 1 1,0 0-1,0 0 0,0 0 1,0 0-1,0 0 0,0 0 1,0 0-1,0 0 1,0 0-1,0 0 0,0-1 1,-1 1-1,1 0 0,0 0 1,-1 0-1,0 1 0,1 1 148,-1 0 1,1 1-1,-1-1 0,1 0 0,0 0 1,0 1-1,0-1 0,1 0 0,-1 0 1,1 0-1,2 6 0,-1-1 205,21 98 2816,-5-29-1725,15 139-1,-29-112-1257,-4 1-1,-5-1 1,-21 115-1,6-109-2105,-40 126 0,-7-60-3415,11-66-3049,13-33-3395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6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 10321,'0'0'4221,"-3"2"-2499,-13 7-1092,0 1-1,1 0 0,1 2 1,0-1-1,0 2 1,-12 14-1,1 3-140,1 0-1,-20 33 0,16-17-99,3 1 0,1 1-1,-28 84 1,40-92-285,1 1 0,2 0 0,2 1 0,2 0 1,-1 49-1,7-72-214,0 1 0,1-1 0,0 0 0,2 0 0,0 0-1,2 0 1,0 0 0,1-1 0,0 0 0,11 17 0,-16-32-154,0 0 0,0 0 0,0 0 0,1-1 0,-1 1 1,1-1-1,-1 1 0,1-1 0,0 0 0,0 0 0,-1 0 0,2-1 0,-1 1 0,0-1 0,0 1 0,5 0 0,17-1-6111,0-5-2883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16069,'2'7'2611,"1"-10"-552,14-10 212,3 4-1057,0 2 0,1 0 0,0 2 0,27-5 0,85-3 465,-100 12-2492,-9 0-1498,-7 0-3014,-37-8-14001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6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0 10181,'-8'3'404,"0"0"0,1 1 0,-1 0 0,1 0 0,0 0-1,1 1 1,-1 0 0,1 0 0,-1 1 0,2-1 0,-9 11 0,-39 45 1054,52-59 150,-5 12-115,6-14-1387,0 1 1,-1 0-1,1-1 1,0 1-1,0 0 1,-1-1-1,1 1 1,0 0-1,0 0 1,0-1-1,0 1 1,0 0-1,0-1 1,0 1-1,0 0 1,0 0-1,1-1 1,-1 1-1,0 0 1,0-1-1,1 2 1,123 49 5376,-37-16-3898,-84-34-1536,0 1 0,0-1 1,0 1-1,0 0 0,0 0 0,0 0 1,0 0-1,-1 0 0,1 0 0,-1 1 1,4 4-1,-5-5-55,0 0 0,0-1 1,-1 1-1,1 0 1,0 0-1,-1 0 0,1 1 1,-1-1-1,0 0 0,0 0 1,1 0-1,-1 0 0,-1 0 1,1 0-1,0 0 1,0 0-1,-1 1 0,1-1 1,-1 0-1,0 0 0,-1 2 1,-4 11-644,-2 0 1,0 0-1,0-1 0,-1 0 1,-1-1-1,0 0 1,-1 0-1,-13 11 1,-45 28-9279,35-29-790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3:37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14637,'2'7'1155,"1"0"-1,-1 0 0,1 0 0,1-1 1,6 11-1,25 29 2230,-25-34-2606,0 2 0,14 22 0,-13-10-411,0 1 0,-2 0-1,-2 1 1,0 0 0,-1 0-1,-2 0 1,-1 1 0,-1 39-1,-3-36-444,-1-1 0,-2 1 0,-1-1-1,-1 0 1,-12 36 0,-1-10-1699,-50 99 0,44-110-1105,-44 61 0,-3-13-4537,10-21-2972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2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14773,'-14'3'8253,"5"8"-19754,-2 4 2960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6:5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10497,'-23'17'9990,"41"-17"-10122,-5 3 83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9:26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5599 490 5284,'0'0'4466,"3"0"-3993,3-1-152,0 0 0,0-1 0,0 1 0,0-1 0,-1 0 0,1 0 0,0-1 0,-1 0 0,0 0 0,1 0 0,-1-1 0,0 1 0,-1-1 0,6-6 0,0-1 6068,-11 10-6227,-21-11 76,20 11-102,-25-11 346,-4 6-159,-40-14 0,10 3-116,-46-20 111,87 27-99,-20-5-286,23 10 83,0 0 1,-19-10 0,0 1-62,-27-8 39,-224-76 45,212 77-30,-145-22 0,-12 15-8,174 23 102,-163-21-44,119 17-130,49 6 79,-330-6 185,273 9-235,-25 9 70,34 0-41,-106 7-6,183-15 10,-115 10 2,-34 1 12,148-10 31,-30-2 1,-11 1-53,-95 1 30,-63 4 5,62-6 11,-217 20-31,57 3-43,244-21 196,-32 4-185,69-3 32,-43-3-1,-2 0-99,45 2 145,9-2-63,0 2 0,0 1 0,0 1 0,-62 18 1,60-11 20,22-8 1,0 0 1,1 2-1,-1-1 0,-15 10 1,-21 9 31,37-19-43,1 1 1,0 0 0,-15 9 0,-20 12-28,1-2 19,2 1-23,32-20 36,0 1 0,0 0 0,1 0 0,-17 15 0,-74 64-26,93-78 24,0 1 1,1 0-1,0 0 0,0 0 1,1 1-1,0-1 0,1 1 1,0 1-1,0-1 0,1 0 1,-3 14-1,5-17 5,1 0 1,0 0-1,1 0 1,-1 0-1,1 0 1,0 0-1,1 0 1,-1 0 0,4 8-1,4 18-12,-6-24 10,-1-1 0,1 1 0,1 0 0,-1-1 0,1 0 0,6 8 1,11 22 10,-16-27-5,0-1 0,1 0 1,0 0-1,11 12 1,9 14-36,-17-24 30,1 0 0,1 0 0,0-1 0,0 0 0,1-1 0,21 12 0,0-2 15,1-1 0,54 19 1,-61-29 52,40 8 0,-28-7-116,21 1 32,0-2 0,105 1 0,-113-8-14,132 4 70,227 11-21,-300-10-90,129 14 61,-214-17 65,339 59-134,-281-48 53,-47-9 25,69 19 1,-63-12 2,0-3 1,76 7 0,4 0-15,197 31 7,-242-36-15,70 4 7,206-4 1,148-33-179,-292 9 117,238-18-1,-268 30 81,-85-3-4,36-4-9,-46 3 52,23-3-35,-94 6-2,0-1 1,0 0-1,0-1 0,0-1 0,18-8 0,-3 0 3,38-10 0,-18 6-13,18-3 28,-48 16-11,33-13-1,-45 14 71,0 0-1,-1 0 1,0-1-1,0 0 1,0 0-1,0-1 1,-1 0-1,8-8 1,8-25 1617,-19 36-1276,-4 0 7,-7-17 161,7 15-460,0-1-1,0 1 1,0 0-1,-1 0 1,-3-5 0,-3-4 99,0 0 0,2-1 0,-11-24 0,9 20 25,-18-31 0,6 16-157,-2 1 0,-1 0 0,-2 2 0,-1 1 0,-34-28 0,16 12-70,35 34-33,0 1 1,-14-11-1,-2-5-16,14 13-171,-6-11-4442,18 23 4351,-1 0 0,0 1-1,0-1 1,0 1 0,0-1 0,1 1-1,-1-1 1,0 1 0,0-1-1,0 1 1,0 0 0,0 0 0,0 0-1,0-1 1,0 1 0,-2 0-1,-1 0-817,-16-3-5284,0 0-3921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1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12 7121,'-2'1'156,"1"-1"1,0 1 0,-1 0-1,1 0 1,-1-1 0,1 1-1,-1-1 1,1 1 0,-1-1-1,1 0 1,-1 0 0,0 0 0,1 0-1,-1 0 1,-4 0 5485,8-1-5243,15-8 1061,-16 4 428,-12 3-1235,7 2-575,1 0-1,0 0 1,0 1 0,-1-1-1,1 1 1,0 0-1,0 0 1,0 0 0,0 0-1,0 1 1,-4 2-1,-32 23 382,29-19-235,-10 8 56,18-14-174,0 0-62,-9 4 36,1 1 0,0 1 0,1-1 0,0 1 0,0 1 1,0 0-1,1 0 0,1 1 0,0 0 0,0 0 0,1 1 0,-8 15 1,-4 15-4,2 0-1,-12 47 1,-9 64 48,27-108-104,-6 15 31,9-37-27,1-1 1,-5 41-1,7-11 15,-12 208 70,8 114 39,7-341-156,-4 80 90,1 194-105,5-285 15,7 309-3,-9-311 32,-12 201-3,1 9 67,27-19-53,-11-179-34,12 134 46,-12-104-70,1 55-19,1-72 53,-4-36-10,-1-1 0,0 1 0,0 0 1,-1 13-1,0-9 7,1 0 0,0 0 0,4 22 0,2 11-26,-2 10-66,22 92 0,-25-137 95,0 0-22,1 1 0,1 0 1,4 10-1,-7-19 106,0 2-104,-1 0 6,1 0 0,0-1 0,0 1 0,1 0 0,-1-1 1,1 1-1,3 6 0,3 5-12,-7-12-4,5 11-2,1-2 4,-5-9 3,-2-1-21,5 27 31,-5-26 2,13 22-57,4-6 65,-15-17 9,10 24 0,15 26 75,-26-49-94,11 3-49,0 3 42,-10-7 20,-1 0-35,1 2 25,1 0 1,-1 0-1,1 0 1,0-1 0,0 1-1,0-1 1,1 0-1,5 5 1,-7-7-3,1 0-4,0 0 10,0 0-1,0 0 1,0 1 0,-1-1 0,1 1 0,3 2-1,-1-1 3,-2-2 13,0-1-10,33 0-1,-32 0-1,13-3 20,8-3 15,1-1 0,-1-1 0,27-13 0,-44 18-38,15-9 29,1-1-1,-2-1 1,30-24 0,-44 31 15,0 0 1,-1-1-1,0 0 0,12-17 0,-10 12-15,-7 11-17,-1-1 1,27-48 111,-5 11-20,-22 37-104,1 1 0,-1 0 0,1 0 0,0 0 0,-1-1 0,1 2 0,0-1-1,0 0 1,1 0 0,-1 1 0,0-1 0,0 1 0,6-3 0,-6 3 8,0-1-1,0 0 1,0 0 0,0 1-1,0-1 1,0-1-1,0 1 1,0 0-1,-1 0 1,3-5 0,-1 2-8,3-3 43,2 0-2,-2 0 1,1 0-1,-1-1 0,-1 0 0,0-1 0,0 1 0,0-1 0,-1 0 0,4-17 1,-4 10-43,1 0 0,8-20 0,3-9 23,24-65-6,-24 61 56,-10 36-55,-1-1-1,5-25 1,33-180 494,-39 200-355,2-39 0,-2 12 41,0 22-55,-1-1 1,-1 1-1,-3-51 1,0 56-87,2 1 0,2-20 0,0 21 51,-2 1 0,-1 0 0,-2-32 0,0 18 5,1 0-1,1 0 0,7-43 1,-3 36-5,-2-70 0,-4-66 122,-16-35 126,11 170-317,2 11-56,-3-52-1,8 59 17,6-182-46,-2 154 104,7-126 102,-14 108 173,-13-76 0,14 130-314,-1 1 1,-1-1 0,-8-18-1,-8-27 2,16 45-6,0 1-1,-10-20 0,9 21-5,0 0 0,1 0 1,-4-16-1,-4-21-35,7 31 44,1-1 1,-3-31 0,5 7-36,-19-224 348,18 239-293,3 21-32,-1 1 0,1 0-1,-1 0 1,0-1 0,-1 1 0,1 0 0,-1 0 0,0 0 0,-3-4-1,-6-13 55,7 14-41,0 0-1,0 1 0,-1 0 1,0 0-1,-10-12 0,4 8-6,-4-4-17,-1 0 0,-19-14 1,30 26 3,0-1 0,0 1 0,0 0 0,-1 1 0,1-1 0,-1 1 0,0 0 0,0 0 0,0 1 0,0 0 1,0 0-1,-7 0 0,-110 10-57,-10 2-794,100-6-137,30-4 279,-9 8-7063,9-7 6750,0 0 0,1 0 1,-1 0-1,1 1 0,-1-1 1,1 1-1,-2 4 0,-3 7-7214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19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98 14425,'-2'0'203,"-1"0"147,1 0 0,-1 0 0,0 0 0,1 0-1,-1 0 1,1-1 0,-1 1 0,1-1 0,-1 0-1,1 0 1,-1 0 0,-4-3 5611,19-8-3619,-10 10-1960,6-3 30,0 0 0,-1 0 0,1 1 0,1 0 0,-1 1 0,0 0 0,1 0 0,12-2 0,3-1 93,18-5-320,59-10 0,-99 21-563,1 0 0,0 0 0,0 1 0,-1-1 0,1 0 0,0 1 0,-1 0 0,1-1 0,3 3 0,-5-3-502,-17 9-2009,6-3 1107,1 2-1,1-1 1,-16 17-1,10-10-1493,-25 21-7879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1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0 208 19430,'7'-15'943,"-6"12"-705,0 0-1,0 0 1,0 1 0,0-1-1,1 1 1,-1-1 0,1 1-1,0-1 1,0 1 0,0 0 0,0 0-1,0 0 1,0 0 0,0 0-1,1 1 1,3-3 0,-4 3-52,144-83 7516,-110 66-8330,0 2-1,49-16 1,-76 31-7478,-17 5 1711,-1 0 4932,-26 9-10006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20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22 9709,'-29'6'11605,"26"-6"-11464,-12 1-79,1 0 0,0 2 0,-1-1-1,1 2 1,0 0 0,0 0 0,1 1-1,-20 11 1,-103 68-13,113-69-11,4-1 1,1 1 1,-18 20-1,35-34-25,0 1 1,0-1-1,0 1 0,0 0 0,0 0 1,0-1-1,1 1 0,-1 0 0,1 0 1,-1 0-1,1 0 0,0 1 0,-1 1 21,1-4-25,1 1 0,-1-1 0,0 1 0,1-1 0,-1 1 0,0-1 0,1 1 0,-1-1-1,1 1 1,-1-1 0,1 0 0,-1 1 0,1-1 0,-1 0 0,1 1 0,-1-1 0,1 0 0,-1 0 0,2 1 0,-1 0 18,3 1-14,0 0 0,0 0-1,0 0 1,1-1 0,-1 1 0,0-1 0,1 0 0,-1-1 0,1 1 0,-1-1 0,1 1 0,-1-1-1,1-1 1,-1 1 0,1 0 0,-1-1 0,1 0 0,-1 0 0,5-3 0,8-1-63,-1-1 0,0-2 0,24-13 0,-27 12-238,0 0-1,-1-1 1,19-19 0,-4 4-316,-13 9 707,0-1 0,-2 0 1,1-1-1,-2 0 0,12-27 1,-22 42 754,14-15 1671,-3 204 428,-1-45-2145,17 231 121,-21-326-879,-5-39-65,-1 0-1,0-1 1,0 1-1,0 0 0,-2 9 1,2-12-83,-1 0 1,0 1 0,1-1 0,0 0-1,0 1 1,0-1 0,1 0-1,1 4 1,-2-7 26,11-27-4628,-12 17 3031,-1 0-1,-1 1 1,0-1 0,0 1 0,-6-16 0,-6-7-9488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2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76 4556,'0'0'1975,"-1"-2"-1111,-12-16 3175,10 17-3264,-26-4 748,27 5-805,-1-1-64,-2 0-363,1-1 0,-1 1 0,0 0 0,1 0-1,-1 1 1,0 0 0,1 0 0,-1 0 0,0 0 0,0 1 0,-6 1 0,0 1 323,0 1 1,0 1 0,-13 7 0,13-7-120,9-4-167,0 0-57,-13 6 659,13-6 330,5-2 5,23-2-430,51-6 52,366-40 1434,4 27-1809,-4 25-124,-439-3-375,-8 0-11,-215-4-219,195 4 211,-483 14-361,188 22-2929,305-34 2815,8-2 55,0 1-1,-1 0 1,1 0-1,0 1 1,0 0-1,0 0 0,0 1 1,0-1-1,-5 5 1,5-4-447,-1 1-393,1 2-5660,-1 4-2954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17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4649 319 4236,'-13'1'502,"1"1"234,0-2 3032,19 1-5012,8 4 12668,-26-8-9495,-3 1-1854,11 1 2,1 0 3,-7-2-10,1 1 0,-1 0 0,1 1-1,-16-1 1,21 2-25,-15-6-45,-94-17 128,69 15-208,-57-13 168,-15-5-70,-67-10 226,110 23-153,-13 1-48,42 7 21,-47-12 0,-63-13 429,60 14-388,24 6 43,-119-3 0,187 13-146,-157 0-100,-371-7 116,297 0 18,221 7-22,-38-3 89,1-2 0,-54-13 0,55 8 2,-80-6 0,91 13-160,-37-1 44,1 3 0,0 3 0,-74 12 0,13-3 27,-53 1 82,152-11-89,0 1 1,0 1 0,1 2-1,-50 14 1,70-16 35,-166 37-130,-190 68 46,328-95 34,-62 21-42,89-28 55,2 0-1,-1 0 1,1 1-1,0 0 1,-17 15 0,18-14-13,1 2 0,0-1 0,0 2 0,1-1 0,0 1 0,0 1 0,-6 12 0,-7 11 42,15-24-33,0 1 1,-8 17 0,9 1 27,6-24 7,-1-3-55,1 1-30,-1 12 32,1 0 0,0-1 0,2 1-1,-1 0 1,2 0 0,0-1 0,1 1 0,1-1 0,0 0-1,14 26 1,-5-6-17,-11-26 22,0 0 1,1 0-1,0 0 1,1-1-1,0 0 1,6 9 0,4 3-1,-9-12 10,0-1 0,0 1 0,1-1 0,13 11 0,0-3 8,0-1 0,1 0 0,0-2 0,1-1-1,1 0 1,0-2 0,0-1 0,1 0 0,0-2 0,38 5 0,75 5 4,96 14-42,-12 1 77,-97-16-110,-45-9 48,11 2-4,321 36 54,-36-31-208,-252-10 137,173-3 71,-70-1-134,576-11-64,-689 5 147,104-8-6,-163 8 36,107-27 0,-101 17-37,-28 9 28,1-1-1,-1-2 1,56-27-1,-50 18 52,52-18 0,-69 30-75,-15 5 21,0 0 0,-1-1-1,0 1 1,1-1 0,-2 0 0,7-6-1,-2 1 20,-7 7-16,1 0 0,-1 0 0,0-1 0,0 1 1,-1-1-1,1 0 0,2-4 0,5-8-56,5-2 15,23-19 0,-13 13 129,-23 21-16,1 1 58,0-1 0,0 1 0,0-1 0,0 0 0,0 0 0,-1 1 0,1-1 0,-1-1 0,0 1 0,1 0 0,0-3 0,0 0-74,0 0 0,-1 0 0,0 1 0,0-1-1,0 0 1,-1 0 0,1 0 0,-1 0 0,0 0 0,-1 0 0,1 0 0,-1 0 0,0 0 0,0 0-1,-1 1 1,1-1 0,-5-9 0,-5-1 130,1-1 0,-2 2 0,0 0 0,-21-20-1,29 30-136,-13-15 223,-21-30 1,23 29-103,-25-26 1,36 42-429,1-1-1,-1 0 1,1 0-1,-5-9 1,6 10-183,0 0 0,0 1 0,0-1 0,-1 1 1,1-1-1,-1 1 0,1 0 0,-1 0 1,0 0-1,0 0 0,-5-2 0,-16-8-2176,-1 2-4275,1-2-2466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2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35 5160,'0'-1'164,"1"0"0,-1 0 0,0 0-1,1-1 1,-1 1 0,0 0 0,0 0-1,0-1 1,0 1 0,0 0 0,0 0-1,0-1 1,-1 1 0,1 0 0,0 0-1,-1-1 1,1 1 0,0 0 0,-1 0-1,0 0 1,1 0 0,-1 0 0,0 0-1,1 0 1,-1 0 0,-3-3 2707,1 22-2201,0 1 4327,-2 10-4205,5-28-766,-1 0 0,1 0 0,-1 0-1,1 0 1,-1 0 0,1 0 0,-1-1 0,0 1-1,1 0 1,-1 0 0,0-1 0,0 1-1,0 0 1,0-1 0,1 1 0,-1-1 0,0 1-1,-2 0 1,-7 6 416,-24 32 1371,32-37-127,8 7-1550,-6-9-125,0 1-1,0 0 0,0 0 0,0-1 1,0 1-1,1 0 0,-1-1 0,0 1 0,1 0 1,-1-1-1,0 1 0,1-1 0,-1 1 1,1-1-1,-1 1 0,1-1 0,-1 1 1,1-1-1,0 1 0,-1-1 0,1 1 1,-1-1-1,1 0 0,0 1 0,1-1 1,1030-14 2106,-368 8-2001,-470 6 49,-1 6 137,-85 0 1636,-89-14-1730,-10 4 873,-17 4-1081,-3 0 24,0 1 0,-1 0 0,-12 2 0,21-2 1545,9-14-1321,0 0-3528,-23 2 239,9 7 1992,0 0 0,0-1 0,1 0 0,0 0 1,-7-8-1,-7-7-6022,7 7-1682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3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250 279 4404,'1'0'95,"0"0"0,0 0 0,0 0 0,0 0 0,0 0 0,0 0 0,0 0 0,0-1 0,-1 1 0,1 0 1,0-1-1,0 1 0,0-1 0,0 1 0,0-1 0,-1 1 0,1-1 0,0 1 0,0-1 0,-1 0 0,1 1 0,-1-1 0,1 0 0,0 0 0,1-3 4480,-1 2-4199,0-1-594,0 0 459,0 1-1,0-1 1,0 1 0,0-1-1,0 0 1,-1 0-1,1 1 1,-1-1 0,0 0-1,0 0 1,0-3 0,-1 3-161,1 1 1,0-1 0,0 0 0,0 0 0,0 0 0,1 1-1,-1-1 1,1 0 0,0 1 0,0-1 0,0 0-1,0 1 1,1-4 0,-1 5 112,1-2-106,32-52 465,-33 54-541,-1-1 0,1 1 0,-1 0 0,1 0 0,-1 0 0,0 0 0,0 0 0,1 0 0,-1-1 0,0 1 0,0 0 0,0 0 0,0 0 0,0 0 0,-1-1 0,1 1 0,0-1 0,-1 0 1,1 0-1,0 0 0,-1 1 1,1-1-1,0 0 1,0 0-1,0 0 0,1 0 1,0-3-1,12-71 1045,-13 72 258,-5 15-1222,1 0 0,0 1-1,-3 15 1,-2 5 39,3-3-27,0 0 1,2 0-1,1 0 1,2 37-1,-2 9 81,-7 513 840,9-195-633,-5-77-82,-5 157-67,1 349-176,10-745-66,-5 240-58,-3 171-28,7-313 33,-4 79 2,2 84-211,6-166 86,0-38-6,5-28 192,-8-86-10,-1-7-10,1-1 0,1 1 0,0-1 0,0 0-1,5 16 1,-6-26 8,1 0-1,-1 0 0,0 0 0,0 0 1,0 0-1,-1 1 0,1-1 1,0 0-1,-1 0 0,1 0 0,-2 3 1,1-1-5,0-2 411,-1-4-403,0 0-1,0-1 1,0 1 0,0-1-1,1 0 1,-1 0-1,1 1 1,-2-4 0,-21-66-245,-3-4-186,21 60 294,0 0 0,2 0 0,-4-20 0,-6-21-197,-20-83-185,0 3 222,20 99 271,8 24 33,1 0 0,-5-23 0,-23-107 1469,31 137-1432,0 7-20,2 16-16,5 28-32,25 90-43,8 29 87,55 134-125,-89-288 103,0 0 1,1-1-1,7 11 0,5 9-160,-16-26 139,5 6 38,-5-7-15,-1 0 0,0-1 0,0 1 1,1 0-1,-1-1 0,0 1 0,1 0 0,-1-1 1,0 1-1,1-1 0,-1 1 0,1-1 0,-1 1 1,1-1-1,-1 1 0,1-1 0,0 1 0,-1-1 1,1 0-1,-1 1 0,1-1 0,0 0 0,0 1 1,-1-1-1,2 0 0,7-5 21,0 0 1,-1-1-1,0 0 1,0-1-1,0 1 1,-1-2-1,13-15 1,90-132 111,-7 8-35,63-56-77,-152 182-4,-12 18-17,0-1-1,1 1 0,-1-1 0,1 1 1,0 0-1,0 0 0,0 0 0,0 0 1,0 1-1,7-5 0,-9 5-22,1 0 0,-1 1-1,0-1 1,0 0 0,1 0 0,-1 0-1,-1 0 1,1 0 0,1-3-1,-1 0-3312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40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93 8413,'0'0'8913,"-3"0"-7952,-17 2 245,15 1-343,16 0-298,12 0 25,1-2 0,-1-1 0,40-5 0,-36 3-339,193-17 2181,182-10-688,40 14-995,-187 7 515,-251 8-1142,0-1-22,35-3 1147,-20 3-3792,-3 1-6148,-24-8 1320,2-4-2222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7:41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170 512 23883,'-170'-29'0,"295"-89"0,-250 236 0,1728-600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1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24484,'3899'0'0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2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3023 104 7001,'12'6'2678,"-18"-2"1144,-9 4 3504,2-17-6880,8 7-303,1-1 0,0 1 1,-1 1-1,1-1 0,-1 1 0,-7-2 1,9 2-113,-1 0 1,0 0-1,0 0 1,1 0-1,-1-1 1,0 1 0,-5-4-1,7 3-13,-1 1 0,1 0 0,-1 0 1,0 0-1,1 1 0,-1-1 0,0 1 0,0-1 0,-5 1 0,-10-2 37,4-3 4,0 2 0,-25-3 0,-18-5-37,27 6 96,15 3-124,-60-9-15,74 11 21,1-1 0,-1 1-1,1 0 1,0 0 0,-1 0 0,1 0-1,-1 0 1,1-1 0,-1 1 0,1 0-1,0 0 1,-1 0 0,1 0 0,-1 0-1,1 0 1,-1 0 0,1 1 0,0-1-1,-1 0 1,1 0 0,-1 0 0,1 0-1,0 0 1,-1 1 0,1-1 0,-1 0-1,1 0 1,-1 1 0,-4 2 4,-21-3 5,-47-3 21,-110-10-63,34 10 137,72-3 83,-61-1-105,82 3-45,-65 3-1,36 1 65,-13 1 33,38 1-136,38-2 24,-33 4-1,-50 8 47,-41 7-8,-14 4-70,126-21-59,25-2 56,1 1 0,0-1 0,-1 1 0,-8 3 0,-21 2-19,13-3 12,-241 86 129,238-75-188,25-13 50,-11 8 128,-67 36-92,76-42-25,-35 19-57,-60 23-1,83-35 118,15-8-44,0-1 0,0 1 0,0-1 0,-1 1 0,1-1 0,0 0 0,-1 0 0,1 0 0,-1 0 0,1 0-1,-1-1 1,0 1 0,1-1 0,-4 0 0,-1 3 0,0 0 0,1 0-1,-1 1 1,-7 5 0,4-2 4,0 2 1,1 0-1,-16 18 1,-12 12 80,20-22-80,-28 34 1,-7 9-142,47-54 126,0 0 0,1 0 0,0 0 0,0 1 0,1 0 0,-1-1 0,-1 9 0,1-6-5,0 0 1,0 0-1,-10 13 1,13-21 14,0 0 1,1 1-1,-1-1 1,1 0-1,-1 0 1,1 0-1,-1 0 1,1 1-1,0-1 1,-1 0-1,1 1 1,0-1-1,0 0 1,0 2-1,-2 14-20,0-12 16,1 0 0,0 0 1,1 0-1,-1 0 0,1 1 0,0-1 0,0 0 0,1 0 0,0 7 0,0-10-10,-1 2 0,1 0 11,0 1 1,0-1-1,0 1 1,0-1-1,1 1 1,-1-1 0,1 0-1,0 1 1,1-1-1,-1 0 1,1-1-1,4 6 1,11 11 5,-15-15-1,1-1 0,0 0-1,0 0 1,0 0 0,1 0-1,-1-1 1,7 4-1,10 5 25,2 1-26,1-1 0,28 11-1,71 25-69,-2-1 29,-118-46 42,0 0 0,0 0-1,0 0 1,0 0 0,-1 1 0,1-1 0,0 1 0,-1 0 0,4 3-1,7 1 0,26 9 0,51 15 93,6-5-45,-44-10-64,64 9 0,-82-18-7,35 11-1,10 2 6,201 22-62,-192-29 56,44-3 84,4 2-74,-14-7-4,-61-1 12,24 2 106,34 5-149,-30-4 36,20 0-16,125-9 0,-167 1 24,4-1-27,222-3-79,176 17 111,-389-11 20,-44-1-2,63 8-1,-80-6-32,0 1 1,1-2-1,37-4 0,15-1-21,349-6-94,-217 22 88,-168-8 46,71-6 31,-72 1 43,53-8-25,85-18-93,-26 15 34,-103 11 5,1-2 0,75-17 0,-107 17 9,0-1 0,-1 0 0,1-1 0,11-8 0,8-4 19,20-7-27,54-29 92,-22-4 88,-14-2-152,-66 55-19,0 0 0,0 0 0,0 0 0,-1-1 0,0 1 0,0-1 0,0 0 0,0 0-1,-1 0 1,0 0 0,1-10 0,1 6 2,-2 0-1,1 0 1,-1 0-1,-1-1 1,0 1 0,0 0-1,-2-16 1,1-1 72,0 25-72,1 0 0,-1 0 0,0 0 1,0 0-1,0 0 0,0 0 0,0 0 1,0 0-1,-1 0 0,1 0 0,-1 0 0,1 0 1,-2-2-1,-6-11 123,7 12-61,0 0-20,0-7-31,-2 0 1,1-1 0,-2 1-1,1 0 1,-1 1-1,-1-1 1,0 1 0,0-1-1,-1 2 1,0-1-1,0 0 1,-1 1-1,0 1 1,-1-1 0,-11-8-1,-23-18 56,10 8-129,-43-27 0,16 14 61,38 24 12,18 13-22,1 1 1,0-1 0,-1 0-1,0 0 1,1 1 0,-1 0-1,0-1 1,-3 0 0,-48-20 112,42 17-108,0 0-1,0 0 0,-16-4 0,-30-6-15,34 7 33,-29-4 1,34 9 4,-34-13-1,12 3-77,-11-4 110,28 9-74,1 0-1,-2 2 0,-40-5 1,57 10 14,-1-1 1,0 0-1,-11-4 1,12 4-4,0 0 0,1 0 0,-1 0 0,0 1 0,-9 0 1,-59-5 20,24 0-40,-82-2 54,-101-4 39,228 12-59,0 0-1,0-1 1,0 0 0,-7-3 0,8 3 0,1-1 1,0 1-1,0 1 1,0-1-1,-9 1 1,-20-7-49,16 2 56,-48-12-109,34 8 84,26 6 3,1 1 1,-1 1-1,0-1 0,-8-1 1,-8 1-1,-38-10 0,55 11 1,-105-19 55,46 11-45,-83-11 46,83 9-55,50 7 4,-1 1 0,-24-1 0,27 3 23,0 0 1,-17-4-1,-9 0-53,-81-12 31,14 6 125,46 10 166,40-2-253,0 1 1,0 0-1,1 2 1,-1 0-1,0 1 0,-30 5 1,28-4 24,-32-1 0,0-1 36,-89 1 94,59-1-90,46-1-45,-43 4 1,24-1-12,39-2-61,0 1-1,-30 5 0,-89 28-33,121-29-92,-1 1 0,1 1-1,-20 11 1,33-16-176,-18 0-2241,18-1 2332,1-1 1,-1 1-1,1-1 0,-1 0 0,0 0 0,1 1 1,-1-1-1,1 0 0,-1-1 0,1 1 0,-1 0 0,1 0 1,-1-1-1,0 1 0,1-1 0,0 1 0,-1-1 1,1 0-1,-1 1 0,1-1 0,-2-1 0,-15-9-5329,-4 5-3216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29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35 380 8133,'-2'3'1690,"0"0"1,1 0-1,-1 0 1,1 0-1,-1 1 1,0 4-1,-4 28 2507,6 40-5967,0-39 2860,-2 22-1018,-1-19-19,5 69 0,5 70-6,-7-155-49,4 4-765,-3-25-591,-6-12 338,4 8 977,-2-6-204,1-1 0,0 1 0,0 0 0,0 0 1,1-1-1,0 1 0,1-1 0,0-8 0,-1-7-143,-4-53-617,6-95 1,5 100 1720,21-100 0,31-43 2720,-34 137-1521,0-29 1196,-24 102-2393,1 8-693,1 13-403,-1-1 0,-1 1 0,0 0 0,-1 0 1,-1 0-1,-1 0 0,-4 17 0,0-11-1285,0-1 0,-17 33 0,-1-8-4255,-3 1-3658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26 15421,'-19'-22'2389,"15"18"-311,-1 5-1671,-1-1 1,1 1-1,0 1 0,-1-1 1,1 1-1,0 0 0,0 0 1,0 0-1,0 1 0,1 0 1,-1 0-1,1 0 1,-1 0-1,-4 6 0,-5 4-146,1 1 0,-20 28-1,1 4-35,1 2-1,3 1 0,2 2 1,2 0-1,2 2 0,3 0 0,-22 99 1,36-125-250,1 0 0,1 0 0,2 1 0,1-1 0,0 0 0,3 1 0,6 33 0,-6-46-231,1 0 0,1 0 0,0 0 0,1 0 0,1-1 0,0 0 0,1-1 0,1 1 0,0-1 0,1-1 0,0 0 0,1 0 1,23 19-1,-29-27-97,0-1 0,0 0 0,1 0 0,-1 0 0,1 0 0,0-1 0,-1 0 0,1 0 0,9 1 0,-4-2-1560,0 0 0,-1 0 0,1-1 0,20-3-1,23-6-6798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29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15 12361,'-6'-3'312,"2"1"-16,1 1 0,-1-1 1,0 1-1,0-1 0,1 1 1,-1 0-1,0 1 1,0-1-1,0 1 0,0-1 1,0 1-1,0 0 0,-1 1 1,1-1-1,0 1 1,-5 1-1,-22 8 841,20-7-876,-1 1 1,1 0 0,0 1 0,-18 10 0,-9 6 102,25-16-65,1 2 0,0 0 1,-19 14-1,25-17 342,1 0 1,-2 0-1,-11 5 0,3-2 551,15-7-1177,0 0 1,0 0-1,0 0 1,0 0-1,0 0 0,1 0 1,-1 0-1,0 0 1,0 0-1,0 0 0,0 0 1,0 0-1,0 0 0,0 0 1,0 0-1,0 0 1,0 0-1,0 0 0,0 1 1,0-1-1,0 0 1,1 0-1,-1 0 0,0 0 1,0 0-1,0 0 1,0 0-1,0 0 0,0 0 1,0 0-1,0 0 0,0 0 1,0 1-1,0-1 1,0 0-1,0 0 0,0 0 1,0 0-1,0 0 1,0 0-1,0 0 0,0 0 1,0 0-1,0 0 1,0 0-1,0 1 0,0-1 1,0 0-1,0 0 1,0 0-1,-1 0 0,1 0 1,0 0-1,0 0 0,0 0 1,0 0-1,0 0 1,0 0-1,0 0 0,37 19 1510,51 18 0,19 9-386,-103-45-1122,-1 1 0,0 0-1,0 0 1,0 0-1,0 0 1,-1 0-1,1 1 1,0-1 0,-1 1-1,0 0 1,1 0-1,-1 0 1,0 0 0,-1 0-1,1 0 1,0 0-1,1 6 1,-2-4-101,0 0 1,0 0-1,-1 1 1,0-1-1,0 0 1,0 0-1,0 1 0,-1-1 1,0 0-1,-3 10 1,-1 0-627,-2 1 1,0-1-1,-1 0 0,0 0 1,-1-1-1,-16 19 1,-17 18-3746,12-19-1487,-13 6-5677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3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90 9321,'2'0'10275,"-2"0"-10061,-2 12 3889,-12 30-5222,6-16 1948,7-23-764,1-2-59,0 0-1,0 0 1,0-1-1,0 1 1,0 0-1,0 0 1,0 0-1,0-1 1,0 1 0,0 0-1,0 0 1,-1-1-1,1 1 1,0 0-1,0 0 1,-1-1-1,0 2 1,1-1 6,-1 0 0,1 0 0,-1 0 0,1-1 0,0 1 0,-1 0 0,1 0 0,0 0 0,0 0 0,0 0 0,-1 0 0,1 0 0,0 0 0,0 0 1,0 0-1,1 0 0,-1 0 0,0-1 0,0 1 0,0 0 0,1 0 0,0 2 0,1 0 12,1 0-1,-1 0 1,1-1 0,0 1 0,0-1-1,0 1 1,0-1 0,1 0 0,-1 0-1,1 0 1,-1-1 0,1 1 0,0-1 0,-1 0-1,1 0 1,0 0 0,0 0 0,0-1-1,0 1 1,0-1 0,-1 0 0,1 0-1,0-1 1,8-1 0,19-3-148,-1-2 0,0-1 0,0-1-1,0-2 1,36-18 0,-63 27-26,-4 4-463,-1-1 639,1 1 0,0-1 0,0 1 0,0-1 0,0 1 0,0 0 0,0 0 0,0-1 0,0 1 0,0 2 0,4-1-19,0 0 0,0 0 0,0 0 1,1 0-1,-1-1 0,1 0 0,-1 1 0,1-1 1,0-1-1,0 1 0,0 0 0,0-1 0,7 2 0,6 0-20,35 2-1,-46-5 5,35 2-980,1-2-1,0-1 1,44-9 0,-78 9 732,-1-1 0,0 0 0,0 0 0,0 0 0,0-1 0,0 0 0,0-1 0,-1 0 0,1 0 0,-1 0 0,7-6 0,-4 0 453,1 0 0,-1 0 0,-1-1 0,1 0 0,6-14 0,-14 23 1296,9-22 1401,-23 40-2717,0 1 1,2 1 0,0 0-1,1 0 1,-14 34-1,2-5 108,15-28 49,8-19-327,-1 1 0,0-1 0,0 0 0,0 0 1,0 0-1,0 0 0,0 0 0,1 0 0,-1 0 0,0 0 0,0 1 1,0-1-1,0 0 0,1 0 0,-1 0 0,0 0 0,0 0 0,0 0 1,0 0-1,1 0 0,-1 0 0,0 0 0,0 0 0,0 0 0,0 0 1,1 0-1,-1 0 0,0 0 0,0-1 0,0 1 0,0 0 0,1 0 1,-1 0-1,0 0 0,0 0 0,0 0 0,0 0 0,0 0 0,1-1 1,-1 1-1,0 0 0,0 0 0,0 0 0,0 0 0,0 0 0,0-1 1,0 1-1,28-29 94,-14 11-209,1 1 0,1 0 0,30-24 0,30-24-923,-32 19-633,-42 44 1345,0 3 38,0 0 249,0 0 1,0 0 0,0 0-1,0 0 1,-1 0 0,1 0-1,-1 1 1,1-1 0,-1 0-1,1 1 1,-1-1 0,0 1-1,1 0 1,-1-1 0,1 4-1,9 30-207,-7-17 181,-3-10 48,1-1 0,1 1 0,-1-1 0,1 0 1,1 0-1,-1 0 0,1 0 0,7 9 0,-9-13 19,1 0 0,0 0 0,1-1 0,-1 1 0,0-1-1,1 0 1,-1 0 0,1 0 0,0 0 0,0 0 0,-1-1 0,1 0-1,0 0 1,0 0 0,0 0 0,1-1 0,4 1 0,8-2-9,0 0 1,0-1 0,0-1-1,0 0 1,0-2 0,-1 0-1,0 0 1,17-9 0,-1 1-141,-2 0-5,0-2-1,-2-1 1,0-1-1,32-26 1,-58 41 166,-3 0-88,0 1 73,1 0 0,-1 0-1,0 0 1,0 0-1,0 0 1,1 0 0,-1 1-1,0-1 1,0 0-1,0 0 1,0 1 0,-1-1-1,1 0 1,0 1 0,0-1-1,0 1 1,0 0-1,-1-1 1,1 1 0,0 0-1,0 0 1,-1 0-1,-1 0 1,-1 0 26,1 2-1,-1-1 1,1 0-1,-1 1 1,1-1 0,0 1-1,0 0 1,-5 4-1,-27 26 806,33-30-564,-4 14 365,5-14-544,1-1 0,0 1 0,-1 0 0,1-1 0,0 1 0,0-1 0,0 1 0,0 0 0,0-1 0,0 1 0,0 0 1,1-1-1,-1 1 0,1-1 0,-1 1 0,1 0 0,1 2 0,0 0-202,-2-4 113,0 0-1,0 1 1,0-1 0,0 0 0,0 0 0,0 0 0,0 0-1,0 0 1,0 0 0,1 1 0,-1-1 0,0 0 0,0 0-1,0 0 1,0 0 0,0 0 0,0 0 0,1 0 0,-1 0-1,0 1 1,0-1 0,0 0 0,0 0 0,0 0 0,1 0-1,-1 0 1,0 0 0,0 0 0,0 0 0,0 0 0,1 0-1,-1 0 1,0 0 0,0 0 0,0 0 0,0 0 0,0 0-1,1 0 1,-1-1 0,8 2 7,-1-2-1,1 1 1,0-1-1,-1-1 1,1 1-1,-1-1 1,1 0-1,-1-1 1,0 0 0,0 0-1,0-1 1,0 1-1,-1-1 1,1-1-1,-1 1 1,7-7-1,7-11-882,0 0 0,19-27 0,-33 38 334,-6 10 483,1 0 1,-1 0-1,0 0 0,1 0 0,-1 0 1,1 0-1,-1 0 0,1 0 0,0 0 0,-1 1 1,1-1-1,0 0 0,0 0 0,1 0 1,0 1 38,1 0 1,-1 1 0,1-1 0,-1 1-1,1 0 1,-1 0 0,0 0 0,1 0-1,-1 0 1,0 0 0,0 0 0,0 1-1,3 2 1,25 26 136,-12-12 30,-13-14-81,1 0 0,-1-1 0,1 1 0,0-1 0,0 0 0,0-1 0,0 1 1,0-1-1,1 0 0,-1-1 0,1 0 0,0 0 0,-1 0 0,9-1 0,10-1-406,-1 0-1,35-8 0,-45 7-148,-11 1-129,-1 0-36,1 0 464,-1 0 1,1 0 0,-1-1 0,1 1 0,-1-1-1,0 0 1,1 1 0,-1-1 0,0 0 0,0-1-1,0 1 1,-1 0 0,1 0 0,0-1 0,-1 1-1,2-3 1,-2 3 11,0 4 201,10 8 297,-1 1 1,1-2-1,1 1 1,0-1-1,0-1 1,1 0-1,18 8 0,-27-15-469,0 0 0,0 0-1,0-1 1,0 1 0,1-1-1,-1 0 1,0 0 0,4-1-1,1 1 257,-7-1-89,-1 0-1,0 0 1,1 1-1,-1-1 1,0-1 0,0 1-1,1 0 1,-1 0-1,0 0 1,0-1-1,0 1 1,-1 0 0,1-1-1,0 1 1,0-1-1,-1 1 1,1-3 0,1 0 118,7-8 166,11-20 2343,-14 19 3025,-9 19-2287,-2 4-4649,-1 6 1424,0 0 0,0 0 1,2 0-1,-5 31 0,-1 73-275,8-82-1733,-1 0 0,-14 62 0,9-77-237,-2 13-5226,6-10-1924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31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0 14633,'-66'84'2221,"40"-56"-201,9-8-224,-3 3-304,2 3-272,4 6-224,3 0-236,-1-1-356,6 1-440,1-1-292,7-10-140,-2 2-424,0 0-636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32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46 6501,'0'-11'1680,"-4"23"750,-7 31 1158,10-28-3040,1 0 0,0 0-1,1 0 1,1 0 0,4 19-1,-2-12 284,-4-20-770,0 0 0,1-1 0,-1 1 0,1-1 1,-1 1-1,1-1 0,0 0 0,-1 1 0,1-1 1,0 0-1,0 1 0,0-1 0,0 0 0,0 0 1,0 0-1,0 0 0,1 0 0,-1 0 0,2 2 1,0-2 4,0 0 0,0 0 0,0 0 0,0 0 0,-1-1 0,1 1 0,0-1 0,0 0 0,0 1 0,3-2 0,2 1 10,-1-1 1,1 0-1,-1-1 1,0 0-1,0 0 1,0 0-1,0-1 1,8-5 0,-3 1-15,0-1 0,-1 0 0,0-1 0,0-1 1,-1 1-1,0-2 0,-1 1 0,0-2 0,-1 1 0,13-24 1,-17 26 21,4-7 603,0-1 0,-1-1 0,6-26 3336,-15 49-3687,-12 43-42,1 0-1,2 1 0,-4 60 1,4-34-161,-20 180 66,29-202-2021,1 1 1,12 92-1,-9-126-409,-2-17 1230,0 1 0,0-1 0,0 1 0,1 0 0,0-1 0,0 1 0,0-1 0,0 0 0,3 7 0,-3-9 361,0-1 0,0 1 0,0-1 0,0 1 1,0-1-1,-1 1 0,1-1 0,0 1 0,1-1 0,-1 0 0,0 0 0,0 0 0,1 1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3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24 152 11409,'-4'7'-289,"-1"8"7642,11-20-6139,-2 2-694,0-1 0,0 1 0,1 1-1,-1-1 1,1 0 0,-1 1 0,1 0 0,8-2-1,11-6 510,30-8-181,-53 17-923,0 1-1,0-1 1,0 0 0,-1 0-1,1 0 1,0 0-1,-1 0 1,1 0-1,0 0 1,-1 0-1,1 0 1,-1 0-1,0 0 1,1-1-1,-1 1 1,0 0-1,0 0 1,0 0-1,0 0 1,0-1-1,0 1 1,0 0-1,0 0 1,0 0-1,0-1 1,-1 1 0,1 0-1,-1 0 1,1 0-1,-1 0 1,1 0-1,-1 0 1,1 0-1,-2-1 1,0-2-134,0 1 1,0 0 0,0 1-1,0-1 1,0 0 0,-1 1-1,1-1 1,-1 1 0,0 0-1,1-1 1,-5-1 0,-7-2-268,0 0 0,0 1 0,-17-4 0,0-2 1378,28 10-132,1 3-404,1-1-328,1 0-1,-1 0 0,0-1 0,0 1 1,1 0-1,-1 0 0,0 0 1,1 0-1,-1 0 0,1 0 0,-1 0 1,1 0-1,-1 0 0,1 0 1,0 0-1,0 0 0,-1 0 0,1 0 1,0 0-1,0 0 0,0 0 1,0 1-1,0 0 0,2 2 120,-1-1 0,1 1 0,0-1-1,0 0 1,0 0 0,0 0 0,6 5 0,2 3 230,1 0 0,1-2 0,0 1 0,0-1 1,1-1-1,0-1 0,0 1 0,1-2 0,0 0 0,0-1 0,25 7 1,-18-6-242,-12-3-134,1 0 0,-1-1 0,1 0 0,16 1 0,-11-3-476,-1 0 1,1-1-1,0-1 0,20-4 0,-30 5 159,-1-1 0,0 0 0,1 1-1,-1-1 1,0-1 0,0 1 0,-1 0-1,1-1 1,0 0 0,-1 0 0,0 0 0,1 0-1,-1-1 1,0 1 0,-1-1 0,1 0 0,-1 0-1,4-7 1,-4 5 90,0 0 0,-1 0 0,1 0-1,-1 0 1,-1 0 0,1 0 0,-1-8 0,4-25 1529,-3 36 435,0 1-1181,6-11 331,-2 12 305,2 19 1118,-1 6-1643,11 20 206,-10-27-968,0 0 1,-1 0-1,-1 0 0,-1 1 1,0-1-1,1 31 0,-5-46-163,0 0-1,0 1 1,0-1-1,0 0 0,-1 0 1,1 1-1,-1-1 1,1 0-1,-1 0 1,0 0-1,0 0 1,0 0-1,0 0 0,0 0 1,-3 4-1,1-3-721,-1-1 0,0 1 0,1 0 0,-1-1 0,0 0 0,-5 2 0,-3 3-2515,-9 4-6768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33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19522,'32'109'4469,"-17"-64"-2197,10 49 0,-17-37-1456,-2 1-1,-3 0 0,-2 0 1,-14 116-1,-68 226-1098,64-336-1107,-3 0 0,-47 101 0,43-118-1775,-58 86 0,6-30-4026,1-7-4463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 6273,'2'-3'1733,"-1"0"0,1 0 0,1 0 0,-1 0 0,0 0 1,4-3-1,20-13 2262,36-8-4827,-41 19 2460,131-43-14,-151 51-1636,1-1 0,-1 1 0,0 0 0,1 0 0,-1-1 1,0 1-1,1 0 0,-1 0 0,0 0 0,1 1 1,-1-1-1,0 0 0,1 0 0,-1 1 0,0-1 0,1 1 1,-1-1-1,0 1 0,0-1 0,0 1 0,0 0 0,1 0 1,-1-1-1,0 1 0,0 0 0,-1 0 0,1 0 0,0 0 1,0 0-1,0 0 0,-1 1 0,1-1 0,0 0 0,-1 0 1,1 0-1,-1 1 0,1-1 0,-1 2 0,1 1-110,0 0-1,0 1 0,-1-1 1,0 0-1,0 0 0,0 1 1,0-1-1,-1 0 0,1 0 0,-1 1 1,-2 6-1,-54 119-3157,34-86 7105,46-41-802,-19-2-2831,-1-1 1,0 1-1,0-1 0,1 1 1,-1-1-1,7-1 0,12-2 564,93-17 2268,-117 40-2994,0-14-142,0 1 0,-1-1 0,0 0 0,0 0 0,0 0 0,-1-1 0,-4 7 0,-36 38-1867,34-39 1501,-2 2-407,0-1 1,-1-1-1,0 0 0,-1-1 0,-24 14 1,22-16-1433,1-1 0,-1 0 1,-18 5-1,-6-3-7521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1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1 294 17678,'5'-6'258,"0"-1"218,1 0 1,0 0 0,0 1 0,1-1 0,0 2 0,0-1-1,0 1 1,0 0 0,1 0 0,16-6 0,330-98 4936,6 23-1242,-354 85-4169,100-19-111,-101 19-782,-10 5-4997,-69 38-5151,32-19-817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2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10737,'2'3'1097,"2"1"-785,5 11 662,-9-14-956,0-1 0,0 1 0,0 0 0,0-1-1,0 1 1,-1 0 0,1-1 0,0 1 0,0 0 0,-1-1 0,1 1 0,0 0 0,0-1-1,-1 1 1,1 0 0,-1-1 0,1 1 0,-1-1 0,1 1 0,-1-1 0,1 1 0,-1-1 0,1 1-1,-1-1 1,-1 1 0,-7 7-121,1 1-1,0 1 0,0-1 1,0 1-1,1 1 1,-7 13-1,9-16 63,-1 5 228,1 0 0,0 0 0,0 1 0,1-1 0,1 1 0,0 0 0,-1 25 0,-2 3 1902,6-40-1992,0-1 1,-1 0-1,1 0 1,0 1-1,-1-1 1,0 0-1,1 0 1,-1 0 0,1 0-1,-1 0 1,0 0-1,0 0 1,-1 2-1,1-2-4,0 0 0,0 0 0,0 0 0,1 0-1,-1 0 1,0 0 0,1 0 0,-1 0 0,1 1-1,-1-1 1,1 0 0,-1 2 0,-6 24-1893,6-24-350,-5-21-9892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11821,'-9'26'2725,"6"-17"-2354,0 0 0,-1-1 0,-6 12 0,-8 13-610,-7 9-53,10-19 88,-23 45 0,15-24 234,22-42 3,0 0-1,0 0 0,1 0 1,-1 0-1,0 1 0,1-1 1,-1 0-1,1 1 0,0 3 1,-1 0 48,1-3 52,2-2-27,17 16-258,-17-18-297,-1 1 1,1-1-1,0 1 0,-1-1 1,1 0-1,0 0 0,-1 0 1,1 0-1,-1 0 1,1 0-1,-1 0 0,0 0 1,2-3-1,2-11-5899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2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2408,'26'32'15354,"-25"-30"-14490,2 11-604,0 0 0,0 0 0,-1 1 0,-1-1 1,0 1-1,-1-1 0,-1 1 0,-2 15 0,1 1 0,-18 282 510,9-182-3475,11-125 1245,0-22-13388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3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9153,'0'0'3856,"0"3"-3111,-5 17-160,-1 0 1,-14 32-1,2-7-168,-15 43-15,14-41 977,-21 83 1,39-127-1256,1-1-1,-1 1 1,1-1 0,0 1 0,0-1 0,0 1-1,0 0 1,0-1 0,1 1 0,-1-1 0,1 1-1,-1-1 1,1 1 0,0-1 0,2 4 0,2-4 577,8-5-284,1 1 0,-1-2 0,0 0-1,0-1 1,12-6 0,65-37 1291,-10 4-835,41-12-1572,-117 54 123,0 0-1,0 0 1,1-1-1,-2 1 1,1-1-1,7-6 0,-3 1-1812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13345,'21'12'1906,"-17"-10"999,-5 1-1945,-3 3-768,1 0 1,0 1-1,0-1 1,1 1-1,0 0 1,0-1-1,-1 13 1,-4 56 486,3-20-333,-22 206 308,15-91-3218,11-101-6407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8:4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1499 246 11869,'-1'0'78,"1"0"-1,-1 1 1,1-1-1,-1 0 1,1 0-1,-1 0 1,1 0-1,0 0 1,-1 0-1,1 0 1,-1 0-1,1 0 1,-1 0-1,1-1 1,-1 1-1,1 0 1,-1 0-1,1 0 1,-1 0-1,1-1 1,0 1 0,-1 0-1,1-1 1,-1 1-1,1 0 1,0 0-1,-1-1 1,1 1-1,0-1 1,0 1-1,-1 0 1,1-1-1,0 1 1,0-1-1,-1 1 1,1-1-1,0 1 1,0-1-1,0 1 1,0 0-1,0-1 1,0 1-1,0-1 1,0 1-1,0-1 1,0 1 0,0-1-1,0 1 1,0-1-1,0 1 1,0-1 905,-2 0-229,-30-9 472,24 7-1051,-1 0 0,1 0 0,0 1 0,-16-2-1,-64 0 912,-1 4-1,-146 19 1,175-9-1019,0 4 1,0 2 0,2 2 0,0 3-1,2 3 1,0 2 0,1 2-1,-88 63 1,112-68-52,2 1 0,0 2 0,2 1 0,1 1 0,1 1 0,2 2 0,0 0-1,3 1 1,0 2 0,2 0 0,2 0 0,1 2 0,2 0 0,-12 47 0,15-41-10,1 0 0,3 0 0,1 0 0,2 1-1,2 0 1,1-1 0,9 53 0,0-42 46,2-1 0,3 0-1,2-1 1,2-1 0,49 94 0,-49-111 7,2 0 1,2-2 0,1-1 0,1 0 0,2-2 0,0-1-1,2-1 1,1-2 0,39 27 0,-41-35-8,0-2-1,2 0 1,-1-2 0,1-1 0,1-1 0,0-2-1,1-1 1,-1-1 0,1-2 0,32 1-1,-9-4-44,0-2 0,0-3 0,-1-2 0,105-26-1,-111 18-90,-1-2 1,-1-2-1,0-1 0,-1-3 0,-1-2 0,-1-2 0,56-45 1,-43 25-45,-1-3 0,-3-2 0,-3-2 1,61-86-1,83-151-24,-151 218 181,-3-2 0,34-93 1,-64 144 164,-1 1-1,-1-1 1,-1 0 0,-1 0 0,-1-1 0,0-40-1,-4 48-26,0 0 0,-1 0-1,-1 0 1,0 1 0,-2-1 0,0 1-1,0 0 1,-1 0 0,-1 1-1,-15-25 1,-11-7-11,-1 2 0,-2 1 0,-3 2 0,-1 2 0,-49-39 0,18 25-696,-1 2 0,-119-61-1,157 95-29,0 2 0,-1 1 0,0 1 0,-73-14 0,83 23-449,1 1-1,-1 2 0,-30 1 1,35 1-663,1 1-1,1 1 1,-1 1 0,-31 11-1,-8 10-6449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09:55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498 113 6809,'6'-11'1616,"-9"13"511,2-1-1904,0 0 0,0 0 0,-1-1 0,1 1 0,0 0 0,-1 0 0,1-1 0,-6 3 7258,4-3-7131,-9 2-98,-1 0 0,1 1-1,0 0 1,0 1 0,-21 10-1,23-9-147,0 0 0,0 0-1,-12 3 1,13-5-44,1 0 1,0 0-1,0 1 0,0 0 1,-11 8-1,-8 7 26,19-14-61,1 0 0,0 1 0,-11 10 0,-11 12 27,21-21-52,0 1-1,0 0 0,-10 13 0,5-2 10,1 1 0,1 0-1,0 1 1,2 0 0,-12 36-1,8-7 6,-11 77 0,20-98-16,-4 24 35,-2 73-1,10-103-41,11 367 47,-9-369-45,40 314-36,-18-208 44,18 73-13,2-18-98,-38-163 72,1 0 0,1 0 1,12 20-1,-7-14-69,-11-21 91,1-1-1,-1 1 1,1 0 0,0-1 0,0 0-1,1 0 1,-1 0 0,1 0-1,-1 0 1,8 4 0,-1-2-32,0 0 1,20 7-1,-26-11 29,0 0 0,-1 0 0,1-1 0,0 0 0,0 1 0,5-1 0,7 0-51,-3 3 48,1-2 1,-1 0 0,1 0-1,0-1 1,-1-1 0,1 0 0,-1-1-1,1 0 1,-1-1 0,0-1-1,0 0 1,0-1 0,0 0-1,-1-1 1,0 0 0,0-1-1,-1 0 1,0-1 0,0 0-1,0-1 1,-1 0 0,-1-1 0,0 0-1,0-1 1,11-17 0,-9 11 25,2-2-16,-1-1 0,9-22 0,-16 31 18,0 1-1,11-17 1,-10 19-13,0-1 1,-1 0-1,6-16 0,24-59 79,-22 48-26,-2-1 0,-1 0 0,-2 0 0,7-63 0,-9 9 23,-1 52-1,-1 0 1,-3-70-1,-2 11 11,3 22-68,13-219 187,-11 201 37,-3 36-100,0 29-38,-3 0 0,-4-30 0,-1-11 6,-15-111 148,18 155-229,-1 1 203,-1-1-1,-19-47 1,2 12 271,15 41-338,7 14 10,-2-1 0,1 0 0,-1 1 0,0-1 0,-1 1 0,1 0 0,-1 0 0,0 0 0,-1 0 0,1 1 0,-1 0 0,0 0 0,-11-8 0,1 4 0,0 0-1,-1 0 0,0 2 0,-1 0 0,0 1 0,0 1 0,0 0 0,-20-2 1,13 5-199,-1 1 0,0 1-1,1 1 1,0 1 0,-1 1 0,1 2 0,0 0 0,-24 9 0,36-9-495,-1 0 0,1 2 0,-14 8 0,-13 7-3797,32-19 2413,1 0 1,-1-1-1,0 0 0,-9 2 1,-1-1-7249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0:5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12 469 4512,'-11'-12'11637,"11"9"-11232,0-31 4978,1 32-5305,3-4-53,0 1-1,0 0 0,1 0 1,-1 1-1,1 0 1,0-1-1,0 2 0,1-1 1,-1 0-1,1 1 1,0 0-1,8-3 0,12-4 6,45-10-1,-32 10 20,48-10 21,112-13 0,-119 22-53,188-21 28,-106 14-40,89-6 4,214-35 28,-296 20-48,-125 32 8,-34 6 3,-1 0 1,0-1-1,0 1 1,0-2-1,0 1 1,10-5-1,-10 3-2,0 1-1,0 0 1,1 0-1,15-2 1,-11 3-1,-12 1 1025,-1 2-1057,0-1 35,0 0-1,0 0 1,0 0 0,0 0-1,0 0 1,0 0-1,0 0 1,0 0-1,0 0 1,0 0-1,0 0 1,0-1 0,0 1-1,0 0 1,0-1-1,0 1 1,1-2-1,-1 2 4,-1 0 0,0-1 0,0 1 1,0 0-1,1 0 0,-1-1 0,0 1 0,0 0 0,0 0 0,1-1 0,-1 1 0,0 0 0,0-1 0,0 1 0,0 0 0,0-1 0,0 1 0,0 0 0,0-1 1,0 1-1,0 0 0,0-1 0,0 1 0,0 0 0,0-1 0,0 1 0,0 0 0,0-1 0,0 1 0,-1 0 0,1-1 0,0 1 0,0 0 0,0-1 0,-1 1 1,1 0-1,0 0 0,0-1 0,-1 1 0,1 0 0,0 0 0,0 0 0,-1-1 0,1 1 0,0 0 0,-1 0 0,-1-2 10,0 1 0,0 0 0,0 0-1,0 0 1,0 0 0,0 1 0,0-1 0,0 0 0,0 1-1,0 0 1,-1-1 0,1 1 0,0 0 0,-4 0 0,0 1 14,3-1 189,-14-3-98,-5 1 412,-37-7 0,57 8-535,-26 12-3325,14-5 1005,9-5 1582,0 0-481,0 2-4865,-7 4-2615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10505,'6'-7'280,"-3"2"278,0 1 0,1 0 0,0 0 1,0 0-1,0 0 0,0 0 1,1 1-1,-1 0 0,7-4 1,30-12 2130,-20 9-1328,35-12 0,-37 16-962,-4 1 0,0 1 0,17-3 0,-27 6-341,0 1 1,0 0 0,0 0 0,0 0 0,0 0 0,0 1 0,0 0 0,0 0 0,0 0 0,7 3 0,-10-3-58,0 0 1,0 1 0,0-1-1,-1 0 1,1 0-1,-1 1 1,1-1-1,-1 1 1,1-1-1,-1 1 1,0 0-1,0 0 1,0-1 0,0 1-1,0 0 1,0 0-1,-1 0 1,1 0-1,0 4 1,1 3-62,-1 0 0,0-1-1,-1 12 1,1-11-11,-2 16-585,-2 0-1,0 0 1,-1 0-1,-1 0 1,-18 46 0,8-24-612,-3 16-390,-54 189-3706,71-249 5546,1-1 1,-1 0 0,1 1-1,-1-1 1,1 1 0,0-1 0,0 1-1,0-1 1,0 1 0,1-1-1,-1 0 1,1 1 0,-1-1-1,1 1 1,0-1 0,0 0 0,0 0-1,0 1 1,1-1 0,0 2-1,0-3 18,-1 0 0,0 1 0,1-1 0,-1 0 0,0 0-1,1-1 1,-1 1 0,1 0 0,0 0 0,-1-1 0,1 1 0,0-1-1,-1 1 1,1-1 0,0 0 0,-1 1 0,1-1 0,0 0 0,0 0-1,-1 0 1,1-1 0,0 1 0,0 0 0,-1-1 0,4 0 0,38-12 2137,-1 2 0,2 2 0,79-7 0,-36 13-612,-85 3-1686,0 0 0,0 0-1,0 0 1,0 0-1,0 0 1,0 1 0,0-1-1,0 1 1,0 0 0,0-1-1,2 2 1,-4-1-39,1-1-1,-1 0 1,1 1-1,-1-1 1,1 1 0,-1-1-1,0 1 1,1-1 0,-1 1-1,0-1 1,1 1-1,-1-1 1,0 1 0,0-1-1,0 1 1,1-1 0,-1 1-1,0 0 1,0-1 0,0 1-1,0-1 1,0 1-1,0 1 1,-1 2-81,-1 0 0,1 1-1,-1-1 1,0 0 0,0 0 0,0 0 0,-5 5-1,2-1-43,-8 13-825,-1-2 0,0 1 0,-2-2 1,-27 26-1,31-34-173,0-1 1,0 0-1,-16 9 0,17-13-622,1 0 0,-1-1 0,1 0 0,-22 5 0,-11-5-8606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17878,'1'-2'410,"0"0"0,0 0 0,0 1 0,1-1 1,-1 0-1,0 1 0,1-1 0,-1 0 0,1 1 1,0 0-1,-1-1 0,3 0 0,0 1-57,-1 0 1,0 0-1,1 1 0,-1-1 1,1 1-1,-1 0 0,5 0 0,342 11 5226,-198-5-4427,385 26-1152,-496-31-640,-9 0-2056,35 5-1,-72-7 986,-21-2-8494,2 8-1629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4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51 12981,'-16'2'-726,"-10"-3"10351,47-4-5999,22 3-671,-4 1-1111,25-3-1273,224-19 1320,-240 20-2874,-37 3 291,0-1 0,0 0 0,1 0 0,-1-1 0,-1 0 0,13-5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4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10793,'0'0'10460,"-1"2"-10048,-24 34 16,1 2 0,-28 63 0,50-98-396,1 0 0,0 0 0,-1 0 1,1 0-1,0 0 0,1 0 0,-1 0 0,1 0 1,-1 0-1,1 0 0,0 0 0,0 1 0,0-1 1,0 0-1,1 0 0,-1 0 0,1 0 0,0 0 0,2 5 1,-1-5 112,0 0 1,1 0 0,-1 0 0,0-1-1,1 1 1,0-1 0,0 0-1,-1 0 1,1 0 0,1 0-1,-1 0 1,0-1 0,0 1 0,1-1-1,-1 0 1,7 2 0,173 40 3176,67 19-684,-242-60-2529,0 1 1,0 0 0,10 7-1,-15-9-87,-1 0-1,0 1 0,1-1 1,-1 1-1,0 0 0,0 0 1,0 0-1,0 0 0,0 0 1,-1 0-1,1 0 0,0 1 1,1 3-1,-2 1-24,-1-1 1,0 0-1,0 0 0,-1 0 1,1 1-1,-1-1 0,-1 0 1,1 0-1,-1 0 0,0 0 1,-3 5-1,-5 10-399,-1-1 0,-1-1 1,-1 0-1,0-1 0,-1 0 0,-21 19 0,16-16-405,9-10 137,0-1 1,-1-1 0,0 0-1,0-1 1,-1 0 0,0 0-1,0-2 1,-18 8 0,19-10-809,1 0 1,0-1 0,-1 0-1,0-1 1,0-1 0,-18 2-1,-7-9-8287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5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11 11041,'19'-4'2758,"-36"1"1312,12 2-3245,2 0 1570,106-1 1225,107 5 4438,-210-3-8137,1 0 1,-1-1-1,0 1 0,1 0 1,-1 0-1,0 0 0,0 0 1,1 0-1,-1 0 0,0 0 1,1 0-1,-1 0 0,0 0 1,1 0-1,-1 0 1,0 0-1,0 0 0,1 0 1,-1 0-1,0 1 0,0-1 1,1 0-1,-1 0 0,0 0 1,1 0-1,-1 0 0,0 1 1,0-1-1,0 0 0,1 0 1,-1 1-1,0-1 0,0 0 1,0 0-1,0 1 0,1-1 1,-1 0-1,0 0 0,0 1 1,0-1-1,0 0 0,0 0 1,0 1-1,0-1 0,0 0 1,0 1-1,-13 12-6284,10-11 5609,-31 24-6360,-3-5-4741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5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16862,'58'-18'2780,"-26"-8"-364,-9 15 84,5 2-348,18-2-387,-11-1-333,2 1-264,1-1-244,-4-2-164,-19 8-752,10 0-8,1 3-188,-6-2-1068,-2-1-516,-4-3-669,3 6-1243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5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333 187 11741,'-12'-14'1454,"12"14"-1415,-1 0 0,1-1 0,0 1 0,0 0 0,0 0 0,0 0 0,0 0 0,-1-1 0,1 1 0,0 0 0,0 0 0,0 0 0,-1 0 0,1 0 0,0 0 1,0-1-1,0 1 0,-1 0 0,1 0 0,0 0 0,0 0 0,0 0 0,-1 0 0,1 0 0,0 0 0,0 0 0,-1 0 0,1 0 0,0 0 0,0 0 0,0 0 1,-1 0-1,1 1 0,-11 0 563,3-1-196,0 1 0,0 0-1,0 1 1,0 0-1,0 0 1,1 1 0,-13 5-1,3 1-41,1 0-1,0 2 1,0-1-1,1 2 1,-19 19-1,22-19-174,1 1 0,0 0-1,1 0 1,1 1 0,0 1-1,0-1 1,2 2 0,0-1-1,1 1 1,0 0 0,1 0-1,1 0 1,-3 23 0,7-33-43,-1 0 1,1 0 0,0 0-1,1-1 1,-1 1 0,1 0-1,0 0 1,1-1-1,-1 1 1,1 0 0,0-1-1,1 0 1,-1 1 0,5 5-1,-2-4 63,0 0 0,1-1 0,0 0 0,0 0 0,0 0 0,1-1 0,0 0 0,14 8 0,2-2 301,1-1 1,0-1-1,0-1 0,1-1 0,33 4 1,-24-5-32,0-2 1,43 0 0,-60-4-338,1-1 0,-1-1 0,0 0-1,0-2 1,-1 0 0,23-8 0,-32 10-155,-1-1 0,0 0 0,0 0 0,0-1-1,0 1 1,-1-2 0,1 1 0,-1 0 0,0-1 0,-1 0 0,1 0 0,-1 0-1,0-1 1,0 1 0,0-1 0,-1 0 0,0 0 0,0-1 0,3-12 0,-4 9-58,0-1 0,0 0 1,-1 0-1,-1 0 0,0 0 0,-1 0 1,0-1-1,0 2 0,-1-1 1,-1 0-1,-4-14 0,-2 1-614,-1 1 0,-1 1 0,-1-1-1,-1 2 1,-1 0 0,0 1 0,-2 0 0,0 1-1,-36-32 1,13 19-1809,-1 1-1,-2 3 1,-84-45-1,74 48-2201,7 11-2450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6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41 17354,'-14'3'2800,"2"6"6137,18-26-16646,2 2 1380,-5-5-5740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6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21 12981,'-26'-19'3537,"24"18"-2155,-1 1-256,-8 3-775,1 0-1,-1 0 0,1 1 0,0 0 1,0 1-1,0 0 0,-13 9 0,-62 53 385,83-65-687,-32 29 139,1 2 0,2 1 0,2 1 0,1 2 0,2 1 0,-31 58 0,49-80 6,1 1 1,0 0 0,1 0 0,1 0 0,0 1 0,2-1 0,0 1 0,1 0 0,0 0 0,3 33 0,-1-40-72,2-1 0,-1 1 0,1-1 0,1 1 0,0-1 0,0 0 0,1 0 0,1 0 0,-1 0 0,2-1 0,-1 0 0,1 0 0,1 0 0,-1-1 0,1 0 0,1 0 0,0-1 0,0 0 0,12 8 0,-4-3 108,2-2 0,-1 0 0,2-1 0,-1-1 0,1-1 0,0 0 0,0-1 0,1-2 0,24 4 0,-40-8-217,0 0 0,-1 0 0,1 0-1,0 0 1,0 0 0,0-1 0,4-1 0,-7 1-41,1 1 0,-1-1 0,1 0-1,-1 1 1,0-1 0,0 0 0,1 0 0,-1 0-1,0 0 1,0 0 0,0 0 0,0 0 0,0-1 0,0 1-1,0 0 1,0 0 0,-1-1 0,1 1 0,0-1-1,-1 1 1,1-2 0,1-3-207,0 0-1,-1 0 1,0 0-1,0 0 1,-1 0-1,1 0 1,-1 0-1,0 0 1,-1 0-1,0 0 1,-1-6 0,-3-4-454,0 1 1,-1 1 0,-1-1 0,0 1-1,-1 0 1,-1 1 0,0 0 0,-17-19 0,-9-7-1640,-10-9-752,15 12-3362,16 18 19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7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0 6341,'0'1'109,"1"0"1,-1-1 0,0 1 0,1 0-1,-1 0 1,0 0 0,0-1 0,0 1-1,0 0 1,0 0 0,0 0 0,0-1-1,0 1 1,0 0 0,0 0 0,0 0-1,0 0 1,-1 0 0,-10-2 2334,0-2-1920,9 3 1203,-39-2-4,27 1-1457,-1 0-1,0 1 1,-15 3 0,-9 4-394,-8 2-2083,15-7-3702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1:0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3756 10637,'6'-35'1762,"-6"34"-1717,0 1-1,0-1 0,0 1 1,0-1-1,0 1 0,0-1 1,0 1-1,-1-1 0,1 1 1,0-1-1,0 1 1,0-1-1,0 1 0,-1-1 1,1 1-1,0-1 0,0 1 1,-1 0-1,1-1 1,0 1-1,-1-1 0,1 1 1,-1 0-1,1-1 0,0 1 1,-1 0-1,1 0 1,-1-1-1,1 1 0,-1 0 1,1 0-1,-1-1 0,0 1 100,1 0 0,-1 0 0,1 0 0,-1 0 0,1-1 0,-1 1 0,1 0 0,0 0 0,-1-1 0,1 1 0,-1 0 0,1-1 0,0 1 0,-1 0 0,1-1 0,0 1 0,0 0 0,-1-1 0,1 1 0,0-1 0,0 1 0,0-1 0,-1 1-1,1-1 1,0 1 0,0 0 0,0-2 0,-5-73 1203,3-1 0,9-78-1,0 4-899,-2-317-15,15-478-425,5 289-136,-16 394 81,-7-19 10,-1 16-49,-2 217 39,0 32 36,1-1 0,0 1 1,5-29-1,-4 40 12,1 0-1,-1 1 0,1-1 1,0 0-1,0 1 0,0 0 1,0-1-1,1 1 0,0 0 1,0 0-1,0 0 0,0 1 1,0-1-1,1 1 0,0 0 1,8-6-1,1 2-2,0 0-1,1 0 0,0 1 1,0 1-1,25-6 1,79-8-14,-51 10 72,336-37 175,-341 40-180,458-19 212,1 25-44,-480 0-202,1006 37 232,1 35-167,-540-35 1,568 61-140,-1046-94 102,62 7-16,0 4-1,89 27 0,-155-33-48,0 0-1,-1 2 1,25 15-1,-37-19 19,0 1-1,-1 1 1,0 0-1,-1 0 1,0 1 0,0 1-1,13 16 1,-15-12 15,0 1 1,0 0 0,-2 1 0,0-1-1,-1 1 1,-1 1 0,0-1-1,-1 1 1,1 19 0,1 26 46,-2 75 1,-4-122-55,-8 330 23,1 104-6,8-423-22,29 513 8,1-198 69,-10-94 199,-6 35 119,-7-99-135,-9 35-76,-3-85 106,3-109-212,-1 0 0,0 0 1,-2-1-1,-8 28 1,9-44-37,0 0 1,0 0 0,-1-1-1,0 1 1,0-1 0,0 0-1,-1-1 1,0 1 0,-1-1-1,1 0 1,-1 0 0,0 0-1,-1-1 1,0 0 0,1 0-1,-1-1 1,-1 0 0,1 0-1,-13 4 1,-11 3 10,0-2 1,0-1-1,-53 6 0,-41 1-311,-150-1-1,-130-22-675,392 7 911,-1389-24-1595,580 45 1447,1 22 279,553-27-60,-288 21 322,255-15-219,97-10 60,-99 7 1319,208-13-400,-15 1 142,75-3-675,32-2-302,-1-1-193,-29 0 46,30 0 814,1-2-765,0-1-231,1 2 57,0 0 0,1 0-1,-1 1 1,0-1 0,1 0-1,-1 0 1,0 0 0,1 0-1,-1 0 1,1 1 0,0-1-1,-1 0 1,1 0 0,0 0-1,-1 0 1,1 0 0,0 0-1,0 0 1,0-1 0,0 1-1,0 0 1,0 0 0,0 0-1,0 0 1,1 0 0,-1 0-1,0 0 1,1 0 0,-1 0-1,0 0 1,1 0 0,0-1-1,2-5-27,0-1-1,-1-1 0,0 1 1,-1 0-1,1 0 0,-2-1 1,1 1-1,-1 0 0,-2-16 1,2 1-88,-9-352-6203,6 200 1317,-3 59-1994,1 28-3038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4:59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426 372 7477,'-17'3'1352,"1"-1"0,-23 1 0,36-3 446,0-1-1412,-28-6 148,28 7 154,0 0-634,-28 2 52,27-1 294,-24 7 848,25-8-1220,-26-2 67,26 1 45,-14 1-330,-18-4 134,29 3-70,1 0 0,-1 1 0,1-1 0,-1 1 0,-9 1 0,12 0 2859,1-2-5340,1 0 2586,1 1 1,0 0-1,-1 0 1,1-1-1,-1 1 0,1 0 1,0-1-1,-1 1 1,1-1-1,0 1 1,-1 0-1,1-1 0,0 1 1,0-1-1,-1 1 1,1-1-1,0 1 0,0-1 1,-1 0-8,1 0-1,-1 0 1,1 0 0,-1 1-1,1-1 1,-1 0 0,1 0-1,-1 1 1,0-1 0,1 0 0,-1 1-1,0-1 1,0 0 0,1 1-1,-3-2 1,-43-12-445,-3 4 5288,50 8-4258,0 1-504,-1 0 0,1 0 1,-1 0-1,1 0 0,-1 0 0,1 0 1,0 0-1,-1 0 0,1 0 1,0 1-1,0-1 0,0 0 1,-1 0-1,1 1 0,0-1 1,0 1-1,0-1 0,0 1 1,0-1-1,0 1 0,0 0 1,1-1-1,-1 1 0,0 0 1,0 0-1,0 0 0,0 0 1,0 0-1,0 0 0,2 0 1,23-3 557,2-1-410,1 1-1,0 1 1,-1 1-1,42 4 1,8 0-35,255 10 177,3 0-268,736-22 114,-601 17-232,-331-1 13,48 4 118,454 17-137,-1-42-34,-359 0 72,520-1 40,-471 24 10,26-20-67,-183 2-31,396-22 171,-357 15-228,158-9 104,-122 16 65,335-19-218,-332 14 200,-27 3-49,563-45-77,365-1 122,-1025 53 4,732-32-95,-843 35 71,669-25 65,-6 21 94,-177 27-87,-410-15-57,67 9-19,-9-4 300,-16-3-271,-33-3 421,-21-1 2044,-79-5-2352,1 1-97,26 4 46,-26-5 137,14 1-126,29 9 475,-43-9-573,0-1-4,184 20-58,-52-7 58,248 10-57,-351-22 56,179 6 18,394 17 6,-29 5 128,-527-26-161,784 32-172,-802-33-541,29 0-966,-58-2 1352,1 0-1,-1 0 1,1 0 0,-1 0 0,0-1 0,1 1-1,-1-1 1,0 0 0,0 0 0,1 0-1,-1 0 1,0 0 0,0 0 0,0 0-1,0-1 1,0 1 0,-1-1 0,3-2 0,2-9-6110,-12-6-4219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03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26 311 8589,'-1'0'110,"0"-1"0,0 1 0,0 0 0,0 0 0,0 0 0,0 0 0,0 0 1,0 1-1,0-1 0,0 0 0,1 0 0,-1 1 0,0-1 0,0 0 0,0 1 0,0-1 0,0 1 1,0-1-1,1 1 0,-1 0 0,0-1 0,0 1 0,1 0 0,-5 6 9106,8-8-8876,13-2-89,0 1 0,0 0-1,0 1 1,0 0 0,24 4-1,11-2-78,275-23 474,-90 5-464,184-15 14,-201 16-179,137-3 83,148 7-24,-462 13-93,398-10-81,-210 6 73,-31 1 31,37-5-9,123-7 22,171-20 113,115 33-144,-474 7 48,123-16-122,-48 0 35,28 12 53,-162 0 39,56 3-55,63 0 49,3 1 13,-103 2-57,234 12 133,-312-21-172,22 2 2,-4 3 15,100-9-1,-40 7 12,-19 0 26,157 0 1,127-7 29,232-37 22,-408 33 41,-148 7-180,152-2 141,156-7-159,-175 8 75,-34 1 25,65 5 39,-76 2 21,298 3 20,5-7 66,-232 2-192,242-7 174,-354 4-176,250 8 94,-217-4-107,133-6 66,5 2 13,-135-1-16,13-1 3,98 2 115,513-4-51,-399-1-94,2-1 78,107-4-115,-222 6 20,-54 4 115,138-6-93,-196 2-44,40-3 51,-19 1-8,-3 0 80,-117 3-72,91 4 1,-39 3 28,259-4 9,113-7 98,-350 10-128,26-2 97,209-12-126,-20 0 57,31 1-43,0 0 236,-11 5 143,-198 5-290,129-5 52,-17 0-170,150 9 14,-280 1 71,-39-1-70,200-3 72,-75 1-38,-90 2-4,-54-2-10,74-3-13,-3 3 23,-25 1 48,14 0-75,20 0 68,13-1-87,-60 2 38,1 4-36,-80-4 50,67-1 1,49 1-12,-18 0 43,-4 1-42,-21 0 185,83 1 400,53 9 36,53 5-430,-35 0-152,130 6 93,6-26-152,97 7 245,110 61 178,-532-58-355,46 4-62,57 3 485,-58-3-144,133 9 422,-163-15-598,118 4 315,-121-12-121,98 14 1,-64-6 661,-123-7-896,0-1 0,-1 0-1,1 0 1,0-1 0,6-1 0,5 0 85,-1 1-105,-12 1 16,-5-3-2427,-5-14 68,-1 0 0,-9-17 0,-14-12-6411,-2 2-2776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05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1 279 22097,'4126'-279'0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38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69 114 5436,'0'0'68,"-1"-1"-1,1 1 1,0-1-1,0 1 1,0-1-1,-1 1 1,1-1-1,0 1 1,0-1-1,0 1 1,0-1-1,0 1 1,0-1-1,0 0 1,0 1-1,0-1 1,0 1-1,0-1 0,0 1 1,0-1-1,1 1 1,-1-1-1,0 1 1,0-1-1,1 0 1,12 0 1513,-3 2-1967,-7-1 2148,-6 1-1612,-28 11 172,28-11-122,-2 0-65,1-1 0,0 1 0,0 0 0,0 0-1,0 0 1,0 1 0,0-1 0,1 1 0,-1 0-1,0 0 1,-3 3 0,0-1 3360,24 0-3221,-12-3-210,1 0-1,-1-1 0,1 1 1,-1-1-1,1 0 0,-1 0 0,1-1 1,7-1-1,18-2 37,181-20 288,47-3-285,-152 19-129,57-2 76,196 24-158,-138-8 211,-41-3-157,-45 2 103,189 12 46,55-12 14,-329-6-113,124-12 40,-32 2 52,7 1-150,89-2 125,120 27-200,-185-8 184,-119-6-50,110-7-151,-23 1 184,277 22-59,219 7 153,-339-20-46,-61-11-102,-87 0 31,206-11 212,-75-1-53,-117 7 153,104-12 193,138-6 72,-317 25-481,-53 2 219,0 1 0,67 6 0,-67-4 172,-34 0 240,-6 0-799,-2 0 73,0 1 0,0-1 0,0 1 0,1 0 0,-1 1 0,0-1 0,0 1 1,1 0-1,-8 4 0,10-5 27,-7 0-35,1 0 1,-1 0-1,-14 5 0,12-3 2555,9-5-2383,0 1-267,0 0 0,0 0 0,0 0 0,1 0 1,-1 0-1,0 1 0,0-1 0,0 1 0,-3-1 1,-34 1-8472,21 2 5196,-14 0-5284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3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1 224 9589,'0'0'6517,"1"-2"-5700,-1 1-709,1-1 1,0 0-1,0 1 1,0-1 0,0 1-1,0 0 1,1-1-1,-1 1 1,0 0-1,1-1 1,-1 1-1,1 0 1,-1 0-1,4-1 1,28-5 739,-27 6-765,130-10 1445,27-5-489,-117 9-782,858-108 3260,240 96-1789,-1053 19-972,-45 0 162,68 6-1,-85-7-637,-21 0-227,-4 1 93,14 2-30,-2-1-90,-13-1 66,0-1-82,21-4 91,-22 5-91,-5-1-259,-26-1 4,26 2 108,0-1-179,-30-6 37,29 6 162,1 2-194,-25 1 27,25-2 18,-23-11-3641,-6 13 3159,29-1 571,-7-6-10063,6 4 8757,1 0 1,-8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4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3896,'0'1'246,"1"0"-1,-1 0 0,0 0 0,0 0 0,0 1 1,1-1-1,-1 0 0,1-1 0,-1 1 0,0 0 1,1 0-1,0 0 0,-1 0 0,1 0 0,0 0 0,-1 0 1,1-1-1,0 1 0,0 0 0,0-1 0,-1 1 1,1-1-1,0 1 0,1 0 0,12 3 3256,-13-2-3397,6 19-3,-3-15 2822,13-9-3057,-7 1 1422,-3 1 2790,-17-6-3861,4 0-1286,-1 2-4628,-7-2 931,-1-4-2822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4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22910,'6735'0'0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5:4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22532,'8136'0'0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2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29 144 7925,'-29'15'14636,"32"-16"-14577,92-16 13,-11 1 33,103-5 0,-84 11-85,28 0 17,0 7-15,314-3-22,-367 6-10,164 3 13,-7-1 47,29 2-52,-116 11 75,-19-9-57,110 2-94,62-5 71,-40 6-5,325 2-104,-585-11 115,151 5 15,56-1-20,26-12-33,-107 5 51,-19 2-8,7 1 5,-15 0-26,61-5-68,-72 7 102,-19 1-16,177 3 18,-131-7-29,168 4-38,-186-4 41,3-1-20,184-6-37,-283 8 65,285-5-103,88-3 10,-212-2 141,1-3-50,66-5-41,-24 7 48,-141 9-11,-41 2 3,29-3-1,149-21-85,-31 15-4,-70 6 12,81 2 109,4-1 3,-65 2-76,8 0 33,-2-2-35,30-3-38,-73 2 115,52-5-47,-132 7 13,14 0-3,-1 0 0,0 1 1,24 3-1,10-3-18,24 6 15,-71-6 1,-1 0-36,177 9 84,-16-3-61,-26 2 31,61 1-37,-155-9 26,200 8 10,-109-1-10,-37-3-54,8-1 94,32 3-96,-24-3 120,1 1-72,-32-2 84,-26-2-61,287 6-60,-252-7 103,32 3-113,139 4 260,-73-4-151,-137 1-56,44 0 25,58-1-45,-45 1 46,-20-2-28,105-2 33,-22-5-31,13-2 15,20 5-42,-64 5 26,-44 0 13,246 2-32,86-3 77,-95-5-109,-205-4 80,74 0-34,-83 5 10,-99 3-3,36 4 1,-36-2 7,-1-1 0,29-1 0,124-7-29,-79 4 39,269-20-82,-346 22 54,-1 0-1,21 3 0,18 0 61,76 5-72,95 9 27,-32-4-53,82 5 105,-41 0 83,173 13 474,-296-23-581,-53-5-2,29 3 3,-65-4-257,0-1-1,-1 0 0,1-2 0,26-5 0,-48 6 194,-2 1 10,1 1 0,-1-1 0,0 0-1,0 0 1,0 0 0,0 0 0,0 0 0,0 0 0,0 0 0,1 0 0,-1-1-1,0 1 1,0 0 0,0 0 0,0 0 0,0 0 0,0 0 0,0 0-1,0 0 1,1 0 0,-1 0 0,0 0 0,0 0 0,0 0 0,0 0-1,0 0 1,0 0 0,0-1 0,0 1 0,0 0 0,0 0 0,0 0-1,0 0 1,0 0 0,0 0 0,0 0 0,0 0 0,0-1 0,1 1-1,-1 0 1,0 0 0,0 0 0,0 0 0,0 0 0,-1 0 0,1 0 0,0-1-1,0 1 1,0 0 0,0 0 0,0 0 0,0 0 0,0 0 0,0 0-1,0 0 1,0 0 0,0-1 0,0 1 0,0 0 0,0 0 0,0 0-1,0 0 1,-1 0 0,1 0 0,0 0 0,0 0 0,0 0 0,0 0 0,-4-8-1370,0 1 1,0 0-1,0 0 1,-1 0-1,-11-11 1,-14-5-7675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23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22 278 10677,'-5'-1'-327,"-10"-1"2706,13 0-884,10-1-905,-3 1 127,1 1 1,-1 0-1,0 1 1,1-1-1,5 1 0,48 7 746,-19-1-877,464 17 1122,-268-17-1519,326-20 159,-416 7-293,667-47 290,132-4-351,-441 30 25,-202 17-47,211-11 50,-312 17-31,-41 2 29,187 0-30,-28 0 206,-249 4-85,-63-1-35,0 0 1,1 0-1,-1 0 1,0-1-1,12-3 1,12 0 542,15-7 1382,-43 11-560,0 0-1304,26 2 122,-27-2-7,0-1-191,0-1 0,0 1 1,0-1-1,0 1 1,0-1-1,0 1 0,0 0 1,0 0-1,0 0 1,5-1-1,149-33 1400,-113 28-1127,-34 6-198,1 0 1,0-1-1,15-5 1,-23 6 82,0 0-277,0-1 0,-1 1 1,1 0-1,0 0 0,0-1 0,0 1 1,0 0-1,0 1 0,0-1 1,3-1-1,-11 6-256,3-2-59,0 0 1,-1 0-1,1 0 0,-1 0 1,0-1-1,0 0 0,1 1 0,-1-1 1,0-1-1,0 1 0,0 0 1,0-1-1,-6 0 0,-36 1-3054,17 0-196,6-1-2245,0-4-4593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5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 7613,'-20'20'12330,"17"-20"-12260,0 1 0,0-1 0,-1 1-1,1 0 1,0 0 0,0 0 0,-3 1 0,4-1-10,-7 3-9,0 0-1,0 0 1,0 1 0,1 0 0,-12 10-1,7-5-13,-3 2-1,1 1 1,0 0-1,1 1 1,0 1-1,-12 17 1,-50 86 266,49-67-101,3 2 0,2 0 0,-17 67 0,38-116-192,-17 63 181,3 0 0,3 1-1,2 1 1,4 0 0,5 131 0,6-126 250,3 1 1,3-1-1,4-1 1,34 103-1,-29-119-10,3 0-1,3-1 1,2-2 0,3-1 0,68 91-1,96 70 944,17-18-233,-140-131-895,-18-9-417,-25-16-2725,-29-40 2835,0 0 0,0 0 1,0 0-1,0 0 0,0 1 0,0-1 0,0 0 0,0 0 0,0 0 0,0 0 0,1 0 1,-1 1-1,0-1 0,0 0 0,0 0 0,0 0 0,0 0 0,0 1 0,0-1 0,0 0 1,0 0-1,-1 0 0,1 0 0,0 1 0,0-1 0,0 0 0,0 0 0,0 0 0,0 0 1,0 0-1,0 1 0,0-1 0,0 0 0,0 0 0,-1 0 0,1 0 0,0 0 0,0 0 1,0 0-1,-2 3-532,1-1-347,-1 1 0,0 0-1,0-1 1,0 1 0,0-1 0,-1 0 0,1 0-1,-1 0 1,1 0 0,-5 3 0,5-5-212,0 0 0,0 0 0,0 0 0,0 0 0,0 0 1,0 0-1,0 0 0,0-1 0,-3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6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125 952 6069,'0'5'294,"0"-1"1,0 1 0,-1-1 0,1 1-1,-1-1 1,0 1 0,-3 6 0,4-9-191,-1-1 1,1 0 0,0 0 0,-1 0-1,1 0 1,0 0 0,0 1 0,0-1-1,0 0 1,0 0 0,0 0 0,1 0-1,-1 1 1,0-1 0,1 0-1,-1 0 1,0 0 0,1 0 0,0 0-1,0 1 1,3 11 4411,13-21-2095,-14 7-2272,0 0 0,0-1 0,-1 1 1,1-1-1,-1 0 0,0 0 0,1 0 0,-1 0 1,0 0-1,0 0 0,0-1 0,0 1 0,-1 0 0,4-6 1,16-44 673,-15 36-506,13-37 71,-3-2-1,-2 1 0,-2-2 0,-3 0 1,-3 0-1,1-66 0,-13-83-1,3 177-354,-1 1-1,-2-1 1,0 0-1,-2 1 1,-14-33 0,19 53-44,-1 1 0,1 0 0,-1-1 1,0 1-1,-1 0 0,1 1 1,-1-1-1,-6-4 0,9 9 9,1 0-1,0 0 0,-1 0 0,0 0 1,1 0-1,-1 1 0,1-1 1,-1 1-1,0-1 0,1 1 1,-1 0-1,0-1 0,1 1 1,-1 0-1,0 0 0,0 0 0,1 1 1,-1-1-1,0 0 0,1 0 1,-1 1-1,0-1 0,1 1 1,-1 0-1,1-1 0,-1 1 0,-1 2 1,-3 0-5,0 1 0,1 0 0,-1 0 0,1 1 0,-4 5 0,1-1-1,1 0 0,1 0 1,-1 1-1,2 0 0,-1 1 0,1-1 1,-5 16-1,0 7-4,-7 42 0,6-12 8,4 1 0,-1 76 0,19 132-25,-5-213 45,2-1 0,3 0 0,23 70 0,-19-84-20,2 0 0,2-1 1,1-1-1,43 63 0,-51-88-22,1 0-1,1-1 1,0 0-1,1-1 1,1-1-1,23 17 1,-30-25-411,1 0 1,1 0 0,-1-1-1,1-1 1,17 6 0,-20-8-416,-1 0 1,1-1 0,0 0-1,-1 0 1,1-1 0,0 0-1,-1-1 1,1 0 0,9-1-1,19-11-8689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7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43 11245,'-8'12'1064,"1"0"-1,0 1 1,-8 22-1,11-23-873,-1-1 0,0-1 0,0 1 0,-1-1 0,0 0 0,-1 0 0,-9 10 0,-18 22 3575,32-40-2302,5 2-1404,0 0 1,0-1-1,1 1 0,-1-1 1,1 0-1,0 0 1,0 0-1,0 0 1,5 2-1,11 9 13,6 8-78,-15-13-477,0 0 1,-1 1-1,-1 0 1,16 19 0,-10-8-965,-13-19 860,0-3-256,2-2 768,-1 1 0,0-1-1,0 0 1,0 0 0,0 0 0,-1 0-1,1 0 1,-1-1 0,0 1 0,0-1-1,0 1 1,2-8 0,3-8 49,5-29 0,0 1 288,-4 23-113,0 4 271,-2 0 0,0-1 1,-1 0-1,3-28 0,5-46 2231,-29 169-2065,13-42-545,1-1 1,2 1-1,1 0 0,5 32 1,-4-53-28,-1-1 1,2 1 0,-1-1-1,2 0 1,-1 0-1,1 0 1,1 0-1,0 0 1,0-1-1,1 0 1,0 0 0,0-1-1,1 1 1,0-2-1,15 14 1,-19-20-5,0 1 0,0 0-1,0-1 1,0 0 0,1 0 0,-1 0 0,0 0 0,1 0 0,-1-1 0,1 1 0,-1-1 0,1 0 0,-1 0-1,1 0 1,5-2 0,1 0 21,-1 0-1,0 0 0,0-1 0,12-6 1,3-5 21,-1 0-1,0-2 1,-1 0 0,-1-2 0,25-26-1,24-19-52,-54 49-131,0 1 0,36-20-1,-52 33 116,1 0-1,0 0 1,0 0-1,0 0 0,-1 1 1,1-1-1,0 0 1,0 0-1,-1 1 0,1-1 1,0 1-1,0-1 1,-1 0-1,1 1 0,-1-1 1,1 1-1,0 0 0,-1-1 1,1 1-1,-1-1 1,1 1-1,0 1 0,-1-1-33,3 3-15,0 0 0,-1 1 0,0-1 0,1 1 0,-2-1 0,1 1-1,-1 0 1,1 0 0,-2 0 0,1 0 0,0 0 0,-1 7 0,3 12-127,4 4-118,1 0-1,20 46 1,-23-64 367,0 0-1,0 0 1,1 0 0,1-1 0,0 0 0,0 0 0,0 0 0,1-1-1,14 11 1,-19-17 2,-1-1 0,1 1-1,0-1 1,-1 0 0,1 1-1,0-1 1,0-1 0,0 1-1,0 0 1,0-1 0,0 1-1,0-1 1,0 0 0,0 0-1,0 0 1,0-1 0,0 1-1,0-1 1,0 1 0,5-3 0,2-1 156,-1 0 1,0-1 0,0 0 0,11-8-1,-19 13-199,17-15 440,-1 0 0,0 0 0,-1-2 1,0 0-1,-2-1 0,0 0 0,-1-1 0,-1-1 1,-1 0-1,15-34 0,-23 47-407,0 1 0,0-1 0,0 0 0,-1 0-1,0 0 1,0-1 0,-1 1 0,0 0 0,0-1 0,-1 1 0,0-1 0,0 1 0,-3-14 0,2 15-230,-1 0 1,0 1-1,0 0 1,-1-1-1,0 1 1,0 0-1,-5-7 1,6 10 12,0 0 1,0 0 0,0 0-1,0 1 1,0-1-1,0 0 1,0 1-1,0 0 1,-1 0-1,1-1 1,-1 1 0,1 1-1,-1-1 1,1 0-1,-1 1 1,1-1-1,-1 1 1,0 0-1,1 0 1,-6 0 0,-11 2-1504,1 1 1,-26 7-1,33-7-873,0 1 0,-19 10 0,1 1-5925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18 371 7401,'-1'0'154,"0"1"1,0-1-1,0 1 1,0 0-1,0-1 1,0 1-1,0 0 1,0 0-1,0 0 1,0-1-1,0 1 1,1 0-1,-1 0 1,0 0-1,1 0 1,-1 1-1,1-1 1,-1 0-1,1 0 1,-1 0-1,1 0 1,0 0-1,0 1 1,-1-1 0,1 0-1,0 0 1,0 0-1,0 1 1,0-1-1,1 0 1,-1 0-1,0 0 1,0 1-1,1-1 1,0 2-1,0-1 836,-1 1-9,3 5-540,0 0-1,1-1 1,-1 1-1,2-1 1,-1 0-1,1 0 1,0 0 0,10 10-1,-12-14-279,0 0 0,0-1 0,0 1 1,0-1-1,1 0 0,-1 0 0,1 0 0,0 0 0,0 0 0,-1-1 0,1 0 0,0 0 0,0 0 0,0 0 1,1 0-1,-1-1 0,0 0 0,0 0 0,0 0 0,7-1 0,5-3 293,0-1 0,0 0-1,-1-1 1,0-1 0,0 0 0,-1-1 0,1 0-1,-2-1 1,1-1 0,-1 0 0,-1-1-1,0 0 1,-1-1 0,15-19 0,-17 20-319,-1-1 0,-1 0 0,0 0 0,0 0 1,-1-1-1,-1 0 0,0 0 0,-1 0 0,0-1 0,-1 0 0,-1 1 1,0-1-1,-1 0 0,0 0 0,-1 0 0,-1 0 0,-3-23 1,2 31-267,0-1 1,0 1 0,0 0-1,-1 0 1,0 0 0,0 0-1,-1 1 1,1-1 0,-1 1-1,0 0 1,-1 0 0,1 0 0,-1 1-1,-6-5 1,7 6-248,-1 0-1,1 0 1,-1 0-1,0 1 1,0-1-1,0 1 1,0 0 0,0 1-1,0-1 1,0 1-1,-1 0 1,1 1 0,0-1-1,-1 1 1,1 0-1,0 0 1,-9 2-1,-3 1-1152,12-3 581,-1 1 0,1 0 0,-1 0-1,1 1 1,0 0 0,-1 0 0,1 0 0,0 0 0,-6 4-1,10-4-19,-1 0-1,1 0 0,0-1 0,0 1 0,0 0 0,0 0 0,0 0 0,-1 4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9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78 828 7513,'-13'13'499,"8"-9"-275,1 0 0,0 1 0,0-1 0,1 1 0,-1 0-1,1 0 1,0 0 0,0 0 0,-3 9 0,-18 37 2149,23-49-2250,1 1 0,0-1 0,-1 0 0,1 0 0,0 0 0,0 0 0,0 0 0,1 1 0,-1-1 0,0 0 0,2 2 0,-2 0 155,1-3-176,-1 1-1,0-1 1,1 0 0,-1 1-1,1-1 1,0 0 0,-1 0-1,1 1 1,0-1 0,0 0-1,0 0 1,-1 0 0,1 0-1,0 0 1,1 0 0,-1 0-1,0 0 1,0-1 0,0 1 0,0 0-1,1-1 1,-1 1 0,0-1-1,1 1 1,-1-1 0,0 1-1,1-1 1,-1 0 0,1 0-1,-1 0 1,0 0 0,1 0-1,1 0 1,7-1 178,-1 0 0,0-1 0,0 0 1,0 0-1,0-1 0,0 0 0,0-1 0,-1 0 0,0 0 0,12-8 1,2-5 143,-1 0 1,0-2-1,33-39 1,-9 10-71,-9 6-1078,-35 42 709,-1 0 0,0 0 0,0 0-1,0 0 1,0 0 0,0-1 0,0 1-1,0 0 1,0 0 0,1 0 0,-1 0-1,0 0 1,0 0 0,0 0 0,0 0-1,0 0 1,0 0 0,0 0 0,0-1-1,0 1 1,0 0 0,0 0 0,0 0-1,0 0 1,1 0 0,-1 0 0,0 0-1,0-1 1,0 1 0,0 0 0,0 0-1,0 0 1,0 0 0,0 0 0,0 0-1,0-1 1,-1 1 0,1 0 0,0 0-1,0 0 1,0 0 0,0 0 0,0 0-1,0 0 1,0 0 0,0-1 0,0 1-1,0 0 1,0 0 0,0 0 0,0 0-1,-1 0 1,1 0 0,0 0 0,0 0 0,0 0-1,0 0 1,0 0 0,0 0 0,-1-1-1,-1-1-206,0-1 0,-1 0 1,0 0-1,0 1 0,0 0 0,0-1 0,0 1 0,0 0 0,0 1 0,-1-1 0,1 0 1,-1 1-1,1 0 0,-1 0 0,0 0 0,1 0 0,-1 1 0,0-1 0,0 1 0,-6 0 1,-127 22-6613,65-4 6438,66-17-74,-5-1 3172,11 0-2570,0-1 1,0 0-1,0 0 1,0 0-1,0 1 0,0-1 1,0 0-1,0 0 0,0 1 1,1-1-1,-1 0 0,0 0 1,1 1-1,-1-1 1,0 0-1,1 1 0,-1-1 1,1 0-1,0 0 0,6-8 308,1 0-1,-1 1 0,2 0 0,-1 0 0,15-9 1,6-6 389,10-10 64,-5 6-109,-2-2 0,49-55 0,222-283 2301,-208 236-2575,-94 130-532,-1 6 12,-12 287 15,0-78 515,9-97-36,-4 543 1953,-6 168-1842,10-713-1885,0 9-2555,1-103-1364,-8 37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3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12733,'-10'31'1253,"3"2"0,0-1 0,3 1-1,-2 46 1,8-34-259,13 76 0,-1-27-280,8 91 268,-14-141-994,1-1 1,17 47-1,-19-72-1124,2 10 71,-7-10-8419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0 613 14709,'3'3'381,"-1"0"0,1 1 0,-1-1 0,1 0-1,0 0 1,1-1 0,-1 1 0,0-1 0,1 1-1,-1-1 1,1 0 0,0-1 0,0 1 0,0-1-1,0 1 1,5 0 0,11 6 147,367 158 2142,-314-142-4044,-69-23 1149,-1 0-720,-3-3-295,-3-10 558,-1 1 0,0-1 0,-1 1 0,0 0 0,-1 1 1,0-1-1,-1 1 0,0 0 0,0 1 0,-1 0 0,0 0 0,-11-9 1,-14-10 369,-2 1 0,-38-22 0,57 38 1910,-26-21 0,30 21-463,-1 1-1,0 0 1,-21-11 0,32 20 628,19-2-934,36-4-192,-41 6-567,1 0 0,-1-1 1,18-5-1,8-5-150,-1-2 0,-1-1 1,0-2-1,-1-1 0,-1-2 0,47-35 0,-26 11 1027,-1-3 0,86-98 0,-122 125 619,0 1 0,1 0 0,29-22-1,-48 41-1557,0 0-1,0-1 0,0 1 1,0 0-1,1 0 0,-1 0 0,0 0 1,0 0-1,0 0 0,0 0 0,0 0 1,0 0-1,0 0 0,0 0 1,0 0-1,1 0 0,-1 0 0,0 0 1,0 0-1,0 0 0,0 0 1,0 0-1,0 0 0,0 0 0,1 0 1,-1 0-1,0 0 0,0 0 0,0 0 1,0 0-1,0 0 0,0 0 1,0 0-1,0 0 0,1 0 0,-1 1 1,0-1-1,0 0 0,0 0 0,0 0 1,0 0-1,0 0 0,0 0 1,0 0-1,0 0 0,0 0 0,0 1 1,0-1-1,0 0 0,0 0 1,0 0-1,0 0 0,0 0 0,0 0 1,0 0-1,0 1 0,4 4 80,-1 1 0,1 1 0,-1-1 0,-1 0 1,1 1-1,-1-1 0,2 14 0,4 53 184,-5-33-168,37 576-2363,-40-613 2211,2 175-3782,-10-60-1887,2-62-857,0-8-4081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0 764 16209,'47'-25'3407,"-41"21"-2970,1-1 1,0 1-1,0 1 0,1-1 1,-1 1-1,1 1 0,-1-1 1,1 1-1,12-1 1,4 3-128,0 0 0,0 2 1,-1 1-1,1 1 1,40 12-1,109 49-1309,-161-59 752,1 0 0,-1 1 0,0 0 0,-1 0 0,20 18 0,-17 3-1253,-22-21 1532,7-6 8,1-1-1,-1 1 1,1 0-1,-1-1 1,1 1 0,-1-1-1,0 1 1,1-1-1,-1 1 1,0-1 0,1 1-1,-1-1 1,0 1-1,1-1 1,-1 0 0,0 1-1,0-1 1,0 0 0,1 0-1,-2 1 1,-3-2 31,1 0 0,0 1 0,0 0 1,0 0-1,0 0 0,0 1 0,0-1 1,-1 1-1,1 0 0,0 0 0,0 1 1,-5 2-1,7 0-138,0 12-4,-1 6-96,-1 35 0,5-49 83,-1-1 0,1 1 0,0-1 0,0 0 0,1 1 0,0-1 0,1 0 0,-1 0 0,5 7 0,-5-11 55,0-1 0,0 0 0,0 0 0,0 0 0,0 0 0,0 0 1,0-1-1,1 1 0,-1-1 0,0 1 0,1-1 0,0 0 0,-1 0 0,1 0 1,0 0-1,-1-1 0,1 1 0,0-1 0,0 0 0,3 1 0,6-1-34,0 0-1,-1 0 0,17-3 0,1-3-15,1-2 0,-1-1-1,47-20 1,34-11-346,-93 34 306,-13 4 16,-1 2-6,28 0-90,-30 1 194,-1-1-1,1 1 1,0-1-1,-1 1 1,1-1-1,-1 1 1,1 0-1,0-1 1,-1 1 0,0 0-1,1 0 1,-1-1-1,1 1 1,-1 0-1,0 0 1,1 0-1,-1-1 1,0 1-1,0 0 1,0 1-1,0-1-7,4 6-15,-1 1 0,1-1 0,0 0 0,0 0 0,1-1 0,0 1 0,7 8 0,-8-13 21,-1 1 1,1-1 0,-1 0 0,1 0 0,0 0 0,0 0 0,0 0 0,0-1 0,0 0 0,0 0 0,0 0 0,1 0-1,-1-1 1,0 1 0,1-1 0,5-1 0,10 0 3,0-2 0,-1 0 0,1-1 0,-1-1 0,0-1 0,0 0 0,-1-2 0,1 0 0,-2-1 0,1-1 0,-1 0 0,-1-2 0,19-16 0,-17 12 14,0 0 0,-2-2 0,0 0 0,-1-1 0,-1 0 0,-1-1 0,-1-1 0,-1 0 0,0-1 0,13-41 0,2-32 516,21-147-1,-43 193 190,-1 0 0,-2 0 0,-8-57-1,1-42 2713,4 138-3058,-2 21-140,-4 26-41,-2 45 116,0 149 1,30 85-652,-8-230-889,33 125 0,12-22-4184,-33-123-1127,4-8-4271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15277,'-16'24'538,"7"-10"-18,0 1-1,1-1 1,0 2 0,-9 25 0,7 0 244,2 0 0,1 0 1,2 0-1,1 61 0,1-53-504,1 466 1736,10-381-1547,37 401 986,-41-502-1549,11 65-90,-12-86-225,1 1 1,0 0-1,1-1 1,0 0 0,9 16-1,-13-27-33,-1-6-41,-9-156-3367,-1-9 1340,19-29 3020,46-278 0,-39 344 25,-16 127-792,0 1 1,0 0 0,0 0 0,-1-1-1,1 1 1,-1 0 0,0 0 0,-1 0-1,0 0 1,1 0 0,-1 0 0,-3-4-1,-10-14-4904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1442 6753,'41'-77'5881,"-16"31"-3044,-2-1 0,20-59 0,18-115 3128,-59 214-6023,-1 0 1,0-1-1,0 1 1,-1-1-1,0 0 1,0 1-1,0-1 0,-4-12 1,3 15-184,-1 0 0,0 1 0,0-1 0,0 1 0,0 0 0,-1 0 0,0 0 0,0 0 0,0 0 0,0 0 0,0 1 0,-1-1 0,0 1 0,-6-4 0,-62-34-2169,69 39 3844,6 1-1196,9-4 116,0 1 1,0 0 0,1 1 0,21-3-1,-29 5-282,-1 1 0,1 0 0,0 0 0,-1 0 0,1 1 0,0 0 0,-1-1 0,1 2 0,-1-1 0,1 0 0,-1 1-1,0 0 1,1 0 0,-1 0 0,0 1 0,0-1 0,5 6 0,-2-1-2,0 1 0,-1 0 0,0 0 0,0 1 0,-1 0 0,0 0 0,0 0 0,4 15 0,22 87-128,-9-29-467,-13-51 292,2 0 0,2 0 1,0-2-1,2 1 1,33 47-1,-45-73 225,0-1 0,0 1 0,1-1-1,-1 0 1,1 0 0,0 0 0,0-1-1,0 1 1,0-1 0,1 0 0,-1 0 0,0 0-1,1-1 1,-1 0 0,1 1 0,0-2-1,-1 1 1,1 0 0,0-1 0,0 0 0,-1 0-1,1-1 1,5 0 0,6-2 20,0-1 1,0 0-1,0-1 1,0-1-1,18-10 1,-12 5-47,-1-1 0,0 0 0,-1-2 0,0 0 0,-1-1 0,-1-1 0,-1-1 1,0 0-1,25-35 0,-41 50 2,0 0-1,0 0 1,0 0 0,0 0-1,-1-1 1,1 1 0,-1 0-1,1-1 1,-1 1 0,0 0-1,0-1 1,0 1 0,0 0-1,0-1 1,0 1 0,-1 0 0,1-1-1,-1 1 1,0 0 0,0 0-1,0 0 1,0-1 0,-2-2-1,1 1-58,-1 0-1,0 0 0,0 0 1,0 0-1,0 1 0,-1-1 1,0 1-1,1 0 0,-8-5 1,3 4-111,0 1-1,1 0 1,-2 0 0,1 1 0,0 0 0,0 0 0,-1 1-1,1 0 1,-12 0 0,-11 2-758,-35 5-1,46-4 701,4 0 344,1-2-1,-1 0 1,-30-4-1,45 4-63,-2-1 492,4-1 36,0-2-423,2 1-1,-1-1 1,0 1-1,1 0 1,-1-1-1,1 1 1,0 1-1,0-1 1,0 0-1,1 1 1,3-3-1,47-26 714,-22 14-389,180-103 2710,67-42-715,-256 147-2540,-2-1 0,0-1 0,-1-1 0,-1-1 1,0 0-1,27-39 0,-36 43-135,0-1 0,-1-1 1,0 1-1,-2-1 0,0-1 1,-1 1-1,0-1 0,-2 0 0,0 0 1,2-29-1,-2-145-701,-4 184 990,0 5-10,1 0 0,-1 0 0,-1 1 0,1-1 1,0 0-1,0 1 0,-1-1 0,0 0 0,-1-3 0,-2 11 481,1 15-44,-5 115 1471,12 175 1,0 33-1108,-4-203-1643,2-120 228,0-1 0,2 0-1,0 1 1,12 33-1,-14-49 395,-1-1-1,1 1 1,0-1-1,-1 0 1,1 0-1,1 0 1,2 4-1,-4-6 147,0-1 0,-1 1-1,1-1 1,0 1 0,-1-1 0,1 1 0,0-1-1,0 1 1,-1-1 0,1 0 0,0 1-1,0-1 1,0 0 0,0 0 0,0 1-1,-1-1 1,1 0 0,0 0 0,0 0 0,0 0-1,0 0 1,0 0 0,0-1 0,-1 1-1,1 0 1,0 0 0,0-1 0,0 1 0,0 0-1,-1-1 1,2 0 0,15-12-144,-1 0 1,-1-1-1,-1-1 0,21-26 1,16-15 58,-29 34 63,-11 12-111,0 0 0,-1-1-1,0-1 1,12-18 0,-11 13-29,-7 10-4648,-19 15-1079,-5 4-2088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387 824 13989,'-22'-10'1745,"21"10"-1649,0 0-1,0 0 1,1 0-1,-1-1 1,0 1-1,0 0 1,0 0-1,0 0 1,0 1-1,0-1 1,0 0-1,0 0 0,0 0 1,0 1-1,1-1 1,-1 0-1,0 1 1,0-1-1,0 1 1,0-1-1,1 1 1,-1-1-1,0 2 1,-2-1 220,-50 23 870,0 3 1,-62 42-1,80-45-944,15-11 33,0 1 1,-24 23 0,44-36-264,1 0 0,-1-1 0,1 1 0,-1 0 0,1 0 0,0-1 0,-1 1-1,1-1 1,0 1 0,0 0 0,0-1 0,-1 0 0,1 1 0,0-1 0,0 1 0,1-1 0,4 2 19,1-1-1,-1 0 1,1 0 0,-1 0 0,1-1-1,0 0 1,-1 0 0,1-1 0,6-1 0,21-1 103,31-1 146,-22 1-115,48 2 1,63 15-843,-153-13 498,1 0 1,-1 1 0,0-1-1,1 0 1,-1 1 0,0 0-1,0-1 1,0 1-1,0-1 1,0 1 0,0 0-1,0 0 1,0 0 0,0 2-1,-2-1-182,0 0 86,0-1 0,0 1 0,1 0 0,-1-1 0,1 1 0,0 0 0,0 4 0,17-4-195,-14-2 463,0-1 1,-1 0 0,1 0 0,0 0 0,-1 0 0,1 0 0,0-1-1,-1 1 1,1-1 0,0 0 0,-1 1 0,1-1 0,-1 0-1,3-2 1,36-24 132,-16 9-49,9-5 16,0-2 0,-1-1 1,-2-1-1,0-2 1,-3-1-1,0-2 0,-2 0 1,-1-2-1,-2-1 1,-1 0-1,-2-2 0,20-49 1,-15 21 227,19-79 1,-38 117-167,0-2 1,-2 1-1,-1 0 1,-2-1-1,-2-45 0,-2 55 35,-1 0-1,0 1 1,-1 0 0,-1 0-1,-1 1 1,0-1-1,-11-16 1,18 33-171,0 0 0,-1 0 1,1 0-1,-1 1 0,1-1 0,-1 0 0,0 0 1,1 0-1,-1 1 0,0-1 0,1 0 0,-1 1 1,0-1-1,0 1 0,0-1 0,0 1 0,0-1 1,0 1-1,1-1 0,-1 1 0,0 0 0,0-1 1,-2 1-1,2 0-9,0 1 0,-1-1 0,1 0 0,0 1 0,0-1 0,0 1-1,0 0 1,0-1 0,1 1 0,-1 0 0,0 0 0,0-1 0,0 1 0,0 0 0,1 0 0,-1 0 0,0 1 0,-3 5 37,0 0 0,0 1-1,1-1 1,-4 15 0,-10 60 1208,-14 162 0,26-187-787,-1 12 36,2 0 0,4-1 0,3 1 0,21 121 1,-22-179-460,0-1 1,1 1 0,0-1-1,1 0 1,0 0 0,1-1-1,0 1 1,11 15 0,-13-21-30,1 0 0,-1-1 0,1 0 0,0 0 1,-1 0-1,1 0 0,1 0 0,-1-1 1,0 0-1,1 0 0,-1 0 0,1 0 0,-1-1 1,1 1-1,0-1 0,-1 0 0,1-1 1,0 1-1,0-1 0,0 0 0,0 0 0,5-2 1,7 0-160,-1 0 0,1-2 0,-1 0 0,0-1 0,0-1 0,27-13 0,-40 17-516,-17-4-2755,7 5 2593,1 1 0,-1-1 0,1 1 0,-1 0 0,0 0 0,1 1 0,-1 0 0,1 0 0,-1 0 0,-9 5 1,3-3-1616,-22 6-7455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10933,'-26'41'1668,"26"-24"-220,-9 9-168,1-3-223,-4-3-213,1-3-260,8 6-512,0 0-488,-3-3-520,3 0-357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4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1578 12265,'0'1'77,"0"-1"1,0 1-1,0-1 1,-1 0-1,1 1 0,0-1 1,0 1-1,0-1 0,0 1 1,0-1-1,0 1 1,0-1-1,0 1 0,1-1 1,-1 1-1,0-1 0,0 1 1,0-1-1,0 0 1,1 1-1,-1-1 0,0 1 1,0-1-1,1 0 0,-1 1 1,0-1-1,1 1 1,0-1-1,7-11 2061,9-33 1043,58-309 3112,-56 249-5898,42-264-388,-18 96-582,-32 197 26,3-136 1,-14 209 531,1 1 0,-1-1 0,0 1-1,0-1 1,-1 1 0,1-1 0,0 1 0,0-1 0,-1 1 0,1 0 0,-1-1-1,1 1 1,-1-1 0,-1 0 0,2 1 13,0 1-1,-1 0 1,1 0-1,0 0 1,-1 0-1,1 0 1,0 0-1,-1 0 1,1 0-1,-1 0 1,1 0-1,0 0 1,-1 0-1,1 0 1,0 0-1,-1 0 1,1 0-1,0 0 1,-1 1-1,1-1 1,0 0-1,-1 0 1,1 0-1,0 1 1,-1-1-1,1 0 1,0 0-1,-1 1 1,1-1-1,0 0 1,0 0-1,0 1 1,-1-1-1,-3 6-22,0 0 0,0 0 0,0 0 0,-4 10 0,1 3 17,1 0 1,1 1-1,0-1 1,-3 35-1,3-12-10,-5 28 52,4 1 0,3 1 1,3-1-1,3 0 0,16 93 1,-13-122-71,1 8 36,3 1-1,20 66 1,-25-103-2,-1-2 0,2 1 0,0-1 0,0 1 0,1-2 0,1 1 0,0-1 0,0 0 0,1-1 0,0 0 0,1 0 0,0-1 0,22 15 0,-24-19-57,0-2 0,0 1 0,1-1 0,-1 0 0,1-1 0,0 0 1,0 0-1,0-1 0,0 0 0,0-1 0,0 0 0,0 0 0,-1-1 0,1 0 0,11-3 0,-3 0-441,-1 0-1,0-2 0,0 0 0,0-1 0,-1 0 0,0-1 1,15-11-1,-17 5-335,-8 10-491,-7 16 856,1-6 558,0 1 1,1-1-1,0 1 1,0-1 0,0 1-1,1 0 1,0-1 0,0 0-1,0 1 1,1-1 0,0 0-1,0 1 1,1-1 0,0-1-1,0 1 1,0 0 0,5 6-1,-4-8 12,-1 0-1,1-1 1,0 1-1,0-1 1,0 1-1,0-1 1,0 0-1,1-1 1,0 1-1,-1-1 1,1 0-1,0 0 1,0 0-1,0-1 1,0 0-1,0 0 1,1 0-1,-1 0 1,0-1-1,0 0 1,1 0-1,7-2 1,10-1 101,0-1 0,-1-2 1,25-8-1,-35 9-116,0 0 0,0 0 1,-1-2-1,0 1 0,0-1 0,0-1 0,16-15 0,-8 2-73,-2 0 0,0-1 0,-1-1 0,-1 0 0,-2-1 0,0-1 0,-1 0 0,11-39 0,3-24-376,17-108 1,-33 149 276,40-338-268,-22 139 979,-25 227-448,-2 0 0,0 0 0,-2-34-1,-13 73 109,6-2-142,0 1 0,1 0 0,1 0 0,-5 25 0,-9 86 351,12-70-280,-3 29 95,4 0 0,4 0 1,3 1-1,5-1 0,3 0 0,24 106 1,-27-174-319,1 0 1,0 0-1,2 0 1,0-1-1,1 0 1,2-1-1,22 34 1,-29-47-67,1 0-1,0 0 1,1 0 0,-1 0-1,1-1 1,0 0-1,0 0 1,1-1 0,0 1-1,-1-2 1,1 1 0,1-1-1,-1 0 1,0 0 0,1-1-1,0 0 1,-1 0 0,1-1-1,0 0 1,0 0 0,0-1-1,-1 0 1,1 0 0,14-3-1,-7-1-208,1-1-1,-1 0 0,0-1 1,0 0-1,-1-2 0,0 0 1,0 0-1,14-12 0,4-6-946,56-58 0,-8 9 72,-78 74 1312,4 32 695,-1-7-484,-1 12 150,-2-11-83,1 0 0,10 39 0,-12-58-379,1-1 0,0 1 0,0-1 0,0 1 0,1-1 1,0 0-1,0 0 0,0 0 0,1 0 0,0-1 0,-1 0 1,2 1-1,-1-1 0,0 0 0,1-1 0,6 5 0,-7-6-106,1-1 0,-1 0 0,0 0 0,0 0-1,1 0 1,-1 0 0,0-1 0,1 0 0,-1 0-1,1 0 1,-1 0 0,0-1 0,1 0 0,-1 0-1,0 0 1,0 0 0,0-1 0,1 1 0,-1-1-1,-1 0 1,7-4 0,6-5-547,-1 1 0,1-2 0,19-20 1,28-35-1210,13-12 1011,-62 66 864,-8 7 404,1 0 0,-1 0 0,1 1 0,0 0 1,1 0-1,-1 1 0,12-5 0,-19 8-449,0 1 0,0 0-1,0 0 1,0 0 0,0 0-1,0 0 1,0 0 0,0 0 0,1 0-1,-1 0 1,0 0 0,0 0-1,0 0 1,0 0 0,0 0 0,0 0-1,1 0 1,-1 0 0,0 0 0,0 0-1,0 0 1,0 0 0,0 0-1,0 0 1,0 0 0,1 0 0,-1 0-1,0 0 1,0 1 0,0-1-1,0 0 1,0 0 0,0 0 0,0 0-1,0 0 1,0 0 0,0 0 0,1 0-1,-1 0 1,0 1 0,0-1-1,0 0 1,0 0 0,0 0 0,0 0-1,0 0 1,0 0 0,0 0-1,0 1 1,0-1 0,0 0 0,0 0-1,0 0 1,0 0 0,3 10 353,0 0 0,-1-1 0,0 1 0,0 0 0,-1 0 0,0 12 0,-8 65 1686,-13 152 1269,-1 1-1640,8-126-1828,-6 0 0,-57 194 1,74-301-243,0 0-1,-1 0 1,0-1 0,0 1 0,-1-1 0,0 1 0,-7 8 0,10-13 48,-1-1 1,0 1 0,1-1 0,-1 1 0,0-1-1,0 0 1,0 0 0,0 0 0,-1 0-1,1 0 1,-3 1 0,2-2-342,-1 1 0,1-1 0,0 0-1,0 0 1,0 0 0,0 0 0,0-1 0,0 1 0,0-1 0,-5-1 0,-31-17-10854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4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18594,'17'0'2504,"29"-6"-116,0 6 0,0 6-375,3-6-369,0 2-320,3 1-272,0 3-308,-6 6-628,-6-1-356,-3-5-972,-22-6-736,-30 3-11278,-31 5 69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4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58 21850,'11'-17'5328,"-22"11"-5011,-4 3-1386,-16-17-1835,-15 9 68,11 14-3293,-8-3-5444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4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61 20698,'-23'5'2084,"12"-16"-508,-4-1-476,4 4-848,2-1-1084,-14-8-1540,-11 8-448,11 21-3033,8-9-4996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9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18622,'0'2'406,"0"-1"1,-1 1 0,1-1-1,1 1 1,-1-1-1,0 0 1,0 1 0,0-1-1,1 1 1,-1-1-1,1 0 1,-1 1 0,1-1-1,-1 0 1,1 1-1,0-1 1,0 0 0,0 0-1,1 2 1,0-1-207,-1 0 1,1 0 0,-1 0-1,0 0 1,0 0-1,0 1 1,2 4 0,-2 0-12,0 1 0,0 0 0,0-1 0,-1 1 0,-2 12 0,1-4 13,-4 73-689,-23 108 0,23-138-3137,4-37 1392,1-21 2111,0-1 0,0 0 0,0 0 0,0 0 0,0 0 0,0 1 0,0-1 0,-1 0 0,1 0 0,0 0 0,0 0 0,0 0 0,0 0 0,0 1 0,0-1 0,-1 0 0,1 0 0,0 0 1,0 0-1,0 0 0,0 0 0,-1 0 0,1 0 0,0 0 0,0 0 0,0 0 0,0 0 0,-1 0 0,1 0 0,0 0 0,0 0 0,0 0 0,0 0 0,-1 0 0,1 0 0,0 0 0,0 0 0,0 0 0,0 0 0,-1 0 0,1 0 0,0 0 0,0 0 0,0 0 1,0-1-1,0 1 0,-1 0 0,1 0 0,0 0 0,0 0 0,0 0 0,0-1 0,-8-5-3187,-9-12-6854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9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 16798,'1'-1'50,"82"-73"5337,-70 61-4515,1 1 1,1 1-1,0 0 0,20-10 1,68-29 4262,-46 24-4100,-33 14-1094,0 2-1,1 1 1,0 1 0,38-7-1,-60 15-1609,-6 3-1225,-43 52-9161,14-27-813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18550,'46'-52'3152,"-9"15"-288,1 11-428,-1 6-595,3 3-365,-2 5-300,-1-2-252,1 5-672,-4-2-708,-2 2-772,-18 3-648,12 1-865,11 5-1691,-25 8-2053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0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17354,'0'0'7504,"-9"11"-6392,-5 18-280,11 3-175,-6 8-133,1 9-104,-7 0-208,7 5-572,5-2-496,-3 0-117,3-9-407,-3-6-604,6-19-564,-11-1-3537,2 3-5360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9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1021 61 12309,'14'-8'1137,"1"1"1,0 1-1,0 1 0,1 0 0,0 0 1,-1 2-1,1 0 0,17-1 1,19-4-278,-49 7-694,0 1-39,3-1-100,17-4 241,-20 7-181,-16 4-138,-12 4-67,-152 59-1193,-245 94-568,372-142 1837,-88 38 228,-132 48 1667,102-47 1979,165-59-1583,31-1 133,2 0-1624,34-3 1,-2-4-742,0 3 0,1 2 1,90 10-1,-143-7-17,0 0 0,0 1 0,-1 1 0,1 0 0,13 5 0,-19-6 0,0 0 0,0 1 0,-1-1 0,1 1 0,-1 0 0,1-1 0,-1 2 0,0-1 0,0 0 0,-1 1 0,1-1 0,0 1 0,-1 0 0,0-1 0,2 6 0,-1-1-20,-1 0 0,0 0 1,0 0-1,-1 0 0,0 0 0,0 1 0,-1-1 1,0 0-1,0 1 0,-1-1 0,0 0 0,-1 0 1,-4 15-1,-5 7-229,-1 0-1,-20 36 1,22-46 83,-28 51-1290,-87 120-1,-63 48 645,187-237 817,-2 1 99,0 0 0,1 0 0,0 1 1,-1-1-1,1 1 0,0 0 0,1-1 0,-1 1 0,1 0 1,0 0-1,-2 7 0,3-10-54,1 0-1,-1 1 1,0-1 0,0 0 0,0 0-1,1 1 1,-1-1 0,1 0-1,-1 0 1,1 1 0,-1-1 0,1 0-1,0 0 1,-1 0 0,1 0 0,0 0-1,0 0 1,0 0 0,0 0-1,0 0 1,0 0 0,0-1 0,0 1-1,0 0 1,0-1 0,1 1 0,-1 0-1,0-1 1,0 0 0,1 1 0,-1-1-1,0 0 1,1 0 0,-1 1-1,2-1 1,13 1 123,0 1 1,0-2-1,0 0 0,0-1 0,25-4 1,83-24 625,-99 23-767,553-141-32,-570 145-51,-2 0-392,-9 4-400,-11 4-636,-27 18-1940,-15 8-5048,-6-5-6614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4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21 16229,'-17'-9'2461,"0"6"1115,2-2-2296,1 2-72,8 11-1360,0 7-584,-5 8-724,-9 14-896,5-5-3601,-5 5-5152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0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70 11337,'21'10'3744,"-19"-9"-2261,-4 1-237,-2 3-975,1 0-1,-1 1 1,1-1-1,1 1 1,-1-1-1,1 1 1,0 0-1,-2 10 1,-5 10 49,-2 6-58,1 0-1,2 0 1,1 1-1,-3 37 1,7-47-156,-3 31 135,6-49-205,0-1 0,0 1 0,0-1-1,1 1 1,0-1 0,0 0 0,0 1 0,1-1-1,2 7 1,5 5 162,-9-16-194,0 0 0,0 0 1,0 0-1,0 1 0,0-1 0,0 0 0,0 0 0,0 0 0,1 0 1,-1 0-1,0 0 0,0 1 0,0-1 0,0 0 0,0 0 0,0 0 1,0 0-1,0 0 0,1 0 0,-1 0 0,0 0 0,0 0 0,0 1 1,0-1-1,0 0 0,0 0 0,1 0 0,-1 0 0,0 0 0,0 0 1,0 0-1,0 0 0,0 0 0,1 0 0,-1 0 0,0 0 0,0 0 1,0 0-1,0 0 0,0 0 0,1 0 0,-1 0 0,0-1 0,0 1 1,0 0-1,0 0 0,0 0 0,0 0 0,1 0 0,-1 0 0,8-3 62,-1-1 0,1 0-1,-1 0 1,0 0-1,0-1 1,0 0 0,8-7-1,-3-1 123,-1 1-1,19-28 0,158-198 2437,-174 222-2436,89-91 993,-76 80-916,-26 25-241,1 1-1,-1-1 1,1 1 0,-1-1 0,1 1-1,0 0 1,-1-1 0,1 1-1,0 0 1,0 0 0,0 0 0,0 1-1,0-1 1,0 0 0,4 0 0,-5 1-18,-1 0 1,1 1 0,0-1 0,0 0 0,-1 0 0,1 1 0,0-1 0,-1 1 0,1-1 0,0 0 0,-1 1 0,1-1 0,0 1 0,-1 0 0,1-1 0,-1 1 0,1-1 0,-1 1 0,1 0 0,-1 0 0,0-1 0,1 1 0,-1 0 0,0 0 0,0-1 0,1 3 0,1 6 18,-1 1 0,0 0 0,-1-1-1,-1 19 1,1-27-23,-2 46-69,-7 209-1587,10-197 64,3 0-1,15 77 1,-16-120 783,9 37-1162,-10-49 1368,-1-1 1,0 0-1,1 0 1,0 1-1,0-1 0,0 0 1,0 0-1,0-1 1,1 1-1,-1 0 1,1-1-1,5 4 0,19 7-8365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2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75 558 9885,'-41'-3'2128,"33"3"1396,-4 158 1587,1-40-4462,8-9 51,17 166 0,0-125-299,-13-148-398,-1 0-1,1-1 1,0 1 0,0 0 0,0 0-1,-1-1 1,1 1 0,1-1-1,-1 1 1,0-1 0,2 2-1,3 5-113,3-53-328,-4 19-25,5-42 1,-8-235-1455,3-55 1291,2 288 1207,15-72 0,-14 110-10,0 0-1,3 0 0,0 0 0,21-37 1,-7 18 728,-18 35-762,0 0 0,1 1-1,1-1 1,0 2 0,21-26 0,-29 39-500,0-1 0,0 1-1,0 0 1,1 0 0,-1 0 0,0 0 0,0 0 0,1 0 0,-1 0-1,0 0 1,1 0 0,-1 1 0,1-1 0,-1 0 0,1 1-1,-1 0 1,1-1 0,0 1 0,-1 0 0,1 0 0,0-1 0,-1 1-1,1 1 1,-1-1 0,1 0 0,0 0 0,-1 1 0,1-1 0,-1 0-1,1 1 1,-1 0 0,1-1 0,-1 1 0,1 0 0,-1 0 0,0 0-1,1 0 1,-1 0 0,2 1 0,0 2-1,0 0 1,0 0-1,0 0 1,-1 0-1,1 1 1,-1-1-1,0 1 1,0 0-1,-1-1 1,3 10-1,-3-5-5,0-1 0,-1 1 0,0-1 0,0 1 0,-1 0 0,0-1 0,-3 11 0,-20 57 10,15-49-108,-18 55-587,5-13-1778,-40 88 1,21-78-1767,12-28-1711,-5 5-5141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2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723 10 11457,'-8'-2'607,"-1"0"0,1 0 0,-1 0 0,1 1 1,-1 1-1,1-1 0,-1 1 0,1 1 0,-1 0 0,1 0 0,-1 0 0,1 1 0,0 1 0,0-1 0,0 1 1,-12 6-1,0 2 33,0 1 0,1 0 0,0 2 1,1 0-1,-18 19 0,1 2-76,2 1-1,2 2 1,1 2 0,2 0-1,-28 56 1,6 4 471,-44 128 1,76-179-788,3 1 0,1 0-1,3 1 1,2 0 0,-2 61 0,10-82-275,1 0 0,1 0 0,2 0 1,1 0-1,1 0 0,2-1 0,1 0 1,1 0-1,1-1 0,18 34 0,-22-51-285,0 0 0,1 0 0,0-1 0,1 0 0,0 0 0,0-1 0,1 0 0,0-1 0,1 0 0,0 0 0,0-1 0,1 0 0,0-1 0,0 0 0,0-1 0,1 0 0,-1-1 0,1 0 0,0-1 0,1 0 0,-1-1 0,0 0 0,1-1 0,12-1 0,-4-1-1856,0-1 0,-1-1 1,1-1-1,24-8 0,23-12-8473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1 14237,'-6'7'202,"-5"3"262,1 1 1,1 0-1,0 1 0,1 0 1,-8 14-1,-58 112 2600,-59 119-1123,77-143-1503,-69 164 275,123-271-767,0-2-83,0 0 0,0 0 0,0 0 0,0-1 0,-5 7 0,6-9-1067,0-27-3756,1-10-27,9-6-3383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17202,'2'-1'251,"-1"1"0,1-1 0,0 0 0,-1 1 0,1-1 1,-1 1-1,1 0 0,0-1 0,0 1 0,-1 0 1,1 0-1,0 0 0,-1 0 0,1 1 0,0-1 0,-1 0 1,1 1-1,0-1 0,-1 1 0,4 1 0,29 16 2119,-31-16-2064,90 62 5158,4 2-3418,83 55-1865,-148-97-390,0 2 0,-2 2-1,33 39 1,-60-63-247,0 0 0,-1 0-1,1 0 1,-1 1 0,0-1 0,0 0-1,0 1 1,-1 0 0,0-1 0,0 1-1,0 0 1,0-1 0,-1 1 0,0 0-1,-1 10 1,2 6-1945,2-7-4839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1 15977,'0'3'2587,"-1"9"-1686,-1 0 0,0 1 0,-1-1 0,0 0 0,-1-1 0,-6 13 0,-9 30 603,-75 275 705,-80 289 1974,55-144-5188,78-260-1733,20-75-2267,20-132 3901,0 2 31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 4 11769,'-6'-1'367,"2"0"-34,0 1-1,0-1 1,0 1-1,0 0 1,-1 0 0,1 0-1,0 1 1,0-1 0,0 1-1,-5 2 1,-41 9 2853,36-9-2687,-1 0-1,1 1 1,0 1 0,0 0 0,0 1 0,-18 11 0,-8 9 618,1 1 0,-52 49 0,72-58-766,0 1 0,2 0 0,1 1-1,0 1 1,1 1 0,-15 30 0,27-45-229,0-1 1,0 1-1,0 0 0,1 0 1,0 0-1,1 0 0,0 1 1,0-1-1,0 12 0,1-16-57,1 1-1,0 0 1,-1 0-1,1-1 1,1 1-1,-1-1 0,0 1 1,1-1-1,0 1 1,0-1-1,0 0 1,0 0-1,0 0 1,1 0-1,-1 0 1,1-1-1,0 1 0,0-1 1,0 1-1,6 3 1,5 1 39,0 0 0,1 0 1,0-2-1,0 1 0,1-2 0,-1 0 0,21 2 1,9-1-141,60-1 1,-76-4-839,-1 0 1,0-2-1,0-1 0,0-2 0,0 0 0,-1-2 0,52-20 1,-22 2-6942,-12 4-6016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4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 14209,'-5'5'596,"-1"1"280,0 0 0,0 0 0,0-1 0,-1 0 0,0 0 0,-8 3 0,12-5-760,-1-1 1,0 1-1,1-1 0,0 1 0,-1 0 1,1 0-1,1 1 0,-1-1 0,0 1 1,-2 4-1,-21 42 414,23-42-449,-16 33 116,3 0 0,-19 75 0,30-97-181,1 0 1,2 1 0,0 0-1,1 0 1,0-1 0,2 1-1,1 0 1,6 32-1,-7-48-14,0-1 1,1 1-1,0-1 0,-1 0 0,1 0 0,0 0 0,1 0 0,-1 0 0,0 0 0,1 0 0,5 4 0,-1-2-10,0 0 1,0 0 0,12 6 0,-17-10-148,-14-16-8947,8 12 7214,-20-22-7546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4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11841,'11'9'1392,"-11"-6"258,-20-9 2565,17 5-1992,20 0 1418,-14 1-3426,0 0-1,0 0 1,-1 0 0,1 0-1,0 0 1,0 0 0,-1 1-1,1-1 1,0 1 0,-1 0-1,1 0 1,0 0 0,-1 0-1,3 2 1,8 5 49,0 0 0,-1 1-1,0 1 1,0 0 0,-1 1 0,0 0 0,-1 0-1,-1 1 1,10 16 0,2 4 385,-2 2 0,23 56 0,-21-34-649,-3 2 0,-2 0 0,16 111 0,-21-69 0,-4 155 0,-14-138-859,-5 0 1,-34 148-1,30-204-2101,-38 101 0,-7-23-6999,29-83-1369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74 283 15833,'4'5'499,"7"8"548,-10-13-918,-1 0 0,0 0 0,1 0 0,-1 0 0,0 1 0,1-1 0,-1 0 0,0 0 0,1 0 0,-1 0 0,0 0 0,1 0 0,-1 0 0,1 0 0,-1 0 0,0 0 0,1 0 0,-1 0 0,0 0 0,1 0 0,-1 0 0,1 0 0,-1-1 0,0 1 0,1 0 0,-1 0 0,0 0 0,0 0 0,1-1 0,-1 1 0,1 0 0,-4 2 64,0 0 0,0 0 0,1 1 0,-1-1 0,1 1 0,0-1 0,0 1 1,0 0-1,0 0 0,0 0 0,1 0 0,-1 1 0,1-1 0,0 0 0,0 1 0,-1 4 1,-16 64 576,3 0 1,-8 112-1,18-95-633,-1 163-1027,7-231 634,2 1-1,9 38 0,-11-56 172,9-18-68,-5 8 97,1-3-50,0-1 1,0 0-1,-2 0 0,1-1 0,-1 0 0,-1 1 0,5-24 0,-3 5-278,1-57 0,-25-236-1643,5 168 895,12 124 965,-2-10 389,1 1 1,3-1 0,8-73-1,-6 101 367,0-1-1,1 1 1,1-1-1,0 1 1,0 0 0,7-12-1,-8 20-415,-1 0 0,1 1-1,0-1 1,0 1 0,0-1 0,0 1-1,1 0 1,-1 1 0,1-1 0,0 0-1,-1 1 1,1 0 0,0 0-1,1 0 1,-1 0 0,0 1 0,0 0-1,1 0 1,-1 0 0,6-1 0,-7 2-133,0 0 1,0 0 0,-1 0 0,1 0-1,0 0 1,0 0 0,-1 1-1,1 0 1,0-1 0,-1 1 0,1 0-1,-1 0 1,1 0 0,-1 1 0,1-1-1,-1 0 1,0 1 0,0 0 0,1 0-1,-1-1 1,0 1 0,-1 0-1,1 0 1,0 1 0,-1-1 0,1 0-1,-1 1 1,0-1 0,1 1 0,-1-1-1,0 1 1,1 5 0,0 2-49,1 0 1,-2 0-1,1 1 0,-2-1 1,1 1-1,-1-1 1,-2 12-1,1-11-307,-1 0 0,-1 0 0,0-1-1,0 1 1,-1-1 0,0 1 0,-1-1 0,0-1-1,-7 11 1,-24 27-3912,-7-4-3973,11-9-3501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593 6 14245,'-32'-3'1025,"21"2"-348,1 0-1,-1 0 1,0 1 0,-11 2 0,12 0-171,0 0 1,0 1 0,0 1-1,1-1 1,-1 1 0,1 1-1,0 0 1,0 0 0,1 1-1,-1 0 1,-7 8 0,-14 13 625,-37 44 1,64-67-1077,-24 28 412,2 1 1,2 1-1,1 1 0,1 2 0,-26 64 1,22-34 129,3 2 0,-20 101 0,33-125-411,2 1-1,3 0 1,1 0 0,5 70 0,0-93-257,1-1 1,1 1-1,1-1 0,1 0 1,1-1-1,1 1 1,0-1-1,2-1 0,0 0 1,2 0-1,14 19 1,-16-27-333,0-1 1,0 0 0,2-1 0,-1 0-1,1 0 1,0-1 0,1-1-1,0 0 1,0-1 0,1-1 0,0 0-1,0 0 1,0-2 0,1 1 0,0-2-1,0 0 1,21 1 0,13-2-4778,61-5 1,-29-9-6016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5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13 14641,'-18'-4'981,"-1"1"-1,0 0 1,0 1-1,0 1 1,0 1-1,0 1 1,-1 0-1,-19 5 0,19-1-518,1 1-1,-1 1 0,1 0 0,1 2 0,-1 0 0,1 1 0,1 0 0,0 2 0,-22 18 0,18-11-154,1 0 0,1 1 1,1 1-1,1 1 0,0 1 0,-19 35 0,32-50-256,0 0 0,1 0 0,-1 0 1,2 0-1,-1 1 0,1-1 0,0 1 0,1-1 0,0 1 0,0 0 0,1-1 1,0 1-1,1 0 0,0-1 0,0 1 0,1 0 0,0-1 0,0 1 0,1-1 1,0 0-1,1 0 0,0 0 0,0-1 0,0 1 0,1-1 0,0 0 0,1 0 1,0 0-1,0-1 0,12 10 0,1-2-133,0-1 1,1 0-1,0-2 0,1-1 1,0 0-1,1-1 0,23 5 1,-27-9-547,-1-1 0,1-1 0,0-1 1,0 0-1,0-1 0,1-1 0,-1-1 0,0-1 0,27-5 1,19-11-3703,-22 4-1862,2-5-5182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20790,'11'4'576,"0"-1"1,0 1-1,-1 1 0,1 0 1,-1 1-1,-1 0 0,1 0 1,-1 1-1,0 0 0,0 1 1,-1 0-1,0 0 0,0 0 0,-1 1 1,0 1-1,6 11 0,-1 2-323,-1 0 0,-1 1 0,-1-1-1,-1 2 1,9 43 0,-8-8 78,3 78 1,-10-63-352,-4-1 0,-3 1 0,-3-1 1,-27 110-1,5-74-300,-4-3 0,-63 137 0,69-184-2514,-66 99 0,-5-25-6430,10-29-4528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6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11681,'0'0'9032,"2"-2"-8060,2 0-625,0-1 1,0 1-1,0 0 1,0 1 0,0-1-1,0 1 1,0 0-1,1 0 1,5-1 0,45-1 917,-11 1-381,1623-105 4573,-432 111-5457,-315 3 0,-2-31 0,-344-15 0,-363 24-148,-199 13-892,-13 0-1574,-20-2-1617,-27 4-3839,-17 4-5610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91 514 10841,'7'7'3314,"-7"-7"-2693,0 1 0,0 0 0,0-1 0,0 1 0,0 0 0,0-1 0,0 1 0,0 0 1,0-1-1,0 1 0,0 0 0,0-1 0,0 1 0,-1 0 0,1-1 0,0 1 0,-1 0 0,1-1 0,0 1 0,-1-1 0,1 1 0,-1 0 0,-5 10-2825,-4 14 2508,1 1 1,2 1-1,0-1 1,-4 50-1,1-15-101,-13 156 362,15-125-565,6-56-85,2 40 0,1-21-481,0-61 363,-1 0-1,1 0 0,1 0 1,-1 0-1,4-7 1,1-10-160,-2 1-122,-1-1-1,-1-44 1,-1 19 50,0-141-765,-2 91 769,13-118 0,-1 139 821,28-103-1,-28 141 546,3 1 0,1 0 0,1 1-1,29-47 1,-41 78-725,0 1 1,0 0-1,0 0 0,9-8 1,-6 7-13,-7 6-188,0-1 1,1 1 0,-1 0-1,0 0 1,0 0-1,1 0 1,-1 0 0,0 0-1,0 0 1,1 0 0,-1 0-1,0 0 1,0 0 0,1 0-1,-1 0 1,0 0 0,0 0-1,1 0 1,-1 0-1,0 1 1,0-1 0,1 0-1,-1 0 1,0 0 0,0 0-1,0 0 1,1 1 0,-1-1-1,0 0 1,0 0-1,0 0 1,0 0 0,0 1-1,1-1 1,-1 0 0,0 0-1,0 1 1,5 8 66,-3-4-71,0 1 0,0-1 0,-1 1 0,0 0 0,0 0 0,-1-1 1,1 1-1,-1 0 0,-1 0 0,1 0 0,-2 6 0,-3 15-705,-8 26 0,12-52 677,-10 36-2428,-27 58 0,-4-10-6758,16-33-1789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7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0 13845,'-34'10'2895,"-38"7"-1,60-14-2284,1 0 0,-1 1 0,1 0-1,0 1 1,0 1 0,0 0 0,-16 12 0,-4 5 515,-32 32 0,23-14-610,2 2 0,1 1 0,3 2 0,1 1 0,3 2 0,2 1 0,2 1 0,2 2 0,2 0 0,-18 72 0,33-99-473,1 1 0,1-1 0,2 1 0,0 0 0,2 0 0,1 0 0,1 1 0,5 27 0,-4-43-49,1 0 0,0 0 0,0 0 0,1-1 0,1 1 0,0-1 0,0 0 0,1-1 0,1 1 0,0-1 0,0 0 0,1-1 0,0 0 0,0 0 0,1 0 0,1-1 0,-1-1 0,1 0 0,22 12 0,-21-14-284,0 0 0,1-2 0,0 1 0,0-1 0,0-1 0,0 0 0,0-1 0,19 0 0,3-2-2880,61-11 0,-81 10 589,-1-1 1,26-9 0,-20 3-3907,26-16-1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 0 15349,'-95'79'1969,"86"-71"-1521,1 0 0,1 1 1,-1 0-1,1 0 1,-8 15-1,-1 1 468,-133 221 3846,26 15-4388,110-230-549,-50 130-1338,63-158 1256,-1 1-1,0-1 0,-1 0 1,1 0-1,0 0 1,-1 0-1,0 0 1,1-1-1,-1 1 0,-1 0 1,-1 2-1,3-5 182,1 0 1,0 1-1,0-1 0,-1 0 0,1 0 0,0 0 0,0 0 1,0 0-1,-1 0 0,1 0 0,0 0 0,0 0 1,-1 0-1,1 0 0,0 0 0,0 0 0,-1 0 0,1 0 1,0 0-1,0 0 0,0 0 0,-1 0 0,1 0 0,0-1 1,0 1-1,0 0 0,-1 0 0,1 0 0,0 0 0,0 0 1,0-1-1,-1 1 0,1 0 0,0 0 0,0 0 0,0 0 1,0-1-1,0 1 0,0 0 0,-1 0 0,1-1 0,0 1 1,-3-24-6434,5-3-2019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7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16674,'46'20'8420,"-5"7"-4078,35 40-2093,-34-28-1211,47 42-1881,112 131 1,-192-201-2109,-1 0 1,11 22 0,-8-15-3226,-1 1-6851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1 21918,'0'0'116,"1"0"0,-1 0 0,1 0 0,0 0-1,-1 0 1,1 0 0,-1 0 0,1 1 0,-1-1 0,1 0 0,-1 0 0,1 1-1,-1-1 1,1 0 0,-1 1 0,1-1 0,-1 0 0,1 1 0,-1-1 0,0 1 0,1-1-1,-1 1 1,0-1 0,1 1 0,-1-1 0,0 1 0,0-1 0,0 1 0,1-1-1,-1 1 1,0-1 0,0 1 0,0 0 0,0-1 0,0 1 0,0-1 0,0 1-1,0-1 1,0 1 0,0 0 0,0-1 0,-1 2 0,-4 39 1978,1-16-1355,-55 413 2294,-59 1-6109,96-377 2152,-3-2-1,-3 0 0,-3-2 0,-73 106 1,77-127-293,-95 122-8200,42-73-2033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6:5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6724 394 7517,'0'0'4117,"-2"-2"-2924,-5-1-288,2-1 0,-1 0 0,0-1 0,1 1-1,-9-10 1,13 13-824,0 0 0,0 0 0,-1 0-1,1 0 1,0 0 0,-1 1 0,1-1-1,-1 0 1,1 1 0,-1-1 0,0 1-1,1-1 1,-3 1 0,-9-4 703,-86-32 760,-160-36 0,-112 0-1238,-129-17-140,114 39-121,312 43-41,-168-10 15,-252 17 0,-466 38-1,5 37 80,340 7 141,535-70-238,-370 76 192,372-71-206,-45 12 53,1 5 0,-218 93 0,273-94-37,-113 75 0,152-89-14,1 2 0,1 0-1,-35 38 1,50-47 20,0 1 1,1 1-1,1 0 1,0 1-1,1-1 0,0 2 1,1-1-1,-9 31 1,12-29-13,0 0 0,0 0 0,2 1 0,0 0 0,1-1 0,1 1 0,1 0 0,0-1 0,1 1 0,1-1 0,1 1 0,0-1 0,1 0 0,1-1 0,1 1 0,0-1 0,1 0 0,1-1 0,0 0 0,17 20 0,151 159-16,-108-122-57,8 7 46,-41-45 120,-3-2-114,2-2 0,67 46 1,-33-37 20,83 34 0,80 19-116,-148-60 121,149 48 3,-214-74-5,78 23-17,120 18 0,105 0-46,-86-15 33,352 55-158,184-39 34,3-71 132,-261-15 44,223-68-110,-365 19 55,-4-23 25,-312 93 11,11-3-6,93-33 11,73-56 36,-189 85 45,-1-2 0,-2-2 0,44-39 1,-71 54 100,1-2 0,-2 0 1,0 0-1,-1-1 0,0-1 1,-1 0-1,-1 0 0,-1-1 1,0-1-1,-2 1 1,0-1-1,-1-1 0,-1 1 1,0-1-1,-2 0 0,1-20 1,0-18 239,4-143 831,-9 165-1005,-1 0-1,-2 0 1,-13-54-1,13 77-221,-1-1 0,0 1-1,-1 0 1,-1 0 0,0 1-1,0 0 1,-2 0 0,1 0-1,-1 1 1,-1 1 0,0 0-1,-1 0 1,1 1 0,-2 0-1,0 0 1,-13-6 0,-21-10-124,-2 2 0,-1 2 1,-52-14-1,42 14-171,-330-95-3404,98 33-1383,224 62 1666,22 8-1928,1-1-4247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0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243 581 15189,'-9'-1'699,"0"0"-1,1 0 0,-14 1 1,4 0 2705,16 1-3182,1-1 0,0 0 0,0 1 0,0-1 0,-1 1 0,1 0 0,0-1 0,0 1 0,0 0 0,0 0 0,0 0 0,0 0 0,0 0 0,1 0 0,-1 0 0,-1 1 1,-12 22 532,11-19-420,-16 31 68,1 1-1,3 1 0,1 1 0,2 0 0,-9 46 0,-19 206 100,38-150-554,3-83-116,-1-54 79,3-6-480,1-1 458,0 0-1,-1 0 1,1-1-1,-1 1 1,0-1 0,0 0-1,0 0 1,-1 0-1,0 0 1,1-1-1,-1 1 1,0 0 0,-1-1-1,1 0 1,-1 1-1,1-8 1,1-10-286,-1 1 1,-2-33-1,0 32 144,18-446-3325,24 156 3985,-33 268 892,29-85 1,-30 108-746,1 1 0,0-1 1,2 2-1,1-1 1,0 2-1,15-18 1,-11 17-118,-11 12-227,1-1 0,0 1 0,1 0 0,-1 1 0,1 0 0,1 0 0,9-7 0,-16 13-189,0-1-1,1 0 1,-1 1-1,0-1 1,0 1 0,1-1-1,-1 1 1,0 0-1,1-1 1,-1 1 0,1 0-1,-1 0 1,0 0-1,1 0 1,-1 0 0,0 0-1,1 0 1,-1 1-1,0-1 1,1 0 0,-1 1-1,0-1 1,1 1-1,-1 0 1,0-1 0,0 1-1,0 0 1,1 0-1,-1-1 1,0 1 0,0 0-1,0 0 1,-1 0-1,1 0 1,0 1-1,1 0 1,-1 1 3,1 1 0,0 0-1,-1-1 1,0 1 0,0 0 0,0 0 0,0 0-1,-1-1 1,1 1 0,-1 0 0,0 0 0,-1 5 0,-2 12-309,-1 0-1,-1 0 1,-1 0 0,-16 38 0,4-20-1793,-35 55 0,-9-3-2834,18-33-2573,10-19-3002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0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 14425,'0'0'2065,"-4"0"-47,-8 1-1448,1 1 0,-1 0 0,1 0 0,0 1 0,0 1 0,0 0 0,0 0 1,1 1-1,-1 1 0,-13 9 0,-17 16 206,2 2 1,0 2-1,-33 40 1,17-10-52,-48 74 0,59-73-283,4 1-1,2 3 1,-44 114-1,66-140-369,1 2 0,3 0 0,2 0 0,2 1-1,2 0 1,2 1 0,2 56 0,4-75-166,1 0 0,1 0 1,2 0-1,1-1 0,1 1 1,1-1-1,2-1 0,0 0 0,21 33 1,-27-51-92,1-1 0,-1-1 1,1 1-1,0-1 0,1 0 1,0 0-1,0-1 0,0 0 1,1 0-1,0-1 0,12 7 1,-10-8-309,0 0 1,1 0 0,0-1-1,-1-1 1,1 0 0,0 0-1,0-1 1,0 0 0,17-1 0,47-6-7069,7-5-5494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1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0 7365,'-12'3'1402,"1"-1"0,0 0 1,-19 0-1,10-1 170,-13 7 1096,3 1-1077,5-4-903,1 1-1,-1 2 1,1 0-1,1 1 1,-1 2-1,1 0 1,-34 24 0,47-28-474,0 0 1,1 0-1,0 1 1,0 1 0,1-1-1,0 2 1,1-1-1,0 1 1,0 0 0,1 0-1,0 1 1,1-1 0,0 1-1,1 1 1,0-1-1,1 1 1,0-1 0,-2 18-1,5-19-99,0 0 0,0 1-1,1-1 1,1 0-1,-1 0 1,2 0 0,-1-1-1,1 1 1,1 0 0,0-1-1,0 0 1,1 0 0,0 0-1,1-1 1,-1 1 0,2-1-1,8 8 1,-3-3-24,1-2 0,0 0 0,1 0 0,0-1 0,1-1 0,0 0 0,0-1 0,1-1 0,21 8 0,-16-9-553,0-1-1,1-1 1,0-1 0,0 0-1,0-2 1,0-1 0,0 0-1,31-6 1,-9 4-1821,4-1-5965,-9-7-5433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2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554 717 10097,'-1'2'1869,"-2"2"-1347,1-1 1,-1 1 0,1 0 0,0 0-1,0-1 1,1 1 0,-1 1-1,1-1 1,0 0 0,0 0 0,0 0-1,0 1 1,1-1 0,0 0-1,0 9 1,-3 39 1888,-23-41-1049,14-14-1302,0 0 1,-1-1-1,1-1 0,1 0 0,-1 0 0,1-1 1,0-1-1,0 0 0,0 0 0,-12-12 0,-5-7-91,2-2 0,-30-37 0,24 21 23,-50-93-1,43 68 40,16 28 181,-23-54 1,40 81-104,1 0 0,0 0 1,1-1-1,1 1 0,0-1 1,1 0-1,0-29 0,2 37 2,1 1 1,0 0-1,0 0 0,1 0 0,-1 0 0,1 0 0,1 0 0,-1 1 0,1-1 1,0 1-1,0-1 0,1 1 0,0 0 0,0 0 0,0 1 0,0-1 0,1 1 0,-1 0 1,1 0-1,0 0 0,0 1 0,1 0 0,-1 0 0,1 0 0,10-3 0,-13 5-90,-1 0-1,1 0 1,-1 1-1,1-1 1,-1 1-1,1 0 1,-1-1 0,1 1-1,-1 0 1,1 1-1,-1-1 1,1 0-1,-1 1 1,1-1-1,-1 1 1,1 0-1,-1 0 1,0 0-1,1 0 1,-1 0-1,0 1 1,0-1-1,0 0 1,0 1-1,0 0 1,0 0-1,0-1 1,2 5 0,0-2-3,-1 1 0,0 1 1,0-1-1,0 0 0,-1 1 1,1-1-1,-1 1 0,-1 0 1,1 0-1,-1 0 0,1 7 1,-1 12 17,0 0 0,-2 1 0,-1-1 0,-6 28 0,-28 100-83,9-44-165,6-14-410,-15 159-1,36-242 603,0 1-1,0-1 0,1 0 0,1 0 1,0 0-1,5 15 0,-6-23 32,0 1 1,1-1-1,0 0 0,0 1 0,0-1 0,0 0 0,1 0 0,0-1 1,0 1-1,0 0 0,0-1 0,0 0 0,1 0 0,-1 0 1,1 0-1,0 0 0,0-1 0,0 1 0,5 1 0,4 0-2,-1-2 0,1 1 0,-1-1 0,1-1 0,-1-1 1,1 1-1,0-2 0,-1 0 0,19-4 0,-3 0-368,0-2 0,-1-1 0,30-13 0,-33 9-740,1-1 1,39-29 0,15-8-3037,-19 19-2198,-2-3-4018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2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0 9333,'-35'10'353,"14"-5"164,1 1-1,-21 9 1,18-5 358,1 1-1,0 1 1,1 1 0,0 1 0,1 1 0,1 1 0,0 0 0,-29 35 0,20-15 425,1 1 1,2 1-1,2 1 0,-30 69 1,-51 178 1479,91-241-3680,-7 51 0,19-94 621,1-1-1,0 1 1,0 0-1,0-1 1,-1 0 0,1 1-1,-1-1 1,1 1-1,-1-1 1,0 1-1,0-1 1,1 0-1,-1 0 1,-2 2-1,-3-5-4238,-3-12-40,-3-18-5782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2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18218,'13'12'2828,"-1"1"0,19 25 0,2 2-383,222 225 1175,-228-233-4095,36 53-1,-9-10-1115,-5-3-4426,-24-27-2542,-15-26-4106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 15593,'9'5'632,"-6"-4"-383,-1 0-1,1 0 0,-1 1 1,0-1-1,0 1 0,1 0 1,-1-1-1,0 1 0,0 0 1,-1 0-1,1 1 0,0-1 1,-1 0-1,1 1 1,-1-1-1,0 0 0,1 1 1,0 3-1,27 52 4024,-5-14-2154,6 20-1074,-3 1-1,31 113 1,-48-135-661,-1 1 1,-3 1 0,-1-1 0,-3 1-1,-3 61 1,-7-28-573,-27 116 0,-38 72-1144,46-186-1769,-65 137-1,-10-33-6848,36-86-1965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7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 10449,'-1'-12'4183,"5"18"2279,3 7-6072,-7-12-325,1 0 0,-1 0 0,1 0 0,-1 0 0,0 0 0,1 0 0,-1 0-1,0 0 1,0 0 0,0 0 0,0 0 0,0 1 0,0-1 0,0 0 0,0 0 0,-1 2 0,0 2 134,7 42 1071,-4-37-978,-1 1 0,1-1 0,-2 13 1,-4 31 491,2-31-801,0-1 0,2 1 0,0 0 0,5 30-1,-4-50-1086,-2-11-5294,-2 0 3872,1 1-71,-4-13-7718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8625,'-29'8'13904,"26"-8"-12542,-7 0-1276,-8 1 6270,28 1-5673,37 6 1004,-44-7-1883,1 7-2068,2 6 1437,-7-8-2793,-5 2 3574,-1 0-3031,8-18 232,2 5 2190,-1 0-888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8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10861,'0'0'8913,"0"4"-7698,-11 122 3421,7-59-3809,-1 22 81,6-81-1292,-1 1 0,1 0-1,1-1 1,-1 1 0,1-1 0,1 0 0,6 15 0,-8-20-1582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18534,'0'0'13895,"1"2"-13600,1 7 1775,1 4-10674,-9-37-14602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9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11397,'-2'0'1014,"-1"-1"1,1 1-1,-1 1 1,1-1-1,-1 0 1,1 1-1,-1-1 0,1 1 1,0 0-1,-1 0 1,1 0-1,-3 1 1,-2 1-1511,4 2 1769,-11 116 2166,3 2-3696,13-87-1808,3-4-4032,-4-23 3748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37:09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38 21426,'-20'-6'10481,"17"-11"-17370,0 2 3705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1:07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2442 133 6053,'0'0'1871,"2"-2"-1196,0 0-448,0-1 0,0 1 0,0 0 0,0 0 0,0 0 0,1 0 0,-1 1 0,1-1 0,0 1 0,0-1 0,-1 1 0,1 0 0,0 0 0,7-2 7864,-13 2-7827,-28-3 229,28 4 408,-17-3-518,3 3-229,14 0 16,-1-1-30,-37-7 136,21 3-149,0 1 0,-30-1 0,2-2-11,12 2 5,-47-9 269,37 5-227,14 1-3,25 5-158,0 1-1,0 1 1,-13-3-1,-34-5 66,41 6-65,0 0 0,0 1 0,-14 0-1,-42 1 7,-78 2-6,77 3 119,-69 2 106,39-10-100,56 0-25,-52 4 1,50 1-36,35-2-73,0 1-1,-1 0 1,1 1-1,-18 3 1,23-2 16,0-1 0,-1 0 1,1-1-1,0 1 0,-10-2 1,-8 1-34,-71 6 136,31-6 94,39 3-201,-3 0 68,-52 11 1,40-3-125,-95 27 15,29-3 25,84-27-11,-37 18 0,28-11 29,12-4-20,0 0-1,-17 14 0,12-8 20,22-16 3,-1 1 0,1 0 0,0 0-1,0 0 1,1 0 0,-1 1 0,0-1 0,-2 5 0,-5 5-47,-5 4 37,1 0 1,0 1 0,2 1-1,-14 24 1,5-7 27,-9 7-105,20-31 92,0 2 1,-9 16-1,14-19-17,-1 0 0,2 1 1,-1-1-1,2 1 0,-1 0 0,0 14 0,0-8 32,-2 15-98,-3 20 113,8-38-66,-1-4 9,1-1-1,1 1 0,0-1 1,0 1-1,5 18 0,-2-17 12,0 0-1,1 0 1,1-1-1,0 0 0,0 0 1,0 0-1,2 0 1,9 9-1,2 1-10,0-2-1,34 24 0,134 93 31,-130-91-53,-31-24 61,31 20 1,-26-23-39,0-1 1,1-1 0,1-2-1,52 14 1,-68-24-4,1-1 0,-1 0 0,1-2 0,0 0 0,18-2 0,-7 0 6,166-14-81,-30 1 76,-126 14-1,-10 0 29,36-6 0,153-32-22,-129 27-63,51-18 7,-73 16 87,-1-3 0,65-26 0,-79 27-68,-38 13 64,1-1 1,-1-1-1,22-10 0,-21 8-50,0 1-1,31-9 1,19-6 22,-49 14-28,117-58 46,-26 3 93,-100 58-103,0 0 1,-1-1 0,0 0-1,7-6 1,3-2-1,25-20-20,-33 26 17,1 0 0,0 0 1,18-10-1,-18 12 7,0-1 0,-1 0-1,8-7 1,-10 7 4,0 2-1,0-1 0,1 0 1,10-5-1,-14 9 159,6-14-42,0 3-48,12-38 420,-20 47-167,-1 0-187,-2-5-70,0 0-1,0 0 0,0 1 1,-1-1-1,0 1 1,-1-1-1,0 1 1,-7-11-1,-13-32 46,-12-15 312,34 63-349,0 0-28,1 0-43,-3-6 54,-1 1 1,-1 0 0,1 0 0,-1 0 0,0 1-1,0 0 1,-1 0 0,-13-9 0,0 4 83,0 1 1,-1 0-1,0 2 0,0 0 1,0 1-1,-1 2 1,0 0-1,0 1 0,-1 1 1,-23 1-1,-84-10 111,64 4-273,63 8-124,-11 0-8952,4 1 6818,0 0 0,-1 0 1,-13 5-1,-11 5-6232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1:0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587 187 7193,'-3'3'380,"1"1"0,-1-1 0,0 1 0,0-1 0,0 0 0,-1 0 0,1 0 0,-1-1 0,1 1 0,-7 2 0,8-4 627,0 8-2110,-3-2 5235,4-6-3919,1-1-1,-1 0 1,1 0-1,-1 0 0,1 0 1,-1 0-1,1 0 1,-1 0-1,1 0 0,-1 0 1,1 0-1,-1 0 0,1 0 1,-1 0-1,1-1 1,0 1-1,-1 0 0,1 0 1,-1-1-1,1 1 1,-1 0-1,1 0 0,0-1 1,-1 1-1,1 0 0,0-1 1,-1 1-1,1-1 1,-19-19 89,0 1 1,-1 1 0,-1 0 0,0 2 0,-37-22 0,7 11-204,-80-32-1,118 54-635,-1 0-1,-28-6 0,39 11 290,0 0 0,0 0 0,0 1 1,0-1-1,0 1 0,0-1 0,0 1 0,1 0 0,-1 0 0,0 0 0,0 1 1,-4 2-1,-2 1-524,-6 6-730,-1 0-633,3-7-3204,-7-1-677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1:15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1185 76 6721,'1'2'1229,"9"22"893,-9-21-352,2-3-1002,28 0 697,-28 0-703,0-1 52,29-10 7271,-71-2-7461,30 9-501,0 1-1,0 0 1,0 0 0,-1 1 0,-9-1-1,-16-1 390,-38-9 0,-11-2-6,55 10-450,19 3-43,1 0 0,0 1 0,0 0 0,-12 1-1,3 0 5,-1-1-1,1 0 0,-20-5 0,-21-1 43,54 6-52,-11-1-5,1 2 0,-1-1 0,1 2 0,-1 0 0,-16 3 0,26-3-5,-1 1 1,1-1-1,-1-1 0,0 1 0,0-1 0,-9-1 1,-26 1 5,-24 11-52,38-9 79,23-2-24,1 1-1,-1-1 1,1 1-1,-1-1 1,1 1-1,-5 2 0,-32 7-65,36-9 58,0 0 1,-1 0-1,1 0 1,0 1-1,0 0 1,0 0-1,0 0 1,1 0-1,-1 1 1,-6 4-1,-39 22-79,9 2 62,39-29 20,1 0 29,-12 16-56,-15 32 0,16-26-20,-2 4 18,1 0-1,-11 37 1,23-62 75,0 1-37,0 0 0,0 0 0,-1 0 0,1-1 0,-1 1 1,0 0-1,0-1 0,0 1 0,-3 2 0,-1 4-12,5-8 7,-1 0-25,-12 25 5,-18 26 9,31-52 16,-2 16-52,-8 30 63,11-44-65,0 14-8,2 0 56,-1-14 0,2 12-53,8 33-8,-8-31 0,1 0 1,8 22-1,0-5 26,-9-25 0,-1-1-1,2 1 1,-1-1-1,1 0 1,0 0-1,9 11 1,5 6-4,-12-16 8,0 0 1,1-1 0,0 1 0,0-1 0,1-1 0,16 13-1,-7-5-26,-15-12 47,1 0 1,-1-1 0,1 0-1,0 1 1,0-1-1,4 2 1,6 2 19,-6-2-20,0-1-1,0 1 0,0 0 0,0 0 0,6 6 0,-12-9 5,0 0 0,0 0 0,0-1 1,0 1-1,0-1 0,0 1 0,0-1 1,0 1-1,0-1 0,0 1 0,0-1 0,0 0 1,0 0-1,1 0 0,-1 0 0,0 1 1,2-2-1,-2 1 5,1 0-1,0 0 1,-1 1 0,1-1 0,-1 0 0,1 0-1,-1 1 1,1-1 0,-1 1 0,1 0 0,-1-1 0,2 2-1,4 2-18,0-1 0,1 0-1,-1-1 1,0 1 0,1-1-1,-1-1 1,17 2 0,-13-2-23,0 1-1,1 1 1,15 4 0,-24-6 49,-1 0-1,1 0 1,0 0-1,0-1 1,0 0-1,0 1 1,0-1-1,-1 0 1,4-1-1,20 2-130,-8 0 50,0 0 1,0-2-1,30-3 0,-12 0-35,6-3 110,-31 5-30,-1 0 0,1 1 0,13-1 0,-14 1 21,1 0 0,-1-1-1,0 0 1,-1 0 0,1-2-1,11-4 1,-9 4 0,-1 0-1,1 0 1,-1 1 0,15-2-1,-17 4 8,0-1 0,1 0-1,-1 0 1,9-5 0,32-7-65,37-4-19,-80 17 79,0-1 0,0-1-1,-1 1 1,1-1 0,-1-1-1,9-4 1,25-12 130,-18 13-142,0-2 0,-1-1 0,26-15 0,-11 7 39,-27 14-20,-1 0 0,0 0 0,12-10 0,0-1 97,-10 8-100,0-1 0,-1 0 0,11-11-1,46-57 160,-63 73-138,-1 0 1,-1 0-1,1 0 0,0 0 1,-1 0-1,1 0 1,0-5-1,6-8 43,11-25 430,-18 38-332,0 0-9,13-30 107,-12 29-176,-3 2 67,-6-25 259,6 25-212,-4-13 152,1 5-156,0 1-1,-1-1 0,0 1 1,-1 0-1,1 1 0,-2-1 1,-13-14-1,0 2 34,-13-11 13,-144-100 600,138 88-492,3 19-200,35 25-146,0-1 0,0 0-1,0 1 1,0-1 0,0 1-1,0-1 1,0 1 0,0-1-1,0 1 1,0 0 0,0-1-1,0 1 1,-1 0 0,1 0-1,-1 0 1,-4-1 3,-15-7-10,14 5 5,0 0 0,0 1 1,0 0-1,-1 0 0,-8-1 1,13 3-5,-1 0 0,1-1 0,0 1 1,0-1-1,0 0 0,0 0 0,0 0 0,0-1 0,-3-1 1,3 2 3,0-1 1,0 1 0,0 0 0,0 0 0,-1 0 0,1 0-1,0 0 1,0 1 0,-5-1 0,-10 0 4,-32-6-1,47 7-15,0-1-247,-1 1-1421,-11-2 4851,8 2-4749,0 0-4656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1:2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1744 151 7645,'0'0'13478,"-3"-1"-13286,-61-4 1277,63 5-1445,-1 0 1,0-1-1,0 1 0,0 0 1,0-1-1,0 0 0,1 1 1,-1-1-1,-2-1 0,-10-4 224,2 1-49,3 2-123,1 0 0,0 1-1,-1-1 1,-14-1-1,21 4-59,1 0 0,-1 0 0,0-1 0,1 1-1,-1-1 1,1 0 0,-1 1 0,1-1 0,-1 0 0,1 0 0,-2-1 0,-16-7-9,-16-1 97,12 4-91,0 0 0,-34-3-1,-154-8 286,185 15-167,17 2-99,0 0 0,1-1 0,-1 0 0,1-1 1,-13-3-1,19 4-17,-1 0 1,1 0-1,0 1 1,-1 0-1,1-1 1,-1 1-1,1 0 1,-5 0-1,-13-1 26,-1-2-40,7 0 27,0 1-1,0 0 1,-26 1-1,-57 1 137,93 0-161,1 0 0,-76-7 265,52 3-93,-34-4 136,59 7-276,-3 1-32,-1 0-1,1 0 0,-1 0 0,1 1 1,0 0-1,-10 2 0,9-1-3,0-1 0,0 1 0,0-2 0,0 1 0,-9-1 0,5 0 15,-1 1 1,1 0 0,0 0 0,-19 6 0,-13 1-93,-2 4 81,10-1 38,31-11-9,-2 1-43,0 0-1,-1 0 1,1 1 0,0-1 0,0 1 0,-5 3 0,0-1-9,-32 7 6,35-10 28,0 0 0,1 1 0,-1 0 0,1 0 0,0 0 0,0 1 0,-12 6 0,-2 0-44,11-6 35,7-2-1,-12 8-32,-33 25 20,43-29-14,-1-2 5,0 1 1,0 1 0,0-1 0,1 1-1,0-1 1,0 1 0,1 0 0,-1 1 0,-4 8-1,-14 28-86,17-35 104,1 0 0,0 0 0,0 0 0,0 1 0,1-1-1,1 1 1,-1 0 0,1 0 0,0 0 0,0 11 0,1-11 11,0-1 0,0 0 0,-1 1-1,-4 13 1,-3 11 5,5-14-85,0 0-1,2 0 0,0 1 1,1-1-1,1 0 1,1 0-1,1 1 1,4 22-1,2 1-4,-7-31 65,1 0 0,1 0-1,-1 0 1,2 0 0,6 16 0,4 2-30,-8-16 22,0 1 0,1-1 0,1-1 0,16 21 0,-8-13 0,-9-11 8,1-1-1,-1 0 1,1 0-1,9 6 1,-3-5-23,1 0-1,0-1 1,0 0 0,1-1 0,-1-1 0,18 4 0,102 18-173,-68-16 143,-30-6 63,-1-2 0,53-2 1,-29-5-50,1-3 0,64-14 0,11-2-10,-107 18 106,41-4-254,-23 3 168,-17 1-48,12-2 17,65-17 0,-98 20 56,31-8 4,-25 6-21,0 0 0,0 2 1,29-4-1,-41 7-4,0 0 3,24-4 13,-1 0-1,-1-2 1,30-10-1,-16 4 21,-36 11-19,0 0 3,24-6-2,-25 6-1,1 0 17,1-1 1,-1 1 0,1 0-1,-1 0 1,1 0 0,4 0-1,-3-1 0,0 0 0,0-1 0,-1 1 0,1-1 0,-1 0 0,8-6 0,-3 0 6,-1 0 0,0-1 0,0 0 0,-1 0 0,7-13 0,11-15-5,-24 36-12,0 1 10,-1 0 0,0 0 1,0 0-1,0 1 0,0-1 1,1 0-1,-1 0 0,0 1 1,1-1-1,-1 0 0,1 0 1,-1 1-1,1-1 0,-1 1 1,1-1-1,0 0 0,0 0 3,0 0 0,-1 1 0,1-1 0,-1 0-1,1 0 1,0 1 0,-1-1 0,0 0 0,1 0-1,-1 0 1,1 1 0,-1-1 0,0 0 0,0 0-1,1 0 1,-1 0 0,0-1 0,3-10 23,-2 11 3,0 0 0,-1 0 0,1 0 0,-1-1 0,1 1 0,-1 0 0,0 0 0,1 0 0,-1 0 0,0 0 0,0-1 0,0 1 0,0 0 0,0 0 0,0-2 1,-13-100 578,15 49-426,-3 46-134,0 1 0,1-1 0,0 1 0,1-10 0,0 14 82,-2-19-163,-1 10 76,-1-23 94,3 32 153,-5-8-96,5 10-157,0 0 1,0 0-1,0 0 1,-1 0 0,1 0-1,0 0 1,-1 0-1,1 0 1,0 0-1,-1 1 1,1-1 0,-1 0-1,0 0 1,0-1-1,-1 0-11,0-2 0,0 1 0,0 0 0,0 0 0,1 0 0,-2-5 0,2 6 140,0 0-131,-11-17 59,11 17 58,0 0-123,-14-15 39,14 16 29,0-2-56,-20-47 640,20 48-263,0 1-415,1 0 0,0 1 0,-1-1-1,1 0 1,0 1 0,-1-1 0,1 1 0,-1-1 0,1 0 0,-1 1 0,1-1 0,-1 1 0,0-1 0,1 1 0,-1-1 0,-1 0 0,1 1 11,1 0-1,-1-1 1,0 1-1,1-1 1,-1 1-1,0-1 1,1 0-1,-1 1 1,0-1-1,1 1 1,-1-1-1,1 0 1,-1 0 0,1 1-1,0-1 1,-1 0-1,1-1 1,-14-7 158,-14-18 184,26 26-299,0-1-31,-1 0 1,0 1-1,1-1 0,0 0 0,-1 0 1,1 0-1,0-1 0,-3-3 1,1 2 16,-26-21 197,28 24-227,0-1-32,0 1 0,0 0 0,0-1 0,0 1 0,0 0 1,0 0-1,-1 1 0,1-1 0,-5-1 0,4 3-190,-1 0-1,1-1 0,0 1 1,-1-1-1,1 0 1,-5 0-1,-1 0-423,6 0 138,-1 0-1,1 0 1,-1 0-1,0-1 1,1 1 0,-1-1-1,1 0 1,0 1 0,-7-4-1,-4-1-2531,-3 0-3269,0-1-4041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1:36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61 310 6961,'-2'1'159,"0"0"0,0-1 0,0 1 0,0 0 0,0-1 0,0 1 0,0-1 0,-1 0 0,1 0 0,0 0 0,0 0 0,0 0 0,0 0 0,-7-2 3427,9 3-3577,-1-1 0,0 1-1,1 0 1,-1 0 0,0-1 0,0 1 0,0-1-1,0 1 1,0 0 0,0-1 0,0 0-1,0 1 1,0-1 0,0 0 0,-9 3 11042,26-7-10827,0-1 0,15-7 0,-3 1 14,57-18 134,0 4 1,131-22-1,-21 24-236,249 1-1,-102 18-105,-225-2 366,192-34 0,-197 23-250,-3-2-80,90-10 92,-146 21-43,-37 4 101,35-1 0,-48 5-114,1 0 24,27 0 113,-28 0 586,0 0-670,8 0-476,10 1 2135,-19-3-901,-13-3-731,4 3-184,-1 0 1,0 1-1,1 0 1,-1 0-1,0 0 1,1 1-1,-12 1 1,-7 0-22,-32 5 389,23-4-322,0 2 0,-50 11-1,62-10-70,-19 5 119,-67 26 1,62-15-250,35-15-278,0 0 0,0-1 0,-1 0 0,-18 4-1,-29 7-5252,22-4-4355,14-6-1557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9:45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22220,'22858'0'0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19:52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23630,'20764'0'0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0:0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22855,'1870'34'0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0:07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23291,'3016'-138'0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0:17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941 6 7189,'-5'26'14213,"-19"-30"-13733,-4 0-308,-24 5 62,36-2-193,1 1-1,-17 3 0,-62 8 64,-31 6-80,86-10-27,0 1 12,-45 13 1,73-17-4,0 0 0,0 0 1,1 1-1,-1 1 0,1 0 1,0 0-1,1 1 1,-15 13-1,-56 54 129,51-47-130,16-16 0,1 1 0,-14 16 0,18-19 9,6-7-14,0 1-1,0-1 1,0 0-1,1 1 1,-1-1-1,1 0 1,-1 1-1,-1 4 1,3-5-1,-1 0 0,0 1 1,0-1-1,0 0 0,0 0 1,0 0-1,-1 0 0,1 0 1,-3 3-1,0 0-1,1-1 0,0 2 0,-1-1 0,1 0 0,1 1 0,-1-1-1,-2 10 1,-43 151 34,44-143-19,2-1 0,1 1 1,0 0-1,4 30 0,-2-36-12,20 110 40,-20-112-18,2 0 0,0 0 1,8 20-1,4 20-44,-12-43 29,1 0-1,0-1 0,0 0 1,2 0-1,-1 0 0,1-1 1,9 12-1,-1-3-10,0-1 1,32 29-1,-18-24-4,0-3 1,1 0-1,59 29 0,-50-29-9,-23-12 26,1-2 0,-1 0 0,2 0 0,27 4 0,70 6 0,92-4 24,-83-9-5,138 23 0,-151-14-52,128-2 0,-148-9 21,203-5-4,-265 3 4,18-1 15,-1-1 0,1-3-1,46-11 1,-12-13 110,-61 21-99,0-1-1,29-21 0,-29 18-43,25-14 0,-32 20 22,0-1 0,0 0 1,-1-1-1,-1-1 0,1 0 0,15-20 1,5-3 31,-24 24-2,0 1 0,0-1 1,7-12-1,6-10 71,4-7 124,-23 37-224,0-1 1,-1 1-1,1 0 0,0-1 0,-1 1 1,1-1-1,-1 1 0,1-1 1,-1 1-1,0-1 0,0 1 0,1-1 1,-1-1-1,0 0-2,0 1 1,0 0-1,0 0 1,1-1-1,-1 1 1,1 0-1,-1 0 1,3-3 0,11-22 118,-13 25-108,0-1-29,18-55 158,-19 56-182,0-2 18,-2-9 65,1 0 1,0-1-1,2-17 1,-1 26-22,0-1 0,0 1 0,0-1 0,-1 1 1,0-1-1,-2-7 0,0-2 40,1 4-22,-1 1-1,0-1 1,-5-10-1,4 12 0,0 0 0,1-1-1,-2-12 1,-21-90 525,7 34 173,17 68-604,-1 0-1,0 1 0,0-1 1,-9-15-1,11 23-85,0 1-34,-1 0 0,1 0 1,-1 0-1,1-1 1,-1 1-1,1-1 0,0 1 1,0-1-1,0 1 0,0-1 1,-1-2-1,-2-2 17,-27-23 36,24 21-55,0 0-1,0 1 0,0-1 0,-1 2 1,0-1-1,-1 1 0,1 0 0,-10-5 0,-24-16-64,36 23 70,1 1 1,-1 0-1,0 0 1,0 1-1,-11-4 1,-15-6-45,-65-28 18,41 17 38,43 18-28,-1 0 1,-22-12-1,19 7-13,0 1-1,-1 1 0,0 1 1,0 0-1,-26-5 0,-7-5-43,-59 1 160,49 4-95,34 6-31,-1 0 0,-46-1 0,30 1-23,17 1-27,-57-7 241,52 8-183,1 0 19,-136 12-17,115-6 63,-108 10-61,82-3-49,75-9 131,-1 1-86,-1 0 17,0 2 4,-24-2-3,-1-4-11,28 3 32,-1 0-45,0-1 24,-2 1 0,-16 6 37,19-5-40,-1-1-3,0 0 1,0 0-1,1 0 0,-1 1 1,0 0-1,0-1 1,1 1-1,-4 2 1,-12 2 33,-97 12 24,80-11-44,25-5-2,0 1 1,0 1 0,0 0-1,-17 7 1,0 0 19,23-9 11,0 0 1,1 0-1,-1 1 1,1-1-1,-1 1 1,-5 3-1,2-1 77,-1 1 1,0-1-1,0-1 0,0 0 0,0 0 1,-1 0-1,1-1 0,-18 2 0,-15 4-732,45-9 361,0 1 0,1 0-1,-1 0 1,0 0 0,0 1-1,6 0 1,-5 0-92,-5-1 266,1 0 1,0 0-1,-1 0 0,1-1 1,-1 1-1,1 0 0,0 0 1,-1-1-1,1 1 0,-1 0 1,1-1-1,-1 1 0,1 0 1,-1-1-1,0 1 0,1-1 1,-1 1-1,1-1 0,-1 1 1,0-1-1,1 1 0,-1-1 0,0 0 1,1 0-280,3-4-446,0 1 0,-1-1-1,1 1 1,-1-1 0,0 0 0,2-7 0,7-17-5877,-4 11-1464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0:5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4340,'0'0'17811,"-9"9"-17801,8-7-12,0-1-1,0 1 0,1-1 0,-1 1 0,0 0 1,0-1-1,1 1 0,-1 0 0,1 0 0,-1-1 0,1 1 1,0 0-1,0 0 0,0 3 0,3 33 70,-1-17-45,1 84-24,3 44 127,-4-107-79,-5 53-1,1-57-3,5 71 0,4 26-4,-7-95-18,2 1 0,9 50 0,-10-83-10,0 0-1,0-1 1,-1 1 0,-1 14-1,-1 4 36,8 3 35,-6-26-64,-1-3-154,0 1 55,0 0 1,-1-1-1,1 1 0,0 0 1,0 0-1,0-1 1,0 1-1,0 0 0,1 0 1,-1 0-1,-1 2 1,0 1-1878,12-11 1021,-8 5 606,0 0 1,0 0-1,-1 0 0,1 0 1,-1-1-1,0 1 0,0-1 1,0 1-1,0 0 0,0-1 0,0 0 1,-1 1-1,1-1 0,-1 1 1,1-1-1,-1 0 0,0 1 1,0-1-1,-1-3 0,3-20-4095,2 9-271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0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1064 6025,'-12'-22'1143,"10"18"3893,10 12-3971,-7-7-474,0 0-1,0-1 0,-1 1 1,1-1-1,0 1 1,0-1-1,0 0 1,0 1-1,0-1 0,0 0 1,0 1-1,0-1 1,0 0-1,0 0 0,1 0 1,29-5-119,-9 1-165,58-1 160,210 4 204,-161 1-555,229-3-52,-78 0 63,-242 3-167,42 2 60,40 0 59,-98-2-106,42 6-1,-9-1 12,-14-3-7,67 13 0,-98-14 37,-1 1 0,1-2 0,13 0 0,-14 0-25,0 0 0,-1 0 0,1 1 1,11 2-1,-4 0 17,1-1 1,0 0-1,21-1 1,27 2-49,154 5 122,-212-8-68,33 6-40,-37-6 86,1 1-74,32 2 3,36-1-1,-37-7 38,-32 4 113,12-2-229,-3 2 81,1 0 0,-1 0 0,1 1 1,22 3-1,-32-3 101,0 0-165,38-5 127,-25 4-183,1-1 0,-1 0 0,21-7-1,-34 8 118,22-12-158,-22 12 241,21-15-186,-22 15 212,-1-1-98,-1 1 0,0 0 0,1 0-1,-1 0 1,1 0 0,0 0 0,-1 0 0,1 0 0,0 1 0,0-1 0,-1 0-1,1 0 1,0 0 0,2 0 0,7-9-93,-3 1 76,-3 6 6,-1 0 0,0-1 0,0 1 0,-1-1 1,1 0-1,-1 0 0,3-5 0,-4 8 27,0-2 51,20-47-52,-20 48-31,-1-1 10,5-20 55,1 1 1,14-37 0,-16 48-82,-1 0 0,3-19 0,2-7 119,0 5-93,-2 1 1,-1-1-1,1-53 0,-8 42 13,2 41-5,0 1 0,-1 0 0,1 0 0,0 0 0,0 0 0,0 0 0,-1 0 0,1 0 1,0 0-1,-1 0 0,1 0 0,-1 0 0,1 0 0,-1 1 0,0-1 0,0-1 0,0 1 3,0 0 0,0 0 0,0-1 0,1 1 0,-1 0-1,0 0 1,1-1 0,-1 1 0,1 0 0,0-1 0,-1 1-1,1-2 1,-14-58-22,13 54 38,0 0 0,1-1 1,0-12-1,-1-5-53,-1 11 34,1 1 0,0 0 0,1 0-1,0-1 1,3-18 0,-2 30-20,-1-2 55,5-29 144,-4 29-246,-1 1 21,2-31 0,-1 31 127,-2 0-194,1-1 114,-1 1-1,0-1 1,0 0 0,0 0-1,-1 1 1,1-1 0,-1 1-1,0-1 1,0 1 0,0 0-1,0 0 1,-1 0-1,1 0 1,-1 0 0,0 1-1,0-1 1,0 1 0,0-1-1,-4-1 1,6 3 18,-2-1-14,-4-3-39,-42-23 279,37 23-224,-1 0 0,-17-4-1,14 5-56,-50-12 119,64 15-87,0 1 0,0-1 0,-1 1 0,1-1 0,0 1 0,0 0 0,0 0-1,0 0 1,0 0 0,0 0 0,-3 1 0,-20 0 84,-26-2-119,37 2 53,0-1 1,-18-2-1,-2 2-52,11 2 23,-163-10-56,-41 10 109,-22-2 40,212 0-71,-1 1 0,-69 11 0,-1 1-42,66-9 55,-52 14 1,86-17-42,-384 56-35,359-55 125,-38-3 1,47 0-23,-1 1 1,-28 3 0,36-1-28,0-1 0,-29-3 0,28 1 25,-33 2 0,-88 7-97,18-2 72,55-4-39,50-3 54,-1 1 1,0 1-1,1 1 1,-1 0 0,-17 6-1,31-8-29,1 1-1,-1-1 0,1 0 0,-1 0 1,1 0-1,-1 0 0,1 0 0,0 0 1,-6-2-1,-6 1 101,-20-2 1459,31 2-1491,-5 1-1487,-35 0 4449,31 1-7523,2-1-6311,31 0 560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02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124 239 9585,'0'0'7713,"-9"-8"-7598,-26-12 2495,33 19-2550,-1 0 20,-9-2 679,1 0 1,-1 0 0,1 1-1,-14 0 1,21 2 399,32-11-740,-13 10-275,0 0 0,25 2 0,12 0 70,459-4 827,-260 5-908,209 4-39,-248 0-126,-62 5 66,-134-11-45,36 0 77,64 8 1,-83-6-64,0-1 0,0-2 0,35-5 0,-21 2-29,148-4-70,-126 4 153,-49 2-60,-1 1 0,31 2 0,-35 0 10,-1-1 1,24-3-1,13-1-9,82-4-31,-56 2 49,36-2-53,96-4-9,-81 6 77,-78 3 8,521-17-27,-544 20 12,67 3-54,-74-2 44,0-1 0,0-1 1,32-5-1,7 0-15,288-22 84,-287 23-147,41-4 115,-66 8 106,-32 1-24,11 1 124,0 1-108,-11-2 213,0 0-254,26-3 109,-26 3-6,14-3-20,32-5 691,-46 8-239,-1-1-502,9-2 1036,1-2-5715,-12 5 4354,0-1-1,0 1 1,0-1 0,0 0 0,0 1-1,0-1 1,0 1 0,0-1 0,0 1-1,-1-1 1,1 1 0,0-1-1,0 1 1,0-1 0,-1 1 0,1-1-1,0 1 1,-1-1 0,1 1 0,-1-1-1,1 1 1,0 0 0,-1-1 0,1 1-1,-1 0 1,1-1 0,-2 1-1,1-2-196,-18-14-2828,2 4-3174,2 3-3227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3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60 103 6901,'-34'17'16658,"10"-27"-14858,22 9-186,21-9-780,-1 5-611,-1 0-1,1 1 1,0 0-1,0 2 1,27-1-1,-22 2-117,151-11 443,228-3 122,-325 15-610,42-8 208,-115 8-252,-1-1 14,25-4 13,-25 5 40,0-1-43,2 0 150,12-2-623,-29 3-1391,3-1 558,0 0-1,1 0 1,-1-1 0,0 0 0,1 0 0,0-1-1,-13-6 1,2 2-4696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41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35 4960,'-11'4'1983,"-6"9"11272,13-8-12035,0 0-3619,2-3 3194,-5-1-419,-1 0 1,1 1-1,-1 0 0,1 0 1,-12 6-1,17-8-365,0 1 811,-1 1-588,0-1-51,1 1-1,-1-1 1,1 0-1,-1 0 1,1 0-1,-1-1 0,-3 1 1,-5-13 477,22 10 396,11 0-829,163-14 577,-135 13-705,135-1-43,-27 1-45,-61-2 43,238-6-123,-258 10 30,38 2 147,-107 0-100,33-1 3,-27-2-46,22-3 23,-32 5-29,-1 0 61,31 0-10,-31 0-46,12 2 66,1-1-34,-13-1 33,1-1-25,10-1 4,-3 0-7,1 0-1,-1 1 1,20 0 0,4-2-83,-32 3 114,1 0-40,30-3-84,-32 3 184,13 6-101,-13-5 17,0-1 0,0 0 0,0 1 0,0-1 0,-1 0 0,1 0 0,0 0 0,0 0 0,0 0 0,0 0 0,0-1 0,-1 1 0,1-1 0,0 1 0,0-1 0,0 0 0,-1 1 0,1-1 0,0 0 0,2-2 0,-2 1-35,16 0 7,-2 2 42,-13 0-5,15-6-114,30 3 117,-45 3 394,-20 0-434,-27 11 92,42-11-64,-2 1 26,-12 1 36,-1 0 0,1 2 0,-26 8 0,32-9-27,0 0-1,0-1 0,-20 2 0,0 0-5,-119 14 90,5-1-96,-218 38-13,60 3-19,288-56 0,-260 55-115,101-22 225,172-35-76,-20 1-6,2 1-32,15-2 9,-8 9 272,4-3-4128,10-5 3480,0-1 0,0 0 0,1 0-1,-1 0 1,0 0 0,0 0 0,0 0 0,1 0 0,-1-1 0,0 1 0,0-1-1,0 0 1,0 1 0,3-3 0,27-21-8861,-18 12 1811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44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 3948,'-8'4'2400,"-15"0"12947,17-4-13047,0 0-3359,4 0-959,-2 0 2267,-13 3-52,8 0 1788,7-1-831,17 4-543,33 0-585,736 6 1438,-639-12-1591,152 0 154,-123 8-2,64 1-33,-202-7-18,360 11-39,-268 1 135,63 3-64,-72-12-28,36-1 46,144-4-310,-169 4 173,-59 1 23,457 0-340,-403-5 279,165-3-205,-80 3 74,-180-1 254,32-3 1,36-2-51,82 1 59,72-7-6,-155 9 186,-40 6-80,219-15-140,-272 12 72,-1-1 0,0 0 0,0 0 0,0 0 0,0 0 0,5-2 0,-5 1 144,0 1-1,0-1 0,0 1 0,1 0 1,-1 1-1,0-1 0,6 0 1,-64-10 314,-200-4-225,119 12-221,-223-3 86,339 6-118,-273 12-6,59-1-2,-3-6-214,-520 7-414,268-14 200,410 0 451,-63 3-179,-238 28 15,-3 5 67,162-25 24,182-7 57,-51-6 0,4 1-22,-43-1 3,-50 1 5,44 4 44,16-2-101,2-1 35,-37-3-44,32-1-148,103 6 247,11 0-28,-1 0-1,1 0 0,-1 0 0,1-1 0,0 0 0,-16-5 0,23 5 19,-1 1 1,1 0-1,0-1 0,-1 1 0,1 0 1,-1 0-1,1-1 0,0 1 0,-1 0 0,1 1 1,-1-1-1,1 0 0,-1 0 0,1 0 0,-2 2 1,1-2-5,0 1 0,0-1 1,0 1-1,1-1 1,-1 0-1,0 0 0,0 0 1,0 0-1,0 0 0,0 0 1,-2-1-1,-35-6-28,35 6 38,-12 1 3,-31 0 107,44 0 16,-14 1-152,-32 1 179,46-2-180,-15 0 5,-9 1 40,14-1 5,1 0 0,0 0 0,-15-3 0,24 2 91,-14-4-83,6 2 305,0 1-1,-19-2 0,31 5-421,1 0 0,-1-1 0,0 1 0,0 1 0,0-1 0,1 0 0,-1 0 0,0 0 0,-1 0 0,1 1 0,0-1 0,1 3 0,-35 0-13417,14 1 4798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4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4852,'0'0'4662,"1"3"-3453,5 26 8708,-3-17-9671,0 0-1,-1 0 0,-1-1 0,0 1 0,-1 18 0,-8 643 811,13-438-1089,1 187 472,-32-1-2678,25-412 1859,0 0-1,-1 0 1,0 0 0,-5 11 0,-11 17-3767,10-20-653,1 3-2702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1:4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265 199 5881,'-6'3'201,"-1"-1"257,1 1 0,0 1 0,0-1 0,0 1 0,1 0 0,-1 0 1,1 1-1,0-1 0,0 1 0,-8 10 0,3 2 272,1 0 1,-11 24-1,-5 13 166,18-42-622,2 1 0,0 0 0,-7 24 0,9-23 128,-2 0 0,-7 18 0,11-30 55,0 2-45,0 0 1,0 0-1,-1 1 1,1-1-1,-1-1 0,0 1 1,0 0-1,-4 5 1,-1 5-373,6-12 105,-8 14 80,-30 84 171,38-98 149,2-6-462,8-51 49,25-86 0,30-50 7,-57 174-100,1-1-1,12-19 1,1 0 61,-17 30-71,0 0 1,1 1-1,0 0 0,0 0 0,1 0 1,9-8-1,42-29 217,-51 38-239,25-16 119,-13 9 60,0 0 1,18-19 0,-13 11 346,-8 37-304,-11-11-207,1 1 1,-1-1-1,-1 1 1,1 0-1,-1 0 1,0 0-1,-1 0 1,0 0-1,0 0 1,0 1-1,1 14 1,5 21 75,42 130 17,-39-145-83,1 0 1,1 0-1,18 26 1,-4-7-456,-25-43 93,1 1 0,1-1 0,-1 1-1,1-1 1,7 6 0,-6-5-584,3-17-7354,-2-2-2413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2:49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297 197 4684,'0'0'5634,"9"-8"-5300,24-7 7427,-29 13-9005,-1 1 1441,-2-2-141,1 1 1,-1-1 0,1 1 0,0 0-1,0 0 1,0 0 0,5-4 0,0 0 80,-7 5-105,0 1 1,1-1-1,-1 1 1,1 0-1,-1-1 0,0 1 1,1-1-1,-1 1 1,0-1-1,1 0 1,-1 1-1,0-1 0,0 1 1,0-1-1,0 1 1,1-1-1,-1 0 0,0 1 1,0-1-1,0 1 1,0-1-1,0 0 0,0 1 1,-1-1-1,1 1 1,0-1-1,0 1 1,0-1-1,0 0 0,-1 1 1,1-1-1,0 1 1,-1-1-1,1 1 0,0-1 1,-1 1-1,1-1 1,0 1-1,-1 0 1,1-1-1,-1 1 0,1-1 1,-1 1-1,-2-1-42,1-1-1,0 1 0,0 0 0,-1 0 1,1 1-1,0-1 0,-1 0 1,1 1-1,-4-1 0,-11 1 53,14 0 29,-15 2-53,14-1-12,-1-1 0,0 1 0,1 0 0,-1 1 1,0-1-1,-5 4 0,8-4-36,-12 8-8,12-8 24,0 1-1,-1 1 1,1-1-1,0 0 1,0 0-1,0 1 1,-2 4-1,1-2 5,2-4 41,-1 2-18,-3 5 36,1 0-62,0-1 0,-1-1-1,1 1 1,-10 8 0,7-8 56,1 0 0,0 0 0,-11 16-1,-18 28 44,24-32-105,10-17 30,0 0-13,-11 22 22,11-21-4,-1-1-3,-38 40 139,38-40-152,2 0-58,-24 57 229,23-57-162,-2 32 28,3-31 17,-1 1-55,0-1 1,0 0-1,0 0 1,1 0-1,-1 1 1,1-1-1,0 4 0,-1-2 2,1-4 0,0-1-1,0 1 0,0 0 1,0 0-1,0 0 0,0-1 1,1 1-1,-1 0 0,0 0 1,0-1-1,1 1 0,-1 0 0,0 0 1,1-1-1,-1 1 0,0 0 1,1-1-1,-1 1 0,1-1 1,0 2-1,-1-2-2,1 1 1,-1-1-1,1 1 1,-1-1-1,1 1 0,-1-1 1,0 1-1,1 0 1,-1-1-1,0 1 0,0 0 1,1-1-1,-1 1 1,0 0-1,0-1 0,0 1 1,0 0-1,0-1 0,0 1 1,0 0-1,0-1 1,0 1-1,0 1 0,-8 52 159,7-41-111,0-1 0,-1 1 1,0 0-1,-6 14 0,8-24-53,-1-1-1,0 1 1,1-1 0,-1 1 0,1-1-1,0 1 1,0-1 0,0 1-1,0 0 1,1 3 0,0 15 68,-2 22-8,0-21-23,0 1-1,2 0 1,4 26-1,-4-38 2,1-1 0,-2 21 0,3 18-26,12 105-13,-13-113 25,-3 37 42,0-56-52,0 1 1,4 26 0,-3-8-21,-1-37 16,1 1 0,0-1 0,0 1 0,0-1 0,0 0 0,1 1 0,-1-1 1,1 0-1,0 1 0,3 6 0,9 31 109,-12-36-110,0-1 1,1 1 0,-1-1-1,1 1 1,0-1 0,1 0-1,-1 0 1,1 0-1,0 0 1,5 7 0,11 14 32,-18-23-35,1 0-1,0 0 0,0 0 0,0 0 1,0-1-1,5 6 0,24 21-64,-22-20 74,0 0-1,1-1 1,14 11 0,-5-9-24,1 0 0,0-1 0,30 10 0,-43-18 23,0 1-1,-1-2 0,1 1 0,0-1 1,-1 0-1,1 0 0,12-3 0,-16 3-3,14-3 0,0 0-1,0-1 1,-1-1 0,0-1 0,0 0 0,24-14 0,83-61 123,-88 57-120,-20 11-16,0-1 0,0-1 1,-1 0-1,-1-1 0,-1 0 0,0-1 1,12-24-1,-6 17 50,-15 20-39,0 1 0,0-1 0,-1 1 0,1-1 0,3-8 0,0-1 102,1 0-1,11-17 1,-5 8-8,-8 12-20,0 0-1,-1 0 1,4-17 0,-5 16 4,1 0 0,9-20 0,-5 14 20,-1-1 0,0 1-1,7-34 1,2-7 85,-6 21-13,8-52 0,-15 60-105,-2-1 1,0 1-1,-6-47 1,2 44-4,2 23-44,-1 0-1,0 0 1,-6-17-1,-4-18 81,7 21-27,-10-32-1,-2-8 23,13 47-1,-1 1 1,-1-1-1,0 1 0,-17-28 1,7 12 155,15 28-232,-1 1 1,0-1-1,-1 0 1,1 0-1,0 1 1,-6-5-1,-4-6 50,7 6-22,0 0-1,-1 1 0,0 0 1,-8-8-1,2 3-2,-3-14 194,6 9-151,-4-2-7,5 7-34,0 1 0,-1 0 0,0 0 1,-17-14-1,-11-14 61,34 36-88,0-1 0,0 1 0,1-1 0,-1 1 0,0-1 0,1 0 0,0 0 0,-1 0 0,-1-3 0,3 4 106,-8-9-5,-1-3 125,-6 0-256,14 12 87,0 1-22,-51-22 58,51 22-73,0-1-18,-2 0-19,0 0 0,1 0 1,-1 0-1,0 0 1,0 1-1,0-1 0,0 1 1,0 0-1,0 1 0,-1-1 1,1 1-1,0-1 0,0 1 1,0 1-1,-1-1 0,-3 1 1,-11 3-4,1 0 0,-27 10 0,0 0-63,26-8 39,1 0 0,-1 2 0,1 0 0,0 1 0,1 0 0,0 2 0,-19 15 0,35-25-73,-1 0 1,1 1-1,0 0 1,0-1-1,-1 1 1,1 0-1,0-1 1,0 1-1,1 0 1,-1 0-1,-1 2 1,-4 9-535,-6 4-688,-38 51-8912,30-40 392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24:4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12 349 5981,'0'0'3122,"-1"1"-2357,-8 21 726,8-20-190,12 12-175,-5-10 5929,23-1-6726,0-2 0,-1-1 0,1-2 0,0 0 1,31-8-1,19 0-93,418-19 220,-454 29-407,529-6 161,82-43-316,-79 3 56,-45 5 77,3-1 16,-345 31-68,138-4 79,-107 12 56,217 6-163,-83 6 49,-192 1 48,206 9 1,121 3 127,154 4 34,-301-14-146,-204-13-48,95-4-49,266-13 74,-159 0 15,307-12 381,-304 11 61,-138 6 27,-86 6 3,144-6 1289,-15-7-129,-241 20-1644,-1-1-1,1 1 1,-1 0-1,0 1 1,8 0-1,-7 0-15,-2 0-52,-7-4-2798,-5-4 1800,0 0 0,0 1 0,-1 0 0,0 0 0,0 1 0,-13-6 0,-15-5-4588,-17-6-5836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3:42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1916 221 5573,'0'0'4553,"0"-3"-4237,2-28 68,-2 28-258,12-10-173,-6 6 4087,-35 13-3142,6-26-103,4 5-619,-1 0 0,0 1 0,-33-16 0,29 19-136,-34-10 0,51 19-28,-109-32 112,90 27-111,17 7-20,1 2-10,-14-2-91,4-1 153,-34 4 0,-22 6-48,-8 3 62,25-5 79,23-3-166,24-4 105,0 1-1,0 1 1,-17 4 0,15-3 16,0-1 0,0 0 1,0-1-1,0 0 0,-18-1 1,14-1 12,9 1-87,-32 0 33,0 1 0,1 2 0,-41 8 1,-4 12-10,-23 0 55,91-19-87,0 0 0,-24 11 0,25-9-43,-14 5 44,9-5-6,1 2-1,-31 18 1,43-22-11,-41 18 6,26-15-4,15-5-21,-1 0 1,0 1-1,1 0 1,0 0 0,-8 5-1,-87 71-17,87-64 48,0 1 0,1 0 0,-13 20 0,24-33 13,-17 23 12,2 1 0,-27 56 0,31-51-42,1 0 0,2 1-1,2 0 1,1 1 0,1-1 0,-2 49 0,9-74 11,-1-1-1,1 0 1,0 0-1,1 0 1,0 0-1,0 0 1,0 0-1,1-1 1,0 1-1,0-1 1,1 0-1,0 1 1,0-2-1,0 1 1,1 0-1,10 9 1,4 2 3,1-1 0,1-1 0,31 16 0,-15-8 1,-15-11-19,1-1-1,0-2 1,47 15-1,-46-16 17,0-2 1,1 0-1,0-2 0,-1 0 0,1-2 1,32-1-1,101-4 89,107-6-46,-200 9-28,120-17 1,-52-1 12,-124 17-30,76-13-37,131-39 0,-199 48 2,119-46-76,-118 43 158,1-2-1,-1 0 0,0-1 1,-1-1-1,16-14 0,-3 0 75,-1 1-31,35-38-1,-33 33 64,-23 24-47,-1-1 0,12-14-1,18-31 274,-35 48-344,0 0 1,0 0-1,-1 0 1,1 0-1,-1 0 1,0-1-1,0 1 1,-1 0 0,1-1-1,-1-7 1,1 6-21,0-9 73,0-1-1,-1 1 1,-1-1-1,0 0 1,-1 1-1,-1 0 1,0-1-1,-1 1 1,-1 0-1,-11-25 1,4 15 57,-2 0 0,-18-25 0,18 27 2,12 19-118,0 0 0,-1 0 0,1 0 0,-1 0 0,0 1 0,-3-4 0,-74-73 325,58 59-278,-12-14 67,-11-17 192,42 48-301,1 1-1,-1 1 0,0-1 0,0 0 1,0 1-1,0-1 0,0 1 0,-1 0 1,-6-3-1,0-1 0,4 3-33,1 1 0,-1-1 0,0 1 0,0 0-1,0 0 1,0 1 0,0-1 0,0 2 0,0-1 0,-7 0 0,-10 2-10,-33 4 0,12 0-213,23-4 88,-12 1-590,1 1 0,-44 11 0,69-13 14,0 1-1,-1-1 1,1 0-1,-1 0 0,1-1 1,-8 0-1,-1 0-5122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3:43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1030 101 4540,'-13'-7'10177,"-10"8"-9056,2-1-778,-61-13 1421,15 1-888,-130-6 0,167 20-844,0 1-1,0 1 1,0 2-1,0 0 1,1 3-1,-55 22 1,56-19 34,0 1 1,-34 23 0,49-26-62,0 1 1,1 0-1,0 1 1,0 1-1,1 0 1,1 0-1,0 1 1,-10 20-1,8-3 13,1 0-1,1 1 0,-6 36 1,6-26 8,-11 76-149,18-98 153,2-6-7,0 0-1,2 23 1,0 11-107,-1-26 85,1-1-1,0 0 1,2 1 0,1-1-1,0 0 1,1-1 0,10 23 0,-3-11 31,2 0 0,2-2 0,31 48 0,-36-64-23,1 1 0,0-2 0,1 0 0,1 0-1,0-1 1,1-1 0,0 0 0,1-1 0,26 13 0,-18-12-9,1-1 0,0-1-1,0-1 1,1-1 0,48 7 0,-21-9 3,-1-3-1,1-1 1,-1-3 0,1-2-1,56-12 1,314-101-56,-346 90 82,132-51-27,-177 64 5,-1-2 0,-1 0-1,-1-2 1,37-30 0,-42 27 175,-2 0 1,0-1-1,18-26 1,-35 41-119,0 0 1,-1 0-1,0 0 0,0-1 1,-1 0-1,0 0 0,0 0 1,-1 0-1,0 0 0,-1 0 1,1 0-1,-2-1 0,1 1 1,-1-10-1,-1 7-19,0 1-1,0 0 1,-1 0-1,0 0 1,-1 0 0,0 0-1,0 0 1,-1 1-1,0 0 1,-1 0 0,-9-14-1,-11-8 79,-1 2 0,-1 0 0,-61-49 0,-109-62 439,44 33-23,101 66-481,-39-28 183,73 58-221,-1 2 1,0 0-1,-1 1 0,0 1 0,0 1 1,-1 0-1,0 2 0,-24-3 0,-27 1 18,-76 4 0,95 3-50,-438 21-745,283-4-5722,168-12 875,7 2-3344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2100 186 8965,'-6'0'839,"1"-1"0,0 0 0,0 0 0,0-1-1,0 1 1,-8-4 3003,11 3-3600,-45-23 2177,45 23-2175,-16-1 130,-289-61 560,156 53-868,100 9 47,-60-9-1,21-1 42,24 3-75,43 4-61,-33-2 0,1-1-10,32 5-12,-28 0 0,-5-2 23,32 3-32,0 1-1,-1 2 1,-43 5 0,25-2 31,36-3-18,-32 1 4,1 3 0,-60 15 0,-49 16-6,104-27 30,28-6-19,-1 1 0,-18 7-1,32-11-5,1 1 0,-1-1-1,0 1 1,0-1 0,1 1 0,-1-1-1,0 0 1,0 0 0,1 0-1,-1 0 1,-3 0 0,3-1 4,0 1 0,0 0 0,0 0 1,0 0-1,0 0 0,0 1 0,0-1 1,0 1-1,-3 0 0,-26 5-5,24-5-1,-1 1 0,1-1 0,0 1 0,-13 5 0,10-2-2,0 0-1,0 1 0,1 0 0,0 0 0,-15 14 0,13-10 2,3-1-2,-1 0 1,1 1-1,1 0 1,-10 16-1,3-4-1,12-19 3,-3 4-1,1 0 1,0 1-1,0 0 1,1 0-1,0 0 1,1 0-1,-4 15 1,2-8-8,3-13-25,0 1 48,-4 22 3,3-16-31,0 0 0,0 0 1,1 1-1,0 18 0,1-23 12,1 1 0,0 0 0,0-1 1,0 1-1,3 7 0,10 6-26,-8-13 45,-1-1-14,0-1 0,0 1 0,0-1 0,1 0 0,0 0 0,0-1 0,11 5 0,50 15-24,-38-14 28,11 2-5,0-2 0,71 8 0,86-5-15,-86-7 31,295 0 2,-240-7-23,34 1-18,18-11 39,-132 5-22,-1-3 6,107-27 1,-58 9-15,-104 22-1,0-3 0,43-17 1,-47 16 27,56-15-18,-79 24 28,23-11 118,-27 9-120,-2-5-13,1 4-6,0-1 0,0 1 0,0 0 0,0 0 1,-1 0-1,1 0 0,-1 0 0,0 0 0,0 0 0,-1 1 0,-5-5 0,-20-10 11,0 1 0,-2 2 0,0 1-1,-54-17 1,33 17 2,-1 2 1,-69-7-1,15 4-54,7 0 43,-55-10-1422,136 22 428,15 2 245,0 1-1,0-1 0,1 1 1,-1-1-1,0 0 0,1-1 0,-5-1 1,2-4-3839,11-3-2569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2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93 4380,'9'-4'470,"0"1"573,-1 1 8464,12 10-8090,-20-7 320,-11-4-1089,-30-14 98,38 16-592,-14-6 123,-41-7 257,41 11-390,0-1 0,1 0 1,-26-11-1,36 13-121,1 0 0,-1 0 1,1 1-1,-1 0 0,-6 0 0,-8-2 34,12 0-42,0 1 1,-1 0-1,1 0 0,-1 1 0,-8 0 1,4 0-1,-6 0-5,1 1 1,-1 1 0,0 1 0,0 0-1,1 1 1,0 2 0,-28 8 0,11-2 38,18-7 0,-1 1 0,-22 12 0,35-15-42,0 0 0,1 1 1,-1 0-1,1 0 0,0 0 1,0 0-1,0 1 1,0 0-1,1 0 0,-1 0 1,1 0-1,0 0 1,-2 6-1,-1 5-2,0 1 0,1 0 0,2 1 0,-1-1 0,2 1 0,0-1-1,0 26 1,5 13 26,13 67 0,-15-112-39,2 10 29,-1-1-20,1 1 0,0 0 0,2-1 0,0 1 0,1-1 0,1-1-1,14 27 1,-11-28 0,1-1 1,16 18-1,-21-28-1,0 0 0,0-1-1,0 0 1,1 0 0,0 0 0,0-1 0,0 0 0,13 6 0,3-1-1,1-1 0,41 9 0,-38-14 7,1 0-1,0-2 1,0-1 0,0-2 0,28-4 0,6-3 2,-26 4-12,36-9-1,24-15-8,167-74 0,-200 73 29,113-72 0,-166 95-5,2 0 14,-1 0-1,0-1 0,0-1 0,-1 0 0,0 0 1,-1-1-1,15-20 0,-22 26 5,0-1 0,-1 1 0,0 0 1,0-1-1,0 1 0,0-1 0,-1 1 0,0-1 0,0 1 0,0-1 0,-2-8 0,1 6 13,-1 0-1,0 1 1,0 0-1,-1-1 1,0 1-1,0 0 1,-1 0-1,1 1 1,-1-1-1,-6-6 1,-1 0 14,0 1-1,-1 0 1,-14-11 0,-2 3-10,-1 1 1,-1 1-1,0 2 0,-1 1 1,-1 1-1,-36-9 1,-202-36-37,249 55-86,-152-23-194,129 21-1416,-83 2 0,112 4-1354,-1 1 1,-26 6 0,23-2-5049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3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1993 73 6509,'0'0'27,"0"0"1,0 1 0,1-1 0,-1 0 0,0 0 0,0 0 0,0 0-1,0 1 1,0-1 0,0 0 0,0 0 0,0 0 0,1 1 0,-1-1-1,0 0 1,0 0 0,0 0 0,0 1 0,0-1 0,0 0 0,0 0-1,0 1 1,0-1 0,0 0 0,0 0 0,0 0 0,-1 1 0,1-1-1,0 0 1,0 0 0,0 0 0,0 1 0,0-1 0,0 0 0,0 0-1,-1 0 1,1 1 0,0-1 0,0 0 0,0 0 0,0 0 0,-1 0-1,1 0 1,0 0 0,0 1 0,0-1 0,0 0 0,-1 0 0,1 0-1,0 0 1,0 0 0,-1 0 0,1 0 0,0 0 0,0 0 0,0 0-1,-1 0 1,1 0 0,0 0 0,0 0 0,-1 0 0,1 0 0,-9 3 11177,8-4-11166,1 0-1,0 0 1,-1 0-1,1 0 1,0 0-1,-1 1 1,1-1-1,-1 0 1,1 0-1,-1 0 1,0 1-1,1-1 1,-1 0-1,0 1 1,1-1-1,-1 1 1,0-1-1,0 1 1,1-1-1,-1 1 1,0-1 0,-2 0-1,-19-6 622,22 7-660,-54-12 488,-1 2-1,-105-5 0,-24 4-71,-42-1-76,173 12-267,0 3 0,-68 11 1,-169 55-95,159-34 100,57-15-164,-132 54 0,159-53 80,-58 34 0,90-46 4,0 2-1,1-1 1,0 2 0,0 0 0,2 0-1,0 2 1,-17 21 0,22-23-2,0-1 1,0 1-1,1 1 1,1-1-1,0 1 1,0 0-1,2 1 1,-1-1-1,-1 20 0,3-16 10,1-1 1,1 1-1,1-1 0,0 1 0,1-1 0,0 1 0,2-1 0,0 0 0,0 0 0,11 21 0,-11-27-10,2 0 0,-1 0 0,1-1-1,0 0 1,1 0 0,13 13 0,-4-6 19,1-2-1,23 18 1,-16-18-15,0 0-1,1-1 1,0-1 0,1-1-1,0-2 1,0-1 0,38 7-1,-1-4 5,1-3 0,65-1 0,-31-7-30,0-4 0,0-4 0,-1-4 0,139-37 0,313-103 11,-426 118 5,-31 9 3,156-64 0,-226 79 13,270-135 39,-271 133-48,-12 7 103,0 0 1,-1 0-1,0-1 1,12-10-1,-19 15-84,-1 0 1,1 0-1,-1 0 0,0 0 0,1 0 0,-1 0 0,0 0 1,0 0-1,1 0 0,-1 0 0,0 0 0,0 0 0,0 0 1,0 0-1,0 0 0,-1 0 0,1-2 0,-1-1 38,1-1-21,0 1 1,-1 0-1,0 0 0,0 0 0,0-1 0,0 1 0,-1 0 1,1 0-1,-1 1 0,0-1 0,0 0 0,-1 0 0,1 1 1,-5-5-1,-3-4 44,-2 0-1,-18-15 1,5 5-26,3 3-7,-2 0-1,-29-17 0,0 7-142,-1 2 0,-1 3 0,-1 2 0,-1 3-1,-1 2 1,-70-11 0,59 17-1493,0 4-1,-121 2 1,189 5 1554,-42 4-2291,13 6-4113,11 1-1419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1235 111 6409,'-1'-1'231,"1"1"1,0-1-1,-1 0 1,1 1 0,-1-1-1,0 1 1,1-1-1,-1 1 1,1-1-1,-1 1 1,0-1 0,1 1-1,-1 0 1,0-1-1,1 1 1,-1 0 0,0 0-1,0-1 1,1 1-1,-1 0 1,0 0 0,0 0-1,1 0 1,-1 0-1,0 0 1,0 0-1,1 0 1,-1 0 0,0 0-1,0 1 1,1-1-1,-2 1 1,-8 4-276,8-3 2382,-82-7 174,53 2-1856,-41 2-1,3 0-39,44 0-285,-41 4-1,-29 5 141,58-6-261,-67 12-1,52-3-147,21-4 31,-40 13 0,34-7-31,1 2 0,1 2 0,-35 22 0,49-26-49,0 2-1,1 0 1,0 2-1,2 0 1,-30 34-1,31-28-7,1 0 0,2 1-1,0 1 1,1 0 0,1 0 0,2 2-1,1-1 1,0 1 0,2 0 0,2 1-1,0 0 1,2 0 0,0 0 0,4 46-1,-1-69-1,0 12 1,0 0 0,1 1 0,1-1 0,1 0 0,1 0 0,0-1-1,8 22 1,-4-21-1,0-1 0,1 1-1,1-2 1,1 1 0,0-2-1,1 1 1,0-1-1,1-1 1,23 18 0,-17-17 1,1 0-1,0-2 1,0 0 0,1-2 0,1 0 0,0-1 0,26 6 0,-8-6-5,0-2 1,1-1-1,-1-2 1,1-2 0,0-2-1,0-2 1,0-1-1,0-2 1,-1-2-1,49-15 1,-11-2 12,-2-3 1,0-4 0,-3-3-1,83-51 1,-123 64 16,-1 0 0,37-33 0,-55 41 16,-1 0 0,0 0 0,0-2 0,-2 1 0,0-1 0,16-28 0,-22 31 40,-1 0 0,0 0 0,0 0 1,-1 0-1,-1-1 0,0 0 0,-1 1 1,0-22-1,-3-2 198,-10-64 0,-1 42-18,-28-80 0,26 93-84,8 26-127,0 1 0,-1 0 0,-1 0 1,0 1-1,-2 0 0,0 0 0,0 2 0,-23-24 0,23 28-97,0 1 0,-1 0 0,0 0 0,-1 1-1,0 1 1,0 1 0,-1-1 0,0 2 0,0 0 0,-1 1-1,-22-6 1,-10 3-1134,0 2-1,-1 2 1,-83 3-1,-53 21-7340,53 2-812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8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18 6033,'0'0'9992,"9"-6"-9222,-7 5-647,0-1-1,0 1 1,0 0 0,0 0-1,1 0 1,-1 0 0,0 0-1,0 1 1,1-1 0,-1 1-1,0-1 1,1 1 0,-1 0-1,1 0 1,-1 0 0,0 0-1,1 0 1,-1 1-1,0-1 1,1 1 0,-1-1-1,0 1 1,0 0 0,1 0-1,-1 0 1,0 0 0,0 0-1,0 1 1,0-1 0,0 1-1,3 3 1,1 1-85,-1 0-1,1 0 1,-1 1 0,0 0 0,-1 0-1,1 1 1,-1-1 0,3 11-1,3 11 71,-1 1 0,-1 0 0,3 32 0,6 99 267,-15-134-320,3 200 215,-5-156-192,-12 222 199,2-94-166,-7 74 53,9 3-62,7-110-10,0 157 105,2-161-118,9 207 106,-5-245-166,15 326 77,-18-404-96,8 336 71,-2-138-7,7 16-82,-5-118 12,-2-41-18,3 80 2,0 21 12,-9 117-15,0-69 8,0-154 8,8 130 8,1-3-34,-1-82 39,4 42 0,15 143 38,-15-88-42,-3 52 9,-4-26 143,-5-116-170,-3 245 115,-1-160-8,7-106-104,-2 33 59,3 542-61,-7-558 68,0-27-152,0 162 5,3-153 71,-21 174 0,13-159 55,3-32-58,-3 196-102,0-158 60,2-69 57,-11 115 4,-2 61-30,17-206 25,-1-6-20,2 0 0,8 54-1,19 96-24,-8-23 65,-8 20 69,39 123-456,-45-282 339,20 113-121,-21-122 156,-2 0 0,-1 0 0,0 1 0,-2 21-1,0-32 23,0-6 13,-1 0 0,0 1 0,0-1 0,0 0 1,0 0-1,-1 1 0,0-1 0,0 0 0,0-1 0,-1 1 0,0 0 1,0-1-1,0 1 0,0-1 0,-5 5 0,-7 6 205,0-1-1,-29 20 1,-1 1 278,-220 174 2370,253-202-3205,10-5-165,1 0-41,0-1 420,1 0-1,0 1 1,0-1-1,-1 0 1,1 0-1,-1 0 0,1 0 1,-1 0-1,1 0 1,-1-1-1,0 1 1,0 0-1,1 0 0,-1 0 1,0-1-1,0 1 1,0 0-1,-1 0 1,1-1-21,0 0 1,-1-1 0,1 1 0,0-1 0,0 0 0,-1 1 0,1-1 0,0 0 0,0 1 0,0-1 0,0 0 0,0 0 0,0 0 0,0 0 0,0 0 0,1 0 0,-1 0 0,-1-2 0,-9-11-3123,1-1 0,-11-18 0,0-7-5423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09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11965,'2'45'3719,"11"57"-1,-1-6-1418,36 211 456,-3-107-6204,-36-168-5062,-5-15-1006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4:1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4 236 5096,'-4'-22'1080,"8"20"-227,6 10 208,-8-6-145,2-3-537,1 0 0,0 0 1,-1 0-1,1-1 0,-1 1 0,0-1 0,1 0 0,-1-1 1,0 1-1,0-1 0,0 0 0,5-5 0,16-9 1585,-12 8-940,-2 0 1,1 0-1,-1-1 1,12-15-1,19-16 1953,-20 20-1485,-13 12-871,0 0 1,2 1-1,-1 0 1,13-8-1,-22 16-599,0 0 0,0 0 0,0 0-1,0 0 1,0 0 0,-1 0 0,1 0-1,0 0 1,0 1 0,0-1 0,0 0-1,0 0 1,-1 1 0,1-1 0,0 0-1,0 1 1,-1-1 0,1 1 0,0-1-1,-1 1 1,1 0 0,0-1 0,-1 1-1,1 0 1,-1-1 0,1 1 0,-1 0 0,1-1-1,-1 1 1,0 0 0,1 0 0,-1 1-1,2 6-33,-2 0-1,1 0 1,-1 0-1,-1 0 0,1 0 1,-4 14-1,2-8-68,-36 217-2596,11-72 1516,26-153 1356,0 0 1,0 0-1,1 0 1,1 10-1,-1-15-148,0 0 0,0 0 0,0 0 0,0 0 0,1 0 0,-1 0 0,0 0 0,1 0 0,-1 0 0,1 0 0,-1 0 0,1 0 0,-1 0 0,1 0 0,0 0 0,-1 0 0,1 0 0,0-1 0,0 1 0,0 0 0,0-1 0,0 1 0,0 0-1,-1-1 1,1 1 0,0-1 0,1 0 0,-1 1 0,0-1 0,0 0 0,0 0 0,2 1 0,8-1 258,0 0 1,1-1-1,-1 0 0,0-1 0,0 0 0,16-6 1,63-29 550,7-2-1038,-94 39-78,-1-1 0,1 0 1,0 0-1,0 0 0,-1-1 0,1 1 0,-1 0 0,1-1 0,-1 0 0,0 1 0,1-1 1,-1 0-1,0 0 0,0-1 0,0 1 0,-1 0 0,1-1 0,-1 1 0,1-1 1,-1 1-1,0-1 0,2-3 0,-14-17-21425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3:3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69 4580,'3'0'990,"28"-5"510,-28 4-956,0 1-88,26-4 211,-26 3 300,12 1-825,1 0 45,-13 0 1096,-4 1-1135,0 1 0,0-1-1,0 1 1,-1-1 0,1 1-1,-1-1 1,1 0 0,-1 1-1,0-1 1,1 0 0,-4 1 0,-11-1 172,0 0 1,1-2-1,-1 0 1,1-1 0,-1 0-1,1-1 1,-21-7-1,-7-3 434,9 2-288,1 2-1,-2 1 1,1 1 0,-71-3 0,68 10-222,-42 6 1,67-4-172,-1 0 0,0 1 0,1 0 0,-1 1-1,1 1 1,-22 11 0,27-12-30,1 0 0,0 1 0,0-1 0,1 1 0,-1 1 0,1-1 1,0 1-1,1 0 0,-1 0 0,1 0 0,1 0 0,-7 14 0,2 2 106,1 0 1,-8 41 0,9-34-59,-7 47 200,4 1 1,0 101 0,6-79-145,7 785 606,30-358-497,-6-126-138,14 125-32,-1-12 3,6 159 93,9 155-28,5 184 52,-1-7-228,-5-52 36,0 418-100,-40-593 59,-9-517-70,2 63-3,-3-81 39,-2 102-36,-6-154 23,-11 170-272,1-200 113,-5 48 72,-4 55 61,0-9-55,-15 149-429,22-158 728,20-214-81,-4-31-60,-1 1 1,1-1-1,-1 1 1,1-1-1,-1 1 1,1-1-1,0 1 1,-1-1-1,1 0 0,0 1 1,-1-1-1,1 0 1,0 0-1,-1 0 1,1 1-1,0-1 1,-1 0-1,1 0 1,0 0-1,0 0 1,-1 0-1,1 0 1,0 0-1,0 0 1,-1-1-1,2 1 1,0 0 10,4-1 15,0 0-1,0-1 1,1 1-1,-1-1 1,-1 0-1,1-1 1,0 1-1,7-6 1,48-33 249,-18 10-113,25-12 32,1 3 0,97-41 0,96-18-1673,-259 98 487,-28-8-16740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3:34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13349,'-24'10'2264,"19"-8"1694,6 1-2156,3 16-648,1 0 0,1 0 0,15 31 0,3 8-265,71 192 455,-22-90-7023,-60-131-3827,-7-15-547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3:3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12773,'1'-7'696,"0"0"0,0-1 0,1 1 0,0 0 0,0 0 0,0 0 0,1 0-1,0 1 1,0-1 0,1 1 0,0 0 0,5-7 0,0 4 24,-1 0 1,2 1-1,-1 0 1,1 0-1,0 1 1,15-7-1,7-8 386,-27 18-975,-1 0 0,2 0 0,-1 1 0,0 0 0,1 0 0,-1 0 0,1 0 0,0 1 0,0 0 0,0 0 1,0 1-1,0 0 0,0 0 0,11-1 0,-16 3-132,0-1 1,1 0-1,-1 1 1,1-1 0,-1 1-1,0-1 1,1 1-1,-1-1 1,0 1-1,0 0 1,0 0 0,0 0-1,1 0 1,-1 0-1,0 0 1,0 0-1,-1 0 1,1 0 0,0 0-1,0 1 1,-1-1-1,2 2 1,9 33-317,-9-29 220,12 64-1741,9 119 0,-4-20 451,-15-143 1364,-1-1 0,-1 0 0,-2 32 0,0-53 261,0-1 1,1 1 0,-1-1 0,1 0-1,0 1 1,0-1 0,1 0 0,2 5-1,-4-9-219,0 0-5,0 0 0,0 0 0,0 1 0,0-1 0,0 0 0,0 0 0,0 0 0,0 0 0,0 0 0,0 0 0,0 0 0,0 0 0,0 1 0,1-1 0,-1 0 0,0 0-1,0 0 1,0 0 0,0 0 0,0 0 0,0 0 0,0 0 0,0 0 0,1 0 0,-1 0 0,0 0 0,0 0 0,0 0 0,0 0 0,0 0 0,0 0 0,0 0 0,1 0 0,-1 0 0,0 0 0,0 0 0,0 0 0,0 0 0,0 0 0,0 0 0,1 0 0,-1 0-1,0 0 1,0 0 0,0 0 0,0 0 0,0 0 0,0 0 0,0 0 0,0-1 0,12-2 241,-1 0-1,0-2 0,0 1 1,0-1-1,-1-1 0,1 0 1,13-11-1,72-54-745,-93 69 245,-1-1 0,1 1 1,-1-1-1,1 1 1,-1-1-1,0 0 1,0 1-1,0-1 0,0 0 1,-1-1-1,3-3 1,1-21-4678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3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83 381 9505,'-2'-32'11742,"-4"49"-10892,2-2-602,1 0-1,0 0 1,1 0 0,0 21 0,-1 13 146,-20 234 565,22-78-719,2-119-421,-1-65 3,2 1 0,1 0 0,8 30 0,-10-48-9,1-85-1335,-2-53 1178,-13-269 614,15 333 0,4 0 0,16-82 0,-15 112 15,-2 12 217,1 1-1,14-38 1,-15 50-195,1 0 1,1 1-1,1 0 1,0 0-1,17-21 1,-23 32-241,1 0 0,-1 1 0,1-1-1,0 1 1,0-1 0,0 1 0,0 0 0,0 0 0,0 1 0,4-2 0,-5 2-50,-1 1 1,0-1 0,1 1-1,-1 0 1,0 0 0,1-1-1,-1 1 1,1 0 0,-1 0-1,0 0 1,1 1 0,-1-1-1,1 0 1,-1 0-1,0 1 1,1-1 0,-1 1-1,0-1 1,0 1 0,1 0-1,-1-1 1,0 1 0,0 0-1,0 0 1,0 0 0,0 0-1,2 2 1,0 1 4,0 1 0,-1 0 0,0-1 0,0 1 0,0 0 0,0 0 0,-1 0 0,0 0 0,0 0 0,0 1 0,0-1 0,-1 0 0,0 8 1,-2 9-299,-6 41 0,1-24-934,-21 71-1,22-94 680,0-1-1,-1 0 1,-1 0-1,0 0 1,-1-1 0,0 0-1,-15 15 1,20-24 98,-2-1 0,1 1 0,0-1 0,-1 0 0,0 0 0,0-1 0,-13 6 0,18-8 133,-1 0 0,0 0 1,0-1-1,1 1 0,-1 0 0,0-1 1,0 0-1,0 1 0,0-1 0,0 0 1,0 0-1,0 0 0,0 0 0,0 0 1,0-1-1,1 1 0,-1 0 0,0-1 1,0 0-1,0 1 0,0-1 0,1 0 1,-4-2-1,-31-17-7071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16 12397,'-5'-3'257,"0"1"1,0 0-1,0 0 0,0 1 0,0-1 1,0 1-1,-1 0 0,-4 0 0,6 1-67,1 1 0,-1-1 0,1 1-1,-1 0 1,1 0 0,-1 0 0,1 0-1,0 1 1,0-1 0,0 1 0,0 0-1,0 0 1,-4 3 0,-13 11 414,1 0 0,1 1 0,1 1 0,0 0 0,-23 36 0,-22 38 116,4 4 0,5 2 1,-48 120-1,67-128-297,3 1 0,5 2-1,4 0 1,-10 99 0,27-146-264,2-1 0,2 1 0,9 80 0,-5-101-208,2 0 0,0-1-1,2 1 1,0-1 0,2-1 0,1 0 0,1 0 0,18 30 0,-22-44-94,0 1 0,0-1 1,1-1-1,0 1 0,0-1 0,1-1 1,0 0-1,15 10 0,-17-13-247,1-1 0,-1 1 0,1-1 0,0 0 0,0-1 0,0 0 0,1 0 0,-1-1 0,0 0 0,1 0 0,-1-1 0,14-1 0,38-10-5988,2-8-4087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4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104 374 13053,'-12'39'1800,"10"-32"-273,0-4-286,-3 2-978,2 1 0,-1 0 0,0 0 1,1 0-1,0 0 0,1 1 0,0-1 0,-1 1 1,2-1-1,-2 8 0,-10 48 399,6-34-441,2 0 0,1 0 0,-1 34 0,3-44-107,0 0-1,0 0 0,-2 0 1,-6 18-1,9-33 7,2-11-52,0 0 0,0 0 0,3-12-1,1-4-12,1-27 61,19-107 332,-12 83-211,-7 36-142,2 2-1,16-48 1,-23 81-116,1 4 19,-1 0 0,1 1 0,-1 0 1,1-1-1,-1 1 0,1 0 0,-1-1 0,1 1 0,-1 0 1,0 0-1,0 0 0,1 0 0,0 2 0,2 0-1,7 8 19,-1 0 0,0 0 0,0 1 0,14 23 0,31 64-27,-33-58-24,2 1 9,50 67-1,-56-87 225,0-2 1,1 0 0,1 0-1,34 24 1,-51-43-107,-1 1 1,1 0-1,-1-1 1,1 1-1,-1-1 1,1 0-1,0 0 1,0 0-1,0 0 1,0-1-1,-1 1 1,1-1-1,0 1 1,0-1-1,0 0 1,0 0-1,0-1 1,0 1-1,0 0 1,0-1-1,0 0 0,0 0 1,-1 0-1,1 0 1,0 0-1,0 0 1,-1-1-1,1 1 1,-1-1-1,0 0 1,1 0-1,-1 0 1,2-2-1,2-3 57,0 0 0,0 0 0,-1 0 1,0-1-1,-1 0 0,1 1 0,-1-2 0,-1 1 0,5-16 0,0-9-5,-2-1 0,-1-1-1,-1 1 1,-2-1 0,-2 1 0,-4-44 0,-3 26-832,-2 1 1,-2 0-1,-26-73 0,32 107-295,-2 0 0,0 1 0,0 0-1,-2 1 1,0 0 0,-17-22 0,10 24-5805,-4 9-4533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7689,'-44'28'1542,"43"-28"-1436,0 1 0,0 0 0,0 0 0,0 0-1,0-1 1,0 1 0,0 0 0,0 0 0,0 0 0,0 0 0,1 1 0,-1-1 0,0 0 0,1 0 0,-1 0 0,1 0-1,0 1 1,-1-1 0,1 0 0,0 3 0,-1-1 198,1-1 706,-3 16 843,3-12-1473,-1 4 245,0 1 0,1 0 0,0-1-1,1 1 1,2 11 0,-2-19-470,-1 0 1,1-1-1,0 1 1,0-1-1,1 1 0,-1 0 1,0-1-1,1 0 1,0 1-1,-1-1 0,1 0 1,0 0-1,0 0 1,0 0-1,0 0 0,1-1 1,-1 1-1,0-1 1,1 1-1,-1-1 0,1 0 1,-1 0-1,1 0 1,5 1-1,3 0 405,1 0-1,1 0 0,-1-1 1,0-1-1,0 0 1,23-4-1,73-21 1164,-94 22-1500,-8 1-158,0 0 0,0 0 0,-1 0 0,1-1 0,-1 0 0,8-5 0,-13 7-105,0 0 0,1 0 0,-1 0 0,0 0 0,0 0 0,0 0 0,0 0 0,0 0 0,0 0 0,0 0 0,0 0 0,0 0 0,0 0 0,0 0 0,-1 0 0,1 0 0,0 0-1,-1-1 1,0 1-95,0-5-187,-1 1 1,0 0 0,0 0-1,-1 1 1,1-1 0,-1 0 0,0 1-1,0 0 1,-1-1 0,1 1-1,-1 0 1,0 1 0,0-1 0,-7-3-1,-4-4-1595,-1 1-1,-32-14 1,12 10-3648,1 5-3371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5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41 124 11325,'-3'3'1274,"-1"3"-960,-1 1-1,1-1 1,0 1 0,1 0-1,0 0 1,0 0-1,0 1 1,1-1 0,0 1-1,0-1 1,1 1-1,0 0 1,0 12 0,1-13-204,0 0 0,1 0 0,-1 1 0,1-1 0,1 0 1,-1 0-1,1 0 0,0 0 0,1 0 0,0-1 0,4 9 1,-6-13 363,7-3-309,0 0-1,0-1 0,-1 1 0,1-2 0,0 1 1,-1-1-1,0 0 0,0 0 0,0-1 0,0 0 1,0-1-1,-1 1 0,0-1 0,0 0 0,10-12 1,5-6 349,0-2 1,24-39-1,-23 30-123,-8 11-104,29-36 1,-35 51-560,0 1 0,16-11 0,-12 10-1019,-10 6-559,0 25-15132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6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110 179 11773,'-22'2'1900,"18"-2"-308,-17 19 1516,18-16-3013,1 0 0,-1 0 0,1 0 0,0 1 0,0-1 0,0 1 0,0 0-1,1-1 1,0 1 0,-1 0 0,1 0 0,1 0 0,-2 4 0,-1 9 276,-31 84 337,34-99-634,14 2 163,-12-4-219,0 0 0,0 0 1,-1 0-1,1 0 0,0 0 0,0 0 0,0 0 0,0-1 1,-1 1-1,1-1 0,0 1 0,0-1 0,-1 0 1,1 0-1,0 0 0,-1 1 0,1-2 0,-1 1 1,1 0-1,-1 0 0,0 0 0,3-3 0,34-39 260,-31 34-195,15-19 170,-1 0 0,32-61 1,8-11 133,-21 38-410,-38 59-55,-2 7-34,-3 56-266,1-41 294,1 1 1,0 0 0,2-1-1,0 1 1,7 32 0,-7-50 100,-1 1 1,1-1 0,0 1-1,0 0 1,1-1 0,-1 1-1,0-1 1,1 0 0,0 0 0,-1 1-1,1-1 1,0 0 0,0 0-1,0-1 1,0 1 0,0 0-1,1-1 1,-1 1 0,1-1-1,-1 0 1,1 1 0,-1-1-1,1-1 1,-1 1 0,1 0-1,0-1 1,0 1 0,-1-1-1,1 0 1,0 0 0,0 0 0,4 0-1,2-2 62,0 1-1,0-1 1,0 0-1,0-1 1,0 0-1,0-1 1,-1 0-1,15-9 1,-2-2 132,-1-1-1,-1-1 1,19-21 0,17-14 114,18-3-750,-72 54 7,6 16-1128,-5-6 813,1 0 0,-1 1-1,-1-1 1,0 1 0,0-1 0,-1 1-1,0 0 1,-1-1 0,-3 19 0,1 10-4342,0-14-1530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196 739 8545,'-5'-1'490,"0"1"1,-1 0-1,1 0 0,0 0 1,0 0-1,-1 1 1,1 0-1,0 0 0,0 1 1,0-1-1,0 1 0,0 0 1,1 1-1,-1-1 1,1 1-1,-1 0 0,-4 3 1,1 2-129,0 0-1,1 0 1,-1 1 0,2-1 0,-1 2 0,1-1 0,-5 11 0,-28 75 1391,37-92-1582,4 0-17,10 26 98,-12-29-245,1 0 0,-1 1 1,1-1-1,-1 1 0,1-1 1,-1 0-1,1 0 1,0 1-1,-1-1 0,1 0 1,-1 0-1,1 0 0,0 1 1,-1-1-1,1 0 0,0 0 1,-1 0-1,1 0 0,-1 0 1,1 0-1,0-1 0,0 1 1,1 0 13,2 0-8,1 0 0,-1-1 0,1 0-1,-1 0 1,0 0 0,1 0-1,-1 0 1,0-1 0,0 0 0,7-4-1,35-24-147,-39 22-37,0 0 1,0 0-1,-1 0 0,0-1 0,-1 0 1,0 0-1,0 0 0,-1 0 0,6-18 1,-9 25 97,1-3-41,-1 1 1,1 0-1,-1-1 1,0 0-1,1-5 1,-4 7 54,0 0 0,0 0 0,0 0 1,0 0-1,-1 1 0,-2-4 0,5 6 55,0 0 3,-1 0 0,1 0 0,0 0 0,0-1 0,0 1 0,0 0-1,0 0 1,0 0 0,0 0 0,0 0 0,0 0 0,0 0 0,0 0-1,0 0 1,0 0 0,-1 0 0,1-1 0,0 1 0,0 0 0,0 0-1,0 0 1,0 0 0,0 0 0,0 0 0,-1 0 0,1 0-1,0 0 1,0 0 0,0 0 0,0 0 0,0 0 0,0 0 0,0 0-1,-1 0 1,1 0 0,0 0 0,0 0 0,0 0 0,0 0 0,0 0-1,0 0 1,0 1 0,0-1 0,-1 0 0,1 0 0,0 0 0,0 0-1,0 0 1,0 0 0,0 0 0,0 0 0,0 0 0,0 1-1,-4 2-2,0 0 0,1 0-1,-1 1 1,1-1 0,0 1-1,0 0 1,0 0 0,1 0-1,0 0 1,-1 0 0,1 1-1,1-1 1,-1 1 0,1 0-1,-1-1 1,1 1 0,1 0-1,-1 0 1,1-1 0,0 1-1,0 0 1,0 0 0,1 0-1,-1 0 1,3 7 0,-2-5 66,1 0 0,0-1 1,1 1-1,-1 0 0,1-1 0,0 0 1,1 1-1,0-1 0,0-1 0,0 1 1,0 0-1,1-1 0,0 0 0,0 0 1,0-1-1,1 1 0,6 3 0,-3-3 28,0-1 0,0 1-1,0-2 1,0 1 0,1-1-1,-1-1 1,1 0 0,0 0 0,0-1-1,0 0 1,16-1 0,-17 0-82,0-1 0,0 0 0,1 0 1,-2-1-1,1 0 0,0 0 0,0-1 0,-1-1 1,1 1-1,-1-1 0,0-1 0,0 1 1,-1-1-1,1-1 0,-1 1 0,0-1 0,0-1 1,-1 1-1,0-1 0,0 0 0,-1 0 0,9-16 1,-2 0-288,-1-1 0,-1 0 0,-2-1 0,11-45 0,7-108-998,-21 68 1451,-10-147-1,0 146 1085,-1 15 164,-5 122-643,5 1-336,1 0 0,1 0 0,1 1 0,2 50 0,1-18 138,-1 50 701,18 140 1,34 105-200,-19-200-2247,-25-132 97,0-1-1,2 0 0,0 0 1,20 33-1,-26-50 273,0 0 0,1-1 1,-1 1-1,1-1 0,0 0 1,0 0-1,0 0 0,1 0 1,0-1-1,-1 0 0,10 5 1,18 0-9692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8633,'19'15'11148,"-17"-14"-10275,-1-1 0,1 0 1,-1 0-1,0 0 0,1 0 0,-1-1 1,1 1-1,-1 0 0,0-1 0,1 1 1,1-2-1,12-2-2279,28-4 2383,-26 6-3631,0 1-4209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17274,'72'-23'2648,"-43"-2"-352,2 13-164,-16 3-328,11-2-423,17-4-281,-6 4-304,1 2-192,-18 9-464,0-8-472,6-1-924,-6 3-489,-3-2-1075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7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11 9769,'0'0'3250,"-2"-2"-2104,2 1-1081,-1 1 0,0-1 0,1 0 0,-1 1 0,0-1 0,1 0 1,-1 1-1,0-1 0,0 1 0,0-1 0,1 1 0,-1 0 0,0-1 0,0 1 1,0 0-1,0 0 0,0-1 0,0 1 0,0 0 0,0 0 0,0 0 0,0 0 1,0 0-1,0 0 0,1 0 0,-1 1 0,0-1 0,-2 1 0,1 0 4,-1 1-1,0 1 0,0-1 1,0 0-1,1 0 0,-4 6 1,3-6-53,-22 29 602,0 0 1,-32 57 0,55-85-526,1-1 0,0 0 0,0 0 0,0 1-1,0-1 1,1 1 0,-1-1 0,1 0-1,-1 1 1,1-1 0,0 1 0,0-1 0,0 1-1,0-1 1,1 1 0,-1-1 0,1 1 0,-1-1-1,1 1 1,0-1 0,0 0 0,0 1 0,0-1-1,0 0 1,2 3 0,-1-2 20,0-1 0,1 1 1,-1-1-1,0 1 0,1-1 0,0 0 0,-1 0 1,1 0-1,0 0 0,0-1 0,0 1 0,0-1 1,0 0-1,1 0 0,-1 0 0,0 0 1,7 1-1,4-2 73,0 0 1,0-1 0,0-1 0,0 0-1,-1-1 1,1 0 0,-1-1 0,0-1-1,0 0 1,0 0 0,0-1-1,-1-1 1,0 0 0,-1-1 0,1-1-1,-1 1 1,-1-2 0,0 1-1,11-15 1,33-33-175,9-13-977,-61 68 994,-1 5-200,3 17 152,0 0 0,-1 0 0,0 0 0,-2 21 1,-6 86 72,0 13 88,32 188-315,13-114-3459,-15-114-5471,-8-61-601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157 179 9253,'0'0'8931,"1"-3"-7726,11-21 792,-10 22-1164,-1-1-134,11-23 299,-11 23-620,1 1-118,2-2-69,5-7-923,-9 11 688,0-1-1,0 1 1,0 0-1,0-1 1,0 1-1,0-1 1,-1 1-1,1-1 1,0 1-1,0 0 1,0-1-1,-1 1 1,1 0-1,0-1 1,0 1-1,-1 0 1,1-1-1,0 1 1,-1 0-1,1-1 1,0 1-1,-1 0 1,1 0-1,0 0 1,-1-1-1,1 1 1,-1 0-1,1 0 1,0 0-1,-1 0 1,0-1-1,-2 1-125,0 0-1,0 0 1,0 0-1,0 0 1,0 0-1,0 0 1,0 1-1,-1 0 1,1-1-1,1 1 1,-1 0-1,0 0 1,0 1-1,0-1 1,0 1-1,1-1 1,-5 5-1,-10 5-513,-22 21 0,27-21 902,1 0 1,0 0 0,-11 15 0,20-22-82,-1-1 1,1 1 0,-1 0 0,1 0 0,0-1 0,1 1 0,-1 1 0,1-1 0,-1 0 0,1 0 0,1 0 0,-1 1 0,1-1 0,-1 0 0,1 1 0,1 6 0,0-9-69,-1-1 1,1 1-1,0-1 0,-1 1 0,1-1 1,0 1-1,0-1 0,0 0 1,1 1-1,-1-1 0,0 0 0,0 0 1,1 0-1,-1 0 0,0 0 1,1 0-1,-1 0 0,1 0 1,-1-1-1,1 1 0,2 0 0,36 8 1022,-40-9-1078,23 2 382,0 0 1,0-2 0,0 0-1,-1-2 1,1 0 0,0-2-1,-1-1 1,33-10 0,-29 6-477,-1-1-1,1-1 1,-2-2 0,0 0-1,0-1 1,38-32 0,-55 40-173,0-1 0,0 1 1,-1-1-1,0-1 0,0 1 1,-1-1-1,0 0 0,0-1 0,-1 1 1,0-1-1,0 0 0,4-18 1,-5 14-14,-2 9 222,0 0 0,0 0-1,0 0 1,0 1 0,1-1 0,-1 0-1,1 1 1,0-1 0,0 1 0,1 0-1,2-4 1,-4 5 1447,0 4-544,2 5-548,-1-1 0,0 1 0,0 0-1,-1-1 1,0 1 0,0 0 0,0 8-1,-3 52 430,1-45-565,-13 136-889,14-151 281,-1 0 0,0 0 1,0 0-1,0 0 0,-5 11 1,-8 5-3281,12-22 2902,1 1 0,-1 0 0,0-1-1,0 1 1,0-1 0,-1 1 0,1-1-1,0 0 1,-3 1 0,-14 2-9586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8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33 17686,'-2'-17'1085,"0"2"1814,2 26 55,0-2-2535,-1 0 0,0 0 0,0-1 0,-1 1 1,0 0-1,-1-1 0,0 0 0,-5 12 1,-3 9 188,-252 716 3154,47-71-4297,203-634 431,-62 262-4780,49-185 53,12-54-2449,10-17-4869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8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13157,'-22'10'2063,"21"-10"-1920,0 1 0,0-1 0,0 1 0,1 0-1,-1-1 1,0 1 0,0 0 0,0 0 0,1-1 0,-1 1 0,0 0 0,1 0-1,-1 0 1,0 0 0,1 0 0,0 0 0,-1 0 0,1 0 0,-1 0 0,1 2-1,-2 2 370,-7 17 294,1-1 0,2 1-1,0 0 1,1 1 0,1-1-1,-1 28 1,3 141 936,2-181-1656,0 35-294,3 0 1,1 0 0,20 81-1,-15-95-207,15 61-2410,-22-79 1251,0 1 0,0 18 0,-2-10-4038,4-7-3200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9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44 17206,'-24'3'2446,"24"-4"-2232,0 0-1,1 0 1,-1 0 0,0 1-1,0-1 1,0 0 0,1 0-1,-1 1 1,0-1 0,1 0 0,-1 0-1,1 1 1,-1-1 0,1 0-1,-1 1 1,1-1 0,-1 1-1,2-2 1,2-1 190,0 0-1,0 0 1,1 0-1,-1 0 0,1 1 1,0 0-1,-1 0 1,1 0-1,0 0 1,0 1-1,0 0 1,0 0-1,11-1 1,8 1 1035,40 2 1,-55-1-1401,1 1-1,-1 0 1,0 0 0,0 1-1,0 1 1,0 0-1,0 0 1,0 0-1,0 1 1,15 10 0,-19-10-33,0 0 0,0 0 0,-1 1 0,1 0 0,-1 0 0,0 0 0,0 0 0,-1 1 0,1-1 0,-1 1 0,0 0 0,-1 0 0,1 0 0,-1 1 0,-1-1 0,3 13 0,-3-4-64,0 1 0,-1-1 0,-1 0 0,0 0 1,-1 1-1,-1-1 0,0 0 0,-7 19 0,-7 14-586,-28 54 1,-60 90-4035,86-163 2485,-27 29 1,30-39-889,-2-1 0,-25 20-1,20-21-6586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2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164 245 14373,'-1'-1'237,"0"-1"-1,0 1 1,0 0-1,0 0 1,0 0 0,-1 1-1,1-1 1,0 0-1,0 0 1,-1 1-1,1-1 1,0 1-1,-1-1 1,1 1-1,-3-1 1,-9-4 7730,-12 13-6170,18-9-988,13-8-579,-1 5-348,-1-1 0,0 0 0,0 0 0,-1 0 0,0-1 0,0 1 0,0-1 0,0 0 0,-1 1 0,3-11 0,-1 0-397,-1 0 0,3-31 0,-6 44 490,0 0-1,0 0 1,0 0-1,0-1 0,-1 1 1,1 0-1,-1 0 1,0 0-1,0 0 0,0 0 1,0 0-1,-1 0 1,1 0-1,-1 0 0,0 1 1,1-1-1,-1 0 1,-1 1-1,1 0 0,0-1 1,0 1-1,-1 0 1,1 0-1,-4-2 0,3 3 53,1 0-1,-1 0 0,1 0 0,-1 1 1,0-1-1,1 0 0,-1 1 1,0 0-1,1-1 0,-1 1 0,0 0 1,0 1-1,1-1 0,-1 0 0,0 1 1,1-1-1,-1 1 0,0 0 1,1 0-1,-1 0 0,1 0 0,-1 1 1,1-1-1,0 1 0,0-1 1,0 1-1,-1 0 0,-2 3 0,2-1 84,-1 0-1,1 0 0,0 0 0,0 1 0,0-1 1,1 1-1,-1 0 0,1 0 0,0 0 0,1 0 0,-1 0 1,-1 9-1,1-2 29,-1 0 0,2 1 0,0-1-1,1 0 1,0 0 0,0 0 0,1 1 0,1-1 0,0 0 0,1 0 0,6 16 0,-5-19-202,0 0 0,1 0 0,1 0 0,-1-1 0,1 0 0,1 0 0,-1-1 0,1 0 0,1 0 0,-1 0 0,1-1 0,0 0 1,10 5-1,-10-7-439,0-1 0,-1 0 1,1 0-1,0-1 0,0 0 1,1 0-1,-1-1 0,0 0 0,1 0 1,9-1-1,-6 0-1461,0-1 0,0 0 0,0-1-1,15-4 1,24-10-8121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0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 13961,'-38'19'1655,"30"-15"-263,1-4-1002,1 1 0,-1 0 0,1 1 0,-1-1 0,1 1 0,-1 1 0,1-1-1,-11 7 1,-46 32 310,53-34-562,0 1-11,1 0 0,0 1-1,-8 10 1,-21 19 338,35-37-398,1 1 0,0 1 0,0-1 0,0 0 0,0 0 1,0 1-1,-2 4 0,2-4-22,1-1 366,10 5-111,-8-6-285,1 0 0,-1-1 0,1 1 0,0 0-1,-1 0 1,1-1 0,0 1 0,-1-1 0,1 0 0,0 1 0,0-1-1,-1 0 1,1 0 0,0 0 0,0 0 0,2-1 0,29-6 114,-24 4-75,84-27 504,-30 8-252,-20 6-103,-30 10-227,0 1 0,22-5-1,-34 9-28,1 0 0,-1 0-1,0 0 1,0-1-1,0 1 1,1 0 0,-1-1-1,-1 1 1,1 0 0,0-1-1,0 1 1,0-1-1,-1 0 1,1 1 0,-1-1-1,1 0 1,-1-2 0,-2 1-28,-1 0 0,1 0 0,-1 1 0,0-1 0,0 1 1,0-1-1,0 1 0,-5-3 0,-9-6-76,-20-24 820,36 34 169,5 1-817,0 0 1,0 1-1,-1-1 0,1 1 0,0 0 0,0 0 0,0 0 1,-1 1-1,1-1 0,-1 1 0,1 0 0,-1 0 0,0 0 0,5 4 1,0 2-16,1 0 0,-1 1 0,9 13 0,6 7 21,42 54-1326,-42-51-506,36 38 0,-58-70 1796,0 1-1,0-1 1,0 0-1,0 0 0,0 1 1,0-1-1,0 0 0,0 0 1,0 0-1,0 0 0,0 0 1,0 0-1,0 0 0,0-1 1,-1 1-1,1 0 0,0 0 1,2-1-1,0 0-13,2-1 81,-1 1 0,1-1 0,0 0 0,0 0 0,-1 0 0,0-1 0,1 0 0,-1 0 0,0 0 0,0 0 0,5-7 0,18-12 536,-9 8 170,26-28 0,-42 41-717,-1-1 39,1 0 1,-1 1-1,0-1 1,0 0-1,0 0 1,0 0-1,0 0 0,0 0 1,-1 0-1,1 0 1,0 0-1,-1-3 1,1 1 124,0 1 278,1 1-68,-2 1-381,1 1-1,-1-1 0,1 0 0,-1 0 1,1 0-1,-1 0 0,1 1 1,0-1-1,0 0 0,-1 0 0,1 1 1,0-1-1,0 1 0,0-1 1,0 1-1,0-1 0,0 1 0,0 0 1,0-1-1,0 1 0,0 0 1,0 0-1,1-1 0,0 2-13,0 0-1,0 0 1,0 0 0,0 1-1,0-1 1,-1 0 0,1 1-1,0-1 1,-1 1-1,3 2 1,-3-3 34,1 0 0,0 1 0,0-1 1,-1 0-1,1 0 0,0 0 0,0 0 0,0-1 0,0 1 0,0 0 0,0-1 1,0 0-1,0 1 0,0-1 0,1 0 0,-1 0 0,0 0 0,0 0 0,0 0 1,0-1-1,3 0 0,4-1 58,0-1 0,0 0 0,11-6 0,-7 3-13,64-25 92,116-51-4872,-188 80 3322,0 0 0,0 0 0,0 0 1,1 0-1,6 0 0,-7 1-146,15-4-8730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0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8589,'-29'57'2164,"12"-28"-132,6 3-168,5-1-123,6-11-293,-6 12-308,0 20-248,3-12-176,-2-3 60,2-2-344,0-15-100,3 3-192,0 6-464,0-12-824,-3 0-920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0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 12641,'9'-2'1902,"-7"8"-187,-13 23 1288,-3 11 171,10 28-1341,4 0-1,7 76 1,-3-121-3017,0 1 0,2-1 0,8 22-1,-7-21-2149,-7-17-3086,-7 3-4038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1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58 21550,'-9'-11'2688,"32"2"-312,0 6-351,0-5-209,3-1-344,0 6-632,17-6-840,-8 7 0,-15 2 0,9-3 0,2 3 0,-8 5 0,6-2-1796,-12-6-1364,1 3-485,-21 18-3459,0-1-6974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1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22434,'54'-18'2960,"-16"1"-403,-7 9-365,4-1-424,-6 0-912,2 1-856,-16 5 0,8-6 0,0 1 0,0 5-1296,-3 0-1720,-3-3-8373,0 0-2693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8921,'-5'1'294,"0"0"1,-1 0-1,1 0 1,0 1 0,-1 0-1,1 0 1,0 0-1,0 1 1,1 0-1,-1 0 1,1 0-1,-1 0 1,1 1 0,0-1-1,-5 7 1,-1 2 147,1 0 0,1 0 0,0 1 1,-8 18-1,8-7 1062,7-22-1316,1 0 1,-1 1-1,0-1 0,0 0 0,1 1 1,-2-1-1,1 0 0,0 0 1,-2 3-1,2-5 68,1 1 0,-1-1 0,1 1 0,-1 0 0,1-1 0,-1 1 0,1 0 0,0-1 0,-1 1 0,1 0 0,0 0 0,-1-1 0,1 1 0,0 0 0,0 0 0,0 0 0,0-1 0,0 1 0,0 0 0,0 0 0,0 0 0,0-1 0,0 1 0,0 0 0,0 0 0,1 0 0,-1-1 0,0 1 0,0 0 0,1 0 0,-1-1 0,1 1 0,-1 0 0,1-1 0,-1 1 0,2 1 0,2 5-1099,-3-7 909,0 0 1,0 0-1,-1 1 1,1-1 0,0 0-1,0 0 1,0 0 0,0 1-1,-1-1 1,1 0 0,0 0-1,0-1 1,0 1 0,0 0-1,-1 0 1,1 0 0,0 0-1,0-1 1,1 0-1,-1 1 90,51-8 1475,-49 7-1488,14 2-1050,-6-1-469,-10 0 807,0 0-1,0 0 1,0 0-1,0-1 1,-1 1-1,1 0 1,0 0-1,0-1 0,0 1 1,0-1-1,-1 1 1,1 0-1,0-1 1,0 0-1,-1 1 1,1-1-1,1-1 1,4-9 742,-5 10-235,-1 1-1,1-1 0,-1 0 1,1 0-1,0 0 0,-1 1 1,1-1-1,0 0 0,-1 1 0,1-1 1,0 1-1,0-1 0,0 1 1,1-1-1,9-7 134,7-7-85,0 1 0,0 1 0,2 1 0,34-17 1,-4 2-7258,-28 15-298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15793,'-8'12'2061,"11"5"-257,-6 9-244,-3-9-232,-6 6-208,-2 20-180,8-5-184,6-4-360,-3-14-480,6 12-344,3 0-284,0-4-560,0 1-844,-6-12-336,2 1-3125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2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35 15769,'-11'-11'5025,"-4"-1"-5285,4 1-1268,-3 13-5545,2 7-1876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89 122 11809,'0'0'9228,"1"-2"-7763,9-22 881,-6 21-1500,27 1 290,-28 1-730,0 0-99,7-1-28,2-1-842,-5 1-3269,-15-12 1344,7 12 2349,-1 1 1,1-1-1,0 1 0,0 0 1,-1 0-1,1-1 1,-1 1-1,1 0 1,-1 0-1,1 0 1,-1 1-1,0-1 1,0 0-1,-2 0 1,-31-8-875,2 1 1009,-16-4 2225,46 11-561,-7 14-778,9-13-846,1 0 0,-1 1 0,1-1-1,0 1 1,-1-1 0,1 1 0,-1-1 0,1 1 0,0-1-1,-1 1 1,1-1 0,0 1 0,-1 0 0,1-1 0,0 1-1,0-1 1,0 1 0,-1 0 0,1-1 0,0 1 0,0 0 0,0-1-1,0 1 1,0 0 0,0-1 0,1 1 0,-1-1 0,0 1-1,0 0 1,0-1 0,0 1 0,1 0 0,0 0 0,0 3 56,1-1 0,-1 1 0,1-1 0,0 1 0,1-1 0,-1 0 0,0 0 0,1 0 0,0 0 0,3 3 1,36 28 487,-31-26-538,2 3-260,1-2 0,1 0 0,0-1 0,28 11 0,-20-11-1536,-1-1-1,44 7 1,-57-13 1310,0 0-1,0-1 1,0 0 0,0-1 0,0 0 0,1 0 0,-2-1 0,1 0-1,0 0 1,0-1 0,9-5 0,-6 3 581,0-1 0,16-12 0,16-20 3566,-22 8 4251,-22 30-7910,-1-1-1,1 1 1,-1 0 0,0 0 0,1-1 0,-1 1 0,1 0 0,-1-1 0,1 1 0,0-1 0,-1 1-1,1 0 1,-1-1 0,1 1 0,0-1 0,-1 1 0,1-1 0,0 1 0,-1-1 0,1 0-1,0 1 1,0-2 0,-5-5-358,4 7 298,1 0-1,-1 1 1,1-1 0,-1 0-1,1 0 1,0 1 0,-1-1-1,1 0 1,-1 1 0,1-1-1,0 1 1,-1-1 0,1 0-1,0 1 1,0-1 0,-1 1-1,1-1 1,0 1 0,0-1-1,0 1 1,-1-1 0,1 1-1,0 0 1,-9 39-1583,9-38 1445,12-9 61,-7 4 125,7-4 110,-1 0 0,15-12 0,-14 10 376,-1 1 0,19-10 0,8 0 1345,72-23 0,-108 41-1827,0-1 0,1 1 0,-1 0 0,1-1 0,-1 1 0,1 0 0,-1 1-1,1-1 1,-1 0 0,4 2 0,-1-1-32,-5-1-33,1 0-1,-1 1 1,1-1-1,-1 1 1,1-1 0,-1 0-1,1 1 1,-1 0-1,1-1 1,-1 1-1,0-1 1,1 1 0,-1-1-1,0 1 1,1 0-1,-1-1 1,0 1-1,0 0 1,1-1 0,-1 1-1,0 1 1,0-1-120,3 6-974,0 1 1,0-1-1,-1 1 0,2 12 0,-4 11-8876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234 707 7061,'-13'-1'761,"1"-1"0,-1 2 1,0-1-1,0 2 0,-17 2 0,26-3-368,1 0-1,-1 0 1,1 0-1,0 0 0,-1 0 1,1-1-1,-4-1 0,-17 0 2163,-17 12 2045,38-9-3158,0 2-687,-2 2-400,0 0 0,0 1 0,1 0 1,0 0-1,0 0 0,-5 10 0,9-15-310,-1 0 1,1 0-1,0 0 0,0 0 1,-1 1-1,1-1 0,0 0 0,0 0 1,0 0-1,0 0 0,1 0 0,-1 0 1,0 0-1,0 1 0,2 1 1,-1 2 80,-1-1-68,1-1 1,0 0-1,0 0 1,0 0-1,0 0 1,0 0-1,0 0 1,1 0-1,0 0 1,-1 0-1,1-1 1,0 1-1,0-1 1,1 1-1,4 3 1,-2-2-26,0-1 1,0 0 0,0 0 0,0 0-1,1-1 1,-1 0 0,1 0 0,8 2-1,-5-2-196,-1-1 0,1 1 0,0-2 0,0 1 0,-1-1 0,1-1 0,0 0 0,-1 0 0,1 0-1,-1-1 1,1 0 0,12-6 0,-18 6 73,0 0 0,0 0 0,0 0 0,-1 0 0,1 0 0,-1-1 0,1 1 0,-1-1 0,0 0 0,0 0 0,0 0 0,0 0 0,0 0 0,-1 0 0,1 0 0,-1-1 0,2-5 0,-1-6-279,1 1 1,-1-1 0,-1-15-1,0 15 90,3-122-890,-13-148-1,-3 72 3225,11 139-493,1 69-755,0 8-285,-3 8-324,1 0 1,1 0-1,0 0 0,0 1 0,1-1 1,0 0-1,3 13 0,-1 2 70,59 589 2312,-14-403-4277,-28-137-2467,-3-1-5483,-12-51-2104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17378,'0'3'302,"0"1"0,0-1 0,0 0 0,1 0 0,0 1 0,0-1 0,0 0 0,0 0 0,0 0 0,0 0 0,1 0 0,-1 0 0,1-1 0,2 4 0,9 18 1173,-1 4-243,5 12 151,-1 1 1,13 56-1,-16-30-624,-4 1-1,-2 1 1,-4 115-1,-10-75-286,-32 170 1,10-144-2294,-64 183 0,83-289 633,-3-1-1,0-1 1,-1 0 0,-22 29 0,-40 41-7162,15-29-3477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4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9 5925,'-6'-2'825,"-14"-4"10343,19 9-10602,-4 16-134,2 0-1,0 0 0,0 1 0,2 34 0,12 80 667,-1-11-489,0-1-76,3-62-2101,-10-47-557,1-1 1,9 18-1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17 140 8969,'0'-2'298,"-1"0"0,1 1 0,-1-1 0,0 1 0,1-1 1,-1 1-1,0 0 0,0-1 0,0 1 0,0 0 0,-1 0 0,1-1 0,-5-2 5183,8 1-5025,1 1 0,-1 0 0,1 1-1,-1-1 1,1 0 0,-1 1 0,1-1 0,0 1 0,0 0 0,0 0 0,0 0-1,3-1 1,5-1 235,107-31 3770,-47 16-2710,-4 1-677,-7 3-3563,-47 9 1116,-2 0-1531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5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9257,'23'-20'9891,"-21"20"-9361,0-1 0,1 1 0,-1-1 0,1 1 0,-1 0 0,1 0 0,-1 0 0,4 1 0,5 0 500,38-8 2787,14 0-4839,-59 7-1175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15765,'-10'21'2302,"1"2"-1,-10 33 1,11-22-762,-5 39 1,0 146-404,10-142-404,1-3-1566,9 102 1,5-76-2732,-1-37-6675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16666,'0'-1'430,"1"-1"0,0 1 1,-1 0-1,1-1 0,0 1 1,0 0-1,0 0 1,0 0-1,0 0 0,1-1 1,-1 2-1,0-1 0,0 0 1,1 0-1,-1 0 1,3-1-1,0 1-44,0 0 0,-1 0 0,1 0-1,0 1 1,0-1 0,6 1 0,5 0 105,-1 2-1,25 4 1,-38-6-407,10 2 113,1 1 0,-1 0 0,0 1 0,0 0-1,-1 0 1,14 9 0,-19-11-180,-1 1 0,0 0 0,-1 0-1,1 1 1,0-1 0,-1 1 0,0 0 0,0 0 0,0 0-1,0 0 1,-1 0 0,0 1 0,1-1 0,-2 1 0,1-1-1,0 1 1,1 7 0,-2 1-297,1 0-1,-2 1 1,0-1-1,0 0 1,-1 0-1,-1 1 1,-6 22-1,3-17-476,-1-1-1,-1 0 0,0 0 0,-17 28 1,15-33-169,0 0 1,-1-1 0,0 0-1,-21 18 1,-23 14-5936,14-14-2555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7 12957,'-7'-2'577,"-1"0"-1,1 1 1,-1 1-1,1-1 1,-1 1-1,1 0 1,-1 1-1,1-1 1,-1 2-1,1-1 1,0 1-1,-13 4 1,3 2-307,0 0 0,1 1 0,0 0 0,0 2 0,1 0 0,0 0 0,1 1 0,1 1 0,-20 24 0,-4 10 300,-53 89 1,55-75-243,2 1 1,-45 127-1,61-137-196,2 0 1,3 1-1,2 0 0,-5 75 1,14-97-94,2 0 0,1 0 0,1 0 0,1 0 0,13 44 0,-11-55-132,1 0 0,0 0 0,2 0-1,0-1 1,2-1 0,0 0 0,0 0 0,27 29 0,-32-41-58,0 0 0,0-1 0,1 1 1,0-2-1,0 1 0,0-1 0,0 0 0,0 0 1,1-1-1,0 0 0,0 0 0,0-1 1,0 0-1,14 2 0,-10-3-708,-1-1-1,1 0 1,22-3-1,-17 0-1513,-1-1 0,21-7-1,17-11-7158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7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68 360 12061,'-12'32'908,"0"0"-1,3 1 1,1 0 0,1 0-1,1 1 1,-1 63-1,4-50-401,1-28 526,1 0-1,2 36 1,5-78-330,13-54-216,30-152 42,-45 203-527,1 1 0,1-1 0,1 1 0,11-27 0,-17 50-15,0 0 1,0 0-1,0 0 1,0 0-1,0 0 1,0 0 0,1 0-1,-1 0 1,1 1-1,-1-1 1,3-1 0,-3 2 8,-1 1 1,1 0 0,-1 0 0,1-1 0,-1 1 0,1 0-1,0 0 1,-1 0 0,1 0 0,0-1 0,-1 1-1,1 0 1,-1 0 0,1 0 0,0 1 0,-1-1 0,1 0-1,0 0 1,-1 0 0,1 0 0,-1 0 0,1 1-1,0-1 1,-1 0 0,1 1 0,3 2-11,0 1 1,-1 0-1,1 0 1,-1-1-1,0 2 1,-1-1-1,5 7 0,0 1-7,95 169-107,-89-157 109,1 0 1,1-1-1,1-1 0,31 33 1,-33-40 62,1-1 0,0-1 0,0-1 1,1 0-1,1-1 0,0 0 0,19 7 0,-33-17 7,-1 0-1,1 0 0,0-1 0,0 1 1,0-1-1,0 0 0,0 0 0,0 0 1,0 0-1,0 0 0,0-1 0,0 1 1,0-1-1,0 0 0,4-2 1,-2 1 90,0 0 1,1-1 0,-1 0 0,0 0 0,-1-1 0,7-4 0,-5 1-16,0 0 0,-1 1 0,0-2 0,0 1 1,-1 0-1,0-1 0,0 0 0,-1 0 0,0 0 0,0 0 1,-1-1-1,0 1 0,0-1 0,0-10 0,0-9-89,-2 0 0,0 0-1,-5-28 1,4 45-198,-4-44-393,-3 0 1,-22-81 0,24 117-185,-1 1 1,0 0 0,-2 0 0,-12-20-1,12 26-587,1 0-1,-2 1 0,1 0 1,-2 0-1,1 1 0,-19-13 0,0 4-8125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7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46 9841,'0'0'3140,"-3"2"-1791,1-1-1285,-3 1 460,0 0-1,-1 0 1,1 1-1,1 0 1,-1 0-1,-8 7 1,9-5-306,0-1 2,0 0 0,0 0 0,1 0 0,-1 1 0,1-1 1,0 1-1,1 0 0,-1 0 0,1 0 0,-2 7 0,3-9-78,0-1 1,0 1-1,0 0 1,0-1-1,0 1 0,-1 0 1,-1 2-1,0-1 86,2-1 1014,11 12 681,-9-14-1878,-1 0 0,0-1-1,1 1 1,-1 0 0,1 0 0,0 0 0,-1-1-1,1 1 1,-1 0 0,1-1 0,0 1 0,0-1 0,-1 1-1,1 0 1,0-1 0,0 0 0,0 1 0,-1-1-1,1 1 1,0-1 0,0 0 0,0 0 0,0 0-1,0 1 1,0-1 0,2 0 0,22 1 476,0-1 0,0-1 0,0-1 1,0-1-1,32-9 0,-55 12-495,1-1-44,-2 0-144,1-1 0,-1 1 0,0-1 0,1 0-1,-1 1 1,0-1 0,0 0 0,0 0 0,0 0-1,0 0 1,0 0 0,-1 0 0,1-4 0,-2 1-234,-1 0 1,-1 0-1,1 0 1,-1 0-1,0 0 1,0 0-1,-7-7 1,7 7-22,-6-6-1072,0 1 0,0 0-1,-17-13 1,1 3-3455,22 18 4115,-25-19-8181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8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9865,'23'17'13165,"-16"-10"-14198,-5-5 1155,-1 1-41,11 23 62,-11-23 316,1-3-410,1-1-1,-1 1 1,0 0 0,1-1-1,-1 1 1,0-1-1,0 0 1,0 0 0,0 0-1,0 0 1,0 0-1,0 0 1,0 0 0,3-3-1,22-26 919,-8 8-127,4-2-123,0-1 0,23-32 1,-44 53-914,2 1 0,-1-1 1,0 1-1,1 0 0,-1 0 1,1 0-1,6-3 0,-5 3-1083,-1 0 0,1-1 1,0 1-1,6-8 0,-4 2-4998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8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11825,'0'0'8516,"2"2"-8086,0 1-357,0-1-1,0 1 1,0 0-1,-1-1 1,1 1-1,-1 0 1,0 0-1,1 0 1,-1 0 0,-1 0-1,1 0 1,0 0-1,0 4 1,1 45 377,-1-54-454,0 1 0,0-1 0,0 0 0,0 1-1,0-1 1,0 1 0,1-1 0,-1 1 0,0 0 0,4-3 0,3-4 3,14-22 85,-2-1 0,29-57 1,-30 50 442,43-62 0,-54 85-247,-2 5 206,-5 11-476,0-1 1,-1 0 0,1 1 0,-1-1 0,1 1 0,0 0 0,-1-1-1,1 1 1,-1-1 0,1 1 0,-1 0 0,0-1 0,1 1 0,-1 0-1,0-1 1,1 1 0,-1 0 0,0 0 0,0-1 0,1 2 0,2 11-48,0-1 0,0 0 0,-1 1 0,0 23 1,5 25-214,-1-26 140,-3-11-77,1-1 0,2 1 0,12 35-1,-16-56 179,-1 0 0,1-1 0,-1 0 0,1 1 0,0-1 0,-1 0 0,1 0 0,0 1 0,1-2 0,-1 1 0,0 0 0,1 0 0,3 1 0,-5-2 15,1 0 0,-1-1 0,1 1 0,0-1-1,-1 1 1,1-1 0,0 0 0,-1 0 0,1 1 0,0-1 0,0 0-1,-1-1 1,1 1 0,0 0 0,-1 0 0,1-1 0,0 1 0,-1-1-1,1 0 1,0 1 0,-1-1 0,1 0 0,-1 0 0,2-1-1,7-6 187,0-1-1,0-1 0,-1 0 0,0 0 1,-1-1-1,10-15 0,38-78 1774,-39 71-1395,68-114 1881,-83 144-2400,0 7-594,14 64-2061,12 94 1,-10-43-1707,-15-100 3162,6 27-1028,-8-42 1336,1-1 0,-1 1 0,1-1-1,0 1 1,0-1 0,2 3 0,10 9-6506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9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67 985 7309,'-35'-3'10629,"33"4"-10427,0 0 1,0 0 0,0 1 0,0-1-1,0 1 1,0-1 0,0 1 0,1-1-1,-1 1 1,1 0 0,-1 0 0,1 0-1,0 0 1,0 0 0,0 0 0,0 0-1,0 0 1,0 0 0,0 1 0,0 3-1,0-4 710,2 15-399,0-15-473,-1 0-1,0 0 0,1-1 1,0 1-1,-1 0 0,1-1 1,0 1-1,0-1 0,0 1 1,0-1-1,0 1 0,0-1 1,0 1-1,0-1 0,1 0 1,-1 0-1,0 0 0,1 0 1,-1 0-1,1 0 0,-1 0 1,1 0-1,0 0 0,-1-1 1,1 1-1,0-1 0,2 1 1,-4-1-39,11 1-219,0-1 0,0 0-1,-1-1 1,1 0 0,0-1-1,-1 0 1,1 0-1,-1-1 1,1-1 0,14-6-1,-24 8 87,1 1 0,-1-1 0,1 0 0,-1 1 0,1-1 0,-1 0 0,0 0 0,0 0 0,0 1 0,0-1 0,1-3 0,0 1-166,-1 1-207,12-23-250,-11 24 1146,-2 4-65,2 4-203,0-1 1,1 1-1,-1-1 1,1 1-1,0-1 1,1 0 0,-1 0-1,1-1 1,0 1-1,0-1 1,0 1-1,1-1 1,6 4-1,4 3 76,1 0-1,0-1 0,20 9 1,-29-16-201,1 0 1,-1-1 0,1 0 0,-1 0 0,1 0-1,0-1 1,0 0 0,0 0 0,-1-1-1,1 0 1,0-1 0,0 0 0,0 0-1,8-2 1,-11 1-132,1 0-1,0 0 1,-1-1 0,1 1-1,-1-1 1,0 0-1,0 0 1,0-1 0,0 0-1,-1 0 1,0 0 0,1 0-1,-2-1 1,1 1-1,0-1 1,-1 0 0,0 0-1,0 0 1,3-8-1,1-8-437,0 0-1,-1-1 0,-2 0 0,5-41 0,-5-94-604,-3 53 1092,12-394 4588,-14 459-3335,-8-50 0,4 76-550,0 23-80,-1 27 82,-6 137 782,8 0 1,33 323 0,-25-469-1981,0 1-1,2 0 0,2-1 1,0 0-1,2-1 0,0 0 1,2 0-1,2-1 0,24 37 1,-33-56-183,0-1 1,1 0 0,-1 0 0,11 8-1,13 2-4720,6-5-4928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9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15757,'12'17'6469,"2"-26"-4757,3 1-272,6 8-316,0 0-279,6 0-125,-3 0-148,0 0-152,0 0-356,-3 0-872,3 2-453,-15 4-3615,-2 3-1673,-24 5-6096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39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18906,'38'-49'2572,"-24"35"-200,3 14-268,3-3-495,4-3-333,-7 0-288,14 1-432,-2 5-468,-6-9-568,3 6-928,-3 0-797,0 3-1419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0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93 340 14289,'-1'0'335,"1"0"-1,-1 0 1,1 0-1,-1 1 1,0-1-1,1 0 1,-1 0-1,1 1 1,-1-1-1,1 0 0,-1 1 1,1-1-1,-1 0 1,1 1-1,-1-1 1,1 1-1,0-1 1,-1 1-1,1-1 1,0 1-1,-1 0 1,-7 19 1300,1 24-2073,7-42 798,-9 49 5,-17 51 0,22-84-299,-8 44 477,10-45 182,-2-1 1,-4 18-1,7-31 1759,2-9-2237,75-348 179,-75 351-664,1 5-362,9 7 526,0 1 0,-2 0-1,1 1 1,-1 0 0,-1 0 0,12 21-1,17 21-58,-10-22 82,0-1-1,39 33 1,-48-49 77,1 1 0,0-2 0,1-1 0,0 0 0,27 11 0,-43-21 13,0-1-1,1 1 1,-1-1 0,1 1-1,-1-1 1,1 0 0,-1-1-1,1 1 1,0-1 0,-1 0-1,1 0 1,0-1 0,0 1-1,-1-1 1,1 0 0,-1 0 0,1-1-1,-1 1 1,0-1 0,1 0-1,-1 0 1,0-1 0,0 1-1,0-1 1,-1 0 0,1 0-1,0 0 1,5-7 0,-3 2-23,0-1 1,-1 0 0,0 0-1,-1 0 1,1 0 0,-2-1-1,1 1 1,-2-1-1,1 0 1,-1 0 0,-1 0-1,1-13 1,-1-9-357,-2 0 0,-2 1 1,0-1-1,-15-54 0,7 45-937,-3 0 0,0 1 1,-23-41-1,-8 4-2792,13 31-3086,21 34-1557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0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21 9433,'-6'14'7307,"4"-13"-7133,1 1-1,-1-1 1,0 1 0,1-1 0,-1 1 0,1 0 0,0-1 0,-1 1 0,1 0 0,0 0 0,0 0 0,0 0 0,0 0 0,0 2 0,-7 60 2359,8-63-2501,0 0 0,1-1 0,-1 1 1,1 0-1,-1-1 0,1 1 0,-1 0 0,1-1 0,-1 1 1,1-1-1,-1 1 0,1 0 0,0-1 0,-1 0 0,1 1 1,0-1-1,-1 1 0,1-1 0,1 1 0,0 0 68,4 2 97,1 1 0,-1-1 0,1 0 0,0-1 0,0 0 0,0 0 0,1 0 0,-1-1 0,0 0 0,1-1 0,8 0 1,20 4 866,-32-4-915,1 1-1,-1-1 0,0 0 0,0-1 0,7 0 1,-1 0 42,-6 1 517,17-16-555,-21 15-227,0 0 1,0 0-1,0 0 1,0 0-1,0 0 1,-1 0-1,1 1 0,0-1 1,-1 0-1,1 0 1,0 0-1,-1 1 1,1-1-1,-1 0 0,1 0 1,-1 1-1,0-2 1,0 1-87,-7-7-522,0-1 0,0 1 0,-1 0 1,0 1-1,0 0 0,-1 0 0,-19-9 0,14 7-390,-54-28-7433,36 22 9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1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731 0 13789,'-29'8'1017,"14"-4"65,0 0-1,-20 10 1,30-12-814,0 1 1,1 0-1,-1 1 1,1-1-1,0 1 1,0 0-1,0 0 0,0 0 1,1 0-1,-1 1 1,1-1-1,-4 9 1,-6 7 555,-21 34 515,2 1 0,-37 86 0,-34 127 334,96-248-1553,-227 757 415,191-524-3286,9-44-4467,24-159 1158,9-23-3637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 15365,'-8'-1'347,"5"1"-141,0-1 0,0 1-1,1 0 1,-1 0-1,0 0 1,0 1-1,0-1 1,1 1-1,-4 0 1,5 0-23,-1 0 1,1 0 0,0 0-1,-1 0 1,1 0-1,0 0 1,0 0-1,0 1 1,0-1-1,0 0 1,1 1-1,-1-1 1,0 0 0,0 1-1,1-1 1,-1 1-1,1-1 1,0 1-1,-1 0 1,1-1-1,0 2 1,-3 27 999,1 1-1,2-1 1,1 0 0,10 58 0,-1-12-338,-2 35-814,12 97 1311,-1-105-5825,11-2-7238,-24-81 971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1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59 8277,'-2'-20'4446,"5"19"-2356,49-12 4468,-7 0-3790,-27 9-2247,0 1 1,1 0-1,-1 2 0,1 0 1,-1 1-1,1 1 1,0 1-1,-1 0 0,0 2 1,0 0-1,0 1 0,0 0 1,0 2-1,-1 0 1,18 11-1,-27-13-505,-1 0 0,1 0 0,-1 1 0,0 0 0,0 1 0,-1 0 0,0 0 0,0 0-1,-1 0 1,0 1 0,0 0 0,-1 0 0,0 0 0,0 1 0,-1 0 0,0-1 0,0 1 0,-1 0 0,1 10 0,-1-1-28,-2-1-1,0 1 1,-1 0 0,0-1 0,-2 0 0,0 1-1,-1-1 1,0 0 0,-10 22 0,-91 183-3542,91-197 2556,0 0-1,-2-1 1,-1-1 0,-1-1 0,-24 24-1,25-30-1606,-1-1 0,0 0-1,-36 21 1,7-11-7124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61 12929,'0'0'9861,"2"-1"-8343,27-4 938,51-1 1,-78 6-2452,0 0-1,-1 0 0,1 0 0,0 0 1,0 0-1,-1 0 0,1 0 0,0-1 0,-1 1 1,1-1-1,0 1 0,-1-1 0,3-1 1,-4 2-59,0 0 0,0-1 0,0 1 0,0 0 0,0-1 0,0 1 0,0 0 0,0-1 0,0 1 0,0 0 0,0-1 0,0 1 0,0 0 1,0-1-1,0 1 0,0 0 0,0-1 0,0 1 0,-1 0 0,1-1 0,0 1 0,0 0 0,0 0 0,0-1 0,-1 1 0,1 0 0,0 0 0,0-1 0,-1 1 0,1 0 0,0 0 1,-1-1-1,1 1 0,0 0 0,0 0 0,-1 0 0,-3-3-180,0 1 0,0 0 0,1 0 0,-1 0 0,-1 1 0,1-1 0,0 1 0,-7-1 0,-60-6-484,-35-1 3265,106 9-2511,-1 1 1,0-1-1,1 1 0,-1-1 1,0 1-1,1-1 0,-1 1 1,1-1-1,-1 1 0,1-1 1,-1 1-1,1 0 1,-1-1-1,1 1 0,0 0 1,-1-1-1,1 1 0,0 0 1,0-1-1,-1 1 1,1 0-1,0 0 0,0-1 1,0 2-1,0-1 72,-1 1-50,0 1 0,1 0 0,-1-1 0,1 1 1,-1 0-1,1 0 0,0-1 0,0 1 1,1 0-1,-1-1 0,0 1 0,1 0 0,0-1 1,-1 1-1,1 0 0,0-1 0,0 1 0,2 2 1,4 7 89,0 0-1,12 14 1,-10-15-5,-1 1-299,1-1 0,0 0 0,1-1 0,0 0 0,1 0 0,0-1 1,1-1-1,-1 0 0,2-1 0,-1 0 0,23 9 0,-21-11-1374,0-1-1,20 4 0,-16-6-2940,32 1 0,-15-5-6857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334 144 13761,'-17'1'641,"12"0"-295,0-1 0,0 0 1,0 0-1,0-1 0,0 0 1,-6-1-1,10 2-236,0 0 0,0 0 0,-1 1 0,1-1 0,0 0 0,0 1 0,0-1 0,0 1 0,0-1 0,0 1 0,0-1 0,0 1 0,0 0 0,0-1 0,0 1 0,1 0 0,-2 1 0,0 0 151,-177 148 3342,172-145-3345,0 0-1,0 0 0,-1-1 1,1 0-1,-1 0 1,-12 4-1,11-5-39,7-2 106,19-1 141,-14 0-405,17 0 63,0-1 0,0-1-1,0-1 1,-1-1 0,34-11 0,3 1-14,-39 10-142,0 0 0,0-1 0,0 0 0,0-2 0,18-9-1,-34 15-2,0 1 0,0 0-1,-1-1 1,1 1 0,0-1-1,-1 0 1,1 1-1,0-1 1,-1 1 0,1-1-1,-1 0 1,1 0 0,-1 1-1,1-1 1,-1 0 0,0 0-1,1 0 1,-1 1-1,0-1 1,0 0 0,1 0-1,-1 0 1,0 0 0,0 0-1,0 1 1,0-1 0,0 0-1,0 0 1,0 0-1,-1 0 1,1 0 0,0 0-1,0 1 1,-1-1 0,1 0-1,0 0 1,-1 0 0,1 1-1,-1-1 1,1 0-1,-1 1 1,1-1 0,-1 0-1,0 1 1,1-1 0,-1 0-1,0 1 1,1-1 0,-2 0-1,-41-28 235,42 28 148,-21-15 2132,36 29-2333,1-1 0,0-1 1,24 13-1,26 19 63,-17-7-1511,69 40 0,-115-75 1262,0 0 0,0 0 0,0 1 0,0-1 0,0-1 0,1 1 0,-1 0 0,0 0 0,1-1 0,-1 1 0,0-1 0,1 0 0,-1 0 0,0 0 0,1 0 0,-1 0 0,0-1 0,1 1 0,-1 0 0,0-1 0,1 0 0,-1 0 0,0 0 0,0 0 0,0 0 0,0 0 0,0 0 0,0 0 0,0-1 0,3-3 0,2-3 31,0-1-1,-1 0 0,0 0 1,0 0-1,6-17 0,6-8 345,0 8 114,-10 16 54,-1-1-1,-1 1 0,8-17 0,8-6 1068,-21 31-608,23 15-736,-2 2-179,-21-14-48,1 1-1,-1-1 1,1 0 0,-1 0 0,1 0 0,0 0 0,-1 0 0,1 0-1,0 0 1,0 0 0,0-1 0,0 1 0,0-1 0,-1 0 0,1 1 0,0-1-1,0 0 1,0 0 0,0 0 0,0 0 0,4-1 0,13-4-99,1 0 0,-1-1-1,0-1 1,26-14 0,-5 3-459,14-4-434,82-37-2359,-48 15-2167,-59 31-479,-9 8-3864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16325,'5'40'2557,"-16"6"-309,2-11-316,3-1-356,-5-2-304,-3 11-304,2 0-291,-5 6-333,2-6-476,7-3-713,2-5-331,3-18-892,-8-5-1076,-1-1-2945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3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14045,'-9'1'557,"6"-1"-322,0 0 0,1 0 0,-1 1 0,0-1-1,1 1 1,-1 0 0,0 0 0,1 0 0,-1 0 0,1 0 0,-1 0 0,1 1-1,-4 2 1,5-3-64,0 0 0,0 0 0,1-1 0,-1 1-1,1 0 1,-1 0 0,1 0 0,-1 0 0,1 0-1,0 0 1,-1 0 0,1 0 0,0 0 0,0 0-1,-1 2 1,0 4 365,-3 10 198,1-1 0,0 1 0,1 0 0,1 0 0,2 32 0,0 4 158,-3 424 2108,2-437-5116,12 78-1,-7-101 787,-1-3-1464,-2-5-4618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19170,'11'6'2640,"7"-12"2088,-1-8-2823,3-1-373,3 10-312,20-4-252,-3 0-364,-2 6-604,2 1 0,-23-1-16,21 6-1568,-4-1-540,-11 10-4277,-3 2-276,-26 9-6304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3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22198,'25'-23'2848,"7"2"-531,0 7-409,-1 3-464,-16 5-228,11-3-532,14 3-704,-6 1-608,-2 2-1064,-12 0-716,6 3-1401,0 3-3263,-3-6-6930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4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98 222 10841,'-8'-8'680,"-1"1"299,0 2 5037,3 8-5530,0 1 0,1 1 0,0-1 0,-8 9 0,8-8 2249,-24 0-542,26-4 913,28 11-1993,2-4-427,-27-9-678,0 1-1,1 0 0,-1-1 0,0 1 0,0-1 0,1 1 1,-1-1-1,1 1 0,-1 0 0,0-1 0,1 1 0,-1 0 0,1-1 1,-1 1-1,1 0 0,-1-1 0,1 1 0,-1 0 0,1 0 0,-1 0 1,1 0-1,0-1 0,0 1-14,0 0-1,0-1 1,1 1 0,-1-1 0,0 1-1,0-1 1,0 0 0,0 1 0,0-1-1,0 0 1,0 0 0,0-1-1,5-6-255,0 0 0,1 0 0,0 0 0,0 1 0,0 0 0,1 0-1,0 1 1,13-8 0,79-39-2527,-51 29 1453,-17 6 88,49-22-3226,-30 10-4695,-31 23 2694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14789,'-20'38'1853,"17"-18"-201,-5-3-40,-1-3-440,1 4-212,2-1-200,6 6-252,3 0-344,0-3-200,-1 3-168,-2-8-420,3 2-412,-11-37-17550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4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18 13485,'-20'-9'2196,"0"6"-259,0 3 1163,3-3-5904,-1 0-2525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5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5685,'9'16'989,"-9"-16"-943,0 1 0,0-1 0,0 1-1,0-1 1,0 1 0,0-1 0,0 1 0,0-1 0,0 0 0,0 1 0,0-1 0,0 1 0,-1-1 0,1 1 0,0-1 0,0 0 0,0 1 0,-1-1 0,1 0 0,0 1 0,-1-1-1,1 0 1,0 1 0,-1-1 0,1 0 0,0 1 0,-1-1 0,1 0 0,-1 0 0,1 1 61,-1 0 1,1 0-1,0-1 0,0 1 0,0 0 0,0-1 1,0 1-1,0 0 0,0 0 0,0-1 1,1 1-1,-1 0 0,0-1 0,0 1 1,1 0-1,-1-1 0,0 1 0,0 0 0,1-1 1,0 2-1,-1-2 111,5 12 1037,-4-9 1289,1-2-1085,3 1-524,-1 0 0,1 0-1,0-1 1,0 1 0,0-1 0,0 0 0,5 0-1,12 0-321,14-1 763,1 1-37,45-5-1,-72 2-1448,0 1-1,0-1 1,0-1-1,0 0 1,0 0-1,-1-1 1,1 0-1,-1-1 1,10-6-1,-18 10-16,0 1 1,1-1-1,-1 0 0,0 0 0,1 0 0,-1-1 1,0 1-1,0 0 0,0 0 0,0-1 1,0 1-1,0 0 0,-1-1 0,1 1 0,0-1 1,-1 1-1,1-1 0,-1 1 0,1-1 1,-1 0-1,0 1 0,0-4 0,0 3-76,-1-1 0,1 1 1,-1 0-1,0-1 0,0 1 0,0 0 0,0 0 0,0 0 0,-1 0 0,1 0 0,0 0 0,-1 0 0,-3-3 0,-1-1-147,0 1 0,-1 0 0,0 0 0,0 1 0,0 0 0,0 0 0,-1 1 0,-8-4 0,-24-8 243,-2-1 1229,39 16-50,3 5-919,0 0 0,0 0 0,0 0 1,1-1-1,-1 1 0,1 0 1,1 0-1,-1 0 0,0-1 1,1 1-1,0 0 0,0-1 1,1 0-1,-1 1 0,1-1 0,0 0 1,0 0-1,5 4 0,23 21 318,1-1 0,1-2 0,1-1 0,53 29 0,-76-48-725,-1 0 0,1-1 0,0 0 0,0-1 0,0 0 0,17 3 1,-24-6-42,0-1 0,-1 1 0,1-1 0,0 0 0,0 0-1,0 0 1,0 0 0,-1-1 0,1 0 0,0 0 0,-1 0 0,1 0 0,0 0 0,-1-1 0,1 1 0,-1-1 0,0 0 0,1 0 0,-1 0 0,0-1 0,0 1 0,-1-1 0,5-3 0,3-9-297,-1 1 0,0-1 0,-1-1 0,6-16 0,3-5 2766,-15 34 168,-1 0-1320,7-19 170,-3 16 2424,12 9-3727,-16-3 111,1 1 0,-1-1-1,0 1 1,1-1 0,-1 0-1,0 0 1,1 1 0,-1-1-1,1 0 1,-1 0 0,0-1-1,1 1 1,-1 0 0,0 0-1,1-1 1,-1 1 0,3-2-1,10-5 357,1-1 0,-1 0-1,15-13 1,-29 21-310,1-1 1,0 1 0,0-1 0,0 1-1,0 0 1,0-1 0,0 1 0,0 0-1,0 0 1,0 0 0,0-1 0,0 1-1,1 0 1,-1 0 0,0 1 0,0-1-1,0 0 1,1 0 0,2 1 112,1-1-73,0 0 0,-1 0 0,1 1 0,0-1 0,-1 1 0,1 0 0,-1 1 0,0-1 1,1 1-1,-1 0 0,0 0 0,0 0 0,0 0 0,0 1 0,0 0 0,0-1 0,-1 1 0,0 1 0,1-1 0,3 7 0,5 5-1169,-2 1 0,0 0 0,13 31 0,-11-22-2887,-5-8-2401,-1 2-3926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292 613 11161,'-15'-4'289,"1"0"754,-1 1 1,-25-2-1,35 5-770,0 0 1,0 0-1,0 0 1,0 1-1,0 0 0,0 0 1,0 0-1,1 1 1,-1-1-1,1 1 0,-1 0 1,-7 5-1,-6 5 229,1 1-1,-25 22 0,35-28-284,1 0 1,0 0-1,1 0 1,-1 1-1,1 0 1,1 0-1,-1 1 1,-5 15-1,9-21-124,0 0 0,0 1 0,0-1 0,0 1 0,0-1 0,1 1 0,0 0 0,0-1 0,0 1 0,0 0 0,1 4 0,0-5-46,0-1 0,0 0 0,0 0 0,0 0 0,0 0 0,1 0 0,-1-1 0,1 1 0,0 0 0,-1 0 1,1-1-1,0 1 0,0-1 0,0 0 0,0 0 0,0 1 0,0-1 0,0-1 0,3 2 0,4 2 55,1-1 0,0-1-1,-1 0 1,1 0 0,0-1-1,0 0 1,0 0 0,0-1-1,0-1 1,19-2 0,-12-1-24,0 0 1,0-1-1,0 0 1,-1-2-1,25-12 1,-32 14-122,-1 0 0,0-1 0,-1 1 0,1-1 0,-1-1 1,0 1-1,-1-1 0,0-1 0,0 1 0,0-1 0,-1 0 0,6-11 1,-6 6-151,1 0 0,-2-1 0,0 1 0,0-1 0,-1 0 1,-1 0-1,1-21 0,-4-10-668,-2 1 0,-1-1 0,-3 0 0,-13-49 0,-3 4-263,-15-72 430,37 155 899,0 0 1,-1 1-1,0-1 0,0 1 1,-1-1-1,-3-6 0,4 10-31,-2 28 1450,3 23-114,6 59 1,0-30-320,-2 13-254,5 0 0,4 0 0,25 95-1,-22-137-1836,30 68-1,-30-83-3714,1-1-3912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5:46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0 17010,'29'55'2708,"-6"-12"-248,6 9-60,-4 17-332,-2 6-339,3 14-313,-3 17-276,-8 18-160,-7 14-236,-11 6-632,-11-1-112,-12 4-20,-5 0-880,-4-1-776,-8-2-660,-12-17-1105,-11-7-3727,-11-2-7074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3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2265 173 7145,'9'4'6649,"-14"-14"1395,1 1-5652,1 9-2186,-36-2 180,35 2 114,-13-3-358,-58-17 370,54 13-202,0 1 1,-37-5-1,7 1 192,38 7-371,0 0 0,-17-1 1,11 2-94,15 2-50,1-1 30,-28-4 42,28 5-23,-15 0-50,-39 0 45,54 0-17,-15-3-25,-78-16 41,63 11-43,-1 2 0,-67-4 0,48 7-2,33 1 5,-33 2 1,-77-1 77,127 1-60,0 0-41,-33-3 79,32 3-44,1 1-52,-24 0 59,0 0 0,-37-4 0,-7-3 38,-205-8 281,198 11-81,75 3-231,-14-2-38,16 2 21,-26 0 77,-5 3-118,0 1 33,-50 12 0,32-5 18,19-4 41,-59 8-53,79-14-4,0 1-1,0 0 0,0 1 1,-13 4-1,19-5 2,0 0 1,0 0-1,1 0 0,-1 1 0,1 0 1,0 0-1,0 0 0,0 0 0,0 1 1,0 0-1,-3 4 0,-18 23-29,17-21 26,-1 0 0,2 1 0,-1 0 0,-8 18 0,-13 22 3,20-37 3,1 0 1,1 0-1,0 0 1,-10 31-1,5 18-83,11-51 78,0 0 0,1 0 1,0 0-1,1 0 0,1 0 0,-1 0 0,2-1 0,0 1 0,0-1 0,1 1 0,0-1 1,1 0-1,0 0 0,9 12 0,-9-16 1,-1-1-1,1 0 1,0 0 0,1 0 0,0-1-1,-1 0 1,2 0 0,10 6-1,-4-3 0,1-2-1,0 0 0,20 5 0,45 20 53,-48-21-100,12 3 37,-1 3 0,46 23 0,-31-13 14,-38-18-22,0 1 0,20 12 0,-27-15 21,0 0 1,24 9-1,8 3-8,-3 1-51,48 13-1,-29-11 54,-48-17 11,2 0 1,-1-1-1,21 2 1,-1-1-81,-13-2 91,-1 0 0,25-2 0,9 0 18,-32 1-50,-8 1 20,0-2-1,19-1 1,-23 1 11,1 0-1,-1 0 1,17 3 0,13 0-6,71 6-21,-85-9-17,21 1 15,0-2 1,-1-2-1,74-14 0,-99 13 29,0 1 1,1 0-1,32 1 1,13-1 37,3-4-58,-13 1-21,107-24 0,-147 26 63,207-67 29,-200 62-84,-2 1 44,0-1 0,-1 0 0,33-21 0,-10 5 98,-40 23-138,15-17 57,-12 14-18,-4 3 16,-1 2-31,-1 0-1,1 0 1,0-1-1,-1 1 0,1 0 1,-1-1-1,1 1 1,-1-1-1,1 1 1,-1-1-1,1 1 0,-1-1 1,1 1-1,-1-1 1,1 1-1,-1-1 1,0 0-1,1 1 0,-1-1 1,0 0-1,0 1 1,1-1-1,-1 0 1,6-20 449,-5 17-433,3-13 90,0 0 0,0 0 0,-2-1 0,0 1 1,-1-1-1,-1 0 0,-3-26 0,2 32 5,1 1-1,0 0 1,1 0 0,0 0-1,2-12 1,-2 21-100,-1 1-8,0 0 1,0 0-1,0 0 0,0 0 1,0 0-1,0 0 0,0 0 0,-1 0 1,1 0-1,0 0 0,-1 0 1,1 0-1,0 0 0,-1 0 1,1 0-1,-1 0 0,0-1 0,-2-2 19,0-7 85,-1 0 0,-1 0 0,0 0 0,0 1 0,-1-1-1,-1 1 1,1 1 0,-2-1 0,1 1 0,-17-15 0,2 7-15,0 1 0,-1 0 0,0 2 0,-46-21 0,-16 7-969,-2 2-1,-112-17 0,86 21-4308,3-4-4891,69 16-1331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37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94 195 9125,'-1'20'1947,"6"-32"567,0 1 4817,-6 14-7271,1-1 1,-1 1-1,0-1 0,0 0 0,0 1 1,0-1-1,0 0 0,-1 0 0,1 0 1,-3 3-1,-2 5 42,-15 36 173,2 0-1,-15 57 1,32-97-224,1-1 0,-1 0 0,1 0 1,0 1-1,0-1 0,1 1 0,0-1 0,0 1 0,0-1 0,0 1 0,1-1 0,0 1 1,0-1-1,3 8 0,-3-12-23,-1 0 1,1 0-1,-1 0 1,1 0-1,0 0 1,-1 0-1,1-1 1,0 1-1,-1 0 1,1-1-1,0 1 1,0 0-1,0-1 1,0 1-1,0-1 1,0 1-1,0-1 1,0 0-1,0 1 1,0-1-1,1 0 0,25-1 438,-23 1-413,16-3 270,1-2 0,-1 0 0,39-16-1,62-34 466,-57 24-440,660-255 756,-683 272-1591,64-27-457,-95 36 105,0 0 1,0 0 0,-1-2-1,0 1 1,0-1 0,-1 0-1,13-14 1,-19 18-1826,-16 11-11499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38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131 139 12265,'-17'-20'5985,"16"26"-5844,0-1 0,-1 1 1,1-1-1,-1 1 0,0-1 1,-1 0-1,1 0 0,-4 5 1,0 2 26,-10 18 197,2 1-1,1 1 1,1 1 0,2-1 0,-11 65 0,20-94-256,1 0 1,-1 1-1,1-1 1,0 0-1,0 0 1,1 0-1,-1 0 0,1 1 1,-1-1-1,3 6 1,-2-8-43,0 0 0,0 0 1,0 1-1,0-1 0,0 0 0,1 0 1,-1 0-1,0 0 0,0-1 0,1 1 1,-1 0-1,0 0 0,1-1 1,-1 1-1,1-1 0,-1 1 0,1-1 1,-1 0-1,1 1 0,-1-1 0,1 0 1,-1 0-1,1 0 0,0 0 0,-1-1 1,2 1-1,23-3 428,0-1 0,0-1 0,-1-2 0,26-9 0,102-47 1068,-74 29-907,632-218 1317,-544 198-4062,-154 50 1572,37-15-859,-47 18 870,0-1 0,0 0 0,0 0 0,0 0 0,0 0 0,-1 0 0,1 0 1,-1-1-1,1 0 0,-1 1 0,0-1 0,3-5 0,-24 21-17517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39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117 159 12025,'-1'0'111,"1"1"0,-1 0 0,0-1 0,1 1 0,-1-1 0,1 1 0,-1 0 0,0-1 0,1 1 0,-1-1 0,0 0 0,0 1 1,1-1-1,-1 0 0,0 1 0,0-1 0,0 0 0,1 0 0,-1 1 0,0-1 0,0 0 0,0 0 0,-1 0 0,-4 1 422,1 1-246,0 0-1,1 1 1,-1 0-1,1 0 1,-1 1-1,1-1 1,0 1-1,0 0 1,1 0-1,-1 0 1,1 0-1,0 1 0,0-1 1,-3 8-1,1-3-16,0 1-1,1 0 1,0 0-1,1 0 0,0 0 1,-1 11-1,4-18-146,-1 0 0,1 0 0,0 0 0,0 0 0,0 0 0,0 0 0,1 0 0,1 6 0,-2-8-40,1 0 0,-1 0 0,1 0 0,0 0 0,-1 0 0,1 0 0,0 0 0,-1 0 0,1 0 0,0 0 0,0-1 0,0 1 0,0 0 0,0 0 0,0-1 0,2 2 0,2-1 118,0 0 0,0 0 0,1 0 1,-1-1-1,0 0 0,0 0 1,1 0-1,-1 0 0,6-2 0,39-7 744,-1-3-1,77-28 1,-77 24-436,37-12 147,384-121 1002,-434 139-1892,71-23-1282,-96 28 551,1-1 0,-1 1 1,16-12-1,-26 16 716,0 1 1,-1-1 0,1 1-1,0-1 1,0 0 0,-1 1-1,1-1 1,0 0-1,-1 1 1,1-1 0,-1 0-1,1 0 1,-1 0 0,1 1-1,0-2 1,-1 1-106,-1 1 0,1-1 1,0 0-1,0 1 0,0-1 0,-1 1 0,1-1 1,0 1-1,0-1 0,-1 1 0,1 0 1,-1-1-1,1 1 0,0-1 0,-1 1 1,1 0-1,-1-1 0,1 1 0,-1 0 0,0-1 1,-10-8-11244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3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14773,'-7'20'752,"3"-9"-36,0-1 0,-1 0 0,1 0 0,-13 18 0,6-13-292,2 1-1,0 1 1,1-1-1,-9 25 1,-16 76 713,31-110-1042,0 1 1,1-1-1,0 1 0,1-1 1,-1 1-1,1 0 0,1-1 1,0 1-1,0-1 0,0 1 1,5 13-1,-4-17 27,0 0 0,0 0 0,1 0 0,-1-1 1,1 1-1,-1-1 0,1 0 0,0 1 0,1-1 0,-1 0 0,0-1 0,1 1 0,0-1 0,-1 1 1,1-1-1,0 0 0,0-1 0,0 1 0,1-1 0,-1 1 0,0-1 0,6 0 0,7 1 213,1-1 0,-1 0 0,1-1-1,-1-1 1,0-1 0,18-4 0,108-30 1480,-96 23-1268,140-38 824,397-95-1428,-570 143-326,48-12-970,-57 14 777,1-1 0,-1 0 0,0-1 0,0 1 0,0-1 0,0 0 0,-1 0 0,8-7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64 125 10197,'0'0'31,"0"-1"1,0 1-1,0 0 1,0 0-1,0 0 0,0-1 1,0 1-1,0 0 1,0 0-1,0 0 1,0-1-1,0 1 0,1 0 1,-1 0-1,0 0 1,0-1-1,0 1 1,0 0-1,0 0 0,0 0 1,1 0-1,-1-1 1,0 1-1,0 0 1,0 0-1,1 0 0,-1 0 1,0 0-1,0 0 1,0 0-1,1 0 1,-1 0-1,0 0 0,0-1 1,0 1-1,1 0 1,-1 0-1,0 0 1,0 0-1,1 0 0,-1 1 1,0-1-1,0 0 1,0 0-1,1 0 1,-1 0-1,0 0 0,0 0 1,0 0-1,1 0 1,-1 0-1,0 0 1,0 1-1,0-1 0,0 0 1,1 0-1,-1 0 1,0 0-1,0 1 1,0-1-1,0 0 0,8 6 6690,-19 6-6026,7-8-588,1 1 0,-1-1 0,1 1 0,1 0 0,-1 0 0,1 0 1,-1 1-1,2-1 0,-3 6 0,-5 52 690,8-47-483,-1-1-1,-6 22 0,7-33-153,0-1 0,0 0 0,-1 0 0,1 0 0,-1 0 0,0 0 0,0 0 0,0 0 1,-3 2-1,4-3 1593,17 3-670,-9-5-946,-1 0 0,0 0 0,1-1 0,-1 1-1,0-1 1,0-1 0,10-2 0,47-21 611,-37 14-453,45-17 276,287-111 693,-116 52-1779,-217 79-258,23-9-1659,-46 16 2050,0 0 0,0 0 0,1 0 0,-1-1 1,0 1-1,0-1 0,0 1 0,0-1 0,-1 0 0,1 0 1,0 0-1,-1 0 0,1 0 0,-1 0 0,2-4 0,2-6-6395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0 9069,'-26'33'10430,"-3"24"-9005,5-8-710,-121 234 1265,139-272-1776,2 0 0,-1 1 0,1 0 1,1 0-1,-3 18 0,6-27-119,-1 0 0,1 0 0,0 0 0,0 0 1,0 0-1,0 0 0,1 0 0,-1 1 0,1-1 0,0 0 0,0 0 0,0-1 1,0 1-1,1 0 0,-1 0 0,1-1 0,-1 1 0,1 0 0,0-1 1,0 0-1,0 1 0,0-1 0,1 0 0,-1 0 0,1 0 0,4 2 0,1 0 89,0-1-1,1 0 0,-1-1 0,1 0 1,-1 0-1,1-1 0,0 0 0,0 0 1,0-1-1,0 0 0,10-2 0,18-3 560,46-13-1,-76 16-652,119-35 843,164-72 0,-186 67-768,62-21-155,144-61 0,-303 121-14,1 0-309,0 0 0,0-1 1,-1 0-1,1 0 0,-1-1 0,10-8 0,-27 13-4678,-4-1 2901,-21 9-5540,-2 12-5128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3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170 161 10565,'-36'28'2008,"27"-22"-1359,0 0 0,1 1 0,0 0 1,1 0-1,-13 16 0,11-11-152,1 0 0,0 0 0,2 1 1,-1 0-1,1 1 0,-4 16 0,7-19-163,-1 5 159,0-1 0,1 1 1,-1 25-1,4-40-482,0-1 1,0 0 0,-1 0-1,1 0 1,0 0 0,0 1-1,0-1 1,0 0 0,0 0 0,0 0-1,0 0 1,1 1 0,-1-1-1,0 0 1,0 0 0,0 0-1,0 0 1,0 0 0,0 1-1,0-1 1,0 0 0,0 0-1,0 0 1,0 0 0,1 0-1,-1 0 1,0 1 0,0-1-1,0 0 1,0 0 0,0 0 0,0 0-1,1 0 1,-1 0 0,0 0-1,0 0 1,0 0 0,0 0-1,0 0 1,1 0 0,-1 0-1,0 0 1,0 0 0,0 0-1,0 0 1,1 0 0,-1 0-1,11 2 303,-1-1 0,1 0 0,0-1 0,0 0 0,0-1 0,0 0 0,-1 0 0,15-5 0,86-31 1509,-89 29-1587,461-179 4181,-375 144-4069,86-38-2262,-187 78 1558,-1 0 1,1-1-1,-1 0 1,0 0-1,0 0 1,0-1-1,7-7 1,-9 8-605,-1-1 0,1 1 0,-1-1 0,0 0 0,4-9 0,-7 8-6166,-7-6-4711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8429,'-34'16'1555,"33"-15"-1467,0-1 1,0 1-1,1-1 0,-1 1 0,0-1 1,0 1-1,0-1 0,1 1 0,-1 0 0,0-1 1,1 1-1,-1 0 0,0 0 0,1-1 1,-1 1-1,1 0 0,-1 0 0,1 0 0,0 0 1,-1 0-1,1 0 0,0 0 0,-1 1 0,0 3 252,-20 37 2152,-16 49 0,30-70-1886,1 0 0,1 1 0,1-1 1,-2 37-1,4 54 1833,2-110-2339,-1 1-1,2-1 1,-1 0 0,0 0-1,0 1 1,1-1 0,-1 0 0,1 0-1,0 0 1,0 0 0,0 0 0,0 0-1,0 0 1,0 0 0,0 0 0,1 0-1,-1 0 1,1-1 0,-1 1 0,1 0-1,0-1 1,-1 0 0,1 1 0,0-1-1,0 0 1,0 0 0,0 0 0,0 0-1,0 0 1,3 0 0,2 1 104,0-1-1,0 0 1,0-1 0,0 1 0,0-1-1,0-1 1,0 1 0,12-4 0,39-10 689,95-35 1,52-38 1479,-54 22-1587,-98 43-839,212-82-1486,-251 99 519,9-3-253,35-17 1,-34 9-3148,-1-3-4495,-14 8-2376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 7097,'-70'103'8955,"46"-63"-6962,-32 73 0,43-85-1547,-52 131 2069,64-158-2459,0 1-1,1-1 0,-1 0 0,0 0 1,1 1-1,-1-1 0,1 0 0,0 1 1,-1-1-1,1 0 0,0 1 0,0-1 1,0 0-1,0 1 0,0-1 0,0 0 1,0 1-1,0-1 0,0 1 0,1-1 1,-1 0-1,1 1 0,-1-1 0,1 0 1,-1 0-1,1 0 0,0 1 1,0-1-1,-1 0 0,1 0 0,0 0 1,0 0-1,0 0 0,0 0 0,0 0 1,2 1-1,1-1 62,-1 1-1,0-1 1,0 0 0,1 0 0,-1 0-1,1 0 1,-1-1 0,1 1 0,-1-1-1,1 0 1,-1 0 0,7-1 0,22-6 467,0-2 1,-1-1-1,55-26 0,-18 7 76,17-4 99,485-178 1451,-343 134-4410,-221 75 1975,13-4-433,0 0 0,20-11 0,-35 15 141,0 0 0,1 0 0,-1-1 0,0 1 0,-1-1 0,1 0 0,-1-1 0,1 1 0,-1-1 0,0 1 0,0-1 0,0 0 0,-1 0 0,4-6 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6:44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184 331 8993,'-2'-2'313,"0"0"1,0 0 0,0 0-1,1 0 1,-1 0 0,1-1-1,-1 1 1,1-1 0,0 1-1,0-1 1,-2-7 9180,-15 52-8974,12-27-378,0-2-1,-11 21 0,1-9 285,1 2-1,1 0 0,-13 37 0,11-23 164,11-30-308,0 0 1,1 0-1,0 1 0,1 0 0,0-1 1,-2 22-1,5-31-240,0 0 0,0 0 0,0 0 0,0 0 0,0 1 0,1-1 0,-1 0 0,1 0 0,-1 0 0,1 0 0,0 0 0,-1 0 0,1 0 0,0-1 0,0 1 0,1 0 0,-1 0 0,0-1 0,3 3 0,-1-2 6,-1 0 0,1 0-1,-1-1 1,1 0 0,0 1-1,0-1 1,0 0 0,0 0-1,0 0 1,0-1 0,0 1 0,4-1-1,4 1 75,1-2-1,0 0 1,-1 0 0,1-1-1,-1 0 1,16-5-1,20-11 518,88-47-1,-64 29-164,390-165 1157,11 29-1964,-464 169 273,148-55-1831,-123 44 488,-1-2 1,46-30-1,-1-1-2981,-26 21-2401,-12 0-5350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0 3860,'-43'3'2300,"42"-3"-2196,0 0 1,0 0-1,0 0 0,1 1 1,-1-1-1,0 0 1,0 1-1,1-1 0,-1 1 1,0-1-1,0 1 1,1-1-1,-1 1 1,1-1-1,-2 2 0,-12 7 1377,-25 7-221,28-11-750,0-1 0,-20 7-1,6 0 589,10-2-329,38-12 8224,98-5-8925,78-1 115,-66 1-140,416 8-104,-490 2 63,126 2 28,-109-6-33,31-2 12,-60 1 20,70 4-1,-45 0-54,-61 0 29,0 0-1,0 1 1,0 0 0,19 6-1,-21-5 4,4-1-7,0 0 0,1 0-1,-1-1 1,0-1-1,25-2 1,2 1 26,38-6 81,-21 2-90,-12-2 31,-32 5-40,0 0 0,1 0-1,-1 2 1,1-1 0,15 3-1,13-1 28,-37-1-39,12 0 38,-9 0-89,1 0 0,-1 1 0,13 2 0,-18-2-34,-3 2-458,0 28 220,0-27-47,-3-3-979,-11 2-1078,-1 1 1,1-2 0,-1 0-1,-15 0 1,11-2-3078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17 7589,'-15'6'6319,"18"-8"-5634,18-14 384,-19 14 75,1 1-500,5 0-146,0 1-1,1-1 1,-1 2 0,0-1-1,0 1 1,1 0-1,14 4 1,26 4 140,67 4 163,226 55 0,-327-64-752,0 2-1,19 10 1,-31-14-28,-1 0 0,1 0 0,-1-1 0,0 1 0,1 1 0,-1-1 0,0 0 0,-1 0 0,1 1 0,0-1 0,-1 1 0,1 0 0,-1-1 0,0 1 0,0 0 1,0 0-1,0 0 0,1 6 0,-2-3 23,1 0 0,-1 0 0,0 0 0,0 0 0,0 0 0,-1 0 0,0-1 0,-2 9 0,-2 1-13,-1 0 1,-1-1 0,-1 0-1,1 0 1,-2 0-1,-17 20 1,-72 73 139,57-65-150,-8 9-502,-3-2 0,-111 82 0,141-118-601,0 0-1,-47 19 1,66-31 760,0 0 0,0-1 0,0 1 0,0-1 1,0 1-1,0-1 0,0 0 0,0 0 0,0-1 0,0 1 0,-4-1 0,-13-8-5050,19 8 4831,1 1 0,-1-1 0,1 0 0,-1 0-1,1 0 1,-1 1 0,1-1 0,-1 0 0,1 0 0,0 0 0,-1 0 0,1 0 0,0 0-1,0-2 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2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 5869,'-20'-3'14048,"37"9"-12642,286 101 3663,-1-3-3580,-233-76-1262,0 4-1,78 48 1,-135-73-192,0 1 0,0 0 0,-1 1 1,0 1-1,-1-1 0,14 18 1,-21-23-27,0 1 0,0-1 1,0 1-1,-1 0 1,0 0-1,0 0 1,0 0-1,0 0 0,-1 0 1,0 1-1,0-1 1,-1 0-1,1 1 0,-1-1 1,0 1-1,0-1 1,-1 0-1,0 1 1,-2 9-1,-1-3-29,-1-1 0,1 0 0,-2 0 0,1 0 0,-2 0 0,1-1 0,-14 15-1,-5 4-665,-33 26-1,43-42 276,-1-1 0,0 0 0,-1-2 1,0 0-1,-1-1 0,-19 7 0,-5 0-2054,-69 16 0,15-17-2217,36-7-283,10 1-2060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4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58 136 5236,'0'0'4934,"0"-2"-4594,-10-12 986,9 13-806,0 0 1,0 0-1,-1 0 0,1 1 1,0-1-1,-1 0 1,1 0-1,0 1 1,-1-1-1,1 1 1,-1-1-1,1 1 0,-1 0 1,0-1-1,1 1 1,-3 0-1,-9 0-370,8 0-1104,2 0 2468,9 2-1332,1 0 0,-1-1 0,1 0 0,0 0 0,-1 0 0,1-1 0,0 0 0,8-1 0,9 0 162,419 10 3437,734-35-1852,-997 25-1999,-66 10-3328,-110-9 2879,25-3-1188,-39-23-2072,6 21 3258,1 0 1,-1 1 0,0-1-1,0 1 1,0 0 0,0 0-1,-1 1 1,-7-6-1,-13-6-3906,-8-4-3090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14461,'29'31'1727,"-23"-25"841,-4-7-2366,0 0 1,0 1 0,-1-1 0,1 1-1,0-1 1,0 1 0,0-1-1,0 1 1,4 0 0,5-1 209,178-26 1814,-148 24-1883,-1 2 0,73 7 0,-81-3-233,-7-1 1,0 1 0,-1 2 0,47 13 0,-66-17-121,0 1 1,-1 0 0,1 0 0,0 0 0,-1 1 0,0 0 0,1-1-1,-1 2 1,0-1 0,0 0 0,-1 1 0,1 0 0,-1-1 0,0 1-1,0 1 1,0-1 0,0 0 0,-1 1 0,0 0 0,0-1 0,0 1-1,0 0 1,-1 0 0,2 10 0,-3-5-197,0 0 0,-1 0 0,0 0 0,-1 0 0,0 0 0,0 0-1,-1 0 1,-1 0 0,0-1 0,0 0 0,0 0 0,-10 13 0,2-2-1655,-2-2-1,0 1 1,-1-2 0,-26 23-1,-15 5-7943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5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20 136 10617,'-20'0'8457,"22"0"-7571,26 4 537,0 0 1,0-2-1,34-2 0,89-12 761,-83 5-1180,829-53 2922,-450 49-3926,-289 19-337,-155-8-288,0 0-293,36 0-1581,-39 0 2399,1 0 0,-1 0-1,1-1 1,0 1 0,-1 0 0,1 0 0,-1 0 0,1 0 0,-1-1-1,1 1 1,-1 0 0,1-1 0,-1 1 0,1 0 0,-1-1 0,1 1-1,-1-1 1,1 1 0,-1 0 0,0-1 0,1 1 0,-1-1-1,0 1 1,1-2 0,0 0-401,8-4-1501,-7 5-198,-3-1-27,-13-29-5715,6 18-86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12 12033,'-31'-9'1607,"25"7"5556,9 2-6341,16 1 192,-1 1-1,0 1 1,19 5 0,21 3 50,-32-7-688,31 4 563,102 28 0,-144-32-876,1 2 0,-2-1-1,1 2 1,-1 0 0,0 1 0,0 0 0,-1 1-1,0 1 1,0 0 0,-1 1 0,16 19-1,-22-22-182,-1 0 0,0 0 0,-1 1 0,1 0-1,-2 0 1,1 0 0,-1 1 0,-1-1 0,0 1-1,0 0 1,-1-1 0,0 1 0,-1 0-1,0 0 1,0 0 0,-1-1 0,0 1 0,-5 17-1,-1-4-628,0 0 0,-1-1-1,-1 0 1,-1 0-1,-1-1 1,-23 32-1,24-39-100,0-1 0,-2 0 0,1 0 0,-2-1 0,-20 16 0,11-13-2583,-29 16 0,7-8-3838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6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10321,'0'0'8772,"2"0"-7639,322 42 2244,5-26 2245,44 4-2080,-342-17-3542,228 24 0,-159-15 0,65 11 0,-9 12-3786,-154-35 3508,-1 0 0,1 1 0,0-1 0,0 0 0,0 0 1,0 0-1,0 0 0,0-1 0,0 1 0,-1 0 0,1-1 0,0 1 1,0-1-1,0 0 0,-1 0 0,1 1 0,0-1 0,-1 0 0,1-1 1,-1 1-1,1 0 0,-1 0 0,1-1 0,-1 1 0,0 0 0,2-4 1,-2 1-750,1 1 0,-2-1-1,1-1 1,0 1 0,-1 0 0,0 0 0,0 0 0,0-7 0,-3-9-8224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16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15081,'4'0'2111,"5"-2"-1093,0-1 0,0 0 0,0 0 0,12-7 0,-10 5-282,0 0 0,0 0 0,0 1-1,15-2 1,13-1-186,1 2-1,-1 2 1,1 2-1,0 1 1,55 8-1,-60-3-341,1 1 0,-1 2 0,0 2 0,62 25 0,-87-30-181,-1 0 1,0 0-1,1 1 0,-2 0 0,1 0 1,-1 1-1,0 1 0,0-1 0,-1 1 1,0 0-1,0 1 0,-1 0 0,0 0 0,-1 0 1,0 1-1,0-1 0,-1 1 0,-1 0 1,1 1-1,3 19 0,-5-13-144,-1 1 0,0 0 0,-2-1 0,0 1 1,0-1-1,-8 31 0,-2-4-1405,-24 59 1,29-89 610,0 0-1,-1-1 0,-1 1 1,-15 21-1,11-21-3170,-23 23 0,-5-2-7221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2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37 276 7109,'-21'-26'16107,"10"16"-15673,6 5 840,19-1-238,707-142 3471,-384 110-4126,-100 15-139,83 3 750,-317 20-978,-56 9-13188,18-1 5629,14-2-848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28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13 288 7713,'-12'5'11393,"23"-9"-8934,25-8-1643,-18 5 591,32-9 0,7-2-24,62-23 669,142-30 0,-207 58-1776,137-36 716,-188 48-958,-17-13-8987,13 12 8699,-15-14-3643,8 4-1504,-2-4-5094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30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29 5561,'0'0'4068,"-9"-14"-3600,4 0 104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31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6 404 4768,'-6'-23'8350,"6"24"-8132,1 0 0,-1 0 0,0 0 0,1 0 0,-1-1 0,1 1-1,-1 0 1,1 0 0,-1 0 0,1 0 0,0-1 0,-1 1 0,1 0 0,0 0 0,0-1 0,-1 1 0,1-1 0,0 1 0,0-1 0,0 1 0,0-1 0,0 1 0,1-1 0,1 1 73,0-1 0,0 1 1,0-1-1,0 0 0,0 0 0,-1 0 1,1-1-1,5 0 0,7-3 264,0-1-1,23-11 0,-22 9 138,50-19 798,119-40 935,168-43-588,-282 88-1645,161-41 270,-180 51-268,90-22 732,-95 15-3092,-44 16 1138,-32-16-15506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3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0 247 26870,'733'-247'0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7:3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1556 188 4956,'14'7'14072,"-26"-12"-5632,1 3-11686,-29-13 3644,-46 2 32,83 12-364,0 0-6,-22-9 391,-48-13 0,-42 0 90,112 22-529,0 0-37,-25-6 181,25 7 46,-12-4-101,2-1 6,0 1 0,0 1-1,-18-3 1,24 5-82,4 1 37,-14-8 10,-25-4 13,0 1 0,0 3 0,-1 1-1,-78-2 1,46 3 129,-32-2-75,67 8-150,-52 8-1,89-8 22,0 1-10,-26 6-90,24-6 82,-21 6 62,-86 41-43,99-42-40,-102 55 45,113-59-23,-1 0-1,0 1 0,1-1 0,0 1 1,-1-1-1,-2 5 0,-6 6-10,4-6 4,0 0 0,0 1 0,1 0 0,0 0 0,-5 10 0,-9 12-14,-5 18 34,21-39-14,0-1 1,1 1-1,0 0 0,0 0 1,1 0-1,-1 10 1,2-16 0,1 1 15,0 16-44,1 0 0,1-1-1,1 1 1,0-1 0,2 1-1,0-1 1,1 0 0,1-1-1,11 23 1,-14-34-16,0 1 1,-1-1 0,0 1-1,2 8 1,-4-10 17,1-1-1,0 1 1,0-1 0,1 1 0,0-1-1,4 8 1,19 21-104,-6-5-81,2-1 0,48 47 0,5-6-119,-61-57 205,-4-4 42,-1 0-1,1-1 0,0 0 1,20 10-1,26 8-122,-35-15 168,1 0 0,28 8 0,-31-13-13,-5-1-2,1 0-1,27 3 1,82 12 45,-89-16-85,10 2 1,0-2 0,0-3 0,49-4 0,38-13 76,-31-2-295,-49 0 231,-18 9 79,0-2 0,47-22-1,-66 27 42,29-8 0,-42 15-54,-2-1 23,1 0 0,0 0-1,-1 1 1,1-1 0,0 0-1,-1 1 1,1-1 0,0 0 0,0 1-1,-1-1 1,1 1 0,0-1-1,0 1 1,0-1 0,0 1 0,0-1-1,1 1 1,-1 0 9,0-1 0,0 1 0,0 0 0,0-1 0,0 1 0,-1 0 0,1-1 0,0 1 0,0-1 0,-1 1 0,1-1 0,0 0 0,-1 1 0,1-1 1,1-1-1,-2 1-1,0 1 1,1-1 0,-1 0-1,0 1 1,1-1-1,-1 1 1,1-1 0,-1 1-1,1-1 1,-1 1 0,1-1-1,0 1 1,-1 0 0,1-1-1,-1 1 1,1 0 0,0-1-1,-1 1 1,1 0 0,1 0-1,-1-1 19,0 1 0,0-1 0,0 1 0,0-1 0,1 1 0,-1-1 0,0 0 0,0 1 0,0-1 0,0 0 0,-1 0 0,2-1 0,4-6 65,0 0 0,0 0 0,9-8 0,5-7-42,-19 21-35,1-3 50,0 0 0,0 0-1,1 1 1,-1-1 0,1 0 0,0 1 0,6-7 0,-5 6 7,-2 3 20,-1-3-51,0 1 0,1 0 0,-1-1-1,1 1 1,0 0 0,3-5 0,1-2-18,11-32 491,-17 40 44,0-15-444,-2 4-58,1 11 149,1 0-162,-8-71 256,8 71 1386,-4-15-1572,0 4-70,3 11 39,0 0-67,-9-25-3,10 25-9,-1 0 32,0-2-5,0 0 0,1 0 1,-1 0-1,1 0 0,0 0 0,1 0 1,-1 1-1,1-1 0,2-9 0,-2 11 42,-2 0-8,-2-17 41,-1-1-1,2 0 1,1-25-1,1 42 3,-1 1-38,1 0-115,-1 0 117,1 0 0,-1 0 0,1 0-1,-1-1 1,1 1 0,0 0-1,1 0 1,-1-1 0,0 1 0,1 0-1,0 0 1,0 0 0,0 0-1,0 0 1,0 0 0,3-5 0,-2 6 210,-5 1-70,-23-13-171,-4 0-41,-72-29-3044,75 29-704,-44-32-1,12-2-5610,31 21-524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8:38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2768 64 4112,'-5'-10'945,"4"8"387,3 6-883,-1 0-1,0 0 1,0 0-1,-1 1 0,1-1 1,-1 6-1,3-10-138,5 1-2140,8 2 6695,-11-1 744,-17-3-3839,1 0-1607,3 0-143,-1 0-1,0 1 0,0 0 1,1 1-1,-13 1 0,-164 23 638,75-13-422,89-9-182,-31-2 0,41-1 32,8 0 114,-1 0-117,-59-5 156,53 3-208,-1 1 0,0 0-1,0 1 1,0 0-1,1 1 1,-20 3 0,23-3-27,0 0 0,1-1 0,-1 0 1,-11-2-1,-6 0 2,-74 11 22,46-8-16,29 0 10,0 0 0,0-2 1,1 0-1,-39-8 0,55 8-21,0-1-1,0 2 1,-1-1-1,-11 1 1,-11-2 11,-3 1-78,24 1 88,5 0 1,-1 0-14,-78 3 58,31-3-135,16 0-4,-17 1 155,40-2-77,0 1 1,0 1-1,1 0 0,-1 0 0,-15 5 0,19-5-8,1 1-1,-1-1 1,1-1 0,-1 1-1,-11-2 1,-28 3-13,12 3-7,-64-1 0,7 0 38,33 2-2,-30 3-10,61-4 23,-37 7-43,-85 26 0,71-17 30,56-17-19,1 2 0,0 0 0,-32 15 0,14-7-8,32-12 10,1 0-1,0 0 1,0 1 0,-10 5 0,-43 21-5,42-22 7,1 1 0,-26 18 0,18-8 1,-37 36 1,36-34 0,24-18 7,1-2-5,-3 2 2,-9 9-1,9-7-3,0 1 1,0-1-1,0 1 0,1 0 1,0 0-1,0 0 1,0 1-1,1-1 0,0 1 1,-3 7-1,-12 26-9,12-28 1,-1 0-1,2 1 1,-1 0-1,2 0 1,-1 0-1,2 0 1,-2 15-1,3-24 4,-2 14 4,1-1 0,0 1 0,2-1 0,0 1 0,0-1 0,4 18 0,-3-26 2,1 1 0,0-1 0,1 0 0,0 0 0,0 0-1,0 0 1,1 0 0,0-1 0,1 1 0,0-1 0,0 0 0,0-1 0,1 1 0,0-1 0,0 0-1,14 10 1,75 58-1,-84-65-1,0-1 1,0 1 0,15 18-1,-24-25 1,-1 0 0,1 0 0,0 0-1,1 0 1,-1-1 0,0 1 0,0-1-1,1 1 1,-1-1 0,0 0 0,1 0-1,4 1 1,-3-1-4,-1 1 0,1-1-1,0 1 1,-1 0 0,7 5 0,5 2-2,1 0 0,-1-1 0,1 0 0,1-1 0,28 8 0,10 4 11,-17-4-8,0-2-1,0-1 1,2-3 0,-1-1-1,58 5 1,72 0 30,-123-9-71,0-3 0,0-1 0,0-2 1,59-11-1,-53 4 24,-35 7 14,1-1 1,26-7-1,65-16-32,-24 1-100,-83 25 131,0-1-1,0 0 1,0 1 0,0-1 0,0 1 0,0 0 0,0 0 0,4 0-1,12-1 33,111-24 9,-65 14-57,-16 5 8,-45 5 11,1 1 6,29-5-16,-30 5-8,15 0-3,-7 0 15,1 2 0,19 3 0,-28-4-23,14 0 42,14 4-111,-27-4 110,0 0 0,0 0 0,0-1 0,0 1 0,1-1 0,-1 0-1,6-1 1,41-5-29,-48 6 8,0 0-66,74-2 153,-74 1-89,18 2 31,-5 1-3,-12-2-1,-1 0-10,25-3 29,-25 3-11,15 0-30,-2 0 3,-12 0 2,-1 0-110,28 0 46,-28 0 109,14 1-6,-2 1-30,-13-2-9,1 0 20,58-11-6,-58 11 39,14 0-83,14-2-19,-20 2 75,0-1 0,19 3-1,-27-1-3,14-4-75,24-8 175,-38 10-25,14-4-147,-3 4 60,-11 1 100,-1 0-206,20-10 119,-20 9 4,0-1-17,-1 0-1,1 1 0,0-1 0,0 0 0,0 1 0,1 0 1,-1-1-1,0 1 0,0 0 0,1 0 0,-1 0 0,4 0 1,-2-1-2,28-20-13,-30 21 19,16-22-2,-16 19-8,0-1 4,0-1 0,0 1-1,1 0 1,0 0 0,0 0 0,4-5-1,-6 9 6,0-1-9,11-17-10,-11 17-1,0-2 9,1 0 0,-1 1 0,0-1 0,1 1 1,0-1-1,0 1 0,0-1 0,0 1 0,0 0 1,5-5-1,-3 4 23,-3 2-26,4-10 30,-5 11-28,0 0 0,1 0 0,-1 0 0,0 0 0,0 1 0,1-1 0,-1 0 0,0 0 0,1 0 0,-1 0 0,1 0 0,-1 1-1,1-1 1,1-1 0,3-15 52,0 5-33,-4 9 1,0 2-48,9-21 51,-9 20-6,0-1-14,8-18-1,-8 19 38,-1-1-30,1 0 1,-1 0-1,0 1 0,1-1 0,0 0 0,0 1 0,0-1 0,1-2 0,-1 2 2,0 1 29,-4-15-68,3 2 37,0 0 1,1 0-1,0 0 0,1 1 1,0-1-1,2 0 1,0 1-1,7-18 0,-10 29 5,-1-1-15,1 0 0,0 0 1,0 0-1,1 0 0,-1 1 0,3-5 0,10-23 25,-12 27-4,1-13 45,0-1-15,0 0 36,2-32-1,-5 47-51,-5-13 17,4 11-38,0 0 0,1 1 0,-1-1 0,1 0 0,0 0 0,0 1-1,2-8 1,-2 10 6,-2-6-9,0 1 0,0 0 0,0 0 0,1-1 0,0 1 0,1-1 0,0 1 0,0-1 0,1-8-1,0-5 25,-1 18-27,0-15-14,2 2 25,-1 13 8,-3 1-16,0 0 0,0 0 0,1 0 0,-1 0 0,1-1 0,0 1 0,-1 0 0,1-1 0,-1-3 0,-3-8 25,1 4 31,0 1 1,0-1 0,-9-14-1,-14-8 75,25 30-100,-1 0-10,-8-6 61,-1 0 0,-1 1 0,1 0 0,-1 1 0,-17-6 0,-72-19 428,93 28-519,-50-10 175,46 8-151,0 2 0,0 0 1,0 1-1,-22-2 0,-14-2-2,-6 6 77,41 0-118,11 0 1,0 0 106,-31 0-150,31 0-25,1 0-60,-4 1 262,-29 6-1642,27-6 180,0 0 0,0-1 0,0 0-1,-15-1 1,17 0-3741,-8 1-3068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8:4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1887 332 7077,'-9'26'8084,"11"-28"-7838,16-16 3033,-20 16-2935,-17-12 157,17 13-112,-1-1-222,-15-5 10,0 0 1,-1 1-1,0 1 0,-19-2 0,-14-4 136,14 3-108,-63-4 0,57 8-93,-236-17 59,252 20-156,-67-1 18,-112 15 38,84-2-22,53 0-38,19-2-3,15-3-8,-67 21 0,78-19-10,4-2-7,-157 53 28,152-50-5,20-7-14,-1 0 0,1 0 0,0 1-1,1 0 1,-1 0 0,0 0 0,1 0-1,-6 6 1,8-7 10,1 0 1,-1 0-1,1 0 1,-1 0-1,0-1 0,1 1 1,-5 0-1,4 0-12,1-1 0,-1 0-1,0 1 1,0 0 0,1 0 0,-1-1 0,-2 4-1,-8 8 41,4-5-31,0 1 1,1-1 0,1 1 0,-12 18-1,-3 8 44,15-25-49,1 0-1,0 0 1,0 1-1,-5 14 1,-17 50 37,27-73-38,-4 16-22,-3 28 23,7-43-10,-2 14 40,-2 37-24,4-51 12,2 1-16,4 27-22,-5-28 38,1 3-18,0 1 1,0 0 0,1-1 0,0 1-1,0-1 1,5 10 0,-6-14 14,12 25-60,7-4 90,-18-21-30,7 12-98,-6-10 94,1 0 0,0 0-1,0 0 1,0-1 0,0 1 0,1-1-1,7 4 1,6 5 3,27 9-9,-25-10-14,31 12 0,-31-15 33,28 15 1,-44-21-13,0 0 0,0 0 0,0-1 0,1 1 0,-1-1 0,5 0 0,10 4 8,38 12-14,28-5 18,14-3-56,-67-2 48,76 12-44,-89-16 28,0-1 0,35 1-1,5 0-30,-38-2 57,33-2-1,-38 0-23,1 0 0,0 2 0,19 2 0,-14-1-4,1 0 1,42-4-1,-17 1 12,56-1-30,112 4 61,-169 3-78,22 1-19,-51-6 64,-14 0-4,22 5 36,-19-3-32,-2-2-1,23-1 3,-22 2-3,26-3-5,53-11-22,-74 10 13,-6 0 12,20-2-11,-8 3 0,-9 1-21,0 0 1,-1 0 0,1-1 0,8-3-1,-14 4 19,14-1 13,-9 1 13,-3 0-22,0 1 0,0-1 0,-1 0-1,1-1 1,0 1 0,0 0 0,-1-1 0,1 0 0,3-2 0,-5 3 7,0-1 0,1 1 0,-1-1 1,0 1-1,0-1 0,0 0 0,0 1 1,0-1-1,0 0 0,3-4 1,11-14 9,6-4-68,-13 15 88,0 0-1,-1-1 1,0 0-1,-1-1 1,11-19-1,-13 20-13,-4 8-41,0-1 32,23-58-29,-15 39 47,-7 19-17,0 0 0,-1-1 0,1 1 0,-1 0 0,0-1 0,0 1 0,0-1 1,0 1-1,-1-1 0,1-5 0,2-9 78,1 4 28,-1-1 1,0 0 0,-1-1-1,0-24 1,-6-67 167,-8 3 98,4 64-195,-2 1 1,-25-64-1,34 99-175,-10-21 54,-18-32 0,7 16 71,19 36-111,0 0 0,0 0 0,-1 0 0,0 0 0,0 1 0,0-1 0,0 1 0,-7-4 0,-37-25 83,41 29-92,-57-32 109,-106-43-1,159 75-124,-134-45-2250,109 38-1387,35 11 3282,0-1-1,0 1 0,0 0 0,0 0 0,0-1 0,0 1 0,0 0 1,0 0-1,0 0 0,0 0 0,0 0 0,0 1 0,0-1 0,0 0 1,0 0-1,0 1 0,0-1 0,0 1 0,0-1 0,0 1 0,-2 0 1,-8 7-7163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8:45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1133 19 6861,'12'-14'979,"-12"14"-953,0 0 0,0 0 0,0 0-1,0 0 1,0 0 0,0 0 0,0 0 0,0 0 0,0-1 0,0 1 0,1 0-1,-1 0 1,0 0 0,0 0 0,0 0 0,0 0 0,0-1 0,0 1-1,0 0 1,0 0 0,0 0 0,0 0 0,0 0 0,0 0 0,0-1 0,0 1-1,-1 0 1,1 0 0,0 0 0,0 0 0,0 0 0,0 0 0,0 0-1,0-1 1,0 1 0,0 0 0,0 0 0,0 0 0,0 0 0,-1 0 0,1 0-1,0 0 1,0 0 0,0 0 0,0 0 0,0 0 0,0 0 0,-1-1-1,-26 8 1532,24-6 99,0 1-1467,-1 0 0,1 0-1,-1-1 1,0 1 0,0-1 0,1 0 0,-1 0 0,0 0 0,0 0-1,0-1 1,-5 1 0,-2 0 127,7 0-159,-1-1 0,0 0 1,0 0-1,1 0 0,-1-1 0,-7-1 1,-13-1 340,-84-6 1386,97 9-1811,-26 0 327,0 1 0,-68 11 0,13 7 74,-150 50-1,224-62-418,0 0 0,1 1 0,0 2 1,-34 21-1,34-16-62,0 0 1,1 1 0,1 0 0,0 2 0,2 0 0,0 0-1,-13 24 1,15-18 17,1 0-1,2 0 0,-9 32 0,18-54-7,-30 112 28,29-111-39,1 0 0,-1 0 1,1 0-1,0 1 0,1-1 1,-1 0-1,0 0 0,1 0 0,1 6 1,0-1 17,0 3-13,0-1 1,1 0-1,0 1 1,1-1-1,0 0 1,1 0-1,0-1 1,0 0-1,1 1 1,0-2-1,0 1 1,1-1-1,0 0 1,1 0-1,11 8 1,3 5 46,-16-14-33,0-1 1,0 0-1,1-1 0,0 1 1,9 4-1,26 14 52,-20-10-55,40 17 0,-29-20-33,0 0-1,1-2 1,-1-2 0,37 4-1,144-1-256,80-15-198,-270 4 477,0-2 1,0-1-1,29-8 0,11-2 34,14-1-36,-20 3-13,96-7 0,-141 19 6,32-4-37,67-12 40,-109 16-52,15-4 142,-14 3-69,0 0-1,1 0 1,-1-1 0,0 1 0,0-1 0,4-2-1,1-2 15,-1-1 0,0 0-1,8-9 1,-12 13 29,-1 0 0,0 0 0,0-1 0,0 0 0,0 1 0,-1-1 0,0 0-1,1 0 1,-2 0 0,4-8 0,-1 1-4,-3 9 88,0-1-110,3-28 18,-3 28-26,-1 0-58,8-71 696,-7 71-508,-4-18 24,-5-68 135,7 86-359,2-15 92,-1 14-30,2-83 276,-2 84-212,-2-14 77,0 9-123,1 1 0,-1-1-1,-1 1 1,1 0-1,-1-1 1,0 1-1,-1 0 1,0 1 0,0-1-1,0 1 1,-1 0-1,-10-11 1,7 6 7,-1-1-29,7 9-6,0 0 0,0 0 0,0 0 0,-1 0 1,1 0-1,-1 0 0,0 1 0,-6-5 0,7 5 1,0 1 1,0-1-1,0 0 0,0 0 0,0 1 0,0-1 1,1 0-1,-1-1 0,-2-3 0,-8-10-4,-18-11 38,-23-18 12,37 33-7,0 1-1,-1 0 1,0 2 0,-22-10 0,28 16-26,-1 0 0,0 0 1,0 1-1,0 1 1,-16-1-1,-23-2-35,17 1 62,1 1 1,-48 3 0,-31 0 7,77-2 17,-53 5 0,46-1 25,-9 0 273,19-2 101,0 1 1,1 1-1,-39 10 0,1 5 25,-14 4-214,52-13-180,-2 2-500,31-10-103,-13 22-1660,8-17 1133,0 0 1,-1 0 0,0-1 0,0 0 0,-11 5 0,-10 2-5449,-5 1-2131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8:46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812 0 7445,'-41'12'2431,"10"-4"2093,23-7-3914,-1 0 1,1 0-1,0-1 0,-17-2 0,2 1-191,-32-1 339,-27 1-346,26 3-249,23-2-333,0 2-1,0 1 1,-38 9-1,-84 37-3909,55-7-2364,60-22 1431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0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2429 303 4328,'-29'2'950,"23"-1"628,12-1-1662,-1-1 1,1 1-1,-1-1 1,1 0 0,-1 0-1,0-1 1,0 0-1,13-5 8280,-8-11-7239,-9 12 1825,-30-8-2086,26 12-443,-13-3 252,-4 0-43,9 2-247,0 0 0,0 0 1,-12-7-1,22 10-204,0-1 1,-1 1-1,1 0 1,0-1-1,-1 1 1,1 0-1,0 0 1,-1 0-1,1 0 1,0 0-1,-3 1 1,2-1 8,0 0 0,0 0 0,0 0 1,0 0-1,0 0 0,0 0 0,0 0 0,0-1 1,0 1-1,-2-1 0,-17-5 234,1 2 1,-1 0 0,-29-1-1,7 2-88,-53-6 85,49 2-96,13 2-54,0-1 0,1-1 0,-35-13 0,63 18-93,0 0-1,0 1 1,0 0 0,-10-1-1,-10-2 108,14 3-99,5 1-17,0 0-1,0-1 1,0 1 0,0-1 0,-10-3-1,-93-9 29,24 4-59,-6-5 165,19-1 180,69 15-199,-6-1 15,-14-6-160,-43-8 69,34 7-36,0 2 0,0 0 0,-44 0 0,59 5 2,0-1-1,-25-5 0,26 3-32,0 2 0,-24-2 1,-31 2 22,-28 0-42,76 4 9,-13 0 65,-59 10-1,50-1-35,0 1 0,-53 24 0,-85 48 92,160-72-112,-1 0 1,2 2 0,0 0-1,-39 34 1,10 20-32,48-64 59,0 0 0,0 1 1,1-1-1,-1 1 0,1 0 0,1-1 0,-1 1 0,0 0 0,1 0 1,-1 7-1,-9 27-28,10-35 30,0 0 0,0 1-1,0-1 1,1 0 0,0 0-1,0 1 1,0-1 0,0 0-1,1 0 1,-1 1 0,1-1-1,0 0 1,2 6 0,4 23-49,-5-26 44,0 0 0,0 0 1,1 0-1,0 0 0,0-1 0,1 1 1,0-1-1,0 0 0,1 0 1,-1-1-1,10 9 0,8 13-32,-5-7 25,1 1-1,0-2 1,2 0-1,30 21 0,90 54-8,-132-89 29,181 95-198,-80-54 62,-74-32 78,57 13 0,-15-4-20,-51-16 48,1-1 0,30 3 0,-15-3-18,80 5-17,-67-6 33,81-3 0,12-8-10,2-5-4,29-4-9,-58-5 17,-90 13-21,1-1 0,38-17 0,-22 8-19,-28 11 57,-6 2-18,0-1-1,0-1 1,-1 0 0,19-11 0,10-6-36,-28 16 57,-1 0 0,22-16-1,65-60 25,-59 55-7,-30 17-10,1 0-1,1 0 1,16-10-1,-27 20 4,-1 1 1,1-1-1,-1 0 0,0-1 1,0 1-1,1 0 1,-1 0-1,0-1 0,0 1 1,0 0-1,0-1 0,0 1 1,0-3-1,11-13 2,-10 15 0,8-8 10,0 0 1,-1-1-1,10-14 1,-1 1 82,-15 21-62,-1 0 0,1 0 0,-1 0 0,0 0 0,0 0-1,0-1 1,-1 1 0,1-1 0,-1 1 0,0-1-1,0 1 1,0-1 0,0 0 0,0-5 0,-1 2-3,-1 1 0,1-1 1,-1 0-1,-1 0 1,1 0-1,-1 1 0,-1-1 1,1 1-1,-1-1 0,0 1 1,-6-9-1,4 6-2,0 0-1,1-1 1,0 1-1,-3-12 1,5 14-20,0 1 1,-1-1-1,0 1 0,0 0 1,-4-6-1,4 6-1,0 1 0,0-1 0,0 0 0,0 0 1,1 0-1,-2-7 0,3 7 5,-2 0 0,1 0 0,-1 0 1,1 0-1,-5-5 0,5 8 23,-3-12-8,0 1 24,4 11 86,-1 2-106,-1-3-15,-1 0 1,1 0-1,-1 1 0,0-1 1,-1 1-1,1 0 1,-1 1-1,1-1 0,-1 1 1,0 0-1,0 0 0,-6-2 1,-11-2-25,-38-4 0,21 4-31,-7-3-96,-1 2 1,1 3-1,-73 1 1,-34 0-4095,106 1 1706,5 0-3984,22 3-709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26 238 10477,'0'0'5888,"-2"1"-4473,-19 11 566,18-11-1231,4 3-214,14 266 1147,-8-81-1398,15 121-24,-20-268-236,-2-24-9,5 31 0,-4-40-11,6 28-75,-7-35 56,0-1 0,0 0 0,1 0 0,-1 1 0,0-1 0,0 0 0,0 0 0,0 0-1,-1 1 1,1-1 0,0 0 0,0 0 0,-1 1 0,1-1 0,-1 0 0,1 0 0,-1 0 0,1 0 0,-1 0 0,-1 2 0,1-4-27,0 0 1,0 0 0,-1 0-1,2 0 1,-1 0 0,0 0-1,0-1 1,0 1 0,0 0-1,1-1 1,-1 1-1,0 0 1,1-1 0,0 1-1,-1-1 1,1-2 0,-6-28-306,2 0 1,-1-60-1,3 26 183,-3-223 372,9 222 328,3-1-1,19-83 0,16-85 3064,-38 202-2821,-1 10-86,0 1 0,10-35 0,-7 48-441,-1 17-48,0 27-28,-3 1-577,-2 0 0,-9 60 1,-19 70-3600,24-145 3351,-23 87-3927,3-39-2495,6-23-2442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2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15 6805,'0'0'175,"0"-1"0,0 1 1,1 0-1,-1-1 1,0 1-1,0 0 1,0-1-1,0 1 0,0 0 1,0-1-1,0 1 1,0 0-1,0-1 1,0 1-1,0 0 0,0-1 1,0 1-1,0 0 1,0-1-1,0 1 0,0 0 1,0-1-1,0 1 1,0 0-1,0-1 1,-1 1-1,1 0 0,0-1 1,0 1-1,0 0 1,-1 0-1,1-1 0,0 1 1,0 0-1,-1 0 1,1 0-1,0-1 1,-1 1-1,1 0 0,0 0 1,-1 0-1,1 0 1,0 0-1,0-1 1,-1 1-1,1 0 0,0 0 1,-1 0-1,1 0 1,-1 0-1,-31-2 3567,-42 12-1484,56-6-1868,0 1 0,0 0 0,1 1 1,0 1-1,0 1 0,0 1 1,-25 17-1,22-11-64,1 1 1,0 0-1,1 2 0,1 0 0,-15 22 1,-3 10 221,3 2-1,3 1 1,-44 109 0,53-114-292,3 2-1,1 0 1,3 0-1,3 2 1,1-1 0,-3 93-1,12-111-211,2 1-1,1-1 1,1 0-1,2 0 1,1 0 0,2-1-1,1 0 1,1-1-1,2 0 1,1-1 0,30 47-1,-29-55-335,2 0-1,0-1 1,2 0-1,0-2 1,1 0 0,1-2-1,32 22 1,-28-23-1529,1-1 0,1-2 0,48 18 0,-65-28 50,0 0 0,0-1 0,18 3 0,30-8-9872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12285,'0'1'135,"0"-1"-1,0 0 1,0 1 0,0-1-1,0 0 1,-1 1-1,1-1 1,0 1-1,0-1 1,0 0 0,0 1-1,0-1 1,0 0-1,-1 1 1,1-1 0,0 0-1,0 0 1,0 1-1,-1-1 1,1 0 0,0 1-1,-1-1 1,1 0-1,0 0 1,0 0 0,-1 1-1,1-1 1,0 0-1,-1 0 1,1 0 0,0 0-1,-1 0 1,-15 12 2415,14-10-2435,1-1 0,-1 1 1,1 0-1,0 0 0,0 0 0,-1 0 0,1 0 0,0 0 1,1 0-1,-1 1 0,0-1 0,1 0 0,-1 0 1,1 1-1,0-1 0,-1 0 0,1 1 0,0-1 0,1 5 1,-2 10 176,-8 58 743,-1 99 0,10-103-845,-1 5-317,11 98 1,-6-140-439,5 32-2147,-3-24-2273,-5-40 2926,-1-5-768,0-13-4921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3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12809,'30'-27'8100,"-25"24"-7314,1 0-1,-1-1 1,1 2-1,0-1 1,0 1-1,11-4 1,-11 4-455,-1 0 1,1 1 0,0-1 0,0 1-1,0 0 1,1 0 0,-1 1-1,0 0 1,0 0 0,0 0-1,0 1 1,0 0 0,0 0 0,0 1-1,0-1 1,0 1 0,10 5-1,-9-3-304,-1 1 0,1-1-1,-1 1 1,0 1 0,0-1-1,-1 1 1,1 0 0,-1 0-1,0 1 1,7 12 0,-7-8 7,0 0-1,-1 0 1,0 0 0,-1 1 0,0-1-1,2 20 1,-3-3-300,-1 0-1,-2 1 1,0-1-1,-2 0 0,-9 39 1,5-35-842,-1-1 0,-1 1 0,-1-2-1,-2 1 1,-1-2 0,-2 1 0,-17 26 0,28-50 583,0 0-1,-1-1 1,1 0 0,-1 0-1,0 0 1,0 0-1,-1-1 1,-9 7 0,11-10-394,1 1 0,-1-1 1,0 1-1,0-1 1,0 0-1,-5 0 1,-16 0-7384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4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10 15785,'-39'-10'2145,"38"10"-2019,0 1 0,0-1-1,0 0 1,1 0 0,-1 1-1,0-1 1,0 0 0,0 1-1,1-1 1,-1 0 0,0 1-1,1-1 1,-1 1 0,0 0-1,1-1 1,-1 1-1,0-1 1,1 1 0,-1 0-1,1 0 1,-1 1 0,-10 20 1566,7-14-1233,-77 200 3459,75-189-3786,-4 14-480,-9 65-1,-2 7-2284,8-61-690,1-14-4358,6-12-1897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4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12137,'24'16'3998,"-24"-15"-3820,0 0-1,0 0 1,0 1-1,-1-1 0,1 0 1,0 0-1,0 0 0,0 0 1,-1 0-1,1 0 0,-1 0 1,1 0-1,-1 0 0,0 2 1,0-1 168,-3 11 251,1 0 0,1 0-1,0 0 1,0 21 0,0-5-10,-13 97 1509,3-35-1131,4 0 1,4 110-1,5-181-1120,2-1 0,1 1-1,11 35 1,11 17-4242,-25-69 2315,7-18-4140,-4 7 3843,10-21-6641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4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11741,'0'0'7093,"0"-2"-4849,0 1-2030,1-1-1,-1 1 1,1-1-1,-1 1 1,1 0-1,0-1 1,-1 1 0,1 0-1,0-1 1,0 1-1,0 0 1,0 0 0,0 0-1,0 0 1,0 0-1,0 0 1,1 0-1,0 0 1,2-1 117,-1 0 0,1 1-1,-1 0 1,1 0 0,0 0 0,-1 0 0,6 0-1,9 0 523,0 1-1,27 3 0,-22-2-375,97 9-389,-45 6-7435,-73-12 2022,-7 7 2362,5-9 1345,-11 25-9049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0 176 21258,'18'-3'2700,"19"-11"-264,-3-6-287,7 2-369,5 1-472,0 3-180,5-1-1120,-2 1-8,0 3 0,0-1-232,-6 3-1560,-5-2-720,-21 5-1353,3 0-3295,-3 1-7062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12545,'24'-19'1914,"-20"15"3960,-1 7-4448,13 17 508,25 25 0,-23-27-1053,-1 0-1,21 31 1,-17-14-210,-2 2 0,-1 0 0,23 71 0,20 128 654,-44-137-1173,-5 0 1,-3 0-1,-10 179 1,-67 297-3753,51-487 692,-3 0 1,-46 121-1,26-104-3720,2-13-4325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5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26 18050,'-10'-19'2568,"8"15"-97,66 3 776,-27-1-31,51 5-1,-64-1-3521,-18-2-7,1 1 1,-1-1-1,1 1 1,-1 0-1,0 0 1,1 1 0,-1 0-1,0 0 1,0 0-1,0 1 1,6 3-1,-12-5 167,0-1-1,1 1 0,-1-1 0,1 1 0,-1-1 1,0 1-1,0-1 0,1 1 0,-1-1 0,0 1 1,0 0-1,0-1 0,0 1 0,0-1 0,0 1 1,1-1-1,-1 1 0,0 0 0,-1-1 1,1 1-1,0-1 0,0 1 0,0 0 0,0-1 1,0 1-1,-1-1 0,1 1 0,0-1 0,0 1 1,-1-1-1,1 1 0,0-1 0,-1 1 0,1-1 1,-1 1-1,1-1 0,0 0 0,-1 1 1,-24 23-4881,13-14 1500,-10 16-7922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6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16834,'89'-9'2916,"-66"-14"-384,9 11-100,-1 4-408,4-4-387,-1 4-341,4-4-228,-1 6-488,-2 1-556,-4-1-608,-5-3-1020,-12 4-1149,-2-4-647,-1 0-3377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8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4071 67 5649,'0'0'15218,"-3"-1"-14912,-10-2-146,0 1-1,1 0 1,-1 1-1,-18 0 0,-21-1-14,-25-8-24,-111 2 0,-78 18-86,135-4-37,-129 11-48,91-5 63,-83 16 58,93-8-72,-88 15 22,-19 9-39,110-15-41,-108 33-241,206-44 292,-167 40-32,180-51 45,1-3 0,-52-1 0,75-2-17,1 0-1,-30 7 1,46-8 11,0 1 1,0-1 0,0 1 0,0-1-1,0 0 1,0-1 0,-6 0 0,-8-1-18,-3 5 4,-1 1 0,1 1 0,-39 13 0,-1 1 39,18-6-28,1 2 0,1 2 0,-58 33-1,9-5-34,68-34 38,1 1 0,0 1 1,0 1-1,2 0 0,-1 2 0,2 0 1,0 1-1,-24 31 0,-46 76-29,78-107 33,0 1-1,-9 25 1,5-13-41,6-9 47,1-1-1,1 1 1,0 0-1,2 0 1,1 0-1,0 1 1,1 22-1,1-15-9,1-1 0,2 0 0,9 50-1,5-2-20,4 0 1,33 84-1,-33-116 12,1-2 0,53 77 1,-54-89 22,2-2 1,1 0-1,1-2 1,1 0 0,1-2-1,1 0 1,1-2-1,1-2 1,1 0-1,1-2 1,1-1 0,0-2-1,56 19 1,-1-10 33,108 16 0,78 0-71,181 31 50,-223-36 1,-91-16-18,-43-6 5,105 21-52,-30-4 43,-48-11-3,-58-10-11,0-3 0,77-2 1,-64-3 13,127-11-4,-56 1 12,-93 5-26,84-18 0,-22 3 14,-48 7-10,97-31 1,-111 27 14,35-12-5,-2-4 1,-1-3 0,151-86-1,-240 121-2,36-21 18,67-49 0,-92 61 15,-1 0 0,0-1-1,-1 0 1,0 0 0,0-1-1,-1-1 1,-1 1 0,0-1-1,0-1 1,5-14 0,-2-4 34,-1-2 0,-2 1 1,-1-1-1,-1 0 0,-1-45 1,-4 62-26,-1 1-1,0-1 1,-5-19 0,-3-34 13,-3-28 201,1 3-22,9 73-109,-1 1 0,-11-37 0,-2-9 277,12 46-317,-2 1 0,0 0 1,-1 1-1,-1 0 0,-11-19 0,8 15 115,0-1-1,-11-37 1,-17-47 480,24 72-350,-12-46-1,11 36 2,12 36-256,0-1-1,1 0 0,-4-16 1,4 14-42,-1 0 1,-1 0-1,0 1 1,-1-1-1,-9-14 1,-2-6-99,11 21 72,-1-1 1,0 1-1,0 1 1,-1-1 0,-11-10-1,1 0 7,-7-7-33,-38-31 0,8 7 110,11 12-15,-16-17 653,51 47-576,7 8 366,0 1-332,0 0-1,1 0 0,-1 0 0,1-1 0,-1 1 0,1 0 1,0-1-1,0 1 0,-1-1 0,1 0 0,0 1 1,0-1-1,0 0 0,1 1 0,-1-1 0,0 0 1,1 0-1,-1-2 0,1 2-186,0 1 0,0 0 0,0 0 0,-1-1 0,1 1 0,0 0 0,0 0 0,-1-1 0,1 1 0,-1 0 0,1 0 0,-1 0 0,0 0 0,1 0 0,-1 0 0,0 0 0,0 0 0,0 0 0,1 0 0,-1 0 0,0 0 0,0 0 0,-1 1 0,1-1 0,0 0 0,0 1 0,0-1 0,-2 0 0,-3-1 0,-21-15 0,-43-18 0,-75-24-1314,132 56 377,0 0-1,-1 1 1,1 1 0,0 0-1,-1 1 1,-23 2 0,15-1-1148,13 0 95,-1 0 0,1 0 0,-1 1 0,-16 5 0,8 4-7883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4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93 5793,'-2'-27'1537,"1"22"1912,-6 27-1850,8-13 5689,3-4-7060,1 1-1,-1 0 1,0 0 0,0 1-1,-1-1 1,5 13 0,-5-14-211,1 3 57,0-1 0,1 0 0,-1 0 0,1 0 0,1-1 0,-1 0 0,1 0-1,1 0 1,-1-1 0,14 9 0,6 1 60,44 21 0,-62-33-117,11 6 0,0-1 0,1-1 0,0-1 0,1-1 0,-1-1 0,36 4-1,-27-6-2,-15 0-8,0-1 0,0-1-1,27-2 1,67-3-7,-20-2 1,-6 3-4,-40 7 46,-19-1-47,-1 0 2,0-1-1,0-1 1,1-1 0,36-6 0,-10-1 2,-31 5-4,0 0-1,0-1 0,0-1 1,19-8-1,139-54-12,-161 62 17,-13 4-1,1 0 0,0-1 0,0 1 0,0 0 0,1 0 0,-1 1 0,0-1 0,0 1 0,0-1-1,1 1 1,-1 0 0,0 1 0,0-1 0,0 0 0,1 1 0,-1-1 0,0 1 0,0 0 0,0 0 0,0 1 0,0-1 0,0 0 0,4 4 0,10 2 8,-1-1 1,1-1-1,0 0 0,1-1 1,-1-1-1,1-1 1,-1-1-1,1 0 0,0-1 1,0-1-1,-1 0 1,33-8-1,35-6-12,-51 9 2,-1 0 1,60-20-1,-86 23 2,0 1 0,0 0 0,0 0-1,13 0 1,16-5-31,-14 3 23,1 0 0,0 1 0,0 1 1,35 3-1,-32-1 6,5-2 17,1-1 0,31-7 0,39-4-35,25 0-26,-89 8 86,-35 6-38,0-1 24,23-1-23,0 0 1,41 3 0,-14 0 3,-1 1 5,89 13 0,-123-11-9,29 10 1,12 2-1,-52-15 2,1 1-3,-1-1-1,1 1 1,0 0 0,0 0 0,-1 1 0,9 4 0,-9-4 1,-1 0 0,1-1-1,0 0 1,0 0 0,0-1 0,0 0 0,0 0 0,0 0 0,0-1 0,0 0 0,0-1 0,8-1 0,10-2 10,0-2 0,25-8 0,47-22-30,-58 21 35,1 1 0,57-13 0,30-4 184,-124 31-152,4 0 3,6 0 100,1 0-1,-1-1 0,1 0 1,19-5-1,37-6 434,-48 9-430,-18 3-84,-1-1-39,30-3 34,-29 3 185,11-1 10,-6-1-2560,-24 0 440,-28 0-7124,25 3 88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7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107 276 14461,'-12'27'1886,"10"-22"-197,0-3-161,-2 6-1121,1 0 0,-1 0 0,2 0 0,-1 0 0,1 0 0,0 1 0,1-1 0,-1 9 0,0 75 946,3-58-906,16 577 1492,-14-580-2466,1 1 0,14 51-1,-16-68 433,1 6-449,-1-20 205,1-14 21,-2-18-137,-2 0 1,-8-60-1,3 30 53,-12-155 335,16-353-1,4 480 688,2-12 647,-3 45-172,-2 45-840,1 1 1,2-20 0,-1 27-72,-3 55-806,-2-1-1,-13 66 1,-7-9-3123,-5-3-4373,13-52-1288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903 14 16894,'-4'-2'393,"1"0"1,-1 0-1,0 1 1,0-1 0,0 1-1,0 0 1,-1 0-1,1 1 1,0-1 0,0 1-1,0 0 1,-1 0-1,1 0 1,-8 2 0,-5 1 420,1 1 0,-21 7 0,19-4-531,1 1 0,0 0-1,1 1 1,-1 1 0,-17 14-1,1 3 62,-36 37 1,31-22-126,1 1 1,2 2 0,-50 84-1,-63 165 313,107-200-486,4 2 0,4 2 0,5 1 0,-25 154 0,49-218-189,2 0-1,1 1 0,1-1 0,2 1 1,2-1-1,14 62 0,-10-68-162,0-2 1,2 1-1,2-1 1,0-1-1,2 0 0,0-1 1,2-1-1,31 39 0,-36-52-121,-1-1-1,2 1 0,-1-2 0,2 0 0,-1 0 1,1-1-1,0-1 0,1 0 0,0-1 0,22 7 1,-19-8-1176,0 0 0,1-2 1,0 0-1,36 1 0,-29-6-3299,30-4-1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8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8 15257,'-29'-8'4175,"28"9"-3911,1 1 0,-1-1 1,1 0-1,0 1 0,-1-1 1,1 0-1,0 1 0,0-1 1,0 1-1,0-1 0,0 3 104,-6 295 4731,7-265-5367,1-1 1,1 0-1,14 56 1,3 17-5932,-19-102 3258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8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44 16806,'19'-19'3627,"-18"17"-3278,0 1-1,0-1 1,0 0-1,1 1 1,-1-1-1,1 1 1,-1 0 0,1-1-1,0 1 1,-1 0-1,1 0 1,0 0-1,0 0 1,0 0-1,0 1 1,3-2-1,5 1-56,-1 0-1,0 1 0,1 0 1,-1 1-1,0-1 0,0 2 1,0 0-1,0 0 0,0 0 0,0 1 1,0 0-1,-1 1 0,1 0 1,-1 0-1,0 1 0,0 0 1,-1 1-1,1 0 0,-1 0 0,-1 0 1,8 9-1,-7-6-296,-1 1-1,0 0 1,-1 0-1,0 0 1,-1 1-1,0 0 1,0 0-1,-1 0 1,0 0-1,-1 0 1,-1 0-1,0 1 1,0-1-1,-1 1 1,0-1-1,-3 15 1,-4 14-165,-1 0 0,-1 0 1,-19 46-1,12-40-1461,-2-1-1,-26 47 1,31-69-653,-30 38 0,32-48 51,-1 0 0,0-1 0,-22 18 0,-5-3-8384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8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2 14929,'0'0'305,"-1"-1"0,0 1-1,0 0 1,0 0 0,0-1 0,1 1-1,-1 0 1,0 0 0,0 0-1,0 0 1,0 0 0,1 0-1,-1 1 1,0-1 0,0 0-1,0 0 1,1 1 0,-1-1-1,-1 1 1,-11 12 1962,8-4-2253,1-1 1,0 1 0,-3 9-1,2-3 834,-33 70 319,11-25-908,-31 101 0,8 29-4123,47-181 1750,0 1 1,-9 16 0,7-14-2246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11 16734,'7'5'2110,"-12"-8"-430,-12-9 815,16 12-2393,1 0-1,-1 0 1,1 1 0,-1-1 0,1 0-1,0 0 1,-1 1 0,1-1 0,-1 0-1,1 1 1,0-1 0,-1 0 0,1 1-1,0-1 1,0 0 0,-1 1 0,1-1-1,0 1 1,0-1 0,-1 1 0,1-1-1,0 0 1,0 1 0,0-1 0,0 1-1,0 0 1,-6 16 570,-11 118 1093,-1 262-1,19-363-2273,1 0 1,10 50-1,-7-61-2380,1 0 0,10 26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9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84 19222,'-14'-38'2608,"28"33"-132,6-10-116,-8 7-443,14 5-381,-3-3-308,11 3-256,18 3-524,-15-3-448,4 0 0,-4 6 0,-17 0 0,15 3-1436,-4 0-740,-19 11-4281,5 0-240,-34 3-6320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19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22346,'26'-17'2892,"0"5"-391,8-8-353,-5 6-460,3 5-496,2 1-1192,4-1 0,2 3 0,0 0-324,-2-2-1572,-4-9-1088,-20 5-329,9 9-3815,3-3-7010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738 1 11381,'-21'22'2388,"1"2"0,1 0 0,-27 47 0,-37 88-295,44-81-890,-194 448 2092,64 23-3524,96-213-2055,40-115-4372,31-194 783,9-8-3625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2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98 12069,'0'1'82,"0"-1"0,0 0 1,0 1-1,0-1 0,0 0 0,0 1 0,0-1 0,0 0 1,0 1-1,0-1 0,0 0 0,0 1 0,0-1 0,0 0 1,-1 1-1,1-1 0,0 0 0,0 1 0,0-1 0,-1 0 0,1 0 1,0 1-1,0-1 0,0 0 0,-1 0 0,1 1 0,0-1 1,-1 0-1,1 0 0,-1 0 0,1 1 37,-1-1 0,1 0 0,-1 1 1,1-1-1,-1 1 0,1-1 0,-1 1 0,1-1 0,0 1 0,-1-1 0,1 1 0,-1-1 0,1 1 0,0-1 1,0 1-1,-1-1 0,1 1 0,0 0 0,0-1 0,0 1 0,-1 1 0,-46 217 4514,43-191-4353,1 1 0,1 29 0,0 12 80,1-56-215,1-11 266,2-4-344,3-2-63,-2 0 0,1 0 0,0 0 0,-1-1 0,1 1 0,-1-1 1,0 0-1,0 0 0,0 0 0,-1 0 0,1 0 0,2-7 0,1-7-66,0 0 1,3-19-1,2-5-17,36-170 115,-46 209-36,11 20 171,59 113-97,-49-99 484,1-2-1,2 0 1,0-2-1,59 49 1,-74-69-259,0 0 0,0 0 1,1-1-1,0-1 0,1 1 1,19 5-1,-24-9-139,-1 0 0,1-1 0,0 1 0,0-1-1,0-1 1,0 1 0,0-1 0,-1 0 0,1-1 0,0 0 0,0 0 0,0 0 0,7-4-1,-10 3-115,-1 0-1,1-1 0,-1 1 0,0-1 0,0 0 1,0 0-1,0 0 0,-1-1 0,1 1 0,-1-1 1,0 1-1,3-8 0,-2 7-71,-2-1 1,1 0 0,0 0-1,-1 0 1,0 0 0,0 0-1,0 0 1,-1 0-1,0 0 1,0 0 0,-1-9-1,-2-4-500,-10-34-1,6 25-185,-1-2-409,-2 0-1,-1 1 1,-16-31 0,-51-76-10132,46 83 642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2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16858,'16'33'7938,"1"-3"-5249,17 34-605,13 53-1018,-5 1 0,48 226 0,-69-223-1064,-5 0 1,1 142-1,-29 245-36,-9-310-1288,12-148-1053,-30 93 0,19-84 473,-34 89-7565,13-64-2848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3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133 340 7413,'0'0'85,"-1"0"0,1 0 0,0 0 0,-1 0 0,1 0 0,0 0 0,-1 0-1,1 1 1,0-1 0,0 0 0,-1 0 0,1 0 0,0 1 0,0-1 0,-1 0 0,1 0 0,0 1 0,0-1 0,0 0 0,-1 1 0,1-1 0,0 0 0,0 0 0,0 1 0,0-1 0,0 0 0,0 1 0,-8 6 7644,-24-11-6566,29 3-711,3 3-355,-1 0 0,1 0 0,-1-1 0,1 1 0,-1 0 0,0-1 0,0 1 0,0 0 0,0-1 0,-1 2 0,-8 15 359,8-2-37,0 0-1,0 25 1,2-13-73,0 146 888,0-138-818,10 61-1,-1 15 27,-2-37-212,-5-61-439,0 0 1,-1 0 0,0-1 0,-1 1 0,-4 26 0,2-28-441,1-10-233,-2-3-227,-3 0 726,4 0 268,0 1 0,0 0 0,0-1-1,0 0 1,0 1 0,0-1 0,0 0 0,0 0-1,0 0 1,0 0 0,1-1 0,-1 1 0,0 0-1,1-1 1,-1 1 0,1-1 0,0 0 0,-1 1-1,1-1 1,0 0 0,0 0 0,0 0 0,0 1-1,1-1 1,-2-2 0,-6-20-263,1 1 0,2-1 0,0 0-1,1-1 1,1 1 0,2-1 0,1-33 0,4-7 575,21-103 0,-14 123 494,1 0-1,24-57 0,46-81 2537,-32 73-520,-4-8 1735,-45 114-3647,-2 9-546,-13 33-1155,-1 0 0,-35 63 0,-4-1-3036,13-24-3921,9-23-3221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3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757 25 15301,'0'-1'164,"0"0"0,0 0 0,-1 0 0,1 1-1,0-1 1,0 0 0,-1 0 0,1 0 0,0 0-1,-1 0 1,1 0 0,-1 1 0,1-1 0,-1 0-1,1 0 1,-1 1 0,0-1 0,1 0 0,-1 1-1,0-1 1,0 1 0,1-1 0,-1 1 0,0-1-1,0 1 1,0-1 0,0 1 0,1 0 0,-3-1-1,-1 0 339,-1 0 0,0 1 0,1-1 0,-1 1 0,0 0 0,-7 1-1,-2 1 115,0 0 0,0 1 0,-24 9 0,15-1-363,1 0 1,0 2 0,1 1 0,1 0-1,0 1 1,1 2 0,-25 26 0,-3 9 372,-54 83 0,58-69-274,4 1-1,2 3 1,4 1 0,2 1 0,-21 80-1,40-110-360,2 0 0,2 0-1,1 1 1,3 0 0,1 0-1,3 0 1,1 0 0,2 0-1,2 0 1,20 81 0,-19-105-260,0-1 1,1 1-1,1-2 1,1 1 0,0-1-1,2-1 1,-1 1 0,2-2-1,24 26 1,-26-31-363,1-1 0,0 0 0,0-1 0,1 0 0,0-1 0,14 6 0,-15-8-695,1 0 1,1-1-1,-1-1 1,0 0-1,1-1 1,0 0-1,15 0 1,33-5-9468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87 13209,'-5'24'1922,"4"-19"1183,-10 12-950,8-11-1787,1-1 0,-1 1 0,1 0 0,1 0 0,-1 0 1,1 0-1,0 0 0,0 7 0,-4 22 850,1-19-543,1 0 0,-1 31-1,4-43-398,-9 19 536,22-89-961,-12 63 127,0 0 4,15-57-100,-15 57 108,0 1-60,0 1 60,-1 0-1,1 0 1,0 0-1,0 0 1,0 0-1,0 0 1,0 0-1,0 1 1,0-1-1,0 0 1,0 1-1,0-1 1,0 0-1,0 1 1,0-1-1,1 1 1,-1 0-1,0-1 1,0 1-1,1 0 1,1 0-1,-1 0 6,0 1 0,0-1 0,0 1 0,0-1 0,0 1 0,-1 0 0,1 0 0,0 0 0,0 0 0,-1 1 0,1-1 0,0 0 0,-1 1 0,2 1 0,53 58-119,-31-33 148,28 26 1,-9-11 20,-28-27 495,31 25 0,-28-24-32,-17-15-153,-1-6-303,0-1-90,1 0 0,-1 0 0,0 0 1,0 0-1,-1-1 0,0 1 0,0 0 0,0-1 0,-1-5 0,-19-101-2117,-6-27 265,17 99 1559,-7-22 8,15 60 187,1-1-3026,-1-14 1904,-1 3-1174,2 5-3435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5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6553,'0'0'9746,"0"3"-9113,7 148 2530,1 3-1963,-8-142-1098,1 0 1,0-1-1,4 17 0,-4-27-88,-1 1 0,1 0-1,-1 0 1,0 0 0,0-1 0,0 1 0,0 0-1,0 0 1,-1 0 0,1-1 0,0 1 0,-2 3-1,2-4 4,-1 0-1,1 1 0,0-1 1,-1 1-1,1-1 0,0 1 0,0-1 1,0 1-1,0-1 0,0 1 1,0-1-1,1 1 0,-1-1 0,0 1 1,1 1-1,6 19 43,-6-20-130,-6-14-81,-1-12-87,0 0 1,1 0-1,1-1 0,0-26 1,4-105-397,1 76 387,2-24 202,3 74 308,-6 28 709,3 2-850,1 0-94,-3 0-14,1-1 0,0 1 1,0 0-1,0 0 1,0 0-1,0 1 0,0-1 1,0 0-1,0 1 0,-1-1 1,1 1-1,0 0 1,0-1-1,-1 1 0,1 0 1,0 0-1,-1 0 1,1 0-1,-1 0 0,1 1 1,-1-1-1,1 0 0,-1 1 1,0-1-1,0 1 1,2 2-1,102 137 666,-79-108-418,1-1 0,38 33 1,-39-38 150,-22-24 35,-1 1 0,1-1 0,0 0 0,0 0 0,0 0 0,7 3 0,-10-23 228,0-10-834,-1-1 1,-1 1-1,-6-36 0,-1 22-487,-2 1-1,-17-43 1,26 78 578,-10-22-738,-1 1 0,-25-42 0,10 20-2627,3-2-4333,18 31-270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5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6 15557,'0'0'85,"0"-1"-1,0 1 0,0 0 0,0 0 0,0 0 1,0-1-1,0 1 0,0 0 0,0 0 1,0-1-1,0 1 0,0 0 0,1 0 0,-1 0 1,0-1-1,0 1 0,0 0 0,0 0 0,1 0 1,-1 0-1,0 0 0,0-1 0,0 1 1,0 0-1,1 0 0,-1 0 0,0 0 0,0 0 1,1 0-1,-1 0 0,0 0 0,0 0 0,0 0 1,1 0-1,-1 0 0,0 0 0,0 0 0,1 0 1,-1 0-1,0 0 0,0 0 0,1 0 1,-1 0-1,0 0 0,0 0 0,0 0 0,1 0 1,-1 0-1,0 1 0,0-1 0,0 0 0,1 0 1,14 16 2547,15 28-309,-27-40-2038,16 30 579,-1 1 1,-2 1-1,-1 0 0,-2 1 0,11 49 1,23 195 926,-37-165-1605,-4-1-1,-5 1 0,-28 225 1,10-238-1389,-4-2-1,-49 140 1,57-203-271,-3-1 0,-31 56-1,32-69-1519,-1-1 0,-26 30-1,-18 11-9985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6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93 416 8017,'14'32'8264,"-17"-32"-8055,-26 8 21,26-7 276,0-1-154,-1 0-644,-7-1 1327,0 1 1,0 1 0,-18 3 0,26-3-288,11-2-426,0-1-1,-1 0 1,0-1 0,1 1 0,-1-2 0,10-5 0,-9 5 42,7-5 217,0-1 1,-1 0-1,20-19 0,-13 11-229,-11 9-353,-2-1 1,1 1 0,-1-1 0,0-1 0,-1 0 0,0 0 0,-1 0 0,0-1-1,-1 0 1,6-20 0,-10 26-139,1 0-1,-1 0 1,-1 0-1,1 0 1,-1 0-1,0 0 1,-1 0 0,1 1-1,-2-9 1,-18-53-1595,15 51 1317,2 12 183,1-1 0,0 1 0,-1-1 1,0 1-1,0 0 0,0 0 1,0 1-1,-5-5 0,-7-9-2036,14 16 1751,-1-1 0,1 1 0,0 0 0,-1 0 0,1 0 0,-1 0 0,0 0 0,1 1 0,-1-1 0,0 1 0,1-1 0,-3 0 0,1 0-1617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90 14973,'-40'-5'2817,"40"5"-2751,-1 0 0,1 0 0,0 0-1,0 0 1,0 0 0,-1 0 0,1 0 0,0 0 0,0-1 0,0 1 0,0 0 0,-1 0 0,1 0 0,0 0 0,0 0 0,0 0 0,0-1 0,0 1 0,-1 0 0,1 0 0,0 0 0,0 0 0,0-1 0,0 1 0,0 0 0,0 0 0,0 0-1,0-1 1,0 1 0,0 0 0,0 0 0,0 0 0,0-1 0,0 1 0,0 0 0,0 0 0,0 0 0,0-1 0,0 1 0,0 0 0,0 0 0,0 0 0,0-1 0,0 1 0,0 0 0,0 0 0,1 0 0,-1 0 0,0-1 0,0 1 0,0 0-1,0 0 1,0 0 0,1 0 0,-1 0 0,0 0 0,0-1 0,0 1 0,8-8 871,-3 5-462,0 0 1,0 1-1,-1-1 0,1 1 0,1 0 1,-1 0-1,0 1 0,0 0 1,1 0-1,-1 0 0,8 0 0,1-1 75,317-25 2482,-145 16-2168,-137 8-4383,14 1-9061,-82 2-1104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 16598,'13'-2'2612,"-23"-5"349,6 5-2395,2 1 807,1 4-275,-8 86 859,-8 44-1047,-27 252-4454,29-206-7511,9-125 563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7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18546,'-2'3'2342,"-2"3"-1679,0-1-1,0 1 1,1 1 0,0-1-1,0 0 1,1 1 0,-4 12-1,-5 54 844,7-46-726,-8 71 725,1 120 1,4-25-1571,3-83-782,3-86-187,2-1-1,0 1 0,10 46 1,-10-66 160,8-58-4830,-10-18 1388,-9-76 0,4 77 880,0-4-1370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7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15 166 11781,'18'-46'3933,"-13"32"-1928,0 1 0,11-21 0,-13 30-1516,0 0 0,0 0-1,0 0 1,0 0 0,0 0-1,1 1 1,0 0 0,0-1-1,0 2 1,0-1 0,6-3-1,16-7 1338,-20 13-1093,3 5-443,-7-4-240,0 0-1,1 0 1,-1 0 0,0 0-1,0 1 1,0-1 0,0 1-1,0 0 1,0 0-1,0-1 1,0 1 0,-1 0-1,1 1 1,-1-1 0,0 0-1,1 0 1,-1 1-1,0-1 1,0 0 0,1 5-1,0 3-38,-1 0 0,0 0 0,0 0 1,-1 0-1,0 0 0,-3 18 0,-16 61-1080,3-24-515,11-43 559,-1 0 1,-1-1-1,-1 0 0,-1 0 0,-16 28 0,6-19-4149,-25 33 0,16-28-4254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8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0 14741,'-39'3'957,"-26"4"1837,53-4-2338,0 1 0,-1 0 1,1 0-1,1 1 0,-1 0 0,1 1 1,0 1-1,0 0 0,1 0 1,0 1-1,0 0 0,1 1 0,0 0 1,0 1-1,-9 13 0,-8 13 391,2 2 0,-38 80 0,32-52-294,3 2 0,2 2 1,4 0-1,3 1 1,-15 123-1,28-117-483,5-1 1,2 1-1,15 87 1,-14-132-457,3 0-1,0 0 1,2 0 0,2-1 0,1 0-1,1-1 1,1 0 0,2-1-1,1 0 1,35 46 0,-44-65-271,1-1 1,0-1-1,0 0 1,1 0-1,0 0 1,16 9-1,-17-13-746,1 1 1,0-1-1,0-1 0,0 1 1,10 1-1,40 5-10287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8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15729,'0'0'4496,"-1"4"-2565,-5 25-216,1 1-1,2-1 1,0 53 0,13 96 109,-2-82-1312,-8-94-514,1 23-411,1 1 0,1-1 0,1 1-1,8 24 1,-9-40-987,0 0 0,2 21-1,-4-26 552,-4 0-2698,-11-1 1287,-1-1-4087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27 16958,'2'0'435,"0"0"0,0-1 1,0 1-1,-1-1 0,1 0 1,0 1-1,0-1 0,-1 0 1,1 0-1,-1 0 0,1 0 1,2-3-1,-2 3-168,0-1 0,-1 1-1,1 0 1,0-1 0,0 1 0,0 0-1,1 0 1,-1 0 0,0 1 0,0-1 0,4 0-1,3 0-6,0 1 0,0 0 0,0 1 0,-1 0 0,1 0 0,0 1 0,0 0 0,0 0 0,-1 1 0,1 0 0,-1 1 0,0 0 0,0 0 0,12 9 0,-14-8-91,0 0 1,0 1-1,-1-1 0,0 1 1,0 0-1,0 0 1,-1 1-1,0-1 0,0 1 1,-1 0-1,0 0 1,0 1-1,0-1 0,-1 0 1,0 1-1,-1 0 1,1 9-1,0 9-346,-2-1-1,-1 1 1,-1-1 0,-2 0 0,0 0-1,-2 0 1,-12 38 0,-2-11-540,-2-1 0,-39 67 1,58-113 388,-8 14-575,-1 0 0,-21 27-1,28-40 151,-1-1-1,1 1 1,-2-1 0,-7 6 0,10-8-534,-2 0 1,1 0 0,0-1 0,-1 0 0,1 0 0,-10 2 0,-7 0-9122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8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0 18490,'-77'75'2328,"60"-44"-252,5 1-272,3-3-348,4 5-139,2 4-569,-6-1-364,1-2-332,8-1-540,8-5-485,-2-18-227,0 10-640,2-7-780,12-26-5413,6-19-2484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15297,'-3'2'392,"0"1"-1,0-1 1,1 0-1,-1 1 0,1 0 1,0-1-1,0 1 0,0 0 1,0 0-1,1 0 0,-1 1 1,1-1-1,-1 0 1,1 1-1,0-1 0,1 0 1,-1 1-1,0-1 0,1 1 1,0-1-1,0 1 1,0-1-1,0 1 0,1-1 1,0 6-1,17 303 5172,-4-32-5426,-13-262-1020,2 0 0,5 25 0,4 5-4894,-25-56-4285,-1-1 361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20430,'38'-3'2556,"-27"-3"-40,-2 0-307,17 4-341,-3-1-368,-3 0-304,0 3-704,6 0-492,20 0 0,-32 3 0,12 2 0,-3-2-116,-6 0-1764,4 3-408,-33 0-4265,-14 14 72,-3 0-5984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9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21502,'78'-17'2960,"-32"-1"-336,-6 4-443,-3 3-453,1-4-376,-4 7-932,3-1-420,-5 0-376,3 6-1400,-7-8-904,7 8-1869,-18 6-2335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647 0 18214,'-7'11'1293,"0"1"1,1-1-1,0 1 1,-4 14-1,-4 8 27,-97 227 935,11 4 1,-90 386-1,135-430-3414,-65 329-4799,106-473 1880,8-45-4155,6-32 8074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7 10493,'-4'-6'1820,"0"8"-464,-3 14 774,6-13-1631,0 0 1982,-31 5-352,21-6-1846,1-1 0,-1 1 0,-18-1 0,-25 2 104,23 3-223,-138 27 682,140-26-201,0 2 0,0 1 0,-44 22 0,65-27-213,-1 0 1,1 1-1,-8 7 0,12-9-217,4-4-199,-1 0 0,1 0 0,0 0 1,0 0-1,0 0 0,0 0 0,-1 1 1,1-1-1,0 0 0,0 0 0,0 0 1,0 0-1,0 0 0,0 1 0,0-1 1,0 0-1,-1 0 0,1 0 0,0 0 1,0 1-1,0-1 0,0 0 0,0 0 1,0 0-1,0 1 0,0-1 0,0 0 1,0 0-1,0 0 0,0 0 0,0 1 1,0-1-1,0 0 0,0 0 1,1 0-1,-1 0 0,0 1 0,0-1 1,0 0-1,0 0 0,0 0 0,4 9 125,0 0-1,1 0 1,-1-1-1,2 1 0,-1-1 1,1-1-1,1 1 1,-1-1-1,1 0 1,0-1-1,15 12 1,12 5 894,59 29 0,-34-20-667,-34-17-368,81 50 0,-94-56 0,0 0 0,0 1 0,-1 0 0,0 1 0,16 21 0,-26-30 0,0 1 0,0-1 0,0 0 0,0 0 0,0 0 0,-1 1 0,1-1 0,-1 0 0,1 1 0,-1-1 0,0 1 0,0-1 0,0 0 0,-1 1 0,1-1 0,0 1 0,-2 3 0,-14 32 0,16-38 0,-3 5-331,0 1-1,0-1 1,-1 1 0,0-1-1,0 0 1,0 0-1,-1-1 1,1 1 0,-1-1-1,0 0 1,-1-1 0,1 1-1,0-1 1,-1 0-1,0 0 1,0-1 0,0 1-1,-9 1 1,0-1-1083,1-1 1,-1-1 0,1-1-1,-1 0 1,1-1-1,-1 0 1,-15-4-1,-13-5-10765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0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17094,'0'0'2572,"4"0"-224,1 0-1951,0 0-1,0 0 1,0 0-1,0 0 1,0 1-1,0 0 1,0 0-1,0 0 1,0 1-1,0 0 1,-1 0-1,1 0 1,-1 0 0,1 1-1,6 4 1,22 20-225,-1 1 0,-1 1 1,-2 2-1,0 0 0,-3 2 1,45 72-1,-46-58 71,-1 0 0,-3 2 0,-2 0 0,-2 1 0,11 56 0,-13-31 64,-4 0 0,-3 0 0,-1 79 0,-10-52-49,-25 172 0,4-136-258,-5-2 0,-7-1 0,-56 140 0,-1-57 31,63-155-108,-54 80 0,78-132-432,-1-1 0,-1 0-1,1-1 1,-2 0-1,1 0 1,-1-1 0,-1 0-1,-16 11 1,24-18 151,0 0 0,0 0 0,0 0 0,0-1 0,0 1 0,0-1-1,0 0 1,0 1 0,-1-1 0,1 0 0,0 0 0,0 0 0,0-1 0,0 1 0,-1-1 0,1 1 0,0-1 0,0 1 0,0-1 0,0 0 0,-3-2 0,-11-11-7025,7-2-2433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1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41 160 12153,'0'2'526,"0"1"0,0-1-1,0 1 1,0-1 0,0 1 0,1-1 0,-1 1-1,1-1 1,-1 0 0,1 1 0,0-1-1,0 0 1,2 4 0,3 11 691,-2 3-554,-1 1 0,-1-1 0,-1 1 1,-2 34-1,-16 87 1015,2-27-903,10-63-585,2 1 0,3-1 1,11 100-1,0-86-414,15 65-1343,-25-128 1300,-2-30-297,-1-1 0,-9-45 0,0-10-32,-2-81-472,17-305 0,-3 446 1218,2 0 0,1 1 0,1-1 0,1 1 0,1 0 0,1 1 0,11-22 0,18-29 1236,-37 71-1363,1 1 0,0 0 0,-1 0 0,1 0 0,0 0 0,-1 0 0,1 0 0,0 0 0,0 0 0,-1 0 0,1 0 0,0 0 0,-1 0 0,1 0 0,0 0 1,-1 1-1,1-1 0,0 0 0,-1 1 0,1-1 0,0 1 0,-1-1 20,2 1-32,-1 0 1,1 0 0,-1 0-1,0 0 1,0 0-1,0 0 1,0 1 0,1-1-1,-2 0 1,1 1-1,0-1 1,0 1 0,0-1-1,-1 1 1,1-1-1,-1 1 1,1-1 0,-1 1-1,1 0 1,-1-1-1,0 1 1,0 0 0,0-1-1,0 4 1,-3 46-100,3-46 71,-3 16-290,-1 0-1,-1 0 1,-13 38-1,-33 56-3172,25-58 417,0 3-2181,0-7-2855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11 13361,'-97'-10'6481,"91"10"-6170,0 0 0,0 0 0,0 1-1,0 0 1,0 0 0,0 1 0,0-1-1,0 1 1,1 1 0,-1-1 0,-8 6-1,-6 4 528,-32 24-1,21-10-437,1 1 0,1 2 0,2 1 0,1 1 0,1 1 0,-31 55 0,9-2 406,-58 145-1,79-163-564,3 2 1,3 1-1,3 1 0,-8 74 1,20-97-179,2 1 0,2-1 0,2 1-1,2 0 1,2-1 0,24 94 0,-19-104-235,2-1-1,1 0 0,2-1 1,2-1-1,37 59 1,-45-81-215,2-1 0,-1 1 0,1-1 0,1-1 0,0 0 1,27 18-1,-27-23-274,-1 0 0,1 0 0,-1-1 1,1-1-1,1 0 0,-1 0 0,1-1 1,-1-1-1,25 2 0,-25-4-1044,0 0 0,0-1-1,14-2 1,35-14-9443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12 6341,'0'0'6002,"2"-1"-4812,19-9 8594,-24 10-9471,-5-1-253,0 1 0,1 1 1,-1-1-1,0 2 0,1-1 0,-1 1 0,1 0 0,-1 0 0,1 1 1,-7 3-1,-77 43 117,76-40-175,-53 32 167,-120 96 1,186-136-75,-1 1 1,0 0-1,1 0 1,0 1 0,0-1-1,-1 0 1,1 1-1,1-1 1,-1 1-1,0 0 1,1 0 0,-1-1-1,1 1 1,0 0-1,0 0 1,0 0-1,0 1 1,0-1 0,1 0-1,0 0 1,-1 6-1,3-5 16,-1 0 0,0-1 0,1 1 0,-1-1 0,1 1 0,0-1 0,0 0 0,1 1 0,-1-1 0,1 0-1,-1-1 1,1 1 0,0 0 0,0-1 0,0 1 0,6 2 0,300 193 3858,-306-196-3969,10 5 0,0 1 0,-1 1 0,17 14 0,-26-21 0,-1 1 0,1-1 0,-1 1 0,0 0 0,1 0 0,-1 0 0,-1 0 0,1 0 0,0 0 0,-1 0 0,0 1 0,1-1 0,-1 0 0,-1 1 0,1-1 0,0 1 0,-1 0 0,0-1 0,0 1 0,0 3 0,-1 1-343,-1 0 0,0 0 0,0 0 0,-1-1 0,0 1 0,0-1 0,-1 0 0,0 0 0,0 0 0,-1 0 0,0 0 0,0-1 0,0 0 1,-9 7-1,6-6-557,0-1 0,0 0 0,0-1 1,-1 0-1,1 0 0,-1-1 0,0 0 1,-1 0-1,1-1 0,-1-1 0,-14 3 1,-30 0-12943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3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12 11933,'5'-11'6674,"-4"14"-4592,1 3-1575,0 0 0,0 0-1,0-1 1,1 1 0,0-1-1,1 1 1,-1-1-1,1 0 1,6 7 0,15 22 1042,-9-4-932,-1 0-1,-1 0 1,-2 2 0,16 62-1,-13-26 574,7 96-1,-15-56-1861,-5 0-1,-5 0 1,-5-1-1,-33 169 1,4-112-1417,-8-2-1,-80 192 1,66-221-5576,-13-12-4823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4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4368,'-12'37'880,"3"-20"-463,1 3-489,-7-8-2537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43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50 410 3880,'-15'-28'1105,"13"22"1385,-29-33-314,30 38-1925,1-2-25,14-55 10437,-8 81-10386,1-1 0,15 36 0,-16-47-208,-1-1 0,2 1 1,-1-1-1,2-1 1,-1 1-1,1-1 0,10 8 1,-11-11-32,1 0 1,0-1-1,0 0 0,0 0 1,0-1-1,1 0 1,-1 0-1,1-1 0,0-1 1,0 1-1,1-1 1,-1-1-1,13 1 1,-6-1-18,0-2 0,1 1 1,-1-2-1,0 0 0,0-1 1,0-1-1,16-6 0,202-92 48,-13 4-177,-214 96 102,0-1-1,0 1 1,0 0-1,0 1 1,1 0-1,-1 0 0,1 1 1,-1 0-1,0 0 1,11 2-1,-13-1 5,0 0 0,-1 1 0,1 0-1,0 0 1,-1 0 0,0 0-1,1 1 1,-1 0 0,0 0-1,0 0 1,-1 0 0,1 1 0,-1-1-1,0 1 1,0 0 0,4 5-1,7 11 6,1 0 0,0-1 0,30 27 0,-37-38 3,0-2 0,1 1 1,0-1-1,0 0 0,0-1 0,1 0 0,0-1 0,0 0 0,0 0 0,0-1 1,11 2-1,3-3 13,-1 0 1,1-1 0,0-2-1,0 0 1,-1-1 0,1-2-1,44-12 1,7-8 15,73-35 1,-130 51-34,199-100 5,-100 47-23,-110 58 11,1-1 4,0-1 0,0 2 0,1 0 0,-1 0 0,12-3 0,-17 6 1,-1 0 0,1 0 0,0 0 0,0 0 0,-1 0-1,1 0 1,0 1 0,-1-1 0,1 1 0,0 0 0,-1 0 0,1 0 0,-1 0 0,1 0 0,-1 1-1,0-1 1,1 1 0,-1-1 0,0 1 0,0 0 0,3 3 0,25 30 4,-20-23-5,-1 0 1,2-1 0,-1-1-1,2 0 1,-1 0 0,1-1-1,19 11 1,-18-14 12,0-1 0,0-1 1,0 0-1,1-1 0,-1 0 0,1-1 0,0 0 0,0-1 0,24-1 1,0-3 41,1-2 1,50-12-1,6-10 29,-1-4 0,-2-4-1,144-76 1,-149 64-63,71-35-16,-122 61-28,-30 20 9,-1 2 12,0 0 7,0 0-1,0 1 0,0-1 0,0 1 0,-1 0 0,1 0 1,-1 1-1,1-1 0,7 7 0,36 40 57,-36-34 78,1-1 0,1-1 0,1 0 0,29 20 0,-19-18 446,39 16 0,-53-27-407,-1 0 0,1-1-1,0-1 1,0 0 0,1 0-1,19 0 1,-7-3 102,0-1 0,0 0 0,40-12 0,67-27 405,-116 36-717,-1 0 1,0-1 0,0-1 0,0 0-1,-1-1 1,0 0 0,15-13 0,-28 20-22,1 1 1,0-1 0,-1 1-1,1-1 1,-1 1 0,1-1 0,-1 1-1,1-1 1,-1 0 0,1 1-1,-1-1 1,0 0 0,1 1 0,-1-1-1,0 0 1,0 0 0,0 1-1,1-1 1,-1 0 0,0 0 0,0 1-1,0-1 1,0 0 0,0 0-1,0 1 1,-1-1 0,1 0-1,0 0 1,0 1 0,-1-2 0,-1 0-182,1 0 0,-1 0 1,0 0-1,0 0 0,0 0 1,0 1-1,0-1 1,-5-2-1,-1 1-752,0 0 1,-1 0-1,1 0 0,-1 1 1,0 0-1,1 1 0,-1 0 1,0 0-1,0 1 0,0 0 1,-13 2-1,-26 3-8782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49:4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10005,'0'0'52,"0"0"1,0 0-1,0 0 0,0 0 1,0 0-1,0-1 0,0 1 1,0 0-1,0 0 1,0 0-1,0 0 0,0 0 1,0 0-1,0-1 0,0 1 1,0 0-1,0 0 0,0 0 1,1 0-1,-1 0 0,0 0 1,0 0-1,0-1 1,0 1-1,0 0 0,0 0 1,0 0-1,1 0 0,-1 0 1,0 0-1,0 0 0,0 0 1,0 0-1,0 0 0,0 0 1,1 0-1,-1 0 1,0 0-1,0 0 0,0 0 1,0 0-1,0 0 0,1 0 1,-1 0-1,0 0 0,0 0 1,0 0-1,0 0 0,0 0 1,0 0-1,1 0 1,-1 0-1,0 0 0,0 0 1,0 0-1,0 1 0,0-1 1,0 0-1,13 10 2794,10 16-1544,-10 2-869,1-1 0,2 0 0,1-1 0,1-1 0,1 0 0,33 31 0,-45-49-398,0-1 1,1 0-1,0 0 1,0-1 0,0 0-1,0 0 1,1-1 0,0-1-1,0 1 1,0-1-1,1 0 1,-1-1 0,1-1-1,-1 1 1,1-1 0,0-1-1,17 0 1,-18-1-32,-1 0 1,1-1 0,-1 1-1,1-1 1,-1-1-1,0 0 1,1 0-1,-1-1 1,-1 1 0,1-2-1,-1 1 1,0-1-1,12-10 1,71-55-98,-76 64 73,-9 5 18,13-3 8,-14 4-4,-1 0 0,1 1 0,0 0-1,0 0 1,0 0 0,-1 0 0,1 0 0,-1 1 0,1 0 0,-1-1 0,1 1 0,-1 1 0,5 3 0,3 4-10,1 1 0,10 14 0,7 5-24,-18-19 35,0-2 0,0 0 0,1 0 1,1-1-1,-1 0 0,23 9 0,-29-15 0,0 0-1,1 0 0,-1 0 0,1-1 1,0 0-1,0 0 0,-1-1 0,1 1 1,0-1-1,0-1 0,0 0 0,-1 0 1,1 0-1,0-1 0,-1 1 0,13-6 1,3-6-11,0-1 0,0-1 0,-2-1-1,0 0 1,30-33 0,27-21-205,-76 69 209,0 0 1,0 0-1,0 0 0,1 0 1,-1 1-1,0-1 0,1 0 0,-1 1 1,0-1-1,1 1 0,-1-1 0,0 1 1,1 0-1,-1-1 0,1 1 1,-1 0-1,1 0 0,-1 0 0,1 0 1,-1 1-1,0-1 0,1 0 0,-1 0 1,1 1-1,-1-1 0,0 1 0,1-1 1,-1 1-1,0 0 0,1 0 1,-1-1-1,0 1 0,0 0 0,0 0 1,2 1-1,2 4 8,0 0-1,-1 1 1,1-1 0,-1 1-1,4 8 1,-2-4-14,0-1-9,16 29-7,51 69-1,-65-98 30,1 1 0,1-2 0,0 1 0,0-1 0,1 0-1,0-1 1,0-1 0,1 0 0,0 0 0,22 8 0,-24-12 3,1 0 0,-1-1 0,1-1 1,-1 0-1,1 0 0,0-1 0,0 0 1,-1-1-1,1 0 0,0-1 0,-1 0 1,1 0-1,-1-1 0,13-6 0,-4 1-4,-1-1 0,0-1 0,-1 0 0,0-1 0,-1-1 1,26-24-1,-19 12-24,-1-1 0,22-34 0,23-27-19,-25 35-170,-42 50 213,1 1-1,0 0 1,0 0 0,0 0-1,0 0 1,-1-1 0,1 1-1,0 0 1,0 0 0,0 1-1,0-1 1,0 0 0,-1 0-1,1 0 1,0 0 0,0 1-1,0-1 1,1 1 0,-1 0 1,2 0-11,-1 0-1,1 0 1,-1 1 0,0-1-1,1 1 1,-1-1 0,0 1-1,0 0 1,0 0 0,0 0-1,0 0 1,-1 0 0,1 1-1,-1-1 1,1 0 0,-1 1 0,2 4-1,11 17 52,-2-7-3,1-1 1,30 30-1,-38-41-23,1-1 1,0 1-1,0-1 1,0 0-1,0 0 0,1-1 1,0 0-1,-1 0 1,1 0-1,0-1 1,1 0-1,9 1 1,-5-2 26,1-1 0,0 0 1,-1-1-1,1 0 1,0-1-1,-1 0 0,1-1 1,-1-1-1,21-8 1,2-5-17,61-40 1,-36 20-76,-27 13-13,-31 22 59,1 1-1,0 0 0,0 0 0,0 0 1,0 1-1,0-1 0,0 1 1,0-1-1,0 1 0,4 0 1,-6 1-1,1 0 0,0 0 1,0 0-1,0 1 1,0-1-1,-1 0 1,1 1-1,-1-1 0,1 1 1,1 1-1,6 6-2,-1-4 17,0 0 1,1 0 0,-1-1 0,1 0 0,0 0-1,0-1 1,0-1 0,1 1 0,-1-1 0,1-1-1,0 0 1,-1 0 0,1-1 0,0 0 0,-1-1-1,19-3 1,16-7 51,1-2 0,79-37 0,-110 44-62,53-19-49,-64 24 71,15-3 15,-7 3 18,0 1 0,0 0 1,0 1-1,0 0 0,1 1 0,-2 1 0,1-1 1,0 2-1,0-1 0,15 9 0,-3-3 118,27 7-1,58 20 174,-55-17-358,-50-18-270,-3 0 37,0 0 1,-1 0-1,1 0 0,0 1 0,0-1 0,-1 0 1,1 0-1,-1 0 0,1 0 0,-1 0 1,1 0-1,-1 0 0,0 0 0,0 0 1,1-1-1,-1 1 0,0 0 0,0 0 0,0-1 1,0 1-1,0 0 0,0-1 0,0 1 1,0-1-1,0 1 0,0-1 0,0 1 1,0-1-1,0 0 0,0 0 0,-1 0 0,1 0 1,0 1-1,0-1 0,0-1 0,0 1 1,-1 0-1,1 0 0,0 0 0,0-1 1,-2 0-1,-20-4-9020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1:2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5188 127 5849,'-22'19'2443,"36"-30"13256,-18 8-15574,3 2-99,-1 0-1,1-1 1,-1 1-1,1-1 1,-1 1 0,1-1-1,0 0 1,0 1 0,0-1-1,0 0 1,-1-3 0,-13 2 140,-96-10 406,39 6-316,-11 3 207,58 3-226,-34-3-1,-110-9 96,93 9-264,-90-2-181,9 4 154,155 1-38,-28 0 22,0 2 4,-54-7 62,10 1-105,22 2-23,39 1 26,-1 2 0,1-1 1,-19 3-1,25-1 12,-1 0 0,-28-6 1,-42 3-29,75 2-8,-2 0 43,-38 0 24,39 0-28,0 0 6,-53 4 14,24 0-35,-38-1 1,-207-3 77,229-2-119,-41 0 47,-81 3 41,50 1-72,-18 2 77,-96 2-160,115-6 96,116 0 47,2 0-6,-30 2-42,5 0 18,-54-5 0,-61-3 59,65 2-346,-125 10-1,65-3-104,108-4 361,-12 2-41,37-1 66,1 0 1,-1 0-1,1 0 0,0-1 1,-1 1-1,1-1 1,-5-1-1,-3 0-12,-57-3-54,55 3 53,0 1 1,0 0-1,-1 1 0,-22 3 0,-16-2-3,41-2-29,-1 1 0,1 1 0,-12 1 0,14-1 28,-1 0-1,1-1 1,-15-1-1,-4 1-57,19 1 68,-1 0-1,1-1 1,-1 0 0,0-1-1,1 0 1,-1 0 0,1-1-1,-19-6 1,25 7 6,0 0-1,-1 1 1,1-1 0,0 1-1,-1 0 1,1 0 0,-1 0 0,1 0-1,-4 1 1,-6 0-11,-37-3-96,35 0 82,0 1 0,-23 3 0,-35-2-13,16 3 98,54-3-79,0-1 4,-13-1-14,5 1 45,0 0 0,1-1 1,-1 0-1,-20-8 1,29 9-42,-1 1 10,-9 2 16,1-2 0,-1 1-1,1-1 1,-15-3 0,-11 3 77,15 0-100,9 0 40,-1 1 0,1 0 0,0 1 0,0 0 1,0 1-1,-19 7 0,30-9 59,-1-1-82,-22 7-30,0 1 1,-43 19-1,65-26 46,0-1-17,-4 1 28,1-1 0,-1 2 0,0-1 0,0 1-1,1 0 1,-9 4 0,13-6-9,-27 11-64,26-10 156,-11 5-131,-21 13 39,32-18 70,1 0-105,-36 22-75,35-22 116,0 0-10,0 1-1,0-1 1,1 1-1,-1-1 1,1 1-1,-1 0 0,1 0 1,0 0-1,-1 0 1,-1 3-1,3-3 69,-4 2-108,-4 15 52,8-16 46,-4 13-82,-7 33 104,12-45-108,-1-2 10,-11 27 8,11-26 117,0 0-108,-18 60-135,18-60 142,1 1-6,-11 64 53,11-33-94,0-33 35,0 2 21,0 35 40,0-36-89,0 1 18,5 32 12,-4-32 106,-1-1-103,19 102-56,-7-1-29,-12-101 85,0 14-6,0-4 22,3 29 20,-3-39 47,9 26-88,-7-1-48,-1-25 162,1 15-228,7 28 44,-9-44 94,27 12-57,22 10 58,18-8 29,104 12 0,-110-18-112,24 2 20,11-1 53,-58-5 6,1-2 0,47-2 0,242 5-22,-311-6-9,181 3-114,-170-4 108,96-3-27,73 2 2,-65-1-33,10 13 143,127 4-158,-142-10 28,73 1-48,-89-1 107,-85-3 2,35-3 0,-39 0 22,0 0 1,41 6-1,-23 0 10,55 0-1,-8-1 95,7-5-204,-42-1 53,253-9-242,-17 2 176,-141 3 131,185-8-16,-218 7 19,50-1-33,-71 3-7,-53 2-15,45 3 1,51-3 4,14 6 70,-88-9 139,-16 1-110,-43 5 46,0 0-109,33 0-39,-32 0 15,-1-1 30,68-10 70,-68 11-99,0 0 7,29 0 0,2-5 13,30-7 84,-61 12 2124,-3-4-2098,-1 0 0,1 0 0,0-1 0,-1 1 0,0 0 0,0 0 1,0 1-1,0-1 0,-1 0 0,0 0 0,1 1 0,-5-7 0,1 1 114,-2-7-115,2 1 0,-1-1-1,2 0 1,0-1 0,-1-18 0,1-3 56,0-42 1,4 46-157,1 1 0,2-1-1,1 0 1,9-34 0,-10 52-24,0-1 0,-1 1 0,1-29 0,-3 43-34,0-2 32,3-11-14,0-1-1,7-19 1,-9 33 41,2-18-10,2 3-33,-4 14-71,-2-1 123,-4-25 21,5 27-19,-1-1-26,-1-28-48,2 28 81,-1 1-96,0 1 54,1-1 0,-1 1 0,1-1-1,-1 1 1,1-1 0,0 0 0,-1 1 0,1-1 0,0 0 0,0-1 0,-1-8 2,-1 6-4,0 0 0,0 0 0,0 0 0,-1 1 0,1-1 0,-1 1 0,-5-7 0,6 9 12,-17-19 4,13 14-18,-2-1-35,7 7 37,-1-1 14,-8-5-15,-4-4-6,0 0 0,-1 2-1,-26-14 1,18 7 5,10 6-18,3 5 19,8 4 34,0 0-22,-1-1-8,-18-3-39,8 3 52,0 1-1,0 0 1,-24 3 0,4-1-69,-122 8-233,109-7-370,32 0 168,0-1-1,0 0 0,0-2 0,0 1 0,0-2 0,-20-4 1,10-2-1982,-27-14 0,3-4-4743,15 1-2132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0:2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7009,'0'0'14344,"1"2"-14088,0 14-94,1 0 0,-2 0 0,0-1 0,-1 1 0,-3 17 0,-2-8-88,4-18-59,1-1 0,-1 2 1,1-1-1,1 0 0,-1 9 0,5 113 199,7 84-28,-2-52-8,-2-38-195,-2 61 58,-4-82-32,-4 37 9,0 26 2,7 8-16,1 30 1,-2-121-1,5 49 30,10 17-26,10 112 160,-16-79-105,-15 203-1,-13-141 141,14-113-47,-2 28-136,1-120 48,3 46 1,-1 21-85,0-76 63,3 39-1,1 20-34,-3-52 20,11 71-1,1-5 30,9 65 139,-15-127-159,0 2 76,-3-17-73,8 30 0,-10-51-27,0 1-1,0 0 0,-1 0 1,0-1-1,0 8 0,1 9-17,8 16-873,-6-30-641,-7-28 217,1 10 668,-18-101-8820,17 56 1186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0:2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92 5432,'-1'-6'7092,"1"1"-3425,4-10-3643,-2 7 512,-1 5 431,1 2-583,20-6 62,0 2 0,0 0 0,0 1 0,45-1 1,-5 1-127,198-15 299,-187 15-521,321 4 41,-323 9-203,-52-5 58,0-1-1,24 0 1,-33-2 18,1 0 1,-1 0-1,0 1 0,13 4 1,17 4 75,-6-3-60,38-1-38,-69-5-8,-1 0-60,0-1 80,0 1 0,0 0 0,0-1 0,0 1 0,-1 0 1,1 0-1,0 0 0,0 1 0,-1-1 0,1 0 0,-1 1 0,1-1 0,-1 1 0,0-1 1,1 1-1,-1 0 0,0-1 0,0 1 0,0 0 0,0 0 0,-1 0 0,1 0 0,0 0 0,-1 0 1,1 0-1,-1 0 0,0 0 0,0 0 0,0 0 0,0 0 0,0 2 0,0 11 13,0 0-1,1 0 1,5 24 0,-3-21 27,2 35 1,4 102 321,-9-71-181,-9 249 80,9-148-210,3-83-47,23 315 64,8-159 23,-26-195-55,7 82 4,-14-112-28,10 112 50,-7-46 42,-3-30-29,3 22-86,-4-61 6,1 0 0,2 0 1,8 38-1,-7-47 10,-1 1 0,-1 0 0,-1 26 0,3 32 13,6 147 19,-15-20-9,1-22 78,6-94-86,-2-44-7,8 62 0,-6-81-27,-1 48 0,-2-39 2,-10 155 29,11-184-16,-1 0 0,0-1 0,0 1 0,-4 13 0,5-19 7,-1 1-1,1-1 0,-1 0 0,1 1 0,0-1 1,0 0-1,0 1 0,0-1 0,1 0 0,0 4 1,1 14-68,-2-8 11,0-1 77,0 0 1,3 19-1,-3-28-62,-1-1 10,1 1 28,-1 0 0,1-1 0,0 1 0,-1-1 0,1 1 0,0-1 0,0 1 0,0 0 0,0-1-1,0 1 1,1-1 0,-1 3 0,13 33-111,-12-35 104,-17 1 8,-219 29 600,55-18-224,119-12-269,21-1-99,-28-1 82,48-1-96,0 1 0,-31 3 0,-31 7 79,-11 1-152,84-10 79,-180 40 170,186-40-155,0-1 29,-141 12 314,73 0-107,18-4 62,40-5-108,0-1 0,-18 1 0,28-3-104,-14 3 92,2-3-77,13 0 933,-1 1-1045,-26 6 108,26-6 343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1:0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2224,'0'0'7238,"-1"2"-7353,-15 51-1322,16-50 1029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1:11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1 5432,'3'29'10871,"-21"-29"-10637,14 1-180,0-1 0,0 0 0,1 0 1,-1 0-1,0 0 0,0-1 0,1 1 0,-1-1 1,0 0-1,-4-2 0,6 2 41,-2 1-10,-67 6 377,66-6-424,-1 0 0,0 1 0,0 0 0,0 1 0,1-1 0,-1 1 0,-8 4 0,-15 4 207,14-6-241,12-3 71,0 0 0,-17 7 5,0 1 0,-26 15 0,36-20-25,-12 8-43,-3 4-48,11-8 58,2 0 1,-1 1-1,1 1 0,0-1 1,1 2-1,-17 20 0,-21 43 21,46-70-44,1 0-1,0-1 1,0 1-1,1 0 0,-1 0 1,1 1-1,-2 6 0,-6 18 37,3-18-46,1 0-1,0 0 1,1 0-1,1 1 1,0-1-1,0 1 1,1 0-1,0 0 1,1 20-1,1-29 51,0 1-18,0 32-78,0-33 65,0 15 67,0-15-65,11 80 53,-11-80-58,3 11-31,-2-8 25,2 9 41,-1-3-60,1 1 1,0-1-1,10 22 1,-4-2 69,-8-29-57,12 25-28,18 14-41,-29-40 98,5-1-34,-6 0 13,0 1 0,0-1-1,1 0 1,-1 0 0,0 0 0,1 0 0,-1 0-1,1 0 1,-1 0 0,1-1 0,-1 1-1,1 0 1,0-1 0,2 1 0,17 13-56,-19-12 39,11 5 21,2-1 78,7 4-78,-20-10 3,-1 1-42,0 0 20,0 1 1,0-1-1,0-1 0,0 1 1,1 0-1,-1 0 0,0 0 1,0-1-1,1 1 1,-1 0-1,1-1 0,2 1 1,4 3 72,11 3-57,-17-7 26,1 1-86,25 6-13,-25-6 28,15-1-119,31 0-44,-47 0 298,16 2-50,33 4-254,-48-6 162,15-5-91,58-7 94,-40 7 21,13-12 22,23-6-205,-70 22 197,13-7 29,28-9-291,-40 16 310,25-9-115,-25 9 98,9-3 15,-5 1-9,1-1 1,-1 0-1,12-9 0,-7 4-26,-11 8 28,1 0 100,43-33-187,-43 32 59,20-18 1,-10-1 142,-11 19-3,0 0-35,2-3 72,-1 0 0,0-1 0,0 1 0,0-1 0,0 0 0,-1 1 0,0-1 0,0 0 0,-1 0 0,0-11 0,0 13-78,1-6 1,-1 1 1,-1-1-1,1 1 1,-2-1-1,1 1 1,-1-1-1,-3-8 1,4 15-102,1 0 47,0-28 32,0 28-27,-3-14 66,1-30 321,-4-28 80,5 73-394,0-1-95,-6-29 44,6 30-30,1-1-38,-3 0-8,-3-26 36,-1 3-21,6 23 0,0 0 3,-20-55 12,20 56-21,-14-38-39,-9-27 242,23 65-165,-46-29 38,45 30-74,0 0 1,-1 0 0,1-1 0,-1 1 0,1-1 0,0 0 0,0 0 0,-4-4 0,-4-2 53,4 5-57,0 1-1,0 0 1,-1 1 0,1-1 0,-1 1-1,0 1 1,1-1 0,-1 1-1,0 0 1,1 0 0,-14 3-1,-8-1 2,24-2 12,1 0-11,-23-2 19,23 2-29,-1 0 18,-9-2 42,8 2-59,-1-1 1,0 1-1,0 0 1,0 1-1,1 0 1,-1-1-1,0 2 1,1-1-1,-1 1 1,0-1-1,-9 6 1,14-6 19,0-1 1,0 0-1,0 1 0,0-1 1,-1 0-1,1 1 0,0-1 1,0 0-1,0 0 1,-1 0-1,1 0 0,0 0 1,0 0-1,-1 0 1,1-1-1,0 1 0,0 0 1,0-1-1,0 1 1,-1-1-1,1 1 0,0-1 1,-1-1-1,-4-1-105,4 2 73,-1-16-5320,-1 0-392,-6 0-3578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1:4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61 116 3944,'-23'-14'13730,"34"18"-13629,-10-4-93,0 1 0,0 0 0,0-1 0,0 1 0,-1 0 0,1 0 0,0 0 0,-1 0 0,1 0-1,-1 0 1,1 0 0,-1 0 0,1 0 0,-1 0 0,0 0 0,0 0 0,1 0 0,-1 0 0,0 0 0,0 0 0,0 0 0,0 1 0,0-1 0,0 0 0,-1 0 0,1 0 0,0 1 0,-1 6 47,1-5-4,0 0-34,5 108 385,-4-107-443,-1 13 165,0 0-39,0-14-26,0 0 5,3 31-18,-3-31-24,0 0-2,3 16 26,-1 0-1,0 28 1,2 23 32,-4-60-103,1 0-1,-1 1 1,-2 10-1,0 2 43,3 17 93,-1 32 44,2-21-13,-1-45-129,0 0 0,0 0 0,-1 0 1,0 0-1,0 0 0,0 0 0,-1 0 0,0 0 1,0 0-1,-4 10 0,3-11-11,1 0-1,0 0 1,0 0 0,0 0-1,1 0 1,-1 0 0,1 0-1,0 0 1,2 10-1,-1 26 68,-3-30-43,0-1-9,1 1 0,0-1 1,2 20-1,0-10 10,-2 34 0,-1-34-2,2 0 1,2 21-1,1 35 29,-1-11 26,-1-38 82,-5 51 0,-1-2-52,3 45-16,2-48-71,0-42 54,5 49 0,-1-33-27,-3-33-8,0 0 0,0 0 0,2-1-1,5 20 1,-7-26-32,1 0 0,-1 0 0,0 1 0,0-1 0,-1 0-1,-1 11 1,1-8 13,0-1 0,0 0-1,3 16 1,-1-11 27,0 1 0,-1-1 0,-1 24 0,0 14 19,-1 27 53,0-28-126,12 91 214,-2-41-137,0 18 68,-4-47-78,3 69 6,-8-114-77,-1-6 21,1-1-1,4 24 1,1 6-61,-5-40 57,0-1 0,1 0 0,1 0 0,-1 0 0,5 12 0,-3-9 2,-1 0-1,0-1 1,0 1-1,-1 21 1,0-9-29,1 16-77,8 88 252,-4 33-11,-6-133-123,-6 46-25,5-14 16,0-47-2,0 1 1,1-1 0,1 1-1,4 21 1,-3-23 1,-1-1-1,0 1 1,0-1-1,-2 12 1,0-14-8,1 1 0,0-1 0,1 0 0,0-1 0,0 1 0,3 10 0,-3-17-3,-1-1 0,1 1 0,-1 0 0,0 0 0,0 0 0,1 0 0,-2-1 0,1 1 0,0 0 0,0 0-1,0 0 1,-1 2 0,-1 19 29,13 46 34,-11-66-69,0 0-17,2 9 23,-2 1 0,0-1 0,-2 17 0,2-26 76,66 5-46,-63-8-27,15-3 5,23-2 2,28 4-69,-47 2 72,-7-1-15,1 1 0,28 6 0,-35-6 1,0 0 1,1-1 0,-1 0-1,0 0 1,17-4 0,20 0-18,63-4 79,-54 2-72,30-5-42,-82 11 40,1 0 1,29 0-21,-30 0 30,1 0-2,0 0 1,25-3-28,-25 3-27,13 0 66,-8 0-23,0 0 1,1 0-1,10-3 0,13 0-56,-31 3-18,16-1 118,25-9 12,-40 9-24,-3 1-18,0-1 0,0 0 0,0 1 0,1-1-1,-1 1 1,0-1 0,0 0 0,1 1 0,-1-1-1,1 1 1,-1-1 0,0 1 0,1-1 0,-1 1 0,1-1-1,-1 1 1,1 0 0,0-1 0,10-12 17,4-11-1,-14 22-3,0 0-18,0-6 30,0 0 0,-1 1-1,0-1 1,0 0 0,-2-11 0,1 13-11,1 1-1,0-1 1,0 1 0,0 0-1,2-8 1,0-2 5,-1-86 44,-1-43 85,-2 47-129,2-250 117,-9 102 82,-2 101-90,11 54-68,18-128-1,6-55 150,-21 210-210,-2 19 36,-8-64 0,0-12 172,-2-2-87,-3-427-95,-4 339-87,15 135 73,1 52-12,-3-45 0,1 45 26,1 0 1,3-38-1,0-17-43,1-70 46,2 27 38,-4 98-93,-2-41 84,1 61-99,0-1 5,-1-69-18,2 69 50,-1 1 0,0 0 0,0 0 0,-1 0 0,1 0 0,-1-1 1,-1-4-1,1 1 9,0 4 40,2-15-60,1 2 7,-2 12 126,-2-12-139,1 11 70,0 1 0,0 0-1,0-1 1,-1 1-1,0 0 1,-3-7 0,4 9-89,0 0 43,-31-1 11,31 3-15,0 0 0,0 0 0,0 0 0,0 0 0,0-1 0,0 1-1,0 0 1,0-1 0,0 1 0,0 0 0,0-1 0,0 1 0,0-1 0,-1 0-1,1 0 12,0 0 0,0 1 0,0-1 0,0 0 0,0 1 0,0-1 0,-1 1 0,1 0 0,0-1 0,0 1 0,0 0 0,-1 0 0,1 0 0,-1 0 0,-2 1-16,0 0 2,-20-7-24,-8-2 147,-40-4 111,38 7-148,-32 2 369,58 3-421,5 0 0,1 0-1,-1-1 1,1 1 0,-1 0-1,1-1 1,0 0 0,-1 0 0,1 0-1,-4-2 1,-13-4 107,-12-1-56,0 2-1,0 1 0,-62-1 1,-57-3-18,119 9-59,-24 0-46,-74 8 0,83-5 72,42-2-7,-15-1-70,-33 2 52,48-2-6,1 1-46,-28 4 42,28-5-4,-14 4-270,16-4 273,0 0 0,0 1-1,0 0 1,0-1-1,0 1 1,0-1-1,0 1 1,0 0 0,0 0-1,1 0 1,-1-1-1,0 1 1,0 0 0,1 0-1,-1 0 1,0 0-1,1 0 1,-1 0-1,1 1 1,0-1 0,-1 0-1,1 0 1,0 0-1,0 0 1,-1 0 0,1 1-1,0-1 1,0 1-1,4 42 86,-1-23-79,-4 176-131,3 155-3969,-6-160-6444,6-132 2557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2:14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22901,'1493'0'0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2:2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1 250 24155,'1466'-250'0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8:4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7416 527 19723,'-3'21'0,"-6"-1"0,-5 1 0,-6-1 0,-6 1 0,-5-1 0,-6 0 0,-5 0 0,-6-1 0,-5 0 0,-5 0 0,-5 0 0,-6-1 0,-5 0 0,-4-1 0,-5 0 0,-5 0 0,-5-1 0,-3-1 0,-5 0 0,-4 0 0,-4-2 0,-4 0 0,-3 0 0,-3-1 0,-4-1 0,-2-1 0,-4 0 0,-2-1 0,-2-1 0,-3 0 0,-1-1 0,-3-1 0,-1-1 0,-1-1 0,-1 0 0,-1-1 0,-1-1 0,-1-1 0,1-1 0,-1 0 0,1-1 0,0-1 0,1-1 0,0-1 0,2 0 0,1-1 0,2-1 0,1-1 0,3-1 0,2 0 0,2-1 0,2-1 0,3 0 0,4-1 0,2-1 0,4-1 0,4 0 0,3 0 0,4-2 0,4 0 0,4 0 0,5-1 0,4-1 0,5 0 0,4 0 0,6-1 0,4 0 0,6-1 0,4 0 0,6 0 0,5 0 0,6-1 0,5 0 0,6 0 0,6-1 0,5 1 0,5-1 0,7 1 0,5-1 0,6 0 0,5 1 0,7-1 0,5 1 0,5-1 0,6 1 0,6 0 0,5 0 0,6 1 0,5-1 0,6 1 0,4 1 0,6 0 0,4 0 0,6 0 0,4 1 0,5 1 0,4 0 0,5 0 0,4 2 0,4-1 0,4 1 0,3 1 0,4 1 0,4 0 0,2 1 0,4 0 0,3 2 0,2 0 0,2 0 0,2 2 0,3 0 0,1 1 0,2 1 0,1 0 0,2 2 0,0 0 0,1 1 0,0 1 0,1 0 0,-1 2 0,1 0 0,-1 1 0,-1 1 0,-1 0 0,-1 2 0,-1 0 0,-1 1 0,-3 1 0,-1 0 0,-3 2 0,-2 0 0,-2 0 0,-4 2 0,-2 0 0,-4 1 0,-3 0 0,-3 1 0,-4 1 0,-4 1 0,-4-1 0,-5 2 0,-3 0 0,-5 0 0,-5 1 0,-5 1 0,-4 0 0,-5 0 0,-6 0 0,-5 1 0,-5 1 0,-5-1 0,-6 1 0,-5 0 0,-6 0 0,-5 1 0,-6-1 0,-6 1 0,-5-1 0,-6 1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8:48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5412 297 9285,'0'0'9855,"-3"-1"-9471,-26-4 387,26 5 491,0 0-1148,-18-2 41,0-1 0,0-1 0,0 0 0,-30-12 0,-18-3 30,-54-6-90,-234-17 0,72 21 159,-102-19-136,325 28-142,-50-7 14,-25 0 41,-16-2-2,49 11 6,-102-6-13,-8 10 12,-290-5-3,352 12-29,-223 32 1,289-19 13,-162 47 1,34-2 41,111-33-70,69-18 2,-46 3-1,-12 3 2,-136 25-15,114-23-4,56-4 11,-91 6 0,80-12 37,66-5-8,-10-1-17,1 1 1,0 0 0,-1 1-1,-15 4 1,25-5-4,-20 2 19,-1 1 0,1 0 0,0 2 0,-25 10 0,27-8 13,-42 23 1,-6 2 6,-8 5-114,74-37 67,1 0 8,-48 28-41,48-27 41,1-2-6,1 0 14,-1 0-1,1 0 0,-1 0 1,1 0-1,-1 1 0,1-1 1,-1 0-1,1 0 1,-1 1-1,1-1 0,-1 0 1,1 1-1,0-1 0,-1 0 1,1 1-1,0-1 1,-1 1-1,1-1 0,0 1 1,-1-1-1,1 1 1,0-1-1,0 1 0,0-1 1,-1 1-1,1-1 0,0 1 1,0-1-1,0 1 1,0-1-1,0 1 0,0 0 1,2 17-5,5-6-2,0-1 0,0 0 0,1 0 0,1-1 0,0 0-1,0 0 1,15 11 0,4 7 6,-23-21 3,2 0 0,-1-1 0,1 1 0,0-2 0,11 8 0,-11-8-9,0 0 0,-1 0 0,1 1 0,7 8 0,-9-8 2,1 0 0,1 0 1,-1 0-1,14 7 1,4 1 12,-2 0-13,2-1 0,-1-2 0,1 0 0,47 14 0,55 11 27,-14-3-89,61 17-133,-48-14 190,-15-10-29,190 0 18,-109-13 57,-40-1-26,-94-6-11,54 8-32,-6-3 52,8 1-32,-21-4 26,123 9-16,-148-13-70,23 8 74,93-2-10,46-13-3,-68-2 4,86-2-240,4 0-33,-123 7 155,125-6 74,-156-6 92,-62 9-47,56-14 0,-15 3 15,110-25-36,-26 12 84,-32 2-106,-120 23 60,81-24-10,-17 4 26,125-42-53,6-5 52,-112 38-14,-80 27 31,-1 0 0,0-1-1,-1-1 1,0 0 0,1 0 0,-2-1-1,1 0 1,-1 0 0,0-1 0,-1 0 0,1 0-1,-2-1 1,1 0 0,7-14 0,7-13 123,-12 23-68,-1-1-1,8-18 0,-10 19-30,-4 10 20,-1 0 0,1 0 1,-1 0-1,0 0 0,1 0 0,0-7 0,-3 3 196,0 0 1,0 0-1,-4-13 0,-1 0 155,6 18-230,-2 1-203,0 0 1,0 0-1,1 0 0,-1 0 1,0 0-1,1 0 0,-1-1 1,1 1-1,-1-1 0,1 1 1,-2-3-1,-4-4 45,-2 2-44,1 0-1,-1 0 1,0 1 0,-1 0 0,1 0 0,-1 1-1,0 1 1,-20-6 0,-28-9-212,40 10 12,-100-46-2136,102 44 761,-1 0-1,-22-20 1,8 3-4240,-3-4-3703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81 102 4128,'11'-1'866,"-9"-2"-30,-21-8 15653,19 14-16567,0 43 526,1-23-432,-7-15-3,6-8-16,-1 0 0,1 1 0,-1-1-1,1 0 1,-1 1 0,1-1 0,0 1 0,-1-1 0,1 1-1,0-1 1,-1 1 0,1-1 0,0 1 0,0-1-1,-1 1 1,1-1 0,0 1 0,0-1 0,0 1 0,0 0-1,0-1 1,0 1 0,0-1 0,0 2 0,-2 16 13,-1 1 0,0 0 1,-7 22-1,-4 19-10,9-37 1,-4 27-69,-6 99 0,12-114 27,3-33 103,4 13-19,-4-15-43,0 0 1,0 1-1,0-1 1,0 0-1,0 0 1,0 1-1,0-1 1,0 0 0,0 1-1,0-1 1,0 0-1,0 1 1,0-1-1,1 0 1,-1 1-1,0-1 1,0 0-1,0 0 1,0 1-1,1-1 1,-1 0-1,0 0 1,0 1-1,1-1 1,-1 0 0,0 0-1,1 0 1,-1 1-1,0-1 1,0 0-1,1 0 1,-1 0-1,0 0 1,1 0-1,4-11-1,1-24-62,-2-35-208,12-141-690,-8 127 679,-8 81 229,0-1 32,0 0 0,0 0 0,0 1 0,0-1 0,0 0 0,2-5 0,-1 4-4,-1 2-38,5-14-61,-4 15 154,0 0 0,0-1 0,0 1 0,0 0-1,1 0 1,-1 0 0,0 0 0,1 0 0,0 0 0,-1 1 0,1-1-1,0 0 1,0 1 0,3-2 0,-5 2-32,2 0 110,0 2-70,1 0-1,-1 0 1,0 0 0,0 0-1,0 1 1,0-1-1,0 1 1,0-1 0,4 5-1,5 9 21,0 1 0,0 1-1,-2 0 1,0 0 0,8 24-1,-11-27-42,3 10 8,0-1 0,6 29 0,-7-35-8,-7-16-19,-1-1 0,1 1 0,0 0 0,-1-1 0,1 1 0,-1 0 0,0 0 0,1-1 0,-1 1-1,0 0 1,1 0 0,-1 0 0,0 0 0,0 0 0,0-1 0,1 1 0,-1 0 0,0 0 0,-1 1 0,13 7 11,0-4-25,-9-5 3,0-1-1,0-1 1,0 1-1,0 0 1,0-1-1,0 1 1,0-1-1,-1 0 1,1 0-1,-1 0 1,1 0-1,-1-1 1,0 1-1,0-1 1,2-2-1,27-44-437,9-19-329,-15 27 344,24-53-1,-32 50 207,-8 21 1019,21-41 1,-28 62-450,10 5 260,-10-2-570,-1 0 1,1 0-1,0 0 1,-1 0-1,1 0 1,-1 0-1,0 0 1,1 1-1,-1-1 1,0 0-1,0 1 1,0-1-1,0 1 1,0-1 0,0 1-1,1 3 1,12 36 228,-5-14-79,45 152 438,-23-69-460,-10-20-71,-4-17-1794,-2-28-2432,-7-31-1509,1 0-3482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08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17 20426,'-6'-17'5292,"15"29"-4164,-3-1 1401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09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144 284 9549,'0'0'5502,"-1"2"-4115,-1 1-1134,0 1 1,0-1 0,1 0-1,-1 1 1,1-1 0,0 1-1,0-1 1,0 1 0,0 0-1,0 6 1,2 44 419,0-28-261,2 220 851,-1-182-1072,-1 27 43,-7-12 110,5-87-376,0 0-1,0 0 1,-1 0-1,-2-8 1,-5-20-19,-21-211-203,28 202 396,2-1 1,1 1-1,13-73 1,-2 49 184,6-39 1044,-14 91-1036,1 1-1,1-1 1,0 1 0,10-18 0,-15 32-295,0-1 0,1 1 0,-1 0 1,1 0-1,0 0 0,0 0 0,0 0 0,0 0 1,0 1-1,0-1 0,1 1 0,-1-1 1,0 1-1,4-1 0,-6 2-22,1 0 1,0 0-1,0 0 1,-1 0-1,1 0 1,0 0-1,0 0 0,-1 0 1,1 1-1,0-1 1,0 0-1,-1 1 0,1-1 1,0 0-1,-1 1 1,1-1-1,0 1 0,-1-1 1,1 1-1,0 0 1,0 0 33,2 1-61,0 1 0,-1-1 0,1 0 0,-1 1-1,0 0 1,0-1 0,0 1 0,0 0-1,0 0 1,-1 0 0,1 0 0,-1 0 0,0 1-1,0-1 1,0 0 0,0 0 0,0 1-1,0 5 1,0 4-249,-1 0 0,0 1 0,-2 15 0,0-21 73,1 0 0,-1 0-1,0 0 1,-1 0 0,0 0 0,0-1-1,-1 1 1,-4 7 0,-5 4-820,-22 25 1,32-41 850,0 1-74,0-1-1,-1 0 1,0 0-1,0 0 1,0-1-1,0 1 1,0-1-1,0 0 1,-1 0-1,1-1 1,-1 1-1,1-1 1,-1 0 0,1 0-1,-1 0 1,-8-1-1,10 1-185,-1-1-1,1 0 1,-1 0 0,0-1-1,1 1 1,-1-1-1,1 0 1,-1 0 0,1 0-1,-1 0 1,1-1 0,0 1-1,-1-1 1,1 0-1,0 0 1,0 0 0,0 0-1,1 0 1,-1-1 0,0 1-1,-2-5 1,-5-10-5427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0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 12853,'-8'1'496,"0"1"0,1 1 0,-1-1 0,1 1 0,-1 0 0,1 1 1,0 0-1,0 0 0,0 0 0,1 1 0,0 0 0,-9 9 0,-10 11 443,-32 42-1,9-4-230,2 3-1,3 2 0,-47 100 1,65-111-301,2 1 0,3 1 1,2 1-1,-19 121 1,34-157-334,1 0 1,1 0-1,1 0 1,2 0-1,0 0 1,11 46-1,-9-59-106,-1 0 1,1 0-1,1-1 0,0 1 0,1-1 0,0 0 0,9 11 0,-10-15-60,0 0-1,1-1 1,0 1-1,0-1 1,0 0-1,1-1 1,0 1 0,0-1-1,0-1 1,0 1-1,11 2 1,-11-4-142,0 0-1,1-1 1,-1 1-1,0-2 1,1 1-1,-1-1 1,1 0 0,-1-1-1,1 0 1,-1 0-1,1-1 1,11-3 0,-3-1-1589,1-1 1,-1-1 0,-1-1 0,19-12 0,18-15-8239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0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61 203 11529,'0'0'7729,"-1"3"-7372,-35 171 1092,33-159-1361,-17 111 860,19-122-859,9 22 272,-7-23-142,2-5-198,-1 1 1,1-1 0,0 0-1,-1 0 1,1 0-1,-1 0 1,0-1 0,0 1-1,4-6 1,4-11-16,-1-2 1,-1 1-1,0-1 0,-2 0 1,4-25-1,-3 17-125,21-58 0,-5 17-51,-22 68 139,4 2 7,1 0 21,-1 1 1,0 0 0,1 0-1,-1 1 1,0 0 0,0 0-1,0 0 1,0 0-1,8 6 1,5 5-1,24 21 1,-26-21 4,24 18 1,-38-30 11,9 7 244,1-1 0,0-1 0,0 1 1,0-2-1,1 0 0,14 4 0,-15-7 1099,-11-1-1268,0 0 1,1-1 0,-1 0-1,1 1 1,-1-1 0,1 0-1,-1 1 1,0-1 0,1 0-1,-1 0 1,1 0 0,-1 0-1,1-1 1,-1 1 0,1 0-1,-1-1 1,1 1 0,-1-1-1,0 1 1,1-1 0,-1 0-1,0 1 1,1-1 0,-1 0-1,0 0 1,0 0 0,0 0-1,0 0 1,0 0 0,0 0-1,0 0 1,1-2 0,0 0-16,-1-1 0,1 1 0,-1-1 0,0 0 1,0 0-1,0 1 0,0-1 0,-1 0 1,1 0-1,-1 0 0,0 0 0,0 0 0,-1-3 1,0-3-27,-1 0 0,0 0-1,-6-17 1,-5-3-574,-1 1 0,-1 0 0,-21-27 0,11 16-1249,22 37 1351,1-1 0,-1 0 0,0 1 0,0-1 0,-1 1 1,1 0-1,-1 0 0,-4-3 0,-1-1-1099,8 7 1211,0-1 1,0 1-1,1-1 0,-1 1 1,0 0-1,0-1 0,0 1 1,0 0-1,1 0 0,-1-1 1,0 1-1,0 0 0,0 0 1,0 0-1,0 0 0,0 0 1,0 1-1,0-1 1,1 0-1,-1 0 0,-2 1 1,0 0-1373,-19 4-7478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1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8401,'-4'3'2875,"0"1"1,0 0-1,1 0 1,-7 9-1,-9 22 1582,11-12-5387,-7 31-1,8-27 2526,-10 41-2294,-10 96 0,26-160 489,-2 22-988,-7 27 1,-3-16-2248,-8-1-4692,12-25-263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2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8 6141,'0'-8'13557,"-8"15"-11188,-8 22-3179,4 23 1015,2 0 0,-4 80-1,11-100-229,-3 46 106,6-70 1,0 0-1,1 0 0,0 1 1,0-1-1,1 0 0,4 12 1,-5-17 113,-1-1-66,0 1 1,1-1-1,-1 1 0,0 0 1,-1-1-1,1 1 0,0-1 1,-1 1-1,0-1 0,1 1 1,-1-1-1,0 1 0,0-1 1,0 0-1,-1 1 0,1-1 0,0 0 1,-1 0-1,0 0 0,1 0 1,-1 0-1,-2 2 0,2-3 774,17 2-139,11-1-140,-14 0-405,1-1 0,0 0 0,0-1 0,0 0 0,14-3 0,206-23 927,-193 26-1106,-37 0-120,11-5-327,-3 3-1052,-1 1 1,20 0-1,-27 1 1744,1 0-704,-38-22-7431,15 6 864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13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14513,'-15'15'1856,"9"5"-303,-2 12-85,-4-7-444,4 7-180,-1 8-160,-2 9-164,-4 9-84,4 2 8,-1 6-436,1-3-176,-7-5-520,4-1-640,-3-11-608,-3-8-756,2-9-2169,13-15-3832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2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 9549,'0'0'11800,"-1"2"-11314,-9 37 698,-1 0-1,-19 42 1,-10 13-1600,-41 145 0,76-223-727,0-1 1,-12 23 0,-6 3-8271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29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67 7937,'0'0'4813,"-2"2"-3644,-5 6-659,0 1-1,1 0 0,0 0 1,1 1-1,0 0 0,-4 12 1,-14 26 302,4-11-433,2 1 1,-15 50-1,14-38-179,-24 64 294,41-111 421,13-12-693,-9 5-222,0-1-1,0 1 1,0-1-1,0 0 1,-1 0-1,0 0 1,0 0 0,0 0-1,-1-1 1,0 1-1,0 0 1,1-7-1,1-4-52,12-61-176,5-17-118,31-131-631,-45 196 885,-6 27 77,3 3-11,-1 1 40,1 0 0,-1-1 0,1 1 0,-1 0 0,0 0 0,0 1 0,0-1 0,0 0 0,2 5 0,10 38 222,-6-18-129,-2-9-24,0 0 1,2 0-1,12 23 1,-16-35-68,0-1 0,0 1 0,0-1 0,1 0 0,-1 0 0,1-1 0,0 1 0,1-1 0,-1 0 0,1 0 0,0-1 0,12 6 0,-17-9-11,0 0 1,0 1-1,0-1 1,0 0-1,0 0 1,0 0-1,0 0 1,0 0-1,1 0 1,-1 0-1,0 0 1,0 0-1,0 0 1,0-1-1,2 0 1,3 0 11,-2 1-9,1-1 0,0 0 1,0 0-1,-1 0 1,1-1-1,0 0 0,-1 1 1,0-2-1,1 1 1,-1 0-1,6-5 0,1-3 4,-1 1 0,15-17 0,5-6 185,-17 20 366,22-29-1,-28 32-337,-5 7 56,10-21 684,1 82-286,9 113 0,-18-131-625,-2-23-84,8 81-885,27 118 0,-28-182-9781,-6-18 1323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29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15097,'-58'63'2173,"38"-28"-157,9-4-272,-1 4-404,1-4-188,-1 4-208,4-1-216,-1 7-120,0-1-216,6 3-360,1-3-456,-1 1-152,3-24-408,-3 9-560,0 3-696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113 187 11149,'0'0'7,"-3"0"224,0 0-1,0 0 1,0 0 0,1 0 0,-1 1 0,0-1 0,0 1 0,-3 1 0,6-2-131,-1 1 1,1-1-1,-1 1 0,1-1 1,0 1-1,-1 0 0,1-1 1,0 1-1,-1 0 0,1-1 1,0 1-1,0 0 0,-1-1 1,1 1-1,0 0 1,0 0-1,0-1 0,0 1 1,0 0-1,0 0 0,0-1 1,0 1-1,1 0 0,-1-1 1,0 1-1,0 0 0,1 0 1,-1-1-1,0 1 0,1-1 1,-1 1-1,1 1 1,-1-2-7,0 1 1,1 0 0,-1-1-1,0 1 1,0 0 0,0 0-1,0-1 1,0 1 0,0 0-1,-1-1 1,1 1 0,0 0-1,0-1 1,0 1 0,-1 0-1,1-1 1,0 1 0,-1-1-1,0 2 1,0 1 198,-26 81 1982,15-47-1773,-16 74 0,17-39-275,11-69 100,2-4-265,2-2-57,1-1 0,-2 1 1,1-1-1,0 0 0,-1 0 0,1 0 1,-1 0-1,0-1 0,-1 1 0,1-1 1,-1 0-1,0 0 0,0 0 0,2-6 1,2-13-59,7-44 1,-8 37-12,22-84-87,2-16-11,-14 71 61,-14 57 45,11 20 118,-8-11-47,0 0 0,-1 1 0,0 0 0,0 0 0,-1-1 0,0 2 0,0-1 1,-1 0-1,1 7 0,3 11 38,-1-3-12,-4-18-34,1-1 0,-1 1 0,1 0 0,0-1 0,0 1 0,0 0 0,1-1 0,-1 0 0,1 1 0,-1-1 0,1 0 0,0 0 0,1 0 0,-1 0 0,0 0 0,1 0 0,0-1 0,3 4 0,-3-5 0,-1 0 0,1 0 0,0 1 0,0-2 0,0 1 0,0 0 0,0-1 0,0 1 0,0-1 0,1 0 0,-1 0 0,0 0-1,0 0 1,0-1 0,0 1 0,0-1 0,0 0 0,0 0 0,0 0 0,0 0 0,-1 0 0,6-4 0,5-2 6,0-1 1,-1 0 0,17-14-1,30-37 32,-18 18 29,-33 33 4,-1-1 0,0 1-1,7-14 1,16-19 411,-28 39-387,-2 4-75,0 0 0,0-1 0,1 1 0,-1-1 0,1 0 0,0 1 1,-1-1-1,1 1 0,0-1 0,0 0 0,1 2 0,8 16 126,-2 46 134,-3-14-208,46 269-1864,-48-285-1236,-3-30 1475,0 1 1,1 0 0,0-1 0,2 11 0,7-2-7525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0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14569,'-21'23'773,"10"-11"11,1 0 0,0 1 0,-13 20 0,-18 38 3005,-48 114 0,75-149-3847,2 1 0,1 0 0,1 1 0,3 0 0,-5 52 0,1-2-3205,11-85 1087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1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99 8257,'0'-1'94,"-1"0"-1,0 1 1,0-1 0,0 1 0,0-1 0,0 1 0,0 0 0,0-1-1,0 1 1,0 0 0,0 0 0,0 0 0,0 0 0,0-1-1,0 1 1,0 1 0,0-1 0,0 0 0,0 0 0,0 0 0,-1 1-1,1 0 73,1 0 0,-1 0 0,0 0-1,0 0 1,0 0 0,1 0 0,-1 0-1,1 1 1,-1-1 0,1 0 0,-1 1 0,1 1-1,-10 20 2630,-36 55-249,31-55-2129,1 0 1,0 1-1,2 1 0,1-1 0,1 2 1,-6 27-1,-9 54 258,24-104-479,1 0-130,0 7-125,0 5 438,3-16-183,3-8-154,-3 1-61,0-1 0,-1 1 0,0 0 0,0 0 0,-1-1-1,0 1 1,-1-1 0,-1-16 0,3-22-125,29-150-358,-10 139 459,-2 4 278,-17 48-111,0-1-1,1 1 0,0 0 1,0 1-1,6-9 0,-4 5-97,-3 6 89,9 18 72,-8-11-176,-1 0 0,1 1-1,-1-1 1,-1 1 0,1-1 0,-1 1 0,1 0 0,-1 0 0,-1 0 0,1 0 0,-1 5-1,3 10-6,5 21 39,1 1 1,3-1-1,1-1 0,25 54 0,-37-93-42,-1 1 1,1-1-1,0 0 0,-1 0 1,1 1-1,0-1 0,0 0 1,0 0-1,0 0 0,0 0 1,0 0-1,0 0 1,0 0-1,1-1 0,-1 1 1,0 0-1,0-1 0,1 1 1,-1-1-1,1 1 0,-1-1 1,0 0-1,1 1 1,-1-1-1,1 0 0,-1 0 1,0 0-1,1 0 0,-1 0 1,1 0-1,-1 0 1,1-1-1,-1 1 0,2-1 1,2-1-4,0 0 1,0-1 0,0 0-1,0 0 1,0 0 0,-1 0-1,6-6 1,6-7-16,-1-2-1,-1 0 1,-1 0-1,-1-1 0,18-36 1,-17 30 1,-3 7-5,8-13 195,-1-1 1,-1-1-1,13-43 0,-29 75-153,0 0-1,0 0 0,0-1 0,0 1 0,1 0 0,-1 0 1,1 0-1,-1-1 0,1 1 0,-1 0 0,1 0 0,0 0 1,0 0-1,-1 0 0,1 0 0,0 0 0,1-1 0,-1 3-5,0-1-1,-1 0 0,1 1 1,-1-1-1,1 1 0,-1-1 1,0 1-1,1-1 0,-1 1 1,1 0-1,-1-1 0,0 1 1,0 0-1,1-1 0,-1 1 1,0-1-1,0 1 0,0 0 1,0 0-1,0-1 0,1 2 1,4 51 275,-1 2-338,3-1 1,2 0-1,23 75 0,-5 3-3926,-18-82-4725,-5-35-39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1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15301,'-1'12'916,"1"1"0,0-1 0,1 0 0,1 1-1,0-1 1,6 21 0,31 71 3069,-12-36-2367,72 259 1833,-83-255-2971,-4 2-1,6 121 0,-17-148-374,1 224-495,-5-217-750,-2 0 0,-23 103 0,17-121-327,-1-1 0,-2 0 1,-20 34-1,-26 38-6444,7-27-3826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9588 422 7345,'1'0'33,"-1"1"0,0-1 1,1 0-1,-1 0 0,1 0 0,-1 0 1,0 0-1,0 1 0,1-1 1,-1 0-1,0 0 0,1 1 1,-1-1-1,0 0 0,0 0 0,1 1 1,-1-1-1,0 0 0,0 1 1,0-1-1,1 0 0,-1 1 1,0-1-1,0 0 0,0 1 0,0-1 1,0 1-1,0-1 0,0 0 1,0 1-1,0-1 0,0 0 1,-1 9 9783,1-11-9790,-1 0-1,1 0 1,-1 0 0,1 1-1,-1-1 1,0 0 0,0 0 0,0 1-1,0-1 1,0 1 0,0-1-1,-1 1 1,1-1 0,0 1-1,-1 0 1,1 0 0,-1 0-1,1-1 1,-1 2 0,0-1 0,1 0-1,-3-1 1,-42-15 108,39 14-87,-78-21 331,-156-24-1,204 42-239,-327-64 772,249 51-818,-232-9 1,257 24-91,-43 1 25,-25-1-38,-178-10-32,80 6 38,-153 3 135,224-4-8,-171-8-50,56 5-34,253 9-20,-139-14 18,-125-28 90,24 12 98,220 28-161,-137-6-2,-373 18-67,567-7 0,-426 51 45,261-26-21,15 3-66,-6 1 59,77-16-8,-55 6 7,47-9-34,-42 3 44,2-2-33,6 0 17,-325-5-66,325-6 62,-81 5-44,80 2 68,-71 7-5,68 3-4,-64 7-92,-50 20 112,136-20-27,7-1-15,2 5-1,1 4 1,-188 86 0,256-100-7,0 0 1,2 3 0,0 0 0,1 2 0,2 2 0,-47 46-1,73-64 8,0 0 0,1 0 0,0 0 0,0 0 0,0 1 0,1-1 0,0 1 0,1 0 0,-1-1 0,2 1 0,-1 0 0,1 11 0,1-12 11,0-1-1,0 0 1,1 1 0,0-1-1,0 0 1,1 0 0,-1 0 0,1 0-1,7 10 1,5 5-1,22 22 0,-25-28-8,22 19 29,1 0 1,2-3-1,73 49 0,-100-73-22,67 41 6,142 67 1,-173-93-10,16 6 4,1-3 0,109 28 0,138 9-56,-25-37 138,-223-21-80,467 5 65,-219-7-37,-242-1-38,118 7 4,-65 3 34,128-5 0,123-21-22,-365 15-15,374-30-33,370-23 72,-433 12-71,-15 2 94,-194 26-65,88-5 4,112-6-23,-187 12 29,190-33-79,-90 11-71,-46 9 44,266-26-20,381 23 89,-771 28 47,203 8 3,-180-4 2,1-3 1,93-12-1,-83 0 36,153-42-1,30-6 17,-224 51 169,54-16 0,-89 21-167,-1 0 1,0-1-1,0 0 0,0-1 1,0 0-1,-1 0 0,15-12 0,-18 13-14,0 0-1,-1-1 0,0 0 1,0 0-1,0 0 0,0 0 1,-1-1-1,0 1 0,0-1 1,0 0-1,-1 0 0,4-11 0,-5 9-6,0 0-1,0-1 0,-1 1 0,0 0 0,0-1 0,-1 1 0,0 0 0,0-1 0,-1 1 0,0 0 0,0 0 0,-8-15 0,4 6 16,-2 0 0,0 0 0,0 1 0,-2 0 0,-21-28 0,-57-70 90,78 101-228,0 0 1,-2 1-1,1 0 1,-16-12-1,18 18-374,1 1 1,-1 0-1,0 0 0,0 0 1,0 1-1,-1 1 1,1 0-1,-13-3 0,-20-4-2834,11 1-1830,-3 0-4215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4:3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14 5589,'-6'-5'-148,"-4"-4"3072,19 11-233,-8-2-2486,0 1 0,-1-1-1,1 1 1,0-1 0,-1 0-1,1 1 1,-1-1 0,1 1 0,0-1-1,-1 1 1,1 0 0,-1-1-1,0 1 1,1 0 0,-1-1-1,1 1 1,-1 0 0,0-1-1,0 1 1,1 0 0,-1 0 0,0-1-1,0 1 1,0 0 0,0 0-1,0-1 1,0 1 0,0 1-1,-7 25-565,3-15 916,-101 400 2394,89-329-2497,4 2-1,-3 170 1,49 207 629,-26-365-400,-8-94-530,1-8-128,0 1-1,0-1 1,0 0-1,0 1 0,1-1 1,2-4-1,2-9-57,-4 13 36,-1-1 1,1 1-1,0 0 1,0-1 0,1 1-1,0 0 1,-1 0-1,2 1 1,-1-1-1,1 0 1,-1 1-1,1 0 1,0 0-1,1 0 1,-1 1-1,7-5 1,5-2-13,0 1 1,0 0-1,29-9 1,-10 6-6,2 1 0,-1 2-1,1 2 1,71-4 0,153 10-1,-257 1 17,785 3 38,-290 4 90,-259 0-162,106 16-16,-71-3 13,68 0 16,-141-18-32,-47-2-86,254-17-182,-288 8 176,260-22-79,-86-3 34,-167 15 194,139-16-311,59-1-292,-325 36 598,283-20-159,-250 17 164,2 0 18,12 1-74,-16-1 7,83-9 63,-23 4 155,-89 8-22,34 0 219,-34 0 30,14 2-374,-15-2 37,1 0 0,-1 0 0,0 0-1,0 0 1,0-1 0,0 1 0,0-1-1,-1 1 1,1-1 0,0 0 0,0 0-1,0 0 1,0 0 0,-1 0 0,4-2-1,-3 1-208,0 1 128,-3-1 8,0-1 7,0 1 0,-1 0 0,1 0 0,0-1 0,-1 1 1,0 0-1,1 0 0,-1 0 0,0 0 0,0 1 0,0-1 0,0 1 1,0-1-1,-1 1 0,-2-2 0,-2-2-15,6 4-30,-3 0-70,-9-4-878,-1 1 0,-25-5 1,-35 0-6509,59 8 3618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6:58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0 290 23680,'3152'-290'0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6:59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29 219 9537,'0'0'5127,"-3"-1"-3966,-23-4 6694,29 5-7004,76-4 1055,109-20 0,-108 12-1302,116-20 465,120-14 55,486 12-474,3 49 143,-334-3-609,-25-1-184,123 0 0,-156-20 0,-341 6 0,-29 3-548,-45-3-1100,-8-11-39,4 5 782,0 1 1,0 0-1,-8-7 1,9 11-689,0 0 0,1 0 0,-1 1-1,-8-5 1,-26-10-12723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8:2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3751 0 7601,'-8'4'404,"7"-3"-259,0 0 1,0 0-1,-1 0 1,1-1-1,-1 1 0,1-1 1,-1 1-1,1-1 1,-1 1-1,1-1 1,-2 1 3968,4 0-3736,5 5-703,-6-5 407,0-1 1,0 1 0,1-1-1,-1 1 1,0-1 0,0 0-1,0 1 1,1-1 0,-1 0-1,0 1 1,1-1 0,-1 0-1,0 0 1,1 1 0,-1-1-1,0 0 1,1 0 0,-1 1-1,1-1 1,-1 0 0,0 0-1,1 0 1,-1 0 0,1 0-1,-1 1 1,1-1 0,-1 0-1,0 0 1,1 0 0,-1 0-1,1 0 1,-1 0 0,1-1-1,-1 1 1,0 0 0,1 0-1,-1 0 1,1 0 0,-1 0-1,0-1 1,1 1 0,-1 0-1,1 0 1,-1-1 0,0 1-1,1 0 1,-1-1 0,0 1-1,0 0 1,1-1 0,-1 1-1,1-1 1,-2-2 1108,-7 2-427,-20-1-131,-29 5-244,-13 8 267,-191 3-8,141-5-485,-307 21 143,-67 28-123,287-28-73,49-8 42,-191 53 1,296-63-131,-59 7 0,50-10 42,-106 9 70,66-9-89,-333 45 219,417-51-265,1 0 1,0 2-1,0 0 1,-22 9 0,-64 36 36,32-14-91,46-23 61,-39 28 0,39-24-35,0-1 19,-20 14 8,35-24-8,-19 8-2,23-11 11,0 1 0,0 1 0,1-1 0,0 1 0,0 0 0,0 0 0,0 0 0,1 1 0,-7 10 0,-1 5 0,-13 34 0,23-50-12,-33 92 54,34-94-9,1 0-54,1 5 16,0 0 0,1-1 0,-1 1 1,2-1-1,-1 1 0,1-1 0,0 0 0,0 0 0,1 0 0,0-1 0,0 1 0,0-1 0,10 10 1,2-1-6,0-1 0,2-1 0,0 0 1,0-2-1,30 15 0,105 37-32,-115-49 43,260 103 38,-179-61-52,-89-44 27,40 16-30,1-2 0,97 20 0,166-6 33,-199-28-8,148-4-188,-112-8 5,279-3 11,125-63-15,-376 35 63,21 3 46,-129 21 61,-48 5 59,108-7-143,-110 5 64,89-6-63,-106 10 72,0 0 0,0 2-1,32 6 1,-36-5 10,0 0 1,24-2-1,-22 0 13,37 5 0,-34-3-26,0-1-1,45-1 0,18 0 5,59 2-64,-93-4 21,63 7 1,-83-3 29,48-3 1,8 0 39,-71 1-28,40-5 0,4-1 35,154-6-54,-206 10 49,0 0 0,-1 0 0,1-1-1,11-4 1,-14 3-8,1 1-1,0 0 0,16 0 1,-24 2-2,0 0-1,0-1 1,0 1 0,0 0 0,0 0 0,0-1 0,1 1 0,-1 0-1,0-1 1,0 1 0,0-1 0,0 1 0,-1-1 0,1 0-1,2-1 1,2-1 5,3-2-2,-3 3-3,1-1-1,-1 1 0,1 1 0,0-1 0,10-1 0,59-10-6,-18 0-28,-26 10 27,-24-1-9,-1 0 0,-4 3 37,27-5-22,-25 6-2,0-1 0,1 0 1,-1 0-1,0 0 0,0 0 1,0 0-1,1-1 0,3-2 0,20-11 58,31-11 0,-56 25 65,-1 0-93,3-2-26,0 0 20,0 0 1,0 0 0,0 0-1,-1-1 1,0 0-1,5-4 1,-7 6-2,2-2-7,-1 1 1,0-1-1,1 1 1,-1-1-1,-1 0 1,1 0-1,3-8 1,1 0-8,3-2 13,0 0 1,7-16-1,10-16 60,-6 12-63,-17 27-7,-1 0 0,1 1 1,0 0-1,6-6 0,-8 10 72,6-14 1,-7 15-66,0-1 1,-1 1-1,1-1 0,-1 0 0,1 1 1,-1-1-1,1 0 0,-1 1 1,0-1-1,0 0 0,0 1 0,0-1 1,0 0-1,0 0 0,-1 1 0,1-1 1,-1 0-1,1 1 0,-1-1 1,1 1-1,-1-1 0,-1-1 0,1 0-7,0 1-18,1-1-15,0-6 20,-1-1-1,0 1 0,0 0 1,-1 0-1,-3-9 1,4 16 6,0-1-1,0 0 1,1 1 0,-1-1 0,1 0 0,0 0 0,0-4 0,0 4 0,0 1 1,0 0 0,0-1 0,0 1 0,0 0 0,-1-1-1,1 1 1,-2-3 0,0-1 17,0 0 0,1-1-1,0 1 1,0 0 0,-1-9 0,2 13-12,0 1 0,0-1 0,0 1 0,0-1 0,-1 1 0,1 0 0,0-1 0,-1 1 0,1 0 0,-1-1 0,0 1 0,0-2 0,-6-12 97,4 1-47,-1 0 0,-8-17 0,-5-21 265,17 50-316,-3-3 18,-12-15-29,14 18 5,-14-24 104,-24-30 0,38 55-96,1 0 0,-1 0 0,0 0 0,1 0 0,-1 0 0,1 0 0,-1 0 0,1 0 0,-1-1 0,1 1 0,0 0 0,0 0 0,0-1 0,0 1 0,-1 0 0,2-2-1,-1 2-4,0-1-1,0 1 0,0 0 0,0 0 0,0 0 0,0 0 1,-1 0-1,1 0 0,0 0 0,-1 0 0,1 0 1,0 0-1,-1 0 0,1 0 0,-1 0 0,0 0 0,1 0 1,-1 0-1,-1-1 0,-2-2 21,1 0 0,-1 0 0,1 0 0,0 0-1,0-1 1,1 1 0,-1-1 0,1 0 0,0 0 0,-3-9 0,5 13-23,0 0 0,-1-1 0,1 1 1,-1 0-1,1 0 0,-1 0 0,0 0 0,1 0 0,-1 0 0,0 0 1,0 0-1,1 0 0,-1 0 0,0 0 0,-2-1 0,2 1 3,0 0-1,-1 0 1,1 0-1,0 0 1,0-1-1,0 1 1,0 0-1,0-1 1,0 1-1,0-2 1,-4-6 2,1 0 0,-1 1 0,-13-16 0,8 7 20,10 16-25,-1 0 1,1 0 0,-1-1-1,1 1 1,-1 0 0,1 0-1,-1 0 1,0 0-1,0 0 1,0 0 0,0 0-1,1 0 1,-1 0 0,0 0-1,-1 0 1,1 0 0,0 1-1,0-1 1,0 0 0,0 1-1,-2-1 1,-2-1 2,-26-20 99,15 11-20,-1-1 0,-18-8-1,1 2-81,-19-13 266,38 24-246,-1 0 0,0 1 1,0 1-1,-1 0 1,1 1-1,-29-3 1,-6-1-6,-90-14 162,126 20-113,-113-15 615,124 17-609,-6 0-32,0-1 5,0 0 0,-19-5 0,-15-1 83,-19-2-145,13 4 36,-21-1-32,-55 7-32,-154 4 40,128 1 79,57-2 108,60-2 48,0-1 1,-56-5-1,-116-9 336,91 8-446,-39 2 41,-19-3-141,120 4-18,-79 6 0,58 0-16,43-3-906,1 2 1,0 0-1,0 3 1,-42 11-1,70-16 518,0 1 0,1-1-1,-1 1 1,0 0 0,0-1-1,1 1 1,-1 0 0,1 0-1,-4 5 1,-8 10-6815,13-15 6307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8:21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 7949,'-40'14'11054,"37"-13"-10269,-17 3 1030,25-3 1963,36-1 618,-33-1-5316,361 2 3750,-153 2-1750,-150-1-1330,-31-1-412,36-2 0,-70 1 474,0 0 0,0-1-1,0 1 1,1-1 0,-1 1 0,0-1 0,0 1-1,0-1 1,0 0 0,0 1 0,0-1 0,0 0 0,0 0-1,0 0 1,0 0 0,1-1 0,-2 1 81,0 1-1,1 0 1,-1-1 0,0 1 0,0 0 0,0-1-1,0 1 1,1-1 0,-1 1 0,0 0-1,0-1 1,0 1 0,0-1 0,0 1-1,0-1 1,0 1 0,0 0 0,0-1 0,0 1-1,0-1 1,0 1 0,-1 0 0,1-1-1,0 1 1,0-1 0,0 1 0,0 0-1,-1-1 1,1 1 0,0 0 0,0-1 0,-1 1-1,1 0 1,0 0 0,-1-1 0,1 1-1,0 0 1,-1 0 0,1-1 0,0 1-1,-1 0 1,1 0 0,-1 0 0,1 0 0,0-1-1,-1 1 1,1 0 0,-1 0 0,1 0-1,0 0 1,-1 0 0,0 0 0,-32 2-7167,-22 2-4779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9:5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5557,'0'0'13693,"2"-2"-13344,1 1-304,1-2 84,-1 1 0,1 0-1,0 0 1,-1 0-1,1 1 1,0 0 0,0-1-1,7 0 1,33-4 451,15 0-54,-3 5-170,46 2 4,-11 5-194,-12 1-5,108-5 0,523-37 64,-405 19-9,-239 12-179,517-28 92,-434 20-101,83-4 5,-197 17-20,-15 0 7,34-3 0,128-8 121,-66 5-69,206-9 153,33-3 338,160-9 124,-463 24-612,456-3 1463,-319 6-847,-149-4-1746,-39 3 957,-1 0 0,0 0-1,1 0 1,-1 0-1,1 0 1,-1 0-1,1 0 1,-1-1-1,1 1 1,-1 0-1,1 0 1,-1 0-1,0-1 1,1 1-1,-1 0 1,0-1 0,1 1-1,-1 0 1,0-1-1,1 1 1,-1-1-1,0 1 1,0 0-1,1-1 1,-1 1-1,0-1 1,0 1-1,0-1 1,0 1-1,1-1 1,-1 1-1,0-1 1,0 1 0,0-1-1,0 1 1,0-1-1,0 1 1,-1-1-1,-3-13-3280,-9 3-3009,-8 0-3791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3:59:53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26 412 6941,'-26'5'13033,"29"-4"-12602,46 4 197,-1-2 0,1-3-1,95-10 1,6-1-377,66 2-33,91-1-95,-55 13-40,92 0 7,54-3-72,-153 2-10,130-8 60,-228 3-93,563-42 246,-420 22-198,-32 0 35,151-9-64,-16 3 76,-46 4 7,-130 8-83,-160 12 65,68-2-83,42 0 3,-72 1 131,586-13-183,-141-12 234,-429 22-48,26-3 163,141-24 1093,-55 12 521,-141 19-1050,-56 5-395,0-2 1,0 0 0,31-8-1,-54 9-275,29-2 585,-29 3-141,0 0-436,11 0-19,-10 0-323,-5 2-158,-12 1-630,-23 2-1018,19-6 568,0-1 0,-24-5 0,-19-3-7425,11 8-4293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0:05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208 153 4332,'13'-60'3713,"-12"57"-2238,2-11-749,1 6 2825,-1 10-1983,2 21-1557,0 1 414,1 0-167,-1 0 0,-1 0 0,-1 1 0,0 28 0,-1-9-125,3 78 433,-15 175 0,-36 119 247,36-340-740,-4 21 37,-12 137 191,6-36-204,0-7 109,-3 163 87,-12 168 223,31-467-459,-6 120 100,1 5-99,1-40 69,-4 93-19,-8-46 81,18 302 467,12-210-443,-10-166-145,1 4 19,3-41-20,-3 0-1,-12 94 1,8-124-56,2 56-1,0 14 45,0-68-37,3 0-1,8 56 1,-7-83-11,0 9-21,0-4 33,0 0 0,14 48 0,-14-60 2,1 0 0,-2 0-1,1 17 1,-1-15-26,0 0 1,5 20-1,32 135-23,-37-165 26,1 0 0,0 0 0,0-1 1,0 0-1,0 1 0,1-1 0,0 0 0,0-1 1,0 1-1,1-1 0,-1 1 0,1-2 0,0 1 1,0 0-1,1-1 0,-1 0 0,1 0 0,-1-1 1,13 4-1,38 13 18,1-2 1,0-4 0,1-1-1,105 6 1,126-7-18,-57 4-29,-122-6 23,0-4-1,121-11 1,-79-6 25,69-8 7,168-5 60,-368 25-92,251 7 13,70-4-35,395-34-42,-214 26 102,-495 4-24,471-7 76,-243 20-111,-141-4 31,524 38-74,-552-38 82,135 7-12,-152-15 8,215-6 39,88-5-137,-41 2 0,-106 5-32,-72 3 77,166-13-4,123-2 6,-384 17 33,231-10-23,-60-2 11,-106-1 57,-22 4-52,181-38 0,-158 17 16,54-14 15,114-69-22,-236 89 15,74-20 70,-91 32-56,0-2-1,46-21 0,-71 27-15,0-1 0,0 0 0,-1-1 0,0-1 0,0 0-1,-1-1 1,19-21 0,-14 9 31,-1-1 0,-1 0 0,-1-2 1,-2 1-1,0-2 0,-2 0 0,11-38 0,1-24 152,10-90 0,-20 107-139,0-7 144,-2 0 1,0-119-1,-5 2 352,0 31-302,2-14-27,0-1-131,1-328-75,-8 351-56,-2-155 200,-3 189-132,-3-70 16,-3-97-83,5 71 16,2 62 22,-2-41-20,3 42 76,4 98-76,-9-78 0,-6 4 29,-14-89-30,-53-233-57,75 430 37,-25-154 18,10 11-1,19 158 34,-1 0 0,0 0 0,0 1 0,-1-1 0,0 0 0,-1 1-1,1 0 1,-2 0 0,1 0 0,-1 0 0,-1 1 0,1-1 0,-1 1-1,0 1 1,-1-1 0,0 1 0,0 0 0,0 1 0,0 0 0,-17-9 0,-18-2-19,-1 1 0,0 2 0,-75-12 1,-137-3-2,56 22-50,98 5 124,-583-4-79,638 5 59,-398 10-176,203-3 72,-63-7 17,167-5-8,-190-16-19,-33-4 57,159 29-150,89 0 336,-69 5-292,-49 1 107,29-8-46,-92 0 158,-196-5-354,408 3 211,-278 6-214,-535 5 208,468-62-105,4 1-41,240 43 123,100 6 63,-88 10 0,92-4-6,-471 22 2,320-12-35,115-5 52,63-6 4,-194 21 73,179-13-99,-175 27 8,32-24-36,167-17 31,-6 1 8,45 1-25,-10 0 36,2-1 27,0 1 1,0 1-1,-13 1 1,-11 3-74,-7 1 14,-11 6 15,34-9 18,16-2-10,-14 2 16,-32 2-64,46-5 92,0 0-51,-25-2 36,25 2 11,-13 2 35,-22 3-170,-20 4-3306,52-7 2187,0-1 0,-1-1 0,1 1 0,-10-1 0,8 0-1539,-7 0-4807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3:18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642 232 6109,'8'-5'1774,"14"-7"7987,-9 6-5450,-27 10-3973,5-1-286,-1-1-1,1 0 0,-1-1 1,1 0-1,-1-1 0,1 0 1,-12-1-1,-33 2 76,-18 10-117,50-9-10,0 2-1,0 0 1,0 2-1,1 0 1,0 2-1,0 0 1,-26 14-1,31-11 4,0 0 0,1 0-1,0 2 1,-14 14-1,12-10-4,6-6-2,2 1 0,-1 0 1,2 0-1,0 1 0,-9 18 0,-14 22 29,24-42-25,1 1 0,0 0 0,1 0-1,0 1 1,-5 22 0,3-2-19,-3 36 0,9-55 25,0 0 1,1-1 0,1 1 0,0 0-1,1 0 1,4 14 0,-4-19-3,1 0 0,0 0 0,0-1 0,1 0 0,0 1 0,0-1 0,1-1 1,0 1-1,1-1 0,6 8 0,0-3 0,1-1 0,1 0-1,0 0 1,0-1 0,1-1 0,0-1 0,1 0 0,0-1 0,0 0 0,0-2 0,27 7-1,-5-3-5,0-2-1,1-2 0,-1-1 0,73-2 0,-81-4-2,0-2 0,0 0 0,0-2 0,0-2 0,-1-1 0,47-20 0,-23 5-3,-1-3 0,-1-2-1,-1-2 1,74-61 0,-94 66 13,-2-1 1,0-1 0,-2-2 0,25-34-1,-32 35 5,-4 9 20,-2-1 0,16-32 0,-26 46 6,0 1-1,-1-1 0,0 0 1,0 0-1,0-1 1,-1 1-1,0 0 1,-1-1-1,1 1 1,-1 0-1,-1-1 1,-1-10-1,-1 3 89,0 1 0,0 0 1,-1 0-1,-1 0 0,-1 1 0,0-1 0,0 1 0,-16-23 1,-4-6 279,22 34-279,-1-1 0,0 0 0,0 1 1,-1 0-1,0 1 0,-8-9 0,-12-6 473,-47-31 0,57 44-478,0 0 0,0 1 0,-1 1 0,-30-9 0,16 9-70,0 1 1,0 1-1,0 1 0,-1 2 1,1 1-1,-1 2 1,-30 5-1,16 1-67,0 2 1,1 2-1,0 2 1,-46 20-1,77-26-268,1-1 0,0 2-1,1 0 1,0 0 0,0 1 0,1 0 0,-13 14-1,16-16-499,0 0 0,-16 10-1,-7 6-1636,5 4-994,8-6-2638,-1-8-2394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3:1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718 106 6601,'-26'-6'7311,"23"6"-6892,-28-5 522,28 4-374,0 0-33,-7-4-224,0 1 0,-1 0 0,0 0 0,1 1 0,-1 1-1,0 0 1,0 0 0,-13 1 0,8 1-108,-117 5 1051,117-3-1184,1 0 0,0 2 1,0 0-1,0 0 0,0 2 1,-21 10-1,18-5-51,0 1 1,1 0-1,1 2 1,0 0-1,0 0 1,2 2-1,0 0 1,0 0-1,-11 21 1,11-14-19,0 0 0,2 1 0,0 0 0,2 1 0,1 1 1,1-1-1,-6 37 0,11-43-1,1 0-1,1 0 1,4 35 0,-2-25 13,2-1 0,2 1 1,0-1-1,2 0 0,1-1 1,1 1-1,19 37 0,-20-50 3,2-1-1,0 0 1,0-1-1,15 15 1,-11-15 12,0-1 0,1-1 1,0-1-1,1 0 0,0-1 0,21 9 1,-20-12-23,1 0 0,0-2 0,0 0 0,1-1 0,32 2 0,-21-6-20,0 0 0,0-2 0,-1-1 0,1-1 0,-1-2-1,33-12 1,-29 7 9,0-3-1,-1 0 1,46-31-1,67-49 126,-123 78-64,0 0 0,-2-2-1,0 0 1,21-28 0,-34 38 2,-1-1 1,0 0-1,0-1 1,-1 0-1,-1 1 1,0-2-1,0 1 1,3-20-1,-2 12 51,-1-1 0,-1 1 0,-1-1-1,0 0 1,-2 0 0,-2-23-1,0 20 31,-1 0-1,-1 1 1,-2-1 0,0 1-1,-1 0 1,-1 0-1,-18-33 1,15 34 197,-1 2 0,0 0 0,-20-23 1,23 32-183,-1 0 1,0 1-1,0 0 1,-1 1-1,0 0 0,0 0 1,-14-5-1,-73-24 362,57 23-367,25 10-127,-1 1 1,0 0 0,1 1-1,-1 1 1,0 0 0,0 2-1,-26 2 1,20-1 17,8-1-69,0 1-1,0 1 0,1 0 1,-1 0-1,1 2 1,-1 0-1,-20 10 0,26-10-121,0 0 1,1 1-1,-1 0 0,1 1 0,0-1 0,1 1 0,0 1 1,0 0-1,0 0 0,1 0 0,0 0 0,-4 11 0,-5 8-488,2-3-723,0 1 1,-10 31 0,8-19-806,3-9-1029,5-7-1715,4-4-2632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3:2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10 4416,'0'0'8942,"2"1"-8587,6 2-276,3 3 1012,-11-6-1072,0 0 0,0 1-1,0-1 1,0 1-1,0-1 1,0 0-1,0 1 1,0-1 0,0 0-1,0 1 1,-1-1-1,1 0 1,0 1 0,0-1-1,0 0 1,0 1-1,-1-1 1,1 0 0,0 1-1,0-1 1,0 0-1,-1 1 1,1-1-1,0 0 1,-1 0 0,1 1-1,0-1 1,0 0-1,-1 0 1,1 0 0,0 0-1,-1 1 1,-54 46 78,42-34-61,-1-1 0,0 0 0,-1-2 1,-19 13-1,-1 1 378,24-14-34,9-9 78,3 2-273,2 1-106,0 1 1,0-1-1,-1 1 0,0 0 1,0 0-1,0 1 1,0-1-1,-1 0 1,0 0-1,0 7 1,-1 252 794,-2-204-779,-2 51-9,15 169 1,14 133-11,-23-345-80,1 203 46,-4-199-66,16 128 59,-11-148 9,7 40-157,-4-43 114,0 59 0,-4-52 77,8 45 16,0 39-42,-2-44-78,0 64 26,-9-157-159,0 14 203,2-2-15,-1-13-31,-1 1-56,2 5 24,0 7 82,0-1-1,0 0 0,-1 0 0,-2 16 0,-4-1-70,4-26 47,1 0-47,-1 0 22,0 22 16,1-22-52,1-1-36,0 2 81,1-1 0,0 0 0,0 0 0,1 0 0,-1 0 0,1 0-1,-1 0 1,5 3 0,3 3-11,-8-8 1,44 9 92,-34-8-103,-6-2 10,-1 1 0,1-1 0,-1 0 0,1 0 0,-1 0 0,7-1 0,54-2-65,-62 3 91,-1 0-10,37 0-195,-18 0 240,0 1 0,42 7 0,-2 0-32,-58-8-27,0 1 0,-1-1 0,1 0 0,0 0 0,0-1-1,5 0 1,0-1-31,-5 2 21,14 0 46,-2 0-37,-12 0 18,11-2 20,-14 1-19,1 1 1,0 0-1,-1-1 1,1 0-1,0 1 1,-1-1-1,1 0 1,-1 0 0,1 1-1,-1-1 1,1-1-1,-1 1 1,0 0-1,1 0 1,-1 0-1,0-1 1,0 1-1,0 0 1,0-1-1,1-1 1,-1 2 55,7-13 79,-6 12-139,-1 0 1,1 0 0,-1-1 0,0 1 0,0 0 0,0-1 0,0 1-1,0-1 1,0 1 0,-1-1 0,1 1 0,-1-6 0,1 1-11,0 3 16,0 1-19,25-52 68,-23 48-18,0 0 1,0 0-1,-1 0 0,0 0 0,1-9 0,5-15 173,-5 24-197,-1 0 0,0 0 0,-1 0 0,0-1 1,0 1-1,0 0 0,-1 0 0,-1-11 0,3-28 77,0 20-51,-1 0 0,-2-31 0,-1 5 24,-6-175 246,11 135-240,-4-112 40,-7 63 192,-35-127-28,25 170-342,-16-155 170,26 156-80,-7-163-24,6 88 118,-4 64-72,0 4-14,4 61-31,7 35-17,0 0 1,0 0-1,0-12 0,0-35 41,2-37 10,1 72-35,-1 2-4,2 0 0,0 1-1,1 0 1,7-24 0,-9 36-6,0-1 0,0 1 0,0-1 0,-1 0 0,0 1 0,0-1-1,0 1 1,-2-8 0,1 0-4,1 10 10,-3-12 25,2 10 28,-1-1-1,0 1 1,0-1 0,0 1-1,-1 0 1,0 0-1,0 0 1,0 0 0,-6-6-1,8 9-31,-27-11 78,22 7-131,1 2 71,1 0 1,0-1-1,0 1 1,0-1-1,-4-6 1,7 9 47,-1 1-48,-21-2-30,0 2 1,0 0-1,-42 4 1,1 0 165,51-2-67,0 0 0,0 1 1,-24 8-1,3-2 49,31-7-125,-13 3-21,12-3-14,-40 8 85,42-9 30,1 2-1469,1-2 1236,0 1 0,-1 0 0,1-1 1,-1 1-1,1 0 0,-1-1 0,1 1 0,-1-1 1,1 1-1,-1-1 0,1 1 0,-1-1 1,0 1-1,-1 0 0,-6 6-2531,6-2-4040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3:54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41 5869,'12'-3'1478,"-11"0"-657,-9 1 1654,-6 1 3968,-9 17-6394,20-14-7,3-2-42,-6 0 2,-14 5-26,-37 15-83,54-19 177,-11 68-16,13-49-13,1-15-41,0 0 1,0 0-1,0 0 1,0 0-1,1-1 1,0 1-1,0 0 0,2 5 1,-3-8 8,0-1 0,1 1 0,-1-1 0,0 1 0,1-1 0,-1 1 0,0-1 0,0 1 0,0-1 0,-1 1 0,1 0 0,0-1 0,-1 1 0,1-1 0,-1 3 0,0-2-11,0 0 0,0 1-1,1-1 1,0 1 0,-1-1 0,1 1-1,0-1 1,0 4 0,2 5 13,-2 0 0,1 0-1,-1 0 1,-3 17 0,1-13-42,1 1-1,0 0 1,1 0-1,3 16 1,-3-24-29,3 57 98,-3-35-38,6 39-1,-4-53-6,-1 0-1,-1 22 1,0-7 50,4 5 12,-2-1-1,-2 37 1,-1-32-58,2-1 1,7 51 0,-4-17-126,-2-20 91,4 58 41,-3-34 103,-2-70-88,-1 4-5,1 0-1,0 0 0,1 0 0,0 0 0,0 0 1,5 12-1,-6-20 0,1 1 0,-2 0 0,1 1 0,0-1-1,-1 0 1,0 0 0,-1 8 0,1 2-40,0-3 15,0 3-3,1 0 0,4 25 0,-2 35-26,-3-71-92,0 0 133,5 64 39,1 27 74,-3-65-108,-3-26 24,1 0 43,9 60-81,-9-60 125,-4 33-129,3-32-3,0-1-4,20 155-22,-16-125 101,-1 40-1,-2-30 37,8 55 0,-9-95-38,-9 52 15,7-25-80,-4 32-4,6-27-25,0-10 104,-1-13-71,1 1 0,3 21 0,-2-30 52,-1 0-68,0 32 61,0-33 28,-1 1 24,-1 29-146,2-29 57,-3 13 150,1-3-106,1-11-72,2 1-116,1 66 310,-2-66-220,0-2-2,8 25 122,-7-25 11,6 22-184,-6-22 183,13 25 36,-13-25-85,1-1-18,56 14-191,-55-14 146,-1 0 71,53 12 23,-52-12-21,12 2-29,34 7 62,-47-9-71,16 1-43,-9-1 49,0 0 0,-1 0 0,15 5 0,-21-5 22,16-2-52,-1-1 0,0 0 1,0-1-1,18-6 0,11-2-86,118-30-504,-161 41 593,0-1 6,25-1-10,-25 2-18,0 0-65,2 0 132,0 0 1,0-1-1,1 1 1,-1-1-1,0 0 0,0 0 1,8-3-1,-11 2 5,-1 1-1,1 0 1,0-1-1,-1 1 0,1-1 1,-1 0-1,0 1 1,0-1-1,1 0 1,-1 0-1,0 0 0,-1 0 1,1 0-1,0 0 1,0 0-1,-1 0 0,1-4 1,5-46 251,-4 24-223,2-25 111,-3-106-1,-3 66-112,-15-313 407,16 393-449,-15-220 92,5 58 117,10 91-87,1 25-49,-6-120 43,7 121-121,0 37 17,-3-30 1,-3-86 144,1 10 106,-3 47-135,-17-145 515,12 182-386,4 16-129,7 24-134,0 1 0,0-1 0,0 1 0,0 0 0,0-1 0,0 1 0,-1 0 0,-2-3 0,1 0-12,1 3-32,-3-16 101,-18-62-20,17 26-17,4 47-28,0 1 1,0-1-1,1 0 0,0 1 0,0-8 0,1 11 6,0 1-3,-5-25-9,4 25 22,-7-15-36,-14-32 47,21 46 10,1-78 179,-8 47-150,7 31 66,-22-17 186,12 8-310,0 2-14,-3 5 5,0 1-1,1 0 1,-1 0-1,-25-2 1,19 4 2,-31-9 1,37 7 7,0 2 0,-17-2 0,1 0 6,27 4-3,-1 0 0,-112 5 207,113-4-252,0-2-271,0 1 62,1 0-1,-1 0 1,1 0-1,-1 0 1,0 0 0,1 1-1,-1-1 1,1 1-1,-1 0 1,1 0-1,-4 1 1,-2 1-816,-5 0-244,10-3-143,2 3-111,-11 34-4495,8-17 261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3:56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0 4524,'0'0'5963,"0"3"-5328,-1-2-336,1 0 0,0 1 0,0-1 0,-1 0 0,1 0 1,-1 1-1,1-1 0,-1 0 0,0 0 0,1 0 0,-1 0 0,0 0 1,0 0-1,0 0 0,0 0 0,1 0 0,-3 2 0,-15 1 2907,2-4-3998,-75-4 1493,77 4-584,0 1 0,1 0 0,-1 1 0,-25 8 1,26-6-50,1 1 0,0 0 1,0 1-1,0 1 0,-17 13 1,-6 3 24,27-18-95,0 0 0,0 1 0,1-1 0,0 1 1,0 0-1,-11 13 0,8-6 16,0 0 1,1 0 0,0 1 0,1 0 0,0 1-1,1 0 1,1 0 0,-5 18 0,2 11 8,-5 53-1,12-81-83,1-7 78,0 0 0,1 0 0,0 1 0,1 14 0,0-18-5,0 0 0,-1 0 1,0 0-1,-1 1 0,1-1 0,-3 7 0,1 8-6,1-10-2,2 0 1,0 1-1,2 12 1,1 8 8,1 1-11,12 48-1,-10-52 8,-1-11-28,0 1-1,2-1 0,15 28 0,-10-20 35,-9-19-16,-1 0-1,1 0 1,1 0 0,-1-1-1,1 1 1,0-1 0,0 0-1,1-1 1,0 1-1,0-1 1,0 0 0,1-1-1,-1 1 1,1-1-1,0-1 1,0 1 0,1-1-1,-1 0 1,1-1 0,-1 0-1,1 0 1,0-1-1,0 0 1,0 0 0,14-1-1,20 0 6,-1-1-1,0-3 0,50-10 1,-78 11-21,12-3-64,42-15 0,-30 7 10,-5 2 50,-1-1 1,49-29 0,-60 29 27,-1-1-1,0 0 1,-1-2 0,29-33 0,-36 36-4,0-1 1,0-1-1,15-29 1,-19 31 27,-1 1 0,0-1-1,-1 0 1,5-19 0,-8 18 68,0 1 1,1-21-1,0-6 224,-2 32-192,-1-1 0,0 1 0,-2-17 1,0 15-3,1 4-50,0 0 1,-1 0 0,0 0 0,0 0 0,-1 0-1,-4-7 1,-5-13 110,11 23-156,-1-1 0,1 1-1,-1 0 1,0-1 0,0 1-1,-1 0 1,1 0 0,-1 1-1,-5-6 1,-9-10 49,8 6-47,0 1 0,-1 0-1,-1 0 1,0 1-1,-23-16 1,25 20 16,-1 0 1,1-1 0,0 0 0,-7-9-1,-29-14 292,6 1 0,19 15 330,-26-25 0,41 35-545,1 0-1,-1 1 1,-1-1-1,1 1 1,-11-4-1,3 0-44,11 6 25,-1 1-21,-24-5-65,20 3-95,-1 0 0,0 1 1,0 0-1,0 0 0,1 0 0,-1 1 1,0 1-1,0-1 0,0 1 0,-14 4 1,-67 21-3322,48-15-90,-1 2-3363,8 0-2528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03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99 175 6937,'-1'-1'151,"1"0"0,0 0 1,0 1-1,0-1 1,-1 0-1,1 1 0,0-1 1,0 0-1,-1 1 0,1-1 1,-1 1-1,1-1 0,0 0 1,-1 1-1,1-1 1,-1 1-1,0-1 0,1 1 1,-1 0-1,1-1 0,-1 1 1,0 0-1,1-1 1,-1 1-1,0 0 0,1-1 1,-2 1-1,1 0 11,-1 1-1,0-1 1,1 0-1,-1 1 1,1-1 0,-11 7 13370,-2-15-13192,10 7-64,1 1 1,-1-1-1,0 1 0,1-1 0,-1 1 0,0 0 1,-5 1-1,-3 0-500,10-1 262,17-5-21,-5 3-27,0 0 1,1 1-1,12 0 0,23-3 70,65-9-47,-77 7-7,0 2 1,53-1-1,3 0 7,135-18-29,157-13 43,102 16-1,-364 17 278,38 0-72,13-2-37,4-1-144,68 1 13,-41-1 510,-182 6-691,31 0-663,-22 2-7669,-55-9-413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04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15 268 6021,'0'0'5495,"-1"2"-4822,-6 5-1591,6-7 1284,1 0 1,0 1 0,-1-1 0,1 0 0,-1 1 0,1-1-1,0 0 1,-1 1 0,1-1 0,0 1 0,-1-1-1,1 1 1,0-1 0,-1 1 0,1-1 0,0 1 0,0-1-1,0 1 1,0-1 0,-1 1 0,1-1 0,0 1-1,0-1 1,0 1 0,0-1 0,0 2 0,7 4 879,-4-4-1184,0 0 0,1 0 0,-1-1 0,1 1 0,-1-1 1,1 0-1,0 0 0,-1-1 0,1 1 0,0-1 0,0 1 1,3-2-1,53-3 218,-43 2-260,684-42 240,-210 0-203,-244 16-24,-5-2-99,2 0-1,198-3 115,-370 28-5,88 0 298,-107 5-298,19 2 227,-66-1-95,0-1 0,0 0-1,-1 0 1,1-1 0,0 0 0,0 0 0,-1 0-1,1 0 1,10-5 0,-14 5 196,-3-2-3624,-1-7 1804,-8-18-626,-4 10-5242,1 2-2215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2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3364 95 4604,'0'0'10789,"-2"-1"-10509,-3-1-100,0 0 0,0 0 0,0 1-1,0 0 1,0 0 0,-6-1 0,1 2 103,0-2 1,-1 1 0,-16-6-1,1 1 71,-114-21 622,19 9-676,-223-4-1,30 30-263,-111 19 560,186-16-73,158-6-549,-124 26-1,183-27 48,0 0 0,-35 0 0,1 0-69,-87 14 111,65-8-73,-207 31 37,251-33-12,0 1 0,0 2 1,-63 31-1,-12 3-15,19 1 3,22-10-32,65-35 27,1 1-1,0-1 1,0 1-1,0-1 0,0 1 1,0 0-1,0 0 1,0 0-1,0 0 0,-2 4 1,-12 12 3,3-8 14,8-7-28,0 1 0,1-1 0,-1 1 0,1 0-1,0 0 1,-4 5 0,-6 8 30,0-1 0,-28 23 0,7-6-2,5 6-73,28-36 56,0 0 0,1-1 0,-1 1 0,1 0 0,-1 1 0,1-1 0,0 0 0,0 0 0,1 0-1,-1 5 1,0-6 7,1 1 16,3 14 12,5 27-76,-7-34 55,0 0 1,1 0-1,0 0 0,6 16 0,3 5 33,-9-23-50,1 1 1,0-1 0,8 15 0,7 9-15,-9-16 22,0-1 0,17 22 0,92 92-25,-94-109 18,28 18 1,-22-18-2,26 18-10,8 5-60,-54-37 72,-1 1 1,2-2 0,-1 1 0,1-2 0,13 6-1,22 8-42,-26-9 51,0-1 1,24 5-1,9 3-94,-9-3-12,69 12 1,0-1-178,114 26 86,-201-48 191,-1 0 1,1-2-1,41-4 1,75-18 4,-58 7-32,159-23-36,-82 11 9,276-60-91,-304 59 109,-89 21 43,1-3-1,58-20 1,33-10-55,-11 3-55,-96 26 150,-8 3-3,-1 1 1,26-5 0,-43 10-38,1 1-1,-1 0 1,1-1 0,-1 1 0,1-1 0,-1 0-1,5-4 1,8-4 7,-7 6-6,-2-1 0,1 0 0,0-1-1,-1 0 1,10-9 0,9-9-7,16-14-14,-35 31 31,-5 5 16,7-29-54,-3 17 13,-3-3-9,0 0 0,1-30 1,2-17 34,-2 36-58,-3 19 44,0 1-1,0-1 1,6-15 0,-5 17-11,0-1 0,0 1 1,1-13-1,0 0 32,8-70 237,-10 87-322,-1 0 91,2-23 85,-1 24-54,1-15-18,1 4 7,-3 11 25,1-1 1,1-5 20,-1 1 0,1-1 0,-2 0 0,1-13 0,-2 7 20,2 0-1,0 0 1,4-20-1,-4 27-75,0 4 38,-1 0-45,0-3 3,-1 0-1,1 0 1,-1 0-1,0 0 1,-1 0 0,1 0-1,-1 0 1,0 0 0,-1 0-1,1 1 1,-1-1-1,0 1 1,-1 0 0,1 0-1,-1 0 1,-5-4-1,-2-2-26,0 1 0,-1 0-1,-1 1 1,0 0 0,0 1-1,0 1 1,-1 0 0,0 1-1,-1 0 1,1 1 0,-1 1-1,0 0 1,0 1 0,-24-2-1,17 3-237,-1 0-1,-41 3 0,56 0-269,-1 1 0,0-1 0,1 1 0,-1 1 0,1 0 0,0 0 0,0 0 0,0 1 0,0 0 0,-11 9 0,14-9-260,-11 8-934,5-2-2912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29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1073 161 4916,'0'0'11265,"-1"-1"-11036,-11-6-49,10 6-73,-1-1-1,0 0 1,0 1 0,0-1-1,0 1 1,0 0-1,-4-1 1,-26-4 83,-1 2-1,0 1 1,0 2 0,0 2 0,0 0-1,-53 11 1,37-7 5,34-4-154,1 0-1,-22 6 0,-27 2-11,-12 4 63,43-8-64,-33 9 0,45-8 7,-76 24-34,20 8-121,41-19 189,34-17-169,0-1 98,-40 28 21,40-28 67,-21 19-74,22-18 4,-36 38 29,35-38-27,-4 12-24,-13 30-10,18-42 39,-3 6-27,-2 13 8,5-18-32,-2 12 21,0 1-1,3-13 23,0 0-45,2 31 44,-1-31 2,-4 15-6,3-2-28,0-12 34,3 13-22,2 35 20,-4-49 8,-1 17-176,0-1 124,0-15 50,2 13 35,4 34-101,-6-47 43,6 10-113,17 41 332,-16-36-222,-3-6 13,0-2 1,11 21-1,-13-30-23,-2 1 36,2 5-23,1 1-1,0 0 0,8 15 1,-10-22 1,0 0-51,28 42 90,-28-41-57,19 20 34,-6 3-13,-13-23 9,8 9-2,2 1-19,2 0 1,-1-1-1,1 0 0,1-1 1,0-1-1,1 0 0,0-1 1,30 14-1,34 4 6,-60-22-23,0 0-1,22 2 1,6 1 124,175 30-77,-117-26 49,-55-8-121,-23 1 84,-3-1-37,-1-1 0,1-1 0,-1 0 0,1-2 0,28-4 0,-34 3 13,133-6-74,266-2 141,-288-6-128,-49 5-174,30-5 139,63-5 15,18 12 79,-69-3 6,-34 1 18,-52 6-49,40-11 1,-16 3 6,-40 12 29,-17 0-15,0 0 1,0 0 0,0 0-1,0 0 1,0 0-1,0-1 1,0 0-1,0 0 1,0 1-1,-1-1 1,1-1-1,0 1 1,-1 0-1,1-1 1,-1 0-1,4-2 1,8-4 7,1 0 0,0 0 0,22-6 0,-35 13-7,0 1 0,0-1-1,-1 0 1,1 1-1,0-1 1,-1 0 0,1 0-1,-1 0 1,1 0-1,-1-1 1,2 0 0,10-8-36,34-20 110,-46 26-52,1 0 1,0 1-1,0-1 1,0 1 0,0 0-1,0 0 1,1 0-1,3-3 1,0-2 0,1-1-10,-5 7 8,-1-1-45,111-150-15,-80 104 226,-30 47-125,-1-1-17,4-8-16,0 1 0,1 0 0,0 0 1,1 1-1,12-14 0,-17 21-9,14-22 55,-6 1 52,-8 18-87,-1 2-7,8-11 19,7-29 40,-15 40-76,5-12 29,5-34 122,-11 47-104,1-1 8,0-6-17,0 0 0,-1-1 0,0 1 1,-1 0-1,1 0 0,-2 0 1,1 0-1,-1 0 0,-1 1 0,1-1 1,-2 1-1,1-1 0,-5-7 1,-8-12 76,11 19-87,-1 0 1,1-1-1,-1 2 0,-1-1 0,1 1 0,-2 0 0,-7-7 0,-11-9 95,20 18-104,-1 0-1,1 0 1,-1 1-1,-8-6 1,-30-13 37,-67-26 1,39 25 2,-1 2-1,-130-21 1,136 33 11,-152-32 419,152 30-469,0 3-1,-106-3 1,-22 8 27,-92 2-27,213 3 84,3 4-50,51-4-44,-30 3 0,26-1 14,-84 12 58,97-13-132,0 1 0,-17 6 0,-11 1 165,-27 8-164,31-10 147,-25 12-39,59-18-72,-1-1 4,-14 6 13,-16 5 46,-41 19 0,16-7 25,31-13-38,20-8-45,4-1 109,-26 10-78,27-10-3,-5 1 17,-6 3-28,-1 0 1,-13 7 0,24-11 8,-2 0-18,-1 1 0,0-1 1,1 1-1,0 0 1,-8 3-1,-24 9 275,21-11-135,1 1 0,-30 13 0,7 0-108,14-8-42,-8 7-7,20-12 2,1 2 0,0-1 0,0 1 1,0 1-1,1 0 0,-16 15 0,-7 2-7,32-22 12,-22 15-198,22-16 134,-1 1-191,6-2-1357,1-1 1233,-1 1 0,1-1-1,-1 0 1,0 0-1,1 0 1,-1-1 0,0 1-1,0-1 1,0 0-1,7-5 1,0-1-982,0-1-1,14-15 0,15-13-4966,-13 22 333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3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5268,'0'0'8994,"1"-2"-8695,20-43 4558,-20 43-4605,12 1 6,-1 0 0,0-1-1,13-4 1,31-5 32,221-6 102,-222 15-394,172-4-21,-69 5 32,-53 0 3,25 0-82,-93 2 101,52-6-1,-23 1-112,43-8 138,-25 2-41,-4 2-51,62-3 16,-87 5-59,-43 4 93,0 1 0,1 0 0,12 0-1,153-3 57,-52-1-46,-10-1-30,-29 0 36,51-3-66,46-2 96,103-3-38,6 0-33,50 3 18,-222 8-41,197 0 11,-162 5 56,595 9 81,-410 13-90,-35-2 103,-116-12 52,171 10 77,-231-8-228,-44-3-46,-56-4 19,47 0 0,70 7-12,-73-4 67,144 9-39,-154-11-17,19 0 27,115-3 4,-64-8-20,-82 4-34,-34 2 46,32-4 0,-13 0 43,50 2 0,-51 1-27,57-5 0,-81 4-42,0 0 0,1 1 0,14 2 0,12 1 23,55-4 26,126-16 0,-54-3 186,-43 6-130,-56 6 0,71 1 1,-135 7-78,1 0 11,101-8 332,48-6-137,-118 11-169,0 1 1,38 3-1,-38 1 129,53-6 1,-84 4 66,-2 0-305,0 0 0,0 0 1,0 0-1,0 0 0,0 0 0,0 0 0,0-1 0,0 1 0,0 0 0,0-1 0,3-1 1,-5 2-56,0-1 0,0 1 1,1 0-1,-1-1 0,0 1 1,0 0-1,0-1 0,0 1 1,0 0-1,0-1 0,0 1 0,0 0 1,0-1-1,0 1 0,0 0 1,0-1-1,0 1 0,0 0 1,0-1-1,0 1 0,0 0 1,0-1-1,0 1 0,-1 0 1,1 0-1,0-1 0,0 1 1,0 0-1,-1-1 0,1 1 1,0 0-1,0 0 0,0 0 1,-1-1-1,1 1 0,0 0 1,-1 0-1,1-1 0,-7-4-1477,1 1 1,-1 0-1,0-1 0,-12-4 0,-31-9-7633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23 104 11425,'-23'-26'6902,"37"32"-6039,-4-1-663,4-1 12,1-1-1,0 0 0,0-1 0,0-1 0,0 0 0,28-3 1,-15 1-3,811-27 5361,-517 18-4091,283 0 155,-384 16-1246,123 4 174,-221-12-186,-26-1-49,-68-2-78,-26 5-164,-18-4-1534,-38-9-4838,-84-11 0,96 18 1889,-30-5-5945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3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121 574 8713,'-3'7'760,"-2"11"5854,-1-7-4123,5-6-2295,-1-1 1,1 1-1,0 0 0,1-1 1,-1 1-1,1-1 1,0 1-1,0 0 1,1-1-1,-1 1 0,2 5 1,0 10 231,19 624 4731,-19-536-4896,-1-32-429,17 123 1,-15-185-59,-3-17-128,-1-24-91,1 20 506,-13-443-517,10 270 563,0-90 1117,40-350 0,-35 601-1132,11-64 153,-12 75-210,1-1-1,1 1 1,-1 1-1,1-1 0,1 0 1,0 1-1,6-11 0,-9 18-29,0 0 1,0 1-1,0-1 0,0 0 0,0 0 0,0 0 0,0 1 0,0-1 1,0 0-1,0 1 0,0-1 0,0 1 0,0 0 0,0-1 0,0 1 0,-1-1 1,1 1-1,1 1 0,-1-2 2,2 4-39,0 0 0,0-1 0,0 1-1,0 0 1,0 1 0,-1-1 0,0 0 0,0 1 0,0-1 0,0 1 0,-1-1 0,1 1-1,-1 0 1,0 0 0,0 6 0,0 9-376,0 0-1,-2 30 1,-3-12-467,-1 0 0,-2-1 0,-2 0 0,-25 69 0,25-82 21,-1-1 1,-2-1-1,0 0 0,-1 0 0,-1-1 0,-2-1 0,0-1 0,-27 27 0,39-42 376,-17 12-1120,20-16 1263,-1 1 0,1-1 1,0 0-1,0 1 0,-1-1 0,1 0 0,0 0 0,-1 1 0,1-1 1,0 0-1,-3-1 0,-15-5-5266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3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0 15737,'-52'22'793,"21"-10"46,2 1 0,-35 20-1,46-21-399,1 1-1,0 0 0,1 1 1,0 1-1,2 0 0,-1 1 0,-20 32 1,-72 135 1147,53-71-1155,4 2-1,5 2 1,6 2 0,5 2 0,5 1 0,5 1-1,-12 195 1,32-258-286,4 0-1,2 0 1,2 0-1,3 0 1,23 89 0,-21-116-163,2 0 0,1 0 0,2-1 1,27 44-1,-28-54-177,2 0 1,1-1-1,0-1 1,1-1-1,1 0 0,35 26 1,-37-33-316,-1-1 0,2-1 0,-1 0 0,1-2 0,1 1 0,-1-2 0,37 8 0,-39-11-1035,0-1 0,1-1-1,-1 0 1,1-1-1,30-4 1,-25-1-3788,30-9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4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0 9137,'-17'12'2046,"-1"0"1,-25 12 0,-96 39 2468,109-52-3963,0-2 0,-1 0 0,0-3 0,-37 5 0,-22 4 1333,84-14-2199,-4 2 2146,10-2-1762,0-1 1,0 1-1,1-1 1,-1 1-1,0-1 1,0 0-1,1 1 1,-1-1-1,0 1 1,1-1-1,-1 0 1,0 1-1,1-1 1,-1 0-1,0 1 1,1-1-1,-1 0 1,1 0-1,-1 1 1,1-1-1,-1 0 1,1 0-1,-1 0 1,0 0-1,2 1 1,12 5 367,1-1-1,0 0 1,16 3 0,-13-4-89,0 1 0,21 9-1,-17-3-195,-1 1-1,0 0 1,0 2-1,-2 0 1,0 1-1,0 1 1,27 31-1,-33-32-64,-1 1-1,-1-1 1,0 2-1,-1 0 0,-1 0 1,0 1-1,-1 0 1,-1 0-1,-1 1 1,4 20-1,-6-12-356,-1 1 0,-1-1 1,-1 1-1,-2-1 0,0 1 0,-11 48 0,4-39-303,-3 0 0,0-1 0,-3-1-1,-24 49 1,29-68-97,0-1 0,-1 0 0,0 0 0,-2-1 0,-13 14 0,16-19-530,-1 0 0,-20 13 0,20-16-525,0-1 1,0 0-1,-19 7 0,-20-1-8810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4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0 12941,'-15'17'659,"9"-9"-203,-1-1 1,1 1 0,1 1 0,-1-1 0,2 1 0,-7 14 0,-47 72 2479,44-63-1962,-15 55 0,17-49-492,-96 391 3205,33 8-1768,52-296-1473,-88 697 341,102-727-2498,12 217-1,15-214-2082,-18-112 3626,7 19-3452,4-14-1815,4-1-4144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0 12049,'-13'16'920,"0"1"-1,1 0 0,1 0 1,1 1-1,0 1 1,-10 29-1,9 0 134,-5 56 1,-4 20 252,13-91-355,1 1-1,2-1 1,-1 63-1,6-93-854,-1 0 1,1 0-1,-1 0 0,1 0 0,0 0 0,0 0 0,0 0 0,1 0 0,-1 0 0,1-1 0,0 1 0,-1 0 0,1-1 1,0 0-1,0 1 0,1-1 0,-1 0 0,0 0 0,1 0 0,4 2 0,-2-1 41,0 0 0,0-1 0,1 0 1,-1 0-1,1 0 0,0 0 0,-1-1 0,1 0 0,9 0 0,15-1 298,0-1 0,0-2 0,41-9 0,88-30 1343,-109 28-1618,12-4-117,78-19-341,-134 36-103,1-1 1,0 1-1,-1-1 0,12-5 0,-15 5-130,-1 1 1,1-1-1,-1 0 0,0 0 0,1 0 0,-1 0 1,0 0-1,2-3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5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 17698,'-23'6'2280,"0"22"-364,11 16-332,4-1-312,-7 6-296,4 8-196,-6 6-156,-3 6-139,-1 0-189,4-3-264,-3 3-504,3-5-269,5-1-95,-2-8-548,-3-9-636,-3-12-692,14-22-3169,-3-1-5032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6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99 297 11293,'-4'0'310,"0"0"0,1 1 1,-1-1-1,1 1 0,-1 0 0,1 0 0,0 0 1,-7 4-1,9-4-189,0 0 1,-1 1 0,1 0 0,0-1-1,0 1 1,0 0 0,0-1 0,0 1-1,0 0 1,0 0 0,1 0-1,-1 0 1,1 0 0,-1-1 0,1 1-1,0 4 1,-29 172 2484,23-131-2382,2-21 71,1 1 0,1 32-1,0 87 2117,19-157-2108,-15 9-287,1 1 0,-1-1 1,0 0-1,0 0 0,0 0 0,0 0 0,0 0 1,-1 0-1,1-1 0,-1 1 0,1-1 1,1-4-1,10-37 64,-5 14-44,9-33-19,13-78-1,-15 63-227,-3 17 23,-3 10-242,25-76 0,-33 124 422,0 0 0,0 0 1,0 1-1,0-1 1,1 0-1,-1 1 0,1-1 1,0 1-1,-1 0 1,4-3-1,-4 4 10,0 1 0,0-1-1,0 1 1,0 0 0,0-1 0,0 1-1,0 0 1,0 0 0,0 0 0,0 0-1,0 0 1,0 0 0,1 0 0,-1 0-1,0 0 1,0 0 0,0 1 0,0-1-1,0 0 1,0 1 0,0-1 0,0 1-1,0-1 1,0 1 0,0 0 0,-1-1-1,1 1 1,0 0 0,0-1 0,0 2-1,6 5 28,0 0-1,0 1 1,-1 0-1,0 0 0,-1 0 1,1 1-1,-2 0 1,7 15-1,14 24 103,102 149 293,-120-186-394,1-1 1,17 20-1,-15-18-14,-9-11-13,0 0 1,0 0-1,0 1 1,0-1-1,0 0 1,0 0-1,0 0 1,0 0-1,1 0 1,-1 0-1,0-1 1,0 1-1,1 0 1,-1-1-1,0 1 0,1-1 1,-1 1-1,1-1 1,-1 1-1,1-1 1,-1 0-1,1 0 1,-1 0-1,1 0 1,-1 0-1,1 0 1,-1 0-1,1-1 1,-1 1-1,1 0 1,-1-1-1,1 1 1,-1-1-1,0 0 1,1 1-1,-1-1 1,0 0-1,1 0 1,0-1-1,5-4-7,-1-1-1,-1 0 0,1 0 1,-1 0-1,7-13 1,-3 4 10,8-13 6,-2-1 0,-1-1-1,15-48 1,0-1 49,-11 34 372,-1-2 0,11-57 0,-15 63 107,-12 39-312,1 6-16,6 20-84,-1 1 0,0 0 0,-2 1 0,4 41 0,27 174-1112,-7-50-3055,-27-171 3270,14 78-7227,-2-49-948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12689,'-54'78'1944,"48"-49"-300,-3-1-283,7 4-305,-1 0-208,0-7-248,0 1-100,0-6-164,3 3-200,-3-2-748,3-1-368,3-52-7829,3-20 1080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46 472 11149,'-9'22'616,"3"-7"256,0-1 0,0 1 1,2 0-1,0 0 1,0 0-1,2 1 0,-2 30 1,9 189 3252,-6-224-4027,1 10 453,2-19-319,3-13-177,0-5-19,-1-1 0,0 0 1,2-31-1,1-10-18,89-449-577,-90 475 504,-6 23 36,2 0 0,-1 0 0,1 0 0,1 0 1,0 0-1,0 0 0,0 1 0,1-1 0,1 1 0,5-8 0,-10 15 17,0 1 0,1-1 0,-1 1 1,1-1-1,-1 0 0,1 1 0,-1-1 0,1 1 0,0 0 0,-1-1 0,1 1 0,-1-1 0,1 1 1,0 0-1,-1-1 0,1 1 0,0 0 0,-1 0 0,1 0 0,0-1 0,0 1 0,-1 0 1,1 0-1,0 0 0,0 0 0,-1 0 0,1 0 0,1 1 0,0 0 1,0 0-1,0-1 1,-1 2-1,1-1 1,0 0 0,-1 0-1,1 0 1,-1 1-1,1-1 1,1 3-1,3 4 2,-1-1 0,0 1 0,-1 0 0,5 11 0,17 49-3,-13-32-9,2 0 0,1-1 0,22 34-1,-35-64 14,0 0-1,0-1 0,1 1 0,0 0 1,0-1-1,0 0 0,1 0 0,-1 0 0,1 0 1,0-1-1,0 0 0,0 0 0,1 0 1,-1-1-1,1 0 0,-1 0 0,1 0 0,0-1 1,0 1-1,0-1 0,0-1 0,0 1 1,-1-1-1,1 0 0,0 0 0,0-1 0,0 0 1,0 0-1,8-3 0,3-2 2,-1-2 0,1 0 0,-2-1-1,1 0 1,-1-2 0,-1 0 0,0 0 0,0-1-1,-2-1 1,17-18 0,7-17 371,54-90 1,-72 108-46,14-37 1229,-7 15-1,-23 49-1197,-2 6-91,4 34-30,-1 1-1,-4 50 0,-1-49-453,3 0 0,6 53 0,28 103-2709,-10-66-2798,-14-81-493,3-8-3865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14937,'-69'112'2561,"43"-66"-245,6-8-384,6-1-352,-1-2-308,4 2-264,-1 0-268,4 1-260,-1-1-356,9-5-632,3-15-208,-6 6-508,3 0-716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82 391 11201,'-2'2'33,"-11"25"1199,0 1 0,1 0 1,-12 46-1,17-31-282,1-1-1,3 1 1,1 0 0,2 0 0,10 70-1,-9-100-554,-1 0-1,0-1 0,-1 16 1,13-42-197,-5-1-168,-1 1 0,0-1 0,-1 0 0,3-16 0,2-4 23,28-112-474,28-218-1,-29 149 168,-29 178 222,-7 35 15,5 18 32,4 20 84,8 60 0,2 10 87,-16-90-101,6 24 38,20 51-1,-26-80-94,0-1 0,0 0-1,1 0 1,1-1 0,-1 1 0,1-1-1,0 0 1,1-1 0,0 1-1,15 11 1,-20-18-27,1 0 0,0 1-1,0-1 1,0 0 0,0 0 0,0-1 0,0 1-1,0-1 1,0 0 0,0 1 0,0-1-1,0 0 1,0-1 0,4 0 0,39-9-24,-41 8 23,4-1 7,0 0 0,-1-1 0,0 0 0,0 0 0,0-1 0,-1 0 0,14-12 0,0-2 64,20-26 1,-26 28-88,2-1 34,-2-2 0,0 0 0,-1-1 0,-1 0 0,13-31 0,59-120 1702,-45 95 89,-38 97-1430,-3 0-283,-4 171-185,6-113-455,7 163-3203,-5-141 581,1 20-5272,7-63-606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7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0 14213,'-38'124'1860,"24"-92"-191,5-4-509,7-13-300,-4 8-296,0 3-372,-3-6-376,4-3-412,-1 0-568,3 1-592,-8-38-12078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99 536 10241,'-17'30'843,"3"-6"1502,-21 47 0,32-58-1573,-1 0 1,2 0-1,0 0 0,-1 17 0,-6 34 1684,5-52 38,0-27-1341,3 2-1060,1 0 0,0 0-1,1 0 1,0-1 0,1 1-1,1 0 1,5-16-1,3-19-53,83-403-1035,-83 401 879,17-62-72,-20 95 161,-8 16 27,0 1 1,0 0-1,1 0 0,-1-1 1,0 1-1,1 0 0,-1 0 1,0-1-1,1 1 0,-1 0 1,0 0-1,1 0 0,-1-1 1,0 1-1,1 0 0,-1 0 1,0 0-1,1 0 0,-1 0 1,1 0-1,-1 0 0,0 0 1,1 0-1,-1 0 0,1 0 1,1 1 2,0 0 0,-1 1 0,1-1 0,-1 0-1,1 1 1,-1 0 0,1-1 0,-1 1 0,0 0 0,0-1 0,0 1 0,0 0 0,0 0 0,0 0 0,0 2 0,4 10 16,-1 0 0,0 0 1,3 26-1,7 26-15,-5-37 24,1 0 0,1-1 1,1 0-1,30 48 0,-40-73-25,-1-1 0,1 0 0,0 0 0,0 0 0,1 0 0,-1 0 0,0 0 0,1-1 0,-1 1 0,1-1 1,-1 1-1,1-1 0,-1 0 0,1 0 0,0 0 0,0 0 0,0-1 0,-1 1 0,1-1 0,0 0 0,0 0 0,0 0 0,3 0 0,3-1 3,0-1-1,0 0 1,0 0 0,-1-1 0,14-6 0,-10 2-1,1 0 0,-2-1 1,1 0-1,-1-1 0,0 0 1,-1-1-1,0 0 1,10-15-1,16-14 59,30-31 1673,67-96-1,-132 167-1705,0-1 0,0 1 0,0-1 0,0 1 0,-1-1 0,1 1 0,0 0 0,-1 0 0,1-1 0,-1 1 0,1 0-1,0 0 1,-1 0 0,0-1 0,1 1 0,-1 1 0,6 12 27,-2 0 0,0 1 0,0-1-1,-1 1 1,-1 0 0,-1 0 0,0 24 0,3 25 38,6 25-1,1 9-845,26 111-1,-23-155-100,13 57-2141,-16-36-2611,-6-40-711,3-14-3652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8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19834,'18'27'2080,"10"15"1090,25 49-1,20 67-912,73 234 0,-116-288-2257,-4 1 0,-5 2 0,-5 0 0,-5 1 0,-4 0 0,-9 130 0,-9-76 0,-8-1 0,-7-1 0,-67 232 0,55-270-2865,-85 185-1,84-229 102,-2-1-1,-5-3 1,-63 82 0,11-42-10231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4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52 11053,'0'0'21587,"-1"-2"-21467,-2-10-113,3 12-7,0-1 0,0 1 0,0 0 0,0 0 0,0-1 0,0 1 0,0 0 0,-1 0 0,1-1 0,0 1 0,0 0 0,0-1 0,0 1 0,0 0 0,0 0 0,0-1 0,1 1 0,-1 0 0,0 0 0,0-1 0,0 1 0,0 0 0,0-1 0,0 1 0,0 0 0,1 0 0,-1-1 0,0 1 0,0 0 0,0 0 0,1 0 0,-1-1 0,0 1 0,0 0 0,0 0 0,1 0 0,-1 0 0,0 0 0,0-1 0,1 1 0,-1 0 0,0 0 0,1 0 0,-1 0 0,0 0 0,0 0 0,1 0 0,-1 0 0,0 0 0,1 0 0,-1 0 0,0 0 0,0 0 0,1 0 0,17 5 0,-15-4 0,18 1 0,1-2 0,-1-1 0,0 0 0,39-8 0,-26 4 0,77-7 0,143 5 0,-254 6 0,1 1 0,0 0 0,0 0 0,0 0 0,0 0 0,0 0 0,-1 0 0,1 1 0,0-1 0,0 0 0,0 0 0,0 0 0,-1 1 0,1-1 0,0 1 0,0-1 0,-1 0 0,2 1 0,-2 1 0,0 0 0,1-1 0,-1 1 0,0-1 0,0 1 0,0-1 0,0 1 0,-1 0 0,1-1 0,0 1 0,-1-1 0,1 1 0,-1-1 0,0 1 0,1-1 0,-1 0 0,-1 3 0,-15 23 0,11-20 0,0 0 0,-1-1 0,0 0 0,-11 8 0,-2 1 0,-65 51-464,-3-4 1,-109 58-1,118-77-3329,76-41 2369,12-2-3236,0 0 1800,0-1-1,14-2 1,4-7-7074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0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56 496 16281,'0'0'7675,"-3"1"-6806,-1 2-614,2-2-188,0 0 0,0 0 0,0 0-1,0 0 1,0 1 0,0-1 0,1 1 0,-1-1 0,1 1-1,-1 0 1,1-1 0,-1 1 0,1 0 0,0 0 0,0 0-1,0 0 1,0 0 0,0 0 0,1 0 0,-1 1 0,0 1-1,-6 31 334,2 0 0,2 0 0,1 1 0,5 68 0,31 142 750,23-27-583,-31-131-500,-18-61-155,21 68-1147,-28-92 427,-1-8-1955,-5-23 1369,-14-49 1,-1-1 235,9 23 591,-32-215-805,34 158 1866,6 1 0,15-174 1,-7 238 426,2 0 1,2 1-1,2 0 1,2 1-1,28-65 1,-30 84-375,-9 19-389,1 1-1,-1-1 1,1 1-1,1 0 1,-1 0-1,1 1 1,0-1 0,0 1-1,8-8 1,-11 12-138,0 1 0,-1-1 1,1 0-1,0 1 1,0-1-1,-1 1 0,1 0 1,0-1-1,0 1 0,0 0 1,0-1-1,0 1 1,0 0-1,0 0 0,-1 0 1,1 0-1,0-1 0,0 1 1,0 1-1,0-1 1,0 0-1,0 0 0,0 0 1,0 0-1,1 1 0,-1 0 4,1 0 0,-1 0 0,1 0 0,-1 1 0,0-1 0,1 0-1,-1 1 1,0-1 0,0 0 0,0 1 0,0 0 0,1 2 0,1 2 18,0 1 0,-1 0 0,0 0 0,0 0 0,-1 0 0,2 12 0,-4 16-389,-1 0-1,-11 60 1,9-67-127,-3 9-917,-1 1-1,-24 65 0,18-69-1435,-24 43 0,6-18-3213,3-8-3416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1 15661,'-21'13'520,"8"-6"2,-1 2 1,1-1-1,1 2 1,0 0 0,0 0-1,1 1 1,-16 20-1,4 1 790,1 0 1,2 2-1,1 0 0,-27 70 0,-3 33 305,-53 246 0,87-300-1095,4 0 0,3 1 0,4 0 1,10 123-1,4-118-514,40 171 1,-32-198-96,2-2 0,3 0 0,46 86 0,-59-129-367,1 0 0,1-1 1,0 0-1,1 0 1,0-2-1,1 0 0,1 0 1,0-1-1,1-1 0,30 18 1,-30-22-1071,0 0 0,0-1 1,1-1-1,0 0 0,0-2 1,0 0-1,28 3 0,33-4-10748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0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169 357 14109,'-12'3'190,"4"0"700,0-1 1,0 1-1,0 1 1,0 0-1,-7 4 1,14-7-822,1 0-1,-1 0 1,0-1 0,1 1 0,0 0 0,-1 0 0,1 0-1,-1 0 1,1 0 0,0 0 0,0 0 0,0 0-1,0 0 1,-1 0 0,1 0 0,0 0 0,1 2-1,-2 3 129,-33 232 3111,-20 31 328,54-269-3611,-2 9 225,0-1-1,1 1 1,0-1 0,0 1-1,1-1 1,1 17-1,8-41-18,-5 5-238,-1 0-1,0 1 1,-1-1-1,0 0 1,-1 0 0,0 0-1,-1-19 1,1-2-69,2-78-234,-1 23-418,16-109 0,-14 172 479,0-1-380,10-40 0,-13 64 599,-1-1 0,0 1 0,1-1 0,-1 1 0,1-1-1,0 1 1,-1-1 0,1 1 0,0-1 0,0 1 0,0 0-1,0-1 1,0 1 0,0 0 0,0 0 0,0 0 0,1 0-1,-1 0 1,0 0 0,1 0 0,-1 0 0,0 1 0,1-1-1,-1 0 1,1 1 0,-1-1 0,1 1 0,0 0 0,-1 0-1,1-1 1,-1 1 0,1 0 0,0 0 0,-1 0 0,1 0-1,1 1 1,2 1-2,-1-1-1,1 1 1,-1 0 0,1 1-1,-1-1 1,0 1-1,0-1 1,0 1 0,5 6-1,11 12-95,32 41 0,-23-25 70,13 15 89,74 72 0,-100-110 183,1 0 0,0-1-1,1 0 1,1-2 0,-1 0 0,2-1 0,-1-1 0,41 13-1,-54-21-128,1 1 0,-1-1-1,1 0 1,-1-1-1,1 0 1,-1 0-1,1 0 1,0-1 0,-1 1-1,1-2 1,-1 1-1,0-1 1,1 0-1,-1 0 1,0-1 0,0 0-1,0 0 1,9-6-1,-9 4-31,0 0-1,0-1 1,-1 1-1,0-1 1,0 0 0,0 0-1,-1 0 1,0-1-1,0 0 1,0 0-1,-1 0 1,0 0-1,-1 0 1,1-1-1,1-13 1,-1-1-102,-1-1 0,-2 1-1,0-1 1,-1 0 0,-1 1 0,-2-1-1,-10-37 1,-1 9-912,-3 0 0,-28-52 0,43 96 637,-11-23-1242,-23-37 1,30 57-744,0 0 0,-1 1 0,-18-17 0,1 5-8035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0 17722,'-7'2'506,"0"1"1,1-1-1,-1 1 1,1 0 0,-7 5-1,11-6-301,-1 0 0,1 0-1,0 0 1,0 1-1,0-1 1,0 1 0,0 0-1,0-1 1,1 1 0,-1 0-1,1 0 1,0 0 0,-2 6-1,-37 134 2815,-175 665 2798,63-26-5512,150-763-308,-88 579-1704,65-369-178,18-131-2530,1-11-5995,6-67-953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1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11061,'-27'32'1799,"25"-29"-1544,0-1 1,0 0 0,1 1-1,-1-1 1,0 1-1,1 0 1,0-1-1,-1 1 1,1 0-1,0 0 1,1 0 0,-1 0-1,0 0 1,1 0-1,0 0 1,-1 0-1,2 4 1,-4 22 952,-42 144 2450,13-55-1483,20-70-1320,-25 124 1896,37-167-2639,-1 0 0,1 1 0,0-1-1,0 0 1,1 0 0,-1 0 0,1 0 0,1 0 0,-1 1-1,1-2 1,2 8 0,-3-10-67,1 1 1,-1-1-1,1 0 0,0 0 1,-1 0-1,1 0 1,0 0-1,0 0 0,0 0 1,0-1-1,1 1 1,-1-1-1,0 0 0,1 1 1,-1-1-1,1 0 0,-1 0 1,1-1-1,-1 1 1,1 0-1,0-1 0,3 1 1,4-1 62,1 0 1,-1-1-1,0 0 1,1 0-1,-1-1 1,15-5-1,63-26 523,-42 14-436,-13 7-86,220-94-2798,-220 85 56,-20 10-1601,-14-8-15413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1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0 16313,'-14'28'1658,"-1"-1"-1,-26 35 0,32-48-893,1 0 1,1 1 0,0-1-1,1 1 1,-4 20 0,-6 10 607,8-24-852,-25 67 1437,-35 141 1,56-173-2046,5-28-442,1 0 0,1 0 0,1 1 1,1 34-1,1-13-3123,1-47 993,-2-23-16986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244 313 8833,'-3'1'629,"0"-1"0,-1 1 0,1-1-1,-1 1 1,1 0 0,0 1 0,0-1 0,-1 0 0,1 1 0,0 0 0,0 0 0,1-1 0,-1 2 0,0-1 0,1 0-1,-4 4 1,-8 23 117,-22 69 939,16-45-532,-24 93 1,-14 110 1690,42-198-2159,15-56-475,2-3-206,0 0 1,0 0 0,0 0-1,0 0 1,0 0 0,0 0-1,0 0 1,-1-1 0,1 1-1,1-3 1,-1 2-8,7-18-339,10-33 1,-4 10-185,74-272-2260,-68 201 1979,-14 69 270,24-83-1,-23 111 502,-6 13 43,1 4-4,0 0-1,0-1 0,0 1 0,0 0 0,0 0 0,0 1 1,0-1-1,0 0 0,-1 1 0,1-1 0,0 1 0,0-1 1,0 1-1,0 0 0,-1 0 0,1 0 0,0 0 1,-1 0-1,1 0 0,-1 0 0,1 1 0,-1-1 0,0 0 1,1 1-1,-1-1 0,0 1 0,0 0 0,0-1 0,0 1 1,0 0-1,-1 0 0,1-1 0,0 4 0,20 49 274,2-1-1,47 80 0,-69-132-267,1 4 40,1-1 0,0 0 1,1 0-1,-1 0 0,4 3 1,-5-6-38,-1 0 0,0 0-1,1 0 1,-1-1 0,1 1 0,-1 0 0,1-1 0,-1 1 0,1-1-1,-1 0 1,1 1 0,0-1 0,-1 0 0,1 0 0,-1 0 0,1 0 0,0 0-1,-1 0 1,3-1 0,6-2 10,0 0-1,-1-1 1,1 0-1,-1-1 1,1 0-1,-1 0 1,-1-1 0,1 0-1,-1-1 1,0 1-1,0-2 1,12-15-1,6-10 10,41-68 1,8-50 359,-14 23 2346,-38 92-1565,-21 33-723,12 21 208,-10-9-607,-1 0-1,0 1 1,-1-1-1,0 1 1,0-1-1,-1 1 1,0 0-1,-1-1 1,-1 11-1,2 17 29,1 75-309,4 53-1752,1-79 147,2 12-2296,-1-33-3399,0-21-3615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 20018,'-63'123'2404,"48"-76"-52,1-4-500,-1-9-499,4 4-629,-1-4-428,10-17-392,2 12-644,-3 0-245,6-9-327,-1 3-560,-4-52-19138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3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251 110 14669,'-65'57'3985,"57"-47"-3407,0-1-1,1 2 0,1-1 1,-1 1-1,2 0 0,-1 0 1,-4 15-1,6-15-161,-15 37 846,3 2 0,-14 69 0,-8 105 59,29-157-1088,3-23-468,0 59 0,8-106 35,7-6 54,-1-1 1,0 0-1,-1 0 0,0-1 1,-1 0-1,6-13 1,25-76-807,-20 51 570,43-111-599,54-154-206,-51 128 804,-57 175 349,-2 11-11,0 20 7,-3-17 45,7 80-14,7 35 20,-8-86-26,2-1 0,14 35-1,-22-63 11,1-1-1,-1 0 1,1 1-1,-1-1 1,1 0-1,0 0 0,0 0 1,0 0-1,0 0 1,0-1-1,0 1 1,1 0-1,-1-1 1,1 0-1,-1 1 0,1-1 1,-1 0-1,1 0 1,0-1-1,-1 1 1,1-1-1,4 1 0,2 0-2,0-1-1,0 0 1,-1 0-1,1-1 1,10-2-1,-9 1 2,0-1-1,-1 0 1,0-1-1,0 0 1,0 0-1,0-1 1,-1 0-1,14-10 1,3-6-2,28-29 0,-44 40 13,7-7 79,-1-1-1,-1-1 1,23-37-1,26-68 2209,-39 74-245,-23 51-1994,0-1 1,0 1-1,0 0 0,0-1 1,0 1-1,0 0 1,0-1-1,-1 1 0,1 0 1,0 0-1,-1 0 0,1 0 1,0 0-1,-1 0 1,1 1-1,2 5 20,0 1 1,0-1-1,-1 1 0,0-1 0,0 1 1,-1 0-1,0 9 0,0 62 205,-2-45-179,1 57-717,4-1 0,21 127-1,-4-76-6587,-12-110 559,7-7-4322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19874,'-60'135'2368,"25"-92"-96,3 6-408,7-3-407,7-5-545,7 2-436,-1 3-296,-2-3-240,5-6-544,6-2-416,1-18-101,-1 6-427,-3 0-544,0-40-17882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4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247 139 12877,'0'3'209,"-1"-1"0,0 1-1,0 0 1,0-1 0,0 1 0,0-1-1,0 1 1,-1-1 0,1 1 0,-1-1-1,0 0 1,0 0 0,0 0 0,0 0-1,0 0 1,0 0 0,0-1 0,-1 1-1,-2 1 1,1 0 106,-1 0 0,1 0 0,1 1 0,-1 0 0,0 0 1,1 0-1,0 0 0,0 0 0,0 1 0,0-1 0,1 1 0,0 0 0,0-1 0,-2 7 0,-4 7 284,-21 48 783,2 1 0,4 2 0,2 0 0,-12 80 0,16-49-788,12-56-620,4-40-50,3-8-196,31-60-447,39-82-1195,76-273-1016,-137 382 2752,-9 30 165,0 0 0,0 1-1,0-1 1,1 0 0,0 1-1,6-10 1,-7 14-19,-1 5 14,6 18 19,-1 0 0,-1-1-1,-1 2 1,-1-1 0,1 33-1,7 42-7,-10-88 0,1 0-1,0 0 1,1-1-1,-1 1 1,2-1-1,-1 1 1,1-1-1,0 0 1,7 9-1,-9-13-9,0-1 0,0 0 1,1 1-1,-1-1 0,0 0 0,1 0 0,0 0 0,-1-1 1,1 1-1,0-1 0,0 1 0,0-1 0,0 0 0,0 0 1,0-1-1,0 1 0,0 0 0,0-1 0,0 0 0,1 0 1,-1 0-1,0 0 0,0 0 0,0-1 0,5 0 0,4-3-4,-1-1 0,0 0-1,-1 0 1,1-1 0,-1 0-1,0-1 1,0 0 0,-1-1-1,13-13 1,-3 2 39,-2-2 0,0 1 0,18-31 0,22-56 548,-18 32 431,-9 9 700,-11 21-19,-18 45-1643,0 0 0,-1 0 0,1 0 0,0 0 0,0 0 0,-1 0 0,1 0 0,0 0 0,0 1 0,-1-1 1,1 0-1,0 0 0,-1 1 0,1-1 0,0 1 0,-1-1 0,1 0 0,0 1 0,-1-1 0,1 1 0,-1-1 0,1 2 0,0-1 26,2 2-9,1 1 1,-1-1 0,0 1-1,-1 0 1,1 0 0,-1 0-1,0 1 1,0-1 0,0 1 0,0-1-1,-1 1 1,2 7 0,1 11 99,2 33 1,-3-25-45,11 145 172,-7-69-568,24 81-3583,-13-100-2548,-9-51 11,4-7-3771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4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1 17758,'-109'112'2592,"89"-63"-340,-1-6-296,10-3-412,-3 0-496,2 3-435,1 1-361,2-7-548,9 0-529,3-19-175,-3 5-476,3 0-444,11-38-8425,6-16 1176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110 280 11741,'-2'3'209,"0"0"0,0 0 0,0 0 0,1 1-1,-1-1 1,1 1 0,0-1 0,0 1 0,0 0 0,1-1 0,-1 1 0,1 0-1,0-1 1,0 1 0,0 0 0,1-1 0,0 6 0,0 5 605,0 1 0,-1 0 1,-1 0-1,0 0 0,-5 20 1,2-11-215,-3 12-53,3-14 180,0-1 0,0 24 0,3-32-435,-1 1 0,-1-1-1,1 0 1,-2 0 0,0 0 0,0-1 0,-7 14 0,3-10 317,2 1 1,-6 26-1,11-41-471,-7-34 208,9-6-581,1 1 0,2-1 0,2 0 0,14-50 0,-4 17-236,44-166-823,-37 153 926,16-49 69,-38 130 326,18 23 81,-14-7-100,0 1 0,-1 0 1,-1 0-1,3 27 0,0 1 26,0-12-5,15 92 3,-19-109-36,0 0 0,2 0 0,-1-1 0,2 1 0,-1-1 1,2 0-1,0 0 0,8 13 0,-13-23-3,1 0 1,0 0-1,-1-1 1,1 1-1,0 0 0,0-1 1,0 1-1,0-1 1,0 0-1,1 1 0,-1-1 1,0 0-1,0 0 1,1-1-1,-1 1 0,1 0 1,-1-1-1,1 0 1,-1 1-1,1-1 1,-1 0-1,1 0 0,-1 0 1,1-1-1,-1 1 1,1-1-1,3-1 0,2 0-6,0-1-1,0 0 0,0 0 1,-1-1-1,0 0 1,10-7-1,-4 0-11,-1 0 1,0-2-1,0 1 1,-2-1-1,1-1 0,10-19 1,4-4 5,42-65-73,8-11 613,-74 111-441,0 0-1,1 0 1,0 0 0,-1 0 0,1 0-1,0 1 1,0-1 0,0 1-1,0-1 1,3-1 0,-5 3-58,1 0 0,-1 0 0,1 0 1,-1 0-1,1 0 0,-1 0 0,1 0 0,-1 0 1,1 0-1,-1 0 0,1 0 0,-1 0 0,1 0 1,-1 0-1,1 0 0,-1 0 0,1 0 0,-1 1 1,1-1-1,-1 0 0,1 0 0,-1 1 0,0-1 1,1 0-1,-1 1 0,1-1 0,-1 0 0,1 2 1,1 2 59,1 1 1,-1 0 0,0 0-1,-1 0 1,1 0 0,-1 0-1,1 6 1,-1-4-54,7 40 430,2 78 1,-5-34-107,8 175 310,-2-25-2542,-10-225 830,0-2 592,0-2 0,5 21-1,1-13-3227,3-1-3781,-2-8-3194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4:55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1 12837,'110'238'9625,"-64"-152"-7142,-4 2-1,57 177 0,-64-144-1124,33 224-1,-53-209-1327,-6 0 0,-7 0-1,-5 0 1,-6 0 0,-31 159 0,3-117-39,-8-1 0,-7-2 0,-101 227 0,-11-61-5762,118-260 2080,-3-2-1,-59 73 0,37-66-9245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5:5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1654 67 7773,'-35'31'13973,"34"-31"-13955,0 0 0,0 0 0,0-1 0,0 1 0,0 0 0,0-1 0,0 1 0,0 0 1,1-1-1,-1 0 0,0 1 0,0-1 0,0 1 0,1-1 0,-2-1 0,1 1-4,-1-1 0,1 1 1,0 0-1,-1 0 0,1 0 0,-1 0 0,1 1 1,-1-1-1,1 0 0,-1 1 0,1-1 1,-1 0-1,-2 1 0,-67-7 206,-120 6 0,-72 21-33,59-3-121,126-5-95,58-10 47,-36 9-1,34-5-13,-71 18 2,63-14 11,1 1 0,-1 1 0,2 2 0,0 0 0,-38 28 0,41-28-39,-23 18 0,-44 33-33,45-31 41,35-24 10,0 1 0,0 1 0,1-1 0,-13 20 0,-7 7-3,26-30 8,0-1 0,0 1-1,1 0 1,0 0 0,0 0 0,-2 11 0,4-15 1,-4 15 4,1-1-1,1 1 1,1 0-1,1 0 1,0 0-1,1 27 0,3-19-1,0-1-1,1 0 0,2 0 0,9 29 0,23 44-10,-28-77-3,46 104-17,-40-92 37,-10-26-9,-2 0 1,1 1-1,-1-1 1,4 18-1,-2-7 4,0 1 0,2-1-1,11 25 1,-9-24-45,36 90 132,-36-88-77,0-2-1,2 1 0,16 25 0,-20-37-8,1 1 0,0-1 0,0 0-1,1-1 1,0 0 0,0 0 0,1-1-1,10 6 1,1-1-4,0-2-1,0 0 1,1-2 0,0 0-1,33 6 1,-11-6 7,87 3 0,322-5-13,-372-3 7,31-1 1,90-5 32,-125 3-29,378-14 90,-436 13-105,269-18-58,-235 16 75,-1-3 0,74-17-1,-60 8 22,-36 10 47,-1-2-1,0-1 1,0-2 0,49-22-1,-57 19 168,26-21 0,-41 28-180,0-1 1,0 0 0,0 0 0,-1-1 0,7-12 0,-4 7 46,-4 5-30,-1 1 1,0-1 0,0 0 0,-1 0 0,0 0 0,0 0-1,0-15 1,4-14 274,-3 18-152,0 1 1,-1-1 0,-1 1 0,-1-27-1,-13-74 468,11 103-620,-23-103 197,6 37-152,2 2 78,-5 0 0,-56-139 1,68 197-106,-1 1 0,0 1 0,-2 0 0,0 0 0,-2 1 0,1 1 0,-2 1 0,-35-31 1,25 28-56,-2 0 1,0 2-1,-1 1 1,-1 1 0,-52-19-1,-277-87 36,256 94-22,-165-24 0,-121 30-50,0 35-4250,309-10 490,43-2-3810,12-1-2867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5:5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1039 45 5505,'2'-3'682,"4"-8"-665,-5 5 6242,14 6-5337,1 0-412,-12 0 3555,-28-10-3205,22 9-829,1 0 0,-1 1 1,1 0-1,-1-1 0,1 1 0,-1 0 1,0 0-1,1 0 0,-1 0 1,1 0-1,-1 0 0,1 0 0,-1 0 1,0 1-1,-1 0 0,-16 2 479,-47 2 303,46-3-556,0 0 0,0-1 0,-26-3 0,-18-6 32,0 4 0,-113 5 0,153 2-274,1 2 0,-1 0 1,1 2-1,-33 13 0,42-13-8,-1 0-1,1 1 1,1 1-1,0 0 1,0 1-1,0 0 1,2 1-1,-1 0 1,1 1-1,1 0 1,-17 26-1,-21 48 72,36-64-74,2 1-1,1 1 0,1 0 1,-8 35-1,5-16 3,2 1-1,2 0 0,-1 58 1,6-64-9,2 20 22,7 102 100,-9-70-45,0-37-32,1 28 8,2-49-36,-1 0 1,-2 0-1,-8 43 0,-28 92 48,18-85 18,9 5-26,10-81-61,1 0 0,0 0-1,0 0 1,0 0-1,1 0 1,0 0-1,0 0 1,3 8-1,1 7-7,14 45-4,-6-25 8,7 7 2,-15-38 7,0 0 0,-1 0 0,5 20 0,7 17 8,-13-40-5,-1-1 0,0 0 0,1 1 0,-2 0 0,1-1 0,-1 1 0,0 0 0,0 11 0,-1 26-18,1-33 19,-1 0 1,0 0-1,-2 16 0,-18 67 10,15-75-9,0 0 0,-8 19 0,7-21 5,0 0-1,-5 30 1,8-31-9,1 1 0,1 33 1,2-42 1,0 0 0,0 0 0,1 0 0,0 0 0,0 0 0,1 0-1,0 0 1,6 10 0,1-3 17,0 0 0,0-1-1,2 0 1,0-1-1,0 0 1,1-1 0,0 0-1,1-1 1,26 15-1,151 85 126,-65-41-20,-13-12-233,-68-36 86,-23-13 5,-14-6 21,-1-1-1,0 1 0,0 1 0,-1-1 0,1 1 1,7 6-1,0-1-2,0-1 0,24 9-1,0 1 17,-29-14-10,1-1 0,0 0-1,-1-1 1,19 3 0,5 1-14,-18-3 16,0-1 1,0 0 0,0-1-1,0-1 1,19-2-1,75-15-35,-59 7 70,108-25-49,46-8 77,-115 36-102,113 5 0,2 0 117,-59-8-129,-1-6-1,239-58 1,-331 60 28,163-47-18,-24 3 21,40-11-3,-145 46 18,186-34 2,-177 40 14,39-5-8,-58 11 39,117-32-1,-170 36-35,0-1 1,-1-1-1,0-2 0,0 0 0,-1-1 1,-1-1-1,0-1 0,0 0 0,20-22 1,-4-2-6,-1-3 0,-2 0 0,-2-2 0,-2-2 0,-2 0 0,38-87 0,-24 41 60,-12 31 16,34-108 0,-57 147-28,-1 0 0,-1 0 0,0-1 0,-2 1 0,-1-1 0,-1 0 0,0 1 0,-2-1 0,-5-30 0,2 31-35,0-4 12,-1 0 0,-11-30 0,-20-38 28,33 84-35,0 0 0,1-1 0,0 1 0,1-1 1,-2-12-1,2 10 27,0 1 0,-6-18 1,-9-24 297,13 39-166,0 0 0,-1 0 1,-12-25-1,2 11 11,9 17-92,0 0-1,-1 0 1,0 0 0,-11-12-1,-38-40 47,16 16-45,-82-73 0,99 101-75,3 1-21,-45-29 0,-83-37 138,-162-66-1,194 103-1,-1 5 0,-141-30 1,193 57-66,-220-40 498,187 40-470,-15-2-90,-119-9 66,-204-10-32,107 57-100,279-17 88,26-3-45,-29 6-1,-41 5 48,41-6 63,18-4 70,32-1-134,0-2-15,-100-18 222,95 18-244,1 1-1,0 0 0,-1 0 0,1 0 0,-1 1 0,1 0 1,-1 1-1,-13 4 0,-1 2 6,-30 16 1,35-16-10,-178 92-8,50-25-2,116-60 33,-8 4-997,0-1 0,-76 23 0,88-36-1289,0-1-1,-43 0 1,58-4 1289,-23-1-5216,2-3-3644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5:5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147 400 9793,'-8'16'7799,"2"3"-3503,-3 46-3074,3-23-312,-20 75 553,-11 60-267,28-127-1012,2 1 0,-1 99-1,9-139-414,1 0 0,0 0-1,7 19 1,-3-11-234,-5-15-39,-2-9-9,-15-93-510,-5-100 0,19 154 962,2 0 0,2 1 0,2-1 1,18-83-1,-7 81 244,20-44 0,-9 25 247,-7 16 591,2-1 1,2 2-1,2 1 1,55-77 0,-38 76-106,-41 47-904,-1 1 0,1 0-1,-1 0 1,1-1 0,0 1-1,-1 0 1,1 0 0,0 0-1,-1 0 1,1-1 0,0 1-1,-1 0 1,1 0 0,0 0-1,-1 1 1,1-1 0,-1 0-1,1 0 1,0 0 0,-1 0-1,1 1 1,0-1 0,-1 0-1,1 0 1,-1 1 0,1-1-1,-1 1 1,1-1-1,0 1 1,0 0 20,1 0-21,0 1 0,0-1-1,-1 1 1,1-1 0,-1 1 0,1 0 0,-1 0 0,1 0 0,-1 0 0,0 0 0,0 0 0,0 0-1,0 0 1,-1 0 0,1 1 0,0-1 0,-1 0 0,0 1 0,1-1 0,-1 0 0,0 1 0,0-1-1,0 0 1,-1 1 0,1-1 0,-1 3 0,-2 9-11,-1 0-1,0 0 1,-8 17-1,3-8-67,-20 67-667,13-37-598,-33 72 0,-9-11-1221,47-95 1552,-1 0 0,-1-2 0,-27 31 0,35-43 597,0 0-1,-1 0 1,1-1-1,-10 6 1,13-8 21,0-1 1,0-1-1,0 1 0,0 0 1,0 0-1,0-1 0,-1 1 1,1-1-1,0 0 1,0 1-1,0-1 0,-1 0 1,1 0-1,0-1 0,0 1 1,0 0-1,-1-1 1,1 1-1,-3-2 0,-19-9-6868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5:59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854 21 14641,'-17'-6'572,"11"4"-190,0-1 0,0 1-1,0 0 1,0 1-1,-1-1 1,1 1 0,-1 1-1,1-1 1,-1 1-1,1 0 1,-1 0 0,1 1-1,-11 2 1,-13 6 204,1 2 1,0 1 0,0 1-1,1 1 1,1 2-1,0 1 1,1 1 0,1 1-1,-41 40 1,27-17-309,1 1 0,2 1 1,2 2-1,-53 97 0,52-74-147,3 2 0,3 1 0,-21 83 0,38-111-91,2 1-1,2 0 1,3 0 0,1 0 0,2 1 0,1-1 0,9 59 0,-4-79-177,1 0 0,1 0 1,1 0-1,2-1 0,0 0 0,14 24 1,-14-31-181,2 0-1,0-1 1,1 0 0,1 0 0,0-2 0,1 0 0,0 0-1,27 18 1,-30-24-360,1-1 0,0 0 0,0-1 0,1 0 0,0-1 0,23 6 0,-17-7-1686,0-1 0,23 2 0,31-4-7669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0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336 245 7789,'-13'7'502,"8"-5"-249,1-1 0,0 1 0,0 1 1,0-1-1,0 0 0,1 1 0,-1 0 0,1 0 0,-1 0 0,1 0 1,0 0-1,0 1 0,1 0 0,-1-1 0,1 1 0,-3 5 0,-1 5 478,0-1 0,-1 0-1,-1 0 1,-16 20 0,-46 48 1725,14-17-931,36-41-1066,14-16-313,-1 0-1,2 0 1,-1 0-1,1 1 1,0 0-1,1 0 1,0 0-1,-5 14 1,-5 16 385,14-37-511,1-1-1,0 1 1,0 0-1,0 0 0,0-1 1,0 1-1,0-1 1,0 1-1,0-1 0,0 1 1,0-1-1,0 1 0,2-1 1,-2 0 6,2 1-12,0 0-1,0-1 1,0 1 0,0-1 0,0 0 0,0 0-1,0 0 1,1-1 0,-1 1 0,0-1 0,0 1 0,0-1-1,0 0 1,-1 0 0,1-1 0,0 1 0,5-4-1,5-2 14,-1-2-1,14-11 1,-13 9-38,-1-1 1,0 0-1,-1-1 0,0 0 1,-1-1-1,-1 0 1,12-23-1,-3-2-215,22-73 1,-33 85 193,-2-1 0,0 0 0,-2 0 0,-2 0 0,-1-36 1,0 35 214,-1 18 63,-1-1 1,1 1-1,-2 0 0,1 0 1,-7-15-1,-5-22 1656,14 46-1330,-5 20 118,2-10-601,1 1 0,0-1 0,0 16 0,1 428 54,13-300-2840,6-1-3590,-6-95 167,4-6-3544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0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703 1 13329,'-4'2'293,"0"0"-1,0 1 0,1-1 1,-1 1-1,1 0 1,-1 0-1,1 0 0,0 0 1,0 1-1,0-1 0,1 1 1,-1 0-1,1 0 1,0 0-1,0 0 0,-2 5 1,-1 3-52,-120 284 5174,89-201-4391,-143 429 2248,28 11-2210,119-420-1018,-51 249-1636,49-119-2711,33-230 3519,-2 31-1809,7-16-5308,1-18-1300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6 13409,'-22'-5'1605,"18"4"963,1 3-1664,-32 19-47,1 1 0,-35 30-1,50-37-649,-14 10 204,2 0 0,1 3 0,1 0-1,-46 61 1,73-87-336,0 1 0,0 0-1,0 0 1,0 0-1,1 0 1,-1 0 0,1 0-1,0 0 1,0 1-1,0-1 1,0 0 0,1 1-1,-1-1 1,1 1-1,0-1 1,0 0 0,0 1-1,1-1 1,-1 1-1,1-1 1,-1 0-1,1 1 1,0-1 0,1 0-1,1 4 1,0-3-6,0 0 0,0 0 1,0-1-1,1 1 0,-1-1 0,1 0 0,0 0 1,0 0-1,0 0 0,0-1 0,1 0 1,-1 0-1,1 0 0,-1 0 0,1-1 1,9 2-1,19 2-117,-1-2 1,1-2 0,0-1-1,55-6 1,-68 3-594,0-1 0,-1 0 1,0-1-1,0-1 0,20-10 0,-16 5-3968,37-24 0,-14 2-5541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19846,'15'5'1009,"0"0"1,1 2-1,-2 0 0,25 14 1,-31-14-481,1-1 0,-1 1 0,0 0 0,-1 1 0,0 0 0,0 0 1,-1 1-1,10 15 0,9 27-85,-2 1 1,-3 1 0,-1 1-1,-4 1 1,-1 0-1,7 65 1,-11-21-424,-3 1-1,-12 175 1,-56 200-330,44-384-1341,-3-2-1,-5 0 1,-47 116-1,63-185 1174,-106 239-10093,55-132-1317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1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18362,'0'-20'2760,"15"17"-124,2 1 1449,0-10-2681,0 3-280,4 4-228,-4-1-192,3 0-140,0 0-332,-6-2-488,4 2-508,5 9-828,0-3-348,-38 20-4173,-11 15-416,3-10-6060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1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20330,'43'-34'2628,"-29"28"-296,18-6-420,-6 1-439,5-1-277,1 4-404,8-1-472,-2 0-548,-1 4-1136,0-1-873,-19 3-1471,5 12-3196,-3-4-6654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12373,'0'0'3441,"-1"3"-2063,-2 37 61,2 0 0,6 73 0,0-24-723,-2-22-300,0-16-653,-2-1-1,-8 63 1,7-92-585,-1 0-1428,-1-5-4339,0-2-2695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16217,'-13'19'1132,"2"1"0,0 0-1,1 1 1,2 0-1,0 0 1,1 0-1,-5 28 1,-2 181 1739,10-123-2526,3-75-923,1-1 1,1 1-1,9 49 1,-4-28-2345,-5-33 992,-2-12-2926,-5-2 2432,4-4 572,-6 10-7356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0 387 18690,'9'-7'563,"-1"0"0,1 1 1,0 0-1,0 0 0,1 1 0,0 1 1,-1-1-1,2 1 0,-1 1 0,21-5 1,581-116 5244,-229 41-3735,-141 22-2073,-140 33 0,-76 19-774,-26 9 717,0 0 1,1-1-1,-1 1 1,1 0-1,-1 0 0,1 0 1,-1 0-1,1 0 1,-1-1-1,0 1 0,1 0 1,-1 0-1,0-1 0,1 1 1,-1 0-1,0-1 1,1 1-1,-1 0 0,0-1 1,1 1-1,-1-1 1,0 1-1,0 0 0,1-1 1,-1 1-1,0-1 0,0 1 1,0-1-1,0 1 1,0 0-1,0-1 0,0 1 1,0-1-1,0 1 1,0-1-1,0 1 0,0-1 1,0 1-1,0-1 0,0 1 1,0 0-1,0-1 1,-1 0-1,0 0-227,1 1-1,-1-1 1,0 1-1,0-1 1,0 1-1,1 0 1,-1-1-1,0 1 1,0 0-1,0 0 1,0-1-1,0 1 1,1 0-1,-1 0 1,0 0-1,0 0 1,0 0-1,0 0 1,0 0-1,0 1 1,1-1-1,-1 0 1,0 0 0,0 1-1,0-1 1,0 0-1,1 1 1,-1-1-1,0 1 1,0-1-1,1 1 1,-2 1-1,-7 2-2803,-31 13-10954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16406,'13'10'2620,"-21"-5"514,-14 4-1528,18-5-1415,0-1 1,0 1-1,1 0 0,-1 1 1,1-1-1,0 0 0,0 1 0,0 0 1,1-1-1,-4 9 0,-14 54 596,16-51-549,-12 52 536,4-1 0,2 2 0,0 123 0,10-153-446,3 0 0,1-1 0,2 1 0,2-1 0,13 43 0,-16-70-283,-1 0 0,2-1 0,-1 0 0,1 0 1,1 0-1,0-1 0,0 0 0,1 0 0,0 0 0,0-1 0,11 7 0,-14-11-262,-1-1 0,0 0 0,1 0 0,-1 0 0,1-1 0,0 1-1,0-1 1,0 0 0,0-1 0,0 1 0,1-1 0,-1 0 0,0-1 0,1 1-1,-1-1 1,0 0 0,1 0 0,-1-1 0,0 1 0,1-1 0,-1 0 0,0-1 0,0 1-1,0-1 1,7-4 0,-8 4-426,0-1 0,0 0 0,-1 1 0,1-2 0,-1 1-1,0 0 1,4-6 0,8-14-5545,0-6-6350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3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7557,'1'4'1172,"6"14"-178,10 20 1578,-15-36-2331,-1 0-1,1 1 1,-1-1-1,1 0 0,0-1 1,0 1-1,0 0 1,0 0-1,0-1 1,0 1-1,0-1 1,1 0-1,-1 0 1,3 1-1,4 1 787,0-1-1,0 0 1,0 0 0,0-1 0,0-1-1,0 1 1,1-1 0,9-2-1,7-2 394,38-12 0,10-1-595,-56 14-890,39-9-1224,-54 11 1016,0 0 1,0 0 0,-1 0-1,1-1 1,0 1 0,-1 0-1,1-1 1,-1 0-1,1 0 1,-1 0 0,0 0-1,0 0 1,0 0 0,0 0-1,2-4 1,-4 6 117,0-1 1,0 1 0,0-1-1,0 1 1,0-1 0,0 1-1,1-1 1,-1 1 0,0-1-1,0 1 1,1-1 0,-1 1 0,0-1-1,1 1 1,-1 0 0,0-1-1,1 1 1,-1 0 0,0-1-1,1 1 1,-1 0 0,1-1-1,-1 1 1,1 0 0,-1 0-1,1-1 1,-1 1 0,1 0-1,-1 0 1,1 0 0,-1 0-1,1 0 1,-1 0 0,1 0-1,-1 0 1,1 0 0,-1 0-1,1 0 1,-1 0 0,1 0-1,-1 0 1,1 0 0,-1 1-1,1-1 1,-1 0 0,1 0-1,-1 1 1,1-1 0,-1 0-1,0 1 1,1-1 0,-1 0-1,0 1 1,1 0 0,3 1-1046,13 9-9223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17162,'-17'46'2028,"2"-22"-492,12 7-332,6 9-816,-6 4-404,-2-4-640,-1 6-672,0 0-516,-2-6-969,-1 0-1751,3-20-3549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35 18838,'-72'-35'4040,"55"44"-2616,5-3-752,9 11-4100,1 3 60,-7 0-2053,3 0-4352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4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3 14065,'-20'1'1194,"15"0"-643,-1-1 0,0 0 0,1 0 0,-1 0 0,1 0 0,-8-2 0,8 1-356,0 0-1,0 1 1,1-1 0,-1 1 0,0 0 0,0 1 0,0-1 0,0 1-1,0 0 1,1 0 0,-1 1 0,0-1 0,1 1 0,-1 0-1,1 0 1,0 1 0,-6 3 0,-8 6 316,0 2 0,-24 23 0,25-21-45,1-1-44,1 1 0,0 0 0,-23 34 0,33-42-269,0 1 0,0-1-1,0 1 1,2 0-1,-1 0 1,1 0-1,0 1 1,1-1-1,0 1 1,-2 18 0,5-19-58,0 0 0,0-1 0,0 1 0,1 0 0,0-1 0,1 1 0,0-1 0,1 0 0,-1 0 1,1 0-1,1-1 0,0 1 0,9 11 0,-4-7-33,1-1 0,0 0 0,1 0 0,0-1 0,0 0 0,1-1 0,25 12 0,-20-11-476,1-1 1,1-1 0,0-1 0,0-1 0,27 5 0,-37-10-288,-1 0 1,0 0 0,1-1 0,-1-1 0,14-1 0,23-9-7639,-12 2-3474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19530,'17'-5'3000,"3"-1"-176,-2 3-507,2 0-477,3-3-384,-3 4-300,6-1-512,3 0-644,-4 11 0,4-5-404,-9 3-1388,3-3-568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245 570 11173,'-37'13'1937,"29"-11"-1535,1 1 0,-1-1 1,0 1-1,1 1 1,-1 0-1,1 0 1,0 0-1,1 1 1,-9 6-1,2 4-113,0 0 0,1 0 0,1 1 0,0 1 0,1-1 0,1 2-1,1 0 1,0 0 0,1 0 0,1 1 0,1 0 0,1 0 0,0 0 0,2 0 0,0 1-1,1 20 1,1-38-263,0 0 0,0 0 0,0 0 0,1-1 0,-1 1 0,1 0 0,-1 0 0,1-1 0,-1 1 0,1 0 0,0-1 0,0 1 0,0-1 0,0 1 0,0-1 0,0 1 0,0-1 0,1 0 0,-1 1 0,0-1 0,1 0 0,-1 0 0,1 0 0,-1 0 0,1 0 0,0 0 0,-1-1 0,1 1 0,0-1 0,0 1 0,-1-1 0,1 1 0,0-1 0,0 0 0,2 0 0,3 0 27,-1 0-1,1 0 1,-1 0-1,1-1 1,-1 0-1,1-1 1,-1 1-1,0-1 1,8-3-1,1-3 19,0-1 0,-1 0 0,0-1-1,-1 0 1,0-1 0,-1-1 0,21-24 0,-15 14-85,-1-1-1,-1 0 1,24-51 0,-28 47-74,-2 0 0,-1-1 0,-1 0 0,4-36 0,7-118-291,-13 111 313,-3 25 382,-2-1 0,-3 1 0,-10-75-1,11 79 681,-2 45-442,-2 4-379,0 0-1,1 0 1,0 1 0,0-1 0,0 1 0,1 0 0,1 0-1,-1 0 1,1 1 0,1-1 0,-1 0 0,1 17 0,0 11 414,9 63 0,-6-83-482,31 220 807,-24-196-1955,1 0-1,2 0 0,28 63 1,-36-95-113,0 0 1,1 0-1,0 0 0,1-1 1,0 0-1,0 0 1,1 0-1,-1-1 1,1 0-1,12 8 1,-15-12-358,0 0 0,1 0 0,-1 0 0,0 0 0,1-1 0,5 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1 517 11189,'0'0'4003,"2"1"-2390,24 8 794,-25-9-2387,-1 0-1,0 0 0,0 0 1,0 0-1,0 1 0,0-1 1,1 0-1,-1 0 0,0 0 0,0 0 1,0 0-1,0 0 0,0 0 1,1 0-1,-1 1 0,0-1 1,0 0-1,0 0 0,0 0 1,0 0-1,0 0 0,0 1 0,0-1 1,0 0-1,1 0 0,-1 0 1,0 0-1,0 0 0,0 1 1,0-1-1,0 0 0,0 0 0,0 0 1,0 0-1,0 1 0,0-1 1,0 0-1,0 0 0,0 0 1,-1 0-1,1 1 0,0-1 1,-7 126 2352,-1-11-761,3-21-606,-2 26-8,5-44-494,0-40-126,4 65 1,1-84-521,0 0 1,1-1 0,11 32-1,-14-45-227,1-7-584,1-9 712,1 0 0,-2 0 0,0-1 0,-1 1 0,0-1 0,-1 1 0,-2-25 0,0 1-159,-6-171-1235,-1-42 898,20 1 1098,-6 203 397,3 0 0,2 1-1,1 0 1,3 0 0,26-59 0,-30 85 50,0 1-1,18-22 1,-28 39-781,1 0 0,-1 0-1,1 0 1,0 0 0,-1 1 0,1-1 0,0 0-1,-1 0 1,1 1 0,0-1 0,0 0 0,0 1 0,0-1-1,0 1 1,0-1 0,0 1 0,0-1 0,0 1 0,0 0-1,0-1 1,0 1 0,0 0 0,0 0 0,0 0-1,0 0 1,0 0 0,0 0 0,0 0 0,0 0 0,0 0-1,0 1 1,0-1 0,0 0 0,0 1 0,0-1 0,0 1-1,1 0 1,0 0-1,0 1 0,0 0 0,-1 0 0,1 0-1,-1 0 1,0 0 0,1 0 0,-1 0 0,0 0 0,0 0-1,-1 1 1,1-1 0,0 0 0,-1 1 0,1-1 0,-1 3-1,2 18-259,-2 0-1,-1 0 1,-1 0-1,0 0 1,-2-1-1,-1 1 1,-14 40-1,-25 44-4181,-10-7-4976,26-53-1334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5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3 14301,'-5'-1'512,"-18"-1"2563,-38 2 1,52 1-2751,0 0 0,0 1 0,0 0 0,1 1 0,-1-1 0,1 2 0,-14 6-1,0 3 60,0 2 0,1 0 0,0 1 0,2 2-1,0 0 1,0 1 0,-18 25 0,-5 14 365,-50 88 1,50-69-456,4 2 0,4 2 0,2 1 0,5 2 0,3 0-1,4 2 1,-17 173 0,32-196-387,4 1 0,3 0 0,2 0 0,24 117 0,-22-155-245,1-1 0,1 0 1,1 0-1,1 0 0,1-1 1,2-1-1,26 39 0,-29-49-392,1 0-1,0-1 0,1 0 0,0-1 0,23 16 0,-24-20-486,1 0 0,0-1 1,0 0-1,0-1 0,1 0 0,0-1 1,20 4-1,-18-6-2188,1-1 1,17 0-1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6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6 8633,'14'-6'9301,"-16"7"-8175,-3 0-812,3-1-191,0 0-1,0 0 0,0 0 0,1 0 1,-1 1-1,0-1 0,0 1 0,1 0 1,-1-1-1,0 1 0,1 0 0,-1 0 1,1 0-1,-1 0 0,1 0 1,-1 0-1,1 0 0,0 1 0,-1-1 1,1 0-1,0 1 0,0-1 0,0 1 1,0 0-1,0-1 0,1 1 0,-1 0 1,0-1-1,0 4 0,-22 76 1378,3 0-1,3 1 1,5 1 0,3 0 0,1 99-1,8-162-1436,1 0 1,1 0-1,0 0 0,2-1 0,0 1 0,1-1 0,10 24 1,-11-34-51,0 1 1,1-1 0,1 0 0,0 0 0,0-1 0,0 0-1,1 0 1,0 0 0,1-1 0,-1 0 0,2-1 0,-1 0-1,1 0 1,-1 0 0,18 7 0,-21-11-159,1 0 1,-1 0-1,0-1 1,1 0-1,0 0 1,-1 0-1,1 0 1,0-1-1,-1 0 0,1 0 1,0-1-1,-1 1 1,1-1-1,-1-1 1,1 1-1,-1-1 0,1 0 1,-1 0-1,0 0 1,0-1-1,8-5 1,-5 2-1023,1-1 1,-2-1 0,12-12 0,-2 1-1880,-17 19 3046,5-4-1449,-1 0 0,-1 0 0,1-1 0,4-7 0,4-23-10198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6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65 14909,'-20'-27'2867,"20"27"-2783,0 0 0,0 0 0,0 0 0,0-1 0,0 1 0,0 0 0,0 0 0,0 0 0,0 0 0,0-1 0,0 1 0,0 0 0,0 0 1,0 0-1,0-1 0,0 1 0,0 0 0,0 0 0,0 0 0,0 0 0,0-1 0,0 1 0,0 0 0,0 0 0,0 0 0,0 0 0,0-1 0,1 1 0,-1 0 1,0 0-1,0 0 0,0 0 0,0 0 0,0 0 0,0-1 0,1 1 0,-1 0 0,0 0 0,0 0 0,0 0 0,0 0 0,1 0 0,-1 0 0,0 0 1,0 0-1,0 0 0,0 0 0,1 0 0,8-2 586,-8 2-230,44-9 2349,1 3 0,91-2 0,-57 6-1394,-71 2-1400,1 1 1,-1 0-1,11 2 1,-8-1-275,-11-2 87,-1 0 0,1 0 1,0 0-1,0 0 1,-1 0-1,1 0 0,0 0 1,0 0-1,-1 0 1,1-1-1,0 1 1,-1 0-1,1-1 0,0 1 1,-1 0-1,1-1 1,0 1-1,-1-1 0,1 0 1,3-1-829,-3 1-289,10-3 339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14553,'-46'58'1921,"23"-32"-233,12 3-168,8-15-468,0 20-196,-6 21-136,4-12-216,5 0-268,-3-2-272,0-24-408,0 12-780,3 2-808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7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20622,'14'-20'9925,"-5"29"-9881,0 2-448,-18-2-5477,-2-1 2761,11 10-3153,-3-1-5656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0 15141,'-13'0'629,"9"0"-435,0 0 0,0 0-1,0 1 1,0-1 0,1 1 0,-5 1 0,6-2-81,1 1 1,0-1-1,0 1 0,0 0 0,0-1 1,0 1-1,0 0 0,0 0 1,0 0-1,0 0 0,0 0 0,0 0 1,0 0-1,1 0 0,-1 0 1,0 0-1,1 0 0,-1 0 0,1 1 1,0-1-1,-1 0 0,1 0 1,-1 3-1,-27 116 4953,-26 62-1615,20-72-2157,-47 158-332,-127 456 1186,8 193-5167,171-696-2226,26-190 3849,3-29 1191,-3 33-2140,5-14-4626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7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21 7297,'0'0'1964,"-3"-2"-63,0 0-1198,1 0-208,0 0-1,-1 0 1,1 0-1,-1 1 1,0-1-1,1 1 1,-1-1-1,-3 0 0,-54 10 3718,33-4-3102,1 0 1,-48 15-1,64-15-857,0 0 0,0 1 0,1 0-1,-1 0 1,1 1 0,1 0-1,-1 1 1,1 0 0,0 0 0,-7 9-1,12-13-127,0 1-1,-1 0 0,2 0 0,-1 1 0,0-1 0,1 0 0,0 1 0,0-1 0,0 1 0,1 0 0,0 0 0,-2 5 0,3-6-57,0-1-1,0 1 1,1-1-1,-1 1 0,1-1 1,0 0-1,0 1 0,0-1 1,0 0-1,0 1 1,1-1-1,-1 0 0,1 0 1,0 0-1,0 0 1,0 0-1,0-1 0,6 6 1,4 3 57,0-1 1,1 0-1,0-1 1,1 0 0,0-1-1,0-1 1,1 0-1,18 6 1,9-1-149,81 15 1,-112-25-298,1 0 1,-1-1-1,0-1 0,19-1 1,-24 0-51,0 0 1,0 0-1,0-1 1,-1 1 0,1-2-1,0 1 1,-1 0-1,1-1 1,9-7 0,-4 3-612,0-1-2271,0-1-1,16-15 1,-5-5-8301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0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728 1 20402,'11'28'1731,"0"1"1,-2 1 0,-1 0-1,5 46 1,-4 36-301,-7 152-1,-35 114-626,5-210-746,-73 251 0,-100 147-1639,14-169-3827,34-149-5345,65-127-1362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4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5785,'3'-32'16124,"24"43"-15725,-25-10-153,1-2-161,115-9 491,-50 7-513,34-3 54,28-3-118,-65 7 84,-18-1-170,119-9 188,15-12-127,-106 16 23,34-6 1,68-7 10,-70 11-6,125-14-5,-39 2 47,-100 14-52,5-2 7,-79 8-4,32 0 1,14 0 88,145-15-64,-86 9-42,-11 5 86,-24 3-121,68 0 154,113-4-236,237 27 134,-179-8 3,-85-6 28,-30 2-4,32-2 71,-162-9-43,213-9 116,83-5-73,-245 14-81,245-6-45,60-17 63,-217 12 38,123 2 142,-181 11-246,-56-4 69,-23-1-37,81 3 45,-107-3 19,-35 2-52,41 2-1,45-1 45,-73-1-37,54 4 1,-49-1 36,50-3 1,9 0-125,-8 0 68,-57 0-10,36 3-1,-25 1 53,47-4 0,-27 0-75,480-2 184,-64-1-139,33-16 26,-136 1 137,-325 18-178,292 4 727,-264 2-313,-44-4 149,65 11-1,-67-7-142,14 3 232,-48-7-471,15 0-104,-18-1-215,1 0 1,-1 0-1,1 0 1,-1 0-1,1 0 1,-1 1-1,1-1 1,-1 0-1,1 0 1,-1-1 0,1 1-1,-1 0 1,1 0-1,0 0 1,-1 0-1,1 0 1,-1-1-1,1 1 1,-1 0-1,0 0 1,1-1-1,-1 1 1,1 0-1,-1-1 1,1 1-1,-6-11-1686,-23-12-1340,-6 7-3118,-10-4-4073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44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1 185 3712,'1'-2'1024,"16"-15"585,-15 15-1049,11-11-136,1 1-1,1 0 0,0 1 0,21-12 0,-33 21-387,-1 0 0,1 0 0,0-1 0,-1 0 0,1 1 0,-1-1 0,0 0-1,0 0 1,0 0 0,-1 0 0,1-1 0,1-4 0,2-1 26,-4 7-145,-1-2-1277,0-29-1721,0 29 1039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4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24 334 5276,'0'0'5739,"-2"0"-5355,-6 2-2070,-5 0 9111,25-3-2521,232-43-4251,498-82-141,-502 85-468,-66 7 342,-138 27-223,-24 5-42,0-1-1,23-7 1,34-17 4613,-69 27-4726,1 0-1,-1 0 1,1-1 0,-1 1-1,1 0 1,-1-1 0,1 1-1,-1-1 1,1 1 0,-1 0-1,0-1 1,1 1 0,-1-1-1,0 1 1,1-1 0,-1 1-1,0-1 1,0 1 0,1-1-1,-1 0 1,0 0 9,1 0 1,-1 0-1,1 0 0,-1 0 0,1 0 1,-1 0-1,1 0 0,-1 0 0,1 1 1,0-1-1,0 0 0,-1 0 1,1 1-1,0-1 0,2-1 0,1 1 42,5-3 259,-1 0-1,1 1 1,0 1 0,12-3-1,-22 6-369,0 0 0,0 0 0,0-1 0,0 1 0,0 0 0,0 0 0,0 0 0,0 0 0,0 0 0,1 0 0,-2 2 1,0-1-101,-6 9-615,-31 32-3169,36-41 3151,0 1 1,0-1-1,0 0 1,-1 0-1,1 0 0,-8 3 1,1-1-5629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6:5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686 1 6669,'0'0'17155,"-3"0"-16877,-19 1-103,-1 1 0,1 1 1,0 1-1,-1 1 1,-25 9-1,-104 47-240,137-54 94,-24 12-29,-55 36 0,60-34 24,22-13-24,0 0 0,1 1 0,0 0 0,0 0 0,0 1 0,2 1 0,-1 0 0,1 0 0,1 1 0,0 0 0,1 0 0,0 1 0,1 0 0,0 0 0,-6 21 0,-3 14 36,10-36-30,0 1 0,2 0 0,-1 0-1,2 1 1,0-1 0,-1 15 0,4-3 85,0 42-23,-1-46-53,1 1-1,1-1 1,1 1-1,11 37 0,-1 9-13,-11-53 4,0 0 0,2-1 1,7 23-1,1-7 62,-3-6-47,2 0 0,0-1-1,27 41 1,14 20-53,-43-65 29,2 0 0,0-1 0,2-1 0,0 1 1,0-2-1,25 23 0,-11-15-22,-20-18 17,0 1 0,0-1 0,1 0 0,0-1 0,14 8 0,14 5-37,-22-10 61,31 12 0,24 3-125,30-3 76,-86-18 5,0-1 0,0-1 1,0 0-1,0-1 0,25-5 1,16-5-96,-25 6 66,0-2 1,46-16-1,-40 9 109,-4 2-61,0-2-1,33-20 1,5-3-15,-39 23-22,-26 12 51,1 1 0,0-1-1,-1-1 1,1 1 0,-1-1 0,0 1-1,7-7 1,-10 8-7,1-1 1,0 1-1,0-1 0,0 1 1,1 0-1,-1 0 1,0 0-1,0 0 0,1 0 1,3 0-1,-4 0-2,0 1-1,0-1 1,0 0-1,0 1 1,0-1 0,0 0-1,0 0 1,0 0-1,0-1 1,-1 1-1,1 0 1,2-3 0,1-1-6,0 0 1,0 1-1,1-1 1,8-4-1,-9 6 4,-1 0 0,1-1-1,0 0 1,-1 1-1,7-9 1,-8 9 11,0-1 1,-1 1-1,2 0 1,-1 0-1,0 0 0,0 1 1,5-3-1,33-27-8,-32 23 20,0-1 1,-1 0 0,0-1 0,0 0-1,6-13 1,14-20 27,-27 42 48,5-16-128,-4 9 43,0 0-1,-1 0 1,0 0-1,-1-1 0,0 1 1,-1-12-1,1-29-37,1-16 15,1 49 51,-1 0 1,-1-22 0,0 7 506,0 7-287,1 1-2,-5-41 0,0 15-126,4 41-69,0-1 0,-1 0-1,-1 0 1,-3-12 0,2 11 47,-2-5 83,0 0-1,-12-22 1,-6-21 114,20 49-216,0 0-1,-1 0 1,-1 0-1,1 0 1,-1 1-1,-1-1 1,0 2-1,-12-16 1,2 3 132,15 19-205,-1-1 0,1 1 0,-1 0 0,0-1 0,0 1 0,0 0 1,-3-3-1,-22-18 273,-4-4-138,-9-6 58,-35-1 4,72 33-175,-4 1-20,0-1 0,0-1 0,0 1 0,-9-4 1,-14-3 24,10 3 1,-9-1-3,-116-3 250,143 9-379,-4 0 239,0 0-1,0 0 1,-1-1-1,1 1 1,0-1-1,0-1 1,-7-2-1,11 3 39,-1 1-156,-28 3 30,28-3-26,0 1-36,-17 2-21,-2 1 21,-34 3 1,53-7 74,0 0-186,-60 11-2954,60-11 1754,-13-5-10805,-2-1 152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07:39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87 4804,'1'-2'1310,"25"-42"3752,-24 41-4188,14-5 4,-12 5-333,0 1 0,0-1 0,0 0 0,-1 0 0,1-1 0,6-7 4392,-39 19-4452,26-7-355,-14 2 78,-14 8-55,0 1 0,1 2 0,1 1 0,-31 20 0,28-16-113,15-7-13,1 0 0,-21 20 1,30-25-32,-13 14 22,0 0 1,2 2-1,1 0 1,0 1-1,2 0 1,-16 36-1,18-34-3,1 0-1,1 1 1,1 0 0,-9 43-1,13-41-10,0 0 8,-4 39 0,7-41-5,2-16-3,0 0 1,0 0-1,1 12 0,1 11 5,-2-27-2,1 0-1,0-1 1,0 1-1,1-1 1,0 1-1,3 10 0,-1-12 2,5 21-7,-3 1 0,-3-17 0,0 1-1,1-1 1,0 0 0,8 18-1,-5-15 11,3 7 8,2-1 0,0 0 1,16 20-1,-16-24-2,2 0 1,0-1-1,1 0 0,18 14 1,-4-5 81,-16-13-87,-1-1 1,18 11-1,70 31-96,-94-49 80,1 0 0,0-1 0,0 1 0,-1-1 0,8 0 0,21 5 8,-32-5 0,13 2-20,1-3 10,-13 0 0,12 4-8,-3 0 12,-10-3 8,2-1 9,34 0-19,-34 0-2,-1-2 7,12-3 5,-10 3-5,1 1 1,-1-1-1,1 0 1,-1-1-1,0 1 1,0-1-1,6-4 1,-6 3-4,20-12 22,0 1-19,46-37 0,-40 28-3,-26 20 17,0-1 0,0 0-1,0 0 1,5-8-1,7-8-20,-3 6 40,-1-1 0,15-23-1,-6 8 16,-18 24-17,0 1-1,-1-1 0,0 1 1,5-14-1,-2 3 30,-3 12-25,-1-1 1,-1 1-1,1-1 1,-1 1-1,0-1 1,0 0-1,0-10 1,1-10 48,3-45 93,-5 67-162,0-1 0,0 1 0,0-1 1,0 1-1,-1-1 0,0 1 0,0-1 0,0 1 0,0 0 1,-1 0-1,-2-7 0,2 6 28,-1 0 0,2 0 1,-1-1-1,1 1 0,-1-7 0,0 5 12,1 1 0,-1 0 0,0 0 0,0 0 0,-1 0 0,-3-6-1,4 8-41,2 3 9,-1 0-1,0-1 1,1 0 0,-1 1 0,1-1 0,0 1-1,0-1 1,-1 1 0,1-1 0,0 0-1,0 1 1,1-3 0,-1 3-9,0-1 1,0 1 0,0-1-1,0 0 1,0 1 0,-1-1-1,1 1 1,0-1 0,-1 0-1,1 1 1,-1-1-1,0 1 1,-1-3 0,-3-8 29,0-1 0,1 0 0,0 0 0,1 0 0,1 0 1,0 0-1,0-1 0,2 1 0,0-15 0,-2-16 27,2 40-65,0 0 0,0 0 0,0 0 0,0 0 0,1 0 0,-1 0 0,1 0 0,0 0 0,3-7 0,-3 8-3,-1 1 0,1-1 0,-1 1-1,0-1 1,0 1 0,0-1 0,-1 0-1,1 1 1,-2-5 0,1 0 23,-4-24 332,5 28-187,-4-13 70,1 0 210,-7-10-296,9 23 104,-12-22 4,-4 6-162,16 17-59,-1 0 0,-24-40 228,25 40 102,-2 0-332,0-1 0,0 0-1,1-1 1,-1 1 0,1 0 0,-3-6-1,0 2-17,-22-18 14,25 24-44,1 0-10,0 0 17,0-1 0,0 1-1,0 0 1,0 0 0,0 0-1,-1 1 1,1-1 0,0 0-1,-1 0 1,1 1 0,-1-1-1,1 1 1,-3-1 0,2 0 6,-24 6-2856,24-5 1735,-16 4-2593,9-2 2514,-19 4-6641,11-3-1853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57616" units="1/cm"/>
          <inkml:channelProperty channel="Y" name="resolution" value="63.49206" units="1/cm"/>
          <inkml:channelProperty channel="T" name="resolution" value="1" units="1/dev"/>
        </inkml:channelProperties>
      </inkml:inkSource>
      <inkml:timestamp xml:id="ts0" timeString="2025-05-25T09:06:18.273"/>
    </inkml:context>
    <inkml:brush xml:id="br0">
      <inkml:brushProperty name="width" value="0.4" units="cm"/>
      <inkml:brushProperty name="height" value="0.8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0 133 0,'0'-27'125,"0"1"-110,0-1 1,0 1 0,0-1-1,26 27 110,27 0-109,0 0 0,0 0-16,-27 0 15,1 0-15,-1 0 31,27 0-31,26 0 16,-26 0-16,0 0 16,-26 27-1,-1-27 1,27 0-16,0 26 16,0 1-1,0-27-15,-27 0 0,1 0 0,-1 26 16,27-26-16,27 27 15,-54-27 1,0 0 0,1 0 77,26 0-46,0 26-31,0-26-16,0 0 0,-53 27 16,26-27-16,0 0 15,1 0 79,-1 0-94,27 0 0,27 0 16,-27 0-16,0 0 15,-27 0 1,0 0-1,1 0-15,52 0 16,1 0-16,-27 0 16,0 0-16,-1 0 15,-25 0-15,-1 0 16,1 0 46,-1 26-46,80-26-16,-27 0 0,-52 0 16,26 0-16,-27 0 31,1 0-15,-1 0-16,54 0 15,-28 27-15,1-27 0,0 0 16,0 0-1,27 0-15,-27 26 0,-1-26 16,-25 0-16,-1 0 16,27 0-1,0 0-15,27 0 16,52 27-16,-79-27 16,0 0-16,0 0 15,26 0-15,0 0 0,-52 0 16,-1 0-16,27 26 15,-26-26 32,26 0-31,26 0-16,-26 26 16,0-26-16,0 0 15,-27 0-15,1 0 31,-1 0-15,1 0-16,-1 0 0,27 0 16,0 27-16,-27-27 0,1 0 15,-1 0 1,1 0 0,-1 0 30,27 0-46,26 0 16,1 0-16,-54 0 16,27 0-16,-26 0 47,-1 0-47,53 0 15,-26 0-15,27 26 16,-54-26-16,1 0 15,-1 0-15,1 0 0,-1 0 32,0 0 233,1 0-171,-1 0-16,1 0 63,-54 0-16,1 0-125,26 27 15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3:4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35 351 6093,'0'0'2448,"-3"0"-1403,-18 2 116,10-1 7044,17 14-6887,1-3-780,-5-10 1469,1-2-1727,30 0 192,-29 0-276,-1 0-65,199-28 621,-5 16-510,120-9-185,-277 20-31,385-11-25,-77 11-26,131-5 64,114-13-75,-211 8 72,-238 10-61,156 19 0,-3 19 79,-254-31-44,418 36-20,3-33 3,-437-9-2,297-8 51,-201 4-53,38-5 45,-48-1-15,166 7 1,-152 6-83,128 4-26,73 2-12,-184-6 12,-27-1 109,117 4-95,559-17-55,-683 6 27,58-4-73,201-5-2,-86 5 130,-133 9 29,636-11 5,23-47 55,-378 39 79,-359 18-26,117 5-195,-85 0 94,10 0 84,171 1-86,-151-3-73,60 0 132,-92-4-90,142-8 132,-132 2-135,66-7 46,109-13-14,-134 16 12,239-7 175,-171 12-88,306-1 86,-155 6-90,-73-10-27,-144 5 18,63-3-132,474-12 422,-580 22-337,233 5 116,-210-3-15,-14-1 74,197 10 1214,-140-7 300,-141-4-1060,39-8-713,-87-9-2939,-18-11 4,-11-14-6387,20 14-1673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3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308 594 11029,'-2'0'465,"1"1"0,-1-1 0,0 1 0,0-1-1,0 0 1,1 0 0,-1 0 0,0 0 0,0 0 0,1 0 0,-1 0 0,0-1-1,0 1 1,0 0 0,-1-2 0,-10-6 3681,11 8-4095,0 1 1,0-1 0,-1 1-1,1 0 1,0 0-1,0 0 1,1 0 0,-1 0-1,0 0 1,0 0 0,0 0-1,1 1 1,-1-1-1,1 1 1,-1-1 0,1 1-1,-1 0 1,1-1 0,0 1-1,0 0 1,-2 4-1,-1 3-31,1 1 1,0 0-1,-3 15 0,0-1 99,-14 61 109,-9 88 0,17-99-229,-12 60-22,23-131 93,0 0-144,-1 6 14,-2 5-259,1-15 171,-2-10 80,-3-15 13,0 0 0,3-1 0,0 0-1,1 0 1,0-29 0,8-140 138,19-86 824,-13 211 497,38-133 0,-42 186-1192,33-94 886,-35 101-983,1 1-1,1-1 1,0 1 0,0 0-1,1 0 1,0 1 0,14-13-1,-20 21-99,1-1 0,-1 1 0,1 0 0,0 0 0,0 0 0,-1 0 0,1 1 0,0-1 0,0 0-1,0 1 1,0-1 0,0 1 0,0 0 0,0 0 0,0 0 0,0 0 0,0 0 0,0 0 0,0 0 0,0 1-1,0-1 1,0 0 0,2 2 0,-2-1-6,1 0 0,-1 0 0,1 0 0,-1 0 1,0 1-1,1-1 0,-1 1 0,0 0 0,0 0 0,0-1 0,0 1 0,-1 0 0,1 1 0,0-1 0,-1 0 0,2 3 0,0 5-10,1 0-1,-2 0 0,0 0 1,0 0-1,0 1 0,-2-1 1,1 1-1,-1-1 0,-1 1 1,-2 14-1,-2 5-424,-2 0 0,-13 39 0,5-25-341,0 3-881,-42 89 0,52-125 1211,-1 0 0,0-1 0,-1 0 0,0 0 0,-1 0 0,0-1 0,-1 0 0,0 0 0,0-1 0,0-1 0,-1 1 0,-1-1 0,-12 6 0,20-12 157,0 0 0,0 0 0,0-1 0,-1 1 0,1-1 0,0 0 0,0 0 0,0 0 0,0 0 0,0 0 0,0-1 0,0 1 0,0-1 0,0 0 0,-3-1 0,0 0-474,0-1-1,1 0 0,-1 1 1,1-2-1,-6-3 1,9 5 30,0 0-1,0-1 1,0 1 0,0-1-1,0 1 1,0-1 0,1 0 0,-3-4-1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3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0 14865,'-6'1'401,"0"0"-1,0 0 1,0 0 0,0 0-1,1 1 1,-1 0-1,0 0 1,1 1-1,-1-1 1,1 1-1,0 1 1,-5 3-1,-3 1-152,3-2-2,0 1 0,1 0 0,0 1 0,0 0-1,0 1 1,-10 13 0,-39 64 484,48-70-626,-37 63 157,4 2 1,3 1-1,4 3 1,4 1-1,3 1 0,4 1 1,-19 134-1,39-181-216,2-1 0,1 1 0,3 0-1,5 46 1,-2-59-140,1 0-1,2 0 1,0-1 0,2 0 0,1 0-1,22 43 1,-24-57-189,1 0 1,0-1-1,1 1 0,0-2 1,0 0-1,22 18 1,-22-22-578,0 0 0,0 0 1,19 8-1,-21-12-385,0 0-1,0 0 1,0-1-1,1 1 1,14 0-1,29-3-7385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1112 8309,'7'-1'694,"0"-1"329,-1 2 4614,-5-3-4062,3-17-95,-1 1 1,-1-1 0,-1-31 0,0-5-158,9-57 513,29-134 1,-11 112-1145,44-162 551,-61 253-1035,-10 36-164,1-1-1,0 1 0,0 0 1,1 0-1,0 0 1,0 0-1,1 0 1,0 1-1,0 0 1,10-13-1,-14 20-39,1-1 0,0 1 0,0-1 0,0 1-1,0-1 1,0 1 0,0-1 0,-1 1 0,1 0 0,0 0 0,0-1-1,0 1 1,0 0 0,0 0 0,0 0 0,0 0 0,0 0 0,0 0-1,0 0 1,0 1 0,0-1 0,0 0 0,0 0 0,0 1 0,0-1-1,0 1 1,0-1 0,0 1 0,-1-1 0,1 1 0,0-1 0,0 1-1,-1 0 1,1 0 0,0-1 0,-1 1 0,2 1 0,25 34 123,-24-32-109,8 15 5,-1 0 0,0 1 0,11 35 0,13 64-56,-33-115 31,65 289-2454,-37-139-888,-22-76-513,-7-53-193,-4 28 1,-1-4-6338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4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17506,'3'-18'2188,"8"7"-496,1 2 588,11 6-1404,0-5-240,8 8-812,1 0-356,0 0-1068,2 3-912,-8 2-3525,3-2-5300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12877,'8'77'4917,"-6"-42"-2805,14 64 1,18 2 570,-33-99-2591,-1 0 1,1 0 0,-1 0 0,1-1 0,0 1 0,0 0-1,0-1 1,0 1 0,0-1 0,0 1 0,0-1-1,0 0 1,1 1 0,-1-1 0,1 0 0,-1 0 0,1 0-1,-1 0 1,1 0 0,-1 0 0,1 0 0,0-1-1,0 1 1,-1 0 0,1-1 0,0 0 0,0 1 0,0-1-1,-1 0 1,1 0 0,0 0 0,0 0 0,0 0-1,0 0 1,0-1 0,-1 1 0,1-1 0,0 1 0,2-2-1,3-1 140,0-1 0,0 1 0,0-1 0,-1-1-1,0 1 1,0-1 0,10-10 0,-5 1-129,-1 0 1,0-1-1,-1-1 1,0 1-1,-1-1 1,-1-1-1,-1 1 1,0-1-1,-1-1 1,-1 1-1,3-33 1,-5 26-1404,-2-49 1,-9 10-4470,1 38 1563,-4 12-1824,-2 4-3893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200 193 6445,'-17'-24'1727,"16"23"-1576,1 0 0,-1 0-1,1 0 1,-1 0 0,1 0 0,-1 0-1,1 0 1,0 0 0,-1 0 0,1 0-1,0-1 1,0 1 0,0 0 0,0 0 0,0 0-1,0 0 1,0-1 0,0 1 0,0 0-1,0 0 1,1 0 0,0-2 0,1-15 4672,-7-4-3139,3 14-677,0-1 1,0 1 0,-1-14 0,3 21-976,-1 0 0,1 0 0,-1 0 0,1 0-1,-1 1 1,0-1 0,1 0 0,-1 0 0,0 1 0,0-1 0,1 0 0,-1 1-1,0-1 1,0 1 0,0-1 0,0 1 0,0-1 0,0 1 0,0 0 0,0-1-1,0 1 1,0 0 0,0 0 0,0 0 0,0 0 0,0 0 0,0 0 0,0 0-1,0 0 1,0 0 0,-2 1 0,-7 5 1,0 0 0,1 1 0,0 0 1,0 1-1,0 0 0,1 0 0,0 1 0,-11 16 0,12-14-20,-1 1-1,1 0 1,-5 14-1,9-20 1,1 0 0,0 0-1,0 0 1,1 0-1,-1 0 1,1 0-1,1 0 1,-1 12 0,1-17-5,0 0 1,1 1 0,-1-1 0,0 1-1,1-1 1,-1 1 0,1-1 0,-1 0-1,1 1 1,0-1 0,-1 0 0,1 1-1,0-1 1,0 0 0,0 0 0,0 0-1,0 0 1,0 0 0,0 0 0,0 0-1,2 1 1,0-1 2,-1 0 0,1 0-1,0 0 1,-1-1 0,1 1 0,0 0 0,0-1-1,0 0 1,-1 0 0,5 0 0,6-1 11,-1-1 0,1 0 0,21-8 0,-28 9-19,40-12-405,0-2 1,0-2-1,80-43 1,-108 49-55,-3 2-92,0 0 0,-1-1 1,19-17-1,-7 9 203,-24 17 1347,1 0-663,31-6 420,-33 7-733,0 0 1,0 0-1,0 0 0,0 0 1,0 0-1,0 0 0,0 0 1,-1 0-1,1 0 0,0 0 1,0 1-1,0-1 0,0 0 1,0 1-1,0-1 0,0 1 1,0-1-1,0 1 0,0 0 1,4 1 60,55 14 521,-42-13-452,31 11 1,-26-7-162,0 0-1,33 4 1,-23-5-697,-25-6 382,0 1-1,0-2 1,0 1-1,0-1 1,10-2-1,-8 1 75,46-11-651,-45 9 1004,0 1-1,0 0 0,1 1 0,20-1 0,22 1 375,-20 1 66,38 3 0,-69-2-514,0 0 1,0 0-1,0 0 1,1-1-1,-1 0 1,0 1-1,0-1 1,0 0-1,0 0 0,0-1 1,0 1-1,0-1 1,-1 1-1,1-1 1,0 0-1,-1 0 1,5-5-1,-5 5 35,1-1-1,-1 1 1,1-1-1,-1 0 0,0 0 1,0 0-1,-1 0 1,1 0-1,0 0 1,-1 0-1,0-1 0,0 1 1,0-1-1,0 1 1,0-5-1,-9-21 2787,7 26-910,3 7-1431,9 17-301,-2 1-1,0 0 0,-1 0 1,-2 1-1,0 0 0,-1 1 1,3 42-1,-7 173-420,-1-236 193,1 122-1740,1-72-1692,-7 76 1,-5-61-3466,3-20-4418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6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235 614 9085,'12'-12'3606,"-23"14"2758,-14 11-1215,11-4-6704,-25 22 1911,15-14-201,2 1 0,-35 35 0,51-46-117,0 0-1,1 0 1,0 0-1,0 1 1,1-1-1,0 1 1,0 0-1,1 0 1,0 1-1,0-1 1,1 1-1,0 0 1,-1 11 0,3-18-25,0 1 0,0-1 1,0 1-1,1-1 1,-1 0-1,1 1 0,0-1 1,-1 0-1,1 0 1,0 1-1,0-1 0,0 0 1,1 0-1,-1 0 1,0 0-1,1 0 1,-1-1-1,1 1 0,0 0 1,-1-1-1,1 1 1,0-1-1,0 1 0,0-1 1,0 0-1,0 0 1,1 0-1,-1 0 0,0 0 1,0-1-1,1 1 1,2 0-1,6 1 20,-1 0-1,1-1 1,0 0 0,-1-1 0,21-1-1,-9-2-20,-1-2 0,0 0 0,0-1-1,0-1 1,0 0 0,22-14 0,-6 2-147,-2-2 0,44-35 0,-51 34-122,-1-3 0,-2 0 0,0-1 0,-2-1 0,-1-2 0,-1 0 0,29-56 0,-30 46-79,-2-1 0,-2-1 1,-2-1-1,-1 0 0,13-84 1,-24 114 367,0 0 0,-1 0 0,0 0 0,-1 0 0,0 0 0,-1 0 0,-1 1-1,0-1 1,0 0 0,-1 0 0,-1 1 0,0 0 0,-7-15 0,10 26-18,1 0 0,-1-1 0,1 1 0,-1 0 0,1 0 0,-1 0 0,1 0 0,-1 0 0,1 0 0,-1 0 0,0 0 0,1 0 0,-1 0 0,1 0 0,-1 0 0,1 0 0,-1 0 0,1 0 0,-1 1 0,1-1 0,-1 0 0,1 0 0,-1 1 0,1-1 0,-1 0 0,1 1 0,0-1 0,-1 0 0,1 1 0,-1-1 0,0 1 0,1 0 19,-3 2 4,0 0 0,1 0 0,-1 0 0,1 0 0,0 1 0,0-1 0,0 1 0,0-1 0,1 1 1,-3 6-1,-9 47 271,6-26-163,-1 7 66,2 1 0,2 0 1,1 1-1,1-1 0,3 1 1,8 59-1,-3-66 187,18 50 0,-9-32-35,-9-30-146,1 0-1,1 0 1,1-1-1,1-1 1,19 31-1,-22-39-282,2-1-1,-1 0 0,1 0 1,0 0-1,1-1 0,0-1 1,1 0-1,0 0 0,0-1 1,19 9-1,-23-13-9,-4-1 5,0 0 0,0 0 0,1-1 0,-1 0 0,1 1 0,-1-1 0,1-1 0,0 1 1,-1 0-1,1-1 0,-1 0 0,1 0 0,0 0 0,0 0 0,-1 0 0,7-2 1,-6 0-110,1 1 1,-1-1 0,1 0-1,-1 0 1,0 0 0,0 0 0,0-1-1,0 0 1,0 0 0,-1 0 0,1 0-1,-1-1 1,0 1 0,4-5 0,7-12-956,-2 2-456,23-25 0,-34 42 1360,2-2 182,21-18 505,-22 20-353,0 1 1,0 0-1,0-1 0,0 1 0,0 0 1,0 1-1,0-1 0,0 0 0,0 0 0,0 1 1,0-1-1,0 1 0,-1 0 0,4 1 0,-3-2 68,48 23 1672,-35-16-1403,0 0 0,16 5 0,131 35 1270,-127-46-1624,-51-17-1091,0 0-1,-1 1 1,0 1-1,-1 1 1,-29-17 0,-41-18-6492,45 28 208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90 7261,'1'-3'672,"0"0"1,0 0 0,0 0 0,0 0-1,-1 0 1,1 0 0,-1 0-1,0 0 1,0 0 0,0 0-1,0-1 1,0 1 0,-1-4 0,-1-18 2349,-17 11-802,12 11 1084,4 4-3268,1 1-1,-1 0 1,1 0 0,-1 0-1,1 0 1,0 0 0,0 0 0,0 1-1,0-1 1,-2 5 0,0 0-15,1 1 1,1 0-1,-1 0 1,2 1-1,-1-1 1,1 0-1,0 0 1,1 1 0,-1-1-1,2 1 1,1 13-1,2 4 80,0-1 1,12 33-1,-2-20-73,-11-30-257,0-1 0,0 1-1,0 0 1,-1 0-1,-1 0 1,1 0-1,0 15 1,-3-21-25,1 0 1,-1 1 0,0-1-1,1 0 1,-1 1-1,0-1 1,0 0 0,-1 0-1,1 0 1,0 0-1,-1 0 1,1 0 0,-1 0-1,0 0 1,0-1-1,1 1 1,-3 1 0,-14 6-6809,-1-6-2704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7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87 7917,'-35'35'2163,"33"-33"-1360,-2 16 1670,3-11 2705,6-15-2054,9-24 1282,-13 28-4169,0 0 1,1-1-1,0 1 1,0 0-1,0 0 0,3-4 1,19-37 1792,-10 17-1233,-12 25-679,-5 3-158,-1 1-35,0 0 0,0-1 0,0 2 0,0-1 0,0 0 0,0 1 0,0-1 0,0 1-1,0 0 1,1 1 0,-1-1 0,1 0 0,0 1 0,0 0 0,0 0 0,0 0 0,0 0-1,1 0 1,-5 7 0,0 1-230,0 0 0,1 1 0,0 0 0,1 0 0,-6 19 0,8-19 83,0 1-1,0 0 1,1 0 0,1 0-1,0 0 1,1 0-1,1 20 1,0-27 128,1 1 0,-1 0 0,1-1 0,0 1 0,0-1 0,1 0 0,0 0 0,0 0 0,0 0 0,1 0 0,0-1 0,0 1 0,0-1 0,1 0 0,-1 0 0,10 6 0,-7-6-154,1-1 0,0 0 0,0 0 0,0-1 0,0 0 0,1 0 0,-1-1 0,1 0 0,-1-1 0,1 0 0,14 0 0,7-1-2723,0-1-1,32-6 1,0-4-6077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400 167 11409,'-5'1'321,"-1"-1"0,1 0 0,0 0 0,-1 0 0,1 0 0,0-1 1,0 0-1,-7-2 0,8 1 703,2 4-236,1-1-762,-1 1-1,0-1 0,0 1 0,1 0 0,-1-1 0,1 1 0,0 0 0,-1 0 0,1 0 0,0 0 1,0 0-1,0 0 0,0 0 0,0 4 0,-3 37-852,4-42 834,0 0 0,0-1-1,0 1 1,0 0-1,0-1 1,0 1 0,0 0-1,0-1 1,1 1-1,-1 0 1,0 0 0,0-1-1,1 1 1,-1-1-1,0 1 1,1 0 0,-1-1-1,0 1 1,1-1-1,-1 1 1,1 0 0,-1-1-1,1 0 1,-1 1-1,1-1 1,0 1 0,1-1 22,-1 1-1,0-1 1,1 0 0,-1 0 0,0 0 0,0-1 0,1 1 0,-1 0 0,0 0 0,1-1 0,-1 1 0,0-1 0,0 1-1,1-1 1,-1 0 0,0 1 0,1-2 0,21-13 824,40-36-1,-48 39-495,81-81 2336,-91 85-1840,1 0 1,-1 0 0,-1 0 0,0-1 0,7-16-1,-8 17-322,-2 5 180,-2 7-133,-23 75 235,-62 137 1,16-50-445,-83 299 228,89-257-525,62-202-77,-27 86-545,-78 171 0,102-254 258,2-4-76,1 0 1,-1 0-1,1 0 0,0 1 1,0-1-1,-1 7 1,-9-28-5515,2-16-874,6-10-4374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8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73 9661,'-8'14'397,"6"-10"-172,-1 0-1,1 0 1,-1 0-1,0 0 1,-6 6-1,7-9-92,0 1-1,0-1 1,0-1 0,0 1-1,0 0 1,0 0-1,0-1 1,0 1 0,-3-1-1,-2 2 3335,5-1-2445,1 0-857,0-1 1,0 0-1,0 1 0,0-1 1,1 1-1,-1-1 1,0 1-1,0-1 1,1 1-1,-1-1 1,1 1-1,-1 0 1,0 0-1,1-1 1,-1 1-1,1 0 1,-1 0-1,1-1 1,0 1-1,-1 0 1,1 0-1,0 0 1,0 0-1,-1 0 0,1-1 1,0 1-1,0 0 1,0 0-1,0 0 1,0 0-1,0 0 1,1 1-1,0 3 60,1-1 0,0 0 0,0-1 0,0 1 0,0 0 1,5 5-1,48 50 166,4 11-2681,-58-68 1811,3-3-10,5-3 310,0-1 0,0 0-1,0 0 1,-1-1 0,0 0 0,0 0 0,10-11 0,51-62-551,-23 25 1188,-27 35 307,1 1-1,30-22 1,-44 36-600,-4 3 84,4 10 131,-5-7-352,0 0-1,0 0 0,-1 1 1,1-1-1,-1 0 1,1 1-1,-1-1 1,0 0-1,0 1 0,0-1 1,0 0-1,0 1 1,0-1-1,-1 0 1,0 4-1,-14 43 66,9-29-62,-2 4-40,3-7 38,0 0-1,0 0 1,2 0 0,0 1-1,-1 34 1,4-50-35,0 1 1,1-1-1,-1 1 1,1-1-1,-1 1 1,1-1-1,0 1 1,0-1-1,0 0 1,0 0-1,1 1 0,-1-1 1,0 0-1,1 0 1,-1 0-1,1 0 1,0 0-1,0-1 1,0 1-1,0-1 1,0 1-1,0-1 1,0 1-1,4 0 1,0 1 4,1-1 1,-1 0 0,1-1-1,-1 0 1,1 0 0,0 0-1,9-1 1,-1-1-19,-1-1 1,1 0-1,-1-1 1,1-1-1,-1 0 1,14-7-1,-9 4 0,16-7-38,-2-1 1,1-1-1,56-39 0,83-76-363,-163 123 393,42-41 9,-51 48 19,-5 1-36,1 0 37,0 0 0,0-1 1,-1 2-1,1-1 0,0 0 0,0 1 1,-1-1-1,1 1 0,0 0 0,0 0 1,0 0-1,0 1 0,0-1 0,0 1 1,1 0-1,-1-1 0,0 1 1,1 0-1,-3 3 0,-6 8 14,1 1 0,0 0 0,1 1 0,1 0-1,-9 21 1,16-33 29,0 0-1,1-1 1,0 1-1,-1 0 1,1 0-1,0-1 0,0 1 1,1 4-1,0-1 14,-1-3 213,5-3-185,1 0 0,0 0 0,-1 0 1,1-1-1,-1 0 0,1 0 0,-1 0 1,1-1-1,-1 0 0,0 0 0,0 0 0,0-1 1,0 1-1,5-5 0,9-6-28,-1-1-1,20-21 1,-3 3 32,15-10-837,-48 41 508,-1 1-614,0 0 867,0-1 0,0 1 0,0 0 1,0 0-1,-1 0 0,1-1 0,0 1 0,0-1 0,0 1 1,0 0-1,-1-1 0,1 0 0,0 1 0,0-2 0,0 2 14,1-1 0,-1 0 0,0 0 0,0 0 0,0 0 0,1 1 0,-1-1 0,0 1 0,1-1 0,-1 1 0,3-1 0,113-26 773,-114 26-799,37 1-690,-36 0 289,-2 0-78,75-4-1316,-47 1 2168,-1 2 1,42 3-1,0 3 184,28 5-51,-70-5-301,-20-4-134,1 0-1,0 1 0,13 5 0,-20-6-126,0-2-478,30-7 368,-30 7 383,-1 0 0,0 0 0,1 0 0,-1-1 0,0 1 0,0-1 1,0 0-1,0 0 0,-1 1 0,1-1 0,0 0 0,-1 0 0,1-1 0,-1 1 0,2-3 0,-2 3-183,6-10 380,-6 10-102,1 4-32,28 38 355,-25-32-966,0 0 0,1 0 1,0-1-1,9 10 1,-12-15-1287,19-7-10095,8-10 1752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8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0 12385,'-12'20'9859,"-3"18"-7197,-10 48-1526,-83 352 3493,79-314-3826,-117 717-1932,118-587-2041,18-84-2969,10-107-703,8-9-4368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9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 12213,'-6'-1'72,"-9"-2"956,0 0 0,-24 0 0,34 3-764,1 0-1,0 1 0,-1-1 0,1 1 1,0 0-1,0 0 0,0 0 0,0 0 0,0 1 1,0 0-1,0 0 0,0 0 0,1 0 1,-6 4-1,-49 43 1709,55-47-1758,0 0 0,0 0 0,1-1 0,-1 1 0,0-1 0,0 0 0,-1 0 0,1 0 0,0 0 0,0-1 0,-4 1 0,-4 1 745,11-2-889,-1 0 0,1 0 0,-1 0 0,1 1 0,0-1 0,-1 0 0,1 0 1,-1 0-1,1 1 0,0-1 0,-1 0 0,1 0 0,-1 1 0,1-1 0,0 0 0,0 1 0,-1-1 0,1 0 0,0 1 0,-1-1 1,1 0-1,0 1 0,0-1 0,0 1 0,-1-1 0,1 1 0,0-1 0,0 0 0,0 1 0,0-1 0,0 1 0,0 0 0,7 16 1249,27 20-224,-25-28-723,2 5-129,0 0 0,0 0 0,-2 1 0,0 0 0,-1 0 0,0 1 0,-1 1 0,-1-1 0,7 31 0,-11-38-495,0 0 0,-1-1 0,0 1 1,0 0-1,-1 0 0,-1 0 0,0 0 0,0 0 0,0 0 1,-1 0-1,0 0 0,-1-1 0,0 1 0,0-1 0,-1 0 1,0 0-1,-1 0 0,0 0 0,0-1 0,-10 12 0,-1-5-2692,0-1-1,-1 0 1,-25 13-1,1-2-9349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9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16602,'4'18'7637,"0"5"-3623,-2 6-3291,-1 1 0,-4 47 1,-58 289 563,-3 36-230,57-322-1107,-24 221-665,12-150-782,18-128 927,0 1 0,2 0-1,0 0 1,6 27 0,-7-51 430,0 1 0,0 0 0,0-1 0,0 1-1,0 0 1,0-1 0,1 1 0,-1 0 0,0-1 0,0 1 0,1 0 0,-1-1 0,0 1 0,1-1 0,-1 1 0,1-1 0,-1 1-1,0-1 1,1 1 0,-1-1 0,1 1 0,0-1 0,-1 0 0,1 1 0,0-1 0,0 0 55,-1 0-1,1 0 1,0 0 0,0 0-1,-1 0 1,1-1 0,0 1-1,-1 0 1,1-1 0,0 1-1,-1 0 1,1-1 0,-1 1 0,1-1-1,-1 1 1,1-1 0,-1 1-1,2-2 1,1-2-214,0 0 0,0 0-1,-1 0 1,1-1 0,2-5 0,-1-8-964,0-1 0,-1 0 0,0 1 1,-2-1-1,-1-25 0,1 21-934,-1-45-5641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0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32 10873,'-3'2'1703,"5"-4"51,19-17 3056,-14 11-2975,-5 6-170,1 2-254,0-1-1221,0 1 0,-1-1 0,1 1 0,0 0 0,0 0-1,0 0 1,-1 0 0,1 0 0,0 1 0,0-1 0,-1 1 0,1 0 0,0 0 0,-1 0 0,1 0 0,0 0 0,-1 1 0,0-1 0,1 1 0,-1 0 0,0-1-1,0 1 1,3 4 0,-3-3-130,0 0-1,-1 0 0,1 1 1,-1-1-1,0 1 1,0-1-1,-1 1 0,1-1 1,-1 1-1,1-1 0,-1 1 1,0 0-1,-1-1 1,1 1-1,-1-1 0,1 1 1,-1-1-1,0 1 0,-2 4 1,-3 8-204,-1-1 1,0 0-1,-2 0 0,1-1 1,-16 19-1,-18 18-3722,-2-8-6385,31-32-1583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0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10085,'1'13'2414,"3"-16"622,-3 2-2651,-1 1 0,1-1 0,0 0 1,0 0-1,-1 1 0,1-1 1,0 0-1,0 1 0,0-1 0,0 0 1,0 1-1,0 0 0,0-1 0,0 1 1,0-1-1,0 1 0,0 0 0,2 0 1,0 0-301,0 0 1,0 0 0,1 1 0,-1-1-1,0 1 1,0 0 0,0 0 0,0 0-1,0 0 1,0 1 0,-1-1 0,1 1-1,0 0 1,-1 0 0,1 0-1,-1 0 1,0 0 0,1 0 0,-1 0-1,0 1 1,2 4 0,4 5 126,-2 1 0,0 0-1,8 24 1,-10-25 14,0 0-1,1-1 0,1 0 1,8 16-1,-8-20-19,-1-1 1,1 1-1,0-1 0,0 0 0,1 0 0,0-1 1,0 0-1,0 0 0,13 6 0,-17-10-143,1 1-1,0-1 0,0 0 1,0 0-1,0 0 0,0 0 1,0-1-1,0 1 1,0-1-1,0 0 0,0-1 1,0 1-1,0-1 1,0 1-1,0-1 0,0 0 1,0-1-1,-1 1 1,1-1-1,0 1 0,-1-1 1,6-4-1,-7 5-64,0-1-1,-1 1 0,1-1 1,-1 1-1,0-1 1,1 1-1,-1-1 0,0 0 1,0 1-1,0-1 1,0 0-1,0 0 0,-1 0 1,1 0-1,0 0 1,-1 0-1,0 0 0,1 0 1,-1 0-1,0 0 1,0 0-1,0 0 0,0 0 1,0 0-1,-1 0 1,1 0-1,-1 0 0,1 0 1,-1 0-1,0 0 1,0 0-1,0 0 0,-2-3 1,-3-6-387,-1 0-1,0 0 1,-1 1 0,-10-10 0,7 8-289,-1 2 0,0-1 0,-1 1 1,0 1-1,-14-8 0,-24-10-2763,1 2-3347,43 22 5476,-22-11-8274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0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 8825,'9'-19'2493,"-5"18"819,12 11-1862,-11-4 7005,-8 11-7726,2-1 1,-1 0-1,3 25 0,-1-31-642,1 1 0,1-1-1,-1 0 1,2 0 0,-1 0 0,8 16-1,-10-24-76,1-1 0,0 0 0,0 1 0,-1-1 0,1 0-1,0 0 1,0 0 0,0 0 0,1 0 0,-1 0 0,0 0-1,0 0 1,0 0 0,1 0 0,-1-1 0,0 1 0,1 0 0,-1-1-1,1 1 1,2 0 0,-1-1 2,0 0 0,0 0 0,0 0 0,0 0 0,-1-1 0,1 1 0,0-1-1,0 0 1,5-2 0,3-1 16,-1-2 0,0 1 0,-1-1 0,12-10 0,152-124 312,-122 100-404,-26 19-261,1 1 0,1 2-1,0 0 1,42-19-1,-65 35-265,-1 1-1,1-1 1,-1-1-1,1 1 1,-1 0-1,0-1 0,1 0 1,3-4-1,-4 4-627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12341,'7'23'1455,"-7"-23"-1367,0 1 0,0-1 0,0 0 0,0 1 0,0-1 0,0 1 0,0-1 0,0 0 0,1 1 0,-1-1 0,0 0 0,0 1 0,0-1 0,1 0 0,-1 1 0,0-1 0,0 0 0,1 1 0,-1-1 0,0 0 0,1 0 0,-1 1 0,0-1 0,1 0 0,-1 0 0,1 0 0,-1 1 0,0-1 0,1 0 0,-1 0 0,1 0 0,-1 0 0,0 0 0,1 0 0,-1 0 0,1 0 0,-1 0 0,0 0 0,1 0 0,-1 0 0,1 0 0,-1 0 0,0 0 0,1-1 0,0 1 0,-10 6 997,7-5-924,0 0 0,0 1-1,1-1 1,-1 0-1,1 0 1,-1 1 0,1-1-1,-1 1 1,1-1-1,0 1 1,0 0 0,0-1-1,0 1 1,0 0-1,0 0 1,0 0 0,0 0-1,1 0 1,-1 0-1,1 0 1,-1 3 0,-2 51 1449,2 0 0,8 63 0,-2-28-849,8 232-140,-11-302-1191,9 38 0,1 7-1900,-12-18-2650,-4-23-1314,-7-13-4093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13121,'3'-4'459,"0"-1"1,1 1-1,-1 0 0,1 0 0,0 0 1,0 0-1,1 1 0,-1-1 0,1 1 1,-1 0-1,1 1 0,0-1 0,0 1 1,0 0-1,1 0 0,-1 0 0,0 1 1,1 0-1,-1 0 0,8 0 0,24 2 499,-1 2 0,0 1-1,-1 2 1,1 2 0,52 18-1,-82-24-900,-1 0-1,1 1 1,-1-1 0,0 1-1,0 0 1,0 1-1,0-1 1,7 8 0,-10-9-181,0 1 1,1 0 0,-1 0 0,0 0 0,-1 0-1,1 0 1,0 1 0,-1-1 0,0 0-1,0 1 1,0-1 0,0 1 0,0 0 0,-1-1-1,1 8 1,-2-3-513,-1 1 0,1-1 0,-1 0 0,-1 1 0,0-1 0,0 0 0,0 0 0,-6 8 0,2-2-37,-48 78-2440,19-28 6678,20-38-2413,14-23-1090,1 1 0,0-1 0,1 0 0,-1 1 0,1-1 0,-1 0 0,1 1 0,0-1 0,0 1 0,0-1 0,1 0 0,-1 1 0,1-1-1,1 5 1,-2-8-101,1 0-1,-1 1 0,0-1 0,0 0 0,0 0 0,0 1 1,0-1-1,0 0 0,0 1 0,0-1 0,0 0 0,0 1 0,0-1 1,0 0-1,0 0 0,0 1 0,0-1 0,0 0 0,0 0 1,0 1-1,-1-1 0,1 0 0,0 1 0,0-1 0,0 0 0,0 0 1,-1 0-1,1 1 0,0-1 0,0 0 0,0 0 0,-1 0 1,1 1-1,0-1 0,0 0 0,-1 0 0,1 0 0,0 0 0,0 0 1,-1 0-1,1 1 0,0-1 0,-1 0 0,1 0 0,0 0 1,0 0-1,-1 0 0,1 0 0,-24-3-2958,-9-1-3331,-8 4-2593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1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1 21866,'52'138'2876,"-21"-69"-279,-2-6-385,0 9-384,-12 8-440,-8 7-1388,-9 11 0,-9 11 0,-14 6 0,-12 8 0,-5-8 0,-6 3 0,-8-5-2052,-10-19-1208,-10 10-333,-4-1-3427,-8-13-6838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2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16810,'12'-2'986,"0"0"1,0-2-1,0 0 1,0 0 0,20-11-1,-29 14-508,1-1 0,0 1-1,0-1 1,0 1 0,0 1-1,0-1 1,0 0-1,0 1 1,0 0 0,8 0-1,11 0 825,3-4 56,1-1-704,0 2 0,43 1-1,-67 2-1665,-25 14-4074,-29 15 160,11-13-1383,-11 0-5978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19058,'121'-61'2800,"-63"53"-160,-4-4-396,-2 1-479,0 5-349,-3 3-308,-6 3-300,-3 0-464,-25 0-792,16 0-1088,1 3-648,-29 14 135,2-2-5547,-16 11-7790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2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9165,'0'0'78,"0"0"1,0 0-1,1 0 1,-1 0-1,0-1 1,0 1-1,0 0 1,0 0 0,1 0-1,-1 0 1,0 0-1,0 0 1,0 0-1,0-1 1,0 1-1,1 0 1,-1 0-1,0 0 1,0 0-1,0 0 1,0-1-1,0 1 1,0 0-1,0 0 1,0 0-1,0 0 1,0-1-1,0 1 1,0 0-1,0 0 1,0-5 5666,4 4-3929,113-22 4353,66 2-1436,-113 14-3189,332-32-383,-386 38-1161,-99 14-9171,29-4 1417,0-2-5104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2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4404,'-32'37'-200,"15"-34"-1020,2 3 336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14013,'1'-2'376,"-1"-1"-1,1 1 1,-1 0 0,1 0-1,0-1 1,-1 1-1,1 0 1,1 0-1,-1 0 1,0 0 0,0 0-1,1 0 1,-1 0-1,3-2 1,0 1 55,-1 1-1,1 0 1,0 0-1,0 0 1,0 0-1,0 1 1,5-2-1,43-12 1735,93-14-1,54 7 2688,-130 16-4357,32-2-495,98-13 0,-191 19-322,35 1-2401,-58-1-2672,-17-11-1007,25 10 3888,-23-14-9913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77 398 11861,'0'-1'84,"0"1"0,0 0 0,1 0 0,-1-1 0,0 1-1,0 0 1,0 0 0,0-1 0,0 1 0,0 0 0,0 0 0,0-1 0,0 1 0,0 0-1,0-1 1,0 1 0,0 0 0,0 0 0,0-1 0,0 1 0,0 0 0,-1 0 0,1-1-1,0 1 1,0 0 0,0 0 0,0-1 0,0 1 0,-1 0 0,1 0 0,0 0 0,0-1-1,0 1 1,-1 0 0,1 0 0,0 0 0,0 0 0,-1 0 0,1-1 0,0 1 0,0 0-1,-1 0 1,1 0 0,0 0 0,0 0 0,-1 0 0,1 0 0,0 0 0,0 0 0,-1 0-1,1 0 1,0 0 0,-1 0 0,1 0 0,0 0 0,0 0 0,-1 0 0,1 1 0,-21 7 3238,15-5-3137,6-3-121,-1 1 0,1-1 0,-1 1 1,1-1-1,-1 1 0,1-1 0,0 1 0,-1-1 0,1 1 0,0 0 1,-1-1-1,1 1 0,0 0 0,0-1 0,0 1 0,0 0 1,0-1-1,0 1 0,0 0 0,0 0 0,0 0 0,-1 3 170,-2 23 645,0 31 1,-2 19 199,4-68-981,-10 68 744,4-1 0,3 79 0,7-96-558,-1 1 77,13 81 0,-9-87-356,-6-51-176,2-7-884,1-7 819,0-1-1,0 0 1,-1 0-1,-1 0 1,0 0-1,0-1 1,-1 1-1,-1 0 0,0 0 1,-5-21-1,-10-88-794,-3-168 0,19 214 1586,4-1 0,3 0 1,4 1-1,2 0 0,28-84 0,-32 133 451,23-44 0,-32 69-987,0 0 0,1 0 0,-1 0 0,1 1 1,-1-1-1,1 0 0,-1 0 0,1 0 0,0 0 1,-1 1-1,1-1 0,0 0 0,0 1 0,-1-1 1,1 0-1,0 1 0,1-1 0,-1 1-6,-1 0-1,0 0 1,1 0-1,-1 0 1,1 0-1,-1 1 1,0-1-1,1 0 1,-1 0 0,0 0-1,1 1 1,-1-1-1,0 0 1,1 0-1,-1 1 1,0-1-1,0 0 1,1 1-1,-1-1 1,0 0 0,0 1-1,1-1 1,-1 0-1,0 1 1,0-1-1,0 1 1,0-1-1,0 1 1,2 4 21,-1 1 1,0-1-1,0 1 0,-1 0 1,1-1-1,-2 8 1,0 8-74,0 10-619,-2 0 0,0-1 0,-10 36 0,-2-23-2226,-23 47-1,8-20-3835,8-9-3975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3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0 12277,'-2'1'515,"-1"0"-1,1 0 1,0-1 0,-1 1-1,1-1 1,-1 1-1,1-1 1,-1 0 0,1 0-1,-1 0 1,1 0 0,-1 0-1,-2-1 1,-19 0 2762,11 5-2914,1 1-1,0 0 1,0 1 0,0 0 0,0 0-1,1 1 1,0 1 0,0 0 0,1 1-1,0 0 1,-14 16 0,-3 8-3,1 1 0,-28 48 0,4 7 369,-41 101 0,69-136-562,2 1 0,3 1 0,2 1-1,2 0 1,3 1 0,3 0 0,-1 112 0,9-149-217,0-1 0,2 1 0,0-1 0,1 0 0,1 0 0,1 0 0,15 33 0,-16-43-164,0-1 1,0 1-1,1-1 0,0-1 1,0 1-1,1-1 0,0 0 0,1 0 1,0-1-1,0 0 0,1-1 0,-1 0 1,1 0-1,1 0 0,-1-1 1,14 5-1,-10-7-628,-1 1 0,1-2 0,0 0 1,23 1-1,-9-3-3640,35-4 1,3-6-6315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1 877 12073,'11'11'8276,"1"-37"-6192,0-17-709,9-76 0,-8 40-496,13-37 207,5 1 0,50-119 0,-16 80 159,-64 154-1231,0-1 0,0 1 0,0 0 0,0 0-1,-1 0 1,1 0 0,0 0 0,0 0 0,0 0 0,0 0 0,0 0 0,0 0 0,-1 0 0,1 1 0,0-1 0,0 0 0,0 1 0,0-1 0,1 1 0,-2 0 10,3 0-8,-1 0 1,0 0-1,0 1 1,0-1-1,0 1 1,0-1-1,-1 1 1,1 0-1,0 0 1,-1 0-1,1 0 1,-1 0-1,0 0 1,0 0-1,0 1 1,1 1-1,11 45 16,-10-33-38,22 139-716,-10-44-878,-11-86 933,24 158-4256,-22-62-4936,-9-70-560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3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15381,'41'-6'2173,"-27"-11"-349,-3 2-408,10 7-280,-1 2-276,11 6-660,4 0-344,-4 0-968,4 0-1380,-6 6-3233,-3 2-4808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4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10385,'-11'15'893,"0"0"1,1 1-1,1 1 1,0 0-1,1 0 1,1 0-1,0 1 1,2 0-1,-5 24 1,-1 25 1818,-4 83 0,13-125-2346,-58 490 5314,-3 56-3930,47-393-2563,-2 58-4065,10-182-1419,4-31-852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4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16 11825,'-54'8'4341,"51"-7"-3253,-1-2-616,-38-2 622,25 3-259,-1-2 0,-31-6 0,35 5-54,0 0 0,0 1 0,0 0 0,-1 2 0,-24 0 0,11 1 843,29 3-1036,0 2-429,0-1-1,1 1 1,-1-1 0,2 1-1,-1-1 1,0 1-1,1-1 1,0 0-1,7 9 1,5 4 324,22 21 0,-24-27-281,0 1 0,-2 1 0,17 22 1,-24-29-220,0 1 0,-1-1 1,1 1-1,-2 0 1,1 0-1,-1 0 1,0 0-1,-1 0 0,0 0 1,0 0-1,-1 0 1,0 1-1,0-1 0,-1 0 1,-3 16-1,1-13-524,0-1 0,-1 1-1,0-1 1,-1 0-1,0-1 1,-1 1 0,0-1-1,0 0 1,-1-1-1,0 1 1,-13 11 0,-15 9-7340,-2 0-6076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4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13637,'-31'20'10917,"34"0"-8453,2 25-1301,-1 0 0,-5 81 1,-20 94-159,8-112-553,2 235 241,30-1-1053,-17-265 79,-2-46-229,6 47 0,4-96-268,4-15-344,-2-1 0,13-59 0,4-78-1592,-15 85 1123,16-164-3151,-20 159 2929,-7 59 1062,-2 0-1,-4-53 1,-2 58 1900,1 24-204,1 12-513,3-4-448,0 0 1,0 1-1,1-1 0,0 0 1,0 1-1,0-1 1,0 0-1,1 0 0,0 0 1,0 0-1,0 0 1,1 0-1,-1-1 0,7 9 1,-7-12-259,-1 1 0,1 0-1,0 0 1,0-1 0,0 1 0,0-1 0,1 0 0,-1 1 0,4 0-1,9 6-5010,-3-1 265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5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9265,'-2'1'1804,"-12"9"-70,10-7-1088,-1 0 0,1 0 0,-1 1 0,-6 7 0,9-9-457,1 0 0,0-1 1,-1 1-1,1 0 0,0 0 0,0 1 1,1-1-1,-1 0 0,0 0 0,1 0 1,-1 0-1,1 1 0,0-1 0,-1 0 0,1 1 1,0-1-1,1 3 0,0 8 89,0-5 247,0 0-1,0 0 1,0-1 0,1 1-1,4 11 1,-5-16-367,1 0 0,0-1 0,-1 1 0,1 0 0,0-1 0,0 0 0,0 1 0,0-1 0,1 0 0,-1 0 0,1 0 0,-1 0 0,1-1 0,0 1 0,-1-1 0,1 1 0,0-1 0,0 0 0,3 0 0,-3 0-104,8 3 278,-1-2 0,0 1-1,1-2 1,0 1 0,15-1 0,91 2 1309,-114-3-1465,-4-4-2395,0 1 1915,0-1 1,-1 1-1,1 0 1,-1 0-1,0-1 1,0 1-1,0 0 1,0 0-1,0 1 0,-1-1 1,-2-2-1,-36-24-5610,21 17 1590,-14-11-6479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1 215 10821,'0'0'9022,"2"1"-7692,11 5-153,-1 1 0,0-1-1,0 2 1,20 16-1,41 49 584,-71-71-1748,6 6-364,-8-7 329,0-1-1,0 1 1,0-1 0,1 1 0,-1-1 0,0 1 0,1 0 0,-1-1 0,0 0 0,1 1 0,-1-1 0,1 1 0,-1-1 0,1 1-1,-1-1 1,1 0 0,-1 1 0,1-1 0,-1 0 0,1 0 0,-1 1 0,1-1 0,0 0 0,-1 0 0,1 0 0,1 1 0,0-2 4,2-1-9,0 0 0,0 0 1,0 0-1,0 0 0,0-1 0,0 1 0,0-1 0,-1 0 0,1 0 1,-1 0-1,5-7 0,49-78-159,-42 63-129,0 0 1,2 1-1,0 1 0,2 1 1,34-33-1,-34 38-4002,24-27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14181,'-8'4'6,"5"-3"338,-1 1-1,1-1 0,0 1 0,0 0 1,-1 0-1,1 1 0,1-1 1,-1 1-1,0-1 0,1 1 0,-1 0 1,1 0-1,0 0 0,0 0 1,0 0-1,-2 5 0,-8 27 444,1 0 1,1 0-1,-8 71 0,7 112 301,12-184-1095,2 0 1,7 38-1,9 15-3386,-18-83 820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6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14601,'0'0'2108,"4"-2"29,4 0-1433,0-1 1,1 2-1,-1-1 1,1 1-1,-1 0 1,1 1-1,10 1 1,67 10 1203,-32-3-1189,-4-3-181,-22-4-540,0 2 0,-1 2 0,52 14 0,-76-18-193,0 1-1,0-1 1,-1 1 0,1 0-1,0 0 1,-1 0 0,3 3-1,-3-3-712,-3 0-35,-26 52-921,19-37 2964,5-10-763,1 1 0,0 0 0,0 0-1,1 0 1,0 0 0,0 0 0,1 0-1,0 0 1,0 0 0,1 0-1,2 10 1,0 26 385,-3-30-870,0 0 1,-1 0 0,0 0-1,-1 0 1,-1-1-1,-7 26 1,8-35-269,0 1 0,0-1 1,-1 0-1,1 0 0,-1 0 1,0 0-1,0 0 0,-5 5 1,4-6-590,0 0 1,0 0 0,0 0-1,0-1 1,0 1 0,-1-1 0,1 0-1,-9 3 1,-22 0-10424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6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 17578,'-2'17'1450,"1"-10"-808,0 1 0,0 0 0,1 0 0,0 0 0,0 0 0,3 10 0,22 104 2745,5 23-1262,14 162 0,-38-187-1624,-6 0 1,-16 142 0,-5-111-508,-51 192 0,55-277-360,1 2-1232,-3-1 0,-2-1 0,-32 64 0,30-82-706,-18 34-6291,10-36-3416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6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161 409 14285,'-26'-5'1966,"21"4"3240,3 4-4484,-7 14-420,1 1 0,1-1 0,1 1 0,-5 21 0,-13 82 354,8-36-265,2-26 6,4-21 185,2 1-1,2-1 1,-3 51 0,9-82-466,1 0 1,-1 1-1,4 13 1,-3-20-102,-1 1 1,0-1-1,0 0 1,1 1-1,-1-1 1,1 0-1,-1 0 1,1 1-1,0-1 1,-1 0-1,1 0 1,0 0-1,0 0 1,0 0-1,0 0 1,0 0-1,0 0 1,0 0-1,0 0 1,0-1-1,0 1 1,0 0-1,0-1 1,1 1-1,-1-1 1,0 1-1,1-1 1,1 1-1,-2-2-27,1 1-1,-1-1 0,1 1 1,-1-1-1,1 0 0,-1 0 1,0 0-1,1 0 0,-1 0 1,0 0-1,0 0 1,0 0-1,0 0 0,0 0 1,0-1-1,0 1 0,0 0 1,0-1-1,-1 1 0,2-3 1,14-35-572,-13 31 437,3-9-207,0-2-1,-2 1 1,0 0 0,-1-1-1,-1 0 1,0-24 0,-12-114-1587,4 90 1202,1-104-371,6 145 1263,2 1 0,0-1 0,2 1-1,13-41 1,-4 26 620,21-42 0,-28 68-319,1 0-1,1 0 1,0 1-1,0 1 1,2-1-1,13-12 1,-21 22-361,3-2 206,0-1 0,0 1 1,1 0-1,11-6 0,-17 10-270,0 1-1,0-1 0,0 0 0,0 1 1,0 0-1,0-1 0,0 1 0,0 0 1,0-1-1,0 1 0,0 0 0,0 0 1,0 0-1,0 0 0,0 0 0,0 0 0,0 0 1,0 0-1,0 1 0,0-1 0,0 0 1,0 1-1,0-1 0,0 0 0,0 1 1,0-1-1,0 1 0,0 0 0,0-1 0,0 1 1,0 0-1,-1-1 0,1 1 0,0 0 1,-1 0-1,1 0 0,0 0 0,-1 0 1,1 0-1,-1 0 0,0 0 0,1 0 1,-1 0-1,0 0 0,1 0 0,-1 0 0,0 1 1,1 6 20,-1 0 1,1 0 0,-2 0 0,1 0-1,-1 0 1,0 0 0,-1-1-1,-3 11 1,-7 17-659,-2 0 0,-1-1 0,-1-1-1,-2 0 1,-33 45 0,38-62-1040,0 0-1,-2-1 1,-24 21-1,2-2-4770,11-6-3909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23 14217,'-1'-2'224,"0"0"0,-1 1 0,1-1 0,-1 1-1,1-1 1,-1 1 0,0-1 0,0 1 0,1 0-1,-1 0 1,0 0 0,0 0 0,0 0 0,0 0-1,-1 1 1,1-1 0,0 1 0,0-1 0,0 1 0,0 0-1,-1 0 1,1 0 0,0 0 0,0 0 0,0 0-1,-3 1 1,-3 0 150,-1 1 0,0 0-1,1 0 1,-1 1 0,-8 4 0,4-1-122,1 2 0,-1-1 0,1 2 0,1 0 0,-1 0 0,-9 11 0,-58 70 1087,78-89-1323,-41 55 385,2 2-1,3 2 0,2 1 0,3 1 0,2 2 0,4 1 1,2 1-1,3 1 0,3 1 0,4 1 0,2 0 1,-5 120-1,17-127-426,4 1 0,2-1 0,2-1 0,3 1 0,3-2 0,25 69 0,-33-112-247,0-2 0,1 1 1,1-1-1,0 0 0,1 0 1,1-1-1,0 0 0,1-1 1,0 0-1,17 14 0,-15-16-661,1-1-1,0 0 0,1-1 0,0-1 0,0 0 0,21 7 0,-27-12-426,0 0-1,0-1 0,0 0 0,12 1 1,36-6-9946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 8501,'-8'-3'13249,"11"20"-11041,0-1-1003,3 30 1,-1 2-324,8 52 267,-7-45-750,13 56 1,-15-95-248,1-1 1,0 0 0,0 0-1,2 0 1,0-1-1,0 0 1,2 0 0,11 15-1,-19-27-125,0-1 1,1 1-1,-1-1 0,0 1 0,1-1 1,-1 0-1,1 0 0,-1 1 0,1-1 1,0 0-1,0 0 0,-1-1 0,1 1 1,0 0-1,0-1 0,0 1 0,0-1 1,0 1-1,0-1 0,0 0 0,0 0 1,0 0-1,0 0 0,0 0 0,0 0 1,0-1-1,0 1 0,0 0 0,3-2 1,0-1 4,0 0 1,-1 1-1,1-2 1,-1 1-1,1 0 1,-1-1-1,0 0 1,-1 0-1,5-6 1,2-3 23,0-1 1,-2-1 0,0 0-1,9-21 1,18-65-233,-32 92 116,8-31-2002,12-76 1,-23 113 1773,1 0 1,-1 0 0,0 0 0,0 0 0,0 0 0,0 0 0,-1 0 0,1 0 0,-1 0 0,0 0 0,-2-4 0,-14-17-9592,6 13-1452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23 13265,'-6'-19'2288,"5"15"204,4 13-1123,1 5 2476,-7-14-3800,-42 3-294,30-1 145,0-1 0,-24-1 0,35-1 113,0 2 61,-24 1 200,25-2-152,-14 18 835,16-14-792,1 0-1,0 0 1,0 0 0,1 0 0,-1 0 0,1 0-1,0 0 1,0 0 0,0 0 0,1 0-1,2 4 1,1 7 252,2 5-135,0 0 0,2 0 0,0 0 0,21 32 0,-24-43-443,1 0 0,0-1 1,0 0-1,0 0 0,1-1 0,0 0 0,1 0 0,-1-1 1,1 0-1,1 0 0,13 6 0,-17-10-200,0 0-1,-1 0 1,1 0-1,0-1 1,0 0-1,1 0 1,-1 0-1,0-1 1,0 0-1,0 0 1,0-1-1,1 1 1,-1-1-1,0-1 1,6-1-1,-1-2-186,-1 0 0,-1 0-1,1-1 1,-1 0 0,0 0-1,0-1 1,12-12 0,32-28-471,-34 32 1963,-1 0 0,-1-2 0,0 0 0,26-36 0,-18 4 8037,-27 49-8935,-1 0 0,0 0 0,0 0 0,0 0 0,0 0 1,0 0-1,0 1 0,1-1 0,-1 1 0,0 0 1,0 0-1,1 0 0,-1 0 0,0 1 0,1-1 0,-1 1 1,1 0-1,0-1 0,-4 4 0,-10 7-401,15-10 275,0 1 0,0-1 0,0 1 0,0 0 0,1-1 0,-1 1 0,1-1 0,0 1 0,-1 0 1,1 2-1,0-3-13,1-2 75,0 1 0,-1-1 1,1 1-1,0-1 0,0 1 0,-1-1 0,1 1 0,0-1 0,0 0 0,0 1 1,0-1-1,0 0 0,-1 0 0,1 0 0,0 0 0,0 0 0,2 0 1,-3 0-6,7 1 24,0 0 1,0-1 0,0 0-1,1-1 1,-1 0 0,0 0-1,0 0 1,8-3 0,54-23 157,-60 23-133,49-19-708,2 2 1,80-18-1,-133 38-172,0-1 1,0-1-1,0 0 1,7-3-1,1-1-1584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8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207 127 9593,'-74'-13'939,"70"12"-817,0 1-1,-1 1 0,1-1 0,-1 0 0,1 1 1,0 0-1,0 0 0,-1 0 0,1 1 1,-6 2-1,-6 3 167,11-6-303,0 2-1,1-1 0,-1 1 0,1-1 0,-1 1 0,1 1 0,0-1 1,0 1-1,1-1 0,-1 1 0,1 0 0,0 0 0,-6 9 0,7-10 301,11 15 820,-2-2-280,-7-15-766,1-1 0,-1 0 1,1 1-1,-1-1 1,1 0-1,-1 1 0,1-1 1,-1 0-1,1 1 0,-1-1 1,1 0-1,-1 0 1,1 0-1,0 1 0,-1-1 1,1 0-1,-1 0 1,1 0-1,0 0 0,-1 0 1,1 0-1,-1 0 0,1 0 1,0-1-1,0 1 1,1 0 176,9 1 206,10 1 246,0-1-1,0 0 1,27-4 0,-39 1-517,26-2 650,64-18 1,-89 19-720,-1-1 0,1 0-1,-1 0 1,0-1 0,0 0 0,0-1-1,0 0 1,-1 0 0,0-1 0,13-14-1,-17 15 26,0 0-1,-1 0 0,0-1 1,0 1-1,0-1 0,-1 0 1,0 1-1,1-11 0,3-5 913,-5 19-874,-1 1-1,0 0 1,1 0 0,-1 0-1,0-1 1,0 1 0,-1 0-1,1 0 1,0 0 0,-1-3-1,-1-3 373,2 5 1213,0 9-1228,-68 517 2751,50-390-3206,-4 23-1804,-2-54-2720,12-56-381,4-15-1845,2-13-4807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1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14 10473,'23'-14'7087,"-24"16"-6077,-6 13-494,0-1 0,2 1 1,-1-1-1,-4 28 0,-1 0 110,-212 656 4672,195-613-5056,-8 28-1790,-32 174-1,61-253 241,-1 18-1122,5-15-4961,3-15-2716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0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 9641,'-54'5'1532,"-72"4"3353,122-8-4741,1 0 0,-1 0-1,1 0 1,0 1 0,-1-1 0,1 1-1,0-1 1,0 1 0,0 0 0,0 1-1,0-1 1,0 0 0,1 1 0,-3 3-1,4-5-50,0 1 0,1 0 0,-1 0-1,1 0 1,-1-1 0,1 1 0,0 0-1,-1 0 1,1 0 0,0 0 0,0 0 0,1 0-1,-1 0 1,0 0 0,0 0 0,1-1-1,0 1 1,-1 0 0,1 0 0,0 0-1,0-1 1,0 1 0,0 0 0,2 2-1,3 6 740,1-1 0,16 17 0,8 8 675,0 1 1,29 44-1,-53-68-1345,0 0 0,0 1 0,-1-1 0,-1 1 0,0 1 0,0-1 0,-1 1 0,-1-1 0,0 1 0,-1 0 0,0 0 0,0 21 0,-3-26-282,0-1 0,-1 0-1,1 0 1,-1 0 0,-1 0 0,1 0 0,-1 0 0,0-1 0,-1 1 0,0-1 0,0 0 0,0 0 0,-1 0 0,1-1 0,-1 1-1,-9 6 1,5-4-1037,-1-1 1,0 0-1,-19 9 0,15-9-1789,0-1-1,-22 6 1,-20-1-8219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0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10853,'-8'26'10862,"8"-23"-9168,0 0-1416,-1 8 650,2 0 0,-1 1 0,5 17 0,-1-11-361,-1 0 0,0 0 1,-2 1-1,0 36 0,-16 73 652,4-42-602,2-24-251,-24 83 1,1-2-693,0-7-1587,32-133 1743,-1-10-26,1 1 142,1-1-1,-1 0 1,1 0-1,0 1 1,1-1-1,0 1 1,0-1-1,3-7 1,5-14-194,116-447-4245,-84 343 3725,-30 99 655,0-1-1,-3 0 0,11-70 1,-20 94 1457,-4 17-827,-7 26-638,7-19 165,-16 36-946,4-12-2767,8-12-3866,2-6-2905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0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10389,'-15'3'344,"0"-1"765,0 1-1,0 1 0,-28 10 0,40-13-891,1 0 1,-1 1-1,0-1 1,0 0-1,1 1 1,-1 0-1,1 0 0,0 0 1,-1 0-1,1 0 1,0 0-1,0 0 1,0 1-1,1-1 0,-1 1 1,1-1-1,-1 1 1,0 3-1,1-5-152,1 0 0,0 0 0,0 0 0,0 0 0,0 0 0,0 0 1,0 0-1,0 0 0,0 0 0,0 0 0,1 0 0,-1 0 0,0 0 0,1 0 0,-1 0 0,1 0 0,0 1 0,0 1 119,1 2-19,0-1 0,0 0 0,0 0 0,1 0 0,-1 0 0,1 0 0,0 0 1,0-1-1,0 0 0,1 1 0,-1-1 0,1 0 0,0-1 0,0 1 0,0-1 0,0 1 0,0-1 0,0 0 0,8 1 1,9 4 873,0-1-1,40 5 1,-51-9-859,101 9 2161,-108-10-2041,-11-25-1758,-2-2 324,-1 11-1599,0 1 0,-1 1 1,-25-22-1,31 30 1212,-28-27-10342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1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10377,'-14'29'11352,"16"-26"-9966,9 13-637,-2 1-1,1 0 0,-2 1 0,0 0 0,-1 0 0,-1 1 1,5 25-1,-11-38-692,0 0 0,0 0 0,0 0 1,-2 11-1,1-12-216,0 1-1,1-1 1,-1 0-1,1 1 1,0-1 0,2 8-1,15-16-189,-11 0 354,0 0 0,0 0 0,0 0 1,-1-1-1,1 1 0,-1-1 0,0-1 1,0 1-1,6-9 0,9-5 32,57-45-77,-68 57-196,0 0 0,0 1-1,1 0 1,0 0-1,0 1 1,0 0-1,12-2 1,12-7-2508,-21 7 405,-11 5-430,-2-16-12438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1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18202,'0'0'4750,"0"3"-2792,-1 16-747,-1-1 0,-1 0 0,-7 27 0,-3 12-307,-59 407 172,66-430-1465,2-16-432,1 1 0,0 0 0,2 0 0,1 20 0,3 5-4839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13669,'2'-2'2069,"0"0"-1785,0 0 1,0 0-1,0 0 0,0 0 0,0 1 1,1-1-1,-1 1 0,1-1 0,-1 1 1,1 0-1,0 0 0,-1 0 0,1 0 0,0 1 1,0-1-1,0 1 0,-1-1 0,1 1 1,0 0-1,0 0 0,0 1 0,0-1 1,0 0-1,-1 1 0,1 0 0,0 0 1,2 1-1,45 13 1489,58 26 1,-87-32-1670,0 2 0,-1 0 1,0 1-1,-1 1 0,20 18 0,-37-30-151,0 1-1,-1-1 1,1 1-1,-1 0 1,1 0-1,-1 0 1,1 0-1,-1 0 1,0 0-1,0 0 1,0 0-1,0 0 1,-1 0-1,1 1 1,0-1-1,-1 0 1,0 1-1,1-1 1,-1 0-1,0 1 1,0-1-1,-1 1 1,1-1 0,0 0-1,-2 4 1,-1 2-77,0 0 0,-1-1 1,0 1-1,0-1 1,-9 12-1,-1 2 85,9-13-17,-1-1 0,0 1 0,-1-1 0,0 0 0,-8 6 0,8-7 12,1-1 0,0 1-1,0 0 1,1 1 0,-1 0 0,-4 9 0,-21 41-1108,30-56 792,0 0 1,-1 0 0,0 0-1,1 0 1,-1 0-1,1 0 1,-1 0-1,0-1 1,0 1-1,1-1 1,-1 1-1,0-1 1,0 0-1,-2 1 1,-13-11-5615,-12-9-3733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2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 18054,'41'118'2864,"-13"-58"12,-10 3-404,-1 3-435,0 0-325,-3 6-304,-2 12-236,-6 5-1000,-6 3-172,-9 3 0,-11-3 0,-6-6 0,-8-3 0,-10 1-580,-10-18-1920,-21-8 172,-11-4-5689,-12-16-8341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29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540 257 1368,'-3'1'425,"-21"13"-322,23-14-124,-1 0 1,1 0 0,-1 0 0,1 0 0,0-1 0,-1 1-1,1-1 1,0 1 0,0-1 0,-1 1 0,1-1 0,0 0 0,-2-1-1,-2-3 2969,13-19-1340,-7 22-214,-3-1-847,-12-23 289,13 25-813,1 1 0,-1-1-1,1 0 1,-1 1 0,1-1-1,-1 1 1,0-1 0,1 1-1,-1-1 1,0 1 0,0 0-1,1-1 1,-1 1 0,0 0 0,0-1-1,1 1 1,-1 0 0,0 0-1,0 0 1,-1 0 0,-1-1 55,-72-17 688,53 14-652,0-1 0,1-1 0,-25-10 0,-53-17 2333,97 32-1054,4 2-977,0 0-667,13 5 2070,-13-5-308,-11-4-1059,-1 0-474,1-1-1,0 0 1,0-1 0,0 0-1,0 0 1,1-1-1,0 0 1,0-1-1,1 1 1,0-2-1,-9-9 1,-6-3 391,20 18-141,-25-6 781,25 7 1099,1 0-2016,-1 0 0,1 0 1,-1 0-1,1 0 1,-1 0-1,0 0 0,0 0 1,1 1-1,-1-1 1,0 0-1,-2 0 0,1 1 1790,7 9-1586,0 1-1,1-1 1,0 0-1,0 0 1,1-1 0,14 16-1,50 46 982,-43-45-942,275 291 1360,-273-275-1624,-1 1 0,-2 1 0,29 67 0,-19-21-10,41 147 0,-56-164-45,15 67-111,27 219-1,-40-83-209,-23-224 190,-2 0 0,-3 0 0,-15 70 0,-43 146-2307,56-232 426,-1 0 0,-21 54 0,17-68-406,-1-8-4154,2-4-2879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0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170 498 10057,'0'0'6977,"-2"1"-5770,0-1-1072,1 1 1,-1 0-1,1 0 1,-1-1-1,1 1 0,0 0 1,-1 0-1,1 0 0,0 1 1,0-1-1,0 0 1,-2 2-1,2 0-56,1-1 0,-1 0 0,1 0 0,-1 1 1,1-1-1,0 0 0,0 1 0,0-1 0,0 0 0,1 4 0,0 50 1213,-8 89-1,0-53-576,-5 14-275,6-71-261,2 0 0,1 43 0,2-63-154,0-1 0,0 0 0,-5 17 0,3-18-175,1 1 0,1 0 1,-1 25-1,11-56-182,-6 10 308,-1 0 0,1 0 0,-2-1 0,1 1 0,-1-1 0,0 1 0,0-11 0,-5-57-101,2 47 71,-7-117-97,18-255 1,-9 395 152,28-224 149,-21 192 182,2 0 0,1 0-1,2 1 1,16-35 0,-2 17 598,-25 51-666,1 7-41,0 1-209,-1 0 0,1-1 0,-1 1 1,0 0-1,0 0 0,-1 0 0,1 0 0,-1 0 0,0 0 1,-1 0-1,1-1 0,-1 1 0,-1 6 0,-4 12-103,-14 34-1,9-27-121,-85 206-3353,18-85-6981,52-104 930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6 7725,'10'6'4807,"-26"-14"1623,5 4-5281,3 8-798,0 1 1,0 0 0,0 0 0,1 0 0,-1 1 0,2 0 0,-1 1 0,0-1 0,1 1 0,1 0 0,-1 1 0,1 0 0,0 0 0,-4 10 0,-14 31-95,2 1 0,2 1 0,2 1 0,3 1 0,1 0 0,4 0 0,1 1 0,3 0 0,3 1 0,1-1 0,12 92 0,-7-121-588,1-1-1,1 0 1,1 0-1,18 39 1,-17-47-488,1 0-1,17 24 1,-17-29-638,0 0 0,1 0 0,19 16 1,-24-24 252,-1 0 0,1 0 0,0 0 0,8 4 0,26 3-8324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1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241 510 10909,'-7'3'118,"-8"5"666,-1-1 0,2 2 0,-1 0 0,1 0 1,1 1-1,0 1 0,0 1 0,-18 20 0,14-9 413,-28 48-1,40-63-1014,1 0 0,1 0 0,-1 1 0,2-1 0,-1 1 0,1-1 0,0 1-1,1 0 1,0 0 0,0 15 0,2-21-124,-1 0 0,0 0 0,1 0 0,0 0 1,0-1-1,0 1 0,0 0 0,0 0 0,1-1 0,-1 1 0,1-1 0,-1 1 0,1-1 0,0 0 0,0 0 0,0 1 1,0-1-1,1-1 0,-1 1 0,1 0 0,-1 0 0,1-1 0,-1 0 0,1 1 0,0-1 0,0 0 0,5 1 1,7 1 66,0 0 0,1-1 1,-1-1-1,20 0 0,-15-1 60,-1 1-155,0-1-1,1-1 1,-1-1-1,0-1 0,0 0 1,34-12-1,-35 9-194,0-1-1,0-1 1,0-1-1,19-13 1,-31 18 30,1-1 0,-1 0-1,-1-1 1,1 1 0,-1-1 0,0 0 0,0-1 0,-1 1 0,0-1 0,0 0 0,0 0 0,-1 0 0,4-11 0,-2-6-404,-1 0 0,-1 1 1,-1-2-1,-1 1 0,-4-47 0,1-1-134,-13-137 833,2 62 2187,9 47-689,4 96-634,1 9-341,7 381 2482,-8-160-2607,1-217-533,5 117-77,-4-109-48,1-1 1,0 1-1,1-1 1,1 0-1,9 22 1,-11-32 46,-1-1 0,1-1 0,1 1 1,-1 0-1,1-1 0,-1 1 0,1-1 1,1 0-1,-1-1 0,0 1 0,1-1 1,0 1-1,0-1 0,0-1 0,0 1 1,0-1-1,0 0 0,1 0 0,-1 0 1,1-1-1,-1 0 0,1 0 0,0 0 1,-1-1-1,1 0 0,0 0 0,0 0 1,-1-1-1,1 0 0,0 0 0,-1 0 1,1-1-1,-1 0 0,6-2 0,3-4-16,0 0 0,0-1-1,0 0 1,-1-2-1,-1 1 1,1-1 0,-2-1-1,0 0 1,0-1 0,-1 0-1,-1 0 1,0-1-1,-1 0 1,12-28 0,-1-3-54,13-40-210,-32 84 325,0-1 0,-1 1 0,1 0 0,-1 0 0,1 0 0,-1 0 0,0 0 0,0 0 0,1 0 0,-1 0 1,0 0-1,0 0 0,0 0 0,0 0 0,0 1 0,0-1 0,0 0 0,0 1 0,0-1 0,0 0 0,-3 0 1,2 2 1,-1-1 1,1 1-1,-1 0 1,1 0 0,-1 0-1,1 0 1,0 0-1,-1 1 1,1-1 0,0 1-1,0-1 1,0 1-1,0 0 1,0 0 0,0 0-1,-2 3 1,0 1-11,-1 0 1,1 1-1,0-1 1,-6 13-1,9-16 69,0-1 0,1 1 0,-1 0 0,0-1 0,1 1 0,0 0 0,-1-1 0,1 1 0,0 0 0,1-1 0,-1 1 0,0 0 0,1-1 0,-1 1 0,1 0 0,0-1 0,0 1 0,0-1 0,0 1 0,1-1 0,-1 0 0,1 1 0,-1-1 0,1 0 0,0 0 0,-1 0 0,1 0 0,0 0 0,1-1 0,-1 1 0,3 1 0,1 1 108,0-1 0,0 1-1,0-1 1,1-1 0,-1 1 0,1-1 0,0 0 0,0-1-1,0 1 1,0-1 0,9 0 0,-7-1 5,59-3 980,-63 3-1050,1-1 0,-1 0 0,1-1-1,-1 1 1,0-1 0,1 0 0,-1 0-1,0 0 1,7-5 0,-11 6-109,-1 1 0,1 0 0,-1-1 0,1 1 0,-1-1 0,0 1 0,1 0 0,-1-1 0,1 1 0,-1-1 0,0 1 0,0-1 0,1 0 0,-1 1 0,0-1 0,0 1 0,0-1 0,1 1 0,-1-1 0,0 0 0,0 1 0,0-1 0,0 1 0,0-1 0,0 1 0,0-1-1,-1 0 1,1 1 0,0-1 0,0 1 0,0-1 0,-1 0 0,0-2-137,-1 1 0,1 0-1,-1 0 1,0-1 0,0 1-1,0 1 1,-4-5 0,-4-1-582,0 0 1,-16-7 0,-67-30-6707,62 32 1521,2 2-3596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2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11 9513,'-24'-7'895,"12"3"2472,28 15 8648,-16 4-10995,1-7-908,-1 0-1,0 1 1,-1-1-1,0 0 0,0 1 1,-1-1-1,-3 12 0,-4 2-58,-14 27-1,-7 20-853,27-60 523,-30 91-3106,14-38-7533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2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10697,'18'-7'1876,"-15"6"-1557,0 1-1,-1-1 1,1 0 0,0 0-1,0-1 1,0 1-1,-1-1 1,1 1-1,-1-1 1,1 0 0,-1 0-1,0 0 1,0 0-1,0 0 1,0-1 0,0 1-1,2-4 1,35-58 6697,-38 61-4096,-5 4-2914,1 0 0,-1 0 0,1 0 0,-1 0 1,1 0-1,-1 1 0,1-1 0,0 1 0,0 0 0,0 0 0,0 0 0,0 1 0,0-1 1,1 1-1,-1-1 0,1 1 0,-1 0 0,1 0 0,0 0 0,-1 4 0,-1-1-36,0 0-1,1 0 1,0 0-1,0 1 1,1 0-1,0-1 0,0 1 1,1 0-1,-2 13 1,3-16 15,0 0 1,0 0-1,1 0 1,0 0 0,-1 0-1,1 0 1,1 0-1,-1 0 1,0-1 0,1 1-1,0 0 1,0-1-1,0 1 1,0-1 0,5 5-1,-3-4-57,1 0 1,-1 0-1,1-1 0,0 1 0,0-1 0,0 0 1,1 0-1,-1-1 0,10 3 0,0 0-320,2-2 0,-1 0 0,0-1 0,0 0 0,1-2 0,29-1 0,-28-1-376,1-1 0,0-1 0,-1 0 0,24-10 0,-26 8-1949,0-2 0,23-13-1,-8 1-6680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12 150 8105,'-11'7'2554,"18"-17"488,-2 4-2410,-4 6-418,1 0 0,-1 0 0,0 0 0,1 0 0,-1 0 0,0 1-1,0-1 1,1 0 0,-1 1 0,0 0 0,0-1 0,2 2 0,-2-2 52,6 2 180,1-2-1,-1 1 1,0-1-1,1 0 1,-1 0-1,0-1 1,1 0-1,-1 0 1,0-1-1,12-4 1,15-2 756,383-62 6018,7 16-5561,-404 52-1422,-1-1-4475,-36 3-9175,-26 2 1449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27 11213,'-15'-20'4229,"-2"17"-1199,3 0-1986,11 3 436,0 1-975,-16 6-294,1 0 0,0 1 0,0 1 0,0 1 0,1 1 0,1 0 0,0 1 0,-16 16-1,28-24-167,0 1-1,0 0 0,1 0 0,-1 0 0,1 0 0,0 0 0,-3 10 0,5-13 45,0 0-1,0 1 0,1-1 1,-1 1-1,0-1 0,1 1 1,0 0-1,0-1 0,0 1 1,0-1-1,0 1 0,0 0 0,1-1 1,-1 1-1,1-1 0,0 1 1,-1-1-1,1 1 0,1-1 1,1 4-1,10 10 508,0-2 1,26 22-1,-24-23-289,-1 0 0,0 2-1,16 20 1,-27-29-282,1-1 0,-1 0 0,0 1 1,0 0-1,-1 0 0,0-1 0,0 1 0,0 1 0,-1-1 1,0 0-1,0 0 0,-1 0 0,1 1 0,-2 11 1,-1-6-375,0-1 0,-1 1-1,0-1 1,-1 0 0,-1 0 0,1 0 0,-2 0 0,1-1 0,-15 19 0,3-7-2465,-1-2 0,0 0 0,-25 20 1,-3-1-8326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20 11717,'0'0'474,"0"-1"0,1 0 1,-1 1-1,0-1 0,0 0 0,0 0 0,0 1 0,1-1 0,-1 0 1,0 0-1,0 1 0,0-1 0,-1 0 0,1 0 0,0 1 0,0-1 0,0 0 1,-1 0-1,1 0-356,0 1 0,0 0 0,-1-1 0,1 1 0,0 0 1,-1-1-1,1 1 0,-1 0 0,1-1 0,0 1 0,-1 0 0,1 0 1,-1-1-1,1 1 0,-1 0 0,1 0 0,-1 0 0,1 0 0,-1-1 1,0 1-1,0 0-60,0 0 0,0 0 1,0 1-1,-1-1 1,1 0-1,0 0 0,0 0 1,0 1-1,0-1 0,0 1 1,0-1-1,0 1 0,0-1 1,0 1-1,0 0 1,0-1-1,1 1 0,-1 0 1,0 0-1,0-1 0,0 1 1,1 0-1,-2 2 1,-12 28 726,1 0 0,-9 40 0,8-29-459,-15 59 43,3 2 0,6 0 0,-11 134 1,21-54-280,14 189 1,-3-361-91,3 36-31,-3-44 28,-1 0 0,1 0 0,0 0-1,0 0 1,0 0 0,1 0 0,-1-1 0,1 1 0,0 0-1,0-1 1,3 4 0,-4-5-9,0 0 1,0-1-1,0 1 1,0-1-1,0 1 1,1-1-1,-1 1 0,0-1 1,0 0-1,1 1 1,-1-1-1,0 0 1,0 0-1,1 0 0,-1 0 1,0 0-1,0-1 1,1 1-1,-1 0 1,0 0-1,0-1 0,1 1 1,-1-1-1,0 1 1,0-1-1,0 1 1,0-1-1,0 0 1,0 0-1,0 0 0,0 1 1,1-2-1,4-3-162,-1 0 0,0 0 0,0-1 0,9-11 0,0-5-285,-2-1 0,0 0 1,-2-1-1,0 0 0,-2 0 0,9-39 0,-8 15-817,-2 0 1,2-77-1,-8 93 450,-3 0 0,0 0 1,-9-43-1,6 55 441,0 0-1,-2 0 1,0 1 0,-1 0-1,-1 0 1,-14-23 0,8 19 1038,-19-41 0,33 62 2191,13 17-2283,22 30-556,-8-12-1820,-3 3-4995,-14-19-884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3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9297,'-10'6'769,"1"0"0,0 0 0,0 1 0,-14 13 0,20-17-495,0 1 1,0 0-1,0 0 1,0 0-1,1 0 1,-1 0-1,1 0 1,0 1-1,0-1 1,1 1-1,-1 0 1,1-1-1,-1 9 1,2-9-106,-1 0 0,1 0 0,0 0 1,1 0-1,-1 0 0,1 0 0,0 0 0,-1 0 1,2 0-1,-1-1 0,0 1 0,1 0 0,0-1 1,0 1-1,0-1 0,0 0 0,5 6 0,-5-7-55,1 0-1,-1 0 1,1 0-1,0 0 1,0 0-1,0 0 0,0-1 1,0 0-1,1 0 1,-1 0-1,0 0 1,0 0-1,1 0 1,-1-1-1,1 0 0,-1 0 1,0 0-1,1 0 1,-1 0-1,1-1 1,3 0-1,24-5 1289,-1-1 1,1-1-1,48-21 0,-77 28-1389,-1 0-1,1 0 1,-1 0-1,0-1 1,1 1-1,-1 0 1,0-1-1,0 1 1,0-1-1,0 0 1,0 1-1,0-1 1,0-2-1,1 1-176,-2 3 147,0 0 0,0 0 0,0 0 0,0 0 0,0 0 0,0 0 0,0-1 0,0 1 0,0 0 0,1 0 1,-1 0-1,0 0 0,0 0 0,0 0 0,0 0 0,0-1 0,0 1 0,0 0 0,0 0 0,0 0 0,0 0 0,0 0 0,0 0 0,0-1 0,0 1 0,-1 0 0,1 0 0,0 0 1,0 0-1,0 0 0,0 0 0,0 0 0,0 0 0,0-1 0,0 1 0,0 0 0,0 0 0,0 0 0,0 0 0,-1 0 0,1 0 0,0 0 0,0 0 0,0 0 0,0 0 0,0 0 1,0 0-1,0 0 0,-1 0 0,1-1 0,0 1 0,0 0 0,-19-13-2393,-30-16 1,-4 8-6041,13 9-2545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5036,'-14'20'741,"-1"-9"-2538,4 4 801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4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3 190 9997,'-2'29'2290,"1"-23"3184,4-6-4151,6 0-816,0 0 1,0 1-1,0 0 1,-1 1-1,1 0 1,-1 0-1,1 1 0,-1 0 1,0 1-1,0-1 1,0 2-1,0-1 1,-1 1-1,0 0 1,8 7-1,17 9 341,-30-19-1024,13 24-2491,-6-37 2187,-3 5 358,-1-1-1,0 0 1,-1 0 0,0 0 0,0-1-1,4-11 1,-1 0 107,0 1-1,1 0 0,1 1 1,0-1-1,18-22 1,19-16-2471,4 3-7301,-38 39 1265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4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23 15529,'-26'-21'1953,"26"21"-1902,0 0 0,-1-1-1,1 1 1,0 0 0,0 0-1,0 0 1,0 0 0,-1 0-1,1 0 1,0 0-1,0 0 1,0 0 0,-1 0-1,1 0 1,0 0 0,0 0-1,0 0 1,0 0 0,-1 0-1,1 0 1,0 0 0,0 0-1,0 0 1,0 0 0,-1 1-1,1-1 1,0 0 0,0 0-1,0 0 1,0 0 0,0 0-1,-1 0 1,1 1 0,0-1-1,0 0 1,0 0-1,0 0 1,0 0 0,0 0-1,0 1 1,0-1 0,0 0-1,-1 0 1,1 0 0,0 1-1,0-1 1,0 0 0,0 0-1,0 0 1,0 0 0,0 1-1,0-1 1,0 0 0,1 0-1,-3 12 347,2-12-186,-20 322 5125,15-86-5780,18-82-3613,-13-147 3002,1 0 0,-1 0-1,0 0 1,-1 1-1,-2 10 1,1-4-2936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4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14365,'19'-10'1844,"-15"8"-167,-2 0-1205,0-1 0,1 1 0,-1 0-1,1 0 1,0 1 0,-1-1 0,5-2 0,-1 4-162,0-1-1,-1 1 0,1 0 1,8 1-1,11-1 300,-8 0-338,0 1-1,-1 0 1,1 2 0,0-1 0,22 9-1,-27-9-224,-9-1-71,-1 0-1,0 0 1,0 0 0,1 0-1,-1 1 1,0-1-1,0 0 1,0 1 0,0 0-1,0-1 1,-1 1 0,1 0-1,0 0 1,-1 0 0,1 0-1,-1 0 1,0 0-1,0 0 1,0 1 0,0-1-1,0 0 1,1 6 0,-1-5-53,0 1 0,-1-1 0,0 1 1,1-1-1,-1 1 0,0 0 1,-1-1-1,1 1 0,-1-1 0,1 1 1,-1-1-1,0 1 0,-1-1 0,1 0 1,0 1-1,-4 4 0,-10 12-378,9-13 208,0 1-1,1-1 1,0 1-1,-5 9 1,-44 107-1108,29-68 488,6-27-1984,1-10-2917,2-5-2286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5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23 4224,'-15'6'9389,"18"-20"-7973,-1 5 202,-1 3 3042,16 9-3768,-13-1-797,0 0 0,0 0 0,0 0 0,0 1 0,-1-1 0,1 1 0,-1 0 0,1 0 0,-1 0 0,0 1 0,0-1 0,0 1 0,3 6 0,2 0 92,7 10 194,-1 1 0,-1 1 0,0 0 0,16 43 0,25 99 733,-51-153-1043,41 143 283,-8 2 1,-6 1 0,-7 1 0,-7 1-1,-7 0 1,-12 161 0,-30 68-3114,25-331 1324,-3-1-1,-22 68 0,-25 27-7664,23-81-1039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14:35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13009,'24'-4'1956,"0"1"0,0 1 0,0 1-1,44 3 1,0 1 106,55-4 189,277 10 1055,-325-5-3843,-25-8-3389,-45 4 3346,6-3-2480,-11 2 2767,0 1 0,0-1 0,0 1 0,-1-1 1,1 1-1,0-1 0,-1 1 0,1-1 1,0 1-1,-1-1 0,1 1 0,0 0 0,-1-1 1,1 1-1,-1 0 0,1-1 0,-1 1 1,1 0-1,-1-1 0,1 1 0,-1 0 0,1 0 1,-1 0-1,0-1 0,-25-14-11707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16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8353 156 6289,'0'0'40,"0"0"1,0 1-1,0-1 1,0 0-1,0 1 1,0-1 0,-1 0-1,1 0 1,0 1-1,0-1 1,0 0-1,0 0 1,0 1 0,-1-1-1,1 0 1,0 0-1,0 0 1,0 1-1,-1-1 1,1 0 0,0 0-1,0 0 1,0 0-1,-1 1 1,1-1-1,0 0 1,-11-3 12790,9 4-12400,-12 2-207,1-1 1,-1 0-1,0-1 0,0 0 1,0-1-1,-21-2 0,-19-1 252,-211-11 216,-6 0-307,-439 2 486,148 24-75,486-10-786,-165-2 96,93-2-107,-9-2-29,-65 2 21,77-1 10,37 0-28,-147-4 44,212 5-15,-295-33 49,324 33-53,-229-24-84,29 20 86,5-3-6,58-4 54,33 1-18,53 7-67,-48-1 115,-131 16-162,-6 1 94,112-6-79,-67-1 50,51 0 54,73-1-40,46-1 28,-71-5 0,-77-3-78,78 5 123,-198-3-79,253 4-30,-72 0 37,7 1-27,52-2 26,-400 27-23,338-13 24,-218 30 124,312-37-140,0 1 0,1 2 0,0 0 0,0 3 0,-47 24 0,61-26 2,2 1-1,-1 0 0,1 0 1,1 1-1,0 1 1,1 1-1,0-1 0,1 2 1,0 0-1,-15 30 1,19-34-6,5-9 18,0 0 1,0 1-1,1-1 0,-1 1 0,1-1 0,-1 1 0,1 0 0,0-1 0,0 1 1,0 0-1,1 0 0,-1 0 0,1 0 0,-1 4 0,4 16 40,-2-10-51,1 1 0,0-1 0,1 0 0,1 0 0,9 24 0,-4-21 65,17 43-94,-24-54 51,0 0-1,1-1 0,-1 1 1,1-1-1,0 0 0,0 0 1,1 0-1,5 5 0,35 29 83,-26-24-133,1 1 54,1-2 0,1 0-1,0-1 1,0 0 0,2-2 0,-1-1-1,1-1 1,31 7 0,22 1 14,96 7 1,-99-15 32,514 35-81,-467-37-8,297 14 51,264-14 12,-31-8-44,-383 2-26,-105 3-117,77-1 58,163-7-117,4-1 126,249 1-147,-209 27 39,-313-16 120,361 0-198,-392-11 220,71-6 46,0-1-59,31-4 77,98-6-25,-121 12-73,-168 9 91,402-39-122,-310 25 106,194-55-1,-197 33-51,27-6 116,-127 42-31,0 0 0,0 0 0,0 0 0,0-1 0,-1 1 0,1 0-1,0-1 1,-1 0 0,4-3 0,1-1 50,5-4 232,0 0-1,-1-1 1,0 0-1,-1 0 1,0-1-1,11-19 1,-19 28-190,0 1 1,0-1-1,0 1 1,0-1 0,-1 0-1,1 0 1,-1 1-1,0-1 1,0 0 0,0 0-1,0 1 1,0-1-1,0 0 1,-1 0 0,1 1-1,-1-1 1,-2-4-1,1-3 79,1 6-87,-1 0 0,0 0 0,1 0 1,-1 0-1,-1 0 0,1 0 0,-1 0 0,1 1 0,-7-7 0,0 0 108,-24-30 178,-3 2 0,-52-45 0,75 72-359,-8-8-182,-39-27 0,21 26-2180,0 1-1,-2 2 0,0 2 1,-58-14-1,41 13-2810,-20-7-5048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0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4670 238 6245,'-1'12'7597,"8"-20"-2875,-1 2-5326,-5 4-88,0 0 2214,-4 1-1284,-20-4 93,0 1 0,-1 0 0,1 2-1,-1 0 1,-27 3 0,-47-4 230,-72-7 22,79 5-349,-165 2-24,26 12-134,-69-18 66,0-25 167,118 12-31,24-3-60,93 13-165,36 6-3,-55-6 1,-27 0-91,5 0 17,25 7 0,-169-15 52,119 12 54,65 3-33,-197-10 218,228 16-269,23 0 8,0-1 0,1 0 0,-16-3 0,-26 0-1,1 1 0,-79 9 0,106-5-7,-242 29-29,39 5 102,174-26-138,8-2 69,-1 2 0,2 2 0,-1 1 0,2 3 0,-51 25 0,37-8-50,-82 60 0,115-76 27,16-11 18,-1-1-1,1 2 0,0-1 1,1 1-1,-9 10 0,0 1-11,11-14 17,1 0 0,0 0 0,1 1 0,-1 0 0,1-1 0,0 1 0,0 1-1,0-1 1,1 0 0,-3 7 0,4-7-7,-2 1 6,1 1-1,1-1 0,-1 1 1,1-1-1,0 1 1,0-1-1,1 1 0,0 0 1,0-1-1,1 1 0,0-1 1,3 13-1,3 1-14,0 0-1,2 0 0,1-1 1,14 21-1,11 7 23,2-1 0,82 77 1,-94-101 70,21 19-142,79 54 0,-105-82 60,1 0 0,1-2 0,33 13 0,-8-7-17,-8-2 16,1-1 0,1-2 0,78 12 0,12-12 45,211-8 1,327-62-95,-536 42 75,404-45-31,-83 34-89,-309 20 76,-86 4 3,60-2-26,366-1-221,-329 1 178,339-33 5,-431 28 68,0-3 1,79-26-1,-129 33 8,-1 0-1,19-11 0,-8 4-14,6-4 17,-1-1-1,33-26 0,4-22 45,-60 60 18,0 0-1,0 0 0,-1 0 0,0-1 1,5-8-1,5-6 267,-15 20-316,1 0-1,-1 1 1,1-1 0,-1 0-1,0 0 1,1 0 0,-1 0-1,0 0 1,0 1 0,0-1-1,0 0 1,0 0 0,0 0-1,0 0 1,0 0 0,0 0-1,0 0 1,0 0 0,-1-1-1,1-1 23,-1-2 15,1 0 1,-1 1-1,0-1 0,0 1 1,-1 0-1,1-1 0,-1 1 0,0 0 1,0 0-1,0 0 0,-1 0 0,1 0 1,-1 0-1,-4-4 0,-2 0 93,1-1 0,-1 2 0,0-1 1,-17-9-1,-19-12 84,18 10 121,-55-26 1,-97-26 915,-51-24-348,223 92-1122,0 1 0,0 0 1,0 0-1,0 1 0,-7-1 1,-3-1-415,-4 0-376,-1 1 0,1 1-1,-26 2 1,19 0-1470,-34-4 0,23-2-3194,1-1-3467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11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5854 199 5697,'4'4'7973,"-13"-3"-3939,-32-6-2953,-15-1-215,-140 15 1751,165-9-2472,7 1 22,1-1-1,-47-7 1,37 2-50,0 2 0,-43 1 1,-2-1-55,-38 0 131,44 2-155,-140 1 98,10 0 35,1-9-212,-83-11 273,54-2 3,85 15-211,16 3-18,45 3 73,-108 1 20,-9 5 37,-45-1 188,67 1-183,66-4 68,-172-4 467,58-6-161,93 8-423,72 2-86,-73 8-35,35-1 101,11-2-19,-19-1 119,66-5-73,-105-2 154,108 1-228,-58 7 0,46-3 12,-1 3-86,-26 0 77,-97-1 49,153-5-120,13-1 38,0 1 0,0 1 0,0-1 0,0 1 0,0 1 0,-15 4 0,-77 20-69,81-19 97,-29 5 0,-14 5-58,32-8 59,-2 2-64,-7 3-20,19-3 49,1 1 0,0 1 0,1 1 0,0 0 0,-19 20-1,6-2 28,16-19-28,1 2-1,1 0 1,0 1-1,1 1 0,-21 35 1,1 34-147,30-75 153,-1 1-1,2-1 0,-1 1 0,1 0 0,1 0 1,0-1-1,1 1 0,2 16 0,-2-2 85,0-2-108,1-1 0,1 0 0,1 0 0,1 0-1,1 0 1,1 0 0,1-1 0,1 0 0,1-1 0,1 0 0,0 0 0,2-1-1,0 0 1,2-1 0,0 0 0,1-1 0,1-1 0,0-1 0,22 17-1,-8-12-33,1-1 0,1-1 1,1-2-1,0-2 0,39 13 0,-1-5-13,114 20 1,78-6 13,-133-22-30,236 20 91,-250-26-85,457 21-185,-133-8 75,-29 3 88,130-13-113,-396-12 172,566-23-372,-435-9 278,-147 14 80,-10 2 3,128-13-24,-107 12 48,-36 3 28,-54 6 10,62-18-1,-79 18 9,33-15 26,-13 4-32,-40 15 21,-1-2 1,0 1-1,0-2 0,-1 1 0,15-13 1,-21 15-12,-1 0 0,0 0 0,0-1 0,0 0 0,0 0 0,3-7 0,5-6 56,-11 16-52,0-1 0,1 1 0,-2 0-1,1-1 1,0 1 0,0-1 0,-1 1-1,1-1 1,-1 1 0,0-3 0,2-3 26,3-9 283,-1 0-1,4-27 0,-8 39-221,1-1 71,-1 1-1,-1-1 0,1 1 1,-1-1-1,0 1 0,-2-7 1,0-3 25,-2-12 163,-1 0-1,-1 0 1,-15-33-1,-4-23 111,19 54-274,-20-46 1,19 56-5,-9-39 0,12 41-68,0 0-1,-11-26 0,13 37-73,1 0 1,0 0-1,0-1 0,0-7 0,-3-6 90,-2 4-34,0 0 0,-2 0 0,0 1 0,-1 0 0,-23-26 1,5 5-65,18 22 30,0 0 1,-1 1-1,-1 0 1,0 1-1,-1 0 1,0 1-1,-1 1 1,-18-12-1,-47-17-166,-2 3 0,-2 4 0,-1 3 0,-1 4 0,-1 4 0,-111-13 0,73 27-2986,20 3-2055,6 0-4513,47 2-865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20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107 101 4512,'-5'4'319,"0"0"-1,0-1 1,-1 1-1,1-1 0,-12 4 1,14-6 1787,-12 8-825,-31 14 8810,47-24-9973,-1-1 0,1 1 0,-1 0-1,1 0 1,0 0 0,-1 0 0,1 0 0,0 0-1,0 0 1,-1 0 0,1 0 0,2-1 0,0-1 182,8-7 294,0 0-1,0 1 0,0 1 0,1-1 1,1 2-1,-1 0 0,19-7 0,102-32 1859,-114 40-2178,-6 2-159,0 1-1,0 0 0,24-1 1,-37 4-119,0 0 0,0 0 0,1 0 0,-1 0 0,0 0 0,0 0 0,0 0 0,0 0 1,0 0-1,0 0 0,1 0 0,-1 0 0,0 0 0,0 0 0,0 0 0,0 0 0,0 0 0,0 0 0,1 0 1,-1 0-1,0 0 0,0 0 0,0 0 0,0 1 0,0-1 0,0 0 0,0 0 0,0 0 0,0 0 0,0 0 1,1 0-1,-1 0 0,0 1 0,0-1 0,0 0 0,0 0 0,0 0 0,0 0 0,0 0 0,0 0 0,0 1 0,0-1 1,0 0-1,0 0 0,0 0 0,0 0 0,0 0 0,0 0 0,0 1 0,0-1 0,-1 0 0,3 16-454,0 0 1,-1 0-1,-2 0 0,1 0 0,-2 0 0,0 0 0,-5 18 0,-30 78-2460,-4 13 1690,40-121 3848,29 2 456,-11-2-2420,-3-4 31,-1-1 1,1 0-1,-1 0 0,16-5 1,6 0 239,89-7-526,-123 13-401,-1 0 0,1 0 0,-1 0 0,0-1 0,0 1 0,1 0 0,-1 0 0,0 0 0,1 0 0,-1 0 0,0 0 0,0 0 0,1 0 0,-1 0 0,0 0 0,0 0 0,1 0 0,-1 0 0,0 0 0,0 0 0,1 1 0,-1-1 0,0 0 0,0 0 0,1 0 0,-1 0 0,0 0 0,0 1 0,1-1 0,-1 0 0,0 0 0,0 0 0,0 1 0,0-1 0,1 0 0,-1 0 0,0 0 0,0 1 0,0-1 0,0 4 0,0-1 0,-1 0 0,0 0 0,0 0 0,0 0 0,0 0 0,0 0 0,0 0 0,-4 4 0,-18 29 0,22-33 0,-27 35-421,-2-2 1,-1 0-1,-2-2 0,-44 35 0,61-55-452,-1-2 0,0 0 0,-1-1 0,0-1-1,-29 12 1,34-17-997,0-1 0,0 0 0,0-1 1,0-1-1,-23 2 0,-2-5-9351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2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6633,'11'-23'9704,"-10"21"-8151,0-1-1171,0-1-1,0 1 1,1 0-1,-1-1 0,1 1 1,0 0-1,0 0 1,0 0-1,0 0 0,0 1 1,1-1-1,-1 0 1,1 1-1,0 0 0,-1 0 1,1 0-1,0 0 1,5-2-1,7-3 712,1 0 0,28-8 0,-14 5 280,21-8-133,-49 18-1247,0-1 0,0 1 0,0 0 1,0 0-1,0 0 0,-1 0 0,1 0 0,0 1 1,0-1-1,0 1 0,0-1 0,0 1 0,0-1 0,0 1 1,1 1-1,-1-1-61,-2-1 56,1 0 0,-1 0 0,0 0 1,0 0-1,0 0 0,0 0 1,1 1-1,-1-1 0,0 0 1,0 0-1,0 0 0,0 0 1,0 0-1,1 0 0,-1 0 1,0 0-1,0 1 0,0-1 1,0 0-1,0 0 0,0 0 1,0 0-1,0 0 0,0 1 1,0-1-1,1 0 0,-1 0 1,0 0-1,0 0 0,0 1 1,0-1-1,0 0 0,0 0 1,0 0-1,0 1 0,0-1 1,0 0-1,0 0 0,-1 0 0,1 0 1,0 0-1,0 1 0,0 36-1240,1 7-1112,-8 65-1,-9-23 1280,15-82 3320,25 13 1076,-21-16-3088,0-1 1,1 0-1,-1 0 1,1-1-1,-1 1 1,0-1 0,1 0-1,-1 1 1,0-2-1,4 0 1,9-3 431,129-30 169,-119 28-824,-20 9 0,-1 0 0,-4-2 0,0 0 0,0 1 0,-1-1 0,1 0 0,0 1 0,0-1 0,0 0 0,0 1 0,-1-1 0,1 1 0,0-1 0,0 1 0,-1-1 0,1 1 0,0 0 0,-1-1 0,1 1 0,-1 0 0,1 0 0,-1-1 0,1 1 0,-1 0 0,1 0 0,-1 1 0,1 0 0,0 1 0,-1 0 0,0 0 0,1-1 0,-1 1 0,0 0 0,-1 0 0,1 3 0,-3 8 0,-1 0 0,-7 21 0,9-30 0,-20 56-1375,-36 69 1,45-105 717,-2-1 1,0 0-1,-2-1 1,0 0-1,-27 26 0,34-40-155,0 0-1,-1-1 0,1 0 0,-2-1 0,-16 8 0,20-11-804,-1 0 0,0-1 0,0 0 0,0-1 0,-10 1-1,-3-2-6896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30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6657 98 4660,'0'0'2593,"2"-2"-1993,8-11 1039,-7 11 635,-7 10-1378,-4 4 2231,-59-18-1798,-45 0-53,21 1-817,-257 6 240,124 3-312,3-10 301,-23-13-244,-20-1-110,-79 22-272,104 3-50,-366 13 240,494-21-208,29 0-24,-78-8 16,68 2-16,-64 5-52,-221 21 0,309-12 73,-139 14-66,-385 90 122,483-92-96,42-8 5,-116 16-35,71-15-22,94-8 72,-38 0 0,41-2-41,-1 1-1,1 0 1,-19 4-1,22-3 30,0-1-1,-1 0 1,1-1-1,-14-2 1,-10 1 9,-267 12 127,-22 4-149,184-7 43,72 1-12,53-9-38,0 2 1,-24 4 0,9 0 39,-30 8 31,13-1 24,37-11-82,0 1 0,0 1 0,0 0 1,1 1-1,-12 6 0,21-10 0,0 0-1,0-1 1,0 1 0,0-1-1,0 1 1,0-1-1,0 1 1,0-1 0,-1 0-1,1 0 1,0 1 0,0-1-1,-2 0 1,2 0-4,-1 0 1,1 0-1,0 0 0,0 0 1,0 0-1,-1 1 0,1-1 1,0 0-1,0 1 0,0-1 1,0 1-1,0 0 0,0-1 1,-2 2-1,-42 26 24,23-6-83,17-18 64,0 1 0,0 1 0,1-1 0,-1 1 0,1-1 1,-6 13-1,-7 2-4,7-9 0,6-4-1,1 1-1,-1 0 1,1 0-1,1 0 1,-1 0-1,2 1 1,-1-1-1,0 16 1,0-6-20,2-12 22,0-1 1,0 1-1,0-1 0,1 1 1,0-1-1,0 1 1,1-1-1,-1 0 1,1 0-1,0 1 1,1-1-1,-1 0 1,1-1-1,0 1 0,4 5 1,0-1 4,1 0 0,0 0 0,1 0 0,0-1 1,19 13-1,-14-13 2,0 0-1,1-1 1,-1-1 0,1 0 0,1-1 0,-1-1 0,21 3 0,118 9 0,-105-12-23,173-4 40,-99-3-35,14 1 35,65 1-2,-90 3 7,-24-2-23,156 21 0,-184-10 5,257 50-9,-143-29 40,-122-24-42,131 14-4,227-1 0,61-44 22,-330 12-62,31-6 98,142-6 23,-279 23-86,131 6-3,-58 2 10,135-6-1,111-24 3,-311 19 2,485-57 22,-457 50-64,74-15 66,14-5-84,-39 10 81,98-8 16,-35 7-28,-99 11-3,7-1-8,93-18 32,-87 13-48,-44 8 76,1-2-1,73-25 1,-124 34-37,0 0-1,0 0 1,0-1 0,0 1 0,0-1 0,0 0 0,0 0-1,-1 0 1,1-1 0,-1 1 0,1 0 0,-1-1 0,0 0-1,0 1 1,0-1 0,0 0 0,-1 0 0,1 0 0,-1 0 0,0-1-1,0 1 1,0 0 0,0 0 0,0-1 0,-1 1 0,1-5-1,-1-7 33,-1 0-1,0 0 0,-1 0 1,-6-25-1,5 26 20,-1-1-31,0 0 0,-1 0 0,-1 0-1,0 1 1,-1 0 0,-1 0-1,0 1 1,-13-16 0,1 5 59,-1 0 1,-1 2 0,-28-23-1,48 44-94,-43-38 249,-71-44 0,62 49-242,42 29-368,-1 1 1,0 1-1,0 0 1,0 1-1,-1 0 0,1 1 1,0 1-1,-20 1 1,-30-2-2492,45 0 158,0 0 1,-33 4 0,13 3-5237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23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17 129 8505,'-5'8'-539,"-4"5"5911,7-7 371,10-12-3118,3 0 4959,18-8-6491,-26 13-164,-4 2-2058,-1-1 1116,1 1 0,0-1 0,0 1 0,-1-1 0,1 1 0,0 0 0,0-1 0,0 1 0,0 0 0,0 0 0,-2 2 0,0 0 274,154-58 1058,8-2-159,-72 28-2623,-78 27-377,-10 5-727,-18 9-8047,-5-1-2685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23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21 11313,'0'-17'1419,"0"14"1748,-1 6-2927,-2 8-150,-1-1 0,0 0 1,-1 1-1,0-1 0,-9 14 0,0-4 306,-5 5 145,14-19-266,1 1-1,-1-1 1,1 1-1,0 0 1,1 0 0,0 1-1,-4 10 1,-7 16 1234,9 3-367,5-36-1099,0-1 0,1 1 0,-1-1 1,0 1-1,1-1 0,-1 1 0,1-1 1,-1 1-1,1-1 0,-1 1 0,1-1 0,-1 1 1,1-1-1,-1 0 0,1 0 0,-1 1 1,1-1-1,-1 0 0,1 0 0,0 1 0,-1-1 1,1 0-1,0 0 0,0 0 0,0 0 85,13 5 573,1-2 1,1 1-1,-1-2 1,0 0-1,0-1 1,1-1-1,25-2 1,-20 1-355,0 1 0,-1 1 0,36 5 0,-52-5-320,0 0 0,-1 0 0,1 1 0,-1 0 0,1 0 0,-1 0 0,1 0 0,-1 0 0,0 0 0,0 1 0,0 0 0,-1-1 0,1 1 0,-1 0 0,1 1 0,-1-1 0,0 0 0,0 1 0,0-1 0,-1 1 0,1-1 0,-1 1 0,0 0 0,0-1 0,0 1 0,0 6-1,1 5-39,-1 0 0,0-1 0,-1 1 0,-1 0 0,-4 26 0,0-16-87,-1 0 0,-1 0 0,-2-1 0,-20 45 1,20-54 54,0 1 1,0-1-1,-1 0 1,-1-1-1,-1-1 1,0 1 0,-26 21-1,35-33-17,0 0-1,-1 0 1,1-1 0,-1 1-1,0-1 1,1 1 0,-1-1-1,0 0 1,0-1 0,-6 2-1,4-2-114,5 0 74,0 0-1,-1 0 1,1 0-1,0 0 1,0 0-1,0-1 1,-1 1-1,1-1 1,0 1-1,0-1 1,0 1-1,0-1 1,0 0-1,0 1 1,0-1-1,0 0 1,0 0-1,0 0 1,-1-1-1,-13-19-1429,6 1-126,-14-30-9852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33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6766 285 3652,'0'0'186,"0"-1"-1,0 0 0,0 1 1,0-1-1,0 1 0,0-1 1,0 1-1,-1-1 1,1 1-1,0-1 0,0 1 1,0-1-1,-1 1 0,1 0 1,0-1-1,-1 1 0,1-1 1,0 1-1,-1 0 0,1-1 1,-1 1-1,1 0 1,-1-1-1,1 1 0,-1 0 1,1 0-1,0-1 0,-1 1 1,1 0-1,-2 0 0,-14 4 3701,11-2 1489,-13 1-4991,12-2-254,0-1-1,0 0 0,-1 0 1,1-1-1,-9-1 1,13 1 10,-3 1-35,-68-5 349,70 5-346,0 0-30,-27-2 333,0-2 0,-45-10 0,12 2-180,53 10-199,-5 0 15,0 0 0,1-2 0,-1 0 0,-20-8-1,26 8-18,0 1 0,0 0 0,-1 1 0,-9-2 0,8 2-2,1 0 1,-1-1 0,-12-6 0,16 7-5,0-1 0,-1 1 0,1 1 0,-15-3 0,-21-5 130,-49-14-60,12 5-68,28 6-24,0 2-1,-1 2 1,1 3-1,-64 2 0,-113-6 2,-217 7-1,330 3 17,-45-3-9,-214-8-15,172 9 22,-138-5 26,-381-37-64,256 31 11,464 12 12,-381 12 60,-143 8-64,417-14 8,-133 16-53,59-4 23,58-12 47,91-3-46,-63 15-1,28-5 31,38-6-1,0 2 0,0 0-1,-36 18 1,26-11 5,-84 35 27,102-42-25,1 1 0,-32 19 0,-17 8 6,-69 36-41,125-62 8,1 0-1,1 1 1,-23 25-1,32-32 15,0 0-1,0 0 0,1 0 0,0 1 0,0-1 0,0 1 0,0 0 0,1 0 0,0 0 1,1 0-1,-1 0 0,1 0 0,0 1 0,0-1 0,1 10 0,2 6-2,0 0 0,1-1 0,9 28 0,-10-40 4,5 15-9,1 0 1,1-1-1,22 42 1,-6-23 24,33 44 1,-31-54-14,49 47 0,-39-44 4,-6-6-5,2-2 0,0-2 1,2 0-1,1-3 0,1-1 1,0-1-1,2-3 0,59 20 1,34 2 44,168 26 1,-295-64-48,381 57 39,-235-38 16,72 3-159,-17-3 69,127 20-29,36-14 50,-182-17-11,625 43-416,-547-42 345,-123-6 29,303-14-69,-419 8 137,455-35-83,-290 23 92,112-4-54,-56 6-33,-1-10 0,244-56 0,-260 21 1,-187 44 89,0-3 1,-1-2-1,44-26 0,-77 39 31,-1 0-1,0-1 0,0 0 0,-1 0 1,0-1-1,0 0 0,-1 0 0,0-1 1,0 0-1,0 0 0,-1 0 0,0-1 1,-1 0-1,0 0 0,-1 0 0,1 0 0,-2 0 1,1-1-1,-1 0 0,-1 1 0,0-1 1,0 0-1,-1 1 0,-1-15 0,-2-134 329,3 132-375,0 1 496,-3-33 0,3 57-461,-1-1 1,0 0-1,0 0 0,0 1 0,0-1 1,-1 1-1,1-1 0,0 1 0,-1-1 1,1 1-1,-1 0 0,1 0 0,-1 0 1,-3-2-1,3 2 30,0-1 99,1-1-37,-3-7-40,-1 1 0,0-1-1,-11-16 1,9 16 8,0-1 0,1 0-1,-6-14 1,-3-8 294,-1 1 0,-2 0 0,-25-34 1,-7-13 194,43 67-514,-2-1-1,0 1 1,0 0 0,-1 1-1,0 0 1,-1 0 0,-1 1-1,1 1 1,-1 0 0,-1 0-1,0 2 1,0-1 0,-1 2-1,1 0 1,-21-7 0,-142-46 406,158 54-313,-28-12 0,44 16-92,-16-2 34,-115-25 339,126 27-431,0 0 1,1 0-1,-1 1 1,-7 0-1,-3 0 77,11-1 31,0 0-1,0 0 1,0 0-1,0-1 1,0 0-1,0 0 1,1-1-1,-8-4 1,2 1 2,9 6 10,0-2-28,0 1 1,-1 0-1,1 0 1,-1 0-1,1 0 1,-1 0-1,0 1 1,1-1-1,-5 0 1,4 1-188,-4 0-9,-14-5-6624,11 13-2347,0 4-4750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35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10 7321,'4'-6'12024,"-5"6"-11788,-11-1 3050,-27 6-5183,33-3 3009,3-2-1055,-1 0-5,-7-1-32,0 1-1,0 0 1,-1 1-1,1 0 1,0 1-1,0 0 1,0 1-1,-14 5 1,-7 1-12,30-8-2,-12 8-1,10-6 6,0 0 0,1 1 0,0-1 0,-1 1 0,2 0 0,-1 0 0,0 1 1,1-1-1,-3 6 0,-10 15 72,12-20-61,0 1 0,0-1 0,1 1 0,0-1 0,0 1 0,0 0 0,1 0 0,0 0 0,-1 10 0,-1-1 8,2-7-9,0 1 0,0-1 0,0 0 0,1 1 0,2 13 0,-1 1 5,0-6-8,1 0 1,0 0-1,2-1 0,5 19 0,-5-17-16,-2-14-7,-1 0 1,1 0-1,0-1 1,0 1-1,0 0 0,1-1 1,-1 0-1,1 1 1,3 3-1,-1-3-10,5 7-28,1 0 1,0-1-1,1-1 0,0 0 1,16 9-1,-10-7-77,12 6 43,-12-11 105,1-1-1,30 6 0,-48-11-22,0 0-1,0 0 1,0 0-1,0 0 0,-1 0 1,1 0-1,0-1 1,0 1-1,0 0 0,0 0 1,0-1-1,-1 1 1,1 0-1,0-1 0,0 1 1,-1-1-1,1 1 1,1-2-1,2 0 10,3-2-2,1 0 0,-1 0 0,0-1-1,0 1 1,0-2 0,-1 1 0,0-1 0,0 0 0,0 0 0,-1-1 0,7-10 0,4-8 8,23-54-1,-12 21-19,-6 16-5,-11 20 162,15-24-1,-24 46-134,-1-1-1,0 0 1,1 0-1,-1 0 1,0 0-1,0 0 0,0 0 1,0 0-1,1 0 1,-1 1-1,0-1 0,-1 0 1,1 0-1,0 0 1,0 0-1,0 0 0,0 0 1,-1 0-1,0-1 1,0-2 54,0 0-40,0 1 0,0-1 1,0 1-1,-1 0 0,1 0 1,-1-1-1,0 1 0,0 0 1,0 0-1,0 1 0,0-1 1,-1 0-1,0 1 0,1-1 1,-1 1-1,-5-3 0,7 4-38,-18-13-120,-2 1 0,1 1 0,-2 1 1,0 1-1,0 1 0,-33-9 0,-22-10-858,68 24 408,-2 1 1,1 0-1,0 0 0,-1 1 1,1 1-1,-13-1 0,15 2-847,0 0 0,0 0 0,0 1 0,0 1 0,-8 1 0,-4 3-5599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3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0 5561,'0'0'8619,"0"2"-8223,-1 2-280,1-1 0,-1 0 0,0 0 0,0 0 0,0 0 0,0 0 1,-1-1-1,1 1 0,-1 0 0,0 0 0,0-1 0,0 1 0,0-1 0,0 0 0,0 0 0,-1 1 0,1-2 0,-1 1 0,1 0 0,-4 2 1,-7 5 293,1 0 0,1 2 0,0-1 1,0 2-1,1-1 0,0 1 1,-14 24-1,5-2 346,-27 66-1,33-62-364,-14 67-1,24-93-351,-1 10 4,0 0 1,1-1 0,2 1 0,0 1-1,1-1 1,1 0 0,2-1-1,0 1 1,1 0 0,12 38-1,-9-44-69,1 0 0,0-1 0,1 0 0,1 0 0,0-1 0,1 0 0,15 15 0,-20-24 7,0 0 0,1 0 0,-1-1 1,1 1-1,0-2 0,0 1 0,0-1 0,1 0 1,-1 0-1,1-1 0,-1 0 0,1 0 0,0-1 1,0 0-1,0-1 0,0 1 0,0-1 0,0-1 1,-1 0-1,1 0 0,0 0 0,0-1 0,-1 0 1,1-1-1,13-6 0,11-5-8,2-2 8,50-31 1,-52 27 40,-10 6 62,32-25 0,-48 34-66,0 0 0,-1-1-1,1 0 1,-1 1 0,-1-2 0,1 1-1,-1 0 1,0-1 0,5-13-1,-2 2 107,-5 14-85,0 1 1,-1-1-1,1 1 1,-1-1 0,0 1-1,0-1 1,-1 0-1,1 0 1,-1 1-1,1-1 1,-1 0 0,0 0-1,-1 1 1,1-1-1,-1 0 1,-1-5-1,-90-210 595,26 72-816,53 114-10,-26-58-3197,38 89 1647,-22-1-5887,3 3-396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3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9 6601,'3'-7'10612,"-8"5"-6107,-17 7-5198,0 0 1008,-1-2-268,0 2-1,0 0 1,1 1 0,-41 18-1,49-19-27,-66 30-77,73-31 62,-1 1 1,1 0-1,0 0 0,1 0 1,-1 1-1,1 0 0,-10 12 1,0 3-15,-15 27 1,16-24-24,-11 36 55,20-49-17,0 0-1,1 0 1,0 1-1,1 0 1,0 0 0,1 0-1,0 0 1,1 0-1,-2 21 1,3 12 22,5 59 1,-3-90-35,3 21 8,1 0 0,2 0 0,1-1 1,1 0-1,22 49 0,-27-74 0,1-1-1,0 1 1,0-1-1,1 0 1,0 0 0,0 0-1,1-1 1,0 0-1,0 0 1,1-1 0,-1 0-1,1 0 1,1-1-1,-1 0 1,1-1 0,0 1-1,0-2 1,1 1-1,-1-1 1,11 2 0,-6-3-4,0 0 0,0 0-1,0-2 1,0 0 0,0 0 0,0-1 0,0-1 0,0 0 0,16-5 0,10-8-16,0-2-1,-2-2 1,0-1 0,-1-2-1,57-44 1,-71 47 56,-1-1-1,35-41 1,-47 48-14,0-1 0,-2 1 0,12-23 0,13-21 211,-28 50-184,0-1 0,-1 0-1,0 0 1,0 0 0,-1-1 0,0 1-1,0-1 1,-1 0 0,0 0 0,-1 0-1,1 0 1,-2 0 0,0-15 0,-4-12 111,3 27-97,0-1 0,0 1 0,0 0 0,-1 0 0,-1-1 0,0 1 0,0 1 0,-1-1 1,1 0-1,-2 1 0,-8-13 0,-8-7 247,13 15-155,-2 1 0,1 0 0,-1 1 0,-1 0 0,-23-18 0,22 21-54,0 0 0,-1 1 1,-20-9-1,-63-14 83,82 26-125,6 2-5,0 0 1,0 0-1,-1 0 0,-8 0 0,15 2 153,-16-2 12,4-1-90,11 3 156,0-1-154,-63-9 720,63 9-709,0 1-55,-28 0 52,28 0 168,0 1-310,-1 1 1222,-11 3-5159,17-16-2812,4-5 749,-7-8-3793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7246,'0'-12'930,"0"1"281,0-3-622,0 6-112,0 1-237,0 7 1,0 7 139,0 5 1,0 4-256,0 1 1,0 1-1,0-1-90,0 0 0,0 1 1,2-1-1,2 1 106,2-1 1,-1 1 0,-5-1-417,0 1 0,6-1 183,0 1 0,0-1 0,-4-1 0,2-3 5,2-1 1,-1-6-144,-5 5 0,0-5-523,0 6-817,0-8 817,0 3 0,2-9 0,2-3 753,2-7 0,0-4 0,-14-1 0,-2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7717,'16'-12'-120,"-5"1"0,-1 7 0,-6-4 345,2 0 1,7 6-275,-1-3 0,-2-3 0,1 2 106,3 2 1,-5 2 0,3 2 63,2 0 0,1-6 0,3 0-93,-1 3 0,1 1 0,-1 2-41,1 0 0,-7 0 0,-1 2-81,-2 3 0,3-1 0,-5 8 13,-2 2 1,-2 1 0,-2 3 60,0-1 1,0-5 0,0-1 19,0 3 1,-8-1 41,-3-1 1,-5 2 24,-1-9 1,-1 1-183,1-6 1,-1 0-482,1 0 438,-1 0 1,7 0 0,1-2 157,2-3 0,2 3 0,6-6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1 8068,'-11'0'106,"-1"0"0,8 8 0,-4 1-91,1 1 1,3 6 0,-6-5 13,2 5 0,-3 1 0,3 1 1,0-1-1,0 1 0,3-1 1,-1 1-1,0-1 0,2 1 0,0-1 1,0 2-1,-1 3 0,1 1-55,2-2 0,0-1 1,-2-3 9,-2 1 0,0 5 0,6 0 0,0-1 37,0-3 1,0-2-1,0 1 1,0-1 41,0 1 1,0-1 0,2 1-1,2-1 16,2 1 0,7-1 0,-1 1 8,4-1 0,-5-1 0,1-3 0,1-3 0,3-2 1,-4 3 0,-1-5 0,3-2-71,1-2 1,3-2 0,-1 0 0,1 0-108,-1 0 1,1 0-1,-3-2-10,-3-4 1,3 4-1273,-3-4 1372,-4 5 0,7-7 0,-5-2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18 245 6904,'0'12'263,"2"-2"-181,4-3 1,-4 1 111,4-2-54,-4-4-11,-2 13-31,0-13-120,-8 6 0,6-10-7,-4-4 1,4-3 0,2-9 14,0 1 0,0-1 0,0 1-20,0-1 1,0 1 0,-2-1-32,-4 1 1,4 5 0,-3 1 3,3-3 1,2-2 57,0-1 1,2 1 0,3 3 46,7 1 0,-2 6 1,1-3-37,3 1 1,-4 0 0,1 4 178,3-2 0,1 1-104,3 5 0,-6 0 0,-1 0-20,3 0 0,-5 0-40,3 0 1,-6 0 39,6 0 1,-3 7-31,3 5 1,-2 2 0,-7-1-4,3-1 1,6 0-1,-6 5-74,-2 0 0,0 1 0,-1-1 55,3 1 0,0-7 1,-4 1-17,4 2 0,-4 1 0,4 3-38,-4-1 1,-2-5-1,0-1-168,0 3 0,0 2-745,0 1 635,0-7 0,0-1 321,0-3 0,0-4 0,0 6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6774,'2'9'657,"4"-3"-636,6-4 1,-3-2 0,3 0 0,2 0-251,1 0 1,3 0 228,-1 0 0,1-8 0,-1-1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8189,'17'8'102,"-5"-4"1,-2 8-1,-1-1-59,1-1 1,-6 6 0,4-5-120,-1 5 1,-5 1 0,6-1 0,-2-3-193,0-1 0,0-6 0,-4 4-199,3-3 0,-1 5 467,8-6 0,-8 0 0,4-6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18 7893,'0'-10'460,"0"3"-394,0 7 0,-2 5 0,-1 3 0,-3 2-9,2 3 0,2 3 0,0 1-41,-4 1 1,4-1-1,-4 1-116,4-1 1,2 1-1,-2-1-430,-3 1 0,3-1-528,-4 1 1058,4-9 0,2 7 0,0-6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7742,'17'0'-191,"1"0"1,-7 0 121,1 0 1,-6 0 0,4-2 161,-3-4 1,1 4-1,-4-6 36,2 1 0,0 3-140,-6-8 1,0 6 106,0-5-73,0 7 1,-8-4 9,-4 8 1,-3 0-61,-3 0 1,7 6 0,1 2-1,0-1 24,0 1 1,7 6 74,-3-3 1,4-1 0,2 2 14,0 1 0,0 3-39,0 1 1,6 1-1,-1-1-43,-1 1 1,4-7 0,0-1-186,2-2 0,-5-2 0,7-6-124,2 0 1,1 0 0,3 0-1,-1 0 304,1 0 0,-1-16 0,0-3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 7292,'9'-8'-132,"1"6"305,-4-4 0,4 4-63,7 2 0,1 0 1,-1 2-53,1 4 1,-7-4-1,1 6-42,1 0 1,-3-4 0,2 5-1,-1 1-66,-1 0 0,-2-5 1,-6 5-1,2 0-8,1 0 0,1-5 0,-6 7-133,0 2 0,0-5 150,0 3 1,-2-8-1,-2 4 1,-3-3-41,-3 1 1,4 0-8,-5-6 120,-1 0 0,2-2 0,4-4 139,4-5 1,8-5 0,2-1-80,2-1 1,-6 1-1,3-1-51,1 1 1,-4-1-1,8 1-231,1-1 1,-3 7-158,2-1 1,-1 8 346,7-2 0,-9 12 0,-1 4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 7166,'0'9'166,"0"7"-154,0-5 1,6 5 38,0 1 1,7-1-1,-3-3-41,0-1 1,3-6-1,-5 4 8,2-3 0,-4-1 0,5-6-9,3 0 1,-4 0-1,1 0-3,3 0 0,-1-2 0,1-2 0,-4-3-12,-3-3 0,5 4 0,-4-4 28,2 3 0,-7-7 113,3 2 0,-4-3 18,-2-3-114,0 9 12,0-7-98,0 14 0,0-4 31,0 12 1,0-2-1,0 8-9,0 1 1,0 3-1,0 1 6,0 1 0,0-1 0,2-1 0,2-3 10,2-1 0,0 0 0,-6 5 8,0 1 0,6-1 1,-1 1 6,-1-1 0,-2 0 1,-2 1-8,0-1 0,0 1 0,0-1 4,0 1 0,0-1 2,0 1 1,-6-1 0,-1 1 30,-3-1 0,4-7 0,-4-2 1,1-3 183,-1 1 0,-2 0-36,-5-6 0,-1 0-83,1 0 0,-1-2 0,3-4-43,3-5 0,-3 1-70,3-2 0,2 3-109,-1-3 1,5 4 0,-6 8 83,-1 0 0,3 0 37,-2 0 0,1 0 0,-7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36 6622,'0'-10'944,"0"1"-987,0 3 1,-2 4 245,-4-4 0,2 4-214,-8 2 1,6 0 0,-5 2 38,-3 4 1,4-2 0,-1 7 6,-3 3 1,5 1 0,-1 3 26,2-1 0,2 1 0,6-1-6,0 1 0,0-1 0,0 1 110,0-1 1,8-5-1,4-3-43,3-1 1,3 4-1,-1-6 1,1-2-112,-1-3 0,1-1 1,-1 0-14,0 0 1,1 0 0,-1 0-1,1 0-505,-1 0 1,1-5-1,-3-3 1,-1 0-397,-2 0 902,-1-5 0,7 3 0,-1-7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 7524,'0'-10'415,"0"4"0,0 12-333,0 6 0,0-2 1,0 1-1,0 3 32,0 1 1,0 3 0,0-1-1,0 1-101,0-1 0,0 1 1,0 1-1,0 2 8,0 3 1,0-1 0,0-4 0,0 3-246,0 1 0,0 0 0,0-5-22,0-1 0,0 1-559,0-1-6,0 1 811,8-1 0,2-7 0,7-2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 6768,'0'18'248,"0"-6"0,0-1 0,0 3-314,0 1 1,0 3 0,0-1 99,0 1 0,0-7 0,2 1 65,4 2 1,-2-7-1,7 1-50,3 0 1,-4-6 0,1 4 18,3-4 0,-4-2-30,1 0 1,-1-2 0,3-2 0,-3-4 50,-2-2 1,0 4 0,-4-5 23,1-3 1,1-1 0,-6-3-55,0 1 1,0-1 0,0 1-110,0-1 1,-6 1 0,-1-1-123,-3 1 0,4 7 0,-6 4 73,-1 5 0,3 1 0,-1 0-104,-3 0 0,4 5 0,1 3 0,-1 0 203,0 0 0,6 5 0,-3-3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52 6740,'0'-9'199,"-6"-1"0,-2 6 9,-1-2 1,3 1-42,-6 5 0,6-6-184,-5 0 1,-1 0-1,-5 6-92,-1 0 0,1 8 61,-1 3 0,7-3 0,1 0 32,2 0 1,2-4 216,6 7-79,0-7 1,8 10-67,4-8 0,-3-1 0,3-5-27,2 0 0,1 2 1,3 2-30,-1 2 1,-5 0-4,-1-6 0,1 2 15,5 4 0,-1-3-47,-4 9 1,1-6 23,-7 6 0,0-7 1,-6 7 0,0-6 8,0 6 1,-2-3 46,-4 3 0,-4 1 6,-7-7 1,-1 0-40,1-6 1,5 0 0,1 0 14,-3 0 1,4 0-322,-1 0 0,1-2-826,-2-4 1120,-3 4 0,13-5 0,-6 7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88 7880,'12'0'-738,"0"0"0,-6 0 1089,5 0-237,1-7 0,3 3-84,-3-8 0,-2 8 72,-5-2-103,-3-3 0,4 1 39,-12-4 1,3-1 38,-9 7 1,6 0-3,-6 6 0,7 0-58,-7 0-35,0 0 1,-3 2 0,1 2-2,3 2 1,7 1 0,-4-3 0,2 4 11,0 2 0,-5-4 1,3 3-1,0 1 13,0 0 1,3-5 317,5 7-195,0 0 1,1 5-50,5 1 1,-2-9 0,8-1-1,1 0 1,-3-6 0,2 4-33,1-4 0,-3-2 0,2 0 33,1 0 1,-3 0 69,2 0 1,-1 0-128,7 0 1,-7 0-569,1 0-199,-8 0-156,11 0 899,-13 0 0,14-8 0,-6-2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70 6928,'11'0'0,"1"0"0,-8 0 0,4 0 0,-8-7-257,0 5 0,2-6-201,4 8 508,-5 0-18,7 0 0,-8-2-176,0-4 320,0 4 0,0-8 99,0 5 1,-2 3 74,-4-4 0,5 2 419,-5-2-244,4 4-402,2-6 1,0 10-189,0 4 0,0 4 0,0 7 0,0 1 30,0-1 1,0 7 0,0-1 0,0 0-1,0 2 0,0-3 0,0 5 0,0-2-48,0-4 0,0-1 1,0-3-1,0 1-112,0-1 0,0-5 0,0 0-194,0 1 1,0-3-23,0 1 0,0-9 411,0-2 0,0-2 0,0-9 0,0-9 0,0-7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0 123 7706,'0'-18'-659,"0"1"690,0-1 1,8 1 159,4-1 0,-3 9 1,3 1-1,2 0 1,-5 6-1,3-4-70,2 5 0,-5 1 1,3 0-2,1 0 1,3 0 0,1 0-178,1 0 1,-6 2-1,-1 1 1,3 5-52,1 2 0,-3-4 1,0 5 45,1 3 1,1 1 0,-3 3-17,-5-1 0,2 1 1,-2-1 40,-2 1 1,-2-7 0,-4-1 23,-4-2 1,-4 3 0,-7-5 1,-1-2 0,7-2 1,-1-2-1,-2 0-46,-1 0 0,3 0 0,1 0 0,-3 0-164,-2 0 1,-1 2-1,0 2-173,-1 2 0,1 0 394,-1-6 0,8 0 0,3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315 0 5939,'-10'0'661,"2"0"-583,1 0 0,3 0-2,-8 0 1,6 0-35,-5 0 1,5 0 0,-4 2-22,2 4 1,-5-4-16,1 4 0,4-2 1,1 0 37,-1 1 1,0 9-34,-4-2 1,-1-3 0,5 3-20,-2 2 0,6-5 1,-3 1-1,1 0 5,0-1 1,-6 3 0,7 6 0,-1-3 11,-2-3 1,0 3-1,-5-3 1,3 3 2,2 3 1,-3-1-1,3 1-7,-2-1 0,6 1 0,-2-1 0,4 1 1,2-1 1,0 1 0,0 1 0,0 2-9,0 3 1,0-1 0,2-6 16,4 1 1,2-1-1,6 1 1,-5-1 37,-1 1 0,4-7 0,-7 1 0,1 0-18,2-3 1,-6 7-1,6-6 1,-2 1-10,-1 1 1,7-6-1,-4 3-22,2-1 0,-5 0-5,7-2 1,-6-4 0,3 5-134,-1 1 0,0-6-65,-2 4 0,-2-4 0,7-2-271,3 0 1,-4 0 469,1 0 0,1 0 0,5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1 175 6401,'15'2'224,"-3"4"6,-5-4 0,-7 8-62,0-5 0,0 5-15,0 8 0,0-1-66,0 1 1,0-1-105,0 0 0,0-5-154,0 0 56,0-8 61,0 3 1,0-9-19,0-3 0,0-5 0,0-8 18,0 1 1,0 0 0,0-1-1,0 1 0,0-1 1,0 1-1,0-1 1,2 1 46,4-1 0,-4 1 0,4-1-3,-4 1 1,0 1 0,2 3 71,2 1 0,1 2 24,-1-1 1,4-3-60,7 8 0,-5 1 1,0 5 11,1 0 1,3 0 10,1 0 0,1 0 0,-3 2-9,-3 3 0,1-1 1,-5 6-1,0 0 18,0-1 1,3 3 0,-3 5-46,2 1 1,-4-1 0,3 1-1,-1-1 11,-4 1 0,0-7 0,0 1 0,2 2-139,-3 1 0,1-3 1,0-1-256,2 3 0,0-4-500,-6 1 869,0-7 0,0 12 0,0-7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7770,'18'0'-167,"-1"0"0,1 0 0,-1 0 1,1 0-106,-1 0 0,0 6 1,1 0 271,-1-2 0,1-2 0,-1-2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7832,'18'0'137,"-1"0"1,1 8-1,-1 4-7,0 3 1,1 3 0,-3-1-245,-3 1 0,4-3 0,-7-1 1,3-4-32,0-3 1,-7 5 0,5-4-1339,-2 1 1483,5-5 0,-11 4 0,6-8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0 7879,'-12'8'-72,"1"3"96,-3 5 0,6 1 0,1 1-135,-1-1 1,6 1 0,-4-1-412,4 1 522,2-1 0,0 1 0,0-1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88 7804,'17'0'-307,"1"0"1,-8-2 0,-3-2 183,1-1 1,-4-1-1,6 4 196,-3-4 1,1 2-1,-2-8 0,-4 7 59,4-7 1,-12 8-96,-6-2 1,3-1-1,-3 1 15,-2 2 0,-1 2 0,-1 4-40,5 4 1,-3-2 27,8 7 1,-5 1 26,5 5 1,0 1-1,6-1-3,0 1 0,0-7 0,0 1-18,0 2 1,2-5 0,4 3-113,5 1 0,5-5 1,1-2-213,1-4 0,-1-2 0,1 0-513,-1 0 791,1 0 0,-1 0 0,1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7646,'7'-10'-129,"3"2"129,7 8 0,-5 0 0,0 0 132,1 0 1,3 0-83,1 0 1,1 0 0,-3 2 14,-3 4 0,2 4 0,-9 7-264,-1 1 1,-2-7 0,-2 1 1,0 2 1,0 1-1,-2 1-47,-4-5 537,4 5-233,-13-14 1,11 6 0,-6-10 168,3-4 0,1 2 1,6-8-184,0-1 1,0-3-1,2-1 1,2-1-48,1 1 0,3 5 0,-4 0-287,2-1 1,7-3 189,-1-1 0,-2 7 0,-1 2 1,1 3 97,0-1 0,-6 0 0,4 6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7730,'0'17'-393,"0"0"515,0 1 1,2-1 0,1 1-163,3-1 1,6-5 0,-4-2 98,1-3 0,-3 1 0,6-4 14,1 2 1,-3 0 0,2-6-98,1 0 1,-3 0 0,2-2-29,1-4 1,-5 2 0,0-6 0,-2 1 48,-1-1 0,7 4 1,-6-5 19,-2-3 0,-2-2 34,-2-1 1,0 5 49,0 1-134,0 7 0,6-2 23,-1 12 0,3 3 0,-4 9-5,2-1 0,0-5 0,-6 0 0,2 1 0,3 3 0,-3 1 0,4 1-10,-4-1 1,-2 1-1,0-1 1,0 1-13,0-1 1,0 1 0,0-1 22,0 0 1,0-5 0,0 0-9,0 1 1,-8 3 66,-3 1 0,1-7 1,0-2 229,3 0 0,-7-7-151,2 5 1,3-4-16,-3-2 1,0 0-65,-5 0 1,5 0 0,2-2 0,1-2-93,-1-1 0,6-3 0,-4 4 1,3-4-503,-1-2 1,-8 5 548,3-7 0,-5 0 0,-1-5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18 7340,'10'-2'-249,"-5"-4"0,-5 4 430,-5-4 1,1 5-59,-8 1 0,6 0 0,-5 0-18,-3 0 0,-1 5 0,-3 3 27,1 2 0,-1-4 0,1 5-55,-1 3 1,7 1 0,1 3 0,2-1-61,4 1 1,2-1-1,2 1 1,0-1 98,0 1 0,0-1 1,2 1-57,4-1 1,2-5-1,5-3 1,-1 1-48,2 0 0,3-6 0,4 2 0,3-5-97,-3-1 0,0 0 0,1 0 1,1 0-260,-2 0 0,-1 0 1,-3 0-1,1-1 3,-1-5 0,1-2 0,-1-6 340,1 3 0,-1-1 0,0-5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 8487,'-9'2'-244,"3"4"300,4 5 0,2 5 0,0 1 1,0 1-31,0-1 1,0 1 0,0-1-1,0 1-16,0-1 0,6 6 0,0 1 0,-3-3-34,-1-2 1,4-1 0,0-1-1,-2 1-122,-2-1 1,-2 1-1,2-1-27,4 1 1,-5-7-1,7-1 1,-2 0 26,0-1 1,2-5-1,-3 2 146,7-4 0,11-2 0,5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70 7875,'-9'-2'-1343,"1"-2"1601,0-2 1,4 0-174,-8 6 1,9 2-1,-3 4 133,4 6 1,2 3-244,0 3 1,2-1 95,4 1 0,-3-3 1,9-3-29,2-6 1,-5-4 0,3-2 25,2 0 0,1 0 0,3 0-70,-1 0 1,1-8 0,-3-4 19,-3-3 0,-3 3 0,-5 0 13,2-1 0,0-3 0,-6-1-98,0-1 1,-8 1 64,-3-1 0,-5 9 0,-1 3-326,-1 4 0,1 2 1,1 2 6,4 4 0,-1-2 1,5 7 319,-2 3 0,7 1 0,-5 3 0,8-1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35 7346,'10'-7'-1526,"-3"3"2387,-7-8-395,0 8 0,-2-3-376,-3 7 0,1 0-98,-8 0 1,8 2-69,-2 3 1,5 5 70,1 7 1,1-5 0,5 0-12,6 1 1,1-3-1,1 0 1,-2-1 29,1 1 1,-3-6 0,2 4 5,1 0 1,3 1-40,1 9 0,-7-7 1,-2-1-6,-1-2 0,-5 0 0,2-5 8,-8 3 1,1 0 0,-9-6 0,-2 0-202,-1 0 1,-3 6 0,1 0-147,-1-2 1,1-2 362,-1-2 0,9-8 0,1-2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87 7833,'17'0'0,"1"0"0,-1 0 5,1 0 1,-1-5 0,1-1 288,-1 2 0,1 0-583,-1-2 1,-1 2 271,-5-7-4,-3 7-101,-8-12 0,-8 12 32,-3-7 0,-5 7 1,-1-2 65,-1 4 1,6 2-1,3 2 1,-1 2 22,0 2 1,6 7-12,-1-1 1,3 3 0,2 3 0,0-1 52,0 1 0,0-1 0,0 1 171,0-1 1,0 1 0,2-1-79,3 1 0,-1-9 0,6-1-39,-2 0 1,5-6 38,-1 4 1,4-4-135,1-2 0,1 0 0,-1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210 53 7569,'0'-17'-647,"0"5"722,0 0 1,-8 8-75,-4-1 0,2 3 1,-1 2 45,-3 0 0,5 0 0,-3 0-56,-2 0 0,-1 2 1,-3 1-31,1 3 0,5 6 0,3-4 0,-1-1 36,0 1 0,6 6 0,-2-3-36,4 5 1,2-4 0,2-1 41,4 3 0,-2-6 0,6-1 0,0-1 25,-1 0 1,3 0 0,5-6 3,1 0 1,-1 0 0,1 0 9,-1 0 0,-5-2 0,-1-2 35,3-2 1,-4-6-1,-1 5 98,-1-3 1,0 4-88,-2-5 0,-4 5 49,4-6 50,-4 0-133,-2 3-131,0 1 0,0 10 12,0 4 1,0-2 0,0 7 0,0 3-8,0 1 0,0 3 0,0-1 45,0 1 1,1-1 0,3 1 0,2-1 23,-2 1 1,-2-7-1,0 1 1,2 2-15,2 1 1,-1-3 0,-5-1 0,0 3 0,0 1 0,-1 1 35,-5-4 1,4-3 0,-6-5 80,0 2 1,4 0-1,-7-4-15,-3 4 0,4-4 0,-1 3-52,-3-3 0,-1-2 0,-3 0-37,1 0 0,5 0 0,0-2 11,-1-3 1,-3 3 0,-1-4 0,1 2-416,5-2 0,-5 4-29,5-4 1,3 2-228,2-1 664,4 3 0,10-14 0,1 6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70 6702,'2'-11'118,"3"-1"1,-5 2 21,0-1 0,-2-3-110,-9 8 0,-1 1 1,-5 5-4,-1 0 0,7 0 0,-1 0 0,-2 0-47,-1 0 1,-3 7 0,1 3-40,-1 0 0,1 5 40,-1-3 0,3 3 12,3 3 0,5-1 33,7 1 1,0-7 0,2 1 63,3 2 0,-1-7 0,8 1-24,1 0 0,-3-6 0,2 4-50,1-4 1,3-2 0,1 0-5,1 0 0,-7 0 1,1 0-47,2 0 0,1 0 1,1-2-1,-3-2-26,-1-2 0,-6-6 1,3 5 45,-1-3 1,4-2 63,-6-5 1,0-1-11,-6 1 1,0-1-1,0 1-8,0 0 4,0-1-83,0 8 31,0 3 0,0 20 12,0 5 0,-2-3 0,-2-3 2,-2 1 1,0 3-1,6 1-127,0 1 0,2-7 0,2 1-125,2 2 0,0-5 0,-5 1-96,5-2 350,4-2 0,7 1 0,1 3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6794,'9'18'110,"1"-9"0,-6-1-26,2 0 0,0-4 1,-4 5-57,3-1 1,-3 6 24,4-3 0,2-1 1,-2 2-148,-2 1 0,-3-3-218,-1 2 169,0-9 108,0 5 20,0-8 0,0-8 21,0-3 1,0-5-1,2-1 0,4-1 0,-2 1 1,6-1-1,-2 1-2,-5 0 1,5 5 0,0 0 19,2-1 0,-4 5 1,3 0-1,1 2-17,0 0 0,-5 1 1,7 5 20,2 0 0,-5 0 0,1 2-6,-2 3 1,3-1 0,-3 8-23,2 2 1,-6 1 0,4 1 0,-3-3 2,1-1 0,0-1 0,-6 7-46,0-1 0,0-5 0,0 0-105,0 1 0,0-3-33,0 2 135,0-1 1,-2-1 71,-4-4 0,2-4 8,-7-2 0,7-8 21,-2-4 1,4 3-55,2-3 0,0 0-7,0-5 1,8-1 0,4 1 1,3 1 0,3 3 8,-1 1 0,-5 8 0,-1-2 0,1 3 42,-2-3 0,5 4 86,-3-4 0,3 4-100,3 2 1,-1 0-1,-1 2 80,-5 4 0,3-2 0,-8 7-76,-2 3 0,3-4 0,-1 1-123,-2 3 0,-2 1-161,-2 3 0,0-1-118,0 1 1,0-7 365,0 1 0,-8-8 0,-1 4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87 6776,'7'10'-584,"-3"-2"676,8-8 0,-1 0 0,5-2 45,-4-4 1,-3 4 0,-5-6-10,2 1 1,6 3-53,-7-8 0,3 8 1,-4-3-10,2-1 0,0 4-17,-6-8 1,0 6-41,0-5 0,-2 7 20,-4-2 1,2 4 0,-8 2-26,-1 0 0,3 0 1,-1 0-36,-3 0 0,4 0 0,-1 0 7,-3 0 1,-1 0-40,-3 0 0,6 8 17,1 4 1,5-3-1,-4 3 93,2 1 0,3-3 0,3 0-22,-4-2 1,4 5 152,-4-1 1,4-2-70,2 1 1,6 1 0,2 3 6,1-3 1,-3-2 0,6-6-27,2 1 0,-5 1 0,1-4 25,-2 4 1,5-4-44,-1 4 1,3-4-188,3-2 0,-6 0-316,-1 0 1,-5 0-131,6 0 0,-7 0 560,7 0 0,-8-8 0,4-2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7273,'17'0'-168,"1"0"0,-1 0 263,1 0 0,-6 0 0,-1 0 0,3 0 91,1 0 1,-3 0 0,0 2-130,1 4 0,3 1 0,-1 7 0,-3-2-40,-6 1 1,1-3 0,1 1 0,0 3-15,0 2 0,3 1 1,-3-1-1,0-3-21,0-1 1,3-1 0,-5 7 0,0-1 18,2 1 0,-6-1 0,5-1 0,-1-3-10,0-1 1,0 0-1,-6 5 1,0 1 4,0-1 0,0 1 1,0-1-1,0 0 5,0 1 1,0-1 0,0 1 15,0-1 0,0 1 0,0-1 89,0 1 1,0-1-1,0 1-9,0-1 0,-2 1 0,-2-1-9,-2 0 1,-5-5 0,3 0-28,-2 1 0,4-3-67,-5 2 1,5-8 0,-4 3-442,2 1-404,-5-6-463,3 6 1314,-7-8 0,-1-8 0,1-2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7786,'11'0'-1297,"1"0"1553,0 0 0,5 0-268,0 0 0,-5 0 26,0 0 0,-1 0-62,7 0 0,-7 0-663,1 0 585,0 0 1,-1 0 125,1 0 0,-8 0 0,4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7735,'17'0'51,"1"0"0,-6 0 15,-1 0 0,-5 0 1,6 0-103,1 0 1,-3 0-405,2 0 1,-1 0-439,7 0 878,-1 0 0,1 8 0,-1 2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7436,'10'2'313,"-4"4"-216,-4-4 0,0 14-40,4-5 0,-4 5 0,3 1 0,-1-1-59,2-5 0,-4 5 0,4-4 0,-4 3-46,-2 3 0,0-1 0,0 1 0,0-1-87,0 0 1,6-5 0,0 0 41,-3 1 0,-1-3-861,-2 2 954,0-8 0,0 3 0,0-7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0 105 7730,'8'-18'-140,"-4"3"1,6 1-1,0 5 204,-1 1 0,-3 0 0,6 4 49,1-2 0,1-1 1,-1 3-1,-1-2-27,2 2 1,-5 2-1,3 2-40,2 0 1,1 0 0,3 0-66,-1 0 1,-1 2 0,-3 2 0,-1 2-21,1-2 1,-3 3 0,2 1 31,1 2 0,-3-1 0,0 5-69,-3-2 0,-1-1 1,-6 7 41,0-1 1,0-5 0,-2-2 0,-3-1-37,-7 1 0,-2-4 0,1 4 1,1-1-31,-1 1 1,-5-6 0,-1 4 0,-1-3-131,5 1 0,1 0-132,-3-6 362,7 0 0,2-15 0,8-5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1 7365,'-17'0'161,"0"0"0,5 0 0,0 0-93,-1 0 1,-3 2-1,-1 3-79,-1 7 1,9-2-1,1 1 1,2 3 44,0 1 1,-6 3 0,7 1-1,1 3-30,2 1 1,-4 0 0,0-5 0,2-1-45,2 1 1,2 7-124,0 4 1,0-4-1,0-2 1,2-5-76,4-6 0,-2 1 0,8-7 0,-1 0 238,-1 2 0,13-7 0,-3 7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0 297 7625,'8'10'-21,"-6"-3"278,6-7-147,-8 0 0,0-2 0,2-1-29,3-3 1,-3-8 0,6 4-41,0 1 0,-6-7 0,6 5-67,-1-5 1,-5-1 0,4-1-1,-2 1 30,2-1 0,-4 1 0,4-1 1,-4 1 15,-2-1 0,5 7 0,1-1-47,-2-2 0,4-1-45,-2-3 0,7 9 15,-1 3 1,-2 4-1,1 2 36,3 0 1,-4 8 0,-1 3 11,-1 5 0,6 1 0,-5 1 5,1-1 0,4 1 0,-9-1 0,1 1 3,2-1 1,-6 1 0,6-1-53,-1 1 1,-5-1 0,4 1-148,-4-1 0,4 0 41,0 1 0,2-8 0,-5-3-179,3 1 0,2-6 338,-2 4 0,-4-4 0,6-10 0,-8-2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 7326,'10'-8'124,"5"6"1,-3-3-86,3 3 0,3 2 0,-1 0 0,1 0-75,-1 0 1,-5 0-1,0 0-276,1 0 1,-3 5-1,1 1 312,3-2 0,9-2 0,5-2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7697,'18'0'-147,"-1"0"1,1 0 244,-1 0 0,-5 2 0,-1 1 0,1 5-5,-2 2 1,3 2 0,-5 5-105,2 0 1,-6 1 0,2-1 0,-3 1-64,3-1 0,-4 1 1,4-1-1,-4 3 75,-2 3 0,6-4 0,0 5 0,-3-5-21,-1-1 1,-2-1 0,0 0-9,0 1 1,0-1 0,0 1-73,0-1 1,-2-1 0,-1-3-1,-3-1 1,-6 0 99,6 5 0,-7-7 0,3-2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 7574,'-10'8'56,"4"3"1,4 5-1,2 1-49,0 1 0,0-1 0,0 1 1,0-1-1,0 1-72,0-1 0,2 1 0,2-1-84,2 0 1,0-5 0,-4-2 0,1 0-122,3-1-492,0-5 762,-6 4 0,0-8 0,0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0 123 7085,'0'-18'0,"0"1"-203,0-1 0,0 7 0,0-1 474,0-1 1,2 5-1,4 0-138,6 0 0,-3 6 1,3-3-190,1 3 1,3 2-1,1 0 87,1 0 1,-1 0 0,1 2 0,-1 1-18,1 3 0,-3 2 0,-1-4 0,-2 4-31,1 1 0,-3-3 0,0 6-31,-3 1 1,5 3-67,-6 1 0,-2 1 74,-10-1 0,-4-1 0,-7-3-11,-1-1 0,1-2 1,-1 1 2,1-5 0,-1-4 0,1-2 7,-1 0 0,7 0 1,-1 0-141,-1 0 0,3 0 181,-2 0 0,8-8 0,-3-1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298 1 6396,'-18'0'-424,"1"0"906,-1 0 1,1 0 0,-1 0-374,1 0 0,-1 2 0,1 3 1,-1 5-53,1 0 1,-1 5 0,1-3-1,1 4-35,5 1 0,-5 2 0,7 3 0,-1 1-16,4-2 0,-2-1 0,2-3 0,3 1 0,1-1 1,2 1 0,2-1-1,1 1-17,3-1 0,6 1 0,-4-3 1,1-1-55,5-3 0,2-5 0,3 4 0,2-2-59,3-5 1,1 5 0,-4-2-1,2-2 124,-1-2 0,5-2 0,0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7437,'17'0'113,"-1"2"0,-3 2 1,-1 4-31,2 1 0,1 3 1,3 3-58,-1-3 1,-5 4 0,-1-7 0,1 3-276,-2 0 0,-1-7 0,-3 7-197,6 2 1,-2-7 445,1-1 0,1 4 0,5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0 6776,'-10'18'97,"-4"-7"1,7 1 0,-1 1 70,0 3 0,-4 1 0,5 1-121,-3-1 1,0 1 0,-1-1-213,5 1 1,-2-1-1,2 1-149,2-1 1,2-5 313,2-1 0,0-7 0,0 4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87 7811,'12'0'-1127,"-1"0"1110,-7 0 0,6 0 79,-4 0 0,-4-2-61,4-3 1,-4 1-1,-2-8 2,0-2 0,0 5 38,0-3 1,-2 2-1,-4-1 78,-6 5 0,2 4-43,-1 2 0,-1 0-14,-5 0 1,7 2 0,2 4-23,0 5 0,1 5 1,-5 1 11,6 1 0,4-1 0,2 1-5,0-1 0,0 1 0,2-3 11,4-3 0,-2 1 0,8-7-82,1-2 0,3 4 1,1-2-175,1-2 0,-1-2 0,1-2 1,-1 0-127,0 0 0,-5-2 0,0-2 324,1-2 0,-5-8 0,0 5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7811,'17'-2'-25,"1"-4"1,-1 4 0,1-4 22,-1 4 1,-5 2 0,-1 0 0,1 2 0,0 2 0,-1 4 22,3 2-49,1 1 1,-3 7-1,-2-1-7,-2 1 0,-3-1-24,-5 1 1,0-1 54,0 1 0,-2-9 106,-3-3 0,1-4 63,-8-2 1,8-2-48,-2-4 1,4-3 0,2-9-25,0 1 0,0 5 1,0 0-63,0-1 0,2-3-326,4-1 1,-2 5 73,8 1 0,-1 7-1192,7-2 1412,-1 4 0,1 2 0,-1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7811,'12'5'-50,"0"1"1,-8 2 0,1-2-32,-3 5 1,4 5 0,0 1 188,-2 1 1,0-6-30,2-1 0,1-5 1,7 4-98,-2-3 0,-1-1 21,7-6 1,-1-2 0,1-2 12,-1-1 1,1-9 86,-1 2 1,-1-3-13,-5-3 1,-3 1-40,-8-1 0,0 7-133,0-1 9,0 8 1,2-3 5,4 7 1,-4 2 57,3 3 0,-3 5 0,-2 7 6,0 1 0,0-1 0,0 1 13,0-1 0,0 1 0,0-1-33,0 1 1,0-1-9,0 1 1,0-1 0,0 1 18,0-1 0,-5 1 1,-3-3 17,-2-3 1,4 1 0,-5-7-1,-1 0 5,2 2 1,-5-6-2,3 3 0,-3 3-459,-3-2 1,1 0-453,-1-6 900,9-8 0,1-2 0,8-7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7730,'18'0'-47,"-1"0"1,1 0 383,-1 0 0,1 0-482,-1 0 0,1 0 0,-3 2 137,-3 4 0,1-3 0,-5 7 0,0 0 9,0 0 0,3 1 1,-3 7-1,2-1-5,3 1 0,-3-5 0,2 3 0,-1 3 1,-1 0 0,4 1 0,-9-3 0,1 1 7,2-1 1,-6 1 0,4-1 0,-4 1-30,-2-1 1,0 1 0,0-1-7,0 1 1,0-1 0,-2 0-33,-4 1 0,2-3 0,-6-1-84,3-2 1,-7-8 0,2 3-36,-3 1 1,-3-6 181,1 4 0,-8-4 0,-3-2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6895,'0'-12'1138,"0"0"-996,0 8-98,0-3 1,0 14 0,0 5-74,0 4 0,0 7 1,0 0-1,0-2-39,0-1 1,6-3 0,0 1 0,0-1-66,2 1 1,-6-1-1,3 1 1,-1-3 0,2-3 0,-4 3-523,4-3 655,-4-4 0,-2 0 0,0-8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7729,'8'-17'-156,"-6"-1"356,4 1 1,3 7-368,3 4 0,-2 2 1,1 0 204,3-1 1,1-1 0,3 6-25,-1 0 1,1 0-1,-1 0 1,-1 2-5,-5 3 0,5-3 0,-6 6 0,1-2-36,1 0 1,-8 7 0,4-1 38,-1 4 0,-5-5 0,4 1-91,-4 1 1,-8-3 0,-2 0 0,-1 0 34,-5-1 0,4-5 1,-1 2-1,-3-2-35,-1 2 1,-3-4 0,1 3-85,-1-3 1,1-2 0,-1 0 8,1 0 153,-1 0 0,1 8 0,-1 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210 18 7734,'10'-2'-132,"-4"-4"0,-6 4 215,-6-4 0,-4 4 0,-7 2-17,0 0 1,1 2-1,2 2 1,3 4-32,-3 2 0,-1 1 1,-3 7-1,3-1-63,3 1 1,-2-1-1,7 3 1,-3 1 23,-4 2 1,7 2 0,1-3 0,4 1 21,2-2 1,0-1-1,0-3 1,0 1-26,0-1 0,8-1 1,3-3-1,5-1-150,1 2 1,1-7 0,-1-1 0,1-2-201,-1 2 0,6-4 357,1 4 0,7-4 0,-4-2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0 6772,'-12'0'411,"1"0"0,5 0-309,-6 0 0,1 0-5,-7 0 1,7 2 0,1 4-1,0 3 35,1 1 1,3 6 0,-4-5-89,2 5 1,2 1 0,6 1-86,0-1 0,0 1 1,2-3 29,4-3 1,4 3 0,7-5-65,1 0 0,-1-2 1,1-6-1,1 1-67,4 3 1,-3 0 0,3-6-1,-3 0 36,-3 0 1,0 0 0,1-2 105,-1-4 0,1-3 0,-1-9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6741,'11'-6'162,"1"0"129,-8 0 1,3 8-163,-7 4 1,0-2 0,0 7 0,-1 1-49,-5-2 0,4 5 0,-4-3 1,4 3-35,2 3 1,0 1-1,0 3 1,0 1-94,0-2 0,0-1 1,0-1-1,0 2-5,0 3 0,0-1 0,0-6 0,2-1-133,4-4 0,-4 3 0,5-3-96,1 3 0,-4-3 1,8-2 279,1-3 0,3 7 0,1-4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18 6716,'-17'0'-84,"5"0"0,2 2 267,2 4 0,1 3 0,3 9-65,-2-1 1,0 1 0,6-1-57,0 1 1,0-1 0,0 1 0,2-3-194,4-3 1,-2 1-1,7-7 139,3-2 0,-4-2 0,1-2 0,3 0 32,1 0 1,3 0-1,-1 0 1,1-2 29,-1-4 0,1 2 0,-3-7 0,-1-1 93,-2 3 0,-7-7 0,5 4-11,-2-3 0,-2-3 1,-6 1-62,0-1 0,-2 3 0,-4 1-197,-6 3 1,-3 5 0,-3-4-28,1 2 1,-1 3 0,1 7-1485,-1 3 1617,9-3 0,-7 14 0,6-7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35 7604,'10'-8'-205,"-2"5"1,-10-7 217,-4 2 1,-4 2 264,-7 6-251,-1 0 1,3 8 64,3 4 0,2-3-237,4 3 1,4 0 92,-3 5 1,3-5 0,2-1 78,0 3 1,6-4 0,1-1 0,3 1 36,4 0 1,-1-4-1,1 3 1,-3 1-37,3 0 0,-4-4 0,-1 5-22,-1 3 0,4-5 37,-6 3-40,-1 0 1,-7-3-1,-1-1 20,-3 0 1,-8-6 0,3 4-88,-5-4 0,4-2 0,1 0-98,-3 0 1,-1 0 0,-1-2 0,3-2-1,1-2 0,2-2 162,-1 2 0,3-3 0,8-9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7810,'17'0'-241,"1"0"66,-1 0 1,0 0-1,1 0 260,-1 0 0,-1-2 0,-2-2-42,-3-2 1,1 0 0,3 4 114,-3-3 1,2 1-16,-9-8 0,1 6-133,-6-5-90,0-1 1,-8-3-10,-3 3 1,1 4 0,-2 8 49,-1 0 0,3 0 0,-1 0 4,-3 0 0,4 0 0,-1 0 46,-3 0 1,-2 6 0,1 2 2,3 1 1,-1 3 0,7 5-9,2 1 0,2-1 1,2 1 26,0-1 1,0 1 12,0-1 1,8-1-1,2-3 8,-1-1 0,7-8 1,-5 2-43,5-4 1,1-2-1,1 0-120,-1 0 0,1 0 1,-1 0-1248,1 0 1355,-1-8 0,1-2 0,-1-7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7117,'17'0'-172,"-5"0"1,0 2 0,1 2 415,3 1 0,-5 3 1,1-2-1,2 4-172,1-1 0,-3 7 1,-1-4-1,1 3-42,-2 3 0,3-1 0,-5 1 0,0-1-44,0 0 1,-3 1-1,-3-1 1,2 1 26,2-1 0,0 1 1,-6-1-1,0 1-52,0-1 0,-2 1 1,-2-1-5,-2 1 1,-7-3 0,3-1 0,-2-5-250,1-1 1,-1 4 0,-5-6 0,-1-1 291,1 3 0,-1-6 0,1 6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7782,'0'17'72,"0"1"1,0-1-1,2 1 1,2-1-29,2 1 1,0-1 0,-6 3 0,0 1-92,0 2 0,0 0 1,0-5-1,0-1-15,0 1 1,0-1 0,0 1-1393,0-1 1454,0 1 0,0-9 0,0-1 0,0-8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7810,'0'-17'-132,"0"-1"0,2 3 116,4 3 1,-2-1-1,7 7 1,3 2 63,1 2 0,3-4 1,-1 0-1,1 2-60,-1 2 0,1 2 1,-1 0-1,1 2 43,-1 4 0,0-4 0,1 6 0,-3 0 15,-3 3 1,2-1 0,-7 2-64,3 1 1,-6 3 0,2 1-40,-4 1 0,-4-9 0,-2-1 0,-4-2-24,-2 0 1,-1 5-1,-7-5 1,1-2 38,-1-2 1,1-2 0,-2 0 0,-3 0-170,-1 0 1,5 0 0,7 0-398,-3 0 607,-1 0 0,5 0 0,2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0 7138,'7'0'-47,"-7"0"1,-7 6 0,-11 2 0,1 2 154,-1 3 1,1 3-1,-1 1 1,1 1-8,-1-1 1,3 3-1,1 1 1,5 2-13,1-1 0,-4 3 0,6-2 0,3-2-7,1-1 1,2 3-1,2 0 1,1-1-163,3-3 1,8-1-1,-3-3 1,5-1-183,1-3 1,1 1 0,-1 4-1,1-5-561,-1-5 823,9 4 0,1-8 0,8 5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71 7562,'-8'-18'-129,"4"6"1,-8 3 137,-1 1 0,-3-4 0,-1 6 154,-1 3 0,7 1 0,-1 2 57,-2 0 1,-1 0-322,-3 0 0,1 7 1,1 5-3,5 4 0,-3-5 1,8 1 85,2 1 0,3 3 1,1 1-12,0 1 0,0-6 0,1-1 1,5 3-2,6 1 1,3-5 0,3-4 0,-3-2 5,-3 2 1,4-5 0,-5 5-1,5-4 16,1-2 0,1-2 1,-1-2-1,-1-3 51,-5-3 1,3 4-1,-6-4 1,-1 1 53,1-1 1,-2-2 144,-6-5 7,0-1-294,0 9 33,0 1 1,2 10 0,2 4-1,2 5 15,-2 5 1,-1 1-1,1 1-13,2-1 0,0 7 1,-4-1-1,2-2 1,2-1 0,-1-3 1,-5 1-1,0-1 4,0 0 1,0 1 0,0-1 16,0 1 1,-2-3 0,-1-1 29,-3-2 1,-6-7 0,4 5 61,-1-2 0,3-2 1,-6-6-73,-1 0 0,-3 0 1,-1 0-73,-1 0 0,7-2 0,-1-2-182,-2-2 1,-1-6 0,-3 5-11,1-3 1,7 4-1,4-5-183,4-3 1,2 4 413,0-1 0,8-1 0,2-6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35 6208,'-12'0'893,"2"-2"-775,3-4 1,-1 2-1,2-5-9,-6 1 0,3 2 0,-3 6-84,-1 0 0,-3 0 0,-1 0 1,-1 0 89,1 0 0,-1 2 0,1 2-116,-1 2 1,7 7 0,1-1 0,0 3-86,0 3 0,7-1 0,-3 1 32,4-1 1,2 1 0,0-1-1,0 1 0,8-3 0,3-1 23,5-3 1,1-7-1,1 2 14,-1-4 0,1-2 1,-1-2-1,1-2 11,-1-2 1,0-7-1,1 1 63,-1-3 0,-5-1 0,0 3 0,-1 1 13,-1-2 1,0-1 14,-4-3 1,-5 1 189,5-1-199,-4 9-84,-2 1 1,0 10-42,0 4 0,0 3 5,0 9 0,2-3 0,2-1-327,2-2 0,2-1 0,-3 5-533,7-5 904,-4-3 0,15 0 0,-3 2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7627,'8'-10'163,"-5"2"0,9 8-288,2 0 1,-5 2 118,3 4 1,-8-2 0,2 7 0,-2 3 37,1 2 0,-3 1 1,4 0-1,-4 1-13,-2-1 1,0 1 0,0-1-49,0 1 0,0-1-111,0 1 0,-2-7-124,-4 1 272,4-8 1,-5 2-19,7-12 1,0 2-1,0-8 147,0-1 0,2-1 1,1 1-102,3 1 0,2 0-31,-2-5 0,-2 1 0,5 3 0,1 3-19,0 2 1,-4 1 0,7 3 21,7-2 1,-9 0 0,7 6 31,-3 0 0,1 0 1,1 0-24,1 0 1,-7 0 0,-1 2 0,0 2-18,-1 2 1,1 7 0,4-1 6,-3 3 1,-5 1 0,4-3 0,-2-1-67,-4 2 1,-1-5-1,1 3-37,2 2 1,-2 1 50,-10 3 0,2-9-38,-7-3 109,7-4 1,-4-10 42,8-3 0,0-5 0,0-1-35,0-1 0,2 7 0,2-1 0,4 0 3,1 3 1,-3-7 0,6 4-20,1-3 0,3-1 1,1 3-8,1 1 1,-7 8 0,1-2-2,2 5 0,1 1 1,3 0 13,-1 0 0,-1 1 1,-3 3-1,-1 4-8,1 2 0,-3 0 0,0 3 0,0-1-53,-1 1 1,-5 3 0,2 1-107,-4 1 0,-2-1 1,0 1-357,0-1 0,0 1 499,0-1 0,0-7 0,0-2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53 105 7810,'17'0'-1599,"1"0"1529,-1 0 1,-5 0 0,0 0 584,1 0 1,3 0-1,1 0-363,1 0 0,-1 0-95,1 0 0,-7-6 0,-1-1-43,-2-3 0,-2 4-38,-6-5 0,0-1-29,0-6 1,-2 7 82,-4-1 0,2 8 1,-8-2-112,-1 5 1,-3 1 0,-1 0 55,-1 0 0,1 0 1,-1 0-1,1 0 19,-1 0 0,3 1 0,1 3 1,3 4 30,-3 2 1,6-4 0,1 3 0,1 1 16,0 0 0,-2-1 0,4 5 1,-2-2 47,3 1 1,1 3 0,2 1 3,0 1 1,0-7-1,0 1 20,0 2 1,5 1 0,3 1-54,2-5 1,-4 3 0,5-8 0,1-1-17,-2 3 1,5-6-1,-3 4-60,3-4 0,3-2 1,-1 0-1,1 0-178,-1 0 1,-1-2 0,-3-2 0,-1-2-208,2 2 1,-5-5 0,3-1 0,0-2 399,-3 1 0,5-1 0,-8-5 0,7-1 0,-3 1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298 0 7810,'7'12'-73,"5"0"0,-2-6 0,1 5 113,3 3 1,-4-5 0,1 3 78,3 2 0,-4 1 0,-1 3 1,-1-1-207,-4 1 0,-2-1 1,-2 1-1,0-1 132,0 0 0,0 3 1,0 1-1,0 2-167,0-1 0,-6-3 1,0 1-1,2 1 57,2 2 0,-3 1 0,-3-7 0,0 0 8,0 1 0,-5 5 0,1 1-28,-3-3 0,-5-2 1,-1-1-1,-2-3-28,1-3 1,-3 1 0,0-5-1,0 0-22,-1 0 1,-3 3 0,4-5 134,-2-2 0,-2 6 0,-6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87 6667,'10'0'426,"-2"-2"-310,-8-3 0,0 1-14,0-8 1,0 6 5,0-5 0,0 5-62,0-6 0,0 6 0,-2-3-62,-4 1 1,2 2 0,-8 6 16,-1 0 0,-3 0 1,-1 0-1,-1 0 79,1 0 1,5 0 0,1 0-126,-3 0 1,-1 6 0,-1 2-92,4 1 0,-1 3 77,7 5 1,2-1 0,8-2 0,4-5-10,1-1 0,3 4 1,6-5 107,-1 3 0,6-6 0,1 2-83,-3-4 0,-2-2 16,-1 0 0,-1 0 0,-1-2 46,-5-4 0,3 2 0,-8-7 127,-2-3 0,4 4 40,-3-1 0,1 5 109,-6-6-23,0 8-324,0-4 0,0 16 0,0 4 31,0 3 0,2 3 1,2-1-1,2 1 1,-2-1 0,3 1 1,-1-1-1,-2 1-61,-2-1 0,4 1 1,0-1-1,-2 1 35,-2-1 1,-2 0-1,-2-1 1,-2-2 8,-2-3 1,-6-5 0,5 4 27,-3-3 1,-2-1-1,-5-6 30,-1 0 0,1 0 0,-1 0-32,1 0 0,-1-2 1,1-2-1,-1-1-119,1 1 1,5-4 0,1 0-228,-3-1 0,6 3 357,3-6 0,3 0 0,2-5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70 7650,'12'-7'-249,"0"-5"0,-8 2 180,1-1 99,-3 7 1,-9-10 152,-5 8 1,-4 1 8,-1 5 1,-1 0-101,1 0 0,0 0 0,-1 2-35,1 3 0,1-1 0,2 8-103,3 1 0,1 3 1,-1 1 1,5 1 1,4-1 0,2 1-19,0-1 0,2 1 1,4-3 35,5-3 0,5-2 0,1-7-3,1 3 1,-1 0 0,1-6 0,-1 0-11,0 0 1,1-8 0,-1-1 21,1-1 1,-7-4-1,-1 7 21,-2-3 0,0 4 1,-4-6-1,1-1-4,-1-3 0,4 5 222,-2-1 188,0 0-264,-6 3-62,0 1 0,0 10-125,0 4 0,0 3 0,0 9-220,0-1 0,2 1 1,2-1-78,1 1 0,7-7 0,-4-1-288,1-2 626,-5-2 0,12 1 0,-6 3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7876,'10'-8'-50,"-1"6"105,-3-4 0,-2 4 0,8 4-36,1 4 0,-5-2 0,0 7 139,0 3 0,-1 1 0,5 3-170,-6-1 1,1 1-1,-1-1 1,-2 1-267,-2-1 0,-2-5 0,0 0 138,0 1 1,0-3 57,0 1 39,0-7 52,0 4 1,0-16 0,0-3-5,0-5 0,0 5 0,0-1-2,0-2 0,6 5 0,0-3-2,-2-2 1,3-1 0,1-1 20,2 5 1,-4-3 0,3 6 0,1 1 63,0-1 0,-4 2 0,5 4-22,3-4 1,-4 4 0,1-4-27,3 5 0,1 1 1,3 0-3,-1 0 1,-5 5 0,0 1 0,1 0-49,3 2 0,-1-4 0,-1 7 0,-3 1 3,3-2 1,-6 5-1,-1-5 1,-1 2-6,0-1 1,0 1 9,-6 5 0,0-5 39,0 0 33,0-9-60,-8 5 0,4-8 0,-5-2-7,1-4 0,2-3-6,6-9 0,0 1 1,0-1 3,0 1 1,8-1 10,3 1 0,5-1 40,1 1 1,1 7-1,-1 4 0,1 5 1,-1 1 0,1 0-17,-1 0 1,1 0 0,-1 0 0,1 0-31,-1 0 0,-5 2 0,-3 3 0,1 5-55,0 0 1,-6 5 0,2-3 0,-5 3-117,-1 3 0,0-1 1,0 1-402,0-1 0,0 1 568,0-1 0,-7 1 0,-3-1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18 105 7880,'17'0'-102,"1"0"0,-1 0 0,-1-2 164,-5-3 0,-1 3 0,-4-4-48,5 4 0,-1-4 1,0-2 24,-2-1 1,-1 3 11,-1-6 1,-4 6-78,4-5 0,-12 1-1,-6-2 1,-3 5 0,-3 7 11,1 0 0,5 0 0,1 0 15,-3 0 1,4 0 0,1 2 0,-1 3 3,0 7 0,4 3 1,-3 3 3,1-1 1,2 1 0,6-1 99,0 1 0,0-1 0,0 1 24,0-1 1,8-5 0,4-2-62,3-3 1,3-1-1,-1-6-326,0 0 0,7 0 255,-1 0 0,0 0 0,-5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18 7880,'-9'-8'0,"-1"6"-31,4-4 1,2 4-18,-7 2 76,7 0 0,-6 8 0,6 4 0,-2 3 0,3 3 46,1-1 0,2 3 1,0 1-1,0 4-32,0 2 0,0 3 0,0 3 0,0-2-33,0-2 0,0 4 1,0 4-1,0-4-10,0-1 1,0 1-1,0 0 1,0-1 9,0-3 1,-6-6 0,0 4 0,2-2-50,2-3 1,-4-3-1,1-1 1,1-1-137,2 0 1,2 1-412,0-1 122,0 1 0,7-8 465,5-5 0,4-3 0,1-2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0 6848,'-11'0'146,"-1"0"-25,-2 0 1,5 0 0,-3 2-27,-2 4 1,5-4 0,-3 6-47,-2 0 1,-1 1 0,-1 9-102,5-1 0,3-5 0,8 0 56,0 1 0,2-3 0,4 0 42,5-3 0,5 5 0,1-6 0,1 0-21,-1 1 1,1-5 0,-1 4-1,1-2-24,-1 2 0,1-4 0,-3 5 0,-1-1-35,-3 0 1,-7 2 0,4-2-113,0 5 1,-6-1 103,4 2 0,-5-6 0,-2 3 57,-5-1 1,2-2 0,-8-6 20,-1 0 1,-3 0-1,-1 0 1,-1 0-109,1 0 1,-1 0 0,1 0 0,-1 0-85,1 0 0,-1 0 1,3 2-1,1 2-397,3 1 553,7 1 0,-12-6 0,7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7468,'0'17'143,"0"-5"0,0 0 0,2 1 27,3 3 1,-3 1-1,4 3 1,-4 1-107,-2 2 0,6 0 0,0-3 0,-2 1-125,-2 2 0,-1 1 1,3-7-1,2 1-254,-2-1 0,-2 1 1,-2-1-317,0 1 0,0-1 631,0 0 0,8-7 0,1-2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7709,'7'-10'5,"5"4"1,4 4 0,1 0 48,0-3 1,1 3 0,-1-4 0,1 4-81,-1 2 1,1 2 0,-1 2 47,1 1 1,-1 9-140,1-2 1,-9 3 0,-3 3 36,-4-1 0,-2 1 1,0-1 34,0 1 0,-2-9 0,-2-1 0,-3-2-2,-3 0 1,0 1 0,-3-3-1,1 2 59,-2-2 0,-1-2 0,-3-2-79,1 0 0,-1 0-273,1 0 340,7 0 0,-5 0 0,5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53 7770,'18'-7'-42,"-9"5"0,-3-4 1,-10 12 99,-2 5 1,-5-1-1,3 0 1,0-1-46,1 1 0,1 2 1,6 5 26,0 1 1,0-1-69,0 1 1,2-1 0,4-1 7,5-5 1,-1-3-1,1-8 1,3 0-7,2 0 1,1 0-1,1 0 1,-1 0 5,0 0 0,-5 0 1,0 0-1,1-2 55,3-4 0,1-4 38,1-7 0,-3 0 0,-3-1 60,-6 1 0,-4-1 0,-2 1-115,0-1 0,-8 1 0,-4 1-44,-3 5 1,3-3 0,-1 6 0,-5 1 0,-3-1-155,-1 4 1,3 2 0,2 2-77,-1 0 1,1 2 0,-1 2 0,3 4-560,3 1 815,-4-5 0,15 12 0,-7-7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7880,'11'10'51,"1"-4"0,-6-4 139,5-2 1,1 0-189,5 0 1,-1 2 0,-2 2-1,-5 3-42,-1 3 0,4-4 0,-7 6 0,1-1-90,2-1 0,-6 5 0,4-3-23,-4 4 1,-2 1 1,0 1 0,0-7 124,0 1 0,-8-8 29,-4 2 1,-1-12-7,1-6 0,-1-3 1,7-3 80,2 1 1,2-1 0,2 1-1,2 1-1,4 5 0,-2-5 0,5 4-109,-1-3 0,6-3-429,-3 1 1,5 7-314,1 4 775,1 4 0,-1-5 0,1-3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7965,'8'18'173,"-5"-1"1,7 0 0,-2 1-88,-4-1 0,0 7 0,0-1 0,1 0-26,-1 3 0,0-7 0,0 6 0,2-2-101,-2 1 1,-2 5-1,-2-6 1,2-2-214,3-1 0,-3-3 0,4 1 0,-4-1-421,-2 1 0,6-1 675,0 1 0,7-1 0,-3 1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123 123 7716,'5'-18'-239,"1"1"269,-2-1 1,0 7 0,0-1 147,2-2 1,0 5-84,-6-3 0,-2 8-158,-4-2 0,-4 4 0,-5 4 17,3 4 0,-2-2 1,7 6-79,-3-2 1,6 5 86,-2-1 1,4-3 0,2 3 59,0 2 0,8-7 0,2 1 1,-1 0 1,5-4 0,-6 6-1,1-3-11,5-3 0,-4 4 1,1 0 7,3 1 1,0 3 0,-1 4 28,-1-5 1,-8 5-50,1-5 0,-3-1-29,-2 2 1,-2-8 0,-3 1-7,-7-3 0,-4 4 0,-1 0 0,0-2-65,-1-2 0,1-2 1,-1 0-52,1 0 0,-1 0 1,1 0-198,-1 0 0,7 0 347,-1 0 0,8-8 0,-4-2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7708,'11'5'-94,"1"1"1,-6 0 499,5-6 1,1 0-197,5 0 0,1 0 0,-1 0 0,-1-2-27,-4-4 0,3 4 0,-3-3-195,3 3 0,3 2 1,-1 0-343,1 0 1,-7 0 0,1 0-471,2 0 1,-5 0 823,3 0 0,0-8 0,5-2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7880,'17'0'-255,"1"0"269,-1 0 1,-5 0 0,-1 2 47,3 4 0,-1-2 0,1 6 0,-2-1 8,1 1 0,3 2 0,-1 5 0,-1 0-3,-2 1 1,-3-1 0,5 1-1,-3 1-92,3 5 1,-4-5-1,1 4 1,1-1 58,-2 1 0,3-4 1,-7 7-1,0-3-45,2 0 1,-6 6-1,4-4 1,-5 1-44,-1-1 0,0 4 0,0-6 1,0 1 47,0 1 0,-1-6 0,-3 4 0,-2-3 54,2-3 0,-4 1 0,2-1 0,2 1 3,3-1 0,-5 1 0,-2-3 0,0-1-41,0-3 0,-5 1-157,1 6 1,-3-7-1,-3-1-251,1-2 0,5 3 398,0-5 0,1 0 0,-7-6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8184,'12'0'135,"0"0"1,-6 0-108,5 0 1,1 0 0,5 0-269,1 0 1,-7 0 0,1 0-437,2 0 1,1 0 675,3 0 0,-1 8 0,1 1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7880,'18'0'9,"-6"0"76,-1 0 1,1 0-3,5 0 0,1 0 1,-1 0-1,1 0-133,-1 0 0,-5 0 1,-1 0-276,3 0 0,2 0-539,1 0 864,0 0 0,1 8 0,-1 2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88 6965,'-9'0'0,"1"0"0,6 0 0,-4 0 0,4 0 0,-6-8 0,10 6 0,4-4 0,-4-4 0,6 8 0,-8-7 0,0 3 0,-2 4 0,-2-6 0,-2 0 0,0 7 0,6-9-250,0 4-192,0 4 538,0-6 1,-2 8 286,-3 0 122,3 0-108,-6 0-273,8 0 0,0 8 0,0 4-107,0 3 0,0 5 1,0 1-1,0 2-29,0-1 0,0-1 1,2 0-1,2 3 15,1-3 1,1-2 0,-6-1 0,0-1-211,0 1 0,6-1 0,0 1 0,-2-1-181,-2 1 0,-2-7 147,0 1 0,0-6 241,0 5 0,0-7 0,0 4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7724,'0'-18'-56,"2"7"104,4-1 1,2 6 0,5-4-97,-1 3 1,0 1 0,5 4 0,1-2 111,-1-2 1,1 0-1,-1 6 1,1 0-58,-1 0 0,-5 0 0,-1 0 0,1 2-101,-2 4 1,5-2 51,-3 8 0,-4-1 0,-3 7-62,-3-1 0,-2-5 0,0-1 40,0 3 0,-7 0 0,-5-1 0,-4-3 17,-1-2 1,-1 3-1,1-5 1,0-2-94,-1-2 0,1 4 0,-3 0-56,-3-2 1,4-3 195,-5-1 0,5 0 0,1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 7807,'-18'0'-229,"1"0"0,5 0 265,0 0 1,1 2 64,-7 3 1,1 5-1,-1 10 1,3 1-66,3 2 1,-3 2 0,5-1 0,-2 3-47,1 0 1,5 6 0,-4-4 0,2 4 6,5 2 1,1-6 0,2-2-1,0 1-33,0-1 0,5-6 1,3 2-1,2-3 25,3-3 0,-3 1 0,2-1 0,1-1-448,3-5 1,7-1 458,1-4 0,7-4 0,-4 5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35 6753,'10'-8'81,"-2"5"-118,-8-9 0,-2 8 25,-4-2 1,-4 4 33,-7 2 0,-1 0 51,1 0 0,-1 0-55,1 0 1,5 6 0,3 2-1,-1 0-25,0-1 0,6 7 0,-1-2 57,3 3 0,2 3-8,0-1 1,0 1-21,0-1 0,7-1 0,5-5-7,4-5 0,1-4 0,0-2 52,1 0 0,-1-2-3,1-4 1,-1-4-33,1-7 1,-7 1-1,-1 3 18,-2 1 1,-2 1-23,-6-7 1,0 6-31,0 1-62,0 7 40,0-4 1,0 10 37,0 4 1,0-2 0,2 6 0,2-1-27,1 1 0,1-4 0,-4 3-35,4-1 0,-2 4 0,6-4-288,-3 1 0,7-5 0,-2 2 335,3-4 0,3-2 0,-1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 7875,'10'-8'-311,"-3"4"194,-7-8 215,0 9 0,0-3 0,0 12 28,0 5 1,0 11-1,0 3 1,0 2-30,0 4 0,0 0 0,0 0 0,0-2-123,0 2 0,0 2 0,0 2 0,0-2-15,0-4 1,2 2 0,2-7-1,2-3-159,-2-2 1,0 5-1,0-1 1,1-2 19,-1-1 0,0-9 0,0 1 180,2 2 0,7 1 0,-3 2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18 7108,'-2'-9'534,"-3"3"-761,-7 4 0,2 2 0,-1 0 215,-3 0 1,-2 6-1,-1 2 59,-1 1 0,9-3 0,1 4 0,2-1-8,0 1 0,1-4 1,5 6 22,0 1 0,0-3 0,1 2 9,5 1 1,-2-5-1,8 0-51,1-1 1,3-3-1,1 6 1,1-2-11,-1-4 1,1 3 0,-1 1-6,1 2 1,-3-4-1,-1 3-15,-3-1 1,-5 0-27,6-2 1,-8-2 14,2 7 1,-6-7 0,-6 2-8,-6-4 0,-3-2 0,-3 0 14,1 0 0,-1 0 0,1 0 0,-1 0-240,1 0 0,-1 6-319,1 0 573,-1-1 0,1-5 0,0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97 6995,'0'-12'-586,"0"1"468,0-1 0,0 0 205,0 1 1,-2 7 0,-2-4 127,-1 0 606,-1 7-350,6-15-416,0 14 0,0 2 1,2 12 12,3 3 0,-3 5 0,4 1 1,-4 4-91,-2 2 1,2-3-1,2 5 1,2 0-32,-2-2 1,-2 4-1,-2-6 1,0 1-17,0-1 0,0 4 0,0-6 0,0-2-124,0-1 0,0-3 0,0 1-250,0-1 0,0-5-130,0 0 573,0-9 0,0 5 0,0-8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6140,'15'-12'-70,"-3"0"0,3 6 0,-3-3 407,4 1 0,-1 0 0,-1 4 0,-3-1-207,3 1 1,-4 2 0,1 2 0,3 0-146,1 0 0,-3 0 0,0 0-11,1 0 0,3 6 0,-1 1-13,-3 3 1,-4 2-37,-8 5 0,0 1 0,0-1 8,0 1 0,-2-1 35,-4 0 0,-4 1 1,-7-3-1,-1-3-18,1-6 1,-1 2-1,1-3 1,-1-1-156,1-2 1,-1 0-196,1 4 400,0-4 0,7-2 0,2-10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 36 7924,'9'-2'-103,"-3"-4"0,-12 4 1,-5-4 90,-5 4 0,4 2 0,1 0 0,-3 0 26,-1 0 1,-3 0 0,3 2 66,3 4 1,-2-2 0,9 7-75,1 3 0,2 2 0,2 1 13,0 1 0,0-1 0,0 0-2,0 1 0,2-6 0,4-3-24,5-1 1,5 4-1,1-7 11,1-1 1,-1-2 0,1-2 0,-1 0-32,1 0 0,-1-2 0,0-3 16,1-7 1,-3 2 0,-3-1-1,-4-1 5,0 2 0,-6-5 0,3 3 0,-3-3-51,-2-3 0,0 1 0,-2-1-22,-3 1 1,1 5 0,-8 2-1,-2 3-68,-1 3 0,-3 2 0,1 2 0,0 0 20,-1 0 0,1 2 0,-1 2 126,1 1 0,-1 9 0,1-4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7811,'17'0'-288,"-5"0"0,-1-2 424,3-4 1,2 4 0,1-4-73,1 4 1,-1 4-1,0 2-21,1 2 0,-6 2 0,-1-3-59,3 7 1,-5-2 0,3 1-222,2 3 1,-7 2 33,-1 1 1,-4 0 121,-2 1 1,-2-6 0,-4-3 7,-5-1 0,1-2 1,-2-6 165,-1 0 0,3 0 1,0-2 54,3-4 0,1 2 0,6-7-37,0-3 1,0-2 0,2 1-1,2 1-49,2 3 0,5-1 0,-3-3 0,0 1 14,-1 2 0,7 1-165,-2-7 0,1 7 1,1 1-505,-2 2 1,-7 2 592,7 6 0,0-7 0,5-3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 7880,'8'-9'-53,"3"3"1,-3 6 0,0 6 140,-1 5 1,-5 5 0,4 3-1,-4 3-48,-2 1 0,0 6 0,0-4 0,0 0-37,0 1 0,0 3 0,0-4 0,0 0-12,0 0 0,0-1 0,0-7 0,2 1-96,4-1 1,-4 1 0,4-1 0,-4 1-1094,-2-1 1198,7 0 0,3 1 0,8-1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158 105 7924,'10'-17'-259,"-4"-1"1,-3 6-1,1 1 439,2-3 1,0 5 329,-6-3-295,-8 8 0,-2-4-238,-7 8 1,0 0 0,1 2 0,2 2-111,3 2 1,-1 8 25,-5-3 1,7-1 64,4 1 69,4 1 1,4 4-1,4-5-5,6-5 1,3 2-1,3-2 1,-3 0 8,-3 1 0,3-5 0,-3 6-31,3 0 0,1 1-16,-4 9 0,-3-6 0,-5-1-75,2 3 1,0-5 69,-6 3 1,-2-6 0,-4 4-19,-6-3 0,3 1 0,-3-4 0,-1 2-98,-3-2 0,-1-2 0,-1-2 0,1 0-123,-1 0 0,1 0 1,-1 0-254,1 0 513,7 0 0,-5-8 0,5-2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7849,'5'-12'2,"1"1"1,8 7 132,-3-2 0,5 4 0,1 2-90,1 0 1,-1 0 0,1 0-27,-1 0 1,1 0 0,-1 0-694,1 0 0,-7 0 674,1 0 0,0-8 0,5-2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7389,'17'0'-153,"0"0"1,-5 0 0,0 0-1,1 0 280,3 0 0,-1 2 0,-1 2 0,-2 3 15,1 3 1,-3-4 0,2 6 0,1 1-96,3 3 1,-5 3-1,-1 2 1,0 5-50,-1 1 1,1-6 0,2 4 0,-5 1 49,1 3 0,-4-2 1,6 0-1,-2-2-87,-5-3 1,-1 3-1,-2 0 1,0 0 46,0 1 0,0-1 1,0-4-1,0 2 4,0-1 0,0-3 0,0-1 0,0-1 18,0 1 0,-5-1 1,-1 0-1,0 1-14,-2-1 0,6-5 0,-6-2 0,3-1-61,-1 1 1,-6-4 0,4 4-194,-1-3 1,-3-1 0,-5-6 237,-1 0 0,-7 8 0,-2 2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7833,'6'17'62,"0"1"1,0-1 0,-4 1 0,1-1-60,3 1 0,2 5 0,-4 0 0,2-1-66,-2-3 0,-2-1 0,-2-1 0,0 0-298,0 1 1,0-1-302,0 1-13,0-1 675,0-7 0,-8-10 0,-2-10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0 262 7055,'0'-19'0,"0"-3"0,0-1 0,0 0 0,0-1 0,0 1 0,0 2 0,0 1 0,0 3 0,2 1 0,2 3 6,2 1 8,7 0 0,-3 3 0,7 3 0,1 4 0,-6 2 0,-1 0 26,3 0 0,1 0 0,3 0-29,-1 0 0,1 0 1,-1 0-6,1 0 0,-7 6 1,-1 2-11,-2 1 1,-1 1 0,-3 4 0,2-3-27,-2 3 1,-4-4 0,-4 1 6,-2 3 1,-7-6 0,3-1-1,-2-1-40,1 0 1,-1 0-1,-5-4-138,-1 4 1,1-5 0,-1 5-198,1-4 398,7-2 0,-5 0 0,5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367 0 7409,'-17'0'93,"-1"0"1,1 0 0,-1 0 0,1 0-93,-1 0 0,1 8 0,-2 4 0,-3 3 92,-1 3 0,0 1 1,3 3-1,-1 3-107,-2 2 1,-1 2-1,7 6 1,1-2 82,5-4 1,-3 2-1,8-6 1,2 2 3,3 5 0,1-5 1,0 0-1,1-2-50,5-4 0,4 1 1,7-1-1,1 0-105,-1-5 1,3 1 0,1-5-1,2 2-149,-1-3 1,3-1-1,0-6 1,0 2 230,1-2 0,5 5 0,-4 1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8426,'11'16'539,"-1"-3"-680,-2-1 0,0-3 0,-5 5 0,5-2 1,0 1-316,0 3 0,-1-5 0,-1 1-398,6 2 854,-4-7 0,7 1 0,-5-8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0 7530,'-12'0'-246,"0"0"301,-1 0 0,-3 2 0,1 4 1,1 6 13,2 3 1,3 3 0,-5-1 0,4 0-96,3 1 1,-5-1 0,6 1-18,2-1 0,2 1 0,2-1-145,0 1 188,0-1 0,8 1 0,2-1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 88 5751,'17'0'743,"-5"0"-567,-1 0 0,-5 0 0,4-2-204,-2-4 1,-1 2 71,-1-7 0,-4 5 0,4-6 41,-4-1 0,-4 5-75,-4 2 0,-3-2 0,-9 2 0,1 3 19,-1 1 0,1 4 1,-1 1-1,1 3 20,-1-2 0,7 6 1,1 2-1,0 3-29,1 2 1,5-5 0,-2 0 0,4 1-4,2 3 0,0 1 0,2-1 0,2-3 5,2-1 1,7-6-1,-1 4-73,3-3 0,9-1 0,-1-6 0,-2 0-168,-1 0 0,-3 0 0,1 0 1,-1 0 218,0 0 0,1-8 0,-1-1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70 6781,'12'-6'0,"-1"0"175,3 3 0,-5-5 0,3 2 73,2 2 0,1 2 0,3 2 0,-1 0-111,1 0 1,-1 0-1,1 0 1,-1 2-250,0 4 1,-5-2 0,-2 7 0,-1 1 92,1-2 1,-6 5-1,2-3 1,-4 3-202,-2 3 0,0-6 1,0-1 117,0 3 0,0-5 0,-2 1 31,-4-2 35,-4-2 0,-5-8 0,3-4 200,6-6 1,4 3 0,2-3-101,0-2 0,6-1 0,2-1 0,0 3-61,0 1 1,5 0 0,-1-5-1,3 0-246,3-1 0,-1 6 54,1 1 1,-1 7 188,1-2 0,-1 4 0,1 2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0 7947,'17'0'172,"-1"8"1,-3 2 0,-3 1-179,-2 1 0,3 0 1,-3 5-41,2 1 1,-6-7 0,4-1 0,-3 0-31,1-1 1,2-5 57,-2 2 1,4-4 34,7-2 1,0 0 0,1-2-15,-1-4 1,1-2-1,-3-5 1,-1 1-42,-2-1 1,-7 3 27,7-2 8,-8 1-19,4 1 25,-8 2 0,0 10 0,0 4 0,2 4 26,3-1 1,-3 7-1,4-4 1,-4 3-52,-2 2 1,0 7 0,2-1 0,2-2 9,2-1 1,0-3 0,-6 1 0,0-1-19,0 1 1,-2-1 0,-2 1 0,-4-3-59,-2-3 1,5 3 123,-7-3 0,0 2 0,-5-3-7,-1-5 0,1-4 0,-1-2 24,1 0 0,-1 0 1,1 0-1,0 0 2,-1 0 1,1 0 0,-1 0-226,1 0 1,-1-2-1,1-4-333,-1-5 1,9 1 501,3-2 0,-4 1 0,0-7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36 7901,'12'-6'-7,"-1"0"1,-5-5 39,6 5 72,-8 0 0,3 8-2,-7 4 0,-2 3 0,-1 11 0,-3 3-14,2 6 0,0 4 0,0 2 0,-2 2-70,2 4 1,3-4 0,1 5-1,0-1 13,0 0 0,0-1 1,0-5-1,-2 0-90,-4 0 1,4-6 0,-4-1 0,4-3-47,2-4 1,0 4 0,-2-3 0,-2-5-292,-2-3 0,1-3-703,5 7 1098,0-1 0,0-7 0,0-2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70 7901,'10'-17'-277,"-3"-1"336,-7 1-23,0 7 0,-2 2 117,-3 8 0,1 0-261,-8 0 0,6 0 0,-5 2 86,-3 4 1,6-2-1,0 6 1,3-1 2,-1 1 1,0-4 0,6 6 48,0 1 0,0-3 0,0 1 9,0 3 0,8 0 1,3-1-1,5-3-14,1-2 0,1 5 0,-1-3 3,1 0 1,-1 3 0,1-5-44,-1 2 0,-7-4-21,-4 5-12,3-7 0,-9 10 11,0-9 0,-7 1 0,-11-6 0,1 0-70,-1 0 0,1 0 1,-1 0-74,1 0 0,-1 0 0,1 0-436,-1 0 616,9 0 0,1-7 0,8-3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7542,'12'0'0,"-1"0"1,-5 6-1,4 1 1,-1 3 134,1 4 1,-6 7 0,4 2-1,-2 1-64,-1 1 1,7 2-1,-4 6 1,0-2-45,-1-2 0,1-2 0,-4 4 0,2-4-129,-2-1 0,-2 3 0,-2-6 0,0-2-63,0-1 0,0-3 1,0 1-423,0-1-373,0 1 960,-8-9 0,-2-1 0,-7-8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53 7534,'12'-6'0,"-1"0"0,1 0-158,-2-2 0,5 5 219,-3-9 0,3 8 0,3-2-8,-1 4 1,-5 2 0,0 0 0,1 0 88,3 0 0,1 0-32,1 0 1,-3 2-1,-3 4-229,-6 6 1,-4-3 0,-2 3 20,0 2 1,0-5 0,-2 3 56,-4 2 1,-2-5 0,-5 1 5,1-2 1,0 3 0,-5-5 0,-1-2 13,1-2 1,5 0 0,1 2 0,-3 2-74,-2-3 1,-1-1 0,0 0-580,-1 4 673,8-4 0,3 6 0,7-8 0,0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88 7901,'0'-11'-389,"0"-1"1,-2 8 511,-4-2 1,2 4-154,-8 2 1,3 8-1,-3 4 77,6 3 1,4-3 0,2-1 0,0 3-41,0 2 0,0-5 0,0 1 45,0 1 1,8-3 0,4 0-15,3-2 1,3-3-1,-1-5-40,1 0 0,-1 0 1,1 0 6,-1 0 1,-5-5-1,-1-3-9,3-2 1,-6-2-1,-2-5-10,-5 0 1,5 5 0,0 0 0,-2-1-14,-2-3 0,-2-1 1,-2-1-7,-4 1 1,-4 1-110,-7 5 1,0 3 0,-1 8-112,1 0 0,-1 0 0,3 2 253,3 4 0,-4-4 0,7 5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6994,'18'0'0,"-1"0"-104,1 0 1,-1-6 0,0 0 559,1 2 0,-6 2 0,-1 2-594,3 0 1,-4 2 0,1 4 60,3 6 1,-5-3 0,1 3 101,-2 2 0,4 1 1,-5 3-60,3-1 0,-6 1 0,2-1-163,-4 0 1,-2 1 178,0-1 0,-8-7-5,-4-4 0,3-4 79,-3-2 1,8-2-22,-2-4 1,4 2 0,2-7 0,0-3 10,0-2 1,2 5 0,2-1 0,2-1-29,-2-3 0,6-3 0,-1-3-174,1-1 0,0 0 0,-6 3 1,1-1-61,-1-2 1,0-1 0,0 7 215,2 0 0,0-9 0,-6-1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7535,'0'18'156,"0"-1"1,2 1-32,4-1 0,-5 6 1,5 3-1,-2 1-78,2 4 1,-4 2 0,4 2-1,-4-2-102,-2-4 0,0 4 1,0-6-1,0 2-90,0 0 1,0-8 0,0 3 0,0-5-241,0-1 1,0-1 0,0 1 50,0-1 0,2-5 334,3-1 0,5-7 0,8 4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140 176 7709,'6'-18'0,"1"1"0,1-1 60,0 1 1,3-1 0,-5 1 0,0 1-2,2 5 1,-6-5-103,4 4 4,-4 5 1,-10-1-43,-4 8 1,-3 6 0,-5 2 62,-3 1 1,9-3 0,-1 6-11,5 1 0,4-3 0,6 2 22,0 1 1,0 3 0,4 1 19,8 1 0,-2-7 1,9 1-1,-5 0-6,-1-3 1,1 1-1,-1-6 1,-3 4-1,-2 1 1,3-3-39,-5 6 1,0-6 2,-6 5 0,-2-5 0,-4 6-20,-5 1 0,-5-5 0,-3-2-120,-5-4 1,5 4-1,-4-1 76,3-1 0,9-2 1,-1-2-98,-2 0 0,1-2 188,1-3 0,-3-5 0,5-8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7901,'17'0'0,"1"0"-160,-1 0 1,1 0-1,-1 0-99,0 0 1,1 0-1,-1 0 2,1 0 0,-6 0 257,-1 0 0,-7-8 0,4-1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1 6990,'18'6'0,"-1"0"-83,1-3 0,-1 1 0,1 0 405,-1 2 1,-5 0-1,-3-4 1,1 4-218,0 5 1,-4-1-1,3 4 1,-1 3-68,-4 4 1,4 5 0,-2-5 0,-3 4 27,-1 2 1,-2 2 0,2 4-1,2 0-23,2 2 1,0-6 0,-6 8-1,0-6-171,0 0 1,-2 0 0,-2 1 0,-4-5 60,-1-2 1,3 4 0,-6-6 0,-2-1-95,-1-3 0,-8 4 0,-3 1 1,1-3-75,0-2 1,-6-3 0,0-3 0,-6-1 234,-4 2 0,-7-7 0,3 1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53 6898,'0'17'87,"0"1"1,0-1 0,0 1 0,0-1 0,0 3-50,0 3 1,-2-4 0,-2 5 0,-2-5-45,2-2 0,2 7 0,2-1 1,0-2-32,0-1 0,0-3 0,-1-1 0,-3-3-564,-2-1 187,0 0 307,6-3 1,0-3-1,0-12 49,0-5 1,0-13 0,0-3 66,0 0 1,0 0 0,0 6 0,0-5 11,0-1 0,0 6 0,0-4 0,0 1 21,0 1 1,0 0-1,0 5 63,0 1 1,6-1 28,0 1 1,5 5 0,-3 3-87,2 1 0,-4 2 0,5 4 7,3-4 0,1 4 1,3-4 69,-1 4 0,-5 2 1,0 0-60,1 0 1,-3 0 0,1 0-35,3 0 1,-4 2-1,-1 4-30,-1 6 1,4-2 0,-6 1-71,-2 3 0,-2 1 1,-2 3 22,0-1 1,-2 1 30,-4-1 1,2-5-1,-8-2-6,-1-3 0,3 5 1,-2-6-1,-1-2-42,-3-2 0,5-2 1,-1 0-62,-2 0 1,-1 0 0,-3 0 0,3 2-112,3 3 234,-3-3 0,5 6 0,-8-8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18 7805,'-12'-6'-775,"0"0"715,-1 2 1,3 2-1,-2 2 79,-1 0 1,-3 0-1,-1 2 1,-1 2 37,1 2 1,-1 7 0,3-1 4,3 4 1,-3 1 0,5 0-1,-2 1-15,1-1 0,1 3 0,-2 1 0,5 2-15,-1-1 1,6 3 0,-4 0-1,4 0-18,2 1 0,0-3 1,0-4-1,0 3 24,0 1 0,2 0 1,2-5-1,4-1 42,1 1 1,3-1 0,6 1 0,-1-3-30,0-3 0,1 1 1,-1-5-1,1 0 11,-1 0 0,1-3 0,-1-5 0,1 0-34,-1 0 0,1 0 0,-1 0-41,1 0 0,-1 0-66,0 0 1,-1-1-118,-4-5-235,3 4-125,-13-6 1,6 6 555,-8-4 0,0 4 0,0-5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88 140 7225,'0'-10'-531,"-2"2"531,-4 8 0,2 0 0,-8 0 28,-1 0 1,3 6 0,0 2-42,3 2 1,-5-4 0,6 5 17,2 3 0,2 1-16,2 3 0,0-7 4,0 1 0,2-6 0,4 4 2,6-3 1,-3-1 5,3-6 0,-2-2 1,3-2-1,-3-3-6,-2-3 0,3 4 0,-3-6-33,2-1 0,-6 3 0,3-1 5,1-3 0,-6-2 0,6 1 0,-2 1-31,0 3 1,-1 5-1,-5-6-41,0-1 0,-2-3 15,-3-1 90,-5-1 0,-8 1 0,1-1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53 6574,'2'-9'82,"4"3"1,-4 2 27,4-2 0,-4 2 110,-2-7-136,0 7 1,-8-4-48,-4 8 0,-3 0 0,-5 2 0,-1 2 1,-2 2 1,-1 1-1,7-1 1,-1 4 18,1 0 0,5 3 0,1-5 18,-3 2 0,6 1 0,1 7-10,-1-1 1,6 1 0,-4-1 0,6-1 4,6-5 0,-2 5 0,7-6 0,1 1 2,-2 1 1,11-8-1,-3 3 1,1-1 4,0 0 1,1 0 0,1-6 0,4 0-226,3 0 1,-7 0 0,4 0 0,-2 0-158,1 0 0,-1-6 0,-6-2 0,1 1-769,-1-1 1074,9-6 0,-7 5 0,6-9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53 7898,'0'-18'-436,"0"1"547,0 7 0,-2 2 0,-2 10-17,-2 4 1,0-2 0,4 8 0,-2 1-30,-2 3 0,1 1 0,5 3 0,0 1-11,0 2 1,0 2 0,0-3-1,0 1 6,0-2 1,0 5-1,0-3 1,0-2-142,0-1 0,0-9 0,0 1 0,2 2 39,3 1 1,-1 3 0,6-1-28,-2 0 1,-2-5-1,-4-2 1,1-1-371,3 1 0,2-4-502,-2 6 941,-4-8 0,13 11 0,-5-5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70 7052,'-9'8'186,"1"2"-70,8 7 0,2-1 0,2-3-64,1-1 1,9-8-1,-4 3 1,1-1-31,1 0 1,0 0-1,5-6 81,1 0 1,-1-2-32,0-4 0,1-2 0,-3-5 1,-1 1 9,-2-1 0,-8 3 0,3-2-67,1-1 1,-6-3 0,4-1-57,-4-1 1,-8 7 0,-2 1 0,-1 2-126,-5 4 1,-2 2-1,-1 2 1,-1 0-103,1 0 0,0 2 0,-1 4 115,1 6 1,-1 1 0,3 1 152,3-3 0,-4 1 0,7 6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18 7302,'-2'-9'-185,"-4"3"276,-6 4 1,3 2-12,-3 0 0,6 2 27,-6 4 0,9-3-74,-3 9 1,6-2 0,4 3 0,3-3-15,3-2 0,-4 3 0,4-3 0,-1 2-3,1 4 1,2-5-1,3 3 1,-1 0 12,-3-3 1,-1 7-1,4-7 1,-5 3-158,-1 0 0,0-6-10,-2 5 61,-4-7 0,-2 4 0,-12-8-65,-3 0 1,-3 0-1,1 0 1,-1 0-195,1 0 0,-1 0 336,1 0 0,-1-8 0,1-2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53 7460,'11'6'0,"1"0"-208,1-2 0,3-2 0,1-2 389,1 0 0,-6 0 0,-1 0-194,3 0 0,-5 0 0,1-2 53,-2-4 1,-2 2-2,-6-8 1,0 7-48,0-7 1,-2 8 0,-2-4-15,-2 1 0,-7 5 1,1-4 10,-4 4 1,-1 2 0,-1 0 10,1 0 0,5 0 0,1 0 1,-3 0 1,4 6-1,1 1 22,1 3 1,2 2-1,6 5 38,0 1 1,0-7-1,0 1 10,0 2 1,0 1 0,2 1-1,2-3 112,2-1 0,2-6 0,-3 3-77,7-1 1,-2 4 0,1-6-63,3-3 0,1-1-547,3-2 1,-1 0-190,1 0 692,-1 0 0,-7-7 0,-2-3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70 7825,'0'-17'-395,"0"0"0,-2 1 949,-4 4-44,4 5-392,-13 7 0,13 2 0,-4 3 0,4 7-27,2 4 0,0 1 0,0 2 0,0 5-4,0 5 1,0 4-1,0 2 1,0 0-114,0 0 0,-2-1 0,-2 1 0,-2 0-15,3 0 1,1 0 0,2 0 0,0 0 5,0 0 0,0-6 0,0-2 0,0-2-116,0-3 0,0 3 1,0-2-115,0-1 1,2-5-1,3-3 8,7-3 0,-2-7 0,1 2 1,3-4 256,2-2 0,1-8 0,0-1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70 7754,'10'-17'-291,"-5"-1"278,-3 8 0,-4-3 108,-3 7 1,-5 0-1,-8 6-165,1 0 1,-1 0 0,-1 0 0,-2 0 24,-3 0 0,1 6 0,6 2 0,-1 0 26,1-1 0,5 1 1,0-2-4,-1 6 1,5-3 39,2 3 0,6-2 1,6 3 50,6-1 0,3-8 1,3 2-1,-1-5-7,1-1 0,-1 6 0,3 0 0,1-2-33,2-2 0,0 4 0,-5 2-55,-1 1 1,1-3 46,-1 6 0,-7-1-119,-4 7 0,-4-7 68,-2 1 1,-2-6-1,-4 4-21,-6-3 0,-1 1 1,-1-4-1,3 2-24,-3-2 0,-2-2 1,-1-2-1,0 0-46,-1 0 0,1 0-93,-1 0 0,6 0-176,1 0 390,7 0 0,-4-8 0,8-2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7484,'10'7'168,"-2"5"1,-2 3-1,0 3-2,-3-1 0,-1 7 0,0 1-231,4 2 0,-4-6 0,4 5 0,-2-3 21,2 0 1,-4 6 0,3-3-1,-3-1-100,-2 0 1,0-2 0,0-5-1,0-1-18,0 1 0,0-1 0,0 1-152,0-1 1,0-5 313,0-1 0,0-7 0,8 4 0,2-8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7561,'2'-16'-115,"4"5"1,3-3-1,9 8 95,-1 3 0,1 1 1,-1 2 88,1 0 1,-1 0 0,1 0 0,-1 0 10,0 0 1,1 0 0,-3 2 0,-1 1 30,-2 3 1,-3 2-199,3-2 1,-4 4 0,-8 7-17,0 0 0,-2-1 0,-4-2 51,-6-3 1,-3-5-1,-3 4 1,1-2-25,-1-5 1,1-1-1,0 0-2,-1 4 1,1-4-241,-1 4 0,6-4 318,1-2 0,7 0 0,-4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7590,'17'-8'-197,"-7"4"-19,-4-7 194,-5 7 1,-1 4 79,0 11 1,0-1 0,0 2-34,0 1 1,0 3 5,0 1 0,2-1 0,2-2 1,4-5-7,2-1 0,1-2 0,5-4 0,-2 2-1,-3 1 1,1 1 0,5-6 0,1 0-21,-1 0 0,-1-2 0,-3-2 0,-1-1-42,2 1 1,-5-4 0,3 0 47,1-1 1,-5 3-1,-2-6-5,-4-2 1,-2-1 16,0-3 0,-2 1 0,-4 1-58,-5 5 0,1-3 0,-2 8 0,-1 3-68,-3 1 0,4 2 1,1 0-1,-3 0-112,-1 0 1,-3 2 0,1 1-273,-1 3 488,9 8 0,-7-4 0,6 7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0 123 7825,'12'-2'-234,"-1"-2"1,3-2 314,2 2 107,1 2 1,-5 2-1,-1 0-63,3 0 0,-4 6 0,1 2-139,3 1 1,-6-3-1,-1 4 1,-1 0-140,0-1 1,0 3-16,-6 5 0,0 1 104,0-1 1,-2-1 0,-4-2 52,-6-3 0,3-7 0,-3 2 29,-2-4 0,5-2 65,-3 0 0,8-8-68,-2-4 0,4-3 1,2-3-39,0 1 1,6 5-1,2 1 1,0-3-51,0-1 0,5-3 1,-1 1-237,3-1 0,1 1 1,-3-1 308,-1 1 0,0-1 0,5 1 0,1-1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26 7927,'7'-12'76,"5"0"1,-4 10 0,-2 2-1,-5 10 1,-1 8 78,0 5 0,0-2 1,0 6-105,0-1 0,2 5 0,2-4 0,2 2-70,-2 0 0,-2-6-89,-2 6 1,6-7 0,0 3 0,-3-2 0,1 1 0,0-3 0,2-2 0,0-1 0,0-1 0,1-1 0,3-5 0,4-5 107,1-4 0,3 6 0,-1 2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70 7825,'0'-18'0,"2"9"0,2 1-259,2 0 326,0-1 1,-8-1-128,-4 4 1,2 4 105,-7 2 1,5 0-1,-4 2-20,2 4 1,-3 4 0,3 5-23,-2-3 0,6 3 0,-2-3-23,4 3 0,2-3 0,0 0 10,0 1 0,2-3 0,4 0 46,6-3 1,-2 5-1,1-6 72,3-2 1,1 4-51,3-3 0,-8 3-79,-5-2 1,-3 4-129,-2 7 1,-2-5 100,-3-1 0,-5-7 0,-8 4-73,1 0 1,-1-6 0,1 4-243,-1-4 1,1-2 0,0 0 361,-1 0 0,1-8 0,-1-2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 7806,'17'-11'98,"1"-1"1,-1 8 0,1-2 0,-1 4-46,1 2 1,-1 0 0,0 0-1,1 0-126,-1 0 1,1 0 0,-1 0 0,1 0-289,-1 0 1,-5 0 0,0 0 287,1 0 1,-5 2 72,-2 4 0,3-4 0,1 6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7825,'18'8'-290,"-1"-6"1,1 4 276,-1-4 0,-5 3 0,-3 3 1,1 0 137,0 0 1,1 5-1,5-1 1,-2 3-69,-3 3 0,-1-1 0,3 1 0,-1 1-37,2 5 0,-5-3 1,3 6-1,0 0 7,-3 0 0,5-3 0,-8 3 1,0 0 6,1 0 1,-3 0 0,6 4-1,-2-3-7,-4-3 0,3 4 1,-1-4-1,-2 0 51,-2 1 0,0 3 0,2-6 0,2 0-11,-2 2 0,-3-5 0,-2 3 0,-3-3-54,-2-3 0,-6-5 1,4-1-1,-1 1-108,-5-2 1,-1 3-1,-3-7-295,1-2 0,-3 0 1,-1 0 389,-2 2 0,-1-1 0,7-5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 7822,'0'-11'-584,"0"-1"853,0 8-215,0-4 1,0 16 0,0 4 0,0 3-29,0 3 0,0-1 1,0 2-1,0 3-77,0 1 0,0 6 0,2-5 0,2-1-135,2 2 1,0-6 0,-6 5-1,0-5 2,0-1 0,0-7 0,0 1 184,0 1 0,0-5 0,0 0 0,0-8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7704,'0'-17'-138,"2"1"0,2 3 0,4 3 0,2 0 197,3 0 1,-3 7-1,2-3-66,1 4 1,3 2 0,3 0-1,2 0 68,3 0 1,-1 0 0,-4 0-1,3 0-15,1 0 1,-6 0 0,-5 0 0,0 2-55,-3 4 1,5-3 0,-8 9-73,-2 2 1,-2 1 0,-2 3 17,0-1 0,-2-1 1,-2-3-1,-4-3-2,-2-2 0,5 3 1,-5-3-1,0 0 90,0 0 0,5-3 0,-7-5-4,-2 0 1,-1 6 0,-3 0-99,1-2 0,0-2 0,-1-2-495,1 0 571,-1 0 0,1-8 0,-1-2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332 18 7280,'-2'-10'-283,"-3"4"338,-7 4 1,2 2 0,-1 0 0,-3 0-15,-1 0 0,-5 2 0,-1 2 0,-2 4 38,1 2 0,3-4 0,-1 5 1,-1 3-11,-2 1 0,-1 9 0,7-1 0,0 0-8,-1 2 0,8-3 0,5 5 1,3 0-158,2 0 1,0-5 0,0 1-1,2-4 45,3-1 1,5 3 0,8-2 0,-1-3-91,0 0 1,7-3 0,-1 1 0,0-5 140,3-1 0,1 6 0,8-5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71 7070,'-5'-12'0,"-3"2"-165,-2 3 0,4-5 0,-3 4 0,-1 0 166,0 1 0,4 1 1,-5 6 291,-3 0 1,-1 0-188,-3 0 0,1 0 1,-1 2-81,1 4 0,5-3 1,2 9-46,3 2 1,1-5 0,6 3 11,0 2 0,0 1 0,2 1-63,4-5 0,-3 3 0,9-8 89,2-2 0,1-3 0,3-1 48,-1 0 0,-1-1 1,-3-3 88,-1-2 1,-2-8 14,1 3 0,3 1 147,-8-2-238,-1 8-35,-5-3 0,2 12 0,2 3 0,2 2-119,-2 3 0,-2 3 0,-2 1 0,0 1 57,0-1 0,2 1 1,2-1-1,2 3-94,-3 3 0,-1-4 0,-2 5 11,0-5 1,-2-1 0,-1-1 78,-3 1 0,-8-1-24,2 0 1,-3-7 0,-3-4 183,1-4 1,5-2 0,1 0-67,-3 0 0,-1-2 0,-3-2-90,1-2 1,5-5 0,0 3-493,-1-2 1,5-1 176,2-7 0,4 6 1,2 1 331,0-3 0,0-1 0,0-3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18 6667,'-17'-10'137,"-1"4"0,1 4 1,-1 2-1,1 0-81,-1 0 1,1 0 0,-1 0 18,1 0 0,-1 2 1,1 4 2,-1 5 1,7-1 0,1 2-71,2 1 0,-3 3 1,5 1-22,2 1 0,2-1 1,4-1-1,2-3-54,2-1 1,7-8 0,-1 2 28,3-4 1,-3-2 0,0 0 13,1 0 0,3 0 0,-1-2 0,-1-2 56,-2-2 1,-7-6 0,5 5 0,-2-3 51,-4-4 0,4 5 0,-3-3-7,-1-2 0,4 5 131,-2-3 0,2 8-52,-3-2-198,-3 4 1,8 8-1,-6 2 1,2 2-84,-2 3 0,-2-3 0,-1 0 0,3-1-112,2 1 1,0-4 0,-4 4-203,4-3 1,-4 1 438,4-2 0,3-4 0,1 6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7693,'12'-6'30,"-1"0"0,-7-2 0,4 4 171,0-2 0,-4 3-233,7 8 1,-7-1-1,2 8-51,-4 1 1,4 3 81,0 1 0,-1 1 0,-5-1-68,0 1 0,0-1 29,0 1 1,-1-3-200,-5-3 0,2 2 48,-8-9 167,8 1 1,-3-8 53,7-4 1,0 3 0,0-9 3,0-2 0,1 5 1,3-3 4,2-2 0,6-1 0,-4-1 2,1 5 1,-3-3 0,4 6-10,-2-1 1,5 5-1,-3-4 1,1 2-15,1 0 1,-6 1 0,6 5-43,1 0 0,3 0 48,1 0 1,1 7 0,-1 5 0,-5 3 0,-3 3-67,-1-1 1,0 1-1,-4-1-30,2 1 1,-1-1 33,-5 1 1,-1-3 93,-5-3 0,2-4-13,-8-8 0,8-2-25,-2-4 1,3-4 0,-1-7 8,-2-1 0,0 1 0,6-1-1,0 1 0,6-1 0,0 1 0,0 1-2,1 5 0,1-5 0,6 7 0,-3-3 62,3 0 0,-4 8 1,1-1-3,3 3 1,1 2 0,3 0-21,-1 0 0,1 0 0,-1 2 4,1 3 0,-3-1 0,-1 8-204,-3 1 0,-5 3 1,4 1-7,-2 1 0,-2-6 0,-6-1-1422,0 3 1564,0-6 0,0 7 0,0-5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7629,'18'0'387,"-7"-2"-530,1-4 1,-2 2 0,3-5 214,-1 1 1,-6-4-1,3 4 1,1 1 32,0-1 0,-6-6 0,3 5-73,1-1 0,-6-6-110,4 5 1,-6-3 0,-4 1-88,-2 1 1,-7 8-1,1-2 161,-4 4 0,5 2 0,-1 2-32,-1 4 1,-1 4 0,2 7-1,5 1 110,-1-1 0,6 2 1,-4 3-1,4 1 104,2-2 1,0-1 0,0-3-3,0 1 1,0-1-115,0 1 0,6-7 0,2-1 0,1-2-184,5-4 1,2-2-1,1-2-213,0 0 335,1 0 0,7 0 0,2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18 7141,'-7'-10'722,"5"2"-588,-6 8 0,6 2-56,-4 4 0,4 10 1,-4 7-1,2 0-68,-1 3 0,3-1 0,-6 6 0,2-2-25,0 2 1,0 2 0,6 2-1,0-2 31,0-4 0,0 4 1,0-6-1,0 0-132,0-3 0,0 1 0,0-2 0,0-2-123,0-1 0,0-3-435,0 1-83,0-1 757,0 1 0,8-9 0,2-1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36 7822,'0'-18'-327,"0"8"1,-2 3 318,-4 7 1,-3 0 49,-9 0 0,6 5 0,3 3-29,1 2 0,0-4 0,2 3-39,-5-1 1,1 6 15,-2-3 1,9-1 0,-3 2 2,4 1 1,4-3 32,4 2 1,3-8-1,9 3 1,-1-1 9,1 0 1,-1 2 0,1-4 0,-1 1 22,0-1 1,1 0 0,-1 0 0,1 2-24,-1-2 0,-5 4-55,0-3-3,-9 9 0,5-4 13,-8 7 0,-8-5 0,-3-3-12,-5-1 0,-1-2 0,-1-4-56,1 4 1,-1-4 0,1 4-78,0-5 1,-1 5-1,1 0-78,-1-2 1,7-2-1,1 0 232,2 4 0,-6-4 0,5 5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6675,'10'-9'386,"-3"9"1,-7 11-1,0 5-299,0 1 0,2 3 1,2 1-1,2 4-45,-2 3 1,-2-1 0,-2 4 0,0-4-31,0-2 0,0 4 0,0-4 0,0 1-72,0-1 0,0-2 1,0-5-1,0-1-171,0 1 1,0-1 0,0 1-57,0-1 0,0-5-554,0-1 841,0-7 0,-8 4 0,-2-8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 7702,'6'-12'-117,"0"0"1,5 7-1,-3-5 1,2 2 72,3 4 1,-3-3 0,2 1 156,1 2 1,3 2 0,1 2-26,1 0 1,-1 0 0,1 0 9,-1 0 0,0 0-82,1 0 0,-1 6 0,-1 1-121,-4 3 0,-3-4 135,-3 6-125,-4-1 0,4 5 87,-12-5 1,-4-1-1,-7-6-4,-1 2 0,1 0 0,-1-6-63,1 0 0,0 0 0,-1 0 0,3 2-150,3 3 1,-4-3 0,7 6-321,-1 0 545,2-6 0,8 13 0,0-5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51 7670,'10'-18'-89,"-2"7"204,-8-1 1,-8 8-142,-4-2 0,3 6 1,-3 6 57,-2 6 0,5-2 0,-1 1-39,2 3 1,-3 1 0,5 3 0,2-1 10,2 1 1,2-7 0,0 1-12,0 2 0,2-1 0,2 1 0,4-5 72,1-1 0,3-2 0,5-6-24,1 0 0,-1 0 0,1 0-53,-1 0 1,1 0 0,-1 0 6,1 0 0,-1-8 38,1-3 1,-7-5-1,-1-1 7,-2-1 0,-3 7 0,-5-1 0,0-2-39,0-1 0,-7 3 0,-5 0-70,-3-1 0,-3 5 0,1 0 0,-3 3-36,-3-1 0,4 0 1,-5 6-452,5 0 1,1 8 555,1 3 0,7 5 0,2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7797,'17'0'25,"1"0"1,-1 0-1,1 2 1,-1 4-1,1 5 1,-3 5-1,-1-1 1,-5-1-1,-1-2 1,-4 1-283,-2 3 1,-4-1 207,-4-3 0,2-4 0,-7-8 45,-3 0 1,4 0-1,-1 0 35,-3 0 0,6-2 51,3-4 1,3-4-63,2-7 1,0-1 0,2 3 0,1 1-42,3 2 0,8 7 1,-4-7-1,1 0-169,1 3 1,-1-7-77,7 5 0,-6 3-420,-1 2 686,-7 4 0,12 2 0,-7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7347,'2'12'193,"4"0"0,-4-1 0,4 7-47,-5-1 0,1 2 0,2 3 0,2 3-96,-2 2 0,-2-3 0,-2 3 0,0 0-39,0 0 1,0 0-1,0 2 1,0-3 54,0-1 1,0-6 0,0 4-246,0-3 1,0-3-1,0 1-266,0-1 0,6 1-64,0-1 0,1-5 509,-1-1 0,4-7 0,7 4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88 140 6962,'12'-15'-787,"-3"1"1263,-1 2 0,6 1-380,-3-7 0,-3 1 76,-2-1 1,-4 7-229,-2-1 1,-2 8-46,-4-2 1,2 4-16,-7 2 98,7 8 1,-12 2 61,4 7 0,5 1 11,1-1 1,4 1 0,4-3 18,4-3 1,-2 3-1,7-5-5,3 0 1,-4 3 0,-1-5-1,1 0-36,0 0 0,-5-1-22,7-1 1,-2-2-76,1 8 1,-3-6 49,-8 5 0,-2-5 0,-4 4 0,-5-2-43,-5-5 0,-1 1 1,-1 0-1,1 2 23,-1-2 1,1-2-1,0-2-92,-1 0 0,6 0-225,1 0 0,1-2 351,-2-4 0,5-4 0,7-7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 7980,'17'-9'494,"1"3"-308,-1 4 1,1 2-1,-1 0-244,1 0 1,-1 0 0,1 0 0,-1 0-179,0 0 0,-5 0 1,0 0-312,1 0 0,3 0 547,1 0 0,-7-8 0,-2-2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1:28:19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455 1 7590,'11'6'0,"1"-1"21,2-1 0,-5 0 0,3 0 1,2 4-1,1 0 0,3 1 0,-1-1 1,-2 2-1,-1-1 0,-2 5 0,-1 2 1,1 1 12,0 0 0,-7 1 1,5-1-1,-2 1 1,-2 1-1,0 3 0,-1 3 1,1 2-1,0 2 2,0-2 0,0 6 0,-6-4-118,0 4 0,0-4 1,0 1-1,0 1 77,0 2 1,0 2 0,0-2 0,0-2 31,0-2 1,-6 0 0,-2 4 0,0-2 8,1-2 1,-1-2-1,2 4 1,-6-4-10,-3-1 1,-3 5-1,1-4 1,-1 2 13,1 0 1,0-8-1,-3 3 1,-1-5 11,-3-2 1,1 5 0,4-3 0,-3-3-5,-1-1 1,-6-1-1,4-1 1,-2-3-93,-4-2 1,3 0-1,-1-4 1,0 1-73,2-1 0,-4-2 0,8-2 0,-1 0-371,-1 0 0,6 0 486,-4 0 0,3 0 0,3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688 144 6133,'-41'-3'1771,"0"2"1,-49 4 0,-61 4 904,71-6-1365,-48 3 987,106-2-1726,1 2 0,-1 0 0,-39 13 0,38-7-36,21-9-310,1 2 4,1-2-206,-1 0 0,0 0 0,1 0 0,-1 0 0,1 0 0,0 0 0,-1 0 1,1 1-1,0-1 0,0 0 0,-1 0 0,1 0 0,0 1 0,0-1 0,0 0 1,1 0-1,-1 0 0,0 1 0,0-1 0,1 0 0,-1 0 0,0 0 0,1 0 0,0 2 1,3-1 46,-1 1 0,0-1 0,0 0 0,1-1 0,-1 1 0,1-1 0,7 3 0,-11-4-71,13 3 101,0 0 1,0 0-1,1-2 0,-1 1 0,0-2 0,24-1 1,-3 1 44,249-8 589,6 0-461,334 23-104,207 1-48,-645-15-130,289-4 73,-101-2-100,-183 4 119,152 1-174,201 4 188,-368-5-164,286-10 136,-178 2-136,178-8 158,-189 6-158,27-3 74,95-3-40,251-9 85,-442 16-122,229-16 167,-199 10-151,242-8 84,60-3-43,-218 14 57,-34 2 184,46 1-236,-191 17-1103,-134-6 674,0-1 0,1 0-1,-1 0 1,0 0-1,0-1 1,0 0 0,0 1-1,0-1 1,0-1-1,-1 1 1,8-4-1,-5 2-1013,-6 4 1363,0-1 0,0 0 1,1 0-1,-1 0 0,0 0 1,0 0-1,0 0 0,0 0 1,0 0-1,0 0 1,0 0-1,0 0 0,0-1 1,1 1-1,-1 0 0,0 0 1,0 0-1,0 0 1,0 0-1,0 0 0,0 0 1,0 0-1,0 0 0,1 0-259,-1 0 259,0 0 1,0-1-1,0 1 0,0 0 1,0 0-1,0 0 0,0 0 1,0 0-1,0 0 1,0 0-1,0 0 0,0 0 1,0-1-1,0 1 0,0 0 1,0 0-1,0 0 0,0 0 1,0 0-1,0 0 1,0 0-1,0 0 0,0 0 1,0-1-1,0 1 0,0 0 1,0 0-1,0 0 1,0 0-1,-1 0 0,1 0 1,0 0-174,-7-12-8210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3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104 386 9633,'-21'-10'642,"-30"-15"3051,48 25-3403,1-1 0,-1 0-1,1 1 1,-1-1 0,0 1 0,1 0 0,-6 0-1,5 0-6,0 0 2040,7 0-1917,23-3 279,31 1 1,19-1-80,178-19 274,332 13 1,-471 14-840,512 17 89,723-51-39,-1219 23-95,347-13 15,838-23 15,-192 33-42,-882 7 21,857-17 79,-216-17-91,-400 12-43,-68 11 40,174-3-2,-188 8 29,203 2-12,-15-2 8,205 2-40,-235 8 23,265-26-52,-496 5-44,450-18-84,-580 32 144,67-2-27,398 6-193,-512 0 238,98 1-4,484 14-43,-386-11 83,5-1 33,58 3 244,-317-1-263,486 28 76,-421-21-134,397 32 16,-24-9-7,-422-28 41,887 40 11,-597-25-14,338 20-34,-605-36 12,230 4 9,315 1 341,-202-1 244,316 9 165,7 19 554,-141-3-352,819-10-594,-1425-24-388,90-2-387,-113 1-105,1-2 1,46-12-1,-72 15 348,-1-1 0,1 0 0,-1 0 0,1 0 0,-1 0 0,0-1 0,0 1 0,1-1 0,-1 0 0,0 0 0,-1 0 0,5-4 0,-7 5 48,1 1 1,-1-1 0,1 0 0,-1 0 0,1 0 0,-1-1 0,0 1 0,1 0 0,-1 0 0,0 0 0,0 0-1,0 0 1,0 0 0,0 0 0,0-2 0,-1-1-177,0 0-1,0 1 1,0-1-1,0 1 0,-1-1 1,-2-3-1,0 0-722,-1-1-1,0 1 0,0 0 1,-1 0-1,-12-11 1,3 6-2294,-1 1 1,-22-12 0,38 23 3312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4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10 455 8533,'-9'-5'7467,"30"11"437,-3-5-9253,240-22 4839,27-1-2149,-258 21-1266,766-6 1209,40 27-975,1-30-218,-593 6-57,936 5 12,-1025 0-44,1012-31 76,-301-10-137,26 19 285,-829 20-195,933-42 494,-587 20-267,144-22 512,-364 27-456,-91 7-183,69-4-150,-164 15-27,1 0-1,-1 0 1,1-1-1,-1 1 0,0 0 1,1 0-1,-1-1 1,0 1-1,1-1 1,-1 1-1,0 0 1,1-1-1,-1 1 1,0-1-1,0 1 0,1 0 1,-1-1-1,0 1 1,0-1-1,0 1 1,0-1-1,1 1 1,-1-1-1,0 1 0,0-1 1,0 1-1,0-1 1,0 1-1,0-1 1,-1 1-1,1-1 1,0 1-1,0-1 1,0 0-1,0 0-154,-1-3-139,-1-1-1,1 1 1,0 0 0,-1-1 0,0 1-1,0 0 1,0 0 0,-1 0-1,1 1 1,-1-1 0,0 0-1,0 1 1,0 0 0,-5-4 0,-10-9-3553,-29-18 1,38 28 1936,-39-26-9867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5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15177,'-8'6'393,"2"1"-1,-1 1 1,1-1-1,0 1 1,0 0-1,1 1 1,0-1-1,1 1 1,0 0-1,-5 15 0,-57 260 6148,45-148-5457,-4 159 0,24-247-2147,2 0 0,13 85 0,-12-125 335,0 1 1,0-1-1,0 0 0,6 10 0,-8-18 685,0 0 0,0 0 0,0 0 0,0 1 0,0-1 0,0 0 0,0 0 0,0 0 0,0 0 0,0 0 0,0 0 0,0 0 0,0 0 0,0 1 0,0-1 0,0 0 0,1 0 0,-1 0 0,0 0 0,0 0 1,0 0-1,0 0 0,0 0 0,0 0 0,0 0 0,1 0 0,-1 0 0,0 0 0,0 0 0,0 0 0,0 0 0,0 0 0,0 0 0,0 0 0,1 0 0,-1 0 0,0 0 0,0 0 0,0 0 0,0 0 0,0 0 0,0 0 0,0 0 0,1 0 0,-1 0 0,0 0 0,0 0 0,0 0 0,0 0 0,0 0 0,0-1 0,0 1 0,0 0 0,0 0 0,0 0 0,1 0 0,-1 0 1,0 0-1,0 0 0,0 0 0,0-1 0,0 1 0,0 0 0,0 0 0,20-19-5870,11-19-3694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 11101,'-2'1'1323,"-5"5"-694,1 0 0,0 0 0,0 0 0,0 1 0,1-1 0,0 1 0,1 1 0,-7 13-1,-2 7-45,-9 34-1,5-13 191,-13 27 16,-8 21 503,-31 120 0,66-208-1020,2 1-1,-1-1 0,1 1 0,0-1 1,1 1-1,0-1 0,1 1 0,2 15 0,-2-21-151,0 0-1,0 0 0,1-1 0,-1 1 0,1 0 1,0-1-1,0 0 0,0 1 0,0-1 0,1 0 1,-1 0-1,1 0 0,0 0 0,0-1 0,0 1 1,0-1-1,0 0 0,1 0 0,-1 0 0,1 0 1,-1 0-1,1-1 0,4 2 0,9 1 134,-1-1 0,1 0 0,0-1 0,-1-1 0,1-1 0,0 0 0,27-4 0,118-31 1709,-131 27-1878,29-5-99,-27 7-394,35-13 1,-64 18-245,0-1-1,0 0 1,0 0-1,0 0 1,0 0 0,-1 0-1,7-6 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9 11441,'8'-9'3293,"-20"14"-16,4-2-2872,5-1-171,0 0 0,0 0 1,1-1-1,-1 2 0,1-1 0,-1 0 1,1 0-1,0 1 0,-4 4 0,0 1 87,-8 11 133,0 0 0,1 1 0,2 0 0,-1 1 0,-12 36 0,6-6 731,-15 72-1,16-29-29,-7 130 0,22-190-1377,3 65 0,1-84-554,0 0 0,1 1-1,1-1 1,0-1 0,1 1-1,9 20 1,4-11-6004,-12-17 3713,8 13-6706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6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24 8245,'4'-8'1553,"-6"5"766,-13 6 1330,7-1-3904,6-2 2098,-15 6-741,13-3-967,0-1 0,1 1 0,-1 0-1,1 0 1,0 0 0,0 1 0,1-1 0,-1 1-1,0-1 1,1 1 0,0 0 0,0 0-1,-2 6 1,-5 7 237,4-8-130,1 0 0,0 1 1,-3 10-1,-1 2 19,4-14-135,1-1 1,1 0-1,-1 1 1,1 0-1,0 0 1,1-1-1,0 1 1,0 0-1,0 0 1,1 0-1,1 0 1,1 15-1,-1-19-50,0 0 0,1 1 0,-1-1 0,1 0 0,0 0 0,0 0 0,0-1 0,1 1 0,-1 0 0,1-1 0,0 0 0,0 1 0,0-1 0,0 0 0,1-1 0,-1 1 0,1 0 0,0-1 0,0 0 0,0 0-1,0 0 1,0-1 0,0 1 0,6 0 0,9 2 35,0-2 0,1 0 0,-1-1-1,1-1 1,0-1 0,-1-1 0,30-7 0,3 2-768,-14 4-14,-27 2 280,-1 1 0,0-1 1,0-1-1,0 0 0,0 0 0,0-1 0,12-6 1,-19 8-670,23-9-3321,-17 5 4778,1 0 0,0 1 0,1 0 0,-1 0 1,1 1-1,-1 1 0,1 0 0,0 0 1,14 0-1,276-7 7327,-297 9-7658,-3-2-255,2-2-30,-2 3 113,1 0 0,-2 0 1,1-1-1,0 1 0,0 0 1,0-1-1,-1 1 0,1-1 0,0 1 1,-1 0-1,1-3 0,-1 2 28,0 1-1,-1-1 1,1 1-1,-1-1 1,1 0-1,-1 1 1,1-1-1,-1 1 0,0 0 1,0-1-1,0 1 1,0-1-1,0 1 1,-1-2-1,-13-13-923,0 0 0,-1 1 1,0 0-1,-21-12 0,-79-49-4931,106 70 5331,-34-21-3691,5 3-2273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7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18 7941,'-4'1'302,"2"-1"-195,1 0-1,0 0 1,0 0-1,-1 0 1,1 0-1,0 0 1,-1 1 0,1-1-1,0 0 1,0 1-1,0-1 1,0 1-1,-1 0 1,1-1 0,0 1-1,0 0 1,0 0-1,0-1 1,0 1-1,0 0 1,1 0 0,-1 0-1,0 0 1,0 0-1,1 0 1,-2 2-1,2-1 1196,-8 13 897,6-12-1945,1 0-1,-1 0 0,1 0 0,0 1 1,0-1-1,0 1 0,1-1 1,-1 1-1,1-1 0,0 1 0,0-1 1,0 1-1,0-1 0,1 1 0,-1-1 1,1 1-1,0-1 0,0 0 1,2 6-1,-1-5-35,1-1 1,-1 0 0,0 1-1,1-1 1,0 0-1,0 0 1,0-1 0,0 1-1,0-1 1,0 1-1,1-1 1,-1 0 0,1 0-1,-1 0 1,1-1-1,0 1 1,6 0-1,10 1 401,0-1-1,0-1 0,0-1 0,0 0 0,21-5 0,-36 5-557,33-5 682,1-2 0,-1-2-1,41-15 1,-76 23-791,-5 1-72,1-1 0,-1 0 0,1 0-1,-1 0 1,1 0 0,0 0 0,0 0 0,-1 0-1,1 0 1,0 0 0,0 0 0,-1-3 0,-8-7-683,1 6 371,1 0-1,0 0 1,-1 1 0,0 0 0,0 0 0,-16-4 0,-62-10-2870,49 12 1849,-56-10-2135,-4-1-3558,57 9 695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7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23 164 14213,'-1'-13'1686,"-1"16"300,-3 22-3,5-22-1277,-3 12 341,-5 59 108,6-59-879,0 0-1,2 28 1,0-24 631,18-27 175,-13 5-958,0 0 1,-1 0-1,1-1 0,0 0 0,-1 1 0,0-1 0,0-1 0,0 1 0,3-5 0,8-8 86,10-8 61,16-18-646,2 2 0,2 2 0,57-38 0,-52 43-2715,-19 9-6730,-19 14-100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8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397 702 8781,'-19'3'661,"0"0"1,1 1-1,0 1 1,0 1 0,0 0-1,1 1 1,-29 16-1,-35 17 2578,10-7 142,1-2-1037,70-31-2303,0 1-1,0-1 0,-1 1 0,1 0 0,0-1 1,0 1-1,0 0 0,0-1 0,0 1 0,0-1 1,0 1-1,0 0 0,0-1 0,0 1 0,0 0 0,0-1 1,0 1-1,1 0 0,-1-1 0,0 1 0,1 0 1,-1 0 36,2 2 20,-1 0 0,0 0 0,1 0 1,0 0-1,0 0 0,0-1 0,0 1 0,0-1 0,1 1 1,-1-1-1,1 0 0,-1 0 0,1 0 0,0 0 1,0 0-1,0 0 0,0-1 0,0 0 0,0 0 0,1 0 1,-1 0-1,0 0 0,5 0 0,4 1 72,0 0-1,1-2 1,-1 1-1,0-2 0,17-1 1,-12-1 4,1 2-353,0-2 1,-1 0-1,1-1 0,18-8 1,-31 10 75,0 0 1,0-1-1,0 1 1,0-1-1,-1 0 1,0-1-1,0 1 1,1-1 0,-2 1-1,1-1 1,0-1-1,-1 1 1,0 0-1,0-1 1,0 1-1,-1-1 1,1 0-1,1-8 1,-1 1-124,-1 0-1,0 0 1,-1-1 0,-1 1 0,0 0 0,0 0-1,-1-1 1,-4-14 0,1-12-287,-10-58-137,-4 1 0,-34-109 0,28 116 1141,15 55-185,-13-45 536,4 22-154,16 54-507,1 8 5,-2 15-27,1 1 1,1 0-1,1-1 1,0 1-1,7 35 1,28 109 862,-17-102-514,2 0 1,54 112-1,-57-141-597,2 0 0,2-2 1,1 0-1,1-2 0,1 0 0,39 35 0,-58-61 20,-1 0 0,0-1 0,1 1 0,0-1-1,0 0 1,0 0 0,0 0 0,1-1 0,-1 0-1,0 0 1,1 0 0,0-1 0,-1 0 0,1 0-1,0 0 1,0-1 0,-1 0 0,1 0 0,7-1-1,-5-1 11,-1 0 0,1 0-1,-1-1 1,0 0 0,0 0 0,0-1-1,0 0 1,-1 0 0,0-1-1,0 1 1,0-1 0,0-1-1,9-10 1,-2 2 100,-1 0 0,-1-1-1,0 0 1,-1 0 0,-1-1 0,0 0 0,-1-1-1,11-34 1,-15 41 459,0 0-1,9-18 1,-10 22-260,-2 3 875,8 20-223,-8-14-842,1 0 1,-1 1 0,0-1-1,0 1 1,0-1-1,0 1 1,-1-1 0,1 1-1,-1 0 1,0 4-1,-5 38 106,3-29-68,-20 119-81,7-56-1092,8-31-224,-5 29-2036,0-29-5032,6-32-2853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1 673 12293,'19'-9'1733,"-13"7"-1260,-1 0 0,0 0 1,1-1-1,-1 0 0,0 0 1,0 0-1,-1-1 0,1 0 0,-1 0 1,0 0-1,0 0 0,7-9 1,117-188 2881,12-55-2681,-87 155-1172,-50 96 439,-1 1 1,0 0-1,0-1 0,0 0 0,-1 1 0,0-1 1,0 0-1,0 0 0,1-8 0,-14 25-161,9-7 214,0-1 1,0 0-1,0 1 0,1 0 1,-1 0-1,1 0 0,1 0 1,-1 0-1,1 0 0,-2 9 1,-2 53 45,5-52-25,-1 1 42,1-1 0,1 1-1,0 0 1,2 0 0,-1-1 0,2 1 0,0-1 0,1 0 0,8 19 0,-9-27 2,-1 0-1,1-1 1,1 1 0,-1-1 0,1-1 0,0 1 0,0-1 0,1 1 0,0-1-1,0-1 1,0 1 0,0-1 0,1 0 0,-1-1 0,1 0 0,0 0 0,0 0-1,0-1 1,1 0 0,-1 0 0,10 1 0,12 0 190,1-2 0,-1-1 0,39-4-1,87-19-405,-108 15-150,-35 6 65,-1-1-1,0 0 1,-1-1-1,1 0 1,-1-1-1,18-10 1,-26 14-45,-16-10-339,13 11 624,0-1 0,-1 1 0,1-1 0,0 1 0,-1-1 0,1 1 0,-1 0 0,1 0 0,-1 0 0,1 0 0,-1 0 0,1 0 0,-1 0 0,1 0 0,0 1 0,-1-1 0,1 0 0,-1 1 0,1-1 0,0 1 0,-1 0 0,0 0 0,-3 1 57,3-1 2053,5 0-1408,1-1-567,0 0 1,0 0-1,1-1 1,-1 1-1,0-1 1,0 0-1,0 0 1,0 0-1,0-1 1,0 1-1,0-1 1,6-4-1,51-35 823,-31 19-555,83-39 517,-90 50-844,-19 9-62,-1 4-18,0-1 1,-1 2-1,1-1 1,-1 0-1,1 0 1,-1 1-1,0 0 1,2 2-1,-2 3 1,0 0 0,0 0 0,-1 1-1,0-1 1,0 16 0,-1-16-3,0 49-193,-1-38-154,1 1 1,1 0 0,4 24 0,-2-30-330,0 0 0,1-1-1,1 1 1,0-1 0,12 22 0,-17-34 572,0 0-1,1 0 1,-1-1 0,0 1-1,1 0 1,-1 0 0,1-1 0,-1 1-1,1 0 1,-1-1 0,1 1-1,0-1 1,-1 1 0,1 0 0,0-1-1,-1 0 1,1 1 0,0-1-1,1 1 1,-1-1-350,0-1 0,0 0 0,0 0 0,0 0 0,-1 0 0,1 0 0,0 0 0,-1 0 0,1 0 0,-1 0 0,1 0 0,-1 0 0,0 0 0,1-1 0,-1 1 0,0 0 0,0 0 0,0-3 0,4-21-9311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9 101 22474,'21'-3'2708,"-36"-2"3957,24-10-9209,2 4-113,-22-12-1639,-1 5-2301,1-7-6172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2:59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118 130 10593,'0'0'4114,"-2"-1"-2360,0 0-1547,-1 0-1,1 0 1,-1 0 0,1 1 0,0-1 0,-1 1-1,1 0 1,-1-1 0,1 1 0,-1 0 0,1 0-1,-1 1 1,1-1 0,-1 1 0,1-1 0,-1 1-1,1 0 1,0 0 0,-1 0 0,1 0-1,0 0 1,0 0 0,0 1 0,0-1 0,0 1-1,0-1 1,0 1 0,0 0 0,1 0 0,-4 3-1,0 2 6,0 0 0,1-1-1,0 2 1,0-1-1,0 0 1,1 1 0,0 0-1,0 0 1,1 0-1,0 0 1,1 0 0,0 0-1,0 0 1,0 0 0,1 1-1,0-1 1,2 11-1,1 0 108,1 1-1,0-1 1,2 0-1,0 0 1,1-1-1,11 21 1,-15-32-198,1-1-1,0 1 1,1-1 0,0 1-1,0-1 1,0-1 0,0 1-1,1-1 1,0 0-1,0 0 1,1 0 0,-1-1-1,1 0 1,0-1 0,0 1-1,13 3 1,-11-4 18,1-1 0,0 0 0,0-1 0,0 0 0,0 0 0,0-1-1,0-1 1,0 0 0,-1 0 0,1 0 0,0-2 0,17-5 0,-12 2-145,0-1 1,0-1-1,-1 0 0,0-1 0,0 0 1,-1-1-1,-1-1 0,1 0 1,-2-1-1,1 0 0,-2-1 0,16-22 1,-15 17-68,-1 0 1,0-1-1,-1 0 1,-1 0-1,-1-1 1,-1 0 0,0 0-1,-2 0 1,4-36-1,-8 44-650,0 1-1,0 0 1,-1-1-1,0 1 1,-1 0-1,-4-13 1,3 16-1155,1 1 0,-2-1 0,1 0 0,-1 1 0,-5-8 0,-1 1-10774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12289,'0'2'116,"0"-1"1,0 0-1,0 0 0,0 1 0,0-1 0,0 0 1,0 0-1,0 1 0,-1-1 0,1 0 0,0 0 1,-1 0-1,1 0 0,-1 0 0,0 1 1,1-1-1,-1 0 0,-1 1 0,0-1 143,0 0-1,0 0 1,0 0-1,0 0 1,0-1 0,0 1-1,-1 0 1,1-1-1,-2 0 1,2 1-166,0 0 76,0 0-1,0 0 1,0 0 0,1 0 0,-1 1 0,0-1 0,0 1 0,1-1 0,-1 1 0,1 0 0,-1 0 0,1 0 0,0 0 0,-2 3 0,1-1 162,-7 11 117,2 0 0,0 1 0,0 0 0,2 1 1,0-1-1,0 1 0,-2 28 0,6-43-322,1 1 0,0-1-1,0 1 1,-1-1 0,2 1-1,-1 0 1,0-1 0,0 1 0,1-1-1,-1 0 1,1 1 0,0-1-1,0 1 1,0-1 0,0 0 0,0 0-1,0 1 1,1-1 0,-1 0-1,3 3 1,-1-3 1,0 0 0,1 1-1,-1-1 1,0 0 0,1-1-1,0 1 1,-1 0 0,1-1-1,0 0 1,-1 0 0,9 1-1,8 0 207,-1-2-1,1 0 0,0-1 1,23-4-1,-37 4-203,24-4 294,-1-2-1,38-13 0,18-5 128,-65 22-980,-31-14-1528,11 16 1859,-1-1 1,0 0-1,0 1 1,0-1-1,0 1 0,0-1 1,0 1-1,0-1 1,0 1-1,-1 0 1,-1-2-1,-3 0-239,1 0 0,0 0 0,-1 1 0,0 0 0,0 0 0,1 1 0,-1 0 0,-8-1 0,-53-3-2781,40 4 1813,-114 0-8773,100-1 2786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0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 7485,'-112'3'7014,"57"-2"-3041,31-1-2027,1 0 0,-26 5 0,47-5-1862,0 0 0,0 1 0,0-1-1,0 1 1,0-1 0,-1 1 0,1 0-1,0-1 1,1 1 0,-1 0 0,0 0-1,0 1 1,0-1 0,1 0 0,-1 1 0,0-1-1,1 1 1,-1-1 0,1 1 0,0-1-1,0 1 1,-1 0 0,1 0 0,0 0-1,1 0 1,-1 0 0,0 0 0,0 0 0,1 0-1,-1 0 1,1 0 0,0 0 0,0 0-1,0 0 1,0 1 0,0-1 0,0 0-1,0 0 1,1 0 0,-1 0 0,1 0 0,1 4-1,1 4 30,1 0 0,0 0 0,1-1 0,0 1 0,1-1 0,0 0 0,9 9 0,1 0-331,1-1-1,1-1 1,1 0 0,0-2-1,1 0 1,0-1-1,32 14 1,53 18-4410,2-10-4601,-46-20-999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251 839 11673,'-23'13'499,"5"-3"285,0 1-1,-22 18 1,33-23-467,-1 0-17,-1 0 1,1 0 0,0 1-1,1 0 1,-1 1 0,1 0-1,1 0 1,0 1 0,0-1-1,-8 18 1,-9 23 211,16-37-219,2-1-1,-1 1 0,2 0 0,0 0 0,-4 17 0,8-27-195,0 0 0,0 0 1,0 0-1,0 0 0,1 1 0,-1-1 1,0 0-1,1 0 0,0 0 1,0 0-1,1 3 0,-1-1 77,0-4-146,0 1 1,0-1 0,0 1-1,0-1 1,0 0 0,-1 1 0,1-1-1,0 0 1,0 0 0,0 0-1,0 0 1,0 1 0,0-1-1,0 0 1,0-1 0,0 1-1,0 0 1,0 0 0,0 0 0,1-1-1,1 1 52,5-2 26,1 0 1,-1 0-1,1 0 1,-1-1-1,0 0 1,11-7-1,48-30 456,-19 10-278,10-10 16,-9 5-206,-49 35-117,1 0 1,-1-1-1,1 1 1,-1 0-1,1-1 1,-1 1-1,0-1 1,1 1-1,-1 0 1,0-1-1,1 1 1,-1-1-1,0 1 1,1-1-1,-1 1 1,0-1-1,0 0 1,0 1-1,0-1 1,0 1-1,1-1 1,-1 1-1,0-1 1,0 1-1,0-1 1,0 0-1,0 1 1,-1-1-1,1 1 1,0-1-1,0 1 1,0-1-1,0 0 1,-1 1-1,1-1 1,0 1-1,0-1 1,-1 1-1,1 0 1,-1-1-1,1 1 1,0-1-1,-1 1 1,1-1-1,-1 1 1,0-1-1,-4-5 23,0 3-180,-1 3 125,-1 1 0,1-1 0,-1 1 0,1 0 0,-1 1 0,1 0 0,0 0 0,-11 5 0,14-6 26,3 2 44,-1 0 0,1-1 1,0 1-1,0-1 0,0 1 0,1 0 0,-1-1 0,0 1 0,1-1 1,0 1-1,-1-1 0,1 1 0,0-1 0,1 1 0,1 2 0,-1-2 4,1-1-1,0 0 1,0 0-1,0 0 1,0-1-1,0 1 1,0-1-1,0 0 0,0 1 1,1-1-1,-1-1 1,4 2-1,18 3 106,1-1 0,0-1 0,30-1-1,82-7 326,-78-3-508,115-30 0,-163 35-75,1-1 1,0 0-1,-1-1 0,0-1 1,0 0-1,-1 0 0,1-1 0,-1-1 1,-1 0-1,1 0 0,-2-1 0,1 0 1,-1-1-1,0 0 0,-1 0 1,-1-1-1,1 0 0,-1-1 0,-1 1 1,-1-1-1,1 0 0,-2-1 0,1 0 1,-2 1-1,4-24 0,-2-7-121,-2 0-1,-3-64 0,-16-87 1219,13 168-755,0-12 520,-2 0 0,-1 1-1,-2 0 1,-16-45 0,-18-39 2944,41 122-3625,0-1-1,-1 1 1,1 0 0,0-1-1,0 1 1,0 0 0,0 0-1,0 0 1,0 0 0,0 0-1,0 0 1,0 0 0,-1 2-1,-7 11 33,1 1 0,1 0-1,0 0 1,1 0 0,1 1-1,-5 22 1,-13 103 138,15 38-120,7-100-115,-1 5-79,3 1 0,15 94 0,-7-133-78,28 82 0,-33-114 128,-1-4 21,1 0 0,0-1 1,1 1-1,-1-1 0,12 16 0,-13-21 27,0-1 0,-1 0 0,1 0 0,1 0 0,-1 0 0,0 0 0,1-1 0,-1 0 0,1 1 0,0-1 0,0-1 0,0 1 0,0 0-1,0-1 1,0 0 0,9 1 0,-3-1 12,1-1 0,-1-1 0,1 0 0,-1 0-1,1-1 1,-1 0 0,0-1 0,0 0 0,0-1-1,0 0 1,16-9 0,8-7 77,54-43-1,-86 61-86,88-74-1,-88 75-72,-1-1 1,1 0-1,0 1 0,0-1 0,0 0 0,-1 0 0,1-1 0,-1 1 0,0 0 1,0 0-1,0-1 0,0 1 0,1-4 0,1-1-506,-3 5 59,-4 2-73,-15 5-687,1 0 0,-1 1 0,-21 10 0,-23 17-6698,17-7-2512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0 789 13309,'12'-6'10264,"-12"9"-9943,5 33 93,-4-34-382,-1 0 0,1 0 0,0 0 0,0 0 0,0 0 0,0 0 0,1 0 0,-1-1 0,0 1 0,1 0 0,2 1 0,0 2 53,2 1-161,-1 0 0,0 0 0,1 0 0,0-1 0,1 0-1,-1-1 1,1 1 0,0-1 0,0 0 0,0-1 0,12 5 0,7-1-101,1 0 0,29 4 0,-3-2 82,41 16 218,59 14 111,-151-39-230,6 2-54,-1-1 1,1 0 0,0 0-1,-1 0 1,14-2 0,-19 1 19,1 0-1,-1-1 1,0 0 0,1 0 0,-1 0-1,1 0 1,-1 0 0,0 0 0,0-1 0,0 1-1,0-1 1,0 1 0,0-1 0,0 0 0,0 0-1,0 0 1,-1 0 0,1 0 0,-1 0-1,0 0 1,2-3 0,8-18-120,-1-1-1,-1 0 1,-1-1-1,5-31 1,13-108 224,-22 127 26,22-204 881,15-99 3946,-31 295-3760,-9 43-330,-3 7-537,-11 25-176,1 1-1,1 0 1,2 1-1,-7 46 1,-11 139 43,26-209-160,-19 292-346,20-231-434,2 0 0,16 92 0,-15-143 471,1 0-1,1 0 1,0-1 0,2 1 0,-1-1 0,2 0-1,0-1 1,12 17 0,-15-26 5,1 1 1,0-1 0,1 0-1,0-1 1,0 1-1,0-1 1,0-1 0,1 1-1,0-1 1,0-1-1,1 1 1,-1-2 0,1 1-1,0-1 1,0 0-1,0-1 1,15 2 0,-9-2-525,-1-2 1,0 0-1,0 0 1,1-2-1,-1 1 1,0-2 0,0 0-1,0-1 1,-1 0-1,1-1 1,12-6 0,36-19-6702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45 11893,'-25'-1'443,"16"0"-144,0 1-1,0 0 1,0 0-1,0 1 1,1 0-1,-15 4 1,-8 0 958,25-5-961,0 0 0,0 1 1,-1 0-1,1 1 0,0-1 0,0 1 1,0 0-1,0 1 0,1 0 0,-9 4 1,7-1-36,-7 4 464,0 0-1,1 2 0,0-1 1,-22 27-1,34-36-617,-1 1 1,0-1-1,1 0 0,-1 1 1,1-1-1,-1 1 0,1-1 0,0 1 1,0-1-1,1 1 0,-1 0 0,0 0 1,1-1-1,0 1 0,-1 0 0,1 0 1,0-1-1,1 1 0,-1 0 0,0 0 1,1 0-1,0-1 0,-1 1 1,1 0-1,0-1 0,0 1 0,1-1 1,-1 1-1,0-1 0,1 1 0,0-1 1,-1 0-1,1 0 0,0 0 0,0 0 1,0 0-1,1 0 0,3 2 0,2 1 21,0 0-1,1 0 0,-1-1 0,1-1 0,0 0 1,0 0-1,0 0 0,0-1 0,0-1 0,11 2 0,17-1 158,46-3 0,-36 0-271,-37 1-331,1 0 1,-1-1 0,15-3 0,-21 3 98,0 0 1,-1 0-1,1 0 1,0-1 0,-1 0-1,1 0 1,-1 0 0,0 0-1,0 0 1,6-5-1,-8 1-455,-4-1 491,0 1-1,-1-1 1,0 1 0,0-1-1,0 1 1,0 0 0,-1 1 0,0-1-1,-1 1 1,1 0 0,-11-7-1,14 10 849,19 5-262,-6-1-214,-1 0-1,1 1 0,0 1 1,-1 0-1,0 0 0,0 1 1,0 0-1,0 1 0,9 7 1,31 17 497,10-3-556,1-3 0,1-2 0,79 17 0,-137-38-389,1 0 0,0-1 0,0 1 0,0-1 0,-1 0 0,1-1 0,0 1 0,0-1 0,0 0 0,-1 0 0,1 0 0,0-1 0,-1 0 0,1 1-1,-1-2 1,5-2 0,4-4-1020,0 0-1,-1-1 1,17-17-1,-8 7 19,-4 4 878,-9 8 622,1-1 1,0 2 0,1-1-1,0 1 1,0 0 0,0 1 0,1 0-1,16-6 1,-17 10 2,-1-1 0,1 1 0,-1 1 0,1-1 0,-1 2 0,1-1 0,0 1 0,-1 1-1,1 0 1,0 0 0,-1 1 0,11 3 0,2 3-89,0 1 0,0 1-1,-1 0 1,0 2 0,-1 1-1,0 0 1,-1 1 0,-1 2-1,17 17 1,-33-32-329,0 0-1,0 0 1,0 0-1,0 0 1,0-1-1,0 1 1,0 0-1,0-1 1,0 1-1,4-1 1,2 2-511,-5-2 438,0 1-1,0-1 0,1 0 1,-1 0-1,0 0 0,0 0 1,0 0-1,0-1 0,0 1 0,0-1 1,0 0-1,0 0 0,6-2 1,38-25-1518,-11 5 1534,-8 8 929,2 2 0,-1 1 0,1 1 0,1 1-1,0 2 1,0 1 0,35-3 0,-9 6 493,-54 4-919,1 1-53,3 0-433,9 2 560,-5-2-9483,-10-5 7560,3-8 936,0 1-1,1 0 1,9-16-1,-10 21 814,0 1 0,0 0 0,0 0 0,0 0-1,1 1 1,-1-1 0,1 1 0,11-7 0,12-5 1819,1 1 0,0 2 0,1 1 0,1 1 0,60-13 0,-88 23-1781,0 0-1,0 1 0,0-1 1,0 1-1,1 0 0,-1 0 1,0 0-1,0 1 0,0-1 1,0 1-1,0 0 1,0-1-1,0 1 0,0 1 1,0-1-1,0 0 0,-1 1 1,1-1-1,4 4 0,-4-2-8,0 1-1,0-1 1,-1 1-1,1 0 0,-1-1 1,0 1-1,0 0 0,0 0 1,0 1-1,-1-1 1,1 0-1,0 6 0,1 9 248,-1 0-1,-1 0 1,-1 0-1,-1 0 0,-3 25 1,-6 20-228,-3 0 1,-3-1-1,-28 70 0,-86 177 355,95-232-543,22-48-64,-2 5-470,-1-1 1,-1 0 0,-42 59 0,58-91 343,-1 0 1,0 0 0,0 0-1,0 0 1,0-1-1,0 1 1,0-1 0,-1 1-1,1-1 1,-1 0-1,-3 1 1,-12-2-2606,17 0 2099,0-1 0,-1 1 1,1-1-1,0 0 0,-1 0 1,1 0-1,0 0 0,0 0 1,0 0-1,0 0 0,0 0 1,-1-1-1,-15-26-13770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06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52 5300,'2'-6'455,"1"-2"176,-2 2 4955,16 6-4645,-12 0-711,-1-1 0,1 1 0,-1-1 0,0 0 0,0 0-1,1 0 1,-1-1 0,5-2 0,-7 3 1889,-1 0-2016,1 0 0,-1 0-1,0-1 1,0 1 0,0-1 0,0 1 0,0-1 0,0 1 0,1-4-1,0 2 1080,-108 12-346,98-9-792,-1 1-1,1 0 1,-12 4-1,-18 2 189,-14-2-22,0 4 0,1 1 0,0 2 0,-72 29 0,115-38-197,1 1 0,0 0 0,0 0 0,-9 7 0,-13 7 10,13-10 10,0 1 1,1 1-1,0 1 0,0 0 0,1 1 0,1 0 0,0 1 0,1 0 1,-16 23-1,23-26 17,0 0 0,0 0 0,-5 21 0,0-2 8,6-19-54,2 0-1,-1 1 0,1 0 0,1-1 1,0 1-1,0 0 0,1 0 0,2 15 0,0-11 12,1 1-1,0-1 1,1 0-1,0 0 1,9 18-1,18 30 54,-19-39-53,0 0 1,2-1 0,23 30 0,-30-44-7,112 178-41,-111-173 46,-4-7-12,0 0 1,0 0-1,1 0 1,6 7-1,-10-13-10,1 1 0,-1 0-1,0 0 1,1 1 0,-1-1-1,0 0 1,0 0-1,-1 0 1,2 5 0,2 5 19,14 11 23,-9-12-43,-6-6 12,0-1 0,1 1 0,-1-1 0,1 0 1,1 0-1,-1 0 0,0 0 0,1-1 0,0 0 1,6 4-1,21 11 10,0 2 1,46 37 0,-74-53-17,2 0 7,1 1-1,0-1 1,0-1-1,0 1 1,0-1-1,0 0 1,1-1-1,-1 0 1,1 0-1,0 0 1,0-1-1,-1-1 1,16 1-1,2-3-3,-1-1 1,47-11-1,-70 13 0,39-10-7,38-17 0,-14 5-15,-41 13 55,0-1 1,-1-1-1,-1-1 0,0-1 0,20-17 0,-27 20 3,2-2 9,0-1 0,-2-1 1,0 0-1,15-20 0,-11 12 28,-8 10-7,0-1-1,-2 0 1,1 0-1,-2-1 0,10-26 1,-7 12-15,-2-1 1,6-38-1,-11 53-43,0 4 27,-1-1 0,0 0 0,-1 1 0,0-1 0,-1 0 1,-1 0-1,1 1 0,-5-18 0,-5-25 416,4 17-351,5 23 12,3 7-73,-7-21 31,-3 1-64,7 24 72,-1-12 208,0 10-175,0 0 0,1 1 0,-2-1 0,1 0 0,0 1 0,-1-1 0,0 1 1,0 0-1,0 0 0,-1 0 0,1 0 0,-1 1 0,0-1 0,0 1 0,0 0 1,-1 0-1,-8-4 0,-71-45 1725,61 38-1342,-35-29 0,40 29-357,0 1 1,-25-14-1,34 22-127,0 1-1,0 0 1,0 1 0,-1 0 0,1 1-1,-1 0 1,0 0 0,-15 0-1,-12 2-126,1 2-1,-60 10 0,-13 13-2874,95-21 703,0-1-1,-27 3 0,12-4-4309,29-2 6392,-26 0-10230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3T04:23:36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214 111 6701,'5'-12'1136,"-4"10"-70,1 0-77,8-6 299,67-54 6944,-76 60-8193,1 1-1,-1 0 1,0 0 0,0-1-1,0 1 1,0-1 0,0 1 0,0-1-1,0 0 1,0-2 0,0-1 2676,-7 5-2699,0-1 1,-1 1 0,1 0 0,-1 1 0,1-1-1,-10 4 1,-33 11 44,47-14-58,0 0 0,0 0 0,-1 0 1,1-1-1,0 1 0,-1-1 0,1 0 1,-5 1-1,-2 0 5,6 0-2,-20 11 39,17-9-47,0 1 0,1-1 0,0 1 1,-1 0-1,1 0 0,0 1 0,1-1 0,-1 1 0,1 0 1,0 0-1,0 1 0,1-1 0,-6 12 0,-7 13-2,9-20 1,2 1 0,0-1 0,0 1 0,-6 20 0,-9 47-49,13-47 69,5-23-26,0 0 0,1 0 0,0 0 0,0 10-1,-2 43 56,2-46-44,0 1-1,2 28 1,24 161 63,-19-108-68,-2 8 4,-4-67-7,-1-31-7,0 1 0,1 0-1,1 0 1,-1-1 0,3 13-1,2-2 29,-3-9-16,0 0-1,1-1 0,0 1 0,6 11 0,-6-16 4,-1-1 0,1 1 1,0-1-1,0 0 0,0 0 1,1 0-1,-1 0 0,1 0 0,0-1 1,0 0-1,6 3 0,1 1 4,1-2 1,-1 0-1,1 0 1,0-1-1,0-1 0,1 0 1,-1 0-1,0-1 0,1-1 1,-1 0-1,0-1 0,1 0 1,-1-1-1,0 0 0,0-1 1,19-6-1,-16 4-4,0-1 1,0 0-1,-1-1 0,0-1 0,0 0 1,-1 0-1,0-2 0,-1 1 0,0-2 1,0 1-1,-1-2 0,14-17 0,-7 4 11,-10 15 5,0 0 0,-1-1-1,0 0 1,5-13-1,-7 14-12,0 1 0,0-1-1,10-10 1,-10 13 33,1 0 0,-2-1-1,1 0 1,-1 0 0,0 0 0,4-12-1,-7 17-27,3-12 29,0 0-1,1 0 0,8-15 1,-12 29-28,-1 0-1,1 0 1,-1 0 0,1-1 0,-1 1-1,0 0 1,1 0 0,-1 0-1,0 0 1,0-1 0,0 1 0,0 0-1,0 0 1,0-2 0,0-3-12,2-7 12,0 0 1,-1 0-1,-1 0 0,0 0 1,0 0-1,-2 0 1,0 0-1,-3-14 1,0 7 40,-6-36 138,-5-82-1,16 100-30,-1-17 132,-1 45-238,1 2 84,0 0 0,0 0 0,1 0-1,0 0 1,1-14 0,-1 21-112,0 0 0,0 0 0,0 0 0,0 0 0,0 0 0,-1 0-1,1 0 1,0 1 0,-1-1 0,1 0 0,-1 0 0,1 0 0,-1 0 0,0 1 0,1-1 0,-1 0 0,0 0 0,0 0 0,-1-1 50,-1-3-20,-1 1 0,0-1 0,0 1 1,0 0-1,0 1 0,0-1 0,-1 1 0,0-1 1,1 1-1,-1 1 0,0-1 0,-1 1 0,-8-4 1,-7 0 20,0 1 0,-29-3 0,-8-2 99,-41-8 205,68 14-411,-59-16 1,88 19-132,-26 7-1800,2 13-84,23-16 1400,-1 0 0,0 0 1,1-1-1,-1 1 0,0-1 1,-7 3-1,8-5-298,-7 3 32,5 1-5365,0 6-1417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5-25T14:22:09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4102 4842 345 0,'-11'-2'225'0,"2"-5"-85"0,4-1-107 15,-1 3-4-15,6-4-14 0,2 0-7 0,-2-2-5 16,0-2 6-16,-3 2 15 0,4 2-14 0,-6-2 12 0,3 2-13 16,0-2 10-16,-3 2 28 0,-1-1-9 0,-8 0 16 15,3 0-9-15,-6 3 2 0,-6-6 6 0,6 6-6 16,-5 0-14-16,2-2-9 0,11 3-7 0,-13 4 5 15,4-3-11-15,-6 3-5 0,-5 2-2 0,7 4 1 16,-1 1 0-16,-1 1-9 0,4 3-4 0,-2 0-1 16,-2 2 3-16,0 5-6 0,-1 1 5 0,-1 5-7 15,-1 5-1-15,1-2 12 0,-1 1-9 0,0 5 9 0,1 0-5 16,-5 5 3-16,0 5 5 0,-3-1-4 0,1 5-2 16,2-6 6-16,-2-1-10 0,15 0 9 0,-4-7-8 15,13 7-3-15,1-8 2 0,3-3-4 0,7 6-10 16,5-8 0-16,8 10 2 0,1-4-1 0,8 4 17 0,-1-1-2 15,14 1 7-15,1 0-6 0,4 3 0 0,6-3 10 16,-3 7-6-16,4-1 7 0,2 5 4 0,4-4-8 16,2-2 9-16,-1-2-9 0,3-7 3 0,3-3 2 15,-8-12-2-15,8-3 3 0,6-8 11 0,-4-6-13 16,7-14 12-16,-7-1-12 0,-11-10 8 0,-2-5 4 16,0 0-4-16,-4-9 6 0,-3-4 3 0,2-1-8 15,-6-3 4-15,5-1-4 0,-6 1 9 0,-5-8-4 16,1 3 5-16,-10 0-3 0,6-2 16 0,-3 6-8 15,-6-4 5-15,-10-3-5 0,-2-3-1 0,-10 1 7 16,0-4-4-16,-19 11 7 0,-1 5 6 0,-3 3-13 0,-12 3 9 16,17 3-10-16,-8-1-1 0,-10 3-14 0,6 4-5 15,-8-4 0-15,0 4-2 0,1 4-56 0,1 3-11 16,-6 1-19-16,-4 4-54 0,-3 9-51 0,-2 4-57 16,-2 8 3-16,-5 11-135 0</inkml:trace>
  <inkml:trace contextRef="#ctx0" brushRef="#br0" timeOffset="1296.16">5943 9178 512 0,'-26'4'646'0,"-3"-4"-270"16,0 0-381-16,-6-4 3 0,4 4-63 0,0 0-16 16,-3 4-1-16,-3 9-1 0,-3-8 37 0,0 8 32 15,3 0 2-15,-6-1 4 0,-1 3-26 0,-4-8 26 16,-1 1-6-16,7-5 14 0,4 1 14 0,0-2 4 16,-3-2 4-16,0-2-4 0,-1-4-10 0,-6 5-1 15,1-5-2-15,-12-1 2 0,-8 0 9 0,-2-3-7 0,-1 0 6 16,10 0-9-16,7 1-3 0,4 2 9 15,7 0-9-15,-4-2 9 0,-3 1-6 0,2 3-7 16,-8-2 3-16,-2 5-5 0,-1 2 0 0,-6 2 0 0,-5 5 0 16,-6 0 0-16,4 6 2 0,2-2-9 0,-1-2 8 15,5 7-7-15,-6-3-1 0,-1 2 13 0,7 3-7 16,-3-3 11-16,-1 3 8 0,0-4-11 0,-4-1 7 16,3 0-9-16,8 0-4 0,6-2 2 0,3 0-6 0,2-1 6 15,-2 1 0-15,0 2 0 0,2-4 5 0,0 4-5 16,0 0-8-16,-2 1 5 0,-6 3-2 0,1-1 5 15,2 1 7-15,-5 1-8 0,5-4 1 0,3-4-4 16,-4 4-8-16,4 3 6 0,10 3-8 0,1-4 8 16,5 2 3-16,6 1-1 0,2-3 6 0,5 6-7 15,2-2-11-15,4 5-6 0,2 3-6 0,3-4 2 16,2 7-3-16,2 1 10 0,2 1 7 0,1 4-1 0,3 1 0 16,3-2 5-16,0-1-7 0,7-2 6 15,2 0-9-15,6 1 4 0,3 3-1 0,4 3 1 0,5 0-6 16,2 2 5-16,6 0-4 0,5 0 6 0,2 0 17 15,5-4-16-15,12 0 13 0,3-1-16 0,2 1 8 0,10-7 7 16,-4-3-9-16,6-1 9 0,6-7-2 0,-1 6 0 16,-1-3 2-16,4-3-6 0,2-3-15 15,8 3 23-15,9-2-6 0,4-2 12 0,-1 3-4 0,-2-5-4 16,-9-3 5-16,2 7-6 0,-8-8-5 0,13-1 11 16,11-2-3-16,-7-7 8 0,7 0 0 0,-14-9-2 15,-12-2 3-15,-1-4-3 0,5-3-5 0,9-7 22 16,12-5-11-16,3-4 15 0,-8-6 0 0,-10-4-14 15,-13-2 7-15,-6-3-12 0,6 3-10 0,-2-5 12 16,4 0-10-16,0 0 11 0,-10-2-6 0,-8 4-1 16,-12 0 12-16,-10 3-10 0,-6 4 6 0,-7-1 10 0,-2 4-5 15,-6-3 9-15,-5 4 9 0,-5 2 0 0,-2-8 10 16,-8 7-6-16,1-1-1 0,-6-4 10 0,-4 7-7 16,-3-8 9-16,-8 4-11 0,-1 8-10 0,-4-2 0 15,-8 2-3-15,1 0-14 0,-6-3-19 0,-5 3-12 0,-11 2 1 16,-4-1-18-16,-22 9-84 0,-5-3-79 0,-19 6-10 15,-7 5-300-15</inkml:trace>
  <inkml:trace contextRef="#ctx0" brushRef="#br0" timeOffset="2755.07">5930 13008 526 0,'-11'-2'679'0,"-2"-3"-280"0,-1 1-377 0,1 2 1 16,-2-1-32-16,6-7-8 0,4 5 8 0,-8 1-5 0,2 1 22 16,2 1-3-16,-7 0 2 0,-1-9-1 0,4 9-5 15,-5-3-12-15,4-6-4 0,-5 11 1 0,-6-9 22 16,1 0-5-16,0 7 9 0,-1-9-10 0,3 4 1 0,-4-1 10 16,-1 1-8-16,0 0 8 0,-4-2-12 15,-4 1-7-15,0-1 8 0,-3 0-9 0,5 4-8 0,-3-3 9 16,-1 3-14-16,1 5 14 0,-4-2-11 0,-2 2-2 15,-2-4 9-15,-2 2-6 0,-10 1 13 0,-8 1 5 16,-4 0-10-16,5 0 9 0,1 0 4 0,12 0-11 16,-1 0 12-16,6 0-15 0,10 5 4 0,-7-1 4 15,0 1-6-15,-4 3 7 0,-3-1-7 0,2 2 7 16,-2-2 2-16,-8-3 1 0,-3 0-1 0,-2 1 8 16,0 0-10-16,3 10 9 0,5-2-3 0,3 0-5 15,1 1 9-15,3-5-9 0,0 2-6 0,-1 0 6 16,2 6-7-16,-1-3 7 0,0 8-7 0,-3-2 1 0,3-2 1 15,-6 4-1-15,-3-2-17 0,1 8-1 0,6-6-12 16,1 3 8-16,4 2-12 0,6-3 12 0,-2 0-5 16,9 3 4-16,2 2-13 0,0 2 3 0,-1 4-9 15,5 0 4-15,3 1-30 0,4-1 38 0,1 1 8 16,1-3 8-16,3-4 19 0,0-1 1 0,6 1-7 0,2-4 5 16,3 3 0-16,2-1-19 0,5 2 2 0,8 0-10 15,2 6-7-15,5 0 19 0,5 1-8 0,4 4 12 16,8-1 8-16,3-3-8 0,6 1 12 0,14-1-13 15,5-1-2-15,10 1 13 0,9-3-7 0,-4-2 10 16,2 0-1-16,4-4-7 0,-2-3 4 0,2-4-7 16,9-3-4-16,9-5 11 0,7-6-7 0,4-8 8 15,-6-9-1-15,-8-11-4 0,-10-9 11 0,0-13-7 16,2-5 18-16,20-6 21 0,4-5-6 0,1-9 10 0,3 3-6 16,-26-7-18-16,0-1 5 0,-1-7-10 15,-1 5-1-15,4 3-1 0,-4 7-9 0,-13 0 7 0,-9 12-1 16,-10 1-1-16,-12 4 7 0,-5 5-8 0,-4 0-7 15,-7 6 14-15,-2 3-9 0,-8 2 13 0,-1 2 0 16,-3 4 1-16,-3 3 10 0,-5 4-7 0,-4 4 4 0,-5 3 9 16,-2 2 1-16,0 0 8 0,-5-3 19 0,-1-3-11 15,-7-1-2-15,-3 0-5 0,5 1-32 0,-11-3-11 16,0-2-12-16,-3 0 4 0,-8-3-12 0,-6-6-25 16,1-4-20-16,-7-1-10 0,-7-4-124 0</inkml:trace>
  <inkml:trace contextRef="#ctx0" brushRef="#br0" timeOffset="6503.19">6811 14551 786 0,'-5'-8'97'0,"-3"1"337"0,1 7-430 16,0-5-53-16,-2-1 1 0,3 3-18 0,-3-5 22 0,2 5 38 15,1 1 10-15,-1-2 3 0,1 1-4 0,1 3 13 16,-4-6-12-16,2 4 14 0,-3 0 3 0,0-5 6 16,-5 7 6-16,0 0-3 0,1-4 3 0,-4 6-7 15,5-2 2-15,-7-2-3 0,1 2 5 0,3-1-17 16,-6-1 6-16,-3-2-11 0,3-1-4 0,-9-3 1 15,3-3-4-15,3 2 5 0,-1-5 3 0,3 3-9 16,-8-4 2-16,1-3-4 0,-6 3 2 0,-2 4 0 16,5-3-1-16,-2 3 1 0,-1 0 9 0,-1 2-7 15,-1-2 8-15,-4 4-10 0,0-1-1 0,-2 7 12 16,0-7-4-16,-1 6 8 0,-6-1 7 0,-6-1 6 16,1 0 3-16,5-1-2 0,1 0-9 0,10-1 0 0,2-3-7 15,-2 2 6-15,3-1-2 0,6-1-9 0,-3 2 0 16,3-6-5-16,1 0-10 0,-2 4 7 0,-1 0-6 15,-2 4 6-15,-1-1 3 0,1 3-4 0,-5-3 2 16,-4 4-5-16,-5 2-7 0,-2 6 11 0,-6-4-5 16,6 5 7-16,2 0-4 0,0 0 0 0,10 1 2 0,1-3-3 15,3 6-5-15,4-5 7 0,-3 3-8 0,1 0 9 16,-4 0 2-16,-1 2-5 0,-2-2 6 0,2 2-8 16,3 2 1-16,-3 0 3 0,-6-6-3 0,-5 0 4 15,-2 0 5-15,-1 1-6 0,9-3 5 0,8 4-5 16,2-1 0-16,6-1 6 0,-2-3-1 0,3 1 4 15,-3 0-2-15,2-3-9 0,-1 4 2 0,1 1-5 16,-1 0 4-16,5 1-1 0,-3 3-6 0,-1 0 3 0,1-1-4 16,1 5 9-16,-1-2-1 0,1 0 2 0,-1-2-8 15,2-2 6-15,1 9-8 0,-1-5 8 0,-2-1 1 16,3 7-2-16,-8-10 5 0,7 4-5 0,-1-6-9 16,1 2 7-16,4 2-4 0,-9 2 5 0,7-2 4 15,2 1-12-15,3 3 6 0,4-8-9 0,1 6 7 0,-1-6 3 16,0-3-4-16,6 7 4 0,-6-4-6 0,2 4 0 15,-3-4 3-15,4 3-3 0,3-5 1 0,-4 0 2 16,9 1-2-16,-7-2 3 0,9 1 8 0,-2-1-10 16,-5 1 7-16,7 1-11 0,-7-1 5 0,7-5 1 15,0 0-3-15,0 0 3 0,0 2-5 0,0 0-4 16,0 1 0-16,0-1-1 0,0-2-1 0,0 2 11 16,0 0-3-16,0 0 8 0,0 1 8 0,0 3-6 15,0-4 5-15,0 1-5 0,0-1-1 0,2 0 0 16,-1 2-2-16,1-3 3 0,0-1 1 0,0 2-3 15,0 0 2-15,0 0-4 0,-1 2-1 0,1-3-7 0,0 3 0 16,0-2 0-16,0 2 12 0,-1-1-10 0,47 43 5 16,-39-41-7-16,0 1 3 0,4 3 1 0,0 4-1 15,3-4 2-15,4 5 7 0,-3 3-6 0,6 3 4 16,5-4-5-16,-5 6 7 0,8 0 2 0,2 3-3 0,-5 1 2 16,4 1-7-16,-6 1 6 0,-1-1 2 15,3-3 1-15,-3 1-5 0,3 3 5 0,-5-10-4 0,1 0 5 16,0 2 1-16,0-9-5 0,-1 11 3 0,5-4-3 15,-3-3 0-15,3-2-2 0,1 3 0 0,-2-3-2 16,4 9 5-16,-5-2-3 0,3-9 4 0,7 7-4 16,1-9 2-16,3 7 1 0,2 3 1 0,-2-3 1 15,2-3-3-15,9-2-11 0,-7 3 1 0,0-1-3 16,1 4 7-16,-3-3 6 0,4 3-3 0,-1 1 3 0,1-2 5 16,0-1-1-16,-4-1 5 0,3-4-5 0,3 0-2 15,10 0 3-15,6-5 0 0,5 4 2 0,2-5 1 16,-7-1-1-16,0 1-1 0,-8-4-1 0,-3 0-14 15,-2-2 19-15,-3-3-10 0,3 1 14 0,0-3-3 16,6 1 2-16,1-3 5 0,0 2-3 0,4-6-10 16,2-1 5-16,-2 1-9 0,2-2 8 0,-9 1 0 15,-4-3-4-15,2 4 6 0,-2 1-7 0,0-5-9 0,2 3 9 16,-4-3-9-16,8 3 10 0,-5 1 0 0,7 0-5 16,1 4 5-16,-2-6-6 0,6 1 3 0,-11 3 0 15,0-2-3-15,-9 2 1 0,-8-3 10 0,-1-1-2 16,-2 4 13-16,-4-7-12 0,-2 1 1 0,-5-3 6 15,0 4-12-15,-2-6 10 0,0 2-4 0,-3 2 4 16,-1-8 4-16,-3 1-2 0,0-1-2 0,-4-3 9 16,-2 0 1-16,-2-2 5 0,-5-2 6 0,-1-3-13 15,-10-5 0-15,-2 0-4 0,-7-5-4 0,-8-3-7 16,-3-10-10-16,-9-5 3 0,-5-5-5 0,-10-11-88 16,-7-6-62-16,-9 2-17 0,-15 2-231 0</inkml:trace>
  <inkml:trace contextRef="#ctx0" brushRef="#br0" timeOffset="12390.08">5290 7335 735 0,'-9'-11'89'0,"1"0"302"15,1 5-404-15,5 1 9 0,-1-3-16 0,1-1 13 16,2 4-8-16,0-2 14 0,-2 1 10 0,0-3-3 15,-1 2 6-15,-3-4-10 0,-1 2-2 0,-1-2 0 16,1-2 7-16,-4 2-3 0,0-2 2 0,-3-1-3 16,-1 4-3-16,1-4 5 0,-3-1-4 0,-3 1 4 15,2-1 5-15,-4 2-11 0,0 1 3 0,-5 1-6 16,-3-4 1-16,-1 6 2 0,-9-4-4 0,0 2 2 0,-5 2-4 16,-1 0-4-16,10 4 4 0,-5-1-4 0,9 4-7 15,1-1 11-15,0 1-7 0,5-2 10 0,-3 2 7 0,-4 0-3 16,-2 1 6-16,-1 1-7 0,-1-2-9 15,-1 0 20-15,2 2-13 0,-3-2 17 0,1-3-1 16,-2 3-10-16,-8-2 14 0,-4 2-14 0,-3 1 3 0,4-5 7 16,3 6-11-16,6-2 12 0,-1 2-5 0,1 4-9 15,1 1 7-15,-2-1-9 0,3 7-5 0,-2-2 5 16,-2 4-8-16,0 3 8 0,4 4 3 0,-2 0-7 16,0 6 4-16,-7-2-8 0,0 3-4 0,-3 2 5 15,-4 2-1-15,10 0 2 0,4 4 5 0,2 1-4 16,11 4 7-16,-2-1-5 0,-5-1-2 0,6-3 2 15,-1 1-6-15,6 1 7 0,3-1 4 0,-4-3-3 16,8 0 3-16,0 0-3 0,0-2-4 0,3 1 8 16,0-6-11-16,1 1 10 0,1 1 0 0,0 1-6 0,2-2 7 15,4 2-7-15,0 1-7 0,3-1 11 0,1 0-6 16,1 0 7-16,0 0-3 0,2 2-1 0,4-2 3 16,-1-3-4-16,6 3-8 0,2-5 2 0,2 7-3 15,5 4 3-15,4 3 6 0,2-4-9 0,3 3 6 0,4-4-7 16,4-4 10-16,5 0 6 0,13 0-1 0,2-7 4 15,1 2 9-15,21 1-11 0,-6-8 10 0,7-4-10 16,4-6 2-16,-10 0 7 0,1-5-8 0,-2-2 9 16,5-2 1-16,-1-7-1 0,5 0 4 0,2-6-5 15,2-3-14-15,2-2 17 0,-4-5-10 0,-5-1 15 16,-6 0 2-16,-9-8-9 0,-4 1 5 0,-3-3-8 16,3-6-5-16,3-2 8 0,8-2-10 0,2 1 11 15,0-5 7-15,-5 5-6 0,-8 1 10 0,-10 6-12 16,-12-2-2-16,-3 5 14 0,-6-5-8 0,-5 5 10 15,-2 1 4-15,-7 1-6 0,-2 0 15 0,-4 0-13 16,-3 2 9-16,-2 2 4 0,-2-6-8 0,-8 2 10 0,1 4-3 16,-6-5-8-16,2 6 1 0,-7-3-7 0,0-7-17 15,-6 5-12-15,-1-3-3 0,-6-1-2 0,0 6 0 16,-8-2-1-16,-8 6-3 0,0-2 1 0,-14 0-5 0,5 7-8 16,5-6-13-16,0 12 3 0,14 1-28 0,-7 8-114 15,-3 7-139-15</inkml:trace>
  <inkml:trace contextRef="#ctx0" brushRef="#br0" timeOffset="19722.09">11342 9758 773 0,'0'0'87'16,"0"0"331"-16,-13-5-443 0,4-3 8 16,2-3-17-16,7 11 11 0,0 0-13 0,0 0 19 0,-2 0 15 0,0-1-6 15,-27-19 10-15,18 14 1 0,7 6-6 0,-12-9 5 16,11 4 11-16,-6 3 1 0,-11-7 15 0,11 5-11 16,-9-5 0-16,1 2-3 0,10 3-9 0,-11 0 7 15,6-1 1-15,-5 1-13 0,-1 0 3 0,4 3-6 16,-4 1-7-16,0-2 7 0,0-4-4 0,3 6 6 15,-1 0 0-15,0-1-6 0,0 1 8 0,-1 0-5 16,1 0 9-16,0-2 0 0,2-2-1 0,-1 4 2 0,1-5 6 16,-3 1 0-16,3-2 3 0,0-1-3 15,-1 2-7-15,1 1 7 0,-1-1-10 0,-1-1 10 16,2 2-6-16,-3 3-4 0,3-3 10 0,-4 4-10 0,-2 0 5 16,2 0-4-16,-4 0-3 0,2 4 3 0,4-3 15 15,-6-1-9-15,4 2 6 0,-5-2-10 0,-4 4-6 16,5 5 5-16,0-7-11 0,1 3 8 0,4 4-8 0,3 1-3 15,1 1 9-15,3 3-8 0,-9-7-4 0,1-1 14 16,0 5-12-16,6-4 13 0,5 4-10 0,-2 0-3 16,0-2 8-16,0 0-7 0,-2 4 1 0,2 5 4 15,-2-1-7-15,2 1 6 0,0 0 0 0,0-1-1 16,2-1 7-16,-3 4-5 0,2 2-5 0,0-4 12 16,-1-1-13-16,1 1 13 0,0 0-7 0,0 2 1 15,1 0 4-15,2-2-2 0,-2 2 1 0,0-5-1 16,1 1-2-16,3 1 1 0,-2 1 4 0,1-1-5 15,1-1 4-15,-3-3-6 0,5 1-4 0,-1-1 11 0,0-2-7 16,4 4 9-16,-1-3-2 0,1-3-5 0,0 1 2 16,1-3-8-16,3 2-13 0,0-4 14 0,3 6-8 15,-1 0 10-15,1-2 0 0,0 2-4 0,-1 0 10 0,3 2-9 16,-2-6 1-16,2 8 7 0,2 0-9 16,0-3 10-16,2 7 0 0,0 1-5 0,-2-4 4 15,1-1-7-15,-1-1-2 0,4 1 10 0,-2-1-3 0,1 3 5 16,4-4 2-16,-3-12-1 0,5 5-1 0,6 3-2 15,-3-5-6-15,12 5 6 0,-2-6 0 0,0 3 2 16,1-4 3-16,6-2 3 0,4 0-3 0,-2 0 1 16,4 0-12-16,-10 5 7 0,1-1-3 0,-4-4 6 15,-2 5 2-15,1-5-4 0,3 6 6 0,-2-4-8 16,0-1-15-16,-2 1 24 0,2-2-12 0,-1 0 16 0,-1-5-6 16,2 3-6-16,0-2 8 0,-6-1-8 15,3 1-1-15,-1-3 5 0,0-2-5 0,0 3 6 0,10 4-2 16,-1-3 0-16,-5-2 2 0,3-2-3 0,-7-6 4 0,-1 2-3 15,-3 2 3-15,-1 0-2 0,0 0 15 0,-2-3-5 16,-2-6 3-16,0 3-6 0,-2-5-5 0,-2 2 7 16,1-3-6-16,1-3 9 0,-3-1 4 0,-1-4-5 15,-1 2 6-15,-2-2-6 0,0-2-2 0,-4 0 16 16,0-3-8-16,-3 1 10 0,-2-2-13 0,-2 3 1 16,0-1 8-16,-6-1-3 0,1-1 12 0,-6-1-14 15,0 0 3-15,-4-3-4 0,-1 9 17 0,0 1-9 16,-3 3 1-16,-1 3-7 0,-2 1-26 0,1 2 18 15,-7 2-17-15,1-2 18 0,-6 8-25 0,-2 1 16 16,-3 4-4-16,-6 5 4 0,-7 0-27 0,4 4-1 16,-6 0-7-16,2 2 4 0,0 6-4 0,-10 4-31 0,3 5-14 15,-4 5-10-15,-4 7-67 0,-5 9-121 16</inkml:trace>
  <inkml:trace contextRef="#ctx0" brushRef="#br0" timeOffset="21244.77">11393 13192 445 0,'-11'-3'475'0,"4"-1"-210"0,-6 0-274 15,6-1-3-15,3 5-4 0,4 0 21 0,-13-8-5 0,2-2 11 16,2 6 9-16,-5-7 7 0,3 7 7 0,-2-3-4 16,0 0-7-16,2 7 22 0,-7-9 1 15,-2 5 10-15,-2-5 3 0,-3 1-24 0,8 3-3 0,-1 0-5 16,-6-6-4-16,4 9-5 0,-7-4-1 0,-4 6 0 16,9 4 2-16,-9-10-17 0,5 8 2 0,-3 2-8 15,0-4-15-15,0 11 9 0,-2-7-3 0,0-3 5 16,0 12-1-16,0-7 4 0,0 1 0 0,3 6 3 15,-3-8-1-15,2 8-2 0,0 0-4 0,-4 1 3 16,2-6 6-16,0 3 0 0,-3 1 3 0,-1-4-3 16,0 3-12-16,-1-1 12 0,10 3-6 0,2-4 8 0,-3 6-6 15,7-4 0-15,-7 0 6 0,3 3-2 0,4 3 5 16,-4-4-10-16,4 3 0 0,-2-1-3 0,2-1 8 16,2 1-1-16,2-1 1 0,3 3-1 0,0-3 0 15,2 1-12-15,0 0-3 0,0 1-2 0,2 0 7 0,4 3-6 16,-1-1 8-16,1 2-9 0,-1-2-6 0,4 2 16 15,1 2-10-15,-1 5 14 0,4-7-5 0,-1 6-1 16,3 0 2-16,0-6-3 0,1 7-11 0,1-7 13 16,1 6-1-16,0-5 6 0,2 7 3 0,2-3-8 15,-2 3 3-15,2-5-5 0,0 3-5 0,2 1 16 16,0 2-10-16,-2-7 14 0,1 2-6 0,-1-6 4 16,-3 2 2-16,4 0-1 0,-1-1-10 0,2-1 2 15,5 0-2-15,-3 0 4 0,0-1 1 0,1-3-3 0,-3 1-4 16,1-2 0-16,6-4-13 0,8 0 17 0,-1 4-8 15,8-6 11-15,5 2 6 0,-11-2-11 0,9 1 9 16,1-5-11-16,-6 1 0 0,7 3 8 0,-4-5-7 16,3 2 8-16,1-1 2 0,0 1-4 0,2-4 6 15,0 0-7-15,0 0-3 0,1-5 11 0,-2-1-8 0,4 2 10 16,-5-6-5-16,4 2-4 0,2-1 4 0,5-4-5 16,5 1-1-16,-1-5 9 0,0-1-6 0,-8-6 9 15,-3-3 2-15,-2 0-8 0,0-4 9 0,-4 5-10 16,0-7 4-16,-3 4-1 0,-2-2 0 0,-4 0 0 15,-3 0 6-15,-3 0 4 0,-3 0 0 0,-3 4 0 16,-6 5-9-16,-9-4 17 0,-2 8 1 0,-4-4 8 16,4 4 11-16,-2 0-9 0,0 1 3 0,-12-10-5 15,-5-1-4-15,-1-6-17 0,-3-3-2 0,1 1-3 0,-2-4-7 16,-5-2-10-16,2-2-35 0,-8-5 6 16,-3-6-136-16</inkml:trace>
  <inkml:trace contextRef="#ctx0" brushRef="#br0" timeOffset="34136.39">26423 9718 564 0,'0'0'787'0,"0"0"-360"0,0 0-508 16,0 0 17-16,-1 0-55 0,-1-2 47 0,2 0 22 0,0-23-3 16,13 19 26-16,-3 1 34 0,5-2-7 0,1-1 18 15,-1-3 2-15,3-3 17 0,2-4 4 0,4 1 2 16,2-1-7-16,3-8 1 0,0 3-2 0,4-6 2 15,1-1-14-15,1 1-8 0,5 0-9 0,0-2 4 16,8 2-15-16,5 1 9 0,-2-1-7 0,9 0 7 16,0 2-2-16,0-4-8 0,2 11 8 0,-3-6-9 15,-10 6 5-15,-3 4 1 0,-6-6-6 0,-4 7 5 16,-3 2 2-16,-4 8-25 0,-3-2-25 0,-4 1-7 0,-2 4-103 16,-4 2-81-16,-1 8-46 0,-4 4-6 0,0 3-51 15</inkml:trace>
  <inkml:trace contextRef="#ctx0" brushRef="#br0" timeOffset="34403.96">26699 10045 1865 0,'-6'1'304'0,"1"-1"-284"0,1 0-20 16,4 0-29-16,0 0-96 0,0 0 11 0,0 0 1 15,0 0 3-15,15-22 26 0,-2 12 45 0,5-3 6 16,4-5 11-16,1-1 20 0,10-8 7 0,2-4 8 16,7-4-2-16,2 1 5 0,10-3 11 0,3-5-15 15,5 0 13-15,9-3-13 0,-5-1-12 0,1 4 8 16,-3 2-9-16,-7 2-2 0,-3 3 3 0,-3-1 0 0,-3 5 2 16,-3 0-4-16,3 1-10 0,-6 3-31 0,0 3 6 15,2 1-111-15,-8-7-72 0,4 7-62 0,-3 1 3 16,-8-4-118-16</inkml:trace>
  <inkml:trace contextRef="#ctx0" brushRef="#br0" timeOffset="34718.1">26179 9800 1854 0,'-9'2'273'0,"3"3"-256"15,-5-1-121-15,11-4 6 0,0 0-119 0,13-4 88 16,-4 1 34-16,6-1 7 0,10-5 84 0,1-2 9 16,18-2 8-16,5-3-3 0,4-6-5 0,5-9 38 15,1 0 4-15,-1-7 14 0,2-1 17 0,-1-1-23 16,-1-3-3-16,-1-3-6 0,8 0-15 0,4 1-24 0,8 1-2 15,3 0-5-15,1 0 0 0,-3 1 4 0,-7-3-3 16,-5 8 3-16,-6 1-6 0,-7 8-3 0,-4 4-14 16,-1-1 2-16,-3 8-52 0,-1-2-74 0,-2 5-44 15,-4 6-8-15,-5-2-97 0</inkml:trace>
  <inkml:trace contextRef="#ctx0" brushRef="#br0" timeOffset="35002.42">26436 10158 1904 0,'-20'1'315'0,"-2"-1"-317"15,0 2-32-15,6 4-15 0,-2-4-109 0,16 3 17 16,2-1-5-16,4-1 8 0,5 5 25 0,3-8 46 15,7 3 20-15,4-3 1 0,10-3 43 0,0-8 24 16,7-6 11-16,6-6 5 0,5-8 35 0,7-8-3 16,6-12 2-16,5-11-3 0,13-7-24 0,26-15-24 15,11 0-2-15,19-5-4 0,1-2-5 0,1-1-11 16,3-4 2-16,6-1-3 0,6 0 8 0,-9 1-98 16,-4 6-109-16,-8 5-5 0,1 1-366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5-22T06:15:18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12139 14775 304 0,'-6'4'46'0,"3"-3"177"0,-2-1-39 0,2 0 33 0,-3-2-157 0,4 2-46 0,-2 0 3 0,4 0-16 0,0 0 0 0,0 0 10 0,0 0-5 0,-1 1 10 16,0-1 14-16,0 0-1 0,0 0 13 0,0 0-8 16,0 0 12-16,0 0 11 0,-1 0-5 0,-1 1 10 15,-29 7 5-15,32-8-23 0,3 0 5 0,-3 0-13 16,3 0-15-16,-3 1-7 0,0-1-4 0,0 0 3 0,0 0-5 15,-10 5-8-15,9-2 1 0,-3 2-1 0,1 4 9 16,-4-4-9-16,0 1-1 0,3 7-4 0,1-5 8 16,0 4-7-16,-1 0 7 0,0 1-7 0,-1 3 8 0,3 0-8 15,1 1 1-15,0-2-4 0,8 2 12 0,-5 0-5 16,6 1 8-16,-3-4-8 0,-5 2-4 0,2-1 9 16,0-3-12-16,3 2 12 0,2-3 2 0,-3 1-11 15,0-3 13-15,2-1-12 0,0 0 3 0,-1-2 9 16,1 0-8-16,-1-1 10 0,1 0 0 0,-1-3 3 15,-5-1 7-15,5-1-4 0,1-1 6 0,0-1-3 16,4 0-1-16,-3 0 3 0,-3-2 12 0,-2 0-4 0,1 0 14 16,4-1-9-16,1-2 15 0,0 0-14 0,0-3 2 15,-5 0-3-15,2-1-2 0,-2-1 3 0,2 1-2 16,-2-3 5 0,-2 2 0-16,2-2-11 0,-2 0-1 0,-1 3-3 0,0 0-11 0,-1-2-6 0,-1 2 1 15,1 2-2-15,0-3 10 0,-2 3-12 0,-4-2 2 0,1 0-5 16,1-1 3-16,-2 2-7 0,3 3 4 0,-2-1-5 15,-2 2 0-15,1 0-3 0,-1 2-1 0,1-2 0 16,1 2-1-16,-1-2-9 0,2 4-6 0,5 2 1 16,0 0-2-16,0 0-16 0,0 0 2 0,-1 0-8 15,0 0 0-15,0 0-12 0,0-1-2 0,-1 1-4 0,1-2-5 16,0 1-20-16,1 1-14 0,0 0-4 0,0 0-33 16,0 0-54-16,0 0-31 0,0 0-15 0,0 0-101 0</inkml:trace>
  <inkml:trace contextRef="#ctx0" brushRef="#br0" timeOffset="6.17">12290 15002 491 0,'0'0'66'0,"0"0"386"0,0 0 44 0,0 0-209 0,0 0-194 0,0 0-52 0,0 0-5 0,0 0-11 16,0 0-5-16,0 0-20 0,0 0 0 0,0 0-5 15,0 0 5-15,0 0-12 0,0 0 2 0,0 0-4 16,0 0 6-16,0 0 1 0,0 0-5 0,0 0 2 15,0 0 4-15,0-1-19 0,0 1 2 0,0 0-13 0,0 0-31 16,0 0-62-16,0 0-61 0,0 0 0 0,0 0-188 16</inkml:trace>
  <inkml:trace contextRef="#ctx0" brushRef="#br0" timeOffset="7.17">12502 14846 712 0,'-2'1'395'0,"1"-1"-201"0,-5-4-44 0,1-1-27 0,4 1-76 0,-1 0-16 0,0 1-5 0,-1-2 2 16,-1 4 12-16,1-1-25 0,-3 2 4 0,0 0-13 15,-2-1-9-15,1-1 6 0,3-1-2 0,4 3 5 16,0 0 1-16,0 0-9 0,-1 0 6 0,-1 0-6 0,-12 13 0 16,11-7-1-16,1 3-2 0,0 3 5 0,0-1 8 15,-1 4-10-15,3-2 2 0,-1 2-4 0,1 1 4 16,-1 0-3-16,1 1 0 0,1 1-2 0,3-1-6 15,-3-1 3-15,1 3-5 0,1 0 3 0,1-2-14 0,0-1 6 16,1-2 0-16,4 1 4 0,-5-3 16 0,6-2 1 16,-6 0 7-16,4-2-5 0,-1 0 4 0,1-3 8 15,3 0 1-15,-6-4 3 0,7 2 3 0,-5-3-4 16,0 0 1-16,5-1-2 0,-2-4-5 0,-1 2-5 16,2-4 7-16,-2 1-2 0,-1-1 19 0,1-2-2 15,3-1 2-15,-2 0 0 0,-1-2-7 0,-2 0 18 16,-3-1-4-16,-1-2 12 0,0 1-4 0,-2-1-16 0,0-1 2 15,-2 0-6-15,-1-1-9 0,-1-3-14 0,-4 2 3 16,1 1-3-16,-3-1 19 0,2 2-9 0,-1 0-2 16,-3 3-2-16,2 0-13 0,-1 2-8 0,-1 2 0 15,2 4-3-15,-4-1-2 0,5 1-15 0,0 1-4 16,-2 0-5-16,4 4-10 0,-5 5-2 0,2 3 1 0,0 0-1 16,-7 0 12-16,5 4-18 0,-2-1 0 0,3 2-9 15,1-1-6-15,0-3-11 0,1 2-10 0,4-3-1 16,1 0-17-16,2 1-41 0,7-1-42 0,-1 0-8 15,1 0-157-15</inkml:trace>
  <inkml:trace contextRef="#ctx0" brushRef="#br0" timeOffset="8.17">12880 14892 550 0,'14'0'84'0,"-9"-1"247"0,-2 0 7 0,-5-2-112 0,1-2-168 0,-2-1-44 0,-1 1 3 16,3-2-14-16,-6 1 7 0,2-2-7 0,3 0 0 15,-3 1-1-15,3-1 14 0,-2 0-3 0,1 2 8 16,-1-3-8-16,-1-1 4 0,2 4 9 0,-3-3 1 15,3 6 5-15,-1-3 8 0,0 1-7 0,2 2-3 0,-3 0-2 16,1-1-22-16,-2 3 2 0,-1 0-6 0,1 0 5 16,0 0-17-16,-1-1-1 0,0 2-3 0,-1 4 1 15,1 2-12-15,-1 0 11 0,3 0-13 0,-2 3 12 16,1 3-5-16,2 0 2 0,-1 2 11 0,4-2-9 16,0 1 7-16,1 1 2 0,2 0-3 0,-1-1 4 15,4 5-1-15,-1-5-7 0,1 0 8 0,2-1-6 16,0-4 10-16,3 3 2 0,-1-3-3 0,0 0 4 0,1 1 4 15,1 1-5-15,3 0 8 0,-1-4-8 0,1 3 11 16,-1-1-10-16,1 0-1 0,2 2-3 0,-2-1 2 16,1 0 0-16,-4 0 0 0,-3 2-1 0,1-2-1 0,-3 3-10 15,0 0 1-15,0-1-2 0,0 1 8 0,-5-2-6 16,2 1 6-16,-3-2-6 0,0 0 11 0,0-1-1 16,-5 0 2-16,-1 0 0 0,1-1 8 0,2-3-6 15,-4 3 8-15,2-1-7 0,-6-5 8 0,1 2-8 16,-1 1-1-16,1-3-1 0,2 0 1 0,-3 1 5 15,1-3 2-15,-1 0 1 0,4 1 7 0,-3-3-5 16,3 0 1-16,1-4-1 0,-1 3 13 0,2-4 2 16,2-1 8-16,-1 1-5 0,3-2 12 0,1-4-13 0,0 1 4 15,1-4-7-15,1-2 3 0,3-1-10 0,1 1 7 16,1-4-7-16,2 2 5 0,0-2-11 0,-2 1 1 16,4 3-3-16,-2-3 8 0,-1 6-3 0,3-2 4 15,-6 5-2-15,0 3 9 0,-1-2-14 0,-2 5-1 0,1-1-3 16,-3 2 1-16,0-1-11 0,-3-1-3 0,3 6-4 15,0 2-14-15,0 0-4 0,-7-8-4 0,2 5 1 16,5 3-3-16,-8-4-14 0,-1 0-4 0,4 5-7 16,-4-1-43-16,1 0-69 0,0 3-43 0,-1-3-3 15,0 5-68-15,4-2-68 0</inkml:trace>
  <inkml:trace contextRef="#ctx0" brushRef="#br0" timeOffset="9.17">13205 14883 1379 0,'0'0'310'0,"0"0"-197"0,-4-9-33 0,1 2-34 0,-1 1-36 0,0-2-11 16,2 2 4-16,-3 0-6 0,1-3 7 0,0 4-5 0,1-3 1 15,-2 2-3-15,1 2 3 0,1-1 5 0,-1-1 2 16,3 4 2-16,1 2 8 0,0 0 36 0,-4-7-3 16,3 3 13-16,1 4-15 0,0 0-17 0,0-1-2 15,0-1-2-15,0 1 0 0,0 0-23 0,1 0-2 16,1 1-5-16,-1-1-6 0,17-16-15 0,-12 18 1 0,1 5-6 16,0-3 2-16,2 4-13 0,-1 3 4 0,0 2-8 15,2 4 9-15,-3 1 11 0,0 0 1 0,-5 3 4 16,2-1 7-16,-3-1-5 0,-1 1 7 0,-3-4-7 15,1 3 10-15,-1-3-2 0,-2 0-1 0,1-3 1 16,-2 0 1-16,2 0 8 0,-1-4-4 0,0 1 5 16,1-1 0-16,-1-3 5 0,2 1 1 0,-2-4 0 0,1-1-5 15,3 1 9-15,1-2 1 0,0 0 4 0,0 0 14 16,0 0 6-16,0 0 4 0,0 0-2 0,0 0-12 16,0-2 6-16,4-14-12 0,1 9 12 0,-1 0-16 0,2 2-7 15,1 1 1-15,0-3-3 0,0 3 1 0,-1 2-4 16,0-3 2-16,1 5-4 0,-2 0-3 0,0 2-12 15,3 3 3-15,-2 2-5 0,0 3 4 0,0 1 1 16,0 6-4-16,-3 1 4 0,4 3 6 0,-7-1-3 16,-1 2 4-16,-4-1-3 0,-3 0 8 0,2-1 0 15,1-2 5-15,-2-2-2 0,1 0 8 0,-2-2-4 16,1-1 2-16,-2-1-4 0,-2-3-7 0,-1-5 1 16,-1 1-8-16,0 0 7 0,-1-3-7 0,-2 5-24 0,-1-6 1 15,0-2-11-15,0-3-9 0,-1-6-42 0,0 1-30 16,0-4-7-16,2-3-115 0</inkml:trace>
  <inkml:trace contextRef="#ctx0" brushRef="#br0" timeOffset="10.17">14328 14698 992 0,'0'0'172'0,"-8"-4"452"0,9 4-534 0,-1-3-71 0,-2 0-13 0,2 2-10 16,1 0-15-16,-1 1-8 0,0 0 0 0,0 0-5 15,0 0-14-15,0 0-7 0,0 0 0 0,0 0 1 0,-8 0 30 16,3 1 14-16,1 2 1 0,2 1 4 0,1 1 12 15,-3 0 3-15,-4 2 4 0,5 2-5 0,-4 1-7 16,4 5-6-16,-1 1-2 0,-1 2-2 0,0 3 0 16,-2 0 0-16,3-1 2 0,1 3-1 0,-1-3-2 0,2 4-11 15,2 0-8-15,0-3 2 0,0 1 5 0,2-3 5 16,3 1 12-16,-4-5-8 0,2-1 8 0,2 1 7 16,-5-3-1-16,6 0 5 0,-1-3 5 0,1-2 10 15,1-1 8-15,0-2-1 0,-1-1 11 0,1-2-2 16,-1-1-9-16,-4 0 7 0,-2 0-8 0,4-3 1 15,2 0 8-15,1-2-3 0,6 0 13 0,-6-1-20 16,0-4-1-16,4-1-4 0,-5-2 5 0,0-1 8 0,-3 1 3 16,-2-3-1-16,1 0-7 0,1 0-7 0,-1-4 0 15,-5 0-2-15,0 2-6 0,-6-5 0 0,5 2-2 16,-5-3 2-16,5 4-3 0,-5-2-17 0,5 5 6 16,-4 0-8-16,-5 1 10 0,9 6-4 0,-4-2-9 0,1 4 3 15,5 2-24-15,-4 1-3 0,6 5-7 0,0 0 1 16,-16-2-14-16,9 2-14 0,1 2-9 0,-1 1-2 15,-2 2-15-15,3 4 1 0,-2-1-10 0,4 2 2 16,4 3-14-16,-1-4-12 0,4 4-35 0,-2-5-3 16,0 0-150-16</inkml:trace>
  <inkml:trace contextRef="#ctx0" brushRef="#br0" timeOffset="11.17">14542 14813 947 0,'0'0'878'0,"0"0"-616"0,0 0-131 0,0 0-66 0,0 0-72 0,0 0-22 0,0 0 0 16,0 16-8-16,-1-12-6 0,0 1-24 0,-2 2-25 15,-1-5 3-15,1 6-38 0,0-1 5 0,-1-4 7 16,1 4-6-16,-2-6 11 0,4 1 2 0,-1 1-33 15,-2-3 11-15,3 2-69 0,-2-2-52 0</inkml:trace>
  <inkml:trace contextRef="#ctx0" brushRef="#br0" timeOffset="12.17">14683 14899 510 0,'1'8'69'0,"1"-5"393"0,-2-7 40 0,2-2-220 0,-4-2-223 0,-1-4-45 15,3 2-8-15,-2-5-6 0,2 2-16 0,-1 1-2 16,-1-2-3-16,-3 2 2 0,0 4-2 0,1-2 20 16,0 3 1-16,1-1 6 0,3 6 12 0,-1-2 18 15,-3 1 5-15,4 3 4 0,0 0 8 0,0 0-24 16,0 0-3-16,0 0-7 0,0 0-14 0,0 0-11 15,-10 8 3-15,6-5-6 0,0 4 6 0,1 1-8 16,1 0 3-16,0 6-4 0,1 0 6 0,0 1-5 16,2 5-6-16,0 2 1 0,2-1-25 0,0 1-10 0,2 2-14 15,0-3 3-15,0 3-24 0,4 0 2 0,2 1 15 16,-1-4-6-16,3-1 53 0,-2-5 19 0,5 0 5 16,-1-3 4-16,0 0 25 0,-2-2 4 0,-6-4 12 15,1-1-5-15,0-2 13 0,0-1-1 0,1-2-8 0,-1-3 7 16,-4 1-4-16,1 1 11 0,-5-1 9 0,2-3-1 15,2-2 8-15,-4-3-30 0,3 0 5 0,-2-3-9 16,-1-1 6-16,-1 0-11 0,-4-5-2 0,1-1-1 16,-1 2-7-16,-1-5-10 0,-1 2-2 0,1-3-2 15,2 0-4-15,-2-1-11 0,-1 3 2 0,0-1-5 16,-5 2-4-16,4 5-11 0,-1 1-13 0,2 2 4 0,1 3-31 16,-1 1-8-16,1 3 5 0,0 4-5 0,0 2 13 15,0 4-19-15,0-1-9 0,-1 3-2 0,0-1-7 16,2 7-30-16,2 0-9 0,3 4-10 0,1 0-14 0,3 0-3 15,0-1-32-15,1-2 4 0,2-4-96 0</inkml:trace>
  <inkml:trace contextRef="#ctx0" brushRef="#br0" timeOffset="13.17">14972 14762 1259 0,'0'0'205'0,"0"0"1"0,0 0-9 0,0 0-41 0,0 0-124 0,0 0-18 0,0 0 4 0,0 0-6 16,0 0 10-16,0 0-4 0,0 0-4 0,0 0 2 15,0 0-8-15,0 0-3 0,0 0 6 0,0 0-3 16,0 0 19-16,0 0 3 0,0 0 0 0,0 0 1 15,0 0-10-15,0 0-17 0,0 0-4 0,0 0-1 16,0 0-10-16,0 0-4 0,3 8 2 0,-3 1-3 16,-2 2 2-16,-1 3 1 0,2 3 1 0,-2 0-1 0,-1 4 2 15,2 1 1-15,-2 3 0 0,3 1 1 0,-1-1 5 16,1-2-4-16,-1 1 3 0,2-2-2 0,0 0 9 0,0 0 0 16,4-2-1-16,-2-4 1 0,2-3-2 0,-1-1 6 15,0-2 2-15,0-1 0 0,1-3-2 0,0-2-3 16,0-1-3-16,-2-1 2 0,2-1 4 0,-1-1-8 15,1-1 4-15,-1-1-3 0,2-3 6 0,-1 0 6 16,1-1 2-16,0-2 1 0,0-3-3 0,-1-1-5 16,1-2 2-16,1-2-2 0,-1 0 5 0,1 0 2 15,1-1-5-15,-2 3 4 0,0-1-6 0,2 1-5 16,-3 3 5-16,2 1-4 0,-3 1 9 0,-2 0-2 0,-1 2-1 16,2 2 1-16,-1 2 7 0,1 0 0 0,-2 3 4 15,0 0-4-15,0 0-4 0,0 0-4 0,0 0-1 16,0-1 2-16,0 0 0 0,0-1-3 0,0 2-2 15,-1 0 2-15,0 0 4 0,0 0-9 0,0 0 0 0,0 0-2 16,0 0 0-16,-20 10-1 0,18-4 4 0,2 4-2 16,-2 1 1-16,1 4-8 0,3 6 0 0,-1 3-3 15,2 2 4-15,2 4-5 0,-1 0-3 0,3 3-2 16,-1 3-27-16,2-1-95 0,1 2-52 0,-2-1-15 16,-2 1-173-16</inkml:trace>
  <inkml:trace contextRef="#ctx0" brushRef="#br0" timeOffset="14.17">15229 14753 628 0,'6'-1'410'0,"-6"-3"-225"0,3 2-45 0,-5 0-34 0,2 2-62 0,0 0-19 16,0 0 5-16,0 0-8 0,0-1 3 0,0 1 5 0,-1-2-7 16,0 2 8-16,0 0 1 0,0 0 2 0,0 0 11 15,-1 0-6-15,2 0 11 0,0 0 5 0,0 0-4 16,0 0 5-16,0 0-18 0,0 0-10 0,7 10-5 15,-3-6-1-15,-2 4-11 0,-1 0-9 0,0 2 2 16,4 5-3-16,-2-1 5 0,0 1-6 0,-1 2 0 0,-2 2-3 16,-1-2 3-16,1 4-4 0,-2 1-1 0,0-2-2 15,2 4 7-15,-1 1-5 0,-1-1 3 0,1 1-6 16,-5 0-6-16,6 1 7 0,-2-1-14 0,-2-3 9 16,5 2-35-16,-2-5-14 0,0-1-7 0,2-1-4 15,1-3-21-15,2-5-40 0,2 0-45 0,-2-5-1 0,-1-4-144 16</inkml:trace>
  <inkml:trace contextRef="#ctx0" brushRef="#br0" timeOffset="15.17">15405 14834 1447 0,'0'0'145'0,"0"0"232"0,0 0-295 0,0 0-61 0,0 0-19 16,0 0-1-16,0-1-1 0,0 0-11 0,0-1 2 15,0 2-6-15,0-1 3 0,0-1-1 0,0 2 10 16,0-1-5-16,0 0 16 0,0 0 4 0,0-2 3 0,8-24 1 16,0 23 5-16,-3 2-5 0,1-4 0 0,1 4 2 15,1-1 2-15,-1-1-3 0,1 1 0 0,-1-2 2 16,0 2 2-16,-1 0-16 0,1 1 1 0,-1 1-5 15,0 1-1-15,0-1-5 0,1 1 0 0,-1 0-1 16,-1 0 6-16,1 1-14 0,2 2 8 0,-2-1-9 16,1-1 18-16,-1 0-4 0,1 1 2 0,-1-2-2 15,4 3 4-15,-2-1 3 0,-1 0 2 0,-7-2-1 0,0 0 5 16,1 0 0-16,0 0 2 0,14 6-1 0,-10-5 2 16,-4-1-7-16,-1 0-6 0,0 0 2 0,0 0 4 0,0 0-8 15,0 0 3-15,-3 9-5 0,3-8-1 0,-2 6 0 16,2 1 1-16,-1 1-1 0,-5 4 0 0,2-1-2 15,0 3 2-15,-2 0-3 0,3 7 1 0,-2 4 0 16,0-1-2-16,1 8 1 0,0 0-3 0,-1 8-4 16,2 7 1-16,-4 6-1 0,-1 5 5 0,0 6-47 15,-1 2-42-15,0-1-4 0,0 2-142 0</inkml:trace>
  <inkml:trace contextRef="#ctx0" brushRef="#br0" timeOffset="16.17">16262 14669 897 0,'0'0'125'0,"0"0"277"0,0 0 112 0,0 0-386 0,0 0-124 15,0 0-8-15,0 0-8 0,0 0 2 0,0 0-5 0,0 0-5 16,0 0 2-16,-1 0-3 0,0 0 1 0,0 0 4 16,0 0 1-16,0 0 1 0,-18 14 12 0,18-6-3 15,1 4 4-15,0-1-3 0,0 3 7 0,-2 4-7 16,-1-1 1-16,3 5-5 0,-2-3-6 0,0 2 14 15,1-1-8-15,0 2 10 0,0 0-5 0,2-4 2 16,1 1 1-16,0-4-2 0,3 1-4 0,2 0-4 16,0-3 6-16,0 0-3 0,0-3 14 0,-1-2 2 15,-3 0 3-15,3-3-1 0,-3-1 8 0,2-1-5 0,1-3 6 16,-2 0-4-16,4-2 21 0,-1 0 11 0,0-2 6 16,-2 0 1-16,2-4 2 0,-2 0-14 0,1-1-2 15,0 0-3-15,-1-4-7 0,-2 0-8 0,-1-3 5 16,-1 3-3-16,-1-4 14 0,0 2-10 0,-2-2-2 0,-1-3-1 15,-2 6-4-15,1-7-7 0,-2 2-3 0,0 2 0 16,0-6-12-16,0 6-5 0,-1-1-2 0,1 2-1 16,-1 2-7-16,2 2-22 0,-1 2-5 0,2 1-4 15,0 2 5-15,1 2-10 0,1 0 6 0,2 5-11 16,0 0-10-16,0 0-30 0,0 0-23 0,0 0-2 16,0 0-50-16,-7 13-70 0,7-4-19 0,5 5-19 0,-1 1-16 15</inkml:trace>
  <inkml:trace contextRef="#ctx0" brushRef="#br0" timeOffset="17.17">16521 14835 1362 0,'3'-5'375'0,"0"2"-206"0,0 3-48 0,0-1-28 0,0 0-63 0,1 0-13 15,-2-2-3-15,-1 3-1 0,-1 0-8 0,0 0-13 16,0 0-6-16,0 0-1 0,0 0-6 0,0 0-4 15,0 0 6-15,0 0-5 0,0 0 7 0,0 0 4 0,-1 0-7 16,1 0 5-16,-1 0-11 0,0 0-58 0,1 1-12 16,0 1-18-16,-14 8-63 0,11-7-117 0,3-3-97 15</inkml:trace>
  <inkml:trace contextRef="#ctx0" brushRef="#br0" timeOffset="18.17">16735 14692 1317 0,'4'0'206'0,"-2"-2"114"0,1 0-32 0,-2-2-29 0,0-1-219 16,0 0-36-16,0 0-6 0,1 1-7 0,-2 0-4 0,0 2-22 16,-3 0-2-16,-1 0-7 0,-1 0-9 0,-2 2-15 15,1 0 3-15,-1 2-5 0,-1 4 32 0,0 2 19 16,-1 1 7-16,4 3-1 0,2 1 2 0,1 4 8 15,2 1 4-15,-3 3 0 0,2 1 3 0,2 1-7 16,-1-1-2-16,2-1-1 0,-2 0 6 0,3 0-24 16,3 0-5-16,-2-3-7 0,2-2-7 0,-2-1-1 15,2-2 3-15,2-2-2 0,0-3 9 0,0 0 22 16,0-2 4-16,-1-3 4 0,1-1 4 0,0 0 12 0,1-2 1 16,-2 0 5-16,1-2 6 0,1-1 18 0,-2 0 3 15,0-4 5-15,0 0 8 0,0-2-26 0,-2-3 5 16,1 2-9-16,-2-6 15 0,-1 0 5 0,0 0-5 15,-1-1 6-15,0 2-5 0,-1-6-9 0,-2 0 4 0,-2-2-5 16,0 1-1-16,0 0-13 0,-1 1 3 0,-3 2-6 16,1-1-6-16,-2 0-13 0,0 3-5 0,0-1-1 15,-2 2-12-15,0 5-26 0,1 0-4 0,0 4-6 16,0 1 5-16,1 3 2 0,-1 0-1 0,1 3-1 16,-1 0-13-16,1 2 0 0,0 3-17 0,0 0 9 15,5 3-29-15,-4 4-53 0,6 0-23 0,1 1-17 16,-1 1-84-16,4-2-31 0</inkml:trace>
  <inkml:trace contextRef="#ctx0" brushRef="#br0" timeOffset="19.17">17074 14547 1549 0,'2'0'142'0,"-1"-3"229"0,3 2-289 0,-7 0-76 0,3 1-18 0,0 0-9 0,0 0-12 0,0 0-1 0,-17-2 0 15,9 2-2-15,-2 1 1 0,-2 0 15 0,2 4 2 16,-2-2 3-16,0 0 6 0,-1 3 6 0,2-2 1 16,-1 0 2-16,1 3 0 0,0-1-2 0,0-1-2 0,1 2 2 15,-2 1 7-15,5 0-9 0,1-2-1 0,1 4-3 16,2-3 8-16,0 1-16 0,2 3 3 0,1-1-8 15,6 0 4-15,-1 3-5 0,3 0 2 0,4 2-3 16,-1 2 7-16,3-4 5 0,4 5 7 0,-3-4-4 16,3 2 2-16,0 1 13 0,-5-2-7 0,3 2 9 15,-2-1-5-15,2 2 0 0,-3 1 3 0,-2 0-3 0,-1 2-4 16,-6-4 3-16,1 0-7 0,-2 0 5 0,-2 0-2 16,-2-2-1-16,0 1 3 0,-5-1-2 0,1-2-8 15,-5-1 6-15,-1 0 1 0,2-4 2 0,1 0 12 0,-1 0-3 16,1-4-1-16,-1-1 0 0,-2 0-3 0,0-2-9 15,-4-1 2-15,0 0-5 0,0-2-1 0,3-2-6 16,2 0 5-16,0 0-3 0,3-1 9 0,1-1 9 16,1 0 5-16,2-1 2 0,1-1 7 0,2 0 3 15,0-1 8-15,0-2-1 0,1 1 18 0,2-1-13 16,2-3 0-16,3-1-2 0,0 0 11 0,0-3-5 16,3 1-2-16,0-5-2 0,3 1-11 0,0-3-1 15,-1 1 0-15,0-3-1 0,-5 0-10 0,4 1 1 16,-6 1-5-16,-2 2 4 0,11 0-3 0,-12 4-12 0,3 1 3 15,1 4-8-15,-7 3 8 0,3 3-15 0,-2 2-1 16,1 1-6-16,1 0-10 0,-3 1-21 0,0 3-9 16,0 0-3-16,0 0-22 0,0 0-77 0,-6 2-29 15,1 4-22-15,-2 1-103 0,0 2-46 0</inkml:trace>
  <inkml:trace contextRef="#ctx0" brushRef="#br0" timeOffset="20.17">17283 14572 1504 0,'4'-4'201'0,"0"3"379"0,1-3-432 0,1 0-106 0,1-3-21 0,-1 2-11 0,0 0-1 0,-1-1-3 15,1 3 2-15,-2 0-2 0,0 0-2 0,1 1-9 16,-3 0 2-16,3-3-6 0,-2 2 2 0,2-1 0 15,-1 2 4-15,2 2-2 0,1-1 11 0,-2 1-11 16,2 1-5-16,-2-1-3 0,-1 0-15 0,0 5-6 16,2-2-6-16,-1 5 1 0,-1 1-15 0,0 2 5 15,-9 4 3-15,2 1 0 0,-1 3 11 0,-1 2 14 0,0-2-1 16,-2 1 5-16,1 2 6 0,-2-3 1 0,0 3 4 16,0-3-3-16,1 0 10 0,0 1-5 0,3-2 5 15,-1 1-4-15,-1-2 8 0,3-2-2 0,-1 1 1 0,1-7-2 16,2 1 5-16,0-3 6 0,1-2 9 0,1 1-2 15,0-6 25-15,2 2-6 0,0 0 9 0,1-2-6 16,1 0 7-16,2-3-10 0,1-4-5 0,1 2 1 16,0 0-12-16,2-2-13 0,-2-1-2 0,3 3-2 15,0-2-6-15,-1 3 0 0,1-1 0 0,-5 0 0 0,-1 2-4 16,-1 0-5-16,-1 3-10 0,-4 0 3 0,-1 4-24 16,-1 4-7-16,-2 2 5 0,-1 3-5 0,0 1 22 0,-3 6 9 15,-3 3 6-15,1-1-1 0,0 1 7 0,2-3 0 16,-1 1 5-16,2-3-1 0,0-1 11 0,3-2-9 15,-1 0-2-15,-1-2 0 0,0-1-4 0,-1-2-9 16,-3-2-5-16,-2 0-3 0,0-2-21 0,-2-5-89 16,-3-1-36-16,-2-7-20 0,1-2-108 0</inkml:trace>
  <inkml:trace contextRef="#ctx0" brushRef="#br0" timeOffset="21.17">18364 14600 591 0,'-6'0'84'0,"6"0"326"0,0 0 5 0,0 0-126 0,0 0-225 0,0 0-47 15,0 0-8-15,0 0-6 0,0 0-6 0,0 0-7 16,0-2-7-16,0 2 1 0,0 0-7 0,0 0-7 16,-10-8 11-16,2 8-10 0,0 2 14 0,-1 1 6 15,3 2-2-15,1-1 5 0,0 1 4 0,-3 2 1 16,-1 1-1-16,1 1 0 0,-3 2-15 0,4 3 14 15,0 2-1-15,-1 1 7 0,2 3 2 0,-2-1-8 0,2 2 3 16,0-1-5-16,1 5 4 0,4-5-1 0,-2 1-6 16,3 0 2-16,4-4-19 0,-2 0 12 0,5-2-1 15,-1-2 7-15,2-2 12 0,2-2 4 0,-2-2 3 16,3-3 0-16,-1-2 12 0,3 0 1 0,3-1 8 0,-3-2-4 16,4-1 13-16,-1-3-1 0,-6-2-6 0,4 1 6 15,-4-3 5-15,4 1-9 0,-4-4 8 0,-1-2-8 16,-1-2 4-16,0 1-6 0,-4-1 4 0,1-3-2 15,0 3 10-15,-5-1-12 0,0-3-6 0,-3 2-2 16,-7 1-13-16,3-1-5 0,1 2-1 0,1 0-2 16,-1 1-14-16,-4-1-1 0,-2 1-9 0,3 2 3 15,1 2-18-15,2 3-15 0,-2 3-2 0,0 1-5 0,1 1 1 16,-1 2-10-16,1 0-4 0,-1 1-3 0,-1 2-6 16,1 1 8-16,3 2-2 0,-1-1 2 0,1 2 3 15,2 2-54-15,0-2-43 0,0 1-10 0,2 0-166 0</inkml:trace>
  <inkml:trace contextRef="#ctx0" brushRef="#br0" timeOffset="22.17">18620 14673 1734 0,'0'0'281'0,"0"0"-94"0,0 0 7 0,0 0-84 0,0 0-112 0,0 0-43 0,0 0 0 16,0 0-13-16,-1 9 9 0,-2-4-58 0,-3 3-20 0,1 1-15 16,0-1-63-16,-1 3-36 0,-1-2-34 0,2-1 0 15,1 3-48-15</inkml:trace>
  <inkml:trace contextRef="#ctx0" brushRef="#br0" timeOffset="23.17">18842 14719 2128 0,'0'-7'272'16,"2"3"-195"-16,-2-1-44 0,1 0-21 0,2 1-29 0,-3-2-13 15,0 2-4-15,-2 1-4 0,-2 0-9 0,-5-1-8 16,4 1-12-16,-7 0 3 0,-1 2-7 0,3 2 33 15,-3 1 11-15,5 3 3 0,-2 2 24 0,2 2-11 16,1 3 4-16,-1 1-6 0,5 1 4 0,-4 2 9 16,1 1-1-16,2 4 2 0,-1-1 2 0,3-2-7 15,2 3 4-15,0-2-4 0,0 1 15 0,0-4-22 0,0 1 6 16,3-6-12-16,2 2 13 0,0-1-6 0,-1-3 5 16,2 1-4-16,-4-4 13 0,4 1-2 0,0-4 3 15,-1 0-1-15,3-1 14 0,-5-2-4 0,6 0 5 16,-2 0-5-16,2-3 5 0,-1-2 12 0,-2 0-2 0,4 0 8 15,-3-3 10-15,1-1-9 0,0 0 4 0,-4-5-6 16,1 1-2-16,-2-1-9 0,-1-3 8 0,3 2-6 16,-4-4 10-16,3 5-16 0,0-2-3 0,-7-4-3 15,0 4-3-15,0-2-12 0,-7 1 2 0,5 1-4 16,-4 0-1-16,0 1-13 0,3 2 0 0,-6 2-4 16,0 1-1-16,0 3-12 0,-3 1-3 0,5 3-3 15,1 1-1-15,0 2-16 0,1 3-12 0,2 0-2 0,-1 1-32 16,-1 4-2-16,2-2-27 0,1 5 5 0,2 1-84 15,2-2-74-15,2 2-64 0</inkml:trace>
  <inkml:trace contextRef="#ctx0" brushRef="#br0" timeOffset="24.17">18976 14600 942 0,'4'-3'235'0,"0"-1"567"0,-2 0-619 0,1-1-123 0,3 2-22 0,-3-1-18 0,-3 4-13 0,0 0-8 16,0 0-4-16,0 0-2 0,0 0-20 0,0 0-10 0,1 7 5 16,-2-1-4-16,-3 4 16 0,1 0 15 0,0 4-2 15,-1 1 6-15,-2 1 1 0,4 2-3 0,-1 1 3 16,0 1-4-16,2 3 8 0,0-1-5 0,0 5 1 16,0-1-1-16,-1-1-1 0,-1-1-4 0,1-1-2 0,2-3 0 15,2-1-6-15,0 1-15 0,2-4 5 0,1 0-4 16,-4-4 30-16,3 0-2 0,1-3 3 0,-2-1-3 15,3-3 13-15,-1 1-15 0,2-5 10 0,0 2-11 16,0-3 6-16,1 0 2 0,0-3-1 0,-1-1 4 16,1-2 17-16,0-3 4 0,-1 1 8 0,1-1-3 15,-2-4 2-15,1 1 1 0,-2-2-5 0,-1-1 5 16,0-1 0-16,0-1-7 0,-3 1 5 0,1-1-6 0,-1 0-7 16,-1-1-3-16,0 4-7 0,-1 2 4 0,-1-1-11 15,2 6 0-15,-2 3-3 0,2 4 2 0,0 0-6 16,0 0-10-16,0 0-2 0,-1 0-1 0,-14 3-2 0,9 6-5 15,2 4 0-15,-2 4-2 0,1 3 12 0,1 6 2 16,1 3 10-16,-1 1-5 0,3-2 7 0,0 2-4 16,1-2-6-16,0 2 0 0,1 0-24 0,1-2-12 15,1-5-8-15,0 3-1 0,0-7-14 0,2 1-29 16,0-2-21-16,1-4-3 0,2-2-54 0,-2-3-106 16,2-2-85-16</inkml:trace>
  <inkml:trace contextRef="#ctx0" brushRef="#br0" timeOffset="25.17">19283 14576 890 0,'-4'-2'139'0,"2"1"81"0,2-1-8 0,2-1-35 16,-2 2-124-16,0 1-24 0,0 0-3 0,0 0-3 0,0 0 3 16,0 0-10-16,0 0 0 0,0 0-3 0,0 0-6 15,0 0 4-15,0 0 9 0,-1 0 0 16,0 0 35-16,-1 0-31 0,1 0-1 0,0 0-10 16,0 0-8-16,-18 12-3 0,18-6 2 0,-1 2-2 0,2 5 8 0,0-1-10 15,-2 4 1-15,1 1-3 0,1 1 6 0,1 1-10 16,3 3 4-16,-4-2-6 0,3 2 12 0,-1-3-17 15,2 4-7-15,-1 0-5 0,-1-3-22 0,1 0-7 16,-1-2-5-16,0-5 1 0,-1 4-3 0,0-3-16 16,3-1-1-16,-1-2-10 0,-3-2-29 0,1-1-21 15,-1 0-37-15,0-1 10 0,2-1-55 0</inkml:trace>
  <inkml:trace contextRef="#ctx0" brushRef="#br0" timeOffset="26.17">19384 14618 1544 0,'4'-4'325'0,"1"0"-178"0,3-1-47 0,0 1-15 16,-4 0-49-16,0 0-10 0,1 0-6 0,-2 2 0 16,-3 2-17-16,0 0-12 0,14-6-5 0,-10 4-1 15,4 0-7-15,-2 1 8 0,1 1 3 0,-1 0 2 0,4-2 11 16,0 1 4-16,-1 0 0 0,0 0 0 0,0 1-4 15,1-2-1-15,-1 1 0 0,-1 0 0 0,1 1 2 16,-2-2-2-16,-1 2-1 0,-2-1 0 0,3 1 7 0,-2 0-15 16,1-1 10-16,1 1-12 0,-1-2 10 0,1 2-6 15,-3 0 0-15,3 0-3 0,0 0-4 0,-2 4 7 16,0-2-5-16,1-1 7 0,-2 2 1 0,0-1 4 16,2 1 2-16,-2 1 0 0,-2 0 0 0,1 0 8 15,-1 0 3-15,-1 1 0 0,2 0 1 0,-3 3-12 16,-1 0-1-16,0 4-2 0,-3 1 5 0,-1 3-4 15,0 3 3-15,0 2-4 0,-5 3 5 0,4 6-10 16,-4 5 2-16,-3 4-7 0,3 9-9 0,-6 5 0 0,0 4-72 16,-4 6 28-16,-3 2-185 0</inkml:trace>
  <inkml:trace contextRef="#ctx0" brushRef="#br0" timeOffset="27.17">20323 14555 560 0,'0'0'771'0,"0"0"-320"0,0 0-424 0,0 0 1 0,0 0-31 0,0 0-8 0,0 0-4 16,0 0-1-16,0 0-11 0,0 0 12 0,0 0-7 16,0 0 10-16,-1 1 3 0,0 0 5 0,0 1 5 15,-1-2-3-15,1 0-7 0,0 1 13 0,-17 21-11 16,17-14 12-16,-1 0-3 0,-4 3-10 0,1 1 6 0,2 3-10 16,1 1 10-16,-1 3-9 0,-1-2 2 0,3 3-7 15,-2 0-6-15,3-1-26 0,2 2 6 0,0-3-11 16,5 0 25-16,-2-3 10 0,0-1 4 0,3-2 2 15,1-2 20-15,2 0 6 0,1-3 6 16,-3-3-1-16,1 1 11 0,-1-4-4 0,2-1 5 0,1 0-2 0,-1-4 22 16,-1 0 2-16,1-2 6 0,-1 0-4 0,0-3-5 15,0-2-16-15,-1-4-6 0,-2-1-2 0,1-3-17 16,-5-2 5-16,2 3 1 0,-2-3 2 0,-1 1 11 0,-2 0-13 16,0-1 11-16,0-1-11 0,0 1 7 0,-5 1-12 15,0-3-6-15,-3 2 1 0,-1-1-5 0,-2 4-11 16,0 2 0-16,-1 1-4 0,3 5-8 0,-3 1-28 15,-1 0 6-15,1 3-11 0,-2 1 12 0,3 4-5 16,-2 3-11-16,2 4 5 0,-2 2-6 0,0 6-13 16,0-2 1-16,4 7-11 0,2 0-30 0,-3-1-54 15,6 2-52-15,-1-1 1 0,3 0-130 0</inkml:trace>
  <inkml:trace contextRef="#ctx0" brushRef="#br0" timeOffset="28.17">20572 14616 2064 0,'1'0'209'0,"1"0"-184"0,0 2-81 0,0 2-1 0,-3 3-106 0,0 2 44 0,-1 2 9 0,-1 2 4 0,0-1-2 0,-3 0-153 15,0-3-137-15</inkml:trace>
  <inkml:trace contextRef="#ctx0" brushRef="#br0" timeOffset="29.17">20840 14550 2112 0,'0'0'261'0,"0"0"-202"0,0 0-55 0,0 0-19 16,0 0-56-16,0 0 3 0,-9 6 5 0,1 1-2 15,-2-2 21 1,-3 4-24-16,0 4-1 0,2-1-9 0,0 4 5 0,1 3 37 0,2-1 3 0,0 2 11 0,2 1 29 15,1 1 0-15,3-2 9 0,-3 3-8 0,0-3 3 16,4 3-5 0,-2-1-4-16,5-3 2 0,-2-3 1 0,2-1 1 0,2 0 5 0,0-2-3 0,2 1 6 0,1-1-8 31,2-7-2-31,-2 1-2 0,5-2 2 0,-3-2-7 0,0 2 3 0,0-5-5 0,-1 0 8 0,2 0-4 16,1-4 9-16,-2-1-6 0,3 1 24 0,-3-4 8 15,1-1 4-15,0 0 1 0,0-1 4 0,-3-3-2 16,-1-1 12-16,1-1-5 0,-1 0 18 0,-3-1-8 15,2-1-5-15,-5-3 2 0,0 0-13 0,-1-1-11 16,-4 2-7 0,3 1 1-16,-5 0-19 0,1-2-10 0,0 1-3 0,-4 0-2 15,1 2-3-15,0 3-19 0,-1 1-8 16,1 2-5-16,-1 4-32 0,0 1-21 0,-2 3-19 16,1 1-1-16,-4 2-50 0,5 2-52 0,1 1-61 0,-1 5 3 15,5 3-128-15</inkml:trace>
  <inkml:trace contextRef="#ctx0" brushRef="#br0" timeOffset="30.17">21220 14547 1593 0,'2'-5'500'0,"1"-1"-320"0,-2 1-65 0,-1-4-47 0,-3-2-81 0,0 3-18 15,0 4-9-15,-2-2 0 0,-2 6-2 0,-6-2-1 16,-1-1 6-16,-3 6-5 0,1-1 14 0,0 6-10 16,4 0 11-16,-2-1-10 0,1 2 27 0,2 1 0 15,-5 2 6-15,6 0-3 0,1 2 12 0,3-3-4 16,1 2 3-16,0-2-3 0,0 1 2 0,3-1-1 0,-1-1-2 16,1 1 1-16,2 0 5 0,0 0-6 0,3 2-2 15,3 0-3-15,5 1-2 0,-4 2-13 0,0 0 3 16,2 3-7-16,-5 1 4 0,4 1 4 0,3 3 3 15,-1-1-1-15,1 3 11 0,0 1-9 0,-2 0 5 0,-2 0-7 16,-2-2 6-16,-3-1 5 0,2 0-2 0,-3-1 3 16,0-1-8-16,-2-4 13 0,-2-1-5 0,-1-3 9 15,0-1 4-15,2-3 8 0,-6 0 7 0,4-1-4 16,-3-4 5-16,1-1-12 0,1 0 4 0,-4-2-4 16,3-1 5-16,-3 0-14 0,-5-3 3 0,3-4-5 0,-1 1 9 15,1-4-3-15,5 1 4 0,0-1-4 0,-1-3 11 16,1-2-4-16,1 0 6 0,3-1-4 0,2 0 10 15,0-1-3-15,1-2 1 0,2 1 1 0,-2-1 4 0,3 0-12 16,3-4 5-16,-1 1-6 0,-2-3 12 0,3 0-11 16,1 1 4-16,0 0-5 0,1 0 6 0,0-3-13 15,-1 1-2-15,-1 0-2 0,0 1-4 0,-2 2-7 16,4 2 2-16,-4 2-4 0,-1 0-3 0,1 3-11 16,-5 2-7-16,2 1 0 0,-2 1-13 15,2 5-23-15,-4-1-7 0,4 3-7 0,-2 0-24 0,0 4-36 16,0 0-30-16,4-4-6 0,5 4-115 0,-9 0-198 15</inkml:trace>
  <inkml:trace contextRef="#ctx0" brushRef="#br0" timeOffset="31.17">21367 14649 1440 0,'7'-2'205'0,"-1"-2"424"0,1-2-490 0,0-2-87 0,1-3-21 0,0 2-6 15,-1-2-13-15,0 0-1 0,-3 1-1 0,2 0-1 16,-2-1-5-16,1-2-5 0,0 2-2 0,0 1 0 16,-1 0 1-16,1 1 2 0,1 2 0 0,0 2 0 0,0 1 0 15,0 3-4-15,1 0-1 0,-1 1-2 0,2 0-7 16,-1 3-23-16,0 2-4 0,2 5-4 0,-8 4-5 0,2 2 7 16,0 6-1-16,-6 2 3 0,-2 2 14 0,-6 0 1 15,-1 6 10-15,-1 0-8 0,2 0 8 0,-2-3 12 16,-2 3-4-16,2-4 7 0,-2-2-2 0,1 0 3 15,1 0 1-15,1-5 0 0,1 1-2 0,0-2 1 16,-2-5 1-16,3-2 1 0,-1 0 6 0,3-4-7 16,1 0 6-16,2-2-6 0,1-4 6 0,4-3 18 15,0 0 7-15,0 0 7 0,0 0 32 0,0 0-5 16,0 0-4-16,0 0 2 0,1-4-17 0,5-3-27 16,3-1-3-16,1 0-7 0,-1-2-7 0,2-1-3 0,0 1 2 15,-1 2-2-15,0 1-3 0,-1 2-9 0,0 0 2 16,0 3-5-16,0 1-2 0,-1 1-21 0,-1 1-6 15,-1 5-3-15,-2 0-8 0,-1 8 5 0,-3 1 7 16,0 3-2-16,-3 3 21 0,1 0 17 0,1 1-1 0,-1 0 5 16,-1-1-3-16,-1-2 3 0,-1 0 3 0,1-1 0 15,-2-3 4-15,-1 1-2 0,-2-4-1 0,0 1 0 16,-2-3-6-16,-5 0 2 0,-2-4-5 0,-6 1 4 16,-3-7-17-16,-9-5-57 0,-2-3-61 0,-6-10-3 15,-5-2-232-15</inkml:trace>
  <inkml:trace contextRef="#ctx0" brushRef="#br0" timeOffset="32.17">17061 17514 1136 0,'4'1'200'0,"-3"2"542"0,-1-3-624 0,0 0-48 0,0 0-13 0,0 0-6 0,0 0-28 0,0 0-10 16,0 0 0-16,0 0-1 0,0 0 1 0,0 0-2 15,1 0 0-15,0-1 0 0,0-1-1 0,0 2-8 0,1 0 1 16,-1-1-2-16,0 0-1 0,-1 1-2 0,1-2-4 16,0 2 2-16,0 0-4 0,0-1-17 0,15-7-9 15,-10 13-1-15,-2 3-19 0,2 4-7 0,1 8-4 16,2 0-5-16,2 5-15 0,-2 7-15 0,-2 0 8 0,3-1-9 16,-2 6 36-16,-1-1 55 0,2-2-2 0,-4 0 16 15,3-6 14-15,-3-1 27 0,2-5 8 0,-1-6 2 16,-2 1-6-16,1-8 4 0,-1 0-2 0,1-2 5 15,-2-4 4-15,1-2-14 0,0-1-2 0,4-3-4 16,0-3-18-16,4-2 13 0,0-2 8 0,3-4 3 16,1-3 23-16,1-6-17 0,3-6 3 0,5 0-5 15,2-5 3-15,7-2-17 0,4-1-2 0,2-1-4 0,7 0-8 16,2-2-8-16,2 1-3 0,3-1-1 0,3 1-4 16,3 1-6-16,1 0-1 0,0 2-1 0,-1 0-1 0,-4 6-4 15,-1-1 2-15,-6 5-4 0,1 2-10 16,-6 1-16-16,2 5-10 0,-6 2 2 0,0 1-10 0,-4 6 3 15,-5-1 6-15,-4 0-4 0,-3 4 17 0,-8 2-5 16,-2-3-3-16,-4 6-2 0,-1 1-7 0,-5-1-30 16,0 1-21-16,-1-1-9 0,-3 1-102 0,0 0-259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B752DC-6678-E2C3-ED51-9BF535BCAF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2CE2D-B95C-343B-94D8-97D39FB10E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7439284-38D7-42A6-8613-6256D1230B9E}" type="datetimeFigureOut">
              <a:rPr lang="en-US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F62E25-EF75-9FB0-5CF6-929FF613F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297E8F0-AA8C-5641-19AF-8F24458D1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45000"/>
            <a:ext cx="560705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C220-9B95-486B-F51F-63E63F4FFC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B287-778F-1B45-5B1B-32F35095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8A9DEB-4975-461E-8891-786345C28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31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36;p1:notes">
            <a:extLst>
              <a:ext uri="{FF2B5EF4-FFF2-40B4-BE49-F238E27FC236}">
                <a16:creationId xmlns:a16="http://schemas.microsoft.com/office/drawing/2014/main" id="{BEF1E5C0-7092-C0F3-6779-CEB88E15C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Pts val="1100"/>
            </a:pPr>
            <a:endParaRPr lang="en-US" altLang="en-US"/>
          </a:p>
        </p:txBody>
      </p:sp>
      <p:sp>
        <p:nvSpPr>
          <p:cNvPr id="41987" name="Google Shape;37;p1:notes">
            <a:extLst>
              <a:ext uri="{FF2B5EF4-FFF2-40B4-BE49-F238E27FC236}">
                <a16:creationId xmlns:a16="http://schemas.microsoft.com/office/drawing/2014/main" id="{B29B53B3-6792-29F0-CF29-9F5FC375E79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9076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65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09600" y="1600200"/>
            <a:ext cx="10972320" cy="4525920"/>
          </a:xfrm>
          <a:prstGeom prst="rect">
            <a:avLst/>
          </a:prstGeom>
        </p:spPr>
        <p:txBody>
          <a:bodyPr lIns="91440" tIns="91440" rIns="91440" bIns="91440" anchor="t" anchorCtr="0"/>
          <a:lstStyle/>
          <a:p>
            <a:r>
              <a:rPr lang="en-US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39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32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784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535440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2320" y="1600200"/>
            <a:ext cx="535440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780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43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527520" y="274680"/>
            <a:ext cx="8160480" cy="394128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2320" y="1600200"/>
            <a:ext cx="535440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600" y="396432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498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535440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232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232320" y="396432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602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3232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9600" y="3964320"/>
            <a:ext cx="1097232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4080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32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09600" y="3964320"/>
            <a:ext cx="1097232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99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2320" y="160020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9600" y="396432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232320" y="3964320"/>
            <a:ext cx="53544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9375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319520" y="160020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8029440" y="160020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609600" y="396432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4319520" y="396432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8029440" y="3964320"/>
            <a:ext cx="3532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6553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1_Title,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527521" y="102639"/>
            <a:ext cx="8160480" cy="630495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/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609600" y="1041050"/>
            <a:ext cx="10972320" cy="508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342949" lvl="0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685899" lvl="1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028848" lvl="2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371797" lvl="3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714746" lvl="4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057695" lvl="5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400644" lvl="6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2743593" lvl="7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086543" lvl="8" indent="-17147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078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6">
            <a:extLst>
              <a:ext uri="{FF2B5EF4-FFF2-40B4-BE49-F238E27FC236}">
                <a16:creationId xmlns:a16="http://schemas.microsoft.com/office/drawing/2014/main" id="{80FAB2DE-7E5F-D7CC-E77D-9CE70D89B30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oogle Shape;10;p6">
            <a:extLst>
              <a:ext uri="{FF2B5EF4-FFF2-40B4-BE49-F238E27FC236}">
                <a16:creationId xmlns:a16="http://schemas.microsoft.com/office/drawing/2014/main" id="{C23A355C-C249-585D-9A3B-93D81A6BFD5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11;p6">
            <a:extLst>
              <a:ext uri="{FF2B5EF4-FFF2-40B4-BE49-F238E27FC236}">
                <a16:creationId xmlns:a16="http://schemas.microsoft.com/office/drawing/2014/main" id="{A4FA5297-D461-3440-3461-D498438F898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51113"/>
            <a:ext cx="967898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oogle Shape;12;p6">
            <a:extLst>
              <a:ext uri="{FF2B5EF4-FFF2-40B4-BE49-F238E27FC236}">
                <a16:creationId xmlns:a16="http://schemas.microsoft.com/office/drawing/2014/main" id="{07ED1467-4CA5-F4CD-1F0B-92F7D15E332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1074420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5;p6">
            <a:extLst>
              <a:ext uri="{FF2B5EF4-FFF2-40B4-BE49-F238E27FC236}">
                <a16:creationId xmlns:a16="http://schemas.microsoft.com/office/drawing/2014/main" id="{D4F921A2-4E0C-ABEA-C302-1566D907606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896938"/>
            <a:ext cx="30972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6;p6">
            <a:extLst>
              <a:ext uri="{FF2B5EF4-FFF2-40B4-BE49-F238E27FC236}">
                <a16:creationId xmlns:a16="http://schemas.microsoft.com/office/drawing/2014/main" id="{495643C8-83C1-40F9-7C28-ACC4F89BA9A5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038" y="4800600"/>
            <a:ext cx="5124450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4572002" y="2549771"/>
            <a:ext cx="7330831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5908431" y="4452632"/>
            <a:ext cx="59944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5189413" y="4826979"/>
            <a:ext cx="6713419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02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5DEFFF7B-6912-65F6-D008-7020076E87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90550A-5DF4-ED6E-3E5A-4B7BF85E0D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3720B165-C558-8F6F-6B72-12A8ADEF5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0" y="0"/>
            <a:ext cx="29257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84B9EA-414A-7BA5-14D5-6E6BE05EBF7A}"/>
              </a:ext>
            </a:extLst>
          </p:cNvPr>
          <p:cNvSpPr/>
          <p:nvPr userDrawn="1"/>
        </p:nvSpPr>
        <p:spPr>
          <a:xfrm>
            <a:off x="3843338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F906F-2B59-EF11-41EF-FC2815A1EC6D}"/>
              </a:ext>
            </a:extLst>
          </p:cNvPr>
          <p:cNvSpPr/>
          <p:nvPr userDrawn="1"/>
        </p:nvSpPr>
        <p:spPr>
          <a:xfrm>
            <a:off x="-17463" y="6775450"/>
            <a:ext cx="3860801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933FB-F467-EAE4-84BE-0AD51129949E}"/>
              </a:ext>
            </a:extLst>
          </p:cNvPr>
          <p:cNvSpPr/>
          <p:nvPr userDrawn="1"/>
        </p:nvSpPr>
        <p:spPr>
          <a:xfrm>
            <a:off x="7704138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2DD43-F1DB-2A9F-6675-58D97A869F45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D0556-F284-68DD-810D-923079A58A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48800" y="1171575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24606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BE989-81BA-76BE-8BBE-226CDAC14BD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3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998E480E-B3F3-C898-6EC2-B16001EBD9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713" y="6550025"/>
            <a:ext cx="9412287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DA406B-AF17-2CA0-9E20-A330C9B452C2}"/>
                </a:ext>
              </a:extLst>
            </p:cNvPr>
            <p:cNvSpPr/>
            <p:nvPr/>
          </p:nvSpPr>
          <p:spPr>
            <a:xfrm>
              <a:off x="4630958" y="6550671"/>
              <a:ext cx="2327968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544E36-F6E6-F6BB-4622-188F02447164}"/>
                </a:ext>
              </a:extLst>
            </p:cNvPr>
            <p:cNvSpPr/>
            <p:nvPr/>
          </p:nvSpPr>
          <p:spPr>
            <a:xfrm>
              <a:off x="6908913" y="6550671"/>
              <a:ext cx="2235087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03B77A-C0D9-1A87-E118-73F7DB4322BB}"/>
                </a:ext>
              </a:extLst>
            </p:cNvPr>
            <p:cNvSpPr/>
            <p:nvPr/>
          </p:nvSpPr>
          <p:spPr>
            <a:xfrm>
              <a:off x="2083888" y="6550671"/>
              <a:ext cx="2581603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6A08090-154B-D45D-5E40-F01310B855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0" y="0"/>
            <a:ext cx="292576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2AED58E8-04BB-0A39-AFBB-9FF61433E71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9D0BA5-90A5-950F-B4C3-48100D447CB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12D01D-6A83-CE7B-3759-E41E51FDAB1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329ECB-C6DD-83B0-8DCB-8F1BE5891AD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3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B0347BF7-E40B-2844-D818-7A5E418626F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33EB6E-EEFE-4BC8-8976-AC1BD2C7574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7448B5-9459-EA5E-EB73-3FA7DF89344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005067-6861-E324-F10D-8D87174AB5E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3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3786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prstClr val="white"/>
                </a:solidFill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265647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07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C0189C86-2CFC-A5A0-767A-D4DD8814A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FCFD15-45C7-5D0F-0914-2A89FFBA2555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899E7625-D9BF-7B77-D4BA-90D8837078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4487A8-CFC5-A53B-78A1-82E94FEA9730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091E3-5640-3ED0-685B-A74EC3B69E4D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8C882-6981-E2E1-4C2E-2F0E727DE248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0D992-5DE6-8CBF-5464-AE793FEEF7CC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89F12-0C58-1376-EE5F-4A0DBF73827E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15632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51113"/>
            <a:ext cx="9679517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1074420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817" y="896938"/>
            <a:ext cx="3096683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567" y="4800600"/>
            <a:ext cx="5124451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4572002" y="2549771"/>
            <a:ext cx="7330831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5908431" y="4452632"/>
            <a:ext cx="59944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5189413" y="4826979"/>
            <a:ext cx="6713419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791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10871200" y="6550025"/>
            <a:ext cx="13208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1100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759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9741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1"/>
            <a:ext cx="9412817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3472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3472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x-none" altLang="x-none" sz="1600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769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3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>
                <a:solidFill>
                  <a:prstClr val="black"/>
                </a:solidFill>
              </a:rPr>
              <a:pPr algn="r"/>
              <a:t>‹#›</a:t>
            </a:fld>
            <a:endParaRPr lang="e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35"/>
              <a:t> </a:t>
            </a:r>
            <a:r>
              <a:rPr lang="en-IN"/>
              <a:t>Pilani</a:t>
            </a:r>
            <a:r>
              <a:rPr lang="en-IN" spc="-30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9708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0409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5033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32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7543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638C57-FA78-4465-A16E-061E11A07CA5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521853"/>
            <a:ext cx="1219200" cy="365125"/>
          </a:xfrm>
        </p:spPr>
        <p:txBody>
          <a:bodyPr/>
          <a:lstStyle/>
          <a:p>
            <a:fld id="{EF406659-594D-4C8C-9DC4-2E8C6B112FA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332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497629-2743-49E9-BFF6-D72148661D86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8BFB1-FC66-4AB1-B320-171BC5405B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2077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992D67-88F9-465C-A6D7-8C767C17590B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1C08-076E-4AF6-9082-66CE845E7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5474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824D82-D428-412B-BF04-1C651D99E8F6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C063-5826-4956-A3D9-8CFF3C1D3BD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628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3DAA1E-5EB7-4FEC-B1A5-4CA6CED9EA2A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F4F5-D805-49A4-88BE-83AAF57620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596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8C9F29-9B0C-4241-9E7C-DF554C4405B4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82E71-27E1-4208-9888-DDAC50854E6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1625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31018-BA37-4FE0-BF18-DEBE2047A334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35B2E-A190-410C-ADBC-A4EF4E713DF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192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3C0747-4BBB-4A78-A7EA-A8E4D9B2362F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5D5B-74E4-458E-A7A2-21EF743CEE0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63194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4E1B34-9F8C-4CC6-8C90-4F73A1205166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E8062-60C9-421D-A5E5-A14A89CED5E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7716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FE5693-2203-48EA-AEC6-222163D19B17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4116-6328-4B5E-BA58-9F389645577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6080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3200" y="1417320"/>
            <a:ext cx="11785600" cy="4907281"/>
          </a:xfrm>
          <a:gradFill>
            <a:gsLst>
              <a:gs pos="0">
                <a:schemeClr val="accent4">
                  <a:lumMod val="4000"/>
                  <a:lumOff val="96000"/>
                  <a:alpha val="36000"/>
                </a:schemeClr>
              </a:gs>
              <a:gs pos="35000">
                <a:schemeClr val="accent3">
                  <a:lumMod val="9000"/>
                  <a:lumOff val="91000"/>
                  <a:alpha val="39000"/>
                </a:schemeClr>
              </a:gs>
              <a:gs pos="100000">
                <a:schemeClr val="accent4">
                  <a:lumMod val="0"/>
                  <a:lumOff val="100000"/>
                  <a:alpha val="54000"/>
                </a:schemeClr>
              </a:gs>
            </a:gsLst>
          </a:gradFill>
          <a:ln>
            <a:noFill/>
          </a:ln>
          <a:effectLst>
            <a:softEdge rad="508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lIns="72000" tIns="36000" rIns="72000" bIns="36000"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/>
            </a:lvl3pPr>
            <a:lvl4pPr>
              <a:defRPr baseline="0"/>
            </a:lvl4pPr>
            <a:lvl5pP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Second level</a:t>
            </a:r>
          </a:p>
          <a:p>
            <a:pPr marL="1143000" marR="0" lvl="2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Third Level</a:t>
            </a:r>
          </a:p>
          <a:p>
            <a:pPr marL="1600200" marR="0" lvl="3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Fourth level</a:t>
            </a:r>
          </a:p>
          <a:p>
            <a:pPr marL="2057400" marR="0" lvl="4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Fifth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 panose="020B0604020202020204"/>
              <a:cs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</a:rPr>
              <a:t> 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26774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2" descr="Large confetti"/>
          <p:cNvSpPr>
            <a:spLocks noGrp="1" noChangeArrowheads="1"/>
          </p:cNvSpPr>
          <p:nvPr>
            <p:ph type="title" idx="4294967295" hasCustomPrompt="1"/>
          </p:nvPr>
        </p:nvSpPr>
        <p:spPr>
          <a:xfrm>
            <a:off x="88320" y="26442"/>
            <a:ext cx="9055681" cy="1192758"/>
          </a:xfrm>
        </p:spPr>
        <p:txBody>
          <a:bodyPr>
            <a:noAutofit/>
          </a:bodyPr>
          <a:lstStyle>
            <a:lvl1pPr algn="l" eaLnBrk="1" hangingPunct="1"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/>
            <a:r>
              <a:rPr lang="en-US" dirty="0"/>
              <a:t>Slide heading here and </a:t>
            </a:r>
            <a:br>
              <a:rPr lang="en-US" dirty="0"/>
            </a:br>
            <a:r>
              <a:rPr lang="en-US" dirty="0"/>
              <a:t>it can run in two lines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21459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90688"/>
            <a:ext cx="5384800" cy="44338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90688"/>
            <a:ext cx="5384800" cy="4433887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737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65A81A0D-4507-432C-ADFD-66D1EF0C23E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146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Master title style</a:t>
            </a:r>
            <a:endParaRPr lang="en-IN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32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7346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Pilani, Pilani Campus</a:t>
            </a:r>
          </a:p>
        </p:txBody>
      </p:sp>
      <p:grpSp>
        <p:nvGrpSpPr>
          <p:cNvPr id="5" name="Group 11"/>
          <p:cNvGrpSpPr/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/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/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530" marR="0" indent="-21463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9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42705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/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51113"/>
            <a:ext cx="9679517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1074420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817" y="896938"/>
            <a:ext cx="3096683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/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567" y="4800600"/>
            <a:ext cx="5124451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4572002" y="2549771"/>
            <a:ext cx="7330831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5908431" y="4452632"/>
            <a:ext cx="59944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5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5189413" y="4826979"/>
            <a:ext cx="6713419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1275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699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>
            <a:fillRect/>
          </a:stretch>
        </p:blipFill>
        <p:spPr>
          <a:xfrm>
            <a:off x="4750811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3"/>
            <a:ext cx="1016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3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85888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5" name="Picture 8" descr="Picture 7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9448800" y="1171576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221725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38C57-FA78-4465-A16E-061E11A07CA5}" type="datetimeFigureOut">
              <a:rPr lang="en-US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06659-594D-4C8C-9DC4-2E8C6B112F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91600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56404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91749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2056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1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7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9" y="2575123"/>
            <a:ext cx="8666988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555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1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19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C0189C86-2CFC-A5A0-767A-D4DD8814A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FCFD15-45C7-5D0F-0914-2A89FFBA2555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899E7625-D9BF-7B77-D4BA-90D8837078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4487A8-CFC5-A53B-78A1-82E94FEA9730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091E3-5640-3ED0-685B-A74EC3B69E4D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8C882-6981-E2E1-4C2E-2F0E727DE248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0D992-5DE6-8CBF-5464-AE793FEEF7CC}"/>
              </a:ext>
            </a:extLst>
          </p:cNvPr>
          <p:cNvSpPr txBox="1"/>
          <p:nvPr userDrawn="1"/>
        </p:nvSpPr>
        <p:spPr>
          <a:xfrm>
            <a:off x="9144000" y="7620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5" b="1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lang="en-US" sz="2175" b="0" i="0" u="none" strike="noStrike" kern="1200" cap="none" spc="-11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89F12-0C58-1376-EE5F-4A0DBF73827E}"/>
              </a:ext>
            </a:extLst>
          </p:cNvPr>
          <p:cNvSpPr txBox="1"/>
          <p:nvPr userDrawn="1"/>
        </p:nvSpPr>
        <p:spPr>
          <a:xfrm>
            <a:off x="9448800" y="11715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84861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preserve="1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51113"/>
            <a:ext cx="9679517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1074420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817" y="896938"/>
            <a:ext cx="3096683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568" y="4800600"/>
            <a:ext cx="5124451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4572003" y="2549773"/>
            <a:ext cx="7330831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5908431" y="4452634"/>
            <a:ext cx="59944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5189413" y="4826981"/>
            <a:ext cx="6713419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896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 preserve="1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10871200" y="6550026"/>
            <a:ext cx="13208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8839202" y="0"/>
            <a:ext cx="2925233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37361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70554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2" y="3"/>
            <a:ext cx="9412817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3472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3472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814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3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/>
            <a:fld id="{00000000-1234-1234-1234-123412341234}" type="slidenum">
              <a:rPr lang="en" sz="1350" smtClean="0">
                <a:solidFill>
                  <a:prstClr val="black"/>
                </a:solidFill>
              </a:rPr>
              <a:pPr algn="r" defTabSz="685800"/>
              <a:t>‹#›</a:t>
            </a:fld>
            <a:endParaRPr lang="en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7176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3" y="6639738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 defTabSz="6858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6"/>
              <a:t> </a:t>
            </a:r>
            <a:r>
              <a:rPr lang="en-IN"/>
              <a:t>Pilani</a:t>
            </a:r>
            <a:r>
              <a:rPr lang="en-IN" spc="-23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2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27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2297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8"/>
            <a:ext cx="78232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30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4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2"/>
            <a:ext cx="109728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58547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1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3"/>
            <a:ext cx="10160000" cy="2728913"/>
          </a:xfrm>
        </p:spPr>
        <p:txBody>
          <a:bodyPr/>
          <a:lstStyle>
            <a:lvl1pPr>
              <a:defRPr sz="1350">
                <a:latin typeface="Helvetica" panose="020B0604020202030204" pitchFamily="34" charset="0"/>
              </a:defRPr>
            </a:lvl1pPr>
            <a:lvl2pPr>
              <a:defRPr sz="1200">
                <a:latin typeface="Helvetica" panose="020B0604020202030204" pitchFamily="34" charset="0"/>
              </a:defRPr>
            </a:lvl2pPr>
            <a:lvl3pPr>
              <a:defRPr sz="1050">
                <a:latin typeface="Helvetica" panose="020B0604020202030204" pitchFamily="34" charset="0"/>
              </a:defRPr>
            </a:lvl3pPr>
            <a:lvl4pPr>
              <a:defRPr sz="900">
                <a:latin typeface="Helvetica" panose="020B0604020202030204" pitchFamily="34" charset="0"/>
              </a:defRPr>
            </a:lvl4pPr>
            <a:lvl5pPr>
              <a:defRPr sz="9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3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2680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7520" y="274680"/>
            <a:ext cx="8160480" cy="8499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05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320" cy="4525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050" b="0" strike="noStrike" spc="-1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824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>
            <a:extLst>
              <a:ext uri="{FF2B5EF4-FFF2-40B4-BE49-F238E27FC236}">
                <a16:creationId xmlns:a16="http://schemas.microsoft.com/office/drawing/2014/main" id="{411E9FCE-3FAC-6139-0AB7-2EFBDC7E49E2}"/>
              </a:ext>
            </a:extLst>
          </p:cNvPr>
          <p:cNvSpPr/>
          <p:nvPr/>
        </p:nvSpPr>
        <p:spPr>
          <a:xfrm>
            <a:off x="4368800" y="6596063"/>
            <a:ext cx="7823200" cy="2619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r">
              <a:defRPr/>
            </a:pPr>
            <a:endParaRPr lang="en-IN" sz="1100" spc="-1" dirty="0"/>
          </a:p>
        </p:txBody>
      </p:sp>
      <p:pic>
        <p:nvPicPr>
          <p:cNvPr id="2051" name="Google Shape;157;p13">
            <a:extLst>
              <a:ext uri="{FF2B5EF4-FFF2-40B4-BE49-F238E27FC236}">
                <a16:creationId xmlns:a16="http://schemas.microsoft.com/office/drawing/2014/main" id="{B3BE0F5E-A688-D875-6598-C77C71B9A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" b="5315"/>
          <a:stretch>
            <a:fillRect/>
          </a:stretch>
        </p:blipFill>
        <p:spPr bwMode="auto">
          <a:xfrm>
            <a:off x="8839200" y="0"/>
            <a:ext cx="29241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2" name="Group 2">
            <a:extLst>
              <a:ext uri="{FF2B5EF4-FFF2-40B4-BE49-F238E27FC236}">
                <a16:creationId xmlns:a16="http://schemas.microsoft.com/office/drawing/2014/main" id="{D254E56B-6CCA-510E-1E04-A4532C360E0F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6553200"/>
            <a:ext cx="9347200" cy="44450"/>
            <a:chOff x="2133720" y="6553080"/>
            <a:chExt cx="7009920" cy="45360"/>
          </a:xfrm>
        </p:grpSpPr>
        <p:sp>
          <p:nvSpPr>
            <p:cNvPr id="48" name="CustomShape 3">
              <a:extLst>
                <a:ext uri="{FF2B5EF4-FFF2-40B4-BE49-F238E27FC236}">
                  <a16:creationId xmlns:a16="http://schemas.microsoft.com/office/drawing/2014/main" id="{E0BF1D9F-4B27-EE68-0757-FC0318D1C37B}"/>
                </a:ext>
              </a:extLst>
            </p:cNvPr>
            <p:cNvSpPr/>
            <p:nvPr/>
          </p:nvSpPr>
          <p:spPr>
            <a:xfrm>
              <a:off x="4495758" y="6553080"/>
              <a:ext cx="2327513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" name="CustomShape 4">
              <a:extLst>
                <a:ext uri="{FF2B5EF4-FFF2-40B4-BE49-F238E27FC236}">
                  <a16:creationId xmlns:a16="http://schemas.microsoft.com/office/drawing/2014/main" id="{6CF77442-98C2-3540-A9F5-288719E647C7}"/>
                </a:ext>
              </a:extLst>
            </p:cNvPr>
            <p:cNvSpPr/>
            <p:nvPr/>
          </p:nvSpPr>
          <p:spPr>
            <a:xfrm>
              <a:off x="2133720" y="6553080"/>
              <a:ext cx="2362038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CustomShape 5">
              <a:extLst>
                <a:ext uri="{FF2B5EF4-FFF2-40B4-BE49-F238E27FC236}">
                  <a16:creationId xmlns:a16="http://schemas.microsoft.com/office/drawing/2014/main" id="{73FD1527-CD43-7656-F126-5AAC35CFFF11}"/>
                </a:ext>
              </a:extLst>
            </p:cNvPr>
            <p:cNvSpPr/>
            <p:nvPr/>
          </p:nvSpPr>
          <p:spPr>
            <a:xfrm>
              <a:off x="6814937" y="6553080"/>
              <a:ext cx="2328703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053" name="Group 6">
            <a:extLst>
              <a:ext uri="{FF2B5EF4-FFF2-40B4-BE49-F238E27FC236}">
                <a16:creationId xmlns:a16="http://schemas.microsoft.com/office/drawing/2014/main" id="{5DD52AE9-F39D-7228-99C5-FD4D39231930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9347200" cy="44450"/>
            <a:chOff x="0" y="1295280"/>
            <a:chExt cx="7009920" cy="45360"/>
          </a:xfrm>
        </p:grpSpPr>
        <p:sp>
          <p:nvSpPr>
            <p:cNvPr id="52" name="CustomShape 7">
              <a:extLst>
                <a:ext uri="{FF2B5EF4-FFF2-40B4-BE49-F238E27FC236}">
                  <a16:creationId xmlns:a16="http://schemas.microsoft.com/office/drawing/2014/main" id="{9A722484-E4B5-9DB2-768B-ADEE720B2E40}"/>
                </a:ext>
              </a:extLst>
            </p:cNvPr>
            <p:cNvSpPr/>
            <p:nvPr/>
          </p:nvSpPr>
          <p:spPr>
            <a:xfrm>
              <a:off x="2362038" y="1295280"/>
              <a:ext cx="2328703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CustomShape 8">
              <a:extLst>
                <a:ext uri="{FF2B5EF4-FFF2-40B4-BE49-F238E27FC236}">
                  <a16:creationId xmlns:a16="http://schemas.microsoft.com/office/drawing/2014/main" id="{6B2B70A4-658A-4161-06F8-7ACB60CBC19B}"/>
                </a:ext>
              </a:extLst>
            </p:cNvPr>
            <p:cNvSpPr/>
            <p:nvPr/>
          </p:nvSpPr>
          <p:spPr>
            <a:xfrm>
              <a:off x="0" y="1295280"/>
              <a:ext cx="2362038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" name="CustomShape 9">
              <a:extLst>
                <a:ext uri="{FF2B5EF4-FFF2-40B4-BE49-F238E27FC236}">
                  <a16:creationId xmlns:a16="http://schemas.microsoft.com/office/drawing/2014/main" id="{B060D755-F795-A555-6BB1-BEFA92BACC5C}"/>
                </a:ext>
              </a:extLst>
            </p:cNvPr>
            <p:cNvSpPr/>
            <p:nvPr/>
          </p:nvSpPr>
          <p:spPr>
            <a:xfrm>
              <a:off x="4681217" y="1295280"/>
              <a:ext cx="2328703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054" name="PlaceHolder 10">
            <a:extLst>
              <a:ext uri="{FF2B5EF4-FFF2-40B4-BE49-F238E27FC236}">
                <a16:creationId xmlns:a16="http://schemas.microsoft.com/office/drawing/2014/main" id="{575DB422-5DA5-ADEE-2EB8-5AE4204D2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7050" y="274638"/>
            <a:ext cx="8161338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IN" altLang="en-US"/>
              <a:t>Click to edit the title text format</a:t>
            </a:r>
          </a:p>
        </p:txBody>
      </p:sp>
      <p:sp>
        <p:nvSpPr>
          <p:cNvPr id="56" name="PlaceHolder 11">
            <a:extLst>
              <a:ext uri="{FF2B5EF4-FFF2-40B4-BE49-F238E27FC236}">
                <a16:creationId xmlns:a16="http://schemas.microsoft.com/office/drawing/2014/main" id="{66FC8115-3FCC-62AB-6947-F1EB4624BB6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r>
              <a:rPr lang="en-IN"/>
              <a:t>Click to edit the outline text format</a:t>
            </a:r>
          </a:p>
          <a:p>
            <a:pPr lvl="1"/>
            <a:r>
              <a:rPr lang="en-IN"/>
              <a:t>Second Outline Level</a:t>
            </a:r>
          </a:p>
          <a:p>
            <a:pPr lvl="2"/>
            <a:r>
              <a:rPr lang="en-IN"/>
              <a:t>Third Outline Level</a:t>
            </a:r>
          </a:p>
          <a:p>
            <a:pPr lvl="3"/>
            <a:r>
              <a:rPr lang="en-IN"/>
              <a:t>Fourth Outline Level</a:t>
            </a:r>
          </a:p>
          <a:p>
            <a:pPr lvl="4"/>
            <a:r>
              <a:rPr lang="en-IN"/>
              <a:t>Fifth Outline Level</a:t>
            </a:r>
          </a:p>
          <a:p>
            <a:pPr lvl="5"/>
            <a:r>
              <a:rPr lang="en-IN"/>
              <a:t>Sixth Outline Level</a:t>
            </a:r>
          </a:p>
          <a:p>
            <a:pPr lvl="6"/>
            <a:r>
              <a:rPr lang="en-IN"/>
              <a:t>Seventh Outline Level</a:t>
            </a:r>
          </a:p>
        </p:txBody>
      </p:sp>
      <p:sp>
        <p:nvSpPr>
          <p:cNvPr id="57" name="PlaceHolder 12">
            <a:extLst>
              <a:ext uri="{FF2B5EF4-FFF2-40B4-BE49-F238E27FC236}">
                <a16:creationId xmlns:a16="http://schemas.microsoft.com/office/drawing/2014/main" id="{B9C620B0-6809-4192-8CDC-98DC9484CDA6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376025" y="6237288"/>
            <a:ext cx="815975" cy="292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C83C6-4F87-48B4-8CF0-6A2F9115491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3" r:id="rId13"/>
    <p:sldLayoutId id="2147483884" r:id="rId14"/>
    <p:sldLayoutId id="2147483887" r:id="rId15"/>
    <p:sldLayoutId id="2147483888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431800" indent="-323850" algn="l" rtl="0" eaLnBrk="0" fontAlgn="base" hangingPunct="0">
        <a:spcBef>
          <a:spcPts val="1413"/>
        </a:spcBef>
        <a:spcAft>
          <a:spcPct val="0"/>
        </a:spcAft>
        <a:buClr>
          <a:srgbClr val="000000"/>
        </a:buClr>
        <a:buSzPct val="45000"/>
        <a:buFont typeface="Wingdings" panose="05000000000000000000" pitchFamily="2" charset="2"/>
        <a:buChar char="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94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172200"/>
            <a:ext cx="16256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69CF039-14E9-4D0E-9662-C764433E1C63}" type="datetimeFigureOut">
              <a:rPr lang="en-US" smtClean="0"/>
              <a:pPr>
                <a:defRPr/>
              </a:pPr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20800" y="6553200"/>
            <a:ext cx="3860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5A81A0D-4507-432C-ADFD-66D1EF0C23E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92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vnlsireesha@wilp.bits-pilani.ac.in" TargetMode="External"/><Relationship Id="rId2" Type="http://schemas.openxmlformats.org/officeDocument/2006/relationships/hyperlink" Target="mailto:yvk.ravikumar@pilani.bits-pilani.ac.in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5.xml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16.emf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21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2" Type="http://schemas.openxmlformats.org/officeDocument/2006/relationships/package" Target="../embeddings/Microsoft_Word_Document.docx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8.png"/><Relationship Id="rId11" Type="http://schemas.openxmlformats.org/officeDocument/2006/relationships/customXml" Target="../ink/ink4.xml"/><Relationship Id="rId24" Type="http://schemas.openxmlformats.org/officeDocument/2006/relationships/image" Target="../media/image27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29.png"/><Relationship Id="rId10" Type="http://schemas.openxmlformats.org/officeDocument/2006/relationships/image" Target="../media/image20.png"/><Relationship Id="rId19" Type="http://schemas.openxmlformats.org/officeDocument/2006/relationships/customXml" Target="../ink/ink8.xml"/><Relationship Id="rId4" Type="http://schemas.openxmlformats.org/officeDocument/2006/relationships/image" Target="../media/image17.png"/><Relationship Id="rId9" Type="http://schemas.openxmlformats.org/officeDocument/2006/relationships/customXml" Target="../ink/ink3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Relationship Id="rId27" Type="http://schemas.openxmlformats.org/officeDocument/2006/relationships/customXml" Target="../ink/ink12.xml"/><Relationship Id="rId30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.xml"/><Relationship Id="rId21" Type="http://schemas.openxmlformats.org/officeDocument/2006/relationships/image" Target="../media/image40.png"/><Relationship Id="rId42" Type="http://schemas.openxmlformats.org/officeDocument/2006/relationships/customXml" Target="../ink/ink33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46.xml"/><Relationship Id="rId16" Type="http://schemas.openxmlformats.org/officeDocument/2006/relationships/customXml" Target="../ink/ink20.xml"/><Relationship Id="rId11" Type="http://schemas.openxmlformats.org/officeDocument/2006/relationships/image" Target="../media/image35.png"/><Relationship Id="rId32" Type="http://schemas.openxmlformats.org/officeDocument/2006/relationships/customXml" Target="../ink/ink28.xml"/><Relationship Id="rId37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customXml" Target="../ink/ink41.xml"/><Relationship Id="rId74" Type="http://schemas.openxmlformats.org/officeDocument/2006/relationships/customXml" Target="../ink/ink49.xml"/><Relationship Id="rId79" Type="http://schemas.openxmlformats.org/officeDocument/2006/relationships/image" Target="../media/image69.png"/><Relationship Id="rId5" Type="http://schemas.openxmlformats.org/officeDocument/2006/relationships/image" Target="../media/image32.png"/><Relationship Id="rId61" Type="http://schemas.openxmlformats.org/officeDocument/2006/relationships/image" Target="../media/image60.png"/><Relationship Id="rId82" Type="http://schemas.openxmlformats.org/officeDocument/2006/relationships/customXml" Target="../ink/ink53.xml"/><Relationship Id="rId19" Type="http://schemas.openxmlformats.org/officeDocument/2006/relationships/image" Target="../media/image39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43.png"/><Relationship Id="rId30" Type="http://schemas.openxmlformats.org/officeDocument/2006/relationships/customXml" Target="../ink/ink27.xml"/><Relationship Id="rId35" Type="http://schemas.openxmlformats.org/officeDocument/2006/relationships/image" Target="../media/image47.png"/><Relationship Id="rId43" Type="http://schemas.openxmlformats.org/officeDocument/2006/relationships/image" Target="../media/image51.png"/><Relationship Id="rId48" Type="http://schemas.openxmlformats.org/officeDocument/2006/relationships/customXml" Target="../ink/ink36.xml"/><Relationship Id="rId56" Type="http://schemas.openxmlformats.org/officeDocument/2006/relationships/customXml" Target="../ink/ink40.xml"/><Relationship Id="rId64" Type="http://schemas.openxmlformats.org/officeDocument/2006/relationships/customXml" Target="../ink/ink44.xml"/><Relationship Id="rId69" Type="http://schemas.openxmlformats.org/officeDocument/2006/relationships/image" Target="../media/image64.png"/><Relationship Id="rId77" Type="http://schemas.openxmlformats.org/officeDocument/2006/relationships/image" Target="../media/image68.png"/><Relationship Id="rId8" Type="http://schemas.openxmlformats.org/officeDocument/2006/relationships/customXml" Target="../ink/ink16.xml"/><Relationship Id="rId51" Type="http://schemas.openxmlformats.org/officeDocument/2006/relationships/image" Target="../media/image55.png"/><Relationship Id="rId72" Type="http://schemas.openxmlformats.org/officeDocument/2006/relationships/customXml" Target="../ink/ink48.xml"/><Relationship Id="rId80" Type="http://schemas.openxmlformats.org/officeDocument/2006/relationships/customXml" Target="../ink/ink52.xml"/><Relationship Id="rId3" Type="http://schemas.openxmlformats.org/officeDocument/2006/relationships/image" Target="../media/image18.emf"/><Relationship Id="rId12" Type="http://schemas.openxmlformats.org/officeDocument/2006/relationships/customXml" Target="../ink/ink18.xml"/><Relationship Id="rId17" Type="http://schemas.openxmlformats.org/officeDocument/2006/relationships/image" Target="../media/image38.png"/><Relationship Id="rId25" Type="http://schemas.openxmlformats.org/officeDocument/2006/relationships/image" Target="../media/image42.png"/><Relationship Id="rId33" Type="http://schemas.openxmlformats.org/officeDocument/2006/relationships/image" Target="../media/image46.png"/><Relationship Id="rId38" Type="http://schemas.openxmlformats.org/officeDocument/2006/relationships/customXml" Target="../ink/ink31.xml"/><Relationship Id="rId46" Type="http://schemas.openxmlformats.org/officeDocument/2006/relationships/customXml" Target="../ink/ink35.xml"/><Relationship Id="rId59" Type="http://schemas.openxmlformats.org/officeDocument/2006/relationships/image" Target="../media/image59.png"/><Relationship Id="rId67" Type="http://schemas.openxmlformats.org/officeDocument/2006/relationships/image" Target="../media/image63.png"/><Relationship Id="rId20" Type="http://schemas.openxmlformats.org/officeDocument/2006/relationships/customXml" Target="../ink/ink22.xml"/><Relationship Id="rId41" Type="http://schemas.openxmlformats.org/officeDocument/2006/relationships/image" Target="../media/image50.png"/><Relationship Id="rId54" Type="http://schemas.openxmlformats.org/officeDocument/2006/relationships/customXml" Target="../ink/ink39.xml"/><Relationship Id="rId62" Type="http://schemas.openxmlformats.org/officeDocument/2006/relationships/customXml" Target="../ink/ink43.xml"/><Relationship Id="rId70" Type="http://schemas.openxmlformats.org/officeDocument/2006/relationships/customXml" Target="../ink/ink47.xml"/><Relationship Id="rId75" Type="http://schemas.openxmlformats.org/officeDocument/2006/relationships/image" Target="../media/image67.png"/><Relationship Id="rId83" Type="http://schemas.openxmlformats.org/officeDocument/2006/relationships/image" Target="../media/image71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15.xml"/><Relationship Id="rId15" Type="http://schemas.openxmlformats.org/officeDocument/2006/relationships/image" Target="../media/image37.png"/><Relationship Id="rId23" Type="http://schemas.openxmlformats.org/officeDocument/2006/relationships/image" Target="../media/image41.png"/><Relationship Id="rId28" Type="http://schemas.openxmlformats.org/officeDocument/2006/relationships/customXml" Target="../ink/ink26.xml"/><Relationship Id="rId36" Type="http://schemas.openxmlformats.org/officeDocument/2006/relationships/customXml" Target="../ink/ink30.xml"/><Relationship Id="rId49" Type="http://schemas.openxmlformats.org/officeDocument/2006/relationships/image" Target="../media/image54.png"/><Relationship Id="rId57" Type="http://schemas.openxmlformats.org/officeDocument/2006/relationships/image" Target="../media/image58.png"/><Relationship Id="rId10" Type="http://schemas.openxmlformats.org/officeDocument/2006/relationships/customXml" Target="../ink/ink17.xml"/><Relationship Id="rId31" Type="http://schemas.openxmlformats.org/officeDocument/2006/relationships/image" Target="../media/image45.png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customXml" Target="../ink/ink42.xml"/><Relationship Id="rId65" Type="http://schemas.openxmlformats.org/officeDocument/2006/relationships/image" Target="../media/image62.png"/><Relationship Id="rId73" Type="http://schemas.openxmlformats.org/officeDocument/2006/relationships/image" Target="../media/image66.png"/><Relationship Id="rId78" Type="http://schemas.openxmlformats.org/officeDocument/2006/relationships/customXml" Target="../ink/ink51.xml"/><Relationship Id="rId81" Type="http://schemas.openxmlformats.org/officeDocument/2006/relationships/image" Target="../media/image70.png"/><Relationship Id="rId4" Type="http://schemas.openxmlformats.org/officeDocument/2006/relationships/customXml" Target="../ink/ink14.xml"/><Relationship Id="rId9" Type="http://schemas.openxmlformats.org/officeDocument/2006/relationships/image" Target="../media/image34.png"/><Relationship Id="rId13" Type="http://schemas.openxmlformats.org/officeDocument/2006/relationships/image" Target="../media/image36.png"/><Relationship Id="rId18" Type="http://schemas.openxmlformats.org/officeDocument/2006/relationships/customXml" Target="../ink/ink21.xml"/><Relationship Id="rId39" Type="http://schemas.openxmlformats.org/officeDocument/2006/relationships/image" Target="../media/image49.png"/><Relationship Id="rId34" Type="http://schemas.openxmlformats.org/officeDocument/2006/relationships/customXml" Target="../ink/ink29.xml"/><Relationship Id="rId50" Type="http://schemas.openxmlformats.org/officeDocument/2006/relationships/customXml" Target="../ink/ink37.xml"/><Relationship Id="rId55" Type="http://schemas.openxmlformats.org/officeDocument/2006/relationships/image" Target="../media/image57.png"/><Relationship Id="rId76" Type="http://schemas.openxmlformats.org/officeDocument/2006/relationships/customXml" Target="../ink/ink50.xml"/><Relationship Id="rId7" Type="http://schemas.openxmlformats.org/officeDocument/2006/relationships/image" Target="../media/image33.png"/><Relationship Id="rId71" Type="http://schemas.openxmlformats.org/officeDocument/2006/relationships/image" Target="../media/image65.png"/><Relationship Id="rId2" Type="http://schemas.openxmlformats.org/officeDocument/2006/relationships/package" Target="../embeddings/Microsoft_Word_Document1.docx"/><Relationship Id="rId29" Type="http://schemas.openxmlformats.org/officeDocument/2006/relationships/image" Target="../media/image44.png"/><Relationship Id="rId24" Type="http://schemas.openxmlformats.org/officeDocument/2006/relationships/customXml" Target="../ink/ink24.xml"/><Relationship Id="rId40" Type="http://schemas.openxmlformats.org/officeDocument/2006/relationships/customXml" Target="../ink/ink32.xml"/><Relationship Id="rId45" Type="http://schemas.openxmlformats.org/officeDocument/2006/relationships/image" Target="../media/image52.png"/><Relationship Id="rId66" Type="http://schemas.openxmlformats.org/officeDocument/2006/relationships/customXml" Target="../ink/ink4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13" Type="http://schemas.openxmlformats.org/officeDocument/2006/relationships/image" Target="../media/image77.png"/><Relationship Id="rId3" Type="http://schemas.openxmlformats.org/officeDocument/2006/relationships/image" Target="../media/image19.emf"/><Relationship Id="rId7" Type="http://schemas.openxmlformats.org/officeDocument/2006/relationships/image" Target="../media/image74.png"/><Relationship Id="rId12" Type="http://schemas.openxmlformats.org/officeDocument/2006/relationships/customXml" Target="../ink/ink58.xml"/><Relationship Id="rId17" Type="http://schemas.openxmlformats.org/officeDocument/2006/relationships/image" Target="../media/image79.png"/><Relationship Id="rId2" Type="http://schemas.openxmlformats.org/officeDocument/2006/relationships/package" Target="../embeddings/Microsoft_Word_Document2.docx"/><Relationship Id="rId16" Type="http://schemas.openxmlformats.org/officeDocument/2006/relationships/customXml" Target="../ink/ink60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55.xml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image" Target="../media/image78.png"/><Relationship Id="rId10" Type="http://schemas.openxmlformats.org/officeDocument/2006/relationships/customXml" Target="../ink/ink57.xml"/><Relationship Id="rId4" Type="http://schemas.openxmlformats.org/officeDocument/2006/relationships/customXml" Target="../ink/ink54.xml"/><Relationship Id="rId9" Type="http://schemas.openxmlformats.org/officeDocument/2006/relationships/image" Target="../media/image75.png"/><Relationship Id="rId14" Type="http://schemas.openxmlformats.org/officeDocument/2006/relationships/customXml" Target="../ink/ink5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3" Type="http://schemas.openxmlformats.org/officeDocument/2006/relationships/image" Target="../media/image20.emf"/><Relationship Id="rId7" Type="http://schemas.openxmlformats.org/officeDocument/2006/relationships/image" Target="../media/image82.png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62.xml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0.xml"/><Relationship Id="rId18" Type="http://schemas.openxmlformats.org/officeDocument/2006/relationships/image" Target="../media/image93.png"/><Relationship Id="rId26" Type="http://schemas.openxmlformats.org/officeDocument/2006/relationships/image" Target="../media/image97.png"/><Relationship Id="rId39" Type="http://schemas.openxmlformats.org/officeDocument/2006/relationships/customXml" Target="../ink/ink83.xml"/><Relationship Id="rId21" Type="http://schemas.openxmlformats.org/officeDocument/2006/relationships/customXml" Target="../ink/ink74.xml"/><Relationship Id="rId34" Type="http://schemas.openxmlformats.org/officeDocument/2006/relationships/image" Target="../media/image101.png"/><Relationship Id="rId42" Type="http://schemas.openxmlformats.org/officeDocument/2006/relationships/image" Target="../media/image105.png"/><Relationship Id="rId47" Type="http://schemas.openxmlformats.org/officeDocument/2006/relationships/customXml" Target="../ink/ink87.xml"/><Relationship Id="rId50" Type="http://schemas.openxmlformats.org/officeDocument/2006/relationships/image" Target="../media/image109.png"/><Relationship Id="rId55" Type="http://schemas.openxmlformats.org/officeDocument/2006/relationships/customXml" Target="../ink/ink91.xml"/><Relationship Id="rId7" Type="http://schemas.openxmlformats.org/officeDocument/2006/relationships/customXml" Target="../ink/ink67.xml"/><Relationship Id="rId2" Type="http://schemas.openxmlformats.org/officeDocument/2006/relationships/image" Target="../media/image31.png"/><Relationship Id="rId16" Type="http://schemas.openxmlformats.org/officeDocument/2006/relationships/image" Target="../media/image92.png"/><Relationship Id="rId29" Type="http://schemas.openxmlformats.org/officeDocument/2006/relationships/customXml" Target="../ink/ink78.xml"/><Relationship Id="rId11" Type="http://schemas.openxmlformats.org/officeDocument/2006/relationships/customXml" Target="../ink/ink69.xml"/><Relationship Id="rId24" Type="http://schemas.openxmlformats.org/officeDocument/2006/relationships/image" Target="../media/image96.png"/><Relationship Id="rId32" Type="http://schemas.openxmlformats.org/officeDocument/2006/relationships/image" Target="../media/image100.png"/><Relationship Id="rId37" Type="http://schemas.openxmlformats.org/officeDocument/2006/relationships/customXml" Target="../ink/ink82.xml"/><Relationship Id="rId40" Type="http://schemas.openxmlformats.org/officeDocument/2006/relationships/image" Target="../media/image104.png"/><Relationship Id="rId45" Type="http://schemas.openxmlformats.org/officeDocument/2006/relationships/customXml" Target="../ink/ink86.xml"/><Relationship Id="rId53" Type="http://schemas.openxmlformats.org/officeDocument/2006/relationships/customXml" Target="../ink/ink90.xml"/><Relationship Id="rId58" Type="http://schemas.openxmlformats.org/officeDocument/2006/relationships/image" Target="../media/image113.png"/><Relationship Id="rId5" Type="http://schemas.openxmlformats.org/officeDocument/2006/relationships/customXml" Target="../ink/ink66.xml"/><Relationship Id="rId61" Type="http://schemas.openxmlformats.org/officeDocument/2006/relationships/customXml" Target="../ink/ink94.xml"/><Relationship Id="rId19" Type="http://schemas.openxmlformats.org/officeDocument/2006/relationships/customXml" Target="../ink/ink73.xml"/><Relationship Id="rId14" Type="http://schemas.openxmlformats.org/officeDocument/2006/relationships/image" Target="../media/image91.png"/><Relationship Id="rId22" Type="http://schemas.openxmlformats.org/officeDocument/2006/relationships/image" Target="../media/image95.png"/><Relationship Id="rId27" Type="http://schemas.openxmlformats.org/officeDocument/2006/relationships/customXml" Target="../ink/ink77.xml"/><Relationship Id="rId30" Type="http://schemas.openxmlformats.org/officeDocument/2006/relationships/image" Target="../media/image99.png"/><Relationship Id="rId35" Type="http://schemas.openxmlformats.org/officeDocument/2006/relationships/customXml" Target="../ink/ink81.xml"/><Relationship Id="rId43" Type="http://schemas.openxmlformats.org/officeDocument/2006/relationships/customXml" Target="../ink/ink85.xml"/><Relationship Id="rId48" Type="http://schemas.openxmlformats.org/officeDocument/2006/relationships/image" Target="../media/image108.png"/><Relationship Id="rId56" Type="http://schemas.openxmlformats.org/officeDocument/2006/relationships/image" Target="../media/image112.png"/><Relationship Id="rId8" Type="http://schemas.openxmlformats.org/officeDocument/2006/relationships/image" Target="../media/image88.png"/><Relationship Id="rId51" Type="http://schemas.openxmlformats.org/officeDocument/2006/relationships/customXml" Target="../ink/ink89.xml"/><Relationship Id="rId3" Type="http://schemas.openxmlformats.org/officeDocument/2006/relationships/customXml" Target="../ink/ink65.xml"/><Relationship Id="rId12" Type="http://schemas.openxmlformats.org/officeDocument/2006/relationships/image" Target="../media/image90.png"/><Relationship Id="rId17" Type="http://schemas.openxmlformats.org/officeDocument/2006/relationships/customXml" Target="../ink/ink72.xml"/><Relationship Id="rId25" Type="http://schemas.openxmlformats.org/officeDocument/2006/relationships/customXml" Target="../ink/ink76.xml"/><Relationship Id="rId33" Type="http://schemas.openxmlformats.org/officeDocument/2006/relationships/customXml" Target="../ink/ink80.xml"/><Relationship Id="rId38" Type="http://schemas.openxmlformats.org/officeDocument/2006/relationships/image" Target="../media/image103.png"/><Relationship Id="rId46" Type="http://schemas.openxmlformats.org/officeDocument/2006/relationships/image" Target="../media/image107.png"/><Relationship Id="rId59" Type="http://schemas.openxmlformats.org/officeDocument/2006/relationships/customXml" Target="../ink/ink93.xml"/><Relationship Id="rId20" Type="http://schemas.openxmlformats.org/officeDocument/2006/relationships/image" Target="../media/image94.png"/><Relationship Id="rId41" Type="http://schemas.openxmlformats.org/officeDocument/2006/relationships/customXml" Target="../ink/ink84.xml"/><Relationship Id="rId54" Type="http://schemas.openxmlformats.org/officeDocument/2006/relationships/image" Target="../media/image111.png"/><Relationship Id="rId62" Type="http://schemas.openxmlformats.org/officeDocument/2006/relationships/image" Target="../media/image115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7.png"/><Relationship Id="rId15" Type="http://schemas.openxmlformats.org/officeDocument/2006/relationships/customXml" Target="../ink/ink71.xml"/><Relationship Id="rId23" Type="http://schemas.openxmlformats.org/officeDocument/2006/relationships/customXml" Target="../ink/ink75.xml"/><Relationship Id="rId28" Type="http://schemas.openxmlformats.org/officeDocument/2006/relationships/image" Target="../media/image98.png"/><Relationship Id="rId36" Type="http://schemas.openxmlformats.org/officeDocument/2006/relationships/image" Target="../media/image102.png"/><Relationship Id="rId49" Type="http://schemas.openxmlformats.org/officeDocument/2006/relationships/customXml" Target="../ink/ink88.xml"/><Relationship Id="rId57" Type="http://schemas.openxmlformats.org/officeDocument/2006/relationships/customXml" Target="../ink/ink92.xml"/><Relationship Id="rId10" Type="http://schemas.openxmlformats.org/officeDocument/2006/relationships/image" Target="../media/image89.png"/><Relationship Id="rId31" Type="http://schemas.openxmlformats.org/officeDocument/2006/relationships/customXml" Target="../ink/ink79.xml"/><Relationship Id="rId44" Type="http://schemas.openxmlformats.org/officeDocument/2006/relationships/image" Target="../media/image106.png"/><Relationship Id="rId52" Type="http://schemas.openxmlformats.org/officeDocument/2006/relationships/image" Target="../media/image110.png"/><Relationship Id="rId60" Type="http://schemas.openxmlformats.org/officeDocument/2006/relationships/image" Target="../media/image114.png"/><Relationship Id="rId4" Type="http://schemas.openxmlformats.org/officeDocument/2006/relationships/image" Target="../media/image86.png"/><Relationship Id="rId9" Type="http://schemas.openxmlformats.org/officeDocument/2006/relationships/customXml" Target="../ink/ink6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2.xml"/><Relationship Id="rId21" Type="http://schemas.openxmlformats.org/officeDocument/2006/relationships/customXml" Target="../ink/ink104.xml"/><Relationship Id="rId63" Type="http://schemas.openxmlformats.org/officeDocument/2006/relationships/customXml" Target="../ink/ink125.xml"/><Relationship Id="rId159" Type="http://schemas.openxmlformats.org/officeDocument/2006/relationships/customXml" Target="../ink/ink173.xml"/><Relationship Id="rId170" Type="http://schemas.openxmlformats.org/officeDocument/2006/relationships/image" Target="../media/image200.png"/><Relationship Id="rId226" Type="http://schemas.openxmlformats.org/officeDocument/2006/relationships/image" Target="../media/image228.png"/><Relationship Id="rId268" Type="http://schemas.openxmlformats.org/officeDocument/2006/relationships/image" Target="../media/image249.png"/><Relationship Id="rId11" Type="http://schemas.openxmlformats.org/officeDocument/2006/relationships/customXml" Target="../ink/ink99.xml"/><Relationship Id="rId32" Type="http://schemas.openxmlformats.org/officeDocument/2006/relationships/image" Target="../media/image131.png"/><Relationship Id="rId53" Type="http://schemas.openxmlformats.org/officeDocument/2006/relationships/customXml" Target="../ink/ink120.xml"/><Relationship Id="rId74" Type="http://schemas.openxmlformats.org/officeDocument/2006/relationships/image" Target="../media/image152.png"/><Relationship Id="rId128" Type="http://schemas.openxmlformats.org/officeDocument/2006/relationships/image" Target="../media/image179.png"/><Relationship Id="rId149" Type="http://schemas.openxmlformats.org/officeDocument/2006/relationships/customXml" Target="../ink/ink168.xml"/><Relationship Id="rId5" Type="http://schemas.openxmlformats.org/officeDocument/2006/relationships/customXml" Target="../ink/ink96.xml"/><Relationship Id="rId95" Type="http://schemas.openxmlformats.org/officeDocument/2006/relationships/customXml" Target="../ink/ink141.xml"/><Relationship Id="rId160" Type="http://schemas.openxmlformats.org/officeDocument/2006/relationships/image" Target="../media/image195.png"/><Relationship Id="rId181" Type="http://schemas.openxmlformats.org/officeDocument/2006/relationships/customXml" Target="../ink/ink184.xml"/><Relationship Id="rId216" Type="http://schemas.openxmlformats.org/officeDocument/2006/relationships/image" Target="../media/image223.png"/><Relationship Id="rId237" Type="http://schemas.openxmlformats.org/officeDocument/2006/relationships/customXml" Target="../ink/ink212.xml"/><Relationship Id="rId258" Type="http://schemas.openxmlformats.org/officeDocument/2006/relationships/image" Target="../media/image244.png"/><Relationship Id="rId22" Type="http://schemas.openxmlformats.org/officeDocument/2006/relationships/image" Target="../media/image126.png"/><Relationship Id="rId43" Type="http://schemas.openxmlformats.org/officeDocument/2006/relationships/customXml" Target="../ink/ink115.xml"/><Relationship Id="rId64" Type="http://schemas.openxmlformats.org/officeDocument/2006/relationships/image" Target="../media/image147.png"/><Relationship Id="rId118" Type="http://schemas.openxmlformats.org/officeDocument/2006/relationships/image" Target="../media/image174.png"/><Relationship Id="rId139" Type="http://schemas.openxmlformats.org/officeDocument/2006/relationships/customXml" Target="../ink/ink163.xml"/><Relationship Id="rId85" Type="http://schemas.openxmlformats.org/officeDocument/2006/relationships/customXml" Target="../ink/ink136.xml"/><Relationship Id="rId150" Type="http://schemas.openxmlformats.org/officeDocument/2006/relationships/image" Target="../media/image190.png"/><Relationship Id="rId171" Type="http://schemas.openxmlformats.org/officeDocument/2006/relationships/customXml" Target="../ink/ink179.xml"/><Relationship Id="rId192" Type="http://schemas.openxmlformats.org/officeDocument/2006/relationships/image" Target="../media/image211.png"/><Relationship Id="rId206" Type="http://schemas.openxmlformats.org/officeDocument/2006/relationships/image" Target="../media/image218.png"/><Relationship Id="rId227" Type="http://schemas.openxmlformats.org/officeDocument/2006/relationships/customXml" Target="../ink/ink207.xml"/><Relationship Id="rId248" Type="http://schemas.openxmlformats.org/officeDocument/2006/relationships/image" Target="../media/image239.png"/><Relationship Id="rId269" Type="http://schemas.openxmlformats.org/officeDocument/2006/relationships/customXml" Target="../ink/ink228.xml"/><Relationship Id="rId12" Type="http://schemas.openxmlformats.org/officeDocument/2006/relationships/image" Target="../media/image121.png"/><Relationship Id="rId33" Type="http://schemas.openxmlformats.org/officeDocument/2006/relationships/customXml" Target="../ink/ink110.xml"/><Relationship Id="rId108" Type="http://schemas.openxmlformats.org/officeDocument/2006/relationships/image" Target="../media/image169.png"/><Relationship Id="rId129" Type="http://schemas.openxmlformats.org/officeDocument/2006/relationships/customXml" Target="../ink/ink158.xml"/><Relationship Id="rId54" Type="http://schemas.openxmlformats.org/officeDocument/2006/relationships/image" Target="../media/image142.png"/><Relationship Id="rId75" Type="http://schemas.openxmlformats.org/officeDocument/2006/relationships/customXml" Target="../ink/ink131.xml"/><Relationship Id="rId96" Type="http://schemas.openxmlformats.org/officeDocument/2006/relationships/image" Target="../media/image163.png"/><Relationship Id="rId140" Type="http://schemas.openxmlformats.org/officeDocument/2006/relationships/image" Target="../media/image185.png"/><Relationship Id="rId161" Type="http://schemas.openxmlformats.org/officeDocument/2006/relationships/customXml" Target="../ink/ink174.xml"/><Relationship Id="rId182" Type="http://schemas.openxmlformats.org/officeDocument/2006/relationships/image" Target="../media/image206.png"/><Relationship Id="rId217" Type="http://schemas.openxmlformats.org/officeDocument/2006/relationships/customXml" Target="../ink/ink202.xml"/><Relationship Id="rId6" Type="http://schemas.openxmlformats.org/officeDocument/2006/relationships/image" Target="../media/image118.png"/><Relationship Id="rId238" Type="http://schemas.openxmlformats.org/officeDocument/2006/relationships/image" Target="../media/image234.png"/><Relationship Id="rId259" Type="http://schemas.openxmlformats.org/officeDocument/2006/relationships/customXml" Target="../ink/ink223.xml"/><Relationship Id="rId23" Type="http://schemas.openxmlformats.org/officeDocument/2006/relationships/customXml" Target="../ink/ink105.xml"/><Relationship Id="rId119" Type="http://schemas.openxmlformats.org/officeDocument/2006/relationships/customXml" Target="../ink/ink153.xml"/><Relationship Id="rId270" Type="http://schemas.openxmlformats.org/officeDocument/2006/relationships/image" Target="../media/image250.png"/><Relationship Id="rId44" Type="http://schemas.openxmlformats.org/officeDocument/2006/relationships/image" Target="../media/image137.png"/><Relationship Id="rId65" Type="http://schemas.openxmlformats.org/officeDocument/2006/relationships/customXml" Target="../ink/ink126.xml"/><Relationship Id="rId86" Type="http://schemas.openxmlformats.org/officeDocument/2006/relationships/image" Target="../media/image158.png"/><Relationship Id="rId130" Type="http://schemas.openxmlformats.org/officeDocument/2006/relationships/image" Target="../media/image180.png"/><Relationship Id="rId151" Type="http://schemas.openxmlformats.org/officeDocument/2006/relationships/customXml" Target="../ink/ink169.xml"/><Relationship Id="rId172" Type="http://schemas.openxmlformats.org/officeDocument/2006/relationships/image" Target="../media/image201.png"/><Relationship Id="rId193" Type="http://schemas.openxmlformats.org/officeDocument/2006/relationships/customXml" Target="../ink/ink190.xml"/><Relationship Id="rId207" Type="http://schemas.openxmlformats.org/officeDocument/2006/relationships/customXml" Target="../ink/ink197.xml"/><Relationship Id="rId228" Type="http://schemas.openxmlformats.org/officeDocument/2006/relationships/image" Target="../media/image229.png"/><Relationship Id="rId249" Type="http://schemas.openxmlformats.org/officeDocument/2006/relationships/customXml" Target="../ink/ink218.xml"/><Relationship Id="rId13" Type="http://schemas.openxmlformats.org/officeDocument/2006/relationships/customXml" Target="../ink/ink100.xml"/><Relationship Id="rId109" Type="http://schemas.openxmlformats.org/officeDocument/2006/relationships/customXml" Target="../ink/ink148.xml"/><Relationship Id="rId260" Type="http://schemas.openxmlformats.org/officeDocument/2006/relationships/image" Target="../media/image245.png"/><Relationship Id="rId34" Type="http://schemas.openxmlformats.org/officeDocument/2006/relationships/image" Target="../media/image132.png"/><Relationship Id="rId55" Type="http://schemas.openxmlformats.org/officeDocument/2006/relationships/customXml" Target="../ink/ink121.xml"/><Relationship Id="rId76" Type="http://schemas.openxmlformats.org/officeDocument/2006/relationships/image" Target="../media/image153.png"/><Relationship Id="rId97" Type="http://schemas.openxmlformats.org/officeDocument/2006/relationships/customXml" Target="../ink/ink142.xml"/><Relationship Id="rId120" Type="http://schemas.openxmlformats.org/officeDocument/2006/relationships/image" Target="../media/image175.png"/><Relationship Id="rId141" Type="http://schemas.openxmlformats.org/officeDocument/2006/relationships/customXml" Target="../ink/ink164.xml"/><Relationship Id="rId7" Type="http://schemas.openxmlformats.org/officeDocument/2006/relationships/customXml" Target="../ink/ink97.xml"/><Relationship Id="rId162" Type="http://schemas.openxmlformats.org/officeDocument/2006/relationships/image" Target="../media/image196.png"/><Relationship Id="rId183" Type="http://schemas.openxmlformats.org/officeDocument/2006/relationships/customXml" Target="../ink/ink185.xml"/><Relationship Id="rId218" Type="http://schemas.openxmlformats.org/officeDocument/2006/relationships/image" Target="../media/image224.png"/><Relationship Id="rId239" Type="http://schemas.openxmlformats.org/officeDocument/2006/relationships/customXml" Target="../ink/ink213.xml"/><Relationship Id="rId250" Type="http://schemas.openxmlformats.org/officeDocument/2006/relationships/image" Target="../media/image240.png"/><Relationship Id="rId24" Type="http://schemas.openxmlformats.org/officeDocument/2006/relationships/image" Target="../media/image127.png"/><Relationship Id="rId45" Type="http://schemas.openxmlformats.org/officeDocument/2006/relationships/customXml" Target="../ink/ink116.xml"/><Relationship Id="rId66" Type="http://schemas.openxmlformats.org/officeDocument/2006/relationships/image" Target="../media/image148.png"/><Relationship Id="rId87" Type="http://schemas.openxmlformats.org/officeDocument/2006/relationships/customXml" Target="../ink/ink137.xml"/><Relationship Id="rId110" Type="http://schemas.openxmlformats.org/officeDocument/2006/relationships/image" Target="../media/image170.png"/><Relationship Id="rId131" Type="http://schemas.openxmlformats.org/officeDocument/2006/relationships/customXml" Target="../ink/ink159.xml"/><Relationship Id="rId152" Type="http://schemas.openxmlformats.org/officeDocument/2006/relationships/image" Target="../media/image191.png"/><Relationship Id="rId173" Type="http://schemas.openxmlformats.org/officeDocument/2006/relationships/customXml" Target="../ink/ink180.xml"/><Relationship Id="rId194" Type="http://schemas.openxmlformats.org/officeDocument/2006/relationships/image" Target="../media/image212.png"/><Relationship Id="rId208" Type="http://schemas.openxmlformats.org/officeDocument/2006/relationships/image" Target="../media/image219.png"/><Relationship Id="rId229" Type="http://schemas.openxmlformats.org/officeDocument/2006/relationships/customXml" Target="../ink/ink208.xml"/><Relationship Id="rId240" Type="http://schemas.openxmlformats.org/officeDocument/2006/relationships/image" Target="../media/image235.png"/><Relationship Id="rId261" Type="http://schemas.openxmlformats.org/officeDocument/2006/relationships/customXml" Target="../ink/ink224.xml"/><Relationship Id="rId14" Type="http://schemas.openxmlformats.org/officeDocument/2006/relationships/image" Target="../media/image122.png"/><Relationship Id="rId35" Type="http://schemas.openxmlformats.org/officeDocument/2006/relationships/customXml" Target="../ink/ink111.xml"/><Relationship Id="rId56" Type="http://schemas.openxmlformats.org/officeDocument/2006/relationships/image" Target="../media/image143.png"/><Relationship Id="rId77" Type="http://schemas.openxmlformats.org/officeDocument/2006/relationships/customXml" Target="../ink/ink132.xml"/><Relationship Id="rId100" Type="http://schemas.openxmlformats.org/officeDocument/2006/relationships/image" Target="../media/image165.png"/><Relationship Id="rId8" Type="http://schemas.openxmlformats.org/officeDocument/2006/relationships/image" Target="../media/image119.png"/><Relationship Id="rId98" Type="http://schemas.openxmlformats.org/officeDocument/2006/relationships/image" Target="../media/image164.png"/><Relationship Id="rId121" Type="http://schemas.openxmlformats.org/officeDocument/2006/relationships/customXml" Target="../ink/ink154.xml"/><Relationship Id="rId142" Type="http://schemas.openxmlformats.org/officeDocument/2006/relationships/image" Target="../media/image186.png"/><Relationship Id="rId163" Type="http://schemas.openxmlformats.org/officeDocument/2006/relationships/customXml" Target="../ink/ink175.xml"/><Relationship Id="rId184" Type="http://schemas.openxmlformats.org/officeDocument/2006/relationships/image" Target="../media/image207.png"/><Relationship Id="rId219" Type="http://schemas.openxmlformats.org/officeDocument/2006/relationships/customXml" Target="../ink/ink203.xml"/><Relationship Id="rId230" Type="http://schemas.openxmlformats.org/officeDocument/2006/relationships/image" Target="../media/image230.png"/><Relationship Id="rId251" Type="http://schemas.openxmlformats.org/officeDocument/2006/relationships/customXml" Target="../ink/ink219.xml"/><Relationship Id="rId25" Type="http://schemas.openxmlformats.org/officeDocument/2006/relationships/customXml" Target="../ink/ink106.xml"/><Relationship Id="rId46" Type="http://schemas.openxmlformats.org/officeDocument/2006/relationships/image" Target="../media/image138.png"/><Relationship Id="rId67" Type="http://schemas.openxmlformats.org/officeDocument/2006/relationships/customXml" Target="../ink/ink127.xml"/><Relationship Id="rId88" Type="http://schemas.openxmlformats.org/officeDocument/2006/relationships/image" Target="../media/image159.png"/><Relationship Id="rId111" Type="http://schemas.openxmlformats.org/officeDocument/2006/relationships/customXml" Target="../ink/ink149.xml"/><Relationship Id="rId132" Type="http://schemas.openxmlformats.org/officeDocument/2006/relationships/image" Target="../media/image181.png"/><Relationship Id="rId153" Type="http://schemas.openxmlformats.org/officeDocument/2006/relationships/customXml" Target="../ink/ink170.xml"/><Relationship Id="rId174" Type="http://schemas.openxmlformats.org/officeDocument/2006/relationships/image" Target="../media/image202.png"/><Relationship Id="rId195" Type="http://schemas.openxmlformats.org/officeDocument/2006/relationships/customXml" Target="../ink/ink191.xml"/><Relationship Id="rId209" Type="http://schemas.openxmlformats.org/officeDocument/2006/relationships/customXml" Target="../ink/ink198.xml"/><Relationship Id="rId220" Type="http://schemas.openxmlformats.org/officeDocument/2006/relationships/image" Target="../media/image225.png"/><Relationship Id="rId241" Type="http://schemas.openxmlformats.org/officeDocument/2006/relationships/customXml" Target="../ink/ink214.xml"/><Relationship Id="rId15" Type="http://schemas.openxmlformats.org/officeDocument/2006/relationships/customXml" Target="../ink/ink101.xml"/><Relationship Id="rId36" Type="http://schemas.openxmlformats.org/officeDocument/2006/relationships/image" Target="../media/image133.png"/><Relationship Id="rId57" Type="http://schemas.openxmlformats.org/officeDocument/2006/relationships/customXml" Target="../ink/ink122.xml"/><Relationship Id="rId262" Type="http://schemas.openxmlformats.org/officeDocument/2006/relationships/image" Target="../media/image246.png"/><Relationship Id="rId78" Type="http://schemas.openxmlformats.org/officeDocument/2006/relationships/image" Target="../media/image154.png"/><Relationship Id="rId99" Type="http://schemas.openxmlformats.org/officeDocument/2006/relationships/customXml" Target="../ink/ink143.xml"/><Relationship Id="rId101" Type="http://schemas.openxmlformats.org/officeDocument/2006/relationships/customXml" Target="../ink/ink144.xml"/><Relationship Id="rId122" Type="http://schemas.openxmlformats.org/officeDocument/2006/relationships/image" Target="../media/image176.png"/><Relationship Id="rId143" Type="http://schemas.openxmlformats.org/officeDocument/2006/relationships/customXml" Target="../ink/ink165.xml"/><Relationship Id="rId164" Type="http://schemas.openxmlformats.org/officeDocument/2006/relationships/image" Target="../media/image197.png"/><Relationship Id="rId185" Type="http://schemas.openxmlformats.org/officeDocument/2006/relationships/customXml" Target="../ink/ink186.xml"/><Relationship Id="rId9" Type="http://schemas.openxmlformats.org/officeDocument/2006/relationships/customXml" Target="../ink/ink98.xml"/><Relationship Id="rId210" Type="http://schemas.openxmlformats.org/officeDocument/2006/relationships/image" Target="../media/image220.png"/><Relationship Id="rId26" Type="http://schemas.openxmlformats.org/officeDocument/2006/relationships/image" Target="../media/image128.png"/><Relationship Id="rId231" Type="http://schemas.openxmlformats.org/officeDocument/2006/relationships/customXml" Target="../ink/ink209.xml"/><Relationship Id="rId252" Type="http://schemas.openxmlformats.org/officeDocument/2006/relationships/image" Target="../media/image241.png"/><Relationship Id="rId47" Type="http://schemas.openxmlformats.org/officeDocument/2006/relationships/customXml" Target="../ink/ink117.xml"/><Relationship Id="rId68" Type="http://schemas.openxmlformats.org/officeDocument/2006/relationships/image" Target="../media/image149.png"/><Relationship Id="rId89" Type="http://schemas.openxmlformats.org/officeDocument/2006/relationships/customXml" Target="../ink/ink138.xml"/><Relationship Id="rId112" Type="http://schemas.openxmlformats.org/officeDocument/2006/relationships/image" Target="../media/image171.png"/><Relationship Id="rId133" Type="http://schemas.openxmlformats.org/officeDocument/2006/relationships/customXml" Target="../ink/ink160.xml"/><Relationship Id="rId154" Type="http://schemas.openxmlformats.org/officeDocument/2006/relationships/image" Target="../media/image192.png"/><Relationship Id="rId175" Type="http://schemas.openxmlformats.org/officeDocument/2006/relationships/customXml" Target="../ink/ink181.xml"/><Relationship Id="rId196" Type="http://schemas.openxmlformats.org/officeDocument/2006/relationships/image" Target="../media/image213.png"/><Relationship Id="rId200" Type="http://schemas.openxmlformats.org/officeDocument/2006/relationships/image" Target="../media/image215.png"/><Relationship Id="rId16" Type="http://schemas.openxmlformats.org/officeDocument/2006/relationships/image" Target="../media/image123.png"/><Relationship Id="rId221" Type="http://schemas.openxmlformats.org/officeDocument/2006/relationships/customXml" Target="../ink/ink204.xml"/><Relationship Id="rId242" Type="http://schemas.openxmlformats.org/officeDocument/2006/relationships/image" Target="../media/image236.png"/><Relationship Id="rId263" Type="http://schemas.openxmlformats.org/officeDocument/2006/relationships/customXml" Target="../ink/ink225.xml"/><Relationship Id="rId37" Type="http://schemas.openxmlformats.org/officeDocument/2006/relationships/customXml" Target="../ink/ink112.xml"/><Relationship Id="rId58" Type="http://schemas.openxmlformats.org/officeDocument/2006/relationships/image" Target="../media/image144.png"/><Relationship Id="rId79" Type="http://schemas.openxmlformats.org/officeDocument/2006/relationships/customXml" Target="../ink/ink133.xml"/><Relationship Id="rId102" Type="http://schemas.openxmlformats.org/officeDocument/2006/relationships/image" Target="../media/image166.png"/><Relationship Id="rId123" Type="http://schemas.openxmlformats.org/officeDocument/2006/relationships/customXml" Target="../ink/ink155.xml"/><Relationship Id="rId144" Type="http://schemas.openxmlformats.org/officeDocument/2006/relationships/image" Target="../media/image187.png"/><Relationship Id="rId90" Type="http://schemas.openxmlformats.org/officeDocument/2006/relationships/image" Target="../media/image160.png"/><Relationship Id="rId165" Type="http://schemas.openxmlformats.org/officeDocument/2006/relationships/customXml" Target="../ink/ink176.xml"/><Relationship Id="rId186" Type="http://schemas.openxmlformats.org/officeDocument/2006/relationships/image" Target="../media/image208.png"/><Relationship Id="rId211" Type="http://schemas.openxmlformats.org/officeDocument/2006/relationships/customXml" Target="../ink/ink199.xml"/><Relationship Id="rId232" Type="http://schemas.openxmlformats.org/officeDocument/2006/relationships/image" Target="../media/image231.png"/><Relationship Id="rId253" Type="http://schemas.openxmlformats.org/officeDocument/2006/relationships/customXml" Target="../ink/ink220.xml"/><Relationship Id="rId27" Type="http://schemas.openxmlformats.org/officeDocument/2006/relationships/customXml" Target="../ink/ink107.xml"/><Relationship Id="rId48" Type="http://schemas.openxmlformats.org/officeDocument/2006/relationships/image" Target="../media/image139.png"/><Relationship Id="rId69" Type="http://schemas.openxmlformats.org/officeDocument/2006/relationships/customXml" Target="../ink/ink128.xml"/><Relationship Id="rId113" Type="http://schemas.openxmlformats.org/officeDocument/2006/relationships/customXml" Target="../ink/ink150.xml"/><Relationship Id="rId134" Type="http://schemas.openxmlformats.org/officeDocument/2006/relationships/image" Target="../media/image182.png"/><Relationship Id="rId80" Type="http://schemas.openxmlformats.org/officeDocument/2006/relationships/image" Target="../media/image155.png"/><Relationship Id="rId155" Type="http://schemas.openxmlformats.org/officeDocument/2006/relationships/customXml" Target="../ink/ink171.xml"/><Relationship Id="rId176" Type="http://schemas.openxmlformats.org/officeDocument/2006/relationships/image" Target="../media/image203.png"/><Relationship Id="rId197" Type="http://schemas.openxmlformats.org/officeDocument/2006/relationships/customXml" Target="../ink/ink192.xml"/><Relationship Id="rId201" Type="http://schemas.openxmlformats.org/officeDocument/2006/relationships/customXml" Target="../ink/ink194.xml"/><Relationship Id="rId222" Type="http://schemas.openxmlformats.org/officeDocument/2006/relationships/image" Target="../media/image226.png"/><Relationship Id="rId243" Type="http://schemas.openxmlformats.org/officeDocument/2006/relationships/customXml" Target="../ink/ink215.xml"/><Relationship Id="rId264" Type="http://schemas.openxmlformats.org/officeDocument/2006/relationships/image" Target="../media/image247.png"/><Relationship Id="rId17" Type="http://schemas.openxmlformats.org/officeDocument/2006/relationships/customXml" Target="../ink/ink102.xml"/><Relationship Id="rId38" Type="http://schemas.openxmlformats.org/officeDocument/2006/relationships/image" Target="../media/image134.png"/><Relationship Id="rId59" Type="http://schemas.openxmlformats.org/officeDocument/2006/relationships/customXml" Target="../ink/ink123.xml"/><Relationship Id="rId103" Type="http://schemas.openxmlformats.org/officeDocument/2006/relationships/customXml" Target="../ink/ink145.xml"/><Relationship Id="rId124" Type="http://schemas.openxmlformats.org/officeDocument/2006/relationships/image" Target="../media/image177.png"/><Relationship Id="rId70" Type="http://schemas.openxmlformats.org/officeDocument/2006/relationships/image" Target="../media/image150.png"/><Relationship Id="rId91" Type="http://schemas.openxmlformats.org/officeDocument/2006/relationships/customXml" Target="../ink/ink139.xml"/><Relationship Id="rId145" Type="http://schemas.openxmlformats.org/officeDocument/2006/relationships/customXml" Target="../ink/ink166.xml"/><Relationship Id="rId166" Type="http://schemas.openxmlformats.org/officeDocument/2006/relationships/image" Target="../media/image198.png"/><Relationship Id="rId187" Type="http://schemas.openxmlformats.org/officeDocument/2006/relationships/customXml" Target="../ink/ink187.xml"/><Relationship Id="rId1" Type="http://schemas.openxmlformats.org/officeDocument/2006/relationships/slideLayout" Target="../slideLayouts/slideLayout44.xml"/><Relationship Id="rId212" Type="http://schemas.openxmlformats.org/officeDocument/2006/relationships/image" Target="../media/image221.png"/><Relationship Id="rId233" Type="http://schemas.openxmlformats.org/officeDocument/2006/relationships/customXml" Target="../ink/ink210.xml"/><Relationship Id="rId254" Type="http://schemas.openxmlformats.org/officeDocument/2006/relationships/image" Target="../media/image242.png"/><Relationship Id="rId28" Type="http://schemas.openxmlformats.org/officeDocument/2006/relationships/image" Target="../media/image129.png"/><Relationship Id="rId49" Type="http://schemas.openxmlformats.org/officeDocument/2006/relationships/customXml" Target="../ink/ink118.xml"/><Relationship Id="rId114" Type="http://schemas.openxmlformats.org/officeDocument/2006/relationships/image" Target="../media/image172.png"/><Relationship Id="rId60" Type="http://schemas.openxmlformats.org/officeDocument/2006/relationships/image" Target="../media/image145.png"/><Relationship Id="rId81" Type="http://schemas.openxmlformats.org/officeDocument/2006/relationships/customXml" Target="../ink/ink134.xml"/><Relationship Id="rId135" Type="http://schemas.openxmlformats.org/officeDocument/2006/relationships/customXml" Target="../ink/ink161.xml"/><Relationship Id="rId156" Type="http://schemas.openxmlformats.org/officeDocument/2006/relationships/image" Target="../media/image193.png"/><Relationship Id="rId177" Type="http://schemas.openxmlformats.org/officeDocument/2006/relationships/customXml" Target="../ink/ink182.xml"/><Relationship Id="rId198" Type="http://schemas.openxmlformats.org/officeDocument/2006/relationships/image" Target="../media/image214.png"/><Relationship Id="rId202" Type="http://schemas.openxmlformats.org/officeDocument/2006/relationships/image" Target="../media/image216.png"/><Relationship Id="rId223" Type="http://schemas.openxmlformats.org/officeDocument/2006/relationships/customXml" Target="../ink/ink205.xml"/><Relationship Id="rId244" Type="http://schemas.openxmlformats.org/officeDocument/2006/relationships/image" Target="../media/image237.png"/><Relationship Id="rId18" Type="http://schemas.openxmlformats.org/officeDocument/2006/relationships/image" Target="../media/image124.png"/><Relationship Id="rId39" Type="http://schemas.openxmlformats.org/officeDocument/2006/relationships/customXml" Target="../ink/ink113.xml"/><Relationship Id="rId265" Type="http://schemas.openxmlformats.org/officeDocument/2006/relationships/customXml" Target="../ink/ink226.xml"/><Relationship Id="rId50" Type="http://schemas.openxmlformats.org/officeDocument/2006/relationships/image" Target="../media/image140.png"/><Relationship Id="rId104" Type="http://schemas.openxmlformats.org/officeDocument/2006/relationships/image" Target="../media/image167.png"/><Relationship Id="rId125" Type="http://schemas.openxmlformats.org/officeDocument/2006/relationships/customXml" Target="../ink/ink156.xml"/><Relationship Id="rId146" Type="http://schemas.openxmlformats.org/officeDocument/2006/relationships/image" Target="../media/image188.png"/><Relationship Id="rId167" Type="http://schemas.openxmlformats.org/officeDocument/2006/relationships/customXml" Target="../ink/ink177.xml"/><Relationship Id="rId188" Type="http://schemas.openxmlformats.org/officeDocument/2006/relationships/image" Target="../media/image209.png"/><Relationship Id="rId71" Type="http://schemas.openxmlformats.org/officeDocument/2006/relationships/customXml" Target="../ink/ink129.xml"/><Relationship Id="rId92" Type="http://schemas.openxmlformats.org/officeDocument/2006/relationships/image" Target="../media/image161.png"/><Relationship Id="rId213" Type="http://schemas.openxmlformats.org/officeDocument/2006/relationships/customXml" Target="../ink/ink200.xml"/><Relationship Id="rId234" Type="http://schemas.openxmlformats.org/officeDocument/2006/relationships/image" Target="../media/image232.png"/><Relationship Id="rId2" Type="http://schemas.openxmlformats.org/officeDocument/2006/relationships/image" Target="../media/image72.png"/><Relationship Id="rId29" Type="http://schemas.openxmlformats.org/officeDocument/2006/relationships/customXml" Target="../ink/ink108.xml"/><Relationship Id="rId255" Type="http://schemas.openxmlformats.org/officeDocument/2006/relationships/customXml" Target="../ink/ink221.xml"/><Relationship Id="rId40" Type="http://schemas.openxmlformats.org/officeDocument/2006/relationships/image" Target="../media/image135.png"/><Relationship Id="rId115" Type="http://schemas.openxmlformats.org/officeDocument/2006/relationships/customXml" Target="../ink/ink151.xml"/><Relationship Id="rId136" Type="http://schemas.openxmlformats.org/officeDocument/2006/relationships/image" Target="../media/image183.png"/><Relationship Id="rId157" Type="http://schemas.openxmlformats.org/officeDocument/2006/relationships/customXml" Target="../ink/ink172.xml"/><Relationship Id="rId178" Type="http://schemas.openxmlformats.org/officeDocument/2006/relationships/image" Target="../media/image204.png"/><Relationship Id="rId61" Type="http://schemas.openxmlformats.org/officeDocument/2006/relationships/customXml" Target="../ink/ink124.xml"/><Relationship Id="rId82" Type="http://schemas.openxmlformats.org/officeDocument/2006/relationships/image" Target="../media/image156.png"/><Relationship Id="rId199" Type="http://schemas.openxmlformats.org/officeDocument/2006/relationships/customXml" Target="../ink/ink193.xml"/><Relationship Id="rId203" Type="http://schemas.openxmlformats.org/officeDocument/2006/relationships/customXml" Target="../ink/ink195.xml"/><Relationship Id="rId19" Type="http://schemas.openxmlformats.org/officeDocument/2006/relationships/customXml" Target="../ink/ink103.xml"/><Relationship Id="rId224" Type="http://schemas.openxmlformats.org/officeDocument/2006/relationships/image" Target="../media/image227.png"/><Relationship Id="rId245" Type="http://schemas.openxmlformats.org/officeDocument/2006/relationships/customXml" Target="../ink/ink216.xml"/><Relationship Id="rId266" Type="http://schemas.openxmlformats.org/officeDocument/2006/relationships/image" Target="../media/image248.png"/><Relationship Id="rId30" Type="http://schemas.openxmlformats.org/officeDocument/2006/relationships/image" Target="../media/image130.png"/><Relationship Id="rId105" Type="http://schemas.openxmlformats.org/officeDocument/2006/relationships/customXml" Target="../ink/ink146.xml"/><Relationship Id="rId126" Type="http://schemas.openxmlformats.org/officeDocument/2006/relationships/image" Target="../media/image178.png"/><Relationship Id="rId147" Type="http://schemas.openxmlformats.org/officeDocument/2006/relationships/customXml" Target="../ink/ink167.xml"/><Relationship Id="rId168" Type="http://schemas.openxmlformats.org/officeDocument/2006/relationships/image" Target="../media/image199.png"/><Relationship Id="rId51" Type="http://schemas.openxmlformats.org/officeDocument/2006/relationships/customXml" Target="../ink/ink119.xml"/><Relationship Id="rId72" Type="http://schemas.openxmlformats.org/officeDocument/2006/relationships/image" Target="../media/image151.png"/><Relationship Id="rId93" Type="http://schemas.openxmlformats.org/officeDocument/2006/relationships/customXml" Target="../ink/ink140.xml"/><Relationship Id="rId189" Type="http://schemas.openxmlformats.org/officeDocument/2006/relationships/customXml" Target="../ink/ink188.xml"/><Relationship Id="rId3" Type="http://schemas.openxmlformats.org/officeDocument/2006/relationships/customXml" Target="../ink/ink95.xml"/><Relationship Id="rId214" Type="http://schemas.openxmlformats.org/officeDocument/2006/relationships/image" Target="../media/image222.png"/><Relationship Id="rId235" Type="http://schemas.openxmlformats.org/officeDocument/2006/relationships/customXml" Target="../ink/ink211.xml"/><Relationship Id="rId256" Type="http://schemas.openxmlformats.org/officeDocument/2006/relationships/image" Target="../media/image243.png"/><Relationship Id="rId116" Type="http://schemas.openxmlformats.org/officeDocument/2006/relationships/image" Target="../media/image173.png"/><Relationship Id="rId137" Type="http://schemas.openxmlformats.org/officeDocument/2006/relationships/customXml" Target="../ink/ink162.xml"/><Relationship Id="rId158" Type="http://schemas.openxmlformats.org/officeDocument/2006/relationships/image" Target="../media/image194.png"/><Relationship Id="rId20" Type="http://schemas.openxmlformats.org/officeDocument/2006/relationships/image" Target="../media/image125.png"/><Relationship Id="rId41" Type="http://schemas.openxmlformats.org/officeDocument/2006/relationships/customXml" Target="../ink/ink114.xml"/><Relationship Id="rId62" Type="http://schemas.openxmlformats.org/officeDocument/2006/relationships/image" Target="../media/image146.png"/><Relationship Id="rId83" Type="http://schemas.openxmlformats.org/officeDocument/2006/relationships/customXml" Target="../ink/ink135.xml"/><Relationship Id="rId179" Type="http://schemas.openxmlformats.org/officeDocument/2006/relationships/customXml" Target="../ink/ink183.xml"/><Relationship Id="rId190" Type="http://schemas.openxmlformats.org/officeDocument/2006/relationships/image" Target="../media/image210.png"/><Relationship Id="rId204" Type="http://schemas.openxmlformats.org/officeDocument/2006/relationships/image" Target="../media/image217.png"/><Relationship Id="rId225" Type="http://schemas.openxmlformats.org/officeDocument/2006/relationships/customXml" Target="../ink/ink206.xml"/><Relationship Id="rId246" Type="http://schemas.openxmlformats.org/officeDocument/2006/relationships/image" Target="../media/image238.png"/><Relationship Id="rId267" Type="http://schemas.openxmlformats.org/officeDocument/2006/relationships/customXml" Target="../ink/ink227.xml"/><Relationship Id="rId106" Type="http://schemas.openxmlformats.org/officeDocument/2006/relationships/image" Target="../media/image168.png"/><Relationship Id="rId127" Type="http://schemas.openxmlformats.org/officeDocument/2006/relationships/customXml" Target="../ink/ink157.xml"/><Relationship Id="rId10" Type="http://schemas.openxmlformats.org/officeDocument/2006/relationships/image" Target="../media/image120.png"/><Relationship Id="rId31" Type="http://schemas.openxmlformats.org/officeDocument/2006/relationships/customXml" Target="../ink/ink109.xml"/><Relationship Id="rId52" Type="http://schemas.openxmlformats.org/officeDocument/2006/relationships/image" Target="../media/image141.png"/><Relationship Id="rId73" Type="http://schemas.openxmlformats.org/officeDocument/2006/relationships/customXml" Target="../ink/ink130.xml"/><Relationship Id="rId94" Type="http://schemas.openxmlformats.org/officeDocument/2006/relationships/image" Target="../media/image162.png"/><Relationship Id="rId148" Type="http://schemas.openxmlformats.org/officeDocument/2006/relationships/image" Target="../media/image189.png"/><Relationship Id="rId169" Type="http://schemas.openxmlformats.org/officeDocument/2006/relationships/customXml" Target="../ink/ink178.xml"/><Relationship Id="rId4" Type="http://schemas.openxmlformats.org/officeDocument/2006/relationships/image" Target="../media/image117.png"/><Relationship Id="rId180" Type="http://schemas.openxmlformats.org/officeDocument/2006/relationships/image" Target="../media/image205.png"/><Relationship Id="rId215" Type="http://schemas.openxmlformats.org/officeDocument/2006/relationships/customXml" Target="../ink/ink201.xml"/><Relationship Id="rId236" Type="http://schemas.openxmlformats.org/officeDocument/2006/relationships/image" Target="../media/image233.png"/><Relationship Id="rId257" Type="http://schemas.openxmlformats.org/officeDocument/2006/relationships/customXml" Target="../ink/ink222.xml"/><Relationship Id="rId42" Type="http://schemas.openxmlformats.org/officeDocument/2006/relationships/image" Target="../media/image136.png"/><Relationship Id="rId84" Type="http://schemas.openxmlformats.org/officeDocument/2006/relationships/image" Target="../media/image157.png"/><Relationship Id="rId138" Type="http://schemas.openxmlformats.org/officeDocument/2006/relationships/image" Target="../media/image184.png"/><Relationship Id="rId191" Type="http://schemas.openxmlformats.org/officeDocument/2006/relationships/customXml" Target="../ink/ink189.xml"/><Relationship Id="rId205" Type="http://schemas.openxmlformats.org/officeDocument/2006/relationships/customXml" Target="../ink/ink196.xml"/><Relationship Id="rId247" Type="http://schemas.openxmlformats.org/officeDocument/2006/relationships/customXml" Target="../ink/ink217.xml"/><Relationship Id="rId107" Type="http://schemas.openxmlformats.org/officeDocument/2006/relationships/customXml" Target="../ink/ink14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8.png"/><Relationship Id="rId299" Type="http://schemas.openxmlformats.org/officeDocument/2006/relationships/image" Target="../media/image399.png"/><Relationship Id="rId21" Type="http://schemas.openxmlformats.org/officeDocument/2006/relationships/image" Target="../media/image260.png"/><Relationship Id="rId63" Type="http://schemas.openxmlformats.org/officeDocument/2006/relationships/image" Target="../media/image281.png"/><Relationship Id="rId159" Type="http://schemas.openxmlformats.org/officeDocument/2006/relationships/image" Target="../media/image329.png"/><Relationship Id="rId324" Type="http://schemas.openxmlformats.org/officeDocument/2006/relationships/customXml" Target="../ink/ink389.xml"/><Relationship Id="rId170" Type="http://schemas.openxmlformats.org/officeDocument/2006/relationships/customXml" Target="../ink/ink312.xml"/><Relationship Id="rId226" Type="http://schemas.openxmlformats.org/officeDocument/2006/relationships/customXml" Target="../ink/ink340.xml"/><Relationship Id="rId268" Type="http://schemas.openxmlformats.org/officeDocument/2006/relationships/customXml" Target="../ink/ink361.xml"/><Relationship Id="rId32" Type="http://schemas.openxmlformats.org/officeDocument/2006/relationships/customXml" Target="../ink/ink243.xml"/><Relationship Id="rId74" Type="http://schemas.openxmlformats.org/officeDocument/2006/relationships/customXml" Target="../ink/ink264.xml"/><Relationship Id="rId128" Type="http://schemas.openxmlformats.org/officeDocument/2006/relationships/customXml" Target="../ink/ink291.xml"/><Relationship Id="rId5" Type="http://schemas.openxmlformats.org/officeDocument/2006/relationships/image" Target="../media/image28.emf"/><Relationship Id="rId181" Type="http://schemas.openxmlformats.org/officeDocument/2006/relationships/image" Target="../media/image340.png"/><Relationship Id="rId237" Type="http://schemas.openxmlformats.org/officeDocument/2006/relationships/image" Target="../media/image368.png"/><Relationship Id="rId279" Type="http://schemas.openxmlformats.org/officeDocument/2006/relationships/image" Target="../media/image389.png"/><Relationship Id="rId43" Type="http://schemas.openxmlformats.org/officeDocument/2006/relationships/image" Target="../media/image271.png"/><Relationship Id="rId139" Type="http://schemas.openxmlformats.org/officeDocument/2006/relationships/image" Target="../media/image319.png"/><Relationship Id="rId290" Type="http://schemas.openxmlformats.org/officeDocument/2006/relationships/customXml" Target="../ink/ink372.xml"/><Relationship Id="rId304" Type="http://schemas.openxmlformats.org/officeDocument/2006/relationships/customXml" Target="../ink/ink379.xml"/><Relationship Id="rId85" Type="http://schemas.openxmlformats.org/officeDocument/2006/relationships/image" Target="../media/image292.png"/><Relationship Id="rId150" Type="http://schemas.openxmlformats.org/officeDocument/2006/relationships/customXml" Target="../ink/ink302.xml"/><Relationship Id="rId192" Type="http://schemas.openxmlformats.org/officeDocument/2006/relationships/customXml" Target="../ink/ink323.xml"/><Relationship Id="rId206" Type="http://schemas.openxmlformats.org/officeDocument/2006/relationships/customXml" Target="../ink/ink330.xml"/><Relationship Id="rId248" Type="http://schemas.openxmlformats.org/officeDocument/2006/relationships/customXml" Target="../ink/ink351.xml"/><Relationship Id="rId12" Type="http://schemas.openxmlformats.org/officeDocument/2006/relationships/customXml" Target="../ink/ink233.xml"/><Relationship Id="rId108" Type="http://schemas.openxmlformats.org/officeDocument/2006/relationships/customXml" Target="../ink/ink281.xml"/><Relationship Id="rId315" Type="http://schemas.openxmlformats.org/officeDocument/2006/relationships/image" Target="../media/image407.png"/><Relationship Id="rId54" Type="http://schemas.openxmlformats.org/officeDocument/2006/relationships/customXml" Target="../ink/ink254.xml"/><Relationship Id="rId96" Type="http://schemas.openxmlformats.org/officeDocument/2006/relationships/customXml" Target="../ink/ink275.xml"/><Relationship Id="rId161" Type="http://schemas.openxmlformats.org/officeDocument/2006/relationships/image" Target="../media/image330.png"/><Relationship Id="rId217" Type="http://schemas.openxmlformats.org/officeDocument/2006/relationships/image" Target="../media/image358.png"/><Relationship Id="rId259" Type="http://schemas.openxmlformats.org/officeDocument/2006/relationships/image" Target="../media/image379.png"/><Relationship Id="rId23" Type="http://schemas.openxmlformats.org/officeDocument/2006/relationships/image" Target="../media/image261.png"/><Relationship Id="rId119" Type="http://schemas.openxmlformats.org/officeDocument/2006/relationships/image" Target="../media/image309.png"/><Relationship Id="rId270" Type="http://schemas.openxmlformats.org/officeDocument/2006/relationships/customXml" Target="../ink/ink362.xml"/><Relationship Id="rId326" Type="http://schemas.openxmlformats.org/officeDocument/2006/relationships/customXml" Target="../ink/ink390.xml"/><Relationship Id="rId65" Type="http://schemas.openxmlformats.org/officeDocument/2006/relationships/image" Target="../media/image282.png"/><Relationship Id="rId130" Type="http://schemas.openxmlformats.org/officeDocument/2006/relationships/customXml" Target="../ink/ink292.xml"/><Relationship Id="rId172" Type="http://schemas.openxmlformats.org/officeDocument/2006/relationships/customXml" Target="../ink/ink313.xml"/><Relationship Id="rId228" Type="http://schemas.openxmlformats.org/officeDocument/2006/relationships/customXml" Target="../ink/ink341.xml"/><Relationship Id="rId281" Type="http://schemas.openxmlformats.org/officeDocument/2006/relationships/image" Target="../media/image390.png"/><Relationship Id="rId34" Type="http://schemas.openxmlformats.org/officeDocument/2006/relationships/customXml" Target="../ink/ink244.xml"/><Relationship Id="rId76" Type="http://schemas.openxmlformats.org/officeDocument/2006/relationships/customXml" Target="../ink/ink265.xml"/><Relationship Id="rId141" Type="http://schemas.openxmlformats.org/officeDocument/2006/relationships/image" Target="../media/image320.png"/><Relationship Id="rId7" Type="http://schemas.openxmlformats.org/officeDocument/2006/relationships/image" Target="../media/image253.png"/><Relationship Id="rId183" Type="http://schemas.openxmlformats.org/officeDocument/2006/relationships/image" Target="../media/image341.png"/><Relationship Id="rId239" Type="http://schemas.openxmlformats.org/officeDocument/2006/relationships/image" Target="../media/image369.png"/><Relationship Id="rId250" Type="http://schemas.openxmlformats.org/officeDocument/2006/relationships/customXml" Target="../ink/ink352.xml"/><Relationship Id="rId271" Type="http://schemas.openxmlformats.org/officeDocument/2006/relationships/image" Target="../media/image385.png"/><Relationship Id="rId292" Type="http://schemas.openxmlformats.org/officeDocument/2006/relationships/customXml" Target="../ink/ink373.xml"/><Relationship Id="rId306" Type="http://schemas.openxmlformats.org/officeDocument/2006/relationships/customXml" Target="../ink/ink380.xml"/><Relationship Id="rId24" Type="http://schemas.openxmlformats.org/officeDocument/2006/relationships/customXml" Target="../ink/ink239.xml"/><Relationship Id="rId45" Type="http://schemas.openxmlformats.org/officeDocument/2006/relationships/image" Target="../media/image272.png"/><Relationship Id="rId66" Type="http://schemas.openxmlformats.org/officeDocument/2006/relationships/customXml" Target="../ink/ink260.xml"/><Relationship Id="rId87" Type="http://schemas.openxmlformats.org/officeDocument/2006/relationships/image" Target="../media/image293.png"/><Relationship Id="rId110" Type="http://schemas.openxmlformats.org/officeDocument/2006/relationships/customXml" Target="../ink/ink282.xml"/><Relationship Id="rId131" Type="http://schemas.openxmlformats.org/officeDocument/2006/relationships/image" Target="../media/image315.png"/><Relationship Id="rId327" Type="http://schemas.openxmlformats.org/officeDocument/2006/relationships/image" Target="../media/image413.png"/><Relationship Id="rId152" Type="http://schemas.openxmlformats.org/officeDocument/2006/relationships/customXml" Target="../ink/ink303.xml"/><Relationship Id="rId173" Type="http://schemas.openxmlformats.org/officeDocument/2006/relationships/image" Target="../media/image336.png"/><Relationship Id="rId194" Type="http://schemas.openxmlformats.org/officeDocument/2006/relationships/customXml" Target="../ink/ink324.xml"/><Relationship Id="rId208" Type="http://schemas.openxmlformats.org/officeDocument/2006/relationships/customXml" Target="../ink/ink331.xml"/><Relationship Id="rId229" Type="http://schemas.openxmlformats.org/officeDocument/2006/relationships/image" Target="../media/image364.png"/><Relationship Id="rId240" Type="http://schemas.openxmlformats.org/officeDocument/2006/relationships/customXml" Target="../ink/ink347.xml"/><Relationship Id="rId261" Type="http://schemas.openxmlformats.org/officeDocument/2006/relationships/image" Target="../media/image380.png"/><Relationship Id="rId14" Type="http://schemas.openxmlformats.org/officeDocument/2006/relationships/customXml" Target="../ink/ink234.xml"/><Relationship Id="rId35" Type="http://schemas.openxmlformats.org/officeDocument/2006/relationships/image" Target="../media/image267.png"/><Relationship Id="rId56" Type="http://schemas.openxmlformats.org/officeDocument/2006/relationships/customXml" Target="../ink/ink255.xml"/><Relationship Id="rId77" Type="http://schemas.openxmlformats.org/officeDocument/2006/relationships/image" Target="../media/image288.png"/><Relationship Id="rId100" Type="http://schemas.openxmlformats.org/officeDocument/2006/relationships/customXml" Target="../ink/ink277.xml"/><Relationship Id="rId282" Type="http://schemas.openxmlformats.org/officeDocument/2006/relationships/customXml" Target="../ink/ink368.xml"/><Relationship Id="rId317" Type="http://schemas.openxmlformats.org/officeDocument/2006/relationships/image" Target="../media/image408.png"/><Relationship Id="rId8" Type="http://schemas.openxmlformats.org/officeDocument/2006/relationships/customXml" Target="../ink/ink231.xml"/><Relationship Id="rId98" Type="http://schemas.openxmlformats.org/officeDocument/2006/relationships/customXml" Target="../ink/ink276.xml"/><Relationship Id="rId121" Type="http://schemas.openxmlformats.org/officeDocument/2006/relationships/image" Target="../media/image310.png"/><Relationship Id="rId142" Type="http://schemas.openxmlformats.org/officeDocument/2006/relationships/customXml" Target="../ink/ink298.xml"/><Relationship Id="rId163" Type="http://schemas.openxmlformats.org/officeDocument/2006/relationships/image" Target="../media/image331.png"/><Relationship Id="rId184" Type="http://schemas.openxmlformats.org/officeDocument/2006/relationships/customXml" Target="../ink/ink319.xml"/><Relationship Id="rId219" Type="http://schemas.openxmlformats.org/officeDocument/2006/relationships/image" Target="../media/image359.png"/><Relationship Id="rId230" Type="http://schemas.openxmlformats.org/officeDocument/2006/relationships/customXml" Target="../ink/ink342.xml"/><Relationship Id="rId251" Type="http://schemas.openxmlformats.org/officeDocument/2006/relationships/image" Target="../media/image375.png"/><Relationship Id="rId25" Type="http://schemas.openxmlformats.org/officeDocument/2006/relationships/image" Target="../media/image262.png"/><Relationship Id="rId46" Type="http://schemas.openxmlformats.org/officeDocument/2006/relationships/customXml" Target="../ink/ink250.xml"/><Relationship Id="rId67" Type="http://schemas.openxmlformats.org/officeDocument/2006/relationships/image" Target="../media/image283.png"/><Relationship Id="rId272" Type="http://schemas.openxmlformats.org/officeDocument/2006/relationships/customXml" Target="../ink/ink363.xml"/><Relationship Id="rId293" Type="http://schemas.openxmlformats.org/officeDocument/2006/relationships/image" Target="../media/image396.png"/><Relationship Id="rId307" Type="http://schemas.openxmlformats.org/officeDocument/2006/relationships/image" Target="../media/image403.png"/><Relationship Id="rId328" Type="http://schemas.openxmlformats.org/officeDocument/2006/relationships/customXml" Target="../ink/ink391.xml"/><Relationship Id="rId88" Type="http://schemas.openxmlformats.org/officeDocument/2006/relationships/customXml" Target="../ink/ink271.xml"/><Relationship Id="rId111" Type="http://schemas.openxmlformats.org/officeDocument/2006/relationships/image" Target="../media/image305.png"/><Relationship Id="rId132" Type="http://schemas.openxmlformats.org/officeDocument/2006/relationships/customXml" Target="../ink/ink293.xml"/><Relationship Id="rId153" Type="http://schemas.openxmlformats.org/officeDocument/2006/relationships/image" Target="../media/image326.png"/><Relationship Id="rId174" Type="http://schemas.openxmlformats.org/officeDocument/2006/relationships/customXml" Target="../ink/ink314.xml"/><Relationship Id="rId195" Type="http://schemas.openxmlformats.org/officeDocument/2006/relationships/image" Target="../media/image347.png"/><Relationship Id="rId209" Type="http://schemas.openxmlformats.org/officeDocument/2006/relationships/image" Target="../media/image354.png"/><Relationship Id="rId220" Type="http://schemas.openxmlformats.org/officeDocument/2006/relationships/customXml" Target="../ink/ink337.xml"/><Relationship Id="rId241" Type="http://schemas.openxmlformats.org/officeDocument/2006/relationships/image" Target="../media/image370.png"/><Relationship Id="rId15" Type="http://schemas.openxmlformats.org/officeDocument/2006/relationships/image" Target="../media/image257.png"/><Relationship Id="rId36" Type="http://schemas.openxmlformats.org/officeDocument/2006/relationships/customXml" Target="../ink/ink245.xml"/><Relationship Id="rId57" Type="http://schemas.openxmlformats.org/officeDocument/2006/relationships/image" Target="../media/image278.png"/><Relationship Id="rId262" Type="http://schemas.openxmlformats.org/officeDocument/2006/relationships/customXml" Target="../ink/ink358.xml"/><Relationship Id="rId283" Type="http://schemas.openxmlformats.org/officeDocument/2006/relationships/image" Target="../media/image391.png"/><Relationship Id="rId318" Type="http://schemas.openxmlformats.org/officeDocument/2006/relationships/customXml" Target="../ink/ink386.xml"/><Relationship Id="rId78" Type="http://schemas.openxmlformats.org/officeDocument/2006/relationships/customXml" Target="../ink/ink266.xml"/><Relationship Id="rId99" Type="http://schemas.openxmlformats.org/officeDocument/2006/relationships/image" Target="../media/image299.png"/><Relationship Id="rId101" Type="http://schemas.openxmlformats.org/officeDocument/2006/relationships/image" Target="../media/image300.png"/><Relationship Id="rId122" Type="http://schemas.openxmlformats.org/officeDocument/2006/relationships/customXml" Target="../ink/ink288.xml"/><Relationship Id="rId143" Type="http://schemas.openxmlformats.org/officeDocument/2006/relationships/image" Target="../media/image321.png"/><Relationship Id="rId164" Type="http://schemas.openxmlformats.org/officeDocument/2006/relationships/customXml" Target="../ink/ink309.xml"/><Relationship Id="rId185" Type="http://schemas.openxmlformats.org/officeDocument/2006/relationships/image" Target="../media/image342.png"/><Relationship Id="rId9" Type="http://schemas.openxmlformats.org/officeDocument/2006/relationships/image" Target="../media/image254.png"/><Relationship Id="rId210" Type="http://schemas.openxmlformats.org/officeDocument/2006/relationships/customXml" Target="../ink/ink332.xml"/><Relationship Id="rId26" Type="http://schemas.openxmlformats.org/officeDocument/2006/relationships/customXml" Target="../ink/ink240.xml"/><Relationship Id="rId231" Type="http://schemas.openxmlformats.org/officeDocument/2006/relationships/image" Target="../media/image365.png"/><Relationship Id="rId252" Type="http://schemas.openxmlformats.org/officeDocument/2006/relationships/customXml" Target="../ink/ink353.xml"/><Relationship Id="rId273" Type="http://schemas.openxmlformats.org/officeDocument/2006/relationships/image" Target="../media/image386.png"/><Relationship Id="rId294" Type="http://schemas.openxmlformats.org/officeDocument/2006/relationships/customXml" Target="../ink/ink374.xml"/><Relationship Id="rId308" Type="http://schemas.openxmlformats.org/officeDocument/2006/relationships/customXml" Target="../ink/ink381.xml"/><Relationship Id="rId329" Type="http://schemas.openxmlformats.org/officeDocument/2006/relationships/image" Target="../media/image414.png"/><Relationship Id="rId47" Type="http://schemas.openxmlformats.org/officeDocument/2006/relationships/image" Target="../media/image273.png"/><Relationship Id="rId68" Type="http://schemas.openxmlformats.org/officeDocument/2006/relationships/customXml" Target="../ink/ink261.xml"/><Relationship Id="rId89" Type="http://schemas.openxmlformats.org/officeDocument/2006/relationships/image" Target="../media/image294.png"/><Relationship Id="rId112" Type="http://schemas.openxmlformats.org/officeDocument/2006/relationships/customXml" Target="../ink/ink283.xml"/><Relationship Id="rId133" Type="http://schemas.openxmlformats.org/officeDocument/2006/relationships/image" Target="../media/image316.png"/><Relationship Id="rId154" Type="http://schemas.openxmlformats.org/officeDocument/2006/relationships/customXml" Target="../ink/ink304.xml"/><Relationship Id="rId175" Type="http://schemas.openxmlformats.org/officeDocument/2006/relationships/image" Target="../media/image337.png"/><Relationship Id="rId196" Type="http://schemas.openxmlformats.org/officeDocument/2006/relationships/customXml" Target="../ink/ink325.xml"/><Relationship Id="rId200" Type="http://schemas.openxmlformats.org/officeDocument/2006/relationships/customXml" Target="../ink/ink327.xml"/><Relationship Id="rId16" Type="http://schemas.openxmlformats.org/officeDocument/2006/relationships/customXml" Target="../ink/ink235.xml"/><Relationship Id="rId221" Type="http://schemas.openxmlformats.org/officeDocument/2006/relationships/image" Target="../media/image360.png"/><Relationship Id="rId242" Type="http://schemas.openxmlformats.org/officeDocument/2006/relationships/customXml" Target="../ink/ink348.xml"/><Relationship Id="rId263" Type="http://schemas.openxmlformats.org/officeDocument/2006/relationships/image" Target="../media/image381.png"/><Relationship Id="rId284" Type="http://schemas.openxmlformats.org/officeDocument/2006/relationships/customXml" Target="../ink/ink369.xml"/><Relationship Id="rId319" Type="http://schemas.openxmlformats.org/officeDocument/2006/relationships/image" Target="../media/image409.png"/><Relationship Id="rId37" Type="http://schemas.openxmlformats.org/officeDocument/2006/relationships/image" Target="../media/image268.png"/><Relationship Id="rId58" Type="http://schemas.openxmlformats.org/officeDocument/2006/relationships/customXml" Target="../ink/ink256.xml"/><Relationship Id="rId79" Type="http://schemas.openxmlformats.org/officeDocument/2006/relationships/image" Target="../media/image289.png"/><Relationship Id="rId102" Type="http://schemas.openxmlformats.org/officeDocument/2006/relationships/customXml" Target="../ink/ink278.xml"/><Relationship Id="rId123" Type="http://schemas.openxmlformats.org/officeDocument/2006/relationships/image" Target="../media/image311.png"/><Relationship Id="rId144" Type="http://schemas.openxmlformats.org/officeDocument/2006/relationships/customXml" Target="../ink/ink299.xml"/><Relationship Id="rId90" Type="http://schemas.openxmlformats.org/officeDocument/2006/relationships/customXml" Target="../ink/ink272.xml"/><Relationship Id="rId165" Type="http://schemas.openxmlformats.org/officeDocument/2006/relationships/image" Target="../media/image332.png"/><Relationship Id="rId186" Type="http://schemas.openxmlformats.org/officeDocument/2006/relationships/customXml" Target="../ink/ink320.xml"/><Relationship Id="rId211" Type="http://schemas.openxmlformats.org/officeDocument/2006/relationships/image" Target="../media/image355.png"/><Relationship Id="rId232" Type="http://schemas.openxmlformats.org/officeDocument/2006/relationships/customXml" Target="../ink/ink343.xml"/><Relationship Id="rId253" Type="http://schemas.openxmlformats.org/officeDocument/2006/relationships/image" Target="../media/image376.png"/><Relationship Id="rId274" Type="http://schemas.openxmlformats.org/officeDocument/2006/relationships/customXml" Target="../ink/ink364.xml"/><Relationship Id="rId295" Type="http://schemas.openxmlformats.org/officeDocument/2006/relationships/image" Target="../media/image397.png"/><Relationship Id="rId309" Type="http://schemas.openxmlformats.org/officeDocument/2006/relationships/image" Target="../media/image404.png"/><Relationship Id="rId27" Type="http://schemas.openxmlformats.org/officeDocument/2006/relationships/image" Target="../media/image263.png"/><Relationship Id="rId48" Type="http://schemas.openxmlformats.org/officeDocument/2006/relationships/customXml" Target="../ink/ink251.xml"/><Relationship Id="rId69" Type="http://schemas.openxmlformats.org/officeDocument/2006/relationships/image" Target="../media/image284.png"/><Relationship Id="rId113" Type="http://schemas.openxmlformats.org/officeDocument/2006/relationships/image" Target="../media/image306.png"/><Relationship Id="rId134" Type="http://schemas.openxmlformats.org/officeDocument/2006/relationships/customXml" Target="../ink/ink294.xml"/><Relationship Id="rId320" Type="http://schemas.openxmlformats.org/officeDocument/2006/relationships/customXml" Target="../ink/ink387.xml"/><Relationship Id="rId80" Type="http://schemas.openxmlformats.org/officeDocument/2006/relationships/customXml" Target="../ink/ink267.xml"/><Relationship Id="rId155" Type="http://schemas.openxmlformats.org/officeDocument/2006/relationships/image" Target="../media/image327.png"/><Relationship Id="rId176" Type="http://schemas.openxmlformats.org/officeDocument/2006/relationships/customXml" Target="../ink/ink315.xml"/><Relationship Id="rId197" Type="http://schemas.openxmlformats.org/officeDocument/2006/relationships/image" Target="../media/image348.png"/><Relationship Id="rId201" Type="http://schemas.openxmlformats.org/officeDocument/2006/relationships/image" Target="../media/image350.png"/><Relationship Id="rId222" Type="http://schemas.openxmlformats.org/officeDocument/2006/relationships/customXml" Target="../ink/ink338.xml"/><Relationship Id="rId243" Type="http://schemas.openxmlformats.org/officeDocument/2006/relationships/image" Target="../media/image371.png"/><Relationship Id="rId264" Type="http://schemas.openxmlformats.org/officeDocument/2006/relationships/customXml" Target="../ink/ink359.xml"/><Relationship Id="rId285" Type="http://schemas.openxmlformats.org/officeDocument/2006/relationships/image" Target="../media/image392.png"/><Relationship Id="rId17" Type="http://schemas.openxmlformats.org/officeDocument/2006/relationships/image" Target="../media/image258.png"/><Relationship Id="rId38" Type="http://schemas.openxmlformats.org/officeDocument/2006/relationships/customXml" Target="../ink/ink246.xml"/><Relationship Id="rId59" Type="http://schemas.openxmlformats.org/officeDocument/2006/relationships/image" Target="../media/image279.png"/><Relationship Id="rId103" Type="http://schemas.openxmlformats.org/officeDocument/2006/relationships/image" Target="../media/image301.png"/><Relationship Id="rId124" Type="http://schemas.openxmlformats.org/officeDocument/2006/relationships/customXml" Target="../ink/ink289.xml"/><Relationship Id="rId310" Type="http://schemas.openxmlformats.org/officeDocument/2006/relationships/customXml" Target="../ink/ink382.xml"/><Relationship Id="rId70" Type="http://schemas.openxmlformats.org/officeDocument/2006/relationships/customXml" Target="../ink/ink262.xml"/><Relationship Id="rId91" Type="http://schemas.openxmlformats.org/officeDocument/2006/relationships/image" Target="../media/image295.png"/><Relationship Id="rId145" Type="http://schemas.openxmlformats.org/officeDocument/2006/relationships/image" Target="../media/image322.png"/><Relationship Id="rId166" Type="http://schemas.openxmlformats.org/officeDocument/2006/relationships/customXml" Target="../ink/ink310.xml"/><Relationship Id="rId187" Type="http://schemas.openxmlformats.org/officeDocument/2006/relationships/image" Target="../media/image343.png"/><Relationship Id="rId1" Type="http://schemas.openxmlformats.org/officeDocument/2006/relationships/slideLayout" Target="../slideLayouts/slideLayout44.xml"/><Relationship Id="rId212" Type="http://schemas.openxmlformats.org/officeDocument/2006/relationships/customXml" Target="../ink/ink333.xml"/><Relationship Id="rId233" Type="http://schemas.openxmlformats.org/officeDocument/2006/relationships/image" Target="../media/image366.png"/><Relationship Id="rId254" Type="http://schemas.openxmlformats.org/officeDocument/2006/relationships/customXml" Target="../ink/ink354.xml"/><Relationship Id="rId28" Type="http://schemas.openxmlformats.org/officeDocument/2006/relationships/customXml" Target="../ink/ink241.xml"/><Relationship Id="rId49" Type="http://schemas.openxmlformats.org/officeDocument/2006/relationships/image" Target="../media/image274.png"/><Relationship Id="rId114" Type="http://schemas.openxmlformats.org/officeDocument/2006/relationships/customXml" Target="../ink/ink284.xml"/><Relationship Id="rId275" Type="http://schemas.openxmlformats.org/officeDocument/2006/relationships/image" Target="../media/image387.png"/><Relationship Id="rId296" Type="http://schemas.openxmlformats.org/officeDocument/2006/relationships/customXml" Target="../ink/ink375.xml"/><Relationship Id="rId300" Type="http://schemas.openxmlformats.org/officeDocument/2006/relationships/customXml" Target="../ink/ink377.xml"/><Relationship Id="rId60" Type="http://schemas.openxmlformats.org/officeDocument/2006/relationships/customXml" Target="../ink/ink257.xml"/><Relationship Id="rId81" Type="http://schemas.openxmlformats.org/officeDocument/2006/relationships/image" Target="../media/image290.png"/><Relationship Id="rId135" Type="http://schemas.openxmlformats.org/officeDocument/2006/relationships/image" Target="../media/image317.png"/><Relationship Id="rId156" Type="http://schemas.openxmlformats.org/officeDocument/2006/relationships/customXml" Target="../ink/ink305.xml"/><Relationship Id="rId177" Type="http://schemas.openxmlformats.org/officeDocument/2006/relationships/image" Target="../media/image338.png"/><Relationship Id="rId198" Type="http://schemas.openxmlformats.org/officeDocument/2006/relationships/customXml" Target="../ink/ink326.xml"/><Relationship Id="rId321" Type="http://schemas.openxmlformats.org/officeDocument/2006/relationships/image" Target="../media/image410.png"/><Relationship Id="rId202" Type="http://schemas.openxmlformats.org/officeDocument/2006/relationships/customXml" Target="../ink/ink328.xml"/><Relationship Id="rId223" Type="http://schemas.openxmlformats.org/officeDocument/2006/relationships/image" Target="../media/image361.png"/><Relationship Id="rId244" Type="http://schemas.openxmlformats.org/officeDocument/2006/relationships/customXml" Target="../ink/ink349.xml"/><Relationship Id="rId18" Type="http://schemas.openxmlformats.org/officeDocument/2006/relationships/customXml" Target="../ink/ink236.xml"/><Relationship Id="rId39" Type="http://schemas.openxmlformats.org/officeDocument/2006/relationships/image" Target="../media/image269.png"/><Relationship Id="rId265" Type="http://schemas.openxmlformats.org/officeDocument/2006/relationships/image" Target="../media/image382.png"/><Relationship Id="rId286" Type="http://schemas.openxmlformats.org/officeDocument/2006/relationships/customXml" Target="../ink/ink370.xml"/><Relationship Id="rId50" Type="http://schemas.openxmlformats.org/officeDocument/2006/relationships/customXml" Target="../ink/ink252.xml"/><Relationship Id="rId104" Type="http://schemas.openxmlformats.org/officeDocument/2006/relationships/customXml" Target="../ink/ink279.xml"/><Relationship Id="rId125" Type="http://schemas.openxmlformats.org/officeDocument/2006/relationships/image" Target="../media/image312.png"/><Relationship Id="rId146" Type="http://schemas.openxmlformats.org/officeDocument/2006/relationships/customXml" Target="../ink/ink300.xml"/><Relationship Id="rId167" Type="http://schemas.openxmlformats.org/officeDocument/2006/relationships/image" Target="../media/image333.png"/><Relationship Id="rId188" Type="http://schemas.openxmlformats.org/officeDocument/2006/relationships/customXml" Target="../ink/ink321.xml"/><Relationship Id="rId311" Type="http://schemas.openxmlformats.org/officeDocument/2006/relationships/image" Target="../media/image405.png"/><Relationship Id="rId71" Type="http://schemas.openxmlformats.org/officeDocument/2006/relationships/image" Target="../media/image285.png"/><Relationship Id="rId92" Type="http://schemas.openxmlformats.org/officeDocument/2006/relationships/customXml" Target="../ink/ink273.xml"/><Relationship Id="rId213" Type="http://schemas.openxmlformats.org/officeDocument/2006/relationships/image" Target="../media/image356.png"/><Relationship Id="rId234" Type="http://schemas.openxmlformats.org/officeDocument/2006/relationships/customXml" Target="../ink/ink344.xml"/><Relationship Id="rId2" Type="http://schemas.openxmlformats.org/officeDocument/2006/relationships/image" Target="../media/image80.png"/><Relationship Id="rId29" Type="http://schemas.openxmlformats.org/officeDocument/2006/relationships/image" Target="../media/image264.png"/><Relationship Id="rId255" Type="http://schemas.openxmlformats.org/officeDocument/2006/relationships/image" Target="../media/image377.png"/><Relationship Id="rId276" Type="http://schemas.openxmlformats.org/officeDocument/2006/relationships/customXml" Target="../ink/ink365.xml"/><Relationship Id="rId297" Type="http://schemas.openxmlformats.org/officeDocument/2006/relationships/image" Target="../media/image398.png"/><Relationship Id="rId40" Type="http://schemas.openxmlformats.org/officeDocument/2006/relationships/customXml" Target="../ink/ink247.xml"/><Relationship Id="rId115" Type="http://schemas.openxmlformats.org/officeDocument/2006/relationships/image" Target="../media/image307.png"/><Relationship Id="rId136" Type="http://schemas.openxmlformats.org/officeDocument/2006/relationships/customXml" Target="../ink/ink295.xml"/><Relationship Id="rId157" Type="http://schemas.openxmlformats.org/officeDocument/2006/relationships/image" Target="../media/image328.png"/><Relationship Id="rId178" Type="http://schemas.openxmlformats.org/officeDocument/2006/relationships/customXml" Target="../ink/ink316.xml"/><Relationship Id="rId301" Type="http://schemas.openxmlformats.org/officeDocument/2006/relationships/image" Target="../media/image400.png"/><Relationship Id="rId322" Type="http://schemas.openxmlformats.org/officeDocument/2006/relationships/customXml" Target="../ink/ink388.xml"/><Relationship Id="rId61" Type="http://schemas.openxmlformats.org/officeDocument/2006/relationships/image" Target="../media/image280.png"/><Relationship Id="rId82" Type="http://schemas.openxmlformats.org/officeDocument/2006/relationships/customXml" Target="../ink/ink268.xml"/><Relationship Id="rId199" Type="http://schemas.openxmlformats.org/officeDocument/2006/relationships/image" Target="../media/image349.png"/><Relationship Id="rId203" Type="http://schemas.openxmlformats.org/officeDocument/2006/relationships/image" Target="../media/image351.png"/><Relationship Id="rId19" Type="http://schemas.openxmlformats.org/officeDocument/2006/relationships/image" Target="../media/image259.png"/><Relationship Id="rId224" Type="http://schemas.openxmlformats.org/officeDocument/2006/relationships/customXml" Target="../ink/ink339.xml"/><Relationship Id="rId245" Type="http://schemas.openxmlformats.org/officeDocument/2006/relationships/image" Target="../media/image372.png"/><Relationship Id="rId266" Type="http://schemas.openxmlformats.org/officeDocument/2006/relationships/customXml" Target="../ink/ink360.xml"/><Relationship Id="rId287" Type="http://schemas.openxmlformats.org/officeDocument/2006/relationships/image" Target="../media/image393.png"/><Relationship Id="rId30" Type="http://schemas.openxmlformats.org/officeDocument/2006/relationships/customXml" Target="../ink/ink242.xml"/><Relationship Id="rId105" Type="http://schemas.openxmlformats.org/officeDocument/2006/relationships/image" Target="../media/image302.png"/><Relationship Id="rId126" Type="http://schemas.openxmlformats.org/officeDocument/2006/relationships/customXml" Target="../ink/ink290.xml"/><Relationship Id="rId147" Type="http://schemas.openxmlformats.org/officeDocument/2006/relationships/image" Target="../media/image323.png"/><Relationship Id="rId168" Type="http://schemas.openxmlformats.org/officeDocument/2006/relationships/customXml" Target="../ink/ink311.xml"/><Relationship Id="rId312" Type="http://schemas.openxmlformats.org/officeDocument/2006/relationships/customXml" Target="../ink/ink383.xml"/><Relationship Id="rId51" Type="http://schemas.openxmlformats.org/officeDocument/2006/relationships/image" Target="../media/image275.png"/><Relationship Id="rId72" Type="http://schemas.openxmlformats.org/officeDocument/2006/relationships/customXml" Target="../ink/ink263.xml"/><Relationship Id="rId93" Type="http://schemas.openxmlformats.org/officeDocument/2006/relationships/image" Target="../media/image296.png"/><Relationship Id="rId189" Type="http://schemas.openxmlformats.org/officeDocument/2006/relationships/image" Target="../media/image344.png"/><Relationship Id="rId3" Type="http://schemas.openxmlformats.org/officeDocument/2006/relationships/image" Target="../media/image85.png"/><Relationship Id="rId214" Type="http://schemas.openxmlformats.org/officeDocument/2006/relationships/customXml" Target="../ink/ink334.xml"/><Relationship Id="rId235" Type="http://schemas.openxmlformats.org/officeDocument/2006/relationships/image" Target="../media/image367.png"/><Relationship Id="rId256" Type="http://schemas.openxmlformats.org/officeDocument/2006/relationships/customXml" Target="../ink/ink355.xml"/><Relationship Id="rId277" Type="http://schemas.openxmlformats.org/officeDocument/2006/relationships/image" Target="../media/image388.png"/><Relationship Id="rId298" Type="http://schemas.openxmlformats.org/officeDocument/2006/relationships/customXml" Target="../ink/ink376.xml"/><Relationship Id="rId116" Type="http://schemas.openxmlformats.org/officeDocument/2006/relationships/customXml" Target="../ink/ink285.xml"/><Relationship Id="rId137" Type="http://schemas.openxmlformats.org/officeDocument/2006/relationships/image" Target="../media/image318.png"/><Relationship Id="rId158" Type="http://schemas.openxmlformats.org/officeDocument/2006/relationships/customXml" Target="../ink/ink306.xml"/><Relationship Id="rId302" Type="http://schemas.openxmlformats.org/officeDocument/2006/relationships/customXml" Target="../ink/ink378.xml"/><Relationship Id="rId323" Type="http://schemas.openxmlformats.org/officeDocument/2006/relationships/image" Target="../media/image411.png"/><Relationship Id="rId20" Type="http://schemas.openxmlformats.org/officeDocument/2006/relationships/customXml" Target="../ink/ink237.xml"/><Relationship Id="rId41" Type="http://schemas.openxmlformats.org/officeDocument/2006/relationships/image" Target="../media/image270.png"/><Relationship Id="rId62" Type="http://schemas.openxmlformats.org/officeDocument/2006/relationships/customXml" Target="../ink/ink258.xml"/><Relationship Id="rId83" Type="http://schemas.openxmlformats.org/officeDocument/2006/relationships/image" Target="../media/image291.png"/><Relationship Id="rId179" Type="http://schemas.openxmlformats.org/officeDocument/2006/relationships/image" Target="../media/image339.png"/><Relationship Id="rId190" Type="http://schemas.openxmlformats.org/officeDocument/2006/relationships/customXml" Target="../ink/ink322.xml"/><Relationship Id="rId204" Type="http://schemas.openxmlformats.org/officeDocument/2006/relationships/customXml" Target="../ink/ink329.xml"/><Relationship Id="rId225" Type="http://schemas.openxmlformats.org/officeDocument/2006/relationships/image" Target="../media/image362.png"/><Relationship Id="rId246" Type="http://schemas.openxmlformats.org/officeDocument/2006/relationships/customXml" Target="../ink/ink350.xml"/><Relationship Id="rId267" Type="http://schemas.openxmlformats.org/officeDocument/2006/relationships/image" Target="../media/image383.png"/><Relationship Id="rId288" Type="http://schemas.openxmlformats.org/officeDocument/2006/relationships/customXml" Target="../ink/ink371.xml"/><Relationship Id="rId106" Type="http://schemas.openxmlformats.org/officeDocument/2006/relationships/customXml" Target="../ink/ink280.xml"/><Relationship Id="rId127" Type="http://schemas.openxmlformats.org/officeDocument/2006/relationships/image" Target="../media/image313.png"/><Relationship Id="rId313" Type="http://schemas.openxmlformats.org/officeDocument/2006/relationships/image" Target="../media/image406.png"/><Relationship Id="rId10" Type="http://schemas.openxmlformats.org/officeDocument/2006/relationships/customXml" Target="../ink/ink232.xml"/><Relationship Id="rId31" Type="http://schemas.openxmlformats.org/officeDocument/2006/relationships/image" Target="../media/image265.png"/><Relationship Id="rId52" Type="http://schemas.openxmlformats.org/officeDocument/2006/relationships/customXml" Target="../ink/ink253.xml"/><Relationship Id="rId73" Type="http://schemas.openxmlformats.org/officeDocument/2006/relationships/image" Target="../media/image286.png"/><Relationship Id="rId94" Type="http://schemas.openxmlformats.org/officeDocument/2006/relationships/customXml" Target="../ink/ink274.xml"/><Relationship Id="rId148" Type="http://schemas.openxmlformats.org/officeDocument/2006/relationships/customXml" Target="../ink/ink301.xml"/><Relationship Id="rId169" Type="http://schemas.openxmlformats.org/officeDocument/2006/relationships/image" Target="../media/image334.png"/><Relationship Id="rId4" Type="http://schemas.openxmlformats.org/officeDocument/2006/relationships/customXml" Target="../ink/ink229.xml"/><Relationship Id="rId180" Type="http://schemas.openxmlformats.org/officeDocument/2006/relationships/customXml" Target="../ink/ink317.xml"/><Relationship Id="rId215" Type="http://schemas.openxmlformats.org/officeDocument/2006/relationships/image" Target="../media/image357.png"/><Relationship Id="rId236" Type="http://schemas.openxmlformats.org/officeDocument/2006/relationships/customXml" Target="../ink/ink345.xml"/><Relationship Id="rId257" Type="http://schemas.openxmlformats.org/officeDocument/2006/relationships/image" Target="../media/image378.png"/><Relationship Id="rId278" Type="http://schemas.openxmlformats.org/officeDocument/2006/relationships/customXml" Target="../ink/ink366.xml"/><Relationship Id="rId303" Type="http://schemas.openxmlformats.org/officeDocument/2006/relationships/image" Target="../media/image401.png"/><Relationship Id="rId42" Type="http://schemas.openxmlformats.org/officeDocument/2006/relationships/customXml" Target="../ink/ink248.xml"/><Relationship Id="rId84" Type="http://schemas.openxmlformats.org/officeDocument/2006/relationships/customXml" Target="../ink/ink269.xml"/><Relationship Id="rId138" Type="http://schemas.openxmlformats.org/officeDocument/2006/relationships/customXml" Target="../ink/ink296.xml"/><Relationship Id="rId191" Type="http://schemas.openxmlformats.org/officeDocument/2006/relationships/image" Target="../media/image345.png"/><Relationship Id="rId205" Type="http://schemas.openxmlformats.org/officeDocument/2006/relationships/image" Target="../media/image352.png"/><Relationship Id="rId247" Type="http://schemas.openxmlformats.org/officeDocument/2006/relationships/image" Target="../media/image373.png"/><Relationship Id="rId107" Type="http://schemas.openxmlformats.org/officeDocument/2006/relationships/image" Target="../media/image303.png"/><Relationship Id="rId289" Type="http://schemas.openxmlformats.org/officeDocument/2006/relationships/image" Target="../media/image394.png"/><Relationship Id="rId11" Type="http://schemas.openxmlformats.org/officeDocument/2006/relationships/image" Target="../media/image255.png"/><Relationship Id="rId53" Type="http://schemas.openxmlformats.org/officeDocument/2006/relationships/image" Target="../media/image276.png"/><Relationship Id="rId149" Type="http://schemas.openxmlformats.org/officeDocument/2006/relationships/image" Target="../media/image324.png"/><Relationship Id="rId314" Type="http://schemas.openxmlformats.org/officeDocument/2006/relationships/customXml" Target="../ink/ink384.xml"/><Relationship Id="rId95" Type="http://schemas.openxmlformats.org/officeDocument/2006/relationships/image" Target="../media/image297.png"/><Relationship Id="rId160" Type="http://schemas.openxmlformats.org/officeDocument/2006/relationships/customXml" Target="../ink/ink307.xml"/><Relationship Id="rId216" Type="http://schemas.openxmlformats.org/officeDocument/2006/relationships/customXml" Target="../ink/ink335.xml"/><Relationship Id="rId258" Type="http://schemas.openxmlformats.org/officeDocument/2006/relationships/customXml" Target="../ink/ink356.xml"/><Relationship Id="rId22" Type="http://schemas.openxmlformats.org/officeDocument/2006/relationships/customXml" Target="../ink/ink238.xml"/><Relationship Id="rId64" Type="http://schemas.openxmlformats.org/officeDocument/2006/relationships/customXml" Target="../ink/ink259.xml"/><Relationship Id="rId118" Type="http://schemas.openxmlformats.org/officeDocument/2006/relationships/customXml" Target="../ink/ink286.xml"/><Relationship Id="rId325" Type="http://schemas.openxmlformats.org/officeDocument/2006/relationships/image" Target="../media/image412.png"/><Relationship Id="rId171" Type="http://schemas.openxmlformats.org/officeDocument/2006/relationships/image" Target="../media/image335.png"/><Relationship Id="rId227" Type="http://schemas.openxmlformats.org/officeDocument/2006/relationships/image" Target="../media/image363.png"/><Relationship Id="rId269" Type="http://schemas.openxmlformats.org/officeDocument/2006/relationships/image" Target="../media/image384.png"/><Relationship Id="rId33" Type="http://schemas.openxmlformats.org/officeDocument/2006/relationships/image" Target="../media/image266.png"/><Relationship Id="rId129" Type="http://schemas.openxmlformats.org/officeDocument/2006/relationships/image" Target="../media/image314.png"/><Relationship Id="rId280" Type="http://schemas.openxmlformats.org/officeDocument/2006/relationships/customXml" Target="../ink/ink367.xml"/><Relationship Id="rId75" Type="http://schemas.openxmlformats.org/officeDocument/2006/relationships/image" Target="../media/image287.png"/><Relationship Id="rId140" Type="http://schemas.openxmlformats.org/officeDocument/2006/relationships/customXml" Target="../ink/ink297.xml"/><Relationship Id="rId182" Type="http://schemas.openxmlformats.org/officeDocument/2006/relationships/customXml" Target="../ink/ink318.xml"/><Relationship Id="rId6" Type="http://schemas.openxmlformats.org/officeDocument/2006/relationships/customXml" Target="../ink/ink230.xml"/><Relationship Id="rId238" Type="http://schemas.openxmlformats.org/officeDocument/2006/relationships/customXml" Target="../ink/ink346.xml"/><Relationship Id="rId291" Type="http://schemas.openxmlformats.org/officeDocument/2006/relationships/image" Target="../media/image395.png"/><Relationship Id="rId305" Type="http://schemas.openxmlformats.org/officeDocument/2006/relationships/image" Target="../media/image402.png"/><Relationship Id="rId44" Type="http://schemas.openxmlformats.org/officeDocument/2006/relationships/customXml" Target="../ink/ink249.xml"/><Relationship Id="rId86" Type="http://schemas.openxmlformats.org/officeDocument/2006/relationships/customXml" Target="../ink/ink270.xml"/><Relationship Id="rId151" Type="http://schemas.openxmlformats.org/officeDocument/2006/relationships/image" Target="../media/image325.png"/><Relationship Id="rId193" Type="http://schemas.openxmlformats.org/officeDocument/2006/relationships/image" Target="../media/image346.png"/><Relationship Id="rId207" Type="http://schemas.openxmlformats.org/officeDocument/2006/relationships/image" Target="../media/image353.png"/><Relationship Id="rId249" Type="http://schemas.openxmlformats.org/officeDocument/2006/relationships/image" Target="../media/image374.png"/><Relationship Id="rId13" Type="http://schemas.openxmlformats.org/officeDocument/2006/relationships/image" Target="../media/image256.png"/><Relationship Id="rId109" Type="http://schemas.openxmlformats.org/officeDocument/2006/relationships/image" Target="../media/image304.png"/><Relationship Id="rId260" Type="http://schemas.openxmlformats.org/officeDocument/2006/relationships/customXml" Target="../ink/ink357.xml"/><Relationship Id="rId316" Type="http://schemas.openxmlformats.org/officeDocument/2006/relationships/customXml" Target="../ink/ink385.xml"/><Relationship Id="rId55" Type="http://schemas.openxmlformats.org/officeDocument/2006/relationships/image" Target="../media/image277.png"/><Relationship Id="rId97" Type="http://schemas.openxmlformats.org/officeDocument/2006/relationships/image" Target="../media/image298.png"/><Relationship Id="rId120" Type="http://schemas.openxmlformats.org/officeDocument/2006/relationships/customXml" Target="../ink/ink287.xml"/><Relationship Id="rId162" Type="http://schemas.openxmlformats.org/officeDocument/2006/relationships/customXml" Target="../ink/ink308.xml"/><Relationship Id="rId218" Type="http://schemas.openxmlformats.org/officeDocument/2006/relationships/customXml" Target="../ink/ink3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7.png"/><Relationship Id="rId21" Type="http://schemas.openxmlformats.org/officeDocument/2006/relationships/customXml" Target="../ink/ink401.xml"/><Relationship Id="rId42" Type="http://schemas.openxmlformats.org/officeDocument/2006/relationships/image" Target="../media/image435.png"/><Relationship Id="rId47" Type="http://schemas.openxmlformats.org/officeDocument/2006/relationships/customXml" Target="../ink/ink414.xml"/><Relationship Id="rId63" Type="http://schemas.openxmlformats.org/officeDocument/2006/relationships/customXml" Target="../ink/ink422.xml"/><Relationship Id="rId68" Type="http://schemas.openxmlformats.org/officeDocument/2006/relationships/image" Target="../media/image448.png"/><Relationship Id="rId2" Type="http://schemas.openxmlformats.org/officeDocument/2006/relationships/image" Target="../media/image2610.png"/><Relationship Id="rId16" Type="http://schemas.openxmlformats.org/officeDocument/2006/relationships/image" Target="../media/image422.png"/><Relationship Id="rId29" Type="http://schemas.openxmlformats.org/officeDocument/2006/relationships/customXml" Target="../ink/ink405.xml"/><Relationship Id="rId11" Type="http://schemas.openxmlformats.org/officeDocument/2006/relationships/customXml" Target="../ink/ink396.xml"/><Relationship Id="rId24" Type="http://schemas.openxmlformats.org/officeDocument/2006/relationships/image" Target="../media/image426.png"/><Relationship Id="rId32" Type="http://schemas.openxmlformats.org/officeDocument/2006/relationships/image" Target="../media/image430.png"/><Relationship Id="rId37" Type="http://schemas.openxmlformats.org/officeDocument/2006/relationships/customXml" Target="../ink/ink409.xml"/><Relationship Id="rId40" Type="http://schemas.openxmlformats.org/officeDocument/2006/relationships/image" Target="../media/image434.png"/><Relationship Id="rId45" Type="http://schemas.openxmlformats.org/officeDocument/2006/relationships/customXml" Target="../ink/ink413.xml"/><Relationship Id="rId53" Type="http://schemas.openxmlformats.org/officeDocument/2006/relationships/customXml" Target="../ink/ink417.xml"/><Relationship Id="rId58" Type="http://schemas.openxmlformats.org/officeDocument/2006/relationships/image" Target="../media/image443.png"/><Relationship Id="rId66" Type="http://schemas.openxmlformats.org/officeDocument/2006/relationships/image" Target="../media/image447.png"/><Relationship Id="rId74" Type="http://schemas.openxmlformats.org/officeDocument/2006/relationships/image" Target="../media/image451.png"/><Relationship Id="rId5" Type="http://schemas.openxmlformats.org/officeDocument/2006/relationships/customXml" Target="../ink/ink393.xml"/><Relationship Id="rId61" Type="http://schemas.openxmlformats.org/officeDocument/2006/relationships/customXml" Target="../ink/ink421.xml"/><Relationship Id="rId19" Type="http://schemas.openxmlformats.org/officeDocument/2006/relationships/customXml" Target="../ink/ink400.xml"/><Relationship Id="rId14" Type="http://schemas.openxmlformats.org/officeDocument/2006/relationships/image" Target="../media/image421.png"/><Relationship Id="rId22" Type="http://schemas.openxmlformats.org/officeDocument/2006/relationships/image" Target="../media/image425.png"/><Relationship Id="rId27" Type="http://schemas.openxmlformats.org/officeDocument/2006/relationships/customXml" Target="../ink/ink404.xml"/><Relationship Id="rId30" Type="http://schemas.openxmlformats.org/officeDocument/2006/relationships/image" Target="../media/image429.png"/><Relationship Id="rId35" Type="http://schemas.openxmlformats.org/officeDocument/2006/relationships/customXml" Target="../ink/ink408.xml"/><Relationship Id="rId43" Type="http://schemas.openxmlformats.org/officeDocument/2006/relationships/customXml" Target="../ink/ink412.xml"/><Relationship Id="rId48" Type="http://schemas.openxmlformats.org/officeDocument/2006/relationships/image" Target="../media/image438.png"/><Relationship Id="rId56" Type="http://schemas.openxmlformats.org/officeDocument/2006/relationships/image" Target="../media/image442.png"/><Relationship Id="rId64" Type="http://schemas.openxmlformats.org/officeDocument/2006/relationships/image" Target="../media/image446.png"/><Relationship Id="rId69" Type="http://schemas.openxmlformats.org/officeDocument/2006/relationships/customXml" Target="../ink/ink425.xml"/><Relationship Id="rId8" Type="http://schemas.openxmlformats.org/officeDocument/2006/relationships/image" Target="../media/image418.png"/><Relationship Id="rId51" Type="http://schemas.openxmlformats.org/officeDocument/2006/relationships/customXml" Target="../ink/ink416.xml"/><Relationship Id="rId72" Type="http://schemas.openxmlformats.org/officeDocument/2006/relationships/image" Target="../media/image450.png"/><Relationship Id="rId3" Type="http://schemas.openxmlformats.org/officeDocument/2006/relationships/customXml" Target="../ink/ink392.xml"/><Relationship Id="rId12" Type="http://schemas.openxmlformats.org/officeDocument/2006/relationships/image" Target="../media/image420.png"/><Relationship Id="rId17" Type="http://schemas.openxmlformats.org/officeDocument/2006/relationships/customXml" Target="../ink/ink399.xml"/><Relationship Id="rId25" Type="http://schemas.openxmlformats.org/officeDocument/2006/relationships/customXml" Target="../ink/ink403.xml"/><Relationship Id="rId33" Type="http://schemas.openxmlformats.org/officeDocument/2006/relationships/customXml" Target="../ink/ink407.xml"/><Relationship Id="rId38" Type="http://schemas.openxmlformats.org/officeDocument/2006/relationships/image" Target="../media/image433.png"/><Relationship Id="rId46" Type="http://schemas.openxmlformats.org/officeDocument/2006/relationships/image" Target="../media/image437.png"/><Relationship Id="rId59" Type="http://schemas.openxmlformats.org/officeDocument/2006/relationships/customXml" Target="../ink/ink420.xml"/><Relationship Id="rId67" Type="http://schemas.openxmlformats.org/officeDocument/2006/relationships/customXml" Target="../ink/ink424.xml"/><Relationship Id="rId20" Type="http://schemas.openxmlformats.org/officeDocument/2006/relationships/image" Target="../media/image424.png"/><Relationship Id="rId41" Type="http://schemas.openxmlformats.org/officeDocument/2006/relationships/customXml" Target="../ink/ink411.xml"/><Relationship Id="rId54" Type="http://schemas.openxmlformats.org/officeDocument/2006/relationships/image" Target="../media/image441.png"/><Relationship Id="rId62" Type="http://schemas.openxmlformats.org/officeDocument/2006/relationships/image" Target="../media/image445.png"/><Relationship Id="rId70" Type="http://schemas.openxmlformats.org/officeDocument/2006/relationships/image" Target="../media/image449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17.png"/><Relationship Id="rId15" Type="http://schemas.openxmlformats.org/officeDocument/2006/relationships/customXml" Target="../ink/ink398.xml"/><Relationship Id="rId23" Type="http://schemas.openxmlformats.org/officeDocument/2006/relationships/customXml" Target="../ink/ink402.xml"/><Relationship Id="rId28" Type="http://schemas.openxmlformats.org/officeDocument/2006/relationships/image" Target="../media/image428.png"/><Relationship Id="rId36" Type="http://schemas.openxmlformats.org/officeDocument/2006/relationships/image" Target="../media/image432.png"/><Relationship Id="rId49" Type="http://schemas.openxmlformats.org/officeDocument/2006/relationships/customXml" Target="../ink/ink415.xml"/><Relationship Id="rId57" Type="http://schemas.openxmlformats.org/officeDocument/2006/relationships/customXml" Target="../ink/ink419.xml"/><Relationship Id="rId10" Type="http://schemas.openxmlformats.org/officeDocument/2006/relationships/image" Target="../media/image419.png"/><Relationship Id="rId31" Type="http://schemas.openxmlformats.org/officeDocument/2006/relationships/customXml" Target="../ink/ink406.xml"/><Relationship Id="rId44" Type="http://schemas.openxmlformats.org/officeDocument/2006/relationships/image" Target="../media/image436.png"/><Relationship Id="rId52" Type="http://schemas.openxmlformats.org/officeDocument/2006/relationships/image" Target="../media/image440.png"/><Relationship Id="rId60" Type="http://schemas.openxmlformats.org/officeDocument/2006/relationships/image" Target="../media/image444.png"/><Relationship Id="rId65" Type="http://schemas.openxmlformats.org/officeDocument/2006/relationships/customXml" Target="../ink/ink423.xml"/><Relationship Id="rId73" Type="http://schemas.openxmlformats.org/officeDocument/2006/relationships/customXml" Target="../ink/ink427.xml"/><Relationship Id="rId4" Type="http://schemas.openxmlformats.org/officeDocument/2006/relationships/image" Target="../media/image416.png"/><Relationship Id="rId9" Type="http://schemas.openxmlformats.org/officeDocument/2006/relationships/customXml" Target="../ink/ink395.xml"/><Relationship Id="rId13" Type="http://schemas.openxmlformats.org/officeDocument/2006/relationships/customXml" Target="../ink/ink397.xml"/><Relationship Id="rId18" Type="http://schemas.openxmlformats.org/officeDocument/2006/relationships/image" Target="../media/image423.png"/><Relationship Id="rId39" Type="http://schemas.openxmlformats.org/officeDocument/2006/relationships/customXml" Target="../ink/ink410.xml"/><Relationship Id="rId34" Type="http://schemas.openxmlformats.org/officeDocument/2006/relationships/image" Target="../media/image431.png"/><Relationship Id="rId50" Type="http://schemas.openxmlformats.org/officeDocument/2006/relationships/image" Target="../media/image439.png"/><Relationship Id="rId55" Type="http://schemas.openxmlformats.org/officeDocument/2006/relationships/customXml" Target="../ink/ink418.xml"/><Relationship Id="rId7" Type="http://schemas.openxmlformats.org/officeDocument/2006/relationships/customXml" Target="../ink/ink394.xml"/><Relationship Id="rId71" Type="http://schemas.openxmlformats.org/officeDocument/2006/relationships/customXml" Target="../ink/ink426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7.png"/><Relationship Id="rId18" Type="http://schemas.openxmlformats.org/officeDocument/2006/relationships/customXml" Target="../ink/ink436.xml"/><Relationship Id="rId26" Type="http://schemas.openxmlformats.org/officeDocument/2006/relationships/customXml" Target="../ink/ink440.xml"/><Relationship Id="rId39" Type="http://schemas.openxmlformats.org/officeDocument/2006/relationships/image" Target="../media/image470.png"/><Relationship Id="rId21" Type="http://schemas.openxmlformats.org/officeDocument/2006/relationships/image" Target="../media/image461.png"/><Relationship Id="rId34" Type="http://schemas.openxmlformats.org/officeDocument/2006/relationships/customXml" Target="../ink/ink444.xml"/><Relationship Id="rId42" Type="http://schemas.openxmlformats.org/officeDocument/2006/relationships/customXml" Target="../ink/ink448.xml"/><Relationship Id="rId47" Type="http://schemas.openxmlformats.org/officeDocument/2006/relationships/image" Target="../media/image474.png"/><Relationship Id="rId7" Type="http://schemas.openxmlformats.org/officeDocument/2006/relationships/image" Target="../media/image454.png"/><Relationship Id="rId2" Type="http://schemas.openxmlformats.org/officeDocument/2006/relationships/customXml" Target="../ink/ink428.xml"/><Relationship Id="rId16" Type="http://schemas.openxmlformats.org/officeDocument/2006/relationships/customXml" Target="../ink/ink435.xml"/><Relationship Id="rId29" Type="http://schemas.openxmlformats.org/officeDocument/2006/relationships/image" Target="../media/image465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430.xml"/><Relationship Id="rId11" Type="http://schemas.openxmlformats.org/officeDocument/2006/relationships/image" Target="../media/image456.png"/><Relationship Id="rId24" Type="http://schemas.openxmlformats.org/officeDocument/2006/relationships/customXml" Target="../ink/ink439.xml"/><Relationship Id="rId32" Type="http://schemas.openxmlformats.org/officeDocument/2006/relationships/customXml" Target="../ink/ink443.xml"/><Relationship Id="rId37" Type="http://schemas.openxmlformats.org/officeDocument/2006/relationships/image" Target="../media/image469.png"/><Relationship Id="rId40" Type="http://schemas.openxmlformats.org/officeDocument/2006/relationships/customXml" Target="../ink/ink447.xml"/><Relationship Id="rId45" Type="http://schemas.openxmlformats.org/officeDocument/2006/relationships/image" Target="../media/image473.png"/><Relationship Id="rId5" Type="http://schemas.openxmlformats.org/officeDocument/2006/relationships/image" Target="../media/image453.png"/><Relationship Id="rId15" Type="http://schemas.openxmlformats.org/officeDocument/2006/relationships/image" Target="../media/image458.png"/><Relationship Id="rId23" Type="http://schemas.openxmlformats.org/officeDocument/2006/relationships/image" Target="../media/image462.png"/><Relationship Id="rId28" Type="http://schemas.openxmlformats.org/officeDocument/2006/relationships/customXml" Target="../ink/ink441.xml"/><Relationship Id="rId36" Type="http://schemas.openxmlformats.org/officeDocument/2006/relationships/customXml" Target="../ink/ink445.xml"/><Relationship Id="rId10" Type="http://schemas.openxmlformats.org/officeDocument/2006/relationships/customXml" Target="../ink/ink432.xml"/><Relationship Id="rId19" Type="http://schemas.openxmlformats.org/officeDocument/2006/relationships/image" Target="../media/image460.png"/><Relationship Id="rId31" Type="http://schemas.openxmlformats.org/officeDocument/2006/relationships/image" Target="../media/image466.png"/><Relationship Id="rId44" Type="http://schemas.openxmlformats.org/officeDocument/2006/relationships/customXml" Target="../ink/ink449.xml"/><Relationship Id="rId4" Type="http://schemas.openxmlformats.org/officeDocument/2006/relationships/customXml" Target="../ink/ink429.xml"/><Relationship Id="rId9" Type="http://schemas.openxmlformats.org/officeDocument/2006/relationships/image" Target="../media/image455.png"/><Relationship Id="rId14" Type="http://schemas.openxmlformats.org/officeDocument/2006/relationships/customXml" Target="../ink/ink434.xml"/><Relationship Id="rId22" Type="http://schemas.openxmlformats.org/officeDocument/2006/relationships/customXml" Target="../ink/ink438.xml"/><Relationship Id="rId27" Type="http://schemas.openxmlformats.org/officeDocument/2006/relationships/image" Target="../media/image464.png"/><Relationship Id="rId30" Type="http://schemas.openxmlformats.org/officeDocument/2006/relationships/customXml" Target="../ink/ink442.xml"/><Relationship Id="rId35" Type="http://schemas.openxmlformats.org/officeDocument/2006/relationships/image" Target="../media/image468.png"/><Relationship Id="rId43" Type="http://schemas.openxmlformats.org/officeDocument/2006/relationships/image" Target="../media/image472.png"/><Relationship Id="rId8" Type="http://schemas.openxmlformats.org/officeDocument/2006/relationships/customXml" Target="../ink/ink431.xml"/><Relationship Id="rId3" Type="http://schemas.openxmlformats.org/officeDocument/2006/relationships/image" Target="../media/image452.png"/><Relationship Id="rId12" Type="http://schemas.openxmlformats.org/officeDocument/2006/relationships/customXml" Target="../ink/ink433.xml"/><Relationship Id="rId17" Type="http://schemas.openxmlformats.org/officeDocument/2006/relationships/image" Target="../media/image459.png"/><Relationship Id="rId25" Type="http://schemas.openxmlformats.org/officeDocument/2006/relationships/image" Target="../media/image463.png"/><Relationship Id="rId33" Type="http://schemas.openxmlformats.org/officeDocument/2006/relationships/image" Target="../media/image467.png"/><Relationship Id="rId38" Type="http://schemas.openxmlformats.org/officeDocument/2006/relationships/customXml" Target="../ink/ink446.xml"/><Relationship Id="rId46" Type="http://schemas.openxmlformats.org/officeDocument/2006/relationships/customXml" Target="../ink/ink450.xml"/><Relationship Id="rId20" Type="http://schemas.openxmlformats.org/officeDocument/2006/relationships/customXml" Target="../ink/ink437.xml"/><Relationship Id="rId41" Type="http://schemas.openxmlformats.org/officeDocument/2006/relationships/image" Target="../media/image471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5.png"/><Relationship Id="rId21" Type="http://schemas.openxmlformats.org/officeDocument/2006/relationships/customXml" Target="../ink/ink459.xml"/><Relationship Id="rId42" Type="http://schemas.openxmlformats.org/officeDocument/2006/relationships/image" Target="../media/image493.png"/><Relationship Id="rId47" Type="http://schemas.openxmlformats.org/officeDocument/2006/relationships/customXml" Target="../ink/ink472.xml"/><Relationship Id="rId63" Type="http://schemas.openxmlformats.org/officeDocument/2006/relationships/customXml" Target="../ink/ink480.xml"/><Relationship Id="rId68" Type="http://schemas.openxmlformats.org/officeDocument/2006/relationships/image" Target="../media/image506.png"/><Relationship Id="rId84" Type="http://schemas.openxmlformats.org/officeDocument/2006/relationships/image" Target="../media/image514.png"/><Relationship Id="rId89" Type="http://schemas.openxmlformats.org/officeDocument/2006/relationships/customXml" Target="../ink/ink493.xml"/><Relationship Id="rId16" Type="http://schemas.openxmlformats.org/officeDocument/2006/relationships/image" Target="../media/image480.png"/><Relationship Id="rId11" Type="http://schemas.openxmlformats.org/officeDocument/2006/relationships/customXml" Target="../ink/ink454.xml"/><Relationship Id="rId32" Type="http://schemas.openxmlformats.org/officeDocument/2006/relationships/image" Target="../media/image488.png"/><Relationship Id="rId37" Type="http://schemas.openxmlformats.org/officeDocument/2006/relationships/customXml" Target="../ink/ink467.xml"/><Relationship Id="rId53" Type="http://schemas.openxmlformats.org/officeDocument/2006/relationships/customXml" Target="../ink/ink475.xml"/><Relationship Id="rId58" Type="http://schemas.openxmlformats.org/officeDocument/2006/relationships/image" Target="../media/image501.png"/><Relationship Id="rId74" Type="http://schemas.openxmlformats.org/officeDocument/2006/relationships/image" Target="../media/image509.png"/><Relationship Id="rId79" Type="http://schemas.openxmlformats.org/officeDocument/2006/relationships/customXml" Target="../ink/ink488.xml"/><Relationship Id="rId5" Type="http://schemas.openxmlformats.org/officeDocument/2006/relationships/customXml" Target="../ink/ink451.xml"/><Relationship Id="rId90" Type="http://schemas.openxmlformats.org/officeDocument/2006/relationships/image" Target="../media/image517.png"/><Relationship Id="rId95" Type="http://schemas.openxmlformats.org/officeDocument/2006/relationships/customXml" Target="../ink/ink496.xml"/><Relationship Id="rId22" Type="http://schemas.openxmlformats.org/officeDocument/2006/relationships/image" Target="../media/image483.png"/><Relationship Id="rId27" Type="http://schemas.openxmlformats.org/officeDocument/2006/relationships/customXml" Target="../ink/ink462.xml"/><Relationship Id="rId43" Type="http://schemas.openxmlformats.org/officeDocument/2006/relationships/customXml" Target="../ink/ink470.xml"/><Relationship Id="rId48" Type="http://schemas.openxmlformats.org/officeDocument/2006/relationships/image" Target="../media/image496.png"/><Relationship Id="rId64" Type="http://schemas.openxmlformats.org/officeDocument/2006/relationships/image" Target="../media/image504.png"/><Relationship Id="rId69" Type="http://schemas.openxmlformats.org/officeDocument/2006/relationships/customXml" Target="../ink/ink483.xml"/><Relationship Id="rId80" Type="http://schemas.openxmlformats.org/officeDocument/2006/relationships/image" Target="../media/image512.png"/><Relationship Id="rId85" Type="http://schemas.openxmlformats.org/officeDocument/2006/relationships/customXml" Target="../ink/ink491.xml"/><Relationship Id="rId3" Type="http://schemas.openxmlformats.org/officeDocument/2006/relationships/image" Target="../media/image2710.png"/><Relationship Id="rId12" Type="http://schemas.openxmlformats.org/officeDocument/2006/relationships/image" Target="../media/image478.png"/><Relationship Id="rId17" Type="http://schemas.openxmlformats.org/officeDocument/2006/relationships/customXml" Target="../ink/ink457.xml"/><Relationship Id="rId25" Type="http://schemas.openxmlformats.org/officeDocument/2006/relationships/customXml" Target="../ink/ink461.xml"/><Relationship Id="rId33" Type="http://schemas.openxmlformats.org/officeDocument/2006/relationships/customXml" Target="../ink/ink465.xml"/><Relationship Id="rId38" Type="http://schemas.openxmlformats.org/officeDocument/2006/relationships/image" Target="../media/image491.png"/><Relationship Id="rId46" Type="http://schemas.openxmlformats.org/officeDocument/2006/relationships/image" Target="../media/image495.png"/><Relationship Id="rId59" Type="http://schemas.openxmlformats.org/officeDocument/2006/relationships/customXml" Target="../ink/ink478.xml"/><Relationship Id="rId67" Type="http://schemas.openxmlformats.org/officeDocument/2006/relationships/customXml" Target="../ink/ink482.xml"/><Relationship Id="rId20" Type="http://schemas.openxmlformats.org/officeDocument/2006/relationships/image" Target="../media/image482.png"/><Relationship Id="rId41" Type="http://schemas.openxmlformats.org/officeDocument/2006/relationships/customXml" Target="../ink/ink469.xml"/><Relationship Id="rId54" Type="http://schemas.openxmlformats.org/officeDocument/2006/relationships/image" Target="../media/image499.png"/><Relationship Id="rId62" Type="http://schemas.openxmlformats.org/officeDocument/2006/relationships/image" Target="../media/image503.png"/><Relationship Id="rId70" Type="http://schemas.openxmlformats.org/officeDocument/2006/relationships/image" Target="../media/image507.png"/><Relationship Id="rId75" Type="http://schemas.openxmlformats.org/officeDocument/2006/relationships/customXml" Target="../ink/ink486.xml"/><Relationship Id="rId83" Type="http://schemas.openxmlformats.org/officeDocument/2006/relationships/customXml" Target="../ink/ink490.xml"/><Relationship Id="rId88" Type="http://schemas.openxmlformats.org/officeDocument/2006/relationships/image" Target="../media/image516.png"/><Relationship Id="rId91" Type="http://schemas.openxmlformats.org/officeDocument/2006/relationships/customXml" Target="../ink/ink494.xml"/><Relationship Id="rId96" Type="http://schemas.openxmlformats.org/officeDocument/2006/relationships/image" Target="../media/image520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75.png"/><Relationship Id="rId15" Type="http://schemas.openxmlformats.org/officeDocument/2006/relationships/customXml" Target="../ink/ink456.xml"/><Relationship Id="rId23" Type="http://schemas.openxmlformats.org/officeDocument/2006/relationships/customXml" Target="../ink/ink460.xml"/><Relationship Id="rId28" Type="http://schemas.openxmlformats.org/officeDocument/2006/relationships/image" Target="../media/image486.png"/><Relationship Id="rId36" Type="http://schemas.openxmlformats.org/officeDocument/2006/relationships/image" Target="../media/image490.png"/><Relationship Id="rId49" Type="http://schemas.openxmlformats.org/officeDocument/2006/relationships/customXml" Target="../ink/ink473.xml"/><Relationship Id="rId57" Type="http://schemas.openxmlformats.org/officeDocument/2006/relationships/customXml" Target="../ink/ink477.xml"/><Relationship Id="rId10" Type="http://schemas.openxmlformats.org/officeDocument/2006/relationships/image" Target="../media/image477.png"/><Relationship Id="rId31" Type="http://schemas.openxmlformats.org/officeDocument/2006/relationships/customXml" Target="../ink/ink464.xml"/><Relationship Id="rId44" Type="http://schemas.openxmlformats.org/officeDocument/2006/relationships/image" Target="../media/image494.png"/><Relationship Id="rId52" Type="http://schemas.openxmlformats.org/officeDocument/2006/relationships/image" Target="../media/image498.png"/><Relationship Id="rId60" Type="http://schemas.openxmlformats.org/officeDocument/2006/relationships/image" Target="../media/image502.png"/><Relationship Id="rId65" Type="http://schemas.openxmlformats.org/officeDocument/2006/relationships/customXml" Target="../ink/ink481.xml"/><Relationship Id="rId73" Type="http://schemas.openxmlformats.org/officeDocument/2006/relationships/customXml" Target="../ink/ink485.xml"/><Relationship Id="rId78" Type="http://schemas.openxmlformats.org/officeDocument/2006/relationships/image" Target="../media/image511.png"/><Relationship Id="rId81" Type="http://schemas.openxmlformats.org/officeDocument/2006/relationships/customXml" Target="../ink/ink489.xml"/><Relationship Id="rId86" Type="http://schemas.openxmlformats.org/officeDocument/2006/relationships/image" Target="../media/image515.png"/><Relationship Id="rId94" Type="http://schemas.openxmlformats.org/officeDocument/2006/relationships/image" Target="../media/image519.png"/><Relationship Id="rId99" Type="http://schemas.openxmlformats.org/officeDocument/2006/relationships/customXml" Target="../ink/ink498.xml"/><Relationship Id="rId4" Type="http://schemas.openxmlformats.org/officeDocument/2006/relationships/image" Target="../media/image2810.png"/><Relationship Id="rId9" Type="http://schemas.openxmlformats.org/officeDocument/2006/relationships/customXml" Target="../ink/ink453.xml"/><Relationship Id="rId13" Type="http://schemas.openxmlformats.org/officeDocument/2006/relationships/customXml" Target="../ink/ink455.xml"/><Relationship Id="rId18" Type="http://schemas.openxmlformats.org/officeDocument/2006/relationships/image" Target="../media/image481.png"/><Relationship Id="rId39" Type="http://schemas.openxmlformats.org/officeDocument/2006/relationships/customXml" Target="../ink/ink468.xml"/><Relationship Id="rId34" Type="http://schemas.openxmlformats.org/officeDocument/2006/relationships/image" Target="../media/image489.png"/><Relationship Id="rId50" Type="http://schemas.openxmlformats.org/officeDocument/2006/relationships/image" Target="../media/image497.png"/><Relationship Id="rId55" Type="http://schemas.openxmlformats.org/officeDocument/2006/relationships/customXml" Target="../ink/ink476.xml"/><Relationship Id="rId76" Type="http://schemas.openxmlformats.org/officeDocument/2006/relationships/image" Target="../media/image510.png"/><Relationship Id="rId97" Type="http://schemas.openxmlformats.org/officeDocument/2006/relationships/customXml" Target="../ink/ink497.xml"/><Relationship Id="rId7" Type="http://schemas.openxmlformats.org/officeDocument/2006/relationships/customXml" Target="../ink/ink452.xml"/><Relationship Id="rId71" Type="http://schemas.openxmlformats.org/officeDocument/2006/relationships/customXml" Target="../ink/ink484.xml"/><Relationship Id="rId92" Type="http://schemas.openxmlformats.org/officeDocument/2006/relationships/image" Target="../media/image518.png"/><Relationship Id="rId2" Type="http://schemas.openxmlformats.org/officeDocument/2006/relationships/image" Target="../media/image2600.png"/><Relationship Id="rId29" Type="http://schemas.openxmlformats.org/officeDocument/2006/relationships/customXml" Target="../ink/ink463.xml"/><Relationship Id="rId24" Type="http://schemas.openxmlformats.org/officeDocument/2006/relationships/image" Target="../media/image484.png"/><Relationship Id="rId40" Type="http://schemas.openxmlformats.org/officeDocument/2006/relationships/image" Target="../media/image492.png"/><Relationship Id="rId45" Type="http://schemas.openxmlformats.org/officeDocument/2006/relationships/customXml" Target="../ink/ink471.xml"/><Relationship Id="rId66" Type="http://schemas.openxmlformats.org/officeDocument/2006/relationships/image" Target="../media/image505.png"/><Relationship Id="rId87" Type="http://schemas.openxmlformats.org/officeDocument/2006/relationships/customXml" Target="../ink/ink492.xml"/><Relationship Id="rId61" Type="http://schemas.openxmlformats.org/officeDocument/2006/relationships/customXml" Target="../ink/ink479.xml"/><Relationship Id="rId82" Type="http://schemas.openxmlformats.org/officeDocument/2006/relationships/image" Target="../media/image513.png"/><Relationship Id="rId19" Type="http://schemas.openxmlformats.org/officeDocument/2006/relationships/customXml" Target="../ink/ink458.xml"/><Relationship Id="rId14" Type="http://schemas.openxmlformats.org/officeDocument/2006/relationships/image" Target="../media/image479.png"/><Relationship Id="rId30" Type="http://schemas.openxmlformats.org/officeDocument/2006/relationships/image" Target="../media/image487.png"/><Relationship Id="rId35" Type="http://schemas.openxmlformats.org/officeDocument/2006/relationships/customXml" Target="../ink/ink466.xml"/><Relationship Id="rId56" Type="http://schemas.openxmlformats.org/officeDocument/2006/relationships/image" Target="../media/image500.png"/><Relationship Id="rId77" Type="http://schemas.openxmlformats.org/officeDocument/2006/relationships/customXml" Target="../ink/ink487.xml"/><Relationship Id="rId100" Type="http://schemas.openxmlformats.org/officeDocument/2006/relationships/image" Target="../media/image522.png"/><Relationship Id="rId8" Type="http://schemas.openxmlformats.org/officeDocument/2006/relationships/image" Target="../media/image476.png"/><Relationship Id="rId51" Type="http://schemas.openxmlformats.org/officeDocument/2006/relationships/customXml" Target="../ink/ink474.xml"/><Relationship Id="rId72" Type="http://schemas.openxmlformats.org/officeDocument/2006/relationships/image" Target="../media/image508.png"/><Relationship Id="rId93" Type="http://schemas.openxmlformats.org/officeDocument/2006/relationships/customXml" Target="../ink/ink495.xml"/><Relationship Id="rId98" Type="http://schemas.openxmlformats.org/officeDocument/2006/relationships/image" Target="../media/image52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6.xml"/><Relationship Id="rId21" Type="http://schemas.openxmlformats.org/officeDocument/2006/relationships/customXml" Target="../ink/ink508.xml"/><Relationship Id="rId42" Type="http://schemas.openxmlformats.org/officeDocument/2006/relationships/image" Target="../media/image543.png"/><Relationship Id="rId47" Type="http://schemas.openxmlformats.org/officeDocument/2006/relationships/customXml" Target="../ink/ink521.xml"/><Relationship Id="rId63" Type="http://schemas.openxmlformats.org/officeDocument/2006/relationships/customXml" Target="../ink/ink529.xml"/><Relationship Id="rId68" Type="http://schemas.openxmlformats.org/officeDocument/2006/relationships/image" Target="../media/image556.png"/><Relationship Id="rId84" Type="http://schemas.openxmlformats.org/officeDocument/2006/relationships/image" Target="../media/image564.png"/><Relationship Id="rId89" Type="http://schemas.openxmlformats.org/officeDocument/2006/relationships/customXml" Target="../ink/ink542.xml"/><Relationship Id="rId112" Type="http://schemas.openxmlformats.org/officeDocument/2006/relationships/image" Target="../media/image578.png"/><Relationship Id="rId16" Type="http://schemas.openxmlformats.org/officeDocument/2006/relationships/image" Target="../media/image530.png"/><Relationship Id="rId107" Type="http://schemas.openxmlformats.org/officeDocument/2006/relationships/customXml" Target="../ink/ink551.xml"/><Relationship Id="rId11" Type="http://schemas.openxmlformats.org/officeDocument/2006/relationships/customXml" Target="../ink/ink503.xml"/><Relationship Id="rId32" Type="http://schemas.openxmlformats.org/officeDocument/2006/relationships/image" Target="../media/image538.png"/><Relationship Id="rId37" Type="http://schemas.openxmlformats.org/officeDocument/2006/relationships/customXml" Target="../ink/ink516.xml"/><Relationship Id="rId53" Type="http://schemas.openxmlformats.org/officeDocument/2006/relationships/customXml" Target="../ink/ink524.xml"/><Relationship Id="rId58" Type="http://schemas.openxmlformats.org/officeDocument/2006/relationships/image" Target="../media/image551.png"/><Relationship Id="rId74" Type="http://schemas.openxmlformats.org/officeDocument/2006/relationships/image" Target="../media/image559.png"/><Relationship Id="rId79" Type="http://schemas.openxmlformats.org/officeDocument/2006/relationships/customXml" Target="../ink/ink537.xml"/><Relationship Id="rId102" Type="http://schemas.openxmlformats.org/officeDocument/2006/relationships/image" Target="../media/image573.png"/><Relationship Id="rId123" Type="http://schemas.openxmlformats.org/officeDocument/2006/relationships/customXml" Target="../ink/ink559.xml"/><Relationship Id="rId128" Type="http://schemas.openxmlformats.org/officeDocument/2006/relationships/image" Target="../media/image586.png"/><Relationship Id="rId5" Type="http://schemas.openxmlformats.org/officeDocument/2006/relationships/customXml" Target="../ink/ink500.xml"/><Relationship Id="rId90" Type="http://schemas.openxmlformats.org/officeDocument/2006/relationships/image" Target="../media/image567.png"/><Relationship Id="rId95" Type="http://schemas.openxmlformats.org/officeDocument/2006/relationships/customXml" Target="../ink/ink545.xml"/><Relationship Id="rId22" Type="http://schemas.openxmlformats.org/officeDocument/2006/relationships/image" Target="../media/image533.png"/><Relationship Id="rId27" Type="http://schemas.openxmlformats.org/officeDocument/2006/relationships/customXml" Target="../ink/ink511.xml"/><Relationship Id="rId43" Type="http://schemas.openxmlformats.org/officeDocument/2006/relationships/customXml" Target="../ink/ink519.xml"/><Relationship Id="rId48" Type="http://schemas.openxmlformats.org/officeDocument/2006/relationships/image" Target="../media/image546.png"/><Relationship Id="rId64" Type="http://schemas.openxmlformats.org/officeDocument/2006/relationships/image" Target="../media/image554.png"/><Relationship Id="rId69" Type="http://schemas.openxmlformats.org/officeDocument/2006/relationships/customXml" Target="../ink/ink532.xml"/><Relationship Id="rId113" Type="http://schemas.openxmlformats.org/officeDocument/2006/relationships/customXml" Target="../ink/ink554.xml"/><Relationship Id="rId118" Type="http://schemas.openxmlformats.org/officeDocument/2006/relationships/image" Target="../media/image581.png"/><Relationship Id="rId80" Type="http://schemas.openxmlformats.org/officeDocument/2006/relationships/image" Target="../media/image562.png"/><Relationship Id="rId85" Type="http://schemas.openxmlformats.org/officeDocument/2006/relationships/customXml" Target="../ink/ink540.xml"/><Relationship Id="rId12" Type="http://schemas.openxmlformats.org/officeDocument/2006/relationships/image" Target="../media/image528.png"/><Relationship Id="rId17" Type="http://schemas.openxmlformats.org/officeDocument/2006/relationships/customXml" Target="../ink/ink506.xml"/><Relationship Id="rId33" Type="http://schemas.openxmlformats.org/officeDocument/2006/relationships/customXml" Target="../ink/ink514.xml"/><Relationship Id="rId38" Type="http://schemas.openxmlformats.org/officeDocument/2006/relationships/image" Target="../media/image541.png"/><Relationship Id="rId59" Type="http://schemas.openxmlformats.org/officeDocument/2006/relationships/customXml" Target="../ink/ink527.xml"/><Relationship Id="rId103" Type="http://schemas.openxmlformats.org/officeDocument/2006/relationships/customXml" Target="../ink/ink549.xml"/><Relationship Id="rId108" Type="http://schemas.openxmlformats.org/officeDocument/2006/relationships/image" Target="../media/image576.png"/><Relationship Id="rId124" Type="http://schemas.openxmlformats.org/officeDocument/2006/relationships/image" Target="../media/image584.png"/><Relationship Id="rId129" Type="http://schemas.openxmlformats.org/officeDocument/2006/relationships/customXml" Target="../ink/ink562.xml"/><Relationship Id="rId54" Type="http://schemas.openxmlformats.org/officeDocument/2006/relationships/image" Target="../media/image549.png"/><Relationship Id="rId70" Type="http://schemas.openxmlformats.org/officeDocument/2006/relationships/image" Target="../media/image557.png"/><Relationship Id="rId75" Type="http://schemas.openxmlformats.org/officeDocument/2006/relationships/customXml" Target="../ink/ink535.xml"/><Relationship Id="rId91" Type="http://schemas.openxmlformats.org/officeDocument/2006/relationships/customXml" Target="../ink/ink543.xml"/><Relationship Id="rId96" Type="http://schemas.openxmlformats.org/officeDocument/2006/relationships/image" Target="../media/image570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25.png"/><Relationship Id="rId23" Type="http://schemas.openxmlformats.org/officeDocument/2006/relationships/customXml" Target="../ink/ink509.xml"/><Relationship Id="rId28" Type="http://schemas.openxmlformats.org/officeDocument/2006/relationships/image" Target="../media/image536.png"/><Relationship Id="rId49" Type="http://schemas.openxmlformats.org/officeDocument/2006/relationships/customXml" Target="../ink/ink522.xml"/><Relationship Id="rId114" Type="http://schemas.openxmlformats.org/officeDocument/2006/relationships/image" Target="../media/image579.png"/><Relationship Id="rId119" Type="http://schemas.openxmlformats.org/officeDocument/2006/relationships/customXml" Target="../ink/ink557.xml"/><Relationship Id="rId44" Type="http://schemas.openxmlformats.org/officeDocument/2006/relationships/image" Target="../media/image544.png"/><Relationship Id="rId60" Type="http://schemas.openxmlformats.org/officeDocument/2006/relationships/image" Target="../media/image552.png"/><Relationship Id="rId65" Type="http://schemas.openxmlformats.org/officeDocument/2006/relationships/customXml" Target="../ink/ink530.xml"/><Relationship Id="rId81" Type="http://schemas.openxmlformats.org/officeDocument/2006/relationships/customXml" Target="../ink/ink538.xml"/><Relationship Id="rId86" Type="http://schemas.openxmlformats.org/officeDocument/2006/relationships/image" Target="../media/image565.png"/><Relationship Id="rId130" Type="http://schemas.openxmlformats.org/officeDocument/2006/relationships/image" Target="../media/image587.png"/><Relationship Id="rId13" Type="http://schemas.openxmlformats.org/officeDocument/2006/relationships/customXml" Target="../ink/ink504.xml"/><Relationship Id="rId18" Type="http://schemas.openxmlformats.org/officeDocument/2006/relationships/image" Target="../media/image531.png"/><Relationship Id="rId39" Type="http://schemas.openxmlformats.org/officeDocument/2006/relationships/customXml" Target="../ink/ink517.xml"/><Relationship Id="rId109" Type="http://schemas.openxmlformats.org/officeDocument/2006/relationships/customXml" Target="../ink/ink552.xml"/><Relationship Id="rId34" Type="http://schemas.openxmlformats.org/officeDocument/2006/relationships/image" Target="../media/image539.png"/><Relationship Id="rId50" Type="http://schemas.openxmlformats.org/officeDocument/2006/relationships/image" Target="../media/image547.png"/><Relationship Id="rId55" Type="http://schemas.openxmlformats.org/officeDocument/2006/relationships/customXml" Target="../ink/ink525.xml"/><Relationship Id="rId76" Type="http://schemas.openxmlformats.org/officeDocument/2006/relationships/image" Target="../media/image560.png"/><Relationship Id="rId97" Type="http://schemas.openxmlformats.org/officeDocument/2006/relationships/customXml" Target="../ink/ink546.xml"/><Relationship Id="rId104" Type="http://schemas.openxmlformats.org/officeDocument/2006/relationships/image" Target="../media/image574.png"/><Relationship Id="rId120" Type="http://schemas.openxmlformats.org/officeDocument/2006/relationships/image" Target="../media/image582.png"/><Relationship Id="rId125" Type="http://schemas.openxmlformats.org/officeDocument/2006/relationships/customXml" Target="../ink/ink560.xml"/><Relationship Id="rId7" Type="http://schemas.openxmlformats.org/officeDocument/2006/relationships/customXml" Target="../ink/ink501.xml"/><Relationship Id="rId71" Type="http://schemas.openxmlformats.org/officeDocument/2006/relationships/customXml" Target="../ink/ink533.xml"/><Relationship Id="rId92" Type="http://schemas.openxmlformats.org/officeDocument/2006/relationships/image" Target="../media/image568.png"/><Relationship Id="rId2" Type="http://schemas.openxmlformats.org/officeDocument/2006/relationships/image" Target="../media/image251.png"/><Relationship Id="rId29" Type="http://schemas.openxmlformats.org/officeDocument/2006/relationships/customXml" Target="../ink/ink512.xml"/><Relationship Id="rId24" Type="http://schemas.openxmlformats.org/officeDocument/2006/relationships/image" Target="../media/image534.png"/><Relationship Id="rId40" Type="http://schemas.openxmlformats.org/officeDocument/2006/relationships/image" Target="../media/image542.png"/><Relationship Id="rId45" Type="http://schemas.openxmlformats.org/officeDocument/2006/relationships/customXml" Target="../ink/ink520.xml"/><Relationship Id="rId66" Type="http://schemas.openxmlformats.org/officeDocument/2006/relationships/image" Target="../media/image555.png"/><Relationship Id="rId87" Type="http://schemas.openxmlformats.org/officeDocument/2006/relationships/customXml" Target="../ink/ink541.xml"/><Relationship Id="rId110" Type="http://schemas.openxmlformats.org/officeDocument/2006/relationships/image" Target="../media/image577.png"/><Relationship Id="rId115" Type="http://schemas.openxmlformats.org/officeDocument/2006/relationships/customXml" Target="../ink/ink555.xml"/><Relationship Id="rId131" Type="http://schemas.openxmlformats.org/officeDocument/2006/relationships/customXml" Target="../ink/ink563.xml"/><Relationship Id="rId61" Type="http://schemas.openxmlformats.org/officeDocument/2006/relationships/customXml" Target="../ink/ink528.xml"/><Relationship Id="rId82" Type="http://schemas.openxmlformats.org/officeDocument/2006/relationships/image" Target="../media/image563.png"/><Relationship Id="rId19" Type="http://schemas.openxmlformats.org/officeDocument/2006/relationships/customXml" Target="../ink/ink507.xml"/><Relationship Id="rId14" Type="http://schemas.openxmlformats.org/officeDocument/2006/relationships/image" Target="../media/image529.png"/><Relationship Id="rId30" Type="http://schemas.openxmlformats.org/officeDocument/2006/relationships/image" Target="../media/image537.png"/><Relationship Id="rId35" Type="http://schemas.openxmlformats.org/officeDocument/2006/relationships/customXml" Target="../ink/ink515.xml"/><Relationship Id="rId56" Type="http://schemas.openxmlformats.org/officeDocument/2006/relationships/image" Target="../media/image550.png"/><Relationship Id="rId77" Type="http://schemas.openxmlformats.org/officeDocument/2006/relationships/customXml" Target="../ink/ink536.xml"/><Relationship Id="rId100" Type="http://schemas.openxmlformats.org/officeDocument/2006/relationships/image" Target="../media/image572.png"/><Relationship Id="rId105" Type="http://schemas.openxmlformats.org/officeDocument/2006/relationships/customXml" Target="../ink/ink550.xml"/><Relationship Id="rId126" Type="http://schemas.openxmlformats.org/officeDocument/2006/relationships/image" Target="../media/image585.png"/><Relationship Id="rId8" Type="http://schemas.openxmlformats.org/officeDocument/2006/relationships/image" Target="../media/image526.png"/><Relationship Id="rId51" Type="http://schemas.openxmlformats.org/officeDocument/2006/relationships/customXml" Target="../ink/ink523.xml"/><Relationship Id="rId72" Type="http://schemas.openxmlformats.org/officeDocument/2006/relationships/image" Target="../media/image558.png"/><Relationship Id="rId93" Type="http://schemas.openxmlformats.org/officeDocument/2006/relationships/customXml" Target="../ink/ink544.xml"/><Relationship Id="rId98" Type="http://schemas.openxmlformats.org/officeDocument/2006/relationships/image" Target="../media/image571.png"/><Relationship Id="rId121" Type="http://schemas.openxmlformats.org/officeDocument/2006/relationships/customXml" Target="../ink/ink558.xml"/><Relationship Id="rId3" Type="http://schemas.openxmlformats.org/officeDocument/2006/relationships/customXml" Target="../ink/ink499.xml"/><Relationship Id="rId25" Type="http://schemas.openxmlformats.org/officeDocument/2006/relationships/customXml" Target="../ink/ink510.xml"/><Relationship Id="rId46" Type="http://schemas.openxmlformats.org/officeDocument/2006/relationships/image" Target="../media/image545.png"/><Relationship Id="rId67" Type="http://schemas.openxmlformats.org/officeDocument/2006/relationships/customXml" Target="../ink/ink531.xml"/><Relationship Id="rId116" Type="http://schemas.openxmlformats.org/officeDocument/2006/relationships/image" Target="../media/image580.png"/><Relationship Id="rId20" Type="http://schemas.openxmlformats.org/officeDocument/2006/relationships/image" Target="../media/image532.png"/><Relationship Id="rId41" Type="http://schemas.openxmlformats.org/officeDocument/2006/relationships/customXml" Target="../ink/ink518.xml"/><Relationship Id="rId62" Type="http://schemas.openxmlformats.org/officeDocument/2006/relationships/image" Target="../media/image553.png"/><Relationship Id="rId83" Type="http://schemas.openxmlformats.org/officeDocument/2006/relationships/customXml" Target="../ink/ink539.xml"/><Relationship Id="rId88" Type="http://schemas.openxmlformats.org/officeDocument/2006/relationships/image" Target="../media/image566.png"/><Relationship Id="rId111" Type="http://schemas.openxmlformats.org/officeDocument/2006/relationships/customXml" Target="../ink/ink553.xml"/><Relationship Id="rId132" Type="http://schemas.openxmlformats.org/officeDocument/2006/relationships/image" Target="../media/image588.png"/><Relationship Id="rId15" Type="http://schemas.openxmlformats.org/officeDocument/2006/relationships/customXml" Target="../ink/ink505.xml"/><Relationship Id="rId36" Type="http://schemas.openxmlformats.org/officeDocument/2006/relationships/image" Target="../media/image540.png"/><Relationship Id="rId57" Type="http://schemas.openxmlformats.org/officeDocument/2006/relationships/customXml" Target="../ink/ink526.xml"/><Relationship Id="rId106" Type="http://schemas.openxmlformats.org/officeDocument/2006/relationships/image" Target="../media/image575.png"/><Relationship Id="rId127" Type="http://schemas.openxmlformats.org/officeDocument/2006/relationships/customXml" Target="../ink/ink561.xml"/><Relationship Id="rId10" Type="http://schemas.openxmlformats.org/officeDocument/2006/relationships/image" Target="../media/image527.png"/><Relationship Id="rId31" Type="http://schemas.openxmlformats.org/officeDocument/2006/relationships/customXml" Target="../ink/ink513.xml"/><Relationship Id="rId52" Type="http://schemas.openxmlformats.org/officeDocument/2006/relationships/image" Target="../media/image548.png"/><Relationship Id="rId73" Type="http://schemas.openxmlformats.org/officeDocument/2006/relationships/customXml" Target="../ink/ink534.xml"/><Relationship Id="rId78" Type="http://schemas.openxmlformats.org/officeDocument/2006/relationships/image" Target="../media/image561.png"/><Relationship Id="rId94" Type="http://schemas.openxmlformats.org/officeDocument/2006/relationships/image" Target="../media/image569.png"/><Relationship Id="rId99" Type="http://schemas.openxmlformats.org/officeDocument/2006/relationships/customXml" Target="../ink/ink547.xml"/><Relationship Id="rId101" Type="http://schemas.openxmlformats.org/officeDocument/2006/relationships/customXml" Target="../ink/ink548.xml"/><Relationship Id="rId122" Type="http://schemas.openxmlformats.org/officeDocument/2006/relationships/image" Target="../media/image583.png"/><Relationship Id="rId4" Type="http://schemas.openxmlformats.org/officeDocument/2006/relationships/image" Target="../media/image524.png"/><Relationship Id="rId9" Type="http://schemas.openxmlformats.org/officeDocument/2006/relationships/customXml" Target="../ink/ink502.xml"/><Relationship Id="rId26" Type="http://schemas.openxmlformats.org/officeDocument/2006/relationships/image" Target="../media/image535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6.png"/><Relationship Id="rId21" Type="http://schemas.openxmlformats.org/officeDocument/2006/relationships/image" Target="../media/image598.png"/><Relationship Id="rId42" Type="http://schemas.openxmlformats.org/officeDocument/2006/relationships/customXml" Target="../ink/ink584.xml"/><Relationship Id="rId63" Type="http://schemas.openxmlformats.org/officeDocument/2006/relationships/image" Target="../media/image619.png"/><Relationship Id="rId84" Type="http://schemas.openxmlformats.org/officeDocument/2006/relationships/customXml" Target="../ink/ink605.xml"/><Relationship Id="rId16" Type="http://schemas.openxmlformats.org/officeDocument/2006/relationships/customXml" Target="../ink/ink571.xml"/><Relationship Id="rId107" Type="http://schemas.openxmlformats.org/officeDocument/2006/relationships/image" Target="../media/image641.png"/><Relationship Id="rId11" Type="http://schemas.openxmlformats.org/officeDocument/2006/relationships/image" Target="../media/image593.png"/><Relationship Id="rId32" Type="http://schemas.openxmlformats.org/officeDocument/2006/relationships/customXml" Target="../ink/ink579.xml"/><Relationship Id="rId37" Type="http://schemas.openxmlformats.org/officeDocument/2006/relationships/image" Target="../media/image606.png"/><Relationship Id="rId53" Type="http://schemas.openxmlformats.org/officeDocument/2006/relationships/image" Target="../media/image614.png"/><Relationship Id="rId58" Type="http://schemas.openxmlformats.org/officeDocument/2006/relationships/customXml" Target="../ink/ink592.xml"/><Relationship Id="rId74" Type="http://schemas.openxmlformats.org/officeDocument/2006/relationships/customXml" Target="../ink/ink600.xml"/><Relationship Id="rId79" Type="http://schemas.openxmlformats.org/officeDocument/2006/relationships/image" Target="../media/image627.png"/><Relationship Id="rId102" Type="http://schemas.openxmlformats.org/officeDocument/2006/relationships/customXml" Target="../ink/ink614.xml"/><Relationship Id="rId123" Type="http://schemas.openxmlformats.org/officeDocument/2006/relationships/image" Target="../media/image649.png"/><Relationship Id="rId128" Type="http://schemas.openxmlformats.org/officeDocument/2006/relationships/customXml" Target="../ink/ink627.xml"/><Relationship Id="rId5" Type="http://schemas.openxmlformats.org/officeDocument/2006/relationships/image" Target="../media/image590.png"/><Relationship Id="rId90" Type="http://schemas.openxmlformats.org/officeDocument/2006/relationships/customXml" Target="../ink/ink608.xml"/><Relationship Id="rId95" Type="http://schemas.openxmlformats.org/officeDocument/2006/relationships/image" Target="../media/image635.png"/><Relationship Id="rId22" Type="http://schemas.openxmlformats.org/officeDocument/2006/relationships/customXml" Target="../ink/ink574.xml"/><Relationship Id="rId27" Type="http://schemas.openxmlformats.org/officeDocument/2006/relationships/image" Target="../media/image601.png"/><Relationship Id="rId43" Type="http://schemas.openxmlformats.org/officeDocument/2006/relationships/image" Target="../media/image609.png"/><Relationship Id="rId48" Type="http://schemas.openxmlformats.org/officeDocument/2006/relationships/customXml" Target="../ink/ink587.xml"/><Relationship Id="rId64" Type="http://schemas.openxmlformats.org/officeDocument/2006/relationships/customXml" Target="../ink/ink595.xml"/><Relationship Id="rId69" Type="http://schemas.openxmlformats.org/officeDocument/2006/relationships/image" Target="../media/image622.png"/><Relationship Id="rId113" Type="http://schemas.openxmlformats.org/officeDocument/2006/relationships/image" Target="../media/image644.png"/><Relationship Id="rId118" Type="http://schemas.openxmlformats.org/officeDocument/2006/relationships/customXml" Target="../ink/ink622.xml"/><Relationship Id="rId134" Type="http://schemas.openxmlformats.org/officeDocument/2006/relationships/customXml" Target="../ink/ink630.xml"/><Relationship Id="rId80" Type="http://schemas.openxmlformats.org/officeDocument/2006/relationships/customXml" Target="../ink/ink603.xml"/><Relationship Id="rId85" Type="http://schemas.openxmlformats.org/officeDocument/2006/relationships/image" Target="../media/image630.png"/><Relationship Id="rId12" Type="http://schemas.openxmlformats.org/officeDocument/2006/relationships/customXml" Target="../ink/ink569.xml"/><Relationship Id="rId17" Type="http://schemas.openxmlformats.org/officeDocument/2006/relationships/image" Target="../media/image596.png"/><Relationship Id="rId33" Type="http://schemas.openxmlformats.org/officeDocument/2006/relationships/image" Target="../media/image604.png"/><Relationship Id="rId38" Type="http://schemas.openxmlformats.org/officeDocument/2006/relationships/customXml" Target="../ink/ink582.xml"/><Relationship Id="rId59" Type="http://schemas.openxmlformats.org/officeDocument/2006/relationships/image" Target="../media/image617.png"/><Relationship Id="rId103" Type="http://schemas.openxmlformats.org/officeDocument/2006/relationships/image" Target="../media/image639.png"/><Relationship Id="rId108" Type="http://schemas.openxmlformats.org/officeDocument/2006/relationships/customXml" Target="../ink/ink617.xml"/><Relationship Id="rId124" Type="http://schemas.openxmlformats.org/officeDocument/2006/relationships/customXml" Target="../ink/ink625.xml"/><Relationship Id="rId129" Type="http://schemas.openxmlformats.org/officeDocument/2006/relationships/image" Target="../media/image652.png"/><Relationship Id="rId54" Type="http://schemas.openxmlformats.org/officeDocument/2006/relationships/customXml" Target="../ink/ink590.xml"/><Relationship Id="rId70" Type="http://schemas.openxmlformats.org/officeDocument/2006/relationships/customXml" Target="../ink/ink598.xml"/><Relationship Id="rId75" Type="http://schemas.openxmlformats.org/officeDocument/2006/relationships/image" Target="../media/image625.png"/><Relationship Id="rId91" Type="http://schemas.openxmlformats.org/officeDocument/2006/relationships/image" Target="../media/image633.png"/><Relationship Id="rId96" Type="http://schemas.openxmlformats.org/officeDocument/2006/relationships/customXml" Target="../ink/ink611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566.xml"/><Relationship Id="rId23" Type="http://schemas.openxmlformats.org/officeDocument/2006/relationships/image" Target="../media/image599.png"/><Relationship Id="rId28" Type="http://schemas.openxmlformats.org/officeDocument/2006/relationships/customXml" Target="../ink/ink577.xml"/><Relationship Id="rId49" Type="http://schemas.openxmlformats.org/officeDocument/2006/relationships/image" Target="../media/image612.png"/><Relationship Id="rId114" Type="http://schemas.openxmlformats.org/officeDocument/2006/relationships/customXml" Target="../ink/ink620.xml"/><Relationship Id="rId119" Type="http://schemas.openxmlformats.org/officeDocument/2006/relationships/image" Target="../media/image647.png"/><Relationship Id="rId44" Type="http://schemas.openxmlformats.org/officeDocument/2006/relationships/customXml" Target="../ink/ink585.xml"/><Relationship Id="rId60" Type="http://schemas.openxmlformats.org/officeDocument/2006/relationships/customXml" Target="../ink/ink593.xml"/><Relationship Id="rId65" Type="http://schemas.openxmlformats.org/officeDocument/2006/relationships/image" Target="../media/image620.png"/><Relationship Id="rId81" Type="http://schemas.openxmlformats.org/officeDocument/2006/relationships/image" Target="../media/image628.png"/><Relationship Id="rId86" Type="http://schemas.openxmlformats.org/officeDocument/2006/relationships/customXml" Target="../ink/ink606.xml"/><Relationship Id="rId130" Type="http://schemas.openxmlformats.org/officeDocument/2006/relationships/customXml" Target="../ink/ink628.xml"/><Relationship Id="rId135" Type="http://schemas.openxmlformats.org/officeDocument/2006/relationships/image" Target="../media/image655.png"/><Relationship Id="rId13" Type="http://schemas.openxmlformats.org/officeDocument/2006/relationships/image" Target="../media/image594.png"/><Relationship Id="rId18" Type="http://schemas.openxmlformats.org/officeDocument/2006/relationships/customXml" Target="../ink/ink572.xml"/><Relationship Id="rId39" Type="http://schemas.openxmlformats.org/officeDocument/2006/relationships/image" Target="../media/image607.png"/><Relationship Id="rId109" Type="http://schemas.openxmlformats.org/officeDocument/2006/relationships/image" Target="../media/image642.png"/><Relationship Id="rId34" Type="http://schemas.openxmlformats.org/officeDocument/2006/relationships/customXml" Target="../ink/ink580.xml"/><Relationship Id="rId50" Type="http://schemas.openxmlformats.org/officeDocument/2006/relationships/customXml" Target="../ink/ink588.xml"/><Relationship Id="rId55" Type="http://schemas.openxmlformats.org/officeDocument/2006/relationships/image" Target="../media/image615.png"/><Relationship Id="rId76" Type="http://schemas.openxmlformats.org/officeDocument/2006/relationships/customXml" Target="../ink/ink601.xml"/><Relationship Id="rId97" Type="http://schemas.openxmlformats.org/officeDocument/2006/relationships/image" Target="../media/image636.png"/><Relationship Id="rId104" Type="http://schemas.openxmlformats.org/officeDocument/2006/relationships/customXml" Target="../ink/ink615.xml"/><Relationship Id="rId120" Type="http://schemas.openxmlformats.org/officeDocument/2006/relationships/customXml" Target="../ink/ink623.xml"/><Relationship Id="rId125" Type="http://schemas.openxmlformats.org/officeDocument/2006/relationships/image" Target="../media/image650.png"/><Relationship Id="rId7" Type="http://schemas.openxmlformats.org/officeDocument/2006/relationships/image" Target="../media/image591.png"/><Relationship Id="rId71" Type="http://schemas.openxmlformats.org/officeDocument/2006/relationships/image" Target="../media/image623.png"/><Relationship Id="rId92" Type="http://schemas.openxmlformats.org/officeDocument/2006/relationships/customXml" Target="../ink/ink609.xml"/><Relationship Id="rId2" Type="http://schemas.openxmlformats.org/officeDocument/2006/relationships/customXml" Target="../ink/ink564.xml"/><Relationship Id="rId29" Type="http://schemas.openxmlformats.org/officeDocument/2006/relationships/image" Target="../media/image602.png"/><Relationship Id="rId24" Type="http://schemas.openxmlformats.org/officeDocument/2006/relationships/customXml" Target="../ink/ink575.xml"/><Relationship Id="rId40" Type="http://schemas.openxmlformats.org/officeDocument/2006/relationships/customXml" Target="../ink/ink583.xml"/><Relationship Id="rId45" Type="http://schemas.openxmlformats.org/officeDocument/2006/relationships/image" Target="../media/image610.png"/><Relationship Id="rId66" Type="http://schemas.openxmlformats.org/officeDocument/2006/relationships/customXml" Target="../ink/ink596.xml"/><Relationship Id="rId87" Type="http://schemas.openxmlformats.org/officeDocument/2006/relationships/image" Target="../media/image631.png"/><Relationship Id="rId110" Type="http://schemas.openxmlformats.org/officeDocument/2006/relationships/customXml" Target="../ink/ink618.xml"/><Relationship Id="rId115" Type="http://schemas.openxmlformats.org/officeDocument/2006/relationships/image" Target="../media/image645.png"/><Relationship Id="rId131" Type="http://schemas.openxmlformats.org/officeDocument/2006/relationships/image" Target="../media/image653.png"/><Relationship Id="rId136" Type="http://schemas.openxmlformats.org/officeDocument/2006/relationships/customXml" Target="../ink/ink631.xml"/><Relationship Id="rId61" Type="http://schemas.openxmlformats.org/officeDocument/2006/relationships/image" Target="../media/image618.png"/><Relationship Id="rId82" Type="http://schemas.openxmlformats.org/officeDocument/2006/relationships/customXml" Target="../ink/ink604.xml"/><Relationship Id="rId19" Type="http://schemas.openxmlformats.org/officeDocument/2006/relationships/image" Target="../media/image597.png"/><Relationship Id="rId14" Type="http://schemas.openxmlformats.org/officeDocument/2006/relationships/customXml" Target="../ink/ink570.xml"/><Relationship Id="rId30" Type="http://schemas.openxmlformats.org/officeDocument/2006/relationships/customXml" Target="../ink/ink578.xml"/><Relationship Id="rId35" Type="http://schemas.openxmlformats.org/officeDocument/2006/relationships/image" Target="../media/image605.png"/><Relationship Id="rId56" Type="http://schemas.openxmlformats.org/officeDocument/2006/relationships/customXml" Target="../ink/ink591.xml"/><Relationship Id="rId77" Type="http://schemas.openxmlformats.org/officeDocument/2006/relationships/image" Target="../media/image626.png"/><Relationship Id="rId100" Type="http://schemas.openxmlformats.org/officeDocument/2006/relationships/customXml" Target="../ink/ink613.xml"/><Relationship Id="rId105" Type="http://schemas.openxmlformats.org/officeDocument/2006/relationships/image" Target="../media/image640.png"/><Relationship Id="rId126" Type="http://schemas.openxmlformats.org/officeDocument/2006/relationships/customXml" Target="../ink/ink626.xml"/><Relationship Id="rId8" Type="http://schemas.openxmlformats.org/officeDocument/2006/relationships/customXml" Target="../ink/ink567.xml"/><Relationship Id="rId51" Type="http://schemas.openxmlformats.org/officeDocument/2006/relationships/image" Target="../media/image613.png"/><Relationship Id="rId72" Type="http://schemas.openxmlformats.org/officeDocument/2006/relationships/customXml" Target="../ink/ink599.xml"/><Relationship Id="rId93" Type="http://schemas.openxmlformats.org/officeDocument/2006/relationships/image" Target="../media/image634.png"/><Relationship Id="rId98" Type="http://schemas.openxmlformats.org/officeDocument/2006/relationships/customXml" Target="../ink/ink612.xml"/><Relationship Id="rId121" Type="http://schemas.openxmlformats.org/officeDocument/2006/relationships/image" Target="../media/image648.png"/><Relationship Id="rId3" Type="http://schemas.openxmlformats.org/officeDocument/2006/relationships/image" Target="../media/image589.png"/><Relationship Id="rId25" Type="http://schemas.openxmlformats.org/officeDocument/2006/relationships/image" Target="../media/image600.png"/><Relationship Id="rId46" Type="http://schemas.openxmlformats.org/officeDocument/2006/relationships/customXml" Target="../ink/ink586.xml"/><Relationship Id="rId67" Type="http://schemas.openxmlformats.org/officeDocument/2006/relationships/image" Target="../media/image621.png"/><Relationship Id="rId116" Type="http://schemas.openxmlformats.org/officeDocument/2006/relationships/customXml" Target="../ink/ink621.xml"/><Relationship Id="rId137" Type="http://schemas.openxmlformats.org/officeDocument/2006/relationships/image" Target="../media/image656.png"/><Relationship Id="rId20" Type="http://schemas.openxmlformats.org/officeDocument/2006/relationships/customXml" Target="../ink/ink573.xml"/><Relationship Id="rId41" Type="http://schemas.openxmlformats.org/officeDocument/2006/relationships/image" Target="../media/image608.png"/><Relationship Id="rId62" Type="http://schemas.openxmlformats.org/officeDocument/2006/relationships/customXml" Target="../ink/ink594.xml"/><Relationship Id="rId83" Type="http://schemas.openxmlformats.org/officeDocument/2006/relationships/image" Target="../media/image629.png"/><Relationship Id="rId88" Type="http://schemas.openxmlformats.org/officeDocument/2006/relationships/customXml" Target="../ink/ink607.xml"/><Relationship Id="rId111" Type="http://schemas.openxmlformats.org/officeDocument/2006/relationships/image" Target="../media/image643.png"/><Relationship Id="rId132" Type="http://schemas.openxmlformats.org/officeDocument/2006/relationships/customXml" Target="../ink/ink629.xml"/><Relationship Id="rId15" Type="http://schemas.openxmlformats.org/officeDocument/2006/relationships/image" Target="../media/image595.png"/><Relationship Id="rId36" Type="http://schemas.openxmlformats.org/officeDocument/2006/relationships/customXml" Target="../ink/ink581.xml"/><Relationship Id="rId57" Type="http://schemas.openxmlformats.org/officeDocument/2006/relationships/image" Target="../media/image616.png"/><Relationship Id="rId106" Type="http://schemas.openxmlformats.org/officeDocument/2006/relationships/customXml" Target="../ink/ink616.xml"/><Relationship Id="rId127" Type="http://schemas.openxmlformats.org/officeDocument/2006/relationships/image" Target="../media/image651.png"/><Relationship Id="rId10" Type="http://schemas.openxmlformats.org/officeDocument/2006/relationships/customXml" Target="../ink/ink568.xml"/><Relationship Id="rId31" Type="http://schemas.openxmlformats.org/officeDocument/2006/relationships/image" Target="../media/image603.png"/><Relationship Id="rId52" Type="http://schemas.openxmlformats.org/officeDocument/2006/relationships/customXml" Target="../ink/ink589.xml"/><Relationship Id="rId73" Type="http://schemas.openxmlformats.org/officeDocument/2006/relationships/image" Target="../media/image624.png"/><Relationship Id="rId78" Type="http://schemas.openxmlformats.org/officeDocument/2006/relationships/customXml" Target="../ink/ink602.xml"/><Relationship Id="rId94" Type="http://schemas.openxmlformats.org/officeDocument/2006/relationships/customXml" Target="../ink/ink610.xml"/><Relationship Id="rId99" Type="http://schemas.openxmlformats.org/officeDocument/2006/relationships/image" Target="../media/image637.png"/><Relationship Id="rId101" Type="http://schemas.openxmlformats.org/officeDocument/2006/relationships/image" Target="../media/image638.png"/><Relationship Id="rId122" Type="http://schemas.openxmlformats.org/officeDocument/2006/relationships/customXml" Target="../ink/ink624.xml"/><Relationship Id="rId4" Type="http://schemas.openxmlformats.org/officeDocument/2006/relationships/customXml" Target="../ink/ink565.xml"/><Relationship Id="rId9" Type="http://schemas.openxmlformats.org/officeDocument/2006/relationships/image" Target="../media/image592.png"/><Relationship Id="rId26" Type="http://schemas.openxmlformats.org/officeDocument/2006/relationships/customXml" Target="../ink/ink576.xml"/><Relationship Id="rId47" Type="http://schemas.openxmlformats.org/officeDocument/2006/relationships/image" Target="../media/image611.png"/><Relationship Id="rId68" Type="http://schemas.openxmlformats.org/officeDocument/2006/relationships/customXml" Target="../ink/ink597.xml"/><Relationship Id="rId89" Type="http://schemas.openxmlformats.org/officeDocument/2006/relationships/image" Target="../media/image632.png"/><Relationship Id="rId112" Type="http://schemas.openxmlformats.org/officeDocument/2006/relationships/customXml" Target="../ink/ink619.xml"/><Relationship Id="rId133" Type="http://schemas.openxmlformats.org/officeDocument/2006/relationships/image" Target="../media/image65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5.xml"/><Relationship Id="rId18" Type="http://schemas.openxmlformats.org/officeDocument/2006/relationships/image" Target="../media/image667.png"/><Relationship Id="rId26" Type="http://schemas.openxmlformats.org/officeDocument/2006/relationships/image" Target="../media/image671.png"/><Relationship Id="rId3" Type="http://schemas.openxmlformats.org/officeDocument/2006/relationships/image" Target="../media/image415.png"/><Relationship Id="rId21" Type="http://schemas.openxmlformats.org/officeDocument/2006/relationships/customXml" Target="../ink/ink639.xml"/><Relationship Id="rId34" Type="http://schemas.openxmlformats.org/officeDocument/2006/relationships/image" Target="../media/image661.png"/><Relationship Id="rId7" Type="http://schemas.openxmlformats.org/officeDocument/2006/relationships/customXml" Target="../ink/ink632.xml"/><Relationship Id="rId12" Type="http://schemas.openxmlformats.org/officeDocument/2006/relationships/image" Target="../media/image664.png"/><Relationship Id="rId17" Type="http://schemas.openxmlformats.org/officeDocument/2006/relationships/customXml" Target="../ink/ink637.xml"/><Relationship Id="rId25" Type="http://schemas.openxmlformats.org/officeDocument/2006/relationships/customXml" Target="../ink/ink641.xml"/><Relationship Id="rId33" Type="http://schemas.openxmlformats.org/officeDocument/2006/relationships/customXml" Target="../ink/ink645.xml"/><Relationship Id="rId2" Type="http://schemas.openxmlformats.org/officeDocument/2006/relationships/image" Target="../media/image252.png"/><Relationship Id="rId16" Type="http://schemas.openxmlformats.org/officeDocument/2006/relationships/image" Target="../media/image666.png"/><Relationship Id="rId20" Type="http://schemas.openxmlformats.org/officeDocument/2006/relationships/image" Target="../media/image668.png"/><Relationship Id="rId29" Type="http://schemas.openxmlformats.org/officeDocument/2006/relationships/customXml" Target="../ink/ink643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58.png"/><Relationship Id="rId11" Type="http://schemas.openxmlformats.org/officeDocument/2006/relationships/customXml" Target="../ink/ink634.xml"/><Relationship Id="rId24" Type="http://schemas.openxmlformats.org/officeDocument/2006/relationships/image" Target="../media/image670.png"/><Relationship Id="rId32" Type="http://schemas.openxmlformats.org/officeDocument/2006/relationships/image" Target="../media/image660.png"/><Relationship Id="rId5" Type="http://schemas.openxmlformats.org/officeDocument/2006/relationships/image" Target="../media/image657.png"/><Relationship Id="rId15" Type="http://schemas.openxmlformats.org/officeDocument/2006/relationships/customXml" Target="../ink/ink636.xml"/><Relationship Id="rId23" Type="http://schemas.openxmlformats.org/officeDocument/2006/relationships/customXml" Target="../ink/ink640.xml"/><Relationship Id="rId28" Type="http://schemas.openxmlformats.org/officeDocument/2006/relationships/image" Target="../media/image672.png"/><Relationship Id="rId10" Type="http://schemas.openxmlformats.org/officeDocument/2006/relationships/image" Target="../media/image663.png"/><Relationship Id="rId19" Type="http://schemas.openxmlformats.org/officeDocument/2006/relationships/customXml" Target="../ink/ink638.xml"/><Relationship Id="rId31" Type="http://schemas.openxmlformats.org/officeDocument/2006/relationships/customXml" Target="../ink/ink644.xml"/><Relationship Id="rId4" Type="http://schemas.openxmlformats.org/officeDocument/2006/relationships/image" Target="../media/image523.png"/><Relationship Id="rId9" Type="http://schemas.openxmlformats.org/officeDocument/2006/relationships/customXml" Target="../ink/ink633.xml"/><Relationship Id="rId14" Type="http://schemas.openxmlformats.org/officeDocument/2006/relationships/image" Target="../media/image665.png"/><Relationship Id="rId22" Type="http://schemas.openxmlformats.org/officeDocument/2006/relationships/image" Target="../media/image669.png"/><Relationship Id="rId27" Type="http://schemas.openxmlformats.org/officeDocument/2006/relationships/customXml" Target="../ink/ink642.xml"/><Relationship Id="rId30" Type="http://schemas.openxmlformats.org/officeDocument/2006/relationships/image" Target="../media/image659.png"/><Relationship Id="rId8" Type="http://schemas.openxmlformats.org/officeDocument/2006/relationships/image" Target="../media/image66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0.png"/><Relationship Id="rId21" Type="http://schemas.openxmlformats.org/officeDocument/2006/relationships/image" Target="../media/image682.png"/><Relationship Id="rId42" Type="http://schemas.openxmlformats.org/officeDocument/2006/relationships/customXml" Target="../ink/ink666.xml"/><Relationship Id="rId63" Type="http://schemas.openxmlformats.org/officeDocument/2006/relationships/image" Target="../media/image703.png"/><Relationship Id="rId84" Type="http://schemas.openxmlformats.org/officeDocument/2006/relationships/customXml" Target="../ink/ink687.xml"/><Relationship Id="rId138" Type="http://schemas.openxmlformats.org/officeDocument/2006/relationships/customXml" Target="../ink/ink714.xml"/><Relationship Id="rId159" Type="http://schemas.openxmlformats.org/officeDocument/2006/relationships/customXml" Target="../ink/ink725.xml"/><Relationship Id="rId170" Type="http://schemas.openxmlformats.org/officeDocument/2006/relationships/image" Target="../media/image756.png"/><Relationship Id="rId191" Type="http://schemas.openxmlformats.org/officeDocument/2006/relationships/customXml" Target="../ink/ink741.xml"/><Relationship Id="rId107" Type="http://schemas.openxmlformats.org/officeDocument/2006/relationships/image" Target="../media/image725.png"/><Relationship Id="rId11" Type="http://schemas.openxmlformats.org/officeDocument/2006/relationships/image" Target="../media/image677.png"/><Relationship Id="rId32" Type="http://schemas.openxmlformats.org/officeDocument/2006/relationships/customXml" Target="../ink/ink661.xml"/><Relationship Id="rId53" Type="http://schemas.openxmlformats.org/officeDocument/2006/relationships/image" Target="../media/image698.png"/><Relationship Id="rId74" Type="http://schemas.openxmlformats.org/officeDocument/2006/relationships/customXml" Target="../ink/ink682.xml"/><Relationship Id="rId128" Type="http://schemas.openxmlformats.org/officeDocument/2006/relationships/customXml" Target="../ink/ink709.xml"/><Relationship Id="rId149" Type="http://schemas.openxmlformats.org/officeDocument/2006/relationships/customXml" Target="../ink/ink720.xml"/><Relationship Id="rId5" Type="http://schemas.openxmlformats.org/officeDocument/2006/relationships/image" Target="../media/image674.png"/><Relationship Id="rId95" Type="http://schemas.openxmlformats.org/officeDocument/2006/relationships/image" Target="../media/image719.png"/><Relationship Id="rId160" Type="http://schemas.openxmlformats.org/officeDocument/2006/relationships/image" Target="../media/image751.png"/><Relationship Id="rId181" Type="http://schemas.openxmlformats.org/officeDocument/2006/relationships/customXml" Target="../ink/ink736.xml"/><Relationship Id="rId22" Type="http://schemas.openxmlformats.org/officeDocument/2006/relationships/customXml" Target="../ink/ink656.xml"/><Relationship Id="rId43" Type="http://schemas.openxmlformats.org/officeDocument/2006/relationships/image" Target="../media/image693.png"/><Relationship Id="rId64" Type="http://schemas.openxmlformats.org/officeDocument/2006/relationships/customXml" Target="../ink/ink677.xml"/><Relationship Id="rId118" Type="http://schemas.openxmlformats.org/officeDocument/2006/relationships/customXml" Target="../ink/ink704.xml"/><Relationship Id="rId139" Type="http://schemas.openxmlformats.org/officeDocument/2006/relationships/image" Target="../media/image741.png"/><Relationship Id="rId85" Type="http://schemas.openxmlformats.org/officeDocument/2006/relationships/image" Target="../media/image714.png"/><Relationship Id="rId150" Type="http://schemas.openxmlformats.org/officeDocument/2006/relationships/image" Target="../media/image746.png"/><Relationship Id="rId171" Type="http://schemas.openxmlformats.org/officeDocument/2006/relationships/customXml" Target="../ink/ink731.xml"/><Relationship Id="rId192" Type="http://schemas.openxmlformats.org/officeDocument/2006/relationships/image" Target="../media/image767.png"/><Relationship Id="rId12" Type="http://schemas.openxmlformats.org/officeDocument/2006/relationships/customXml" Target="../ink/ink651.xml"/><Relationship Id="rId33" Type="http://schemas.openxmlformats.org/officeDocument/2006/relationships/image" Target="../media/image688.png"/><Relationship Id="rId108" Type="http://schemas.openxmlformats.org/officeDocument/2006/relationships/customXml" Target="../ink/ink699.xml"/><Relationship Id="rId129" Type="http://schemas.openxmlformats.org/officeDocument/2006/relationships/image" Target="../media/image736.png"/><Relationship Id="rId54" Type="http://schemas.openxmlformats.org/officeDocument/2006/relationships/customXml" Target="../ink/ink672.xml"/><Relationship Id="rId75" Type="http://schemas.openxmlformats.org/officeDocument/2006/relationships/image" Target="../media/image709.png"/><Relationship Id="rId96" Type="http://schemas.openxmlformats.org/officeDocument/2006/relationships/customXml" Target="../ink/ink693.xml"/><Relationship Id="rId140" Type="http://schemas.openxmlformats.org/officeDocument/2006/relationships/customXml" Target="../ink/ink715.xml"/><Relationship Id="rId161" Type="http://schemas.openxmlformats.org/officeDocument/2006/relationships/customXml" Target="../ink/ink726.xml"/><Relationship Id="rId182" Type="http://schemas.openxmlformats.org/officeDocument/2006/relationships/image" Target="../media/image762.png"/><Relationship Id="rId6" Type="http://schemas.openxmlformats.org/officeDocument/2006/relationships/customXml" Target="../ink/ink648.xml"/><Relationship Id="rId23" Type="http://schemas.openxmlformats.org/officeDocument/2006/relationships/image" Target="../media/image683.png"/><Relationship Id="rId119" Type="http://schemas.openxmlformats.org/officeDocument/2006/relationships/image" Target="../media/image731.png"/><Relationship Id="rId44" Type="http://schemas.openxmlformats.org/officeDocument/2006/relationships/customXml" Target="../ink/ink667.xml"/><Relationship Id="rId65" Type="http://schemas.openxmlformats.org/officeDocument/2006/relationships/image" Target="../media/image704.png"/><Relationship Id="rId86" Type="http://schemas.openxmlformats.org/officeDocument/2006/relationships/customXml" Target="../ink/ink688.xml"/><Relationship Id="rId130" Type="http://schemas.openxmlformats.org/officeDocument/2006/relationships/customXml" Target="../ink/ink710.xml"/><Relationship Id="rId151" Type="http://schemas.openxmlformats.org/officeDocument/2006/relationships/customXml" Target="../ink/ink721.xml"/><Relationship Id="rId172" Type="http://schemas.openxmlformats.org/officeDocument/2006/relationships/image" Target="../media/image757.png"/><Relationship Id="rId193" Type="http://schemas.openxmlformats.org/officeDocument/2006/relationships/customXml" Target="../ink/ink742.xml"/><Relationship Id="rId13" Type="http://schemas.openxmlformats.org/officeDocument/2006/relationships/image" Target="../media/image678.png"/><Relationship Id="rId109" Type="http://schemas.openxmlformats.org/officeDocument/2006/relationships/image" Target="../media/image726.png"/><Relationship Id="rId34" Type="http://schemas.openxmlformats.org/officeDocument/2006/relationships/customXml" Target="../ink/ink662.xml"/><Relationship Id="rId55" Type="http://schemas.openxmlformats.org/officeDocument/2006/relationships/image" Target="../media/image699.png"/><Relationship Id="rId76" Type="http://schemas.openxmlformats.org/officeDocument/2006/relationships/customXml" Target="../ink/ink683.xml"/><Relationship Id="rId97" Type="http://schemas.openxmlformats.org/officeDocument/2006/relationships/image" Target="../media/image720.png"/><Relationship Id="rId120" Type="http://schemas.openxmlformats.org/officeDocument/2006/relationships/customXml" Target="../ink/ink705.xml"/><Relationship Id="rId141" Type="http://schemas.openxmlformats.org/officeDocument/2006/relationships/image" Target="../media/image742.png"/><Relationship Id="rId7" Type="http://schemas.openxmlformats.org/officeDocument/2006/relationships/image" Target="../media/image675.png"/><Relationship Id="rId162" Type="http://schemas.openxmlformats.org/officeDocument/2006/relationships/image" Target="../media/image752.png"/><Relationship Id="rId183" Type="http://schemas.openxmlformats.org/officeDocument/2006/relationships/customXml" Target="../ink/ink737.xml"/><Relationship Id="rId2" Type="http://schemas.openxmlformats.org/officeDocument/2006/relationships/customXml" Target="../ink/ink646.xml"/><Relationship Id="rId29" Type="http://schemas.openxmlformats.org/officeDocument/2006/relationships/image" Target="../media/image686.png"/><Relationship Id="rId24" Type="http://schemas.openxmlformats.org/officeDocument/2006/relationships/customXml" Target="../ink/ink657.xml"/><Relationship Id="rId40" Type="http://schemas.openxmlformats.org/officeDocument/2006/relationships/customXml" Target="../ink/ink665.xml"/><Relationship Id="rId45" Type="http://schemas.openxmlformats.org/officeDocument/2006/relationships/image" Target="../media/image694.png"/><Relationship Id="rId66" Type="http://schemas.openxmlformats.org/officeDocument/2006/relationships/customXml" Target="../ink/ink678.xml"/><Relationship Id="rId87" Type="http://schemas.openxmlformats.org/officeDocument/2006/relationships/image" Target="../media/image715.png"/><Relationship Id="rId110" Type="http://schemas.openxmlformats.org/officeDocument/2006/relationships/customXml" Target="../ink/ink700.xml"/><Relationship Id="rId115" Type="http://schemas.openxmlformats.org/officeDocument/2006/relationships/image" Target="../media/image729.png"/><Relationship Id="rId131" Type="http://schemas.openxmlformats.org/officeDocument/2006/relationships/image" Target="../media/image737.png"/><Relationship Id="rId136" Type="http://schemas.openxmlformats.org/officeDocument/2006/relationships/customXml" Target="../ink/ink713.xml"/><Relationship Id="rId157" Type="http://schemas.openxmlformats.org/officeDocument/2006/relationships/customXml" Target="../ink/ink724.xml"/><Relationship Id="rId178" Type="http://schemas.openxmlformats.org/officeDocument/2006/relationships/image" Target="../media/image760.png"/><Relationship Id="rId61" Type="http://schemas.openxmlformats.org/officeDocument/2006/relationships/image" Target="../media/image702.png"/><Relationship Id="rId82" Type="http://schemas.openxmlformats.org/officeDocument/2006/relationships/customXml" Target="../ink/ink686.xml"/><Relationship Id="rId152" Type="http://schemas.openxmlformats.org/officeDocument/2006/relationships/image" Target="../media/image747.png"/><Relationship Id="rId173" Type="http://schemas.openxmlformats.org/officeDocument/2006/relationships/customXml" Target="../ink/ink732.xml"/><Relationship Id="rId194" Type="http://schemas.openxmlformats.org/officeDocument/2006/relationships/image" Target="../media/image768.png"/><Relationship Id="rId199" Type="http://schemas.openxmlformats.org/officeDocument/2006/relationships/customXml" Target="../ink/ink745.xml"/><Relationship Id="rId203" Type="http://schemas.openxmlformats.org/officeDocument/2006/relationships/customXml" Target="../ink/ink747.xml"/><Relationship Id="rId19" Type="http://schemas.openxmlformats.org/officeDocument/2006/relationships/image" Target="../media/image681.png"/><Relationship Id="rId14" Type="http://schemas.openxmlformats.org/officeDocument/2006/relationships/customXml" Target="../ink/ink652.xml"/><Relationship Id="rId30" Type="http://schemas.openxmlformats.org/officeDocument/2006/relationships/customXml" Target="../ink/ink660.xml"/><Relationship Id="rId35" Type="http://schemas.openxmlformats.org/officeDocument/2006/relationships/image" Target="../media/image689.png"/><Relationship Id="rId56" Type="http://schemas.openxmlformats.org/officeDocument/2006/relationships/customXml" Target="../ink/ink673.xml"/><Relationship Id="rId77" Type="http://schemas.openxmlformats.org/officeDocument/2006/relationships/image" Target="../media/image710.png"/><Relationship Id="rId100" Type="http://schemas.openxmlformats.org/officeDocument/2006/relationships/customXml" Target="../ink/ink695.xml"/><Relationship Id="rId105" Type="http://schemas.openxmlformats.org/officeDocument/2006/relationships/image" Target="../media/image724.png"/><Relationship Id="rId126" Type="http://schemas.openxmlformats.org/officeDocument/2006/relationships/customXml" Target="../ink/ink708.xml"/><Relationship Id="rId147" Type="http://schemas.openxmlformats.org/officeDocument/2006/relationships/image" Target="../media/image745.png"/><Relationship Id="rId168" Type="http://schemas.openxmlformats.org/officeDocument/2006/relationships/image" Target="../media/image755.png"/><Relationship Id="rId8" Type="http://schemas.openxmlformats.org/officeDocument/2006/relationships/customXml" Target="../ink/ink649.xml"/><Relationship Id="rId51" Type="http://schemas.openxmlformats.org/officeDocument/2006/relationships/image" Target="../media/image697.png"/><Relationship Id="rId72" Type="http://schemas.openxmlformats.org/officeDocument/2006/relationships/customXml" Target="../ink/ink681.xml"/><Relationship Id="rId93" Type="http://schemas.openxmlformats.org/officeDocument/2006/relationships/image" Target="../media/image718.png"/><Relationship Id="rId98" Type="http://schemas.openxmlformats.org/officeDocument/2006/relationships/customXml" Target="../ink/ink694.xml"/><Relationship Id="rId121" Type="http://schemas.openxmlformats.org/officeDocument/2006/relationships/image" Target="../media/image732.png"/><Relationship Id="rId142" Type="http://schemas.openxmlformats.org/officeDocument/2006/relationships/customXml" Target="../ink/ink716.xml"/><Relationship Id="rId163" Type="http://schemas.openxmlformats.org/officeDocument/2006/relationships/customXml" Target="../ink/ink727.xml"/><Relationship Id="rId184" Type="http://schemas.openxmlformats.org/officeDocument/2006/relationships/image" Target="../media/image763.png"/><Relationship Id="rId189" Type="http://schemas.openxmlformats.org/officeDocument/2006/relationships/customXml" Target="../ink/ink740.xml"/><Relationship Id="rId3" Type="http://schemas.openxmlformats.org/officeDocument/2006/relationships/image" Target="../media/image673.png"/><Relationship Id="rId25" Type="http://schemas.openxmlformats.org/officeDocument/2006/relationships/image" Target="../media/image684.png"/><Relationship Id="rId46" Type="http://schemas.openxmlformats.org/officeDocument/2006/relationships/customXml" Target="../ink/ink668.xml"/><Relationship Id="rId67" Type="http://schemas.openxmlformats.org/officeDocument/2006/relationships/image" Target="../media/image705.png"/><Relationship Id="rId116" Type="http://schemas.openxmlformats.org/officeDocument/2006/relationships/customXml" Target="../ink/ink703.xml"/><Relationship Id="rId137" Type="http://schemas.openxmlformats.org/officeDocument/2006/relationships/image" Target="../media/image740.png"/><Relationship Id="rId158" Type="http://schemas.openxmlformats.org/officeDocument/2006/relationships/image" Target="../media/image750.png"/><Relationship Id="rId20" Type="http://schemas.openxmlformats.org/officeDocument/2006/relationships/customXml" Target="../ink/ink655.xml"/><Relationship Id="rId41" Type="http://schemas.openxmlformats.org/officeDocument/2006/relationships/image" Target="../media/image692.png"/><Relationship Id="rId62" Type="http://schemas.openxmlformats.org/officeDocument/2006/relationships/customXml" Target="../ink/ink676.xml"/><Relationship Id="rId83" Type="http://schemas.openxmlformats.org/officeDocument/2006/relationships/image" Target="../media/image713.png"/><Relationship Id="rId88" Type="http://schemas.openxmlformats.org/officeDocument/2006/relationships/customXml" Target="../ink/ink689.xml"/><Relationship Id="rId111" Type="http://schemas.openxmlformats.org/officeDocument/2006/relationships/image" Target="../media/image727.png"/><Relationship Id="rId132" Type="http://schemas.openxmlformats.org/officeDocument/2006/relationships/customXml" Target="../ink/ink711.xml"/><Relationship Id="rId153" Type="http://schemas.openxmlformats.org/officeDocument/2006/relationships/customXml" Target="../ink/ink722.xml"/><Relationship Id="rId174" Type="http://schemas.openxmlformats.org/officeDocument/2006/relationships/image" Target="../media/image758.png"/><Relationship Id="rId179" Type="http://schemas.openxmlformats.org/officeDocument/2006/relationships/customXml" Target="../ink/ink735.xml"/><Relationship Id="rId195" Type="http://schemas.openxmlformats.org/officeDocument/2006/relationships/customXml" Target="../ink/ink743.xml"/><Relationship Id="rId190" Type="http://schemas.openxmlformats.org/officeDocument/2006/relationships/image" Target="../media/image766.png"/><Relationship Id="rId204" Type="http://schemas.openxmlformats.org/officeDocument/2006/relationships/image" Target="../media/image773.png"/><Relationship Id="rId15" Type="http://schemas.openxmlformats.org/officeDocument/2006/relationships/image" Target="../media/image679.png"/><Relationship Id="rId36" Type="http://schemas.openxmlformats.org/officeDocument/2006/relationships/customXml" Target="../ink/ink663.xml"/><Relationship Id="rId57" Type="http://schemas.openxmlformats.org/officeDocument/2006/relationships/image" Target="../media/image700.png"/><Relationship Id="rId106" Type="http://schemas.openxmlformats.org/officeDocument/2006/relationships/customXml" Target="../ink/ink698.xml"/><Relationship Id="rId127" Type="http://schemas.openxmlformats.org/officeDocument/2006/relationships/image" Target="../media/image735.png"/><Relationship Id="rId10" Type="http://schemas.openxmlformats.org/officeDocument/2006/relationships/customXml" Target="../ink/ink650.xml"/><Relationship Id="rId31" Type="http://schemas.openxmlformats.org/officeDocument/2006/relationships/image" Target="../media/image687.png"/><Relationship Id="rId52" Type="http://schemas.openxmlformats.org/officeDocument/2006/relationships/customXml" Target="../ink/ink671.xml"/><Relationship Id="rId73" Type="http://schemas.openxmlformats.org/officeDocument/2006/relationships/image" Target="../media/image708.png"/><Relationship Id="rId78" Type="http://schemas.openxmlformats.org/officeDocument/2006/relationships/customXml" Target="../ink/ink684.xml"/><Relationship Id="rId94" Type="http://schemas.openxmlformats.org/officeDocument/2006/relationships/customXml" Target="../ink/ink692.xml"/><Relationship Id="rId99" Type="http://schemas.openxmlformats.org/officeDocument/2006/relationships/image" Target="../media/image721.png"/><Relationship Id="rId101" Type="http://schemas.openxmlformats.org/officeDocument/2006/relationships/image" Target="../media/image722.png"/><Relationship Id="rId122" Type="http://schemas.openxmlformats.org/officeDocument/2006/relationships/customXml" Target="../ink/ink706.xml"/><Relationship Id="rId143" Type="http://schemas.openxmlformats.org/officeDocument/2006/relationships/image" Target="../media/image743.png"/><Relationship Id="rId148" Type="http://schemas.openxmlformats.org/officeDocument/2006/relationships/customXml" Target="../ink/ink719.xml"/><Relationship Id="rId164" Type="http://schemas.openxmlformats.org/officeDocument/2006/relationships/image" Target="../media/image753.png"/><Relationship Id="rId169" Type="http://schemas.openxmlformats.org/officeDocument/2006/relationships/customXml" Target="../ink/ink730.xml"/><Relationship Id="rId185" Type="http://schemas.openxmlformats.org/officeDocument/2006/relationships/customXml" Target="../ink/ink738.xml"/><Relationship Id="rId4" Type="http://schemas.openxmlformats.org/officeDocument/2006/relationships/customXml" Target="../ink/ink647.xml"/><Relationship Id="rId9" Type="http://schemas.openxmlformats.org/officeDocument/2006/relationships/image" Target="../media/image676.png"/><Relationship Id="rId180" Type="http://schemas.openxmlformats.org/officeDocument/2006/relationships/image" Target="../media/image761.png"/><Relationship Id="rId26" Type="http://schemas.openxmlformats.org/officeDocument/2006/relationships/customXml" Target="../ink/ink658.xml"/><Relationship Id="rId47" Type="http://schemas.openxmlformats.org/officeDocument/2006/relationships/image" Target="../media/image695.png"/><Relationship Id="rId68" Type="http://schemas.openxmlformats.org/officeDocument/2006/relationships/customXml" Target="../ink/ink679.xml"/><Relationship Id="rId89" Type="http://schemas.openxmlformats.org/officeDocument/2006/relationships/image" Target="../media/image716.png"/><Relationship Id="rId112" Type="http://schemas.openxmlformats.org/officeDocument/2006/relationships/customXml" Target="../ink/ink701.xml"/><Relationship Id="rId133" Type="http://schemas.openxmlformats.org/officeDocument/2006/relationships/image" Target="../media/image738.png"/><Relationship Id="rId154" Type="http://schemas.openxmlformats.org/officeDocument/2006/relationships/image" Target="../media/image748.png"/><Relationship Id="rId175" Type="http://schemas.openxmlformats.org/officeDocument/2006/relationships/customXml" Target="../ink/ink733.xml"/><Relationship Id="rId196" Type="http://schemas.openxmlformats.org/officeDocument/2006/relationships/image" Target="../media/image769.png"/><Relationship Id="rId200" Type="http://schemas.openxmlformats.org/officeDocument/2006/relationships/image" Target="../media/image771.png"/><Relationship Id="rId16" Type="http://schemas.openxmlformats.org/officeDocument/2006/relationships/customXml" Target="../ink/ink653.xml"/><Relationship Id="rId37" Type="http://schemas.openxmlformats.org/officeDocument/2006/relationships/image" Target="../media/image690.png"/><Relationship Id="rId58" Type="http://schemas.openxmlformats.org/officeDocument/2006/relationships/customXml" Target="../ink/ink674.xml"/><Relationship Id="rId79" Type="http://schemas.openxmlformats.org/officeDocument/2006/relationships/image" Target="../media/image711.png"/><Relationship Id="rId102" Type="http://schemas.openxmlformats.org/officeDocument/2006/relationships/customXml" Target="../ink/ink696.xml"/><Relationship Id="rId123" Type="http://schemas.openxmlformats.org/officeDocument/2006/relationships/image" Target="../media/image733.png"/><Relationship Id="rId144" Type="http://schemas.openxmlformats.org/officeDocument/2006/relationships/customXml" Target="../ink/ink717.xml"/><Relationship Id="rId90" Type="http://schemas.openxmlformats.org/officeDocument/2006/relationships/customXml" Target="../ink/ink690.xml"/><Relationship Id="rId165" Type="http://schemas.openxmlformats.org/officeDocument/2006/relationships/customXml" Target="../ink/ink728.xml"/><Relationship Id="rId186" Type="http://schemas.openxmlformats.org/officeDocument/2006/relationships/image" Target="../media/image764.png"/><Relationship Id="rId27" Type="http://schemas.openxmlformats.org/officeDocument/2006/relationships/image" Target="../media/image685.png"/><Relationship Id="rId48" Type="http://schemas.openxmlformats.org/officeDocument/2006/relationships/customXml" Target="../ink/ink669.xml"/><Relationship Id="rId69" Type="http://schemas.openxmlformats.org/officeDocument/2006/relationships/image" Target="../media/image706.png"/><Relationship Id="rId113" Type="http://schemas.openxmlformats.org/officeDocument/2006/relationships/image" Target="../media/image728.png"/><Relationship Id="rId134" Type="http://schemas.openxmlformats.org/officeDocument/2006/relationships/customXml" Target="../ink/ink712.xml"/><Relationship Id="rId80" Type="http://schemas.openxmlformats.org/officeDocument/2006/relationships/customXml" Target="../ink/ink685.xml"/><Relationship Id="rId155" Type="http://schemas.openxmlformats.org/officeDocument/2006/relationships/customXml" Target="../ink/ink723.xml"/><Relationship Id="rId176" Type="http://schemas.openxmlformats.org/officeDocument/2006/relationships/image" Target="../media/image759.png"/><Relationship Id="rId197" Type="http://schemas.openxmlformats.org/officeDocument/2006/relationships/customXml" Target="../ink/ink744.xml"/><Relationship Id="rId201" Type="http://schemas.openxmlformats.org/officeDocument/2006/relationships/customXml" Target="../ink/ink746.xml"/><Relationship Id="rId17" Type="http://schemas.openxmlformats.org/officeDocument/2006/relationships/image" Target="../media/image680.png"/><Relationship Id="rId38" Type="http://schemas.openxmlformats.org/officeDocument/2006/relationships/customXml" Target="../ink/ink664.xml"/><Relationship Id="rId59" Type="http://schemas.openxmlformats.org/officeDocument/2006/relationships/image" Target="../media/image701.png"/><Relationship Id="rId103" Type="http://schemas.openxmlformats.org/officeDocument/2006/relationships/image" Target="../media/image723.png"/><Relationship Id="rId124" Type="http://schemas.openxmlformats.org/officeDocument/2006/relationships/customXml" Target="../ink/ink707.xml"/><Relationship Id="rId70" Type="http://schemas.openxmlformats.org/officeDocument/2006/relationships/customXml" Target="../ink/ink680.xml"/><Relationship Id="rId91" Type="http://schemas.openxmlformats.org/officeDocument/2006/relationships/image" Target="../media/image717.png"/><Relationship Id="rId145" Type="http://schemas.openxmlformats.org/officeDocument/2006/relationships/image" Target="../media/image744.png"/><Relationship Id="rId166" Type="http://schemas.openxmlformats.org/officeDocument/2006/relationships/image" Target="../media/image754.png"/><Relationship Id="rId187" Type="http://schemas.openxmlformats.org/officeDocument/2006/relationships/customXml" Target="../ink/ink739.xml"/><Relationship Id="rId1" Type="http://schemas.openxmlformats.org/officeDocument/2006/relationships/slideLayout" Target="../slideLayouts/slideLayout44.xml"/><Relationship Id="rId28" Type="http://schemas.openxmlformats.org/officeDocument/2006/relationships/customXml" Target="../ink/ink659.xml"/><Relationship Id="rId49" Type="http://schemas.openxmlformats.org/officeDocument/2006/relationships/image" Target="../media/image696.png"/><Relationship Id="rId114" Type="http://schemas.openxmlformats.org/officeDocument/2006/relationships/customXml" Target="../ink/ink702.xml"/><Relationship Id="rId60" Type="http://schemas.openxmlformats.org/officeDocument/2006/relationships/customXml" Target="../ink/ink675.xml"/><Relationship Id="rId81" Type="http://schemas.openxmlformats.org/officeDocument/2006/relationships/image" Target="../media/image712.png"/><Relationship Id="rId135" Type="http://schemas.openxmlformats.org/officeDocument/2006/relationships/image" Target="../media/image739.png"/><Relationship Id="rId156" Type="http://schemas.openxmlformats.org/officeDocument/2006/relationships/image" Target="../media/image749.png"/><Relationship Id="rId177" Type="http://schemas.openxmlformats.org/officeDocument/2006/relationships/customXml" Target="../ink/ink734.xml"/><Relationship Id="rId198" Type="http://schemas.openxmlformats.org/officeDocument/2006/relationships/image" Target="../media/image770.png"/><Relationship Id="rId202" Type="http://schemas.openxmlformats.org/officeDocument/2006/relationships/image" Target="../media/image772.png"/><Relationship Id="rId18" Type="http://schemas.openxmlformats.org/officeDocument/2006/relationships/customXml" Target="../ink/ink654.xml"/><Relationship Id="rId39" Type="http://schemas.openxmlformats.org/officeDocument/2006/relationships/image" Target="../media/image691.png"/><Relationship Id="rId50" Type="http://schemas.openxmlformats.org/officeDocument/2006/relationships/customXml" Target="../ink/ink670.xml"/><Relationship Id="rId104" Type="http://schemas.openxmlformats.org/officeDocument/2006/relationships/customXml" Target="../ink/ink697.xml"/><Relationship Id="rId125" Type="http://schemas.openxmlformats.org/officeDocument/2006/relationships/image" Target="../media/image734.png"/><Relationship Id="rId146" Type="http://schemas.openxmlformats.org/officeDocument/2006/relationships/customXml" Target="../ink/ink718.xml"/><Relationship Id="rId167" Type="http://schemas.openxmlformats.org/officeDocument/2006/relationships/customXml" Target="../ink/ink729.xml"/><Relationship Id="rId188" Type="http://schemas.openxmlformats.org/officeDocument/2006/relationships/image" Target="../media/image765.png"/><Relationship Id="rId71" Type="http://schemas.openxmlformats.org/officeDocument/2006/relationships/image" Target="../media/image707.png"/><Relationship Id="rId92" Type="http://schemas.openxmlformats.org/officeDocument/2006/relationships/customXml" Target="../ink/ink691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59.xml"/><Relationship Id="rId21" Type="http://schemas.openxmlformats.org/officeDocument/2006/relationships/image" Target="../media/image784.png"/><Relationship Id="rId42" Type="http://schemas.openxmlformats.org/officeDocument/2006/relationships/customXml" Target="../ink/ink767.xml"/><Relationship Id="rId47" Type="http://schemas.openxmlformats.org/officeDocument/2006/relationships/image" Target="../media/image797.png"/><Relationship Id="rId63" Type="http://schemas.openxmlformats.org/officeDocument/2006/relationships/image" Target="../media/image805.png"/><Relationship Id="rId68" Type="http://schemas.openxmlformats.org/officeDocument/2006/relationships/customXml" Target="../ink/ink780.xml"/><Relationship Id="rId2" Type="http://schemas.openxmlformats.org/officeDocument/2006/relationships/image" Target="../media/image774.png"/><Relationship Id="rId16" Type="http://schemas.openxmlformats.org/officeDocument/2006/relationships/customXml" Target="../ink/ink754.xml"/><Relationship Id="rId29" Type="http://schemas.openxmlformats.org/officeDocument/2006/relationships/image" Target="../media/image788.png"/><Relationship Id="rId11" Type="http://schemas.openxmlformats.org/officeDocument/2006/relationships/image" Target="../media/image779.png"/><Relationship Id="rId24" Type="http://schemas.openxmlformats.org/officeDocument/2006/relationships/customXml" Target="../ink/ink758.xml"/><Relationship Id="rId32" Type="http://schemas.openxmlformats.org/officeDocument/2006/relationships/customXml" Target="../ink/ink762.xml"/><Relationship Id="rId37" Type="http://schemas.openxmlformats.org/officeDocument/2006/relationships/image" Target="../media/image792.png"/><Relationship Id="rId40" Type="http://schemas.openxmlformats.org/officeDocument/2006/relationships/customXml" Target="../ink/ink766.xml"/><Relationship Id="rId45" Type="http://schemas.openxmlformats.org/officeDocument/2006/relationships/image" Target="../media/image796.png"/><Relationship Id="rId53" Type="http://schemas.openxmlformats.org/officeDocument/2006/relationships/image" Target="../media/image800.png"/><Relationship Id="rId58" Type="http://schemas.openxmlformats.org/officeDocument/2006/relationships/customXml" Target="../ink/ink775.xml"/><Relationship Id="rId66" Type="http://schemas.openxmlformats.org/officeDocument/2006/relationships/customXml" Target="../ink/ink779.xml"/><Relationship Id="rId74" Type="http://schemas.openxmlformats.org/officeDocument/2006/relationships/customXml" Target="../ink/ink783.xml"/><Relationship Id="rId5" Type="http://schemas.openxmlformats.org/officeDocument/2006/relationships/image" Target="../media/image776.png"/><Relationship Id="rId61" Type="http://schemas.openxmlformats.org/officeDocument/2006/relationships/image" Target="../media/image804.png"/><Relationship Id="rId19" Type="http://schemas.openxmlformats.org/officeDocument/2006/relationships/image" Target="../media/image783.png"/><Relationship Id="rId14" Type="http://schemas.openxmlformats.org/officeDocument/2006/relationships/customXml" Target="../ink/ink753.xml"/><Relationship Id="rId22" Type="http://schemas.openxmlformats.org/officeDocument/2006/relationships/customXml" Target="../ink/ink757.xml"/><Relationship Id="rId27" Type="http://schemas.openxmlformats.org/officeDocument/2006/relationships/image" Target="../media/image787.png"/><Relationship Id="rId30" Type="http://schemas.openxmlformats.org/officeDocument/2006/relationships/customXml" Target="../ink/ink761.xml"/><Relationship Id="rId35" Type="http://schemas.openxmlformats.org/officeDocument/2006/relationships/image" Target="../media/image791.png"/><Relationship Id="rId43" Type="http://schemas.openxmlformats.org/officeDocument/2006/relationships/image" Target="../media/image795.png"/><Relationship Id="rId48" Type="http://schemas.openxmlformats.org/officeDocument/2006/relationships/customXml" Target="../ink/ink770.xml"/><Relationship Id="rId56" Type="http://schemas.openxmlformats.org/officeDocument/2006/relationships/customXml" Target="../ink/ink774.xml"/><Relationship Id="rId64" Type="http://schemas.openxmlformats.org/officeDocument/2006/relationships/customXml" Target="../ink/ink778.xml"/><Relationship Id="rId69" Type="http://schemas.openxmlformats.org/officeDocument/2006/relationships/image" Target="../media/image808.png"/><Relationship Id="rId8" Type="http://schemas.openxmlformats.org/officeDocument/2006/relationships/customXml" Target="../ink/ink750.xml"/><Relationship Id="rId51" Type="http://schemas.openxmlformats.org/officeDocument/2006/relationships/image" Target="../media/image799.png"/><Relationship Id="rId72" Type="http://schemas.openxmlformats.org/officeDocument/2006/relationships/customXml" Target="../ink/ink782.xml"/><Relationship Id="rId3" Type="http://schemas.openxmlformats.org/officeDocument/2006/relationships/image" Target="../media/image775.png"/><Relationship Id="rId12" Type="http://schemas.openxmlformats.org/officeDocument/2006/relationships/customXml" Target="../ink/ink752.xml"/><Relationship Id="rId17" Type="http://schemas.openxmlformats.org/officeDocument/2006/relationships/image" Target="../media/image782.png"/><Relationship Id="rId25" Type="http://schemas.openxmlformats.org/officeDocument/2006/relationships/image" Target="../media/image786.png"/><Relationship Id="rId33" Type="http://schemas.openxmlformats.org/officeDocument/2006/relationships/image" Target="../media/image790.png"/><Relationship Id="rId38" Type="http://schemas.openxmlformats.org/officeDocument/2006/relationships/customXml" Target="../ink/ink765.xml"/><Relationship Id="rId46" Type="http://schemas.openxmlformats.org/officeDocument/2006/relationships/customXml" Target="../ink/ink769.xml"/><Relationship Id="rId59" Type="http://schemas.openxmlformats.org/officeDocument/2006/relationships/image" Target="../media/image803.png"/><Relationship Id="rId67" Type="http://schemas.openxmlformats.org/officeDocument/2006/relationships/image" Target="../media/image807.png"/><Relationship Id="rId20" Type="http://schemas.openxmlformats.org/officeDocument/2006/relationships/customXml" Target="../ink/ink756.xml"/><Relationship Id="rId41" Type="http://schemas.openxmlformats.org/officeDocument/2006/relationships/image" Target="../media/image794.png"/><Relationship Id="rId54" Type="http://schemas.openxmlformats.org/officeDocument/2006/relationships/customXml" Target="../ink/ink773.xml"/><Relationship Id="rId62" Type="http://schemas.openxmlformats.org/officeDocument/2006/relationships/customXml" Target="../ink/ink777.xml"/><Relationship Id="rId70" Type="http://schemas.openxmlformats.org/officeDocument/2006/relationships/customXml" Target="../ink/ink781.xml"/><Relationship Id="rId75" Type="http://schemas.openxmlformats.org/officeDocument/2006/relationships/image" Target="../media/image811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749.xml"/><Relationship Id="rId15" Type="http://schemas.openxmlformats.org/officeDocument/2006/relationships/image" Target="../media/image781.png"/><Relationship Id="rId23" Type="http://schemas.openxmlformats.org/officeDocument/2006/relationships/image" Target="../media/image785.png"/><Relationship Id="rId28" Type="http://schemas.openxmlformats.org/officeDocument/2006/relationships/customXml" Target="../ink/ink760.xml"/><Relationship Id="rId36" Type="http://schemas.openxmlformats.org/officeDocument/2006/relationships/customXml" Target="../ink/ink764.xml"/><Relationship Id="rId49" Type="http://schemas.openxmlformats.org/officeDocument/2006/relationships/image" Target="../media/image798.png"/><Relationship Id="rId57" Type="http://schemas.openxmlformats.org/officeDocument/2006/relationships/image" Target="../media/image802.png"/><Relationship Id="rId10" Type="http://schemas.openxmlformats.org/officeDocument/2006/relationships/customXml" Target="../ink/ink751.xml"/><Relationship Id="rId31" Type="http://schemas.openxmlformats.org/officeDocument/2006/relationships/image" Target="../media/image789.png"/><Relationship Id="rId44" Type="http://schemas.openxmlformats.org/officeDocument/2006/relationships/customXml" Target="../ink/ink768.xml"/><Relationship Id="rId52" Type="http://schemas.openxmlformats.org/officeDocument/2006/relationships/customXml" Target="../ink/ink772.xml"/><Relationship Id="rId60" Type="http://schemas.openxmlformats.org/officeDocument/2006/relationships/customXml" Target="../ink/ink776.xml"/><Relationship Id="rId65" Type="http://schemas.openxmlformats.org/officeDocument/2006/relationships/image" Target="../media/image806.png"/><Relationship Id="rId73" Type="http://schemas.openxmlformats.org/officeDocument/2006/relationships/image" Target="../media/image810.png"/><Relationship Id="rId4" Type="http://schemas.openxmlformats.org/officeDocument/2006/relationships/customXml" Target="../ink/ink748.xml"/><Relationship Id="rId9" Type="http://schemas.openxmlformats.org/officeDocument/2006/relationships/image" Target="../media/image778.png"/><Relationship Id="rId13" Type="http://schemas.openxmlformats.org/officeDocument/2006/relationships/image" Target="../media/image780.png"/><Relationship Id="rId18" Type="http://schemas.openxmlformats.org/officeDocument/2006/relationships/customXml" Target="../ink/ink755.xml"/><Relationship Id="rId39" Type="http://schemas.openxmlformats.org/officeDocument/2006/relationships/image" Target="../media/image793.png"/><Relationship Id="rId34" Type="http://schemas.openxmlformats.org/officeDocument/2006/relationships/customXml" Target="../ink/ink763.xml"/><Relationship Id="rId50" Type="http://schemas.openxmlformats.org/officeDocument/2006/relationships/customXml" Target="../ink/ink771.xml"/><Relationship Id="rId55" Type="http://schemas.openxmlformats.org/officeDocument/2006/relationships/image" Target="../media/image801.png"/><Relationship Id="rId7" Type="http://schemas.openxmlformats.org/officeDocument/2006/relationships/image" Target="../media/image777.png"/><Relationship Id="rId71" Type="http://schemas.openxmlformats.org/officeDocument/2006/relationships/image" Target="../media/image8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2.png"/><Relationship Id="rId7" Type="http://schemas.openxmlformats.org/officeDocument/2006/relationships/image" Target="../media/image814.png"/><Relationship Id="rId2" Type="http://schemas.openxmlformats.org/officeDocument/2006/relationships/customXml" Target="../ink/ink784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786.xml"/><Relationship Id="rId5" Type="http://schemas.openxmlformats.org/officeDocument/2006/relationships/image" Target="../media/image813.png"/><Relationship Id="rId4" Type="http://schemas.openxmlformats.org/officeDocument/2006/relationships/customXml" Target="../ink/ink785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26.png"/><Relationship Id="rId117" Type="http://schemas.openxmlformats.org/officeDocument/2006/relationships/customXml" Target="../ink/ink844.xml"/><Relationship Id="rId21" Type="http://schemas.openxmlformats.org/officeDocument/2006/relationships/customXml" Target="../ink/ink796.xml"/><Relationship Id="rId42" Type="http://schemas.openxmlformats.org/officeDocument/2006/relationships/image" Target="../media/image834.png"/><Relationship Id="rId47" Type="http://schemas.openxmlformats.org/officeDocument/2006/relationships/customXml" Target="../ink/ink809.xml"/><Relationship Id="rId63" Type="http://schemas.openxmlformats.org/officeDocument/2006/relationships/customXml" Target="../ink/ink817.xml"/><Relationship Id="rId68" Type="http://schemas.openxmlformats.org/officeDocument/2006/relationships/image" Target="../media/image847.png"/><Relationship Id="rId84" Type="http://schemas.openxmlformats.org/officeDocument/2006/relationships/image" Target="../media/image855.png"/><Relationship Id="rId89" Type="http://schemas.openxmlformats.org/officeDocument/2006/relationships/customXml" Target="../ink/ink830.xml"/><Relationship Id="rId112" Type="http://schemas.openxmlformats.org/officeDocument/2006/relationships/image" Target="../media/image869.png"/><Relationship Id="rId16" Type="http://schemas.openxmlformats.org/officeDocument/2006/relationships/image" Target="../media/image821.png"/><Relationship Id="rId107" Type="http://schemas.openxmlformats.org/officeDocument/2006/relationships/customXml" Target="../ink/ink839.xml"/><Relationship Id="rId11" Type="http://schemas.openxmlformats.org/officeDocument/2006/relationships/customXml" Target="../ink/ink791.xml"/><Relationship Id="rId32" Type="http://schemas.openxmlformats.org/officeDocument/2006/relationships/image" Target="../media/image829.png"/><Relationship Id="rId37" Type="http://schemas.openxmlformats.org/officeDocument/2006/relationships/customXml" Target="../ink/ink804.xml"/><Relationship Id="rId53" Type="http://schemas.openxmlformats.org/officeDocument/2006/relationships/customXml" Target="../ink/ink812.xml"/><Relationship Id="rId58" Type="http://schemas.openxmlformats.org/officeDocument/2006/relationships/image" Target="../media/image842.png"/><Relationship Id="rId74" Type="http://schemas.openxmlformats.org/officeDocument/2006/relationships/image" Target="../media/image850.png"/><Relationship Id="rId79" Type="http://schemas.openxmlformats.org/officeDocument/2006/relationships/customXml" Target="../ink/ink825.xml"/><Relationship Id="rId102" Type="http://schemas.openxmlformats.org/officeDocument/2006/relationships/image" Target="../media/image864.png"/><Relationship Id="rId123" Type="http://schemas.openxmlformats.org/officeDocument/2006/relationships/customXml" Target="../ink/ink847.xml"/><Relationship Id="rId5" Type="http://schemas.openxmlformats.org/officeDocument/2006/relationships/customXml" Target="../ink/ink788.xml"/><Relationship Id="rId90" Type="http://schemas.openxmlformats.org/officeDocument/2006/relationships/image" Target="../media/image858.png"/><Relationship Id="rId95" Type="http://schemas.openxmlformats.org/officeDocument/2006/relationships/customXml" Target="../ink/ink833.xml"/><Relationship Id="rId22" Type="http://schemas.openxmlformats.org/officeDocument/2006/relationships/image" Target="../media/image824.png"/><Relationship Id="rId27" Type="http://schemas.openxmlformats.org/officeDocument/2006/relationships/customXml" Target="../ink/ink799.xml"/><Relationship Id="rId43" Type="http://schemas.openxmlformats.org/officeDocument/2006/relationships/customXml" Target="../ink/ink807.xml"/><Relationship Id="rId48" Type="http://schemas.openxmlformats.org/officeDocument/2006/relationships/image" Target="../media/image837.png"/><Relationship Id="rId64" Type="http://schemas.openxmlformats.org/officeDocument/2006/relationships/image" Target="../media/image845.png"/><Relationship Id="rId69" Type="http://schemas.openxmlformats.org/officeDocument/2006/relationships/customXml" Target="../ink/ink820.xml"/><Relationship Id="rId113" Type="http://schemas.openxmlformats.org/officeDocument/2006/relationships/customXml" Target="../ink/ink842.xml"/><Relationship Id="rId118" Type="http://schemas.openxmlformats.org/officeDocument/2006/relationships/image" Target="../media/image872.png"/><Relationship Id="rId80" Type="http://schemas.openxmlformats.org/officeDocument/2006/relationships/image" Target="../media/image853.png"/><Relationship Id="rId85" Type="http://schemas.openxmlformats.org/officeDocument/2006/relationships/customXml" Target="../ink/ink828.xml"/><Relationship Id="rId12" Type="http://schemas.openxmlformats.org/officeDocument/2006/relationships/image" Target="../media/image819.png"/><Relationship Id="rId17" Type="http://schemas.openxmlformats.org/officeDocument/2006/relationships/customXml" Target="../ink/ink794.xml"/><Relationship Id="rId33" Type="http://schemas.openxmlformats.org/officeDocument/2006/relationships/customXml" Target="../ink/ink802.xml"/><Relationship Id="rId38" Type="http://schemas.openxmlformats.org/officeDocument/2006/relationships/image" Target="../media/image832.png"/><Relationship Id="rId59" Type="http://schemas.openxmlformats.org/officeDocument/2006/relationships/customXml" Target="../ink/ink815.xml"/><Relationship Id="rId103" Type="http://schemas.openxmlformats.org/officeDocument/2006/relationships/customXml" Target="../ink/ink837.xml"/><Relationship Id="rId108" Type="http://schemas.openxmlformats.org/officeDocument/2006/relationships/image" Target="../media/image867.png"/><Relationship Id="rId124" Type="http://schemas.openxmlformats.org/officeDocument/2006/relationships/image" Target="../media/image875.png"/><Relationship Id="rId54" Type="http://schemas.openxmlformats.org/officeDocument/2006/relationships/image" Target="../media/image840.png"/><Relationship Id="rId70" Type="http://schemas.openxmlformats.org/officeDocument/2006/relationships/image" Target="../media/image848.png"/><Relationship Id="rId75" Type="http://schemas.openxmlformats.org/officeDocument/2006/relationships/customXml" Target="../ink/ink823.xml"/><Relationship Id="rId91" Type="http://schemas.openxmlformats.org/officeDocument/2006/relationships/customXml" Target="../ink/ink831.xml"/><Relationship Id="rId96" Type="http://schemas.openxmlformats.org/officeDocument/2006/relationships/image" Target="../media/image861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16.png"/><Relationship Id="rId23" Type="http://schemas.openxmlformats.org/officeDocument/2006/relationships/customXml" Target="../ink/ink797.xml"/><Relationship Id="rId28" Type="http://schemas.openxmlformats.org/officeDocument/2006/relationships/image" Target="../media/image827.png"/><Relationship Id="rId49" Type="http://schemas.openxmlformats.org/officeDocument/2006/relationships/customXml" Target="../ink/ink810.xml"/><Relationship Id="rId114" Type="http://schemas.openxmlformats.org/officeDocument/2006/relationships/image" Target="../media/image870.png"/><Relationship Id="rId119" Type="http://schemas.openxmlformats.org/officeDocument/2006/relationships/customXml" Target="../ink/ink845.xml"/><Relationship Id="rId44" Type="http://schemas.openxmlformats.org/officeDocument/2006/relationships/image" Target="../media/image835.png"/><Relationship Id="rId60" Type="http://schemas.openxmlformats.org/officeDocument/2006/relationships/image" Target="../media/image843.png"/><Relationship Id="rId65" Type="http://schemas.openxmlformats.org/officeDocument/2006/relationships/customXml" Target="../ink/ink818.xml"/><Relationship Id="rId81" Type="http://schemas.openxmlformats.org/officeDocument/2006/relationships/customXml" Target="../ink/ink826.xml"/><Relationship Id="rId86" Type="http://schemas.openxmlformats.org/officeDocument/2006/relationships/image" Target="../media/image856.png"/><Relationship Id="rId13" Type="http://schemas.openxmlformats.org/officeDocument/2006/relationships/customXml" Target="../ink/ink792.xml"/><Relationship Id="rId18" Type="http://schemas.openxmlformats.org/officeDocument/2006/relationships/image" Target="../media/image822.png"/><Relationship Id="rId39" Type="http://schemas.openxmlformats.org/officeDocument/2006/relationships/customXml" Target="../ink/ink805.xml"/><Relationship Id="rId109" Type="http://schemas.openxmlformats.org/officeDocument/2006/relationships/customXml" Target="../ink/ink840.xml"/><Relationship Id="rId34" Type="http://schemas.openxmlformats.org/officeDocument/2006/relationships/image" Target="../media/image830.png"/><Relationship Id="rId50" Type="http://schemas.openxmlformats.org/officeDocument/2006/relationships/image" Target="../media/image838.png"/><Relationship Id="rId55" Type="http://schemas.openxmlformats.org/officeDocument/2006/relationships/customXml" Target="../ink/ink813.xml"/><Relationship Id="rId76" Type="http://schemas.openxmlformats.org/officeDocument/2006/relationships/image" Target="../media/image851.png"/><Relationship Id="rId97" Type="http://schemas.openxmlformats.org/officeDocument/2006/relationships/customXml" Target="../ink/ink834.xml"/><Relationship Id="rId104" Type="http://schemas.openxmlformats.org/officeDocument/2006/relationships/image" Target="../media/image865.png"/><Relationship Id="rId120" Type="http://schemas.openxmlformats.org/officeDocument/2006/relationships/image" Target="../media/image873.png"/><Relationship Id="rId125" Type="http://schemas.openxmlformats.org/officeDocument/2006/relationships/customXml" Target="../ink/ink848.xml"/><Relationship Id="rId7" Type="http://schemas.openxmlformats.org/officeDocument/2006/relationships/customXml" Target="../ink/ink789.xml"/><Relationship Id="rId71" Type="http://schemas.openxmlformats.org/officeDocument/2006/relationships/customXml" Target="../ink/ink821.xml"/><Relationship Id="rId92" Type="http://schemas.openxmlformats.org/officeDocument/2006/relationships/image" Target="../media/image859.png"/><Relationship Id="rId2" Type="http://schemas.openxmlformats.org/officeDocument/2006/relationships/image" Target="../media/image3710.png"/><Relationship Id="rId29" Type="http://schemas.openxmlformats.org/officeDocument/2006/relationships/customXml" Target="../ink/ink800.xml"/><Relationship Id="rId24" Type="http://schemas.openxmlformats.org/officeDocument/2006/relationships/image" Target="../media/image825.png"/><Relationship Id="rId40" Type="http://schemas.openxmlformats.org/officeDocument/2006/relationships/image" Target="../media/image833.png"/><Relationship Id="rId45" Type="http://schemas.openxmlformats.org/officeDocument/2006/relationships/customXml" Target="../ink/ink808.xml"/><Relationship Id="rId66" Type="http://schemas.openxmlformats.org/officeDocument/2006/relationships/image" Target="../media/image846.png"/><Relationship Id="rId87" Type="http://schemas.openxmlformats.org/officeDocument/2006/relationships/customXml" Target="../ink/ink829.xml"/><Relationship Id="rId110" Type="http://schemas.openxmlformats.org/officeDocument/2006/relationships/image" Target="../media/image868.png"/><Relationship Id="rId115" Type="http://schemas.openxmlformats.org/officeDocument/2006/relationships/customXml" Target="../ink/ink843.xml"/><Relationship Id="rId61" Type="http://schemas.openxmlformats.org/officeDocument/2006/relationships/customXml" Target="../ink/ink816.xml"/><Relationship Id="rId82" Type="http://schemas.openxmlformats.org/officeDocument/2006/relationships/image" Target="../media/image854.png"/><Relationship Id="rId19" Type="http://schemas.openxmlformats.org/officeDocument/2006/relationships/customXml" Target="../ink/ink795.xml"/><Relationship Id="rId14" Type="http://schemas.openxmlformats.org/officeDocument/2006/relationships/image" Target="../media/image820.png"/><Relationship Id="rId30" Type="http://schemas.openxmlformats.org/officeDocument/2006/relationships/image" Target="../media/image828.png"/><Relationship Id="rId35" Type="http://schemas.openxmlformats.org/officeDocument/2006/relationships/customXml" Target="../ink/ink803.xml"/><Relationship Id="rId56" Type="http://schemas.openxmlformats.org/officeDocument/2006/relationships/image" Target="../media/image841.png"/><Relationship Id="rId77" Type="http://schemas.openxmlformats.org/officeDocument/2006/relationships/customXml" Target="../ink/ink824.xml"/><Relationship Id="rId100" Type="http://schemas.openxmlformats.org/officeDocument/2006/relationships/image" Target="../media/image863.png"/><Relationship Id="rId105" Type="http://schemas.openxmlformats.org/officeDocument/2006/relationships/customXml" Target="../ink/ink838.xml"/><Relationship Id="rId126" Type="http://schemas.openxmlformats.org/officeDocument/2006/relationships/image" Target="../media/image876.png"/><Relationship Id="rId8" Type="http://schemas.openxmlformats.org/officeDocument/2006/relationships/image" Target="../media/image817.png"/><Relationship Id="rId51" Type="http://schemas.openxmlformats.org/officeDocument/2006/relationships/customXml" Target="../ink/ink811.xml"/><Relationship Id="rId72" Type="http://schemas.openxmlformats.org/officeDocument/2006/relationships/image" Target="../media/image849.png"/><Relationship Id="rId93" Type="http://schemas.openxmlformats.org/officeDocument/2006/relationships/customXml" Target="../ink/ink832.xml"/><Relationship Id="rId98" Type="http://schemas.openxmlformats.org/officeDocument/2006/relationships/image" Target="../media/image862.png"/><Relationship Id="rId121" Type="http://schemas.openxmlformats.org/officeDocument/2006/relationships/customXml" Target="../ink/ink846.xml"/><Relationship Id="rId3" Type="http://schemas.openxmlformats.org/officeDocument/2006/relationships/customXml" Target="../ink/ink787.xml"/><Relationship Id="rId25" Type="http://schemas.openxmlformats.org/officeDocument/2006/relationships/customXml" Target="../ink/ink798.xml"/><Relationship Id="rId46" Type="http://schemas.openxmlformats.org/officeDocument/2006/relationships/image" Target="../media/image836.png"/><Relationship Id="rId67" Type="http://schemas.openxmlformats.org/officeDocument/2006/relationships/customXml" Target="../ink/ink819.xml"/><Relationship Id="rId116" Type="http://schemas.openxmlformats.org/officeDocument/2006/relationships/image" Target="../media/image871.png"/><Relationship Id="rId20" Type="http://schemas.openxmlformats.org/officeDocument/2006/relationships/image" Target="../media/image823.png"/><Relationship Id="rId41" Type="http://schemas.openxmlformats.org/officeDocument/2006/relationships/customXml" Target="../ink/ink806.xml"/><Relationship Id="rId62" Type="http://schemas.openxmlformats.org/officeDocument/2006/relationships/image" Target="../media/image844.png"/><Relationship Id="rId83" Type="http://schemas.openxmlformats.org/officeDocument/2006/relationships/customXml" Target="../ink/ink827.xml"/><Relationship Id="rId88" Type="http://schemas.openxmlformats.org/officeDocument/2006/relationships/image" Target="../media/image857.png"/><Relationship Id="rId111" Type="http://schemas.openxmlformats.org/officeDocument/2006/relationships/customXml" Target="../ink/ink841.xml"/><Relationship Id="rId15" Type="http://schemas.openxmlformats.org/officeDocument/2006/relationships/customXml" Target="../ink/ink793.xml"/><Relationship Id="rId36" Type="http://schemas.openxmlformats.org/officeDocument/2006/relationships/image" Target="../media/image831.png"/><Relationship Id="rId57" Type="http://schemas.openxmlformats.org/officeDocument/2006/relationships/customXml" Target="../ink/ink814.xml"/><Relationship Id="rId106" Type="http://schemas.openxmlformats.org/officeDocument/2006/relationships/image" Target="../media/image866.png"/><Relationship Id="rId10" Type="http://schemas.openxmlformats.org/officeDocument/2006/relationships/image" Target="../media/image818.png"/><Relationship Id="rId31" Type="http://schemas.openxmlformats.org/officeDocument/2006/relationships/customXml" Target="../ink/ink801.xml"/><Relationship Id="rId52" Type="http://schemas.openxmlformats.org/officeDocument/2006/relationships/image" Target="../media/image839.png"/><Relationship Id="rId73" Type="http://schemas.openxmlformats.org/officeDocument/2006/relationships/customXml" Target="../ink/ink822.xml"/><Relationship Id="rId78" Type="http://schemas.openxmlformats.org/officeDocument/2006/relationships/image" Target="../media/image852.png"/><Relationship Id="rId94" Type="http://schemas.openxmlformats.org/officeDocument/2006/relationships/image" Target="../media/image860.png"/><Relationship Id="rId99" Type="http://schemas.openxmlformats.org/officeDocument/2006/relationships/customXml" Target="../ink/ink835.xml"/><Relationship Id="rId101" Type="http://schemas.openxmlformats.org/officeDocument/2006/relationships/customXml" Target="../ink/ink836.xml"/><Relationship Id="rId122" Type="http://schemas.openxmlformats.org/officeDocument/2006/relationships/image" Target="../media/image874.png"/><Relationship Id="rId4" Type="http://schemas.openxmlformats.org/officeDocument/2006/relationships/image" Target="../media/image815.png"/><Relationship Id="rId9" Type="http://schemas.openxmlformats.org/officeDocument/2006/relationships/customXml" Target="../ink/ink79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13" Type="http://schemas.openxmlformats.org/officeDocument/2006/relationships/customXml" Target="../ink/ink853.xml"/><Relationship Id="rId3" Type="http://schemas.openxmlformats.org/officeDocument/2006/relationships/image" Target="../media/image878.png"/><Relationship Id="rId7" Type="http://schemas.openxmlformats.org/officeDocument/2006/relationships/customXml" Target="../ink/ink850.xml"/><Relationship Id="rId12" Type="http://schemas.openxmlformats.org/officeDocument/2006/relationships/image" Target="../media/image882.png"/><Relationship Id="rId2" Type="http://schemas.openxmlformats.org/officeDocument/2006/relationships/image" Target="../media/image877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79.png"/><Relationship Id="rId11" Type="http://schemas.openxmlformats.org/officeDocument/2006/relationships/customXml" Target="../ink/ink852.xml"/><Relationship Id="rId5" Type="http://schemas.openxmlformats.org/officeDocument/2006/relationships/customXml" Target="../ink/ink849.xml"/><Relationship Id="rId10" Type="http://schemas.openxmlformats.org/officeDocument/2006/relationships/image" Target="../media/image881.png"/><Relationship Id="rId4" Type="http://schemas.openxmlformats.org/officeDocument/2006/relationships/image" Target="../media/image4010.png"/><Relationship Id="rId9" Type="http://schemas.openxmlformats.org/officeDocument/2006/relationships/customXml" Target="../ink/ink851.xml"/><Relationship Id="rId14" Type="http://schemas.openxmlformats.org/officeDocument/2006/relationships/image" Target="../media/image88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6.png"/><Relationship Id="rId13" Type="http://schemas.openxmlformats.org/officeDocument/2006/relationships/customXml" Target="../ink/ink859.xml"/><Relationship Id="rId18" Type="http://schemas.openxmlformats.org/officeDocument/2006/relationships/image" Target="../media/image891.png"/><Relationship Id="rId26" Type="http://schemas.openxmlformats.org/officeDocument/2006/relationships/image" Target="../media/image895.png"/><Relationship Id="rId3" Type="http://schemas.openxmlformats.org/officeDocument/2006/relationships/customXml" Target="../ink/ink854.xml"/><Relationship Id="rId21" Type="http://schemas.openxmlformats.org/officeDocument/2006/relationships/customXml" Target="../ink/ink863.xml"/><Relationship Id="rId7" Type="http://schemas.openxmlformats.org/officeDocument/2006/relationships/customXml" Target="../ink/ink856.xml"/><Relationship Id="rId12" Type="http://schemas.openxmlformats.org/officeDocument/2006/relationships/image" Target="../media/image888.png"/><Relationship Id="rId17" Type="http://schemas.openxmlformats.org/officeDocument/2006/relationships/customXml" Target="../ink/ink861.xml"/><Relationship Id="rId25" Type="http://schemas.openxmlformats.org/officeDocument/2006/relationships/customXml" Target="../ink/ink865.xml"/><Relationship Id="rId2" Type="http://schemas.openxmlformats.org/officeDocument/2006/relationships/image" Target="../media/image4110.png"/><Relationship Id="rId16" Type="http://schemas.openxmlformats.org/officeDocument/2006/relationships/image" Target="../media/image890.png"/><Relationship Id="rId20" Type="http://schemas.openxmlformats.org/officeDocument/2006/relationships/image" Target="../media/image892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85.png"/><Relationship Id="rId11" Type="http://schemas.openxmlformats.org/officeDocument/2006/relationships/customXml" Target="../ink/ink858.xml"/><Relationship Id="rId24" Type="http://schemas.openxmlformats.org/officeDocument/2006/relationships/image" Target="../media/image894.png"/><Relationship Id="rId5" Type="http://schemas.openxmlformats.org/officeDocument/2006/relationships/customXml" Target="../ink/ink855.xml"/><Relationship Id="rId15" Type="http://schemas.openxmlformats.org/officeDocument/2006/relationships/customXml" Target="../ink/ink860.xml"/><Relationship Id="rId23" Type="http://schemas.openxmlformats.org/officeDocument/2006/relationships/customXml" Target="../ink/ink864.xml"/><Relationship Id="rId28" Type="http://schemas.openxmlformats.org/officeDocument/2006/relationships/image" Target="../media/image896.png"/><Relationship Id="rId10" Type="http://schemas.openxmlformats.org/officeDocument/2006/relationships/image" Target="../media/image887.png"/><Relationship Id="rId19" Type="http://schemas.openxmlformats.org/officeDocument/2006/relationships/customXml" Target="../ink/ink862.xml"/><Relationship Id="rId4" Type="http://schemas.openxmlformats.org/officeDocument/2006/relationships/image" Target="../media/image884.png"/><Relationship Id="rId9" Type="http://schemas.openxmlformats.org/officeDocument/2006/relationships/customXml" Target="../ink/ink857.xml"/><Relationship Id="rId14" Type="http://schemas.openxmlformats.org/officeDocument/2006/relationships/image" Target="../media/image889.png"/><Relationship Id="rId22" Type="http://schemas.openxmlformats.org/officeDocument/2006/relationships/image" Target="../media/image893.png"/><Relationship Id="rId27" Type="http://schemas.openxmlformats.org/officeDocument/2006/relationships/customXml" Target="../ink/ink86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7.png"/><Relationship Id="rId7" Type="http://schemas.openxmlformats.org/officeDocument/2006/relationships/image" Target="../media/image899.png"/><Relationship Id="rId2" Type="http://schemas.openxmlformats.org/officeDocument/2006/relationships/image" Target="../media/image4210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868.xml"/><Relationship Id="rId5" Type="http://schemas.openxmlformats.org/officeDocument/2006/relationships/image" Target="../media/image898.png"/><Relationship Id="rId4" Type="http://schemas.openxmlformats.org/officeDocument/2006/relationships/customXml" Target="../ink/ink8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0.png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7.png"/><Relationship Id="rId21" Type="http://schemas.openxmlformats.org/officeDocument/2006/relationships/image" Target="../media/image909.png"/><Relationship Id="rId42" Type="http://schemas.openxmlformats.org/officeDocument/2006/relationships/customXml" Target="../ink/ink889.xml"/><Relationship Id="rId63" Type="http://schemas.openxmlformats.org/officeDocument/2006/relationships/image" Target="../media/image930.png"/><Relationship Id="rId84" Type="http://schemas.openxmlformats.org/officeDocument/2006/relationships/customXml" Target="../ink/ink910.xml"/><Relationship Id="rId16" Type="http://schemas.openxmlformats.org/officeDocument/2006/relationships/customXml" Target="../ink/ink876.xml"/><Relationship Id="rId107" Type="http://schemas.openxmlformats.org/officeDocument/2006/relationships/image" Target="../media/image952.png"/><Relationship Id="rId11" Type="http://schemas.openxmlformats.org/officeDocument/2006/relationships/image" Target="../media/image904.png"/><Relationship Id="rId32" Type="http://schemas.openxmlformats.org/officeDocument/2006/relationships/customXml" Target="../ink/ink884.xml"/><Relationship Id="rId37" Type="http://schemas.openxmlformats.org/officeDocument/2006/relationships/image" Target="../media/image917.png"/><Relationship Id="rId53" Type="http://schemas.openxmlformats.org/officeDocument/2006/relationships/image" Target="../media/image925.png"/><Relationship Id="rId58" Type="http://schemas.openxmlformats.org/officeDocument/2006/relationships/customXml" Target="../ink/ink897.xml"/><Relationship Id="rId74" Type="http://schemas.openxmlformats.org/officeDocument/2006/relationships/customXml" Target="../ink/ink905.xml"/><Relationship Id="rId79" Type="http://schemas.openxmlformats.org/officeDocument/2006/relationships/image" Target="../media/image938.png"/><Relationship Id="rId102" Type="http://schemas.openxmlformats.org/officeDocument/2006/relationships/customXml" Target="../ink/ink919.xml"/><Relationship Id="rId123" Type="http://schemas.openxmlformats.org/officeDocument/2006/relationships/image" Target="../media/image960.png"/><Relationship Id="rId128" Type="http://schemas.openxmlformats.org/officeDocument/2006/relationships/customXml" Target="../ink/ink932.xml"/><Relationship Id="rId5" Type="http://schemas.openxmlformats.org/officeDocument/2006/relationships/image" Target="../media/image901.png"/><Relationship Id="rId90" Type="http://schemas.openxmlformats.org/officeDocument/2006/relationships/customXml" Target="../ink/ink913.xml"/><Relationship Id="rId95" Type="http://schemas.openxmlformats.org/officeDocument/2006/relationships/image" Target="../media/image946.png"/><Relationship Id="rId22" Type="http://schemas.openxmlformats.org/officeDocument/2006/relationships/customXml" Target="../ink/ink879.xml"/><Relationship Id="rId27" Type="http://schemas.openxmlformats.org/officeDocument/2006/relationships/image" Target="../media/image912.png"/><Relationship Id="rId43" Type="http://schemas.openxmlformats.org/officeDocument/2006/relationships/image" Target="../media/image920.png"/><Relationship Id="rId48" Type="http://schemas.openxmlformats.org/officeDocument/2006/relationships/customXml" Target="../ink/ink892.xml"/><Relationship Id="rId64" Type="http://schemas.openxmlformats.org/officeDocument/2006/relationships/customXml" Target="../ink/ink900.xml"/><Relationship Id="rId69" Type="http://schemas.openxmlformats.org/officeDocument/2006/relationships/image" Target="../media/image933.png"/><Relationship Id="rId113" Type="http://schemas.openxmlformats.org/officeDocument/2006/relationships/image" Target="../media/image955.png"/><Relationship Id="rId118" Type="http://schemas.openxmlformats.org/officeDocument/2006/relationships/customXml" Target="../ink/ink927.xml"/><Relationship Id="rId134" Type="http://schemas.openxmlformats.org/officeDocument/2006/relationships/customXml" Target="../ink/ink935.xml"/><Relationship Id="rId80" Type="http://schemas.openxmlformats.org/officeDocument/2006/relationships/customXml" Target="../ink/ink908.xml"/><Relationship Id="rId85" Type="http://schemas.openxmlformats.org/officeDocument/2006/relationships/image" Target="../media/image941.png"/><Relationship Id="rId12" Type="http://schemas.openxmlformats.org/officeDocument/2006/relationships/customXml" Target="../ink/ink874.xml"/><Relationship Id="rId17" Type="http://schemas.openxmlformats.org/officeDocument/2006/relationships/image" Target="../media/image907.png"/><Relationship Id="rId33" Type="http://schemas.openxmlformats.org/officeDocument/2006/relationships/image" Target="../media/image915.png"/><Relationship Id="rId38" Type="http://schemas.openxmlformats.org/officeDocument/2006/relationships/customXml" Target="../ink/ink887.xml"/><Relationship Id="rId59" Type="http://schemas.openxmlformats.org/officeDocument/2006/relationships/image" Target="../media/image928.png"/><Relationship Id="rId103" Type="http://schemas.openxmlformats.org/officeDocument/2006/relationships/image" Target="../media/image950.png"/><Relationship Id="rId108" Type="http://schemas.openxmlformats.org/officeDocument/2006/relationships/customXml" Target="../ink/ink922.xml"/><Relationship Id="rId124" Type="http://schemas.openxmlformats.org/officeDocument/2006/relationships/customXml" Target="../ink/ink930.xml"/><Relationship Id="rId129" Type="http://schemas.openxmlformats.org/officeDocument/2006/relationships/image" Target="../media/image963.png"/><Relationship Id="rId54" Type="http://schemas.openxmlformats.org/officeDocument/2006/relationships/customXml" Target="../ink/ink895.xml"/><Relationship Id="rId70" Type="http://schemas.openxmlformats.org/officeDocument/2006/relationships/customXml" Target="../ink/ink903.xml"/><Relationship Id="rId75" Type="http://schemas.openxmlformats.org/officeDocument/2006/relationships/image" Target="../media/image936.png"/><Relationship Id="rId91" Type="http://schemas.openxmlformats.org/officeDocument/2006/relationships/image" Target="../media/image944.png"/><Relationship Id="rId96" Type="http://schemas.openxmlformats.org/officeDocument/2006/relationships/customXml" Target="../ink/ink916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871.xml"/><Relationship Id="rId23" Type="http://schemas.openxmlformats.org/officeDocument/2006/relationships/image" Target="../media/image910.png"/><Relationship Id="rId28" Type="http://schemas.openxmlformats.org/officeDocument/2006/relationships/customXml" Target="../ink/ink882.xml"/><Relationship Id="rId49" Type="http://schemas.openxmlformats.org/officeDocument/2006/relationships/image" Target="../media/image923.png"/><Relationship Id="rId114" Type="http://schemas.openxmlformats.org/officeDocument/2006/relationships/customXml" Target="../ink/ink925.xml"/><Relationship Id="rId119" Type="http://schemas.openxmlformats.org/officeDocument/2006/relationships/image" Target="../media/image958.png"/><Relationship Id="rId44" Type="http://schemas.openxmlformats.org/officeDocument/2006/relationships/customXml" Target="../ink/ink890.xml"/><Relationship Id="rId60" Type="http://schemas.openxmlformats.org/officeDocument/2006/relationships/customXml" Target="../ink/ink898.xml"/><Relationship Id="rId65" Type="http://schemas.openxmlformats.org/officeDocument/2006/relationships/image" Target="../media/image931.png"/><Relationship Id="rId81" Type="http://schemas.openxmlformats.org/officeDocument/2006/relationships/image" Target="../media/image939.png"/><Relationship Id="rId86" Type="http://schemas.openxmlformats.org/officeDocument/2006/relationships/customXml" Target="../ink/ink911.xml"/><Relationship Id="rId130" Type="http://schemas.openxmlformats.org/officeDocument/2006/relationships/customXml" Target="../ink/ink933.xml"/><Relationship Id="rId135" Type="http://schemas.openxmlformats.org/officeDocument/2006/relationships/image" Target="../media/image966.png"/><Relationship Id="rId13" Type="http://schemas.openxmlformats.org/officeDocument/2006/relationships/image" Target="../media/image905.png"/><Relationship Id="rId18" Type="http://schemas.openxmlformats.org/officeDocument/2006/relationships/customXml" Target="../ink/ink877.xml"/><Relationship Id="rId39" Type="http://schemas.openxmlformats.org/officeDocument/2006/relationships/image" Target="../media/image918.png"/><Relationship Id="rId109" Type="http://schemas.openxmlformats.org/officeDocument/2006/relationships/image" Target="../media/image953.png"/><Relationship Id="rId34" Type="http://schemas.openxmlformats.org/officeDocument/2006/relationships/customXml" Target="../ink/ink885.xml"/><Relationship Id="rId50" Type="http://schemas.openxmlformats.org/officeDocument/2006/relationships/customXml" Target="../ink/ink893.xml"/><Relationship Id="rId55" Type="http://schemas.openxmlformats.org/officeDocument/2006/relationships/image" Target="../media/image926.png"/><Relationship Id="rId76" Type="http://schemas.openxmlformats.org/officeDocument/2006/relationships/customXml" Target="../ink/ink906.xml"/><Relationship Id="rId97" Type="http://schemas.openxmlformats.org/officeDocument/2006/relationships/image" Target="../media/image947.png"/><Relationship Id="rId104" Type="http://schemas.openxmlformats.org/officeDocument/2006/relationships/customXml" Target="../ink/ink920.xml"/><Relationship Id="rId120" Type="http://schemas.openxmlformats.org/officeDocument/2006/relationships/customXml" Target="../ink/ink928.xml"/><Relationship Id="rId125" Type="http://schemas.openxmlformats.org/officeDocument/2006/relationships/image" Target="../media/image961.png"/><Relationship Id="rId7" Type="http://schemas.openxmlformats.org/officeDocument/2006/relationships/image" Target="../media/image902.png"/><Relationship Id="rId71" Type="http://schemas.openxmlformats.org/officeDocument/2006/relationships/image" Target="../media/image934.png"/><Relationship Id="rId92" Type="http://schemas.openxmlformats.org/officeDocument/2006/relationships/customXml" Target="../ink/ink914.xml"/><Relationship Id="rId2" Type="http://schemas.openxmlformats.org/officeDocument/2006/relationships/customXml" Target="../ink/ink869.xml"/><Relationship Id="rId29" Type="http://schemas.openxmlformats.org/officeDocument/2006/relationships/image" Target="../media/image913.png"/><Relationship Id="rId24" Type="http://schemas.openxmlformats.org/officeDocument/2006/relationships/customXml" Target="../ink/ink880.xml"/><Relationship Id="rId40" Type="http://schemas.openxmlformats.org/officeDocument/2006/relationships/customXml" Target="../ink/ink888.xml"/><Relationship Id="rId45" Type="http://schemas.openxmlformats.org/officeDocument/2006/relationships/image" Target="../media/image921.png"/><Relationship Id="rId66" Type="http://schemas.openxmlformats.org/officeDocument/2006/relationships/customXml" Target="../ink/ink901.xml"/><Relationship Id="rId87" Type="http://schemas.openxmlformats.org/officeDocument/2006/relationships/image" Target="../media/image942.png"/><Relationship Id="rId110" Type="http://schemas.openxmlformats.org/officeDocument/2006/relationships/customXml" Target="../ink/ink923.xml"/><Relationship Id="rId115" Type="http://schemas.openxmlformats.org/officeDocument/2006/relationships/image" Target="../media/image956.png"/><Relationship Id="rId131" Type="http://schemas.openxmlformats.org/officeDocument/2006/relationships/image" Target="../media/image964.png"/><Relationship Id="rId136" Type="http://schemas.openxmlformats.org/officeDocument/2006/relationships/customXml" Target="../ink/ink936.xml"/><Relationship Id="rId61" Type="http://schemas.openxmlformats.org/officeDocument/2006/relationships/image" Target="../media/image929.png"/><Relationship Id="rId82" Type="http://schemas.openxmlformats.org/officeDocument/2006/relationships/customXml" Target="../ink/ink909.xml"/><Relationship Id="rId19" Type="http://schemas.openxmlformats.org/officeDocument/2006/relationships/image" Target="../media/image908.png"/><Relationship Id="rId14" Type="http://schemas.openxmlformats.org/officeDocument/2006/relationships/customXml" Target="../ink/ink875.xml"/><Relationship Id="rId30" Type="http://schemas.openxmlformats.org/officeDocument/2006/relationships/customXml" Target="../ink/ink883.xml"/><Relationship Id="rId35" Type="http://schemas.openxmlformats.org/officeDocument/2006/relationships/image" Target="../media/image916.png"/><Relationship Id="rId56" Type="http://schemas.openxmlformats.org/officeDocument/2006/relationships/customXml" Target="../ink/ink896.xml"/><Relationship Id="rId77" Type="http://schemas.openxmlformats.org/officeDocument/2006/relationships/image" Target="../media/image937.png"/><Relationship Id="rId100" Type="http://schemas.openxmlformats.org/officeDocument/2006/relationships/customXml" Target="../ink/ink918.xml"/><Relationship Id="rId105" Type="http://schemas.openxmlformats.org/officeDocument/2006/relationships/image" Target="../media/image951.png"/><Relationship Id="rId126" Type="http://schemas.openxmlformats.org/officeDocument/2006/relationships/customXml" Target="../ink/ink931.xml"/><Relationship Id="rId8" Type="http://schemas.openxmlformats.org/officeDocument/2006/relationships/customXml" Target="../ink/ink872.xml"/><Relationship Id="rId51" Type="http://schemas.openxmlformats.org/officeDocument/2006/relationships/image" Target="../media/image924.png"/><Relationship Id="rId72" Type="http://schemas.openxmlformats.org/officeDocument/2006/relationships/customXml" Target="../ink/ink904.xml"/><Relationship Id="rId93" Type="http://schemas.openxmlformats.org/officeDocument/2006/relationships/image" Target="../media/image945.png"/><Relationship Id="rId98" Type="http://schemas.openxmlformats.org/officeDocument/2006/relationships/customXml" Target="../ink/ink917.xml"/><Relationship Id="rId121" Type="http://schemas.openxmlformats.org/officeDocument/2006/relationships/image" Target="../media/image959.png"/><Relationship Id="rId3" Type="http://schemas.openxmlformats.org/officeDocument/2006/relationships/image" Target="../media/image900.png"/><Relationship Id="rId25" Type="http://schemas.openxmlformats.org/officeDocument/2006/relationships/image" Target="../media/image911.png"/><Relationship Id="rId46" Type="http://schemas.openxmlformats.org/officeDocument/2006/relationships/customXml" Target="../ink/ink891.xml"/><Relationship Id="rId67" Type="http://schemas.openxmlformats.org/officeDocument/2006/relationships/image" Target="../media/image932.png"/><Relationship Id="rId116" Type="http://schemas.openxmlformats.org/officeDocument/2006/relationships/customXml" Target="../ink/ink926.xml"/><Relationship Id="rId137" Type="http://schemas.openxmlformats.org/officeDocument/2006/relationships/image" Target="../media/image967.png"/><Relationship Id="rId20" Type="http://schemas.openxmlformats.org/officeDocument/2006/relationships/customXml" Target="../ink/ink878.xml"/><Relationship Id="rId41" Type="http://schemas.openxmlformats.org/officeDocument/2006/relationships/image" Target="../media/image919.png"/><Relationship Id="rId62" Type="http://schemas.openxmlformats.org/officeDocument/2006/relationships/customXml" Target="../ink/ink899.xml"/><Relationship Id="rId83" Type="http://schemas.openxmlformats.org/officeDocument/2006/relationships/image" Target="../media/image940.png"/><Relationship Id="rId88" Type="http://schemas.openxmlformats.org/officeDocument/2006/relationships/customXml" Target="../ink/ink912.xml"/><Relationship Id="rId111" Type="http://schemas.openxmlformats.org/officeDocument/2006/relationships/image" Target="../media/image954.png"/><Relationship Id="rId132" Type="http://schemas.openxmlformats.org/officeDocument/2006/relationships/customXml" Target="../ink/ink934.xml"/><Relationship Id="rId15" Type="http://schemas.openxmlformats.org/officeDocument/2006/relationships/image" Target="../media/image906.png"/><Relationship Id="rId36" Type="http://schemas.openxmlformats.org/officeDocument/2006/relationships/customXml" Target="../ink/ink886.xml"/><Relationship Id="rId57" Type="http://schemas.openxmlformats.org/officeDocument/2006/relationships/image" Target="../media/image927.png"/><Relationship Id="rId106" Type="http://schemas.openxmlformats.org/officeDocument/2006/relationships/customXml" Target="../ink/ink921.xml"/><Relationship Id="rId127" Type="http://schemas.openxmlformats.org/officeDocument/2006/relationships/image" Target="../media/image962.png"/><Relationship Id="rId10" Type="http://schemas.openxmlformats.org/officeDocument/2006/relationships/customXml" Target="../ink/ink873.xml"/><Relationship Id="rId31" Type="http://schemas.openxmlformats.org/officeDocument/2006/relationships/image" Target="../media/image914.png"/><Relationship Id="rId52" Type="http://schemas.openxmlformats.org/officeDocument/2006/relationships/customXml" Target="../ink/ink894.xml"/><Relationship Id="rId73" Type="http://schemas.openxmlformats.org/officeDocument/2006/relationships/image" Target="../media/image935.png"/><Relationship Id="rId78" Type="http://schemas.openxmlformats.org/officeDocument/2006/relationships/customXml" Target="../ink/ink907.xml"/><Relationship Id="rId94" Type="http://schemas.openxmlformats.org/officeDocument/2006/relationships/customXml" Target="../ink/ink915.xml"/><Relationship Id="rId99" Type="http://schemas.openxmlformats.org/officeDocument/2006/relationships/image" Target="../media/image948.png"/><Relationship Id="rId101" Type="http://schemas.openxmlformats.org/officeDocument/2006/relationships/image" Target="../media/image949.png"/><Relationship Id="rId122" Type="http://schemas.openxmlformats.org/officeDocument/2006/relationships/customXml" Target="../ink/ink929.xml"/><Relationship Id="rId4" Type="http://schemas.openxmlformats.org/officeDocument/2006/relationships/customXml" Target="../ink/ink870.xml"/><Relationship Id="rId9" Type="http://schemas.openxmlformats.org/officeDocument/2006/relationships/image" Target="../media/image903.png"/><Relationship Id="rId26" Type="http://schemas.openxmlformats.org/officeDocument/2006/relationships/customXml" Target="../ink/ink881.xml"/><Relationship Id="rId47" Type="http://schemas.openxmlformats.org/officeDocument/2006/relationships/image" Target="../media/image922.png"/><Relationship Id="rId68" Type="http://schemas.openxmlformats.org/officeDocument/2006/relationships/customXml" Target="../ink/ink902.xml"/><Relationship Id="rId89" Type="http://schemas.openxmlformats.org/officeDocument/2006/relationships/image" Target="../media/image943.png"/><Relationship Id="rId112" Type="http://schemas.openxmlformats.org/officeDocument/2006/relationships/customXml" Target="../ink/ink924.xml"/><Relationship Id="rId133" Type="http://schemas.openxmlformats.org/officeDocument/2006/relationships/image" Target="../media/image965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3.png"/><Relationship Id="rId18" Type="http://schemas.openxmlformats.org/officeDocument/2006/relationships/customXml" Target="../ink/ink945.xml"/><Relationship Id="rId26" Type="http://schemas.openxmlformats.org/officeDocument/2006/relationships/customXml" Target="../ink/ink949.xml"/><Relationship Id="rId39" Type="http://schemas.openxmlformats.org/officeDocument/2006/relationships/image" Target="../media/image986.png"/><Relationship Id="rId21" Type="http://schemas.openxmlformats.org/officeDocument/2006/relationships/image" Target="../media/image977.png"/><Relationship Id="rId34" Type="http://schemas.openxmlformats.org/officeDocument/2006/relationships/customXml" Target="../ink/ink953.xml"/><Relationship Id="rId42" Type="http://schemas.openxmlformats.org/officeDocument/2006/relationships/customXml" Target="../ink/ink957.xml"/><Relationship Id="rId47" Type="http://schemas.openxmlformats.org/officeDocument/2006/relationships/image" Target="../media/image990.png"/><Relationship Id="rId50" Type="http://schemas.openxmlformats.org/officeDocument/2006/relationships/customXml" Target="../ink/ink961.xml"/><Relationship Id="rId7" Type="http://schemas.openxmlformats.org/officeDocument/2006/relationships/image" Target="../media/image970.png"/><Relationship Id="rId2" Type="http://schemas.openxmlformats.org/officeDocument/2006/relationships/customXml" Target="../ink/ink937.xml"/><Relationship Id="rId16" Type="http://schemas.openxmlformats.org/officeDocument/2006/relationships/customXml" Target="../ink/ink944.xml"/><Relationship Id="rId29" Type="http://schemas.openxmlformats.org/officeDocument/2006/relationships/image" Target="../media/image981.png"/><Relationship Id="rId11" Type="http://schemas.openxmlformats.org/officeDocument/2006/relationships/image" Target="../media/image972.png"/><Relationship Id="rId24" Type="http://schemas.openxmlformats.org/officeDocument/2006/relationships/customXml" Target="../ink/ink948.xml"/><Relationship Id="rId32" Type="http://schemas.openxmlformats.org/officeDocument/2006/relationships/customXml" Target="../ink/ink952.xml"/><Relationship Id="rId37" Type="http://schemas.openxmlformats.org/officeDocument/2006/relationships/image" Target="../media/image985.png"/><Relationship Id="rId40" Type="http://schemas.openxmlformats.org/officeDocument/2006/relationships/customXml" Target="../ink/ink956.xml"/><Relationship Id="rId45" Type="http://schemas.openxmlformats.org/officeDocument/2006/relationships/image" Target="../media/image989.png"/><Relationship Id="rId53" Type="http://schemas.openxmlformats.org/officeDocument/2006/relationships/image" Target="../media/image993.png"/><Relationship Id="rId5" Type="http://schemas.openxmlformats.org/officeDocument/2006/relationships/image" Target="../media/image969.png"/><Relationship Id="rId10" Type="http://schemas.openxmlformats.org/officeDocument/2006/relationships/customXml" Target="../ink/ink941.xml"/><Relationship Id="rId19" Type="http://schemas.openxmlformats.org/officeDocument/2006/relationships/image" Target="../media/image976.png"/><Relationship Id="rId31" Type="http://schemas.openxmlformats.org/officeDocument/2006/relationships/image" Target="../media/image982.png"/><Relationship Id="rId44" Type="http://schemas.openxmlformats.org/officeDocument/2006/relationships/customXml" Target="../ink/ink958.xml"/><Relationship Id="rId52" Type="http://schemas.openxmlformats.org/officeDocument/2006/relationships/customXml" Target="../ink/ink962.xml"/><Relationship Id="rId4" Type="http://schemas.openxmlformats.org/officeDocument/2006/relationships/customXml" Target="../ink/ink938.xml"/><Relationship Id="rId9" Type="http://schemas.openxmlformats.org/officeDocument/2006/relationships/image" Target="../media/image971.png"/><Relationship Id="rId14" Type="http://schemas.openxmlformats.org/officeDocument/2006/relationships/customXml" Target="../ink/ink943.xml"/><Relationship Id="rId22" Type="http://schemas.openxmlformats.org/officeDocument/2006/relationships/customXml" Target="../ink/ink947.xml"/><Relationship Id="rId27" Type="http://schemas.openxmlformats.org/officeDocument/2006/relationships/image" Target="../media/image980.png"/><Relationship Id="rId30" Type="http://schemas.openxmlformats.org/officeDocument/2006/relationships/customXml" Target="../ink/ink951.xml"/><Relationship Id="rId35" Type="http://schemas.openxmlformats.org/officeDocument/2006/relationships/image" Target="../media/image984.png"/><Relationship Id="rId43" Type="http://schemas.openxmlformats.org/officeDocument/2006/relationships/image" Target="../media/image988.png"/><Relationship Id="rId48" Type="http://schemas.openxmlformats.org/officeDocument/2006/relationships/customXml" Target="../ink/ink960.xml"/><Relationship Id="rId8" Type="http://schemas.openxmlformats.org/officeDocument/2006/relationships/customXml" Target="../ink/ink940.xml"/><Relationship Id="rId51" Type="http://schemas.openxmlformats.org/officeDocument/2006/relationships/image" Target="../media/image992.png"/><Relationship Id="rId3" Type="http://schemas.openxmlformats.org/officeDocument/2006/relationships/image" Target="../media/image968.png"/><Relationship Id="rId12" Type="http://schemas.openxmlformats.org/officeDocument/2006/relationships/customXml" Target="../ink/ink942.xml"/><Relationship Id="rId17" Type="http://schemas.openxmlformats.org/officeDocument/2006/relationships/image" Target="../media/image975.png"/><Relationship Id="rId25" Type="http://schemas.openxmlformats.org/officeDocument/2006/relationships/image" Target="../media/image979.png"/><Relationship Id="rId33" Type="http://schemas.openxmlformats.org/officeDocument/2006/relationships/image" Target="../media/image983.png"/><Relationship Id="rId38" Type="http://schemas.openxmlformats.org/officeDocument/2006/relationships/customXml" Target="../ink/ink955.xml"/><Relationship Id="rId46" Type="http://schemas.openxmlformats.org/officeDocument/2006/relationships/customXml" Target="../ink/ink959.xml"/><Relationship Id="rId20" Type="http://schemas.openxmlformats.org/officeDocument/2006/relationships/customXml" Target="../ink/ink946.xml"/><Relationship Id="rId41" Type="http://schemas.openxmlformats.org/officeDocument/2006/relationships/image" Target="../media/image987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939.xml"/><Relationship Id="rId15" Type="http://schemas.openxmlformats.org/officeDocument/2006/relationships/image" Target="../media/image974.png"/><Relationship Id="rId23" Type="http://schemas.openxmlformats.org/officeDocument/2006/relationships/image" Target="../media/image978.png"/><Relationship Id="rId28" Type="http://schemas.openxmlformats.org/officeDocument/2006/relationships/customXml" Target="../ink/ink950.xml"/><Relationship Id="rId36" Type="http://schemas.openxmlformats.org/officeDocument/2006/relationships/customXml" Target="../ink/ink954.xml"/><Relationship Id="rId49" Type="http://schemas.openxmlformats.org/officeDocument/2006/relationships/image" Target="../media/image991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0.png"/><Relationship Id="rId21" Type="http://schemas.openxmlformats.org/officeDocument/2006/relationships/image" Target="../media/image1002.png"/><Relationship Id="rId42" Type="http://schemas.openxmlformats.org/officeDocument/2006/relationships/customXml" Target="../ink/ink982.xml"/><Relationship Id="rId63" Type="http://schemas.openxmlformats.org/officeDocument/2006/relationships/image" Target="../media/image1023.png"/><Relationship Id="rId84" Type="http://schemas.openxmlformats.org/officeDocument/2006/relationships/customXml" Target="../ink/ink1003.xml"/><Relationship Id="rId16" Type="http://schemas.openxmlformats.org/officeDocument/2006/relationships/customXml" Target="../ink/ink969.xml"/><Relationship Id="rId107" Type="http://schemas.openxmlformats.org/officeDocument/2006/relationships/image" Target="../media/image1045.png"/><Relationship Id="rId11" Type="http://schemas.openxmlformats.org/officeDocument/2006/relationships/image" Target="../media/image997.png"/><Relationship Id="rId32" Type="http://schemas.openxmlformats.org/officeDocument/2006/relationships/customXml" Target="../ink/ink977.xml"/><Relationship Id="rId37" Type="http://schemas.openxmlformats.org/officeDocument/2006/relationships/image" Target="../media/image1010.png"/><Relationship Id="rId53" Type="http://schemas.openxmlformats.org/officeDocument/2006/relationships/image" Target="../media/image1018.png"/><Relationship Id="rId58" Type="http://schemas.openxmlformats.org/officeDocument/2006/relationships/customXml" Target="../ink/ink990.xml"/><Relationship Id="rId74" Type="http://schemas.openxmlformats.org/officeDocument/2006/relationships/customXml" Target="../ink/ink998.xml"/><Relationship Id="rId79" Type="http://schemas.openxmlformats.org/officeDocument/2006/relationships/image" Target="../media/image1031.png"/><Relationship Id="rId102" Type="http://schemas.openxmlformats.org/officeDocument/2006/relationships/customXml" Target="../ink/ink1012.xml"/><Relationship Id="rId123" Type="http://schemas.openxmlformats.org/officeDocument/2006/relationships/image" Target="../media/image1053.png"/><Relationship Id="rId128" Type="http://schemas.openxmlformats.org/officeDocument/2006/relationships/customXml" Target="../ink/ink1025.xml"/><Relationship Id="rId5" Type="http://schemas.openxmlformats.org/officeDocument/2006/relationships/image" Target="../media/image994.png"/><Relationship Id="rId90" Type="http://schemas.openxmlformats.org/officeDocument/2006/relationships/customXml" Target="../ink/ink1006.xml"/><Relationship Id="rId95" Type="http://schemas.openxmlformats.org/officeDocument/2006/relationships/image" Target="../media/image1039.png"/><Relationship Id="rId22" Type="http://schemas.openxmlformats.org/officeDocument/2006/relationships/customXml" Target="../ink/ink972.xml"/><Relationship Id="rId27" Type="http://schemas.openxmlformats.org/officeDocument/2006/relationships/image" Target="../media/image1005.png"/><Relationship Id="rId43" Type="http://schemas.openxmlformats.org/officeDocument/2006/relationships/image" Target="../media/image1013.png"/><Relationship Id="rId48" Type="http://schemas.openxmlformats.org/officeDocument/2006/relationships/customXml" Target="../ink/ink985.xml"/><Relationship Id="rId64" Type="http://schemas.openxmlformats.org/officeDocument/2006/relationships/customXml" Target="../ink/ink993.xml"/><Relationship Id="rId69" Type="http://schemas.openxmlformats.org/officeDocument/2006/relationships/image" Target="../media/image1026.png"/><Relationship Id="rId113" Type="http://schemas.openxmlformats.org/officeDocument/2006/relationships/image" Target="../media/image1048.png"/><Relationship Id="rId118" Type="http://schemas.openxmlformats.org/officeDocument/2006/relationships/customXml" Target="../ink/ink1020.xml"/><Relationship Id="rId134" Type="http://schemas.openxmlformats.org/officeDocument/2006/relationships/customXml" Target="../ink/ink1028.xml"/><Relationship Id="rId80" Type="http://schemas.openxmlformats.org/officeDocument/2006/relationships/customXml" Target="../ink/ink1001.xml"/><Relationship Id="rId85" Type="http://schemas.openxmlformats.org/officeDocument/2006/relationships/image" Target="../media/image1034.png"/><Relationship Id="rId12" Type="http://schemas.openxmlformats.org/officeDocument/2006/relationships/customXml" Target="../ink/ink967.xml"/><Relationship Id="rId17" Type="http://schemas.openxmlformats.org/officeDocument/2006/relationships/image" Target="../media/image1000.png"/><Relationship Id="rId33" Type="http://schemas.openxmlformats.org/officeDocument/2006/relationships/image" Target="../media/image1008.png"/><Relationship Id="rId38" Type="http://schemas.openxmlformats.org/officeDocument/2006/relationships/customXml" Target="../ink/ink980.xml"/><Relationship Id="rId59" Type="http://schemas.openxmlformats.org/officeDocument/2006/relationships/image" Target="../media/image1021.png"/><Relationship Id="rId103" Type="http://schemas.openxmlformats.org/officeDocument/2006/relationships/image" Target="../media/image1043.png"/><Relationship Id="rId108" Type="http://schemas.openxmlformats.org/officeDocument/2006/relationships/customXml" Target="../ink/ink1015.xml"/><Relationship Id="rId124" Type="http://schemas.openxmlformats.org/officeDocument/2006/relationships/customXml" Target="../ink/ink1023.xml"/><Relationship Id="rId129" Type="http://schemas.openxmlformats.org/officeDocument/2006/relationships/image" Target="../media/image1056.png"/><Relationship Id="rId54" Type="http://schemas.openxmlformats.org/officeDocument/2006/relationships/customXml" Target="../ink/ink988.xml"/><Relationship Id="rId70" Type="http://schemas.openxmlformats.org/officeDocument/2006/relationships/customXml" Target="../ink/ink996.xml"/><Relationship Id="rId75" Type="http://schemas.openxmlformats.org/officeDocument/2006/relationships/image" Target="../media/image1029.png"/><Relationship Id="rId91" Type="http://schemas.openxmlformats.org/officeDocument/2006/relationships/image" Target="../media/image1037.png"/><Relationship Id="rId96" Type="http://schemas.openxmlformats.org/officeDocument/2006/relationships/customXml" Target="../ink/ink1009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964.xml"/><Relationship Id="rId23" Type="http://schemas.openxmlformats.org/officeDocument/2006/relationships/image" Target="../media/image1003.png"/><Relationship Id="rId28" Type="http://schemas.openxmlformats.org/officeDocument/2006/relationships/customXml" Target="../ink/ink975.xml"/><Relationship Id="rId49" Type="http://schemas.openxmlformats.org/officeDocument/2006/relationships/image" Target="../media/image1016.png"/><Relationship Id="rId114" Type="http://schemas.openxmlformats.org/officeDocument/2006/relationships/customXml" Target="../ink/ink1018.xml"/><Relationship Id="rId119" Type="http://schemas.openxmlformats.org/officeDocument/2006/relationships/image" Target="../media/image1051.png"/><Relationship Id="rId44" Type="http://schemas.openxmlformats.org/officeDocument/2006/relationships/customXml" Target="../ink/ink983.xml"/><Relationship Id="rId60" Type="http://schemas.openxmlformats.org/officeDocument/2006/relationships/customXml" Target="../ink/ink991.xml"/><Relationship Id="rId65" Type="http://schemas.openxmlformats.org/officeDocument/2006/relationships/image" Target="../media/image1024.png"/><Relationship Id="rId81" Type="http://schemas.openxmlformats.org/officeDocument/2006/relationships/image" Target="../media/image1032.png"/><Relationship Id="rId86" Type="http://schemas.openxmlformats.org/officeDocument/2006/relationships/customXml" Target="../ink/ink1004.xml"/><Relationship Id="rId130" Type="http://schemas.openxmlformats.org/officeDocument/2006/relationships/customXml" Target="../ink/ink1026.xml"/><Relationship Id="rId135" Type="http://schemas.openxmlformats.org/officeDocument/2006/relationships/image" Target="../media/image1059.png"/><Relationship Id="rId13" Type="http://schemas.openxmlformats.org/officeDocument/2006/relationships/image" Target="../media/image998.png"/><Relationship Id="rId18" Type="http://schemas.openxmlformats.org/officeDocument/2006/relationships/customXml" Target="../ink/ink970.xml"/><Relationship Id="rId39" Type="http://schemas.openxmlformats.org/officeDocument/2006/relationships/image" Target="../media/image1011.png"/><Relationship Id="rId109" Type="http://schemas.openxmlformats.org/officeDocument/2006/relationships/image" Target="../media/image1046.png"/><Relationship Id="rId34" Type="http://schemas.openxmlformats.org/officeDocument/2006/relationships/customXml" Target="../ink/ink978.xml"/><Relationship Id="rId50" Type="http://schemas.openxmlformats.org/officeDocument/2006/relationships/customXml" Target="../ink/ink986.xml"/><Relationship Id="rId55" Type="http://schemas.openxmlformats.org/officeDocument/2006/relationships/image" Target="../media/image1019.png"/><Relationship Id="rId76" Type="http://schemas.openxmlformats.org/officeDocument/2006/relationships/customXml" Target="../ink/ink999.xml"/><Relationship Id="rId97" Type="http://schemas.openxmlformats.org/officeDocument/2006/relationships/image" Target="../media/image1040.png"/><Relationship Id="rId104" Type="http://schemas.openxmlformats.org/officeDocument/2006/relationships/customXml" Target="../ink/ink1013.xml"/><Relationship Id="rId120" Type="http://schemas.openxmlformats.org/officeDocument/2006/relationships/customXml" Target="../ink/ink1021.xml"/><Relationship Id="rId125" Type="http://schemas.openxmlformats.org/officeDocument/2006/relationships/image" Target="../media/image1054.png"/><Relationship Id="rId7" Type="http://schemas.openxmlformats.org/officeDocument/2006/relationships/image" Target="../media/image995.png"/><Relationship Id="rId71" Type="http://schemas.openxmlformats.org/officeDocument/2006/relationships/image" Target="../media/image1027.png"/><Relationship Id="rId92" Type="http://schemas.openxmlformats.org/officeDocument/2006/relationships/customXml" Target="../ink/ink1007.xml"/><Relationship Id="rId2" Type="http://schemas.openxmlformats.org/officeDocument/2006/relationships/image" Target="../media/image4600.png"/><Relationship Id="rId29" Type="http://schemas.openxmlformats.org/officeDocument/2006/relationships/image" Target="../media/image1006.png"/><Relationship Id="rId24" Type="http://schemas.openxmlformats.org/officeDocument/2006/relationships/customXml" Target="../ink/ink973.xml"/><Relationship Id="rId40" Type="http://schemas.openxmlformats.org/officeDocument/2006/relationships/customXml" Target="../ink/ink981.xml"/><Relationship Id="rId45" Type="http://schemas.openxmlformats.org/officeDocument/2006/relationships/image" Target="../media/image1014.png"/><Relationship Id="rId66" Type="http://schemas.openxmlformats.org/officeDocument/2006/relationships/customXml" Target="../ink/ink994.xml"/><Relationship Id="rId87" Type="http://schemas.openxmlformats.org/officeDocument/2006/relationships/image" Target="../media/image1035.png"/><Relationship Id="rId110" Type="http://schemas.openxmlformats.org/officeDocument/2006/relationships/customXml" Target="../ink/ink1016.xml"/><Relationship Id="rId115" Type="http://schemas.openxmlformats.org/officeDocument/2006/relationships/image" Target="../media/image1049.png"/><Relationship Id="rId131" Type="http://schemas.openxmlformats.org/officeDocument/2006/relationships/image" Target="../media/image1057.png"/><Relationship Id="rId61" Type="http://schemas.openxmlformats.org/officeDocument/2006/relationships/image" Target="../media/image1022.png"/><Relationship Id="rId82" Type="http://schemas.openxmlformats.org/officeDocument/2006/relationships/customXml" Target="../ink/ink1002.xml"/><Relationship Id="rId19" Type="http://schemas.openxmlformats.org/officeDocument/2006/relationships/image" Target="../media/image1001.png"/><Relationship Id="rId14" Type="http://schemas.openxmlformats.org/officeDocument/2006/relationships/customXml" Target="../ink/ink968.xml"/><Relationship Id="rId30" Type="http://schemas.openxmlformats.org/officeDocument/2006/relationships/customXml" Target="../ink/ink976.xml"/><Relationship Id="rId35" Type="http://schemas.openxmlformats.org/officeDocument/2006/relationships/image" Target="../media/image1009.png"/><Relationship Id="rId56" Type="http://schemas.openxmlformats.org/officeDocument/2006/relationships/customXml" Target="../ink/ink989.xml"/><Relationship Id="rId77" Type="http://schemas.openxmlformats.org/officeDocument/2006/relationships/image" Target="../media/image1030.png"/><Relationship Id="rId100" Type="http://schemas.openxmlformats.org/officeDocument/2006/relationships/customXml" Target="../ink/ink1011.xml"/><Relationship Id="rId105" Type="http://schemas.openxmlformats.org/officeDocument/2006/relationships/image" Target="../media/image1044.png"/><Relationship Id="rId126" Type="http://schemas.openxmlformats.org/officeDocument/2006/relationships/customXml" Target="../ink/ink1024.xml"/><Relationship Id="rId8" Type="http://schemas.openxmlformats.org/officeDocument/2006/relationships/customXml" Target="../ink/ink965.xml"/><Relationship Id="rId51" Type="http://schemas.openxmlformats.org/officeDocument/2006/relationships/image" Target="../media/image1017.png"/><Relationship Id="rId72" Type="http://schemas.openxmlformats.org/officeDocument/2006/relationships/customXml" Target="../ink/ink997.xml"/><Relationship Id="rId93" Type="http://schemas.openxmlformats.org/officeDocument/2006/relationships/image" Target="../media/image1038.png"/><Relationship Id="rId98" Type="http://schemas.openxmlformats.org/officeDocument/2006/relationships/customXml" Target="../ink/ink1010.xml"/><Relationship Id="rId121" Type="http://schemas.openxmlformats.org/officeDocument/2006/relationships/image" Target="../media/image1052.png"/><Relationship Id="rId3" Type="http://schemas.openxmlformats.org/officeDocument/2006/relationships/image" Target="../media/image4700.png"/><Relationship Id="rId25" Type="http://schemas.openxmlformats.org/officeDocument/2006/relationships/image" Target="../media/image1004.png"/><Relationship Id="rId46" Type="http://schemas.openxmlformats.org/officeDocument/2006/relationships/customXml" Target="../ink/ink984.xml"/><Relationship Id="rId67" Type="http://schemas.openxmlformats.org/officeDocument/2006/relationships/image" Target="../media/image1025.png"/><Relationship Id="rId116" Type="http://schemas.openxmlformats.org/officeDocument/2006/relationships/customXml" Target="../ink/ink1019.xml"/><Relationship Id="rId20" Type="http://schemas.openxmlformats.org/officeDocument/2006/relationships/customXml" Target="../ink/ink971.xml"/><Relationship Id="rId41" Type="http://schemas.openxmlformats.org/officeDocument/2006/relationships/image" Target="../media/image1012.png"/><Relationship Id="rId62" Type="http://schemas.openxmlformats.org/officeDocument/2006/relationships/customXml" Target="../ink/ink992.xml"/><Relationship Id="rId83" Type="http://schemas.openxmlformats.org/officeDocument/2006/relationships/image" Target="../media/image1033.png"/><Relationship Id="rId88" Type="http://schemas.openxmlformats.org/officeDocument/2006/relationships/customXml" Target="../ink/ink1005.xml"/><Relationship Id="rId111" Type="http://schemas.openxmlformats.org/officeDocument/2006/relationships/image" Target="../media/image1047.png"/><Relationship Id="rId132" Type="http://schemas.openxmlformats.org/officeDocument/2006/relationships/customXml" Target="../ink/ink1027.xml"/><Relationship Id="rId15" Type="http://schemas.openxmlformats.org/officeDocument/2006/relationships/image" Target="../media/image999.png"/><Relationship Id="rId36" Type="http://schemas.openxmlformats.org/officeDocument/2006/relationships/customXml" Target="../ink/ink979.xml"/><Relationship Id="rId57" Type="http://schemas.openxmlformats.org/officeDocument/2006/relationships/image" Target="../media/image1020.png"/><Relationship Id="rId106" Type="http://schemas.openxmlformats.org/officeDocument/2006/relationships/customXml" Target="../ink/ink1014.xml"/><Relationship Id="rId127" Type="http://schemas.openxmlformats.org/officeDocument/2006/relationships/image" Target="../media/image1055.png"/><Relationship Id="rId10" Type="http://schemas.openxmlformats.org/officeDocument/2006/relationships/customXml" Target="../ink/ink966.xml"/><Relationship Id="rId31" Type="http://schemas.openxmlformats.org/officeDocument/2006/relationships/image" Target="../media/image1007.png"/><Relationship Id="rId52" Type="http://schemas.openxmlformats.org/officeDocument/2006/relationships/customXml" Target="../ink/ink987.xml"/><Relationship Id="rId73" Type="http://schemas.openxmlformats.org/officeDocument/2006/relationships/image" Target="../media/image1028.png"/><Relationship Id="rId78" Type="http://schemas.openxmlformats.org/officeDocument/2006/relationships/customXml" Target="../ink/ink1000.xml"/><Relationship Id="rId94" Type="http://schemas.openxmlformats.org/officeDocument/2006/relationships/customXml" Target="../ink/ink1008.xml"/><Relationship Id="rId99" Type="http://schemas.openxmlformats.org/officeDocument/2006/relationships/image" Target="../media/image1041.png"/><Relationship Id="rId101" Type="http://schemas.openxmlformats.org/officeDocument/2006/relationships/image" Target="../media/image1042.png"/><Relationship Id="rId122" Type="http://schemas.openxmlformats.org/officeDocument/2006/relationships/customXml" Target="../ink/ink1022.xml"/><Relationship Id="rId4" Type="http://schemas.openxmlformats.org/officeDocument/2006/relationships/customXml" Target="../ink/ink963.xml"/><Relationship Id="rId9" Type="http://schemas.openxmlformats.org/officeDocument/2006/relationships/image" Target="../media/image996.png"/><Relationship Id="rId26" Type="http://schemas.openxmlformats.org/officeDocument/2006/relationships/customXml" Target="../ink/ink974.xml"/><Relationship Id="rId47" Type="http://schemas.openxmlformats.org/officeDocument/2006/relationships/image" Target="../media/image1015.png"/><Relationship Id="rId68" Type="http://schemas.openxmlformats.org/officeDocument/2006/relationships/customXml" Target="../ink/ink995.xml"/><Relationship Id="rId89" Type="http://schemas.openxmlformats.org/officeDocument/2006/relationships/image" Target="../media/image1036.png"/><Relationship Id="rId112" Type="http://schemas.openxmlformats.org/officeDocument/2006/relationships/customXml" Target="../ink/ink1017.xml"/><Relationship Id="rId133" Type="http://schemas.openxmlformats.org/officeDocument/2006/relationships/image" Target="../media/image105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3.png"/><Relationship Id="rId18" Type="http://schemas.openxmlformats.org/officeDocument/2006/relationships/customXml" Target="../ink/ink1036.xml"/><Relationship Id="rId26" Type="http://schemas.openxmlformats.org/officeDocument/2006/relationships/customXml" Target="../ink/ink1040.xml"/><Relationship Id="rId39" Type="http://schemas.openxmlformats.org/officeDocument/2006/relationships/image" Target="../media/image1076.png"/><Relationship Id="rId21" Type="http://schemas.openxmlformats.org/officeDocument/2006/relationships/image" Target="../media/image1067.png"/><Relationship Id="rId34" Type="http://schemas.openxmlformats.org/officeDocument/2006/relationships/customXml" Target="../ink/ink1044.xml"/><Relationship Id="rId42" Type="http://schemas.openxmlformats.org/officeDocument/2006/relationships/customXml" Target="../ink/ink1048.xml"/><Relationship Id="rId47" Type="http://schemas.openxmlformats.org/officeDocument/2006/relationships/image" Target="../media/image1080.png"/><Relationship Id="rId50" Type="http://schemas.openxmlformats.org/officeDocument/2006/relationships/customXml" Target="../ink/ink1052.xml"/><Relationship Id="rId7" Type="http://schemas.openxmlformats.org/officeDocument/2006/relationships/image" Target="../media/image990.png"/><Relationship Id="rId2" Type="http://schemas.openxmlformats.org/officeDocument/2006/relationships/image" Target="../media/image4810.png"/><Relationship Id="rId16" Type="http://schemas.openxmlformats.org/officeDocument/2006/relationships/customXml" Target="../ink/ink1035.xml"/><Relationship Id="rId29" Type="http://schemas.openxmlformats.org/officeDocument/2006/relationships/image" Target="../media/image1071.png"/><Relationship Id="rId11" Type="http://schemas.openxmlformats.org/officeDocument/2006/relationships/image" Target="../media/image1062.png"/><Relationship Id="rId24" Type="http://schemas.openxmlformats.org/officeDocument/2006/relationships/customXml" Target="../ink/ink1039.xml"/><Relationship Id="rId32" Type="http://schemas.openxmlformats.org/officeDocument/2006/relationships/customXml" Target="../ink/ink1043.xml"/><Relationship Id="rId37" Type="http://schemas.openxmlformats.org/officeDocument/2006/relationships/image" Target="../media/image1075.png"/><Relationship Id="rId40" Type="http://schemas.openxmlformats.org/officeDocument/2006/relationships/customXml" Target="../ink/ink1047.xml"/><Relationship Id="rId45" Type="http://schemas.openxmlformats.org/officeDocument/2006/relationships/image" Target="../media/image1079.png"/><Relationship Id="rId53" Type="http://schemas.openxmlformats.org/officeDocument/2006/relationships/image" Target="../media/image1083.png"/><Relationship Id="rId5" Type="http://schemas.openxmlformats.org/officeDocument/2006/relationships/image" Target="../media/image1060.png"/><Relationship Id="rId10" Type="http://schemas.openxmlformats.org/officeDocument/2006/relationships/customXml" Target="../ink/ink1032.xml"/><Relationship Id="rId19" Type="http://schemas.openxmlformats.org/officeDocument/2006/relationships/image" Target="../media/image1066.png"/><Relationship Id="rId31" Type="http://schemas.openxmlformats.org/officeDocument/2006/relationships/image" Target="../media/image1072.png"/><Relationship Id="rId44" Type="http://schemas.openxmlformats.org/officeDocument/2006/relationships/customXml" Target="../ink/ink1049.xml"/><Relationship Id="rId52" Type="http://schemas.openxmlformats.org/officeDocument/2006/relationships/customXml" Target="../ink/ink1053.xml"/><Relationship Id="rId4" Type="http://schemas.openxmlformats.org/officeDocument/2006/relationships/customXml" Target="../ink/ink1029.xml"/><Relationship Id="rId9" Type="http://schemas.openxmlformats.org/officeDocument/2006/relationships/image" Target="../media/image1061.png"/><Relationship Id="rId14" Type="http://schemas.openxmlformats.org/officeDocument/2006/relationships/customXml" Target="../ink/ink1034.xml"/><Relationship Id="rId22" Type="http://schemas.openxmlformats.org/officeDocument/2006/relationships/customXml" Target="../ink/ink1038.xml"/><Relationship Id="rId27" Type="http://schemas.openxmlformats.org/officeDocument/2006/relationships/image" Target="../media/image1070.png"/><Relationship Id="rId30" Type="http://schemas.openxmlformats.org/officeDocument/2006/relationships/customXml" Target="../ink/ink1042.xml"/><Relationship Id="rId35" Type="http://schemas.openxmlformats.org/officeDocument/2006/relationships/image" Target="../media/image1074.png"/><Relationship Id="rId43" Type="http://schemas.openxmlformats.org/officeDocument/2006/relationships/image" Target="../media/image1078.png"/><Relationship Id="rId48" Type="http://schemas.openxmlformats.org/officeDocument/2006/relationships/customXml" Target="../ink/ink1051.xml"/><Relationship Id="rId8" Type="http://schemas.openxmlformats.org/officeDocument/2006/relationships/customXml" Target="../ink/ink1031.xml"/><Relationship Id="rId51" Type="http://schemas.openxmlformats.org/officeDocument/2006/relationships/image" Target="../media/image1082.png"/><Relationship Id="rId3" Type="http://schemas.openxmlformats.org/officeDocument/2006/relationships/image" Target="../media/image4910.png"/><Relationship Id="rId12" Type="http://schemas.openxmlformats.org/officeDocument/2006/relationships/customXml" Target="../ink/ink1033.xml"/><Relationship Id="rId17" Type="http://schemas.openxmlformats.org/officeDocument/2006/relationships/image" Target="../media/image1065.png"/><Relationship Id="rId25" Type="http://schemas.openxmlformats.org/officeDocument/2006/relationships/image" Target="../media/image1069.png"/><Relationship Id="rId33" Type="http://schemas.openxmlformats.org/officeDocument/2006/relationships/image" Target="../media/image1073.png"/><Relationship Id="rId38" Type="http://schemas.openxmlformats.org/officeDocument/2006/relationships/customXml" Target="../ink/ink1046.xml"/><Relationship Id="rId46" Type="http://schemas.openxmlformats.org/officeDocument/2006/relationships/customXml" Target="../ink/ink1050.xml"/><Relationship Id="rId20" Type="http://schemas.openxmlformats.org/officeDocument/2006/relationships/customXml" Target="../ink/ink1037.xml"/><Relationship Id="rId41" Type="http://schemas.openxmlformats.org/officeDocument/2006/relationships/image" Target="../media/image1077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1030.xml"/><Relationship Id="rId15" Type="http://schemas.openxmlformats.org/officeDocument/2006/relationships/image" Target="../media/image1064.png"/><Relationship Id="rId23" Type="http://schemas.openxmlformats.org/officeDocument/2006/relationships/image" Target="../media/image1068.png"/><Relationship Id="rId28" Type="http://schemas.openxmlformats.org/officeDocument/2006/relationships/customXml" Target="../ink/ink1041.xml"/><Relationship Id="rId36" Type="http://schemas.openxmlformats.org/officeDocument/2006/relationships/customXml" Target="../ink/ink1045.xml"/><Relationship Id="rId49" Type="http://schemas.openxmlformats.org/officeDocument/2006/relationships/image" Target="../media/image1081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65.xml"/><Relationship Id="rId21" Type="http://schemas.openxmlformats.org/officeDocument/2006/relationships/image" Target="../media/image1092.png"/><Relationship Id="rId42" Type="http://schemas.openxmlformats.org/officeDocument/2006/relationships/customXml" Target="../ink/ink1073.xml"/><Relationship Id="rId47" Type="http://schemas.openxmlformats.org/officeDocument/2006/relationships/image" Target="../media/image1105.png"/><Relationship Id="rId63" Type="http://schemas.openxmlformats.org/officeDocument/2006/relationships/image" Target="../media/image1113.png"/><Relationship Id="rId68" Type="http://schemas.openxmlformats.org/officeDocument/2006/relationships/customXml" Target="../ink/ink1086.xml"/><Relationship Id="rId16" Type="http://schemas.openxmlformats.org/officeDocument/2006/relationships/customXml" Target="../ink/ink1060.xml"/><Relationship Id="rId11" Type="http://schemas.openxmlformats.org/officeDocument/2006/relationships/image" Target="../media/image1087.png"/><Relationship Id="rId32" Type="http://schemas.openxmlformats.org/officeDocument/2006/relationships/customXml" Target="../ink/ink1068.xml"/><Relationship Id="rId37" Type="http://schemas.openxmlformats.org/officeDocument/2006/relationships/image" Target="../media/image1100.png"/><Relationship Id="rId53" Type="http://schemas.openxmlformats.org/officeDocument/2006/relationships/image" Target="../media/image1108.png"/><Relationship Id="rId58" Type="http://schemas.openxmlformats.org/officeDocument/2006/relationships/customXml" Target="../ink/ink1081.xml"/><Relationship Id="rId74" Type="http://schemas.openxmlformats.org/officeDocument/2006/relationships/customXml" Target="../ink/ink1089.xml"/><Relationship Id="rId79" Type="http://schemas.openxmlformats.org/officeDocument/2006/relationships/image" Target="../media/image1121.png"/><Relationship Id="rId5" Type="http://schemas.openxmlformats.org/officeDocument/2006/relationships/image" Target="../media/image1084.png"/><Relationship Id="rId61" Type="http://schemas.openxmlformats.org/officeDocument/2006/relationships/image" Target="../media/image1112.png"/><Relationship Id="rId19" Type="http://schemas.openxmlformats.org/officeDocument/2006/relationships/image" Target="../media/image1091.png"/><Relationship Id="rId14" Type="http://schemas.openxmlformats.org/officeDocument/2006/relationships/customXml" Target="../ink/ink1059.xml"/><Relationship Id="rId22" Type="http://schemas.openxmlformats.org/officeDocument/2006/relationships/customXml" Target="../ink/ink1063.xml"/><Relationship Id="rId27" Type="http://schemas.openxmlformats.org/officeDocument/2006/relationships/image" Target="../media/image1095.png"/><Relationship Id="rId30" Type="http://schemas.openxmlformats.org/officeDocument/2006/relationships/customXml" Target="../ink/ink1067.xml"/><Relationship Id="rId35" Type="http://schemas.openxmlformats.org/officeDocument/2006/relationships/image" Target="../media/image1099.png"/><Relationship Id="rId43" Type="http://schemas.openxmlformats.org/officeDocument/2006/relationships/image" Target="../media/image1103.png"/><Relationship Id="rId48" Type="http://schemas.openxmlformats.org/officeDocument/2006/relationships/customXml" Target="../ink/ink1076.xml"/><Relationship Id="rId56" Type="http://schemas.openxmlformats.org/officeDocument/2006/relationships/customXml" Target="../ink/ink1080.xml"/><Relationship Id="rId64" Type="http://schemas.openxmlformats.org/officeDocument/2006/relationships/customXml" Target="../ink/ink1084.xml"/><Relationship Id="rId69" Type="http://schemas.openxmlformats.org/officeDocument/2006/relationships/image" Target="../media/image1116.png"/><Relationship Id="rId77" Type="http://schemas.openxmlformats.org/officeDocument/2006/relationships/image" Target="../media/image1120.png"/><Relationship Id="rId8" Type="http://schemas.openxmlformats.org/officeDocument/2006/relationships/customXml" Target="../ink/ink1056.xml"/><Relationship Id="rId51" Type="http://schemas.openxmlformats.org/officeDocument/2006/relationships/image" Target="../media/image1107.png"/><Relationship Id="rId72" Type="http://schemas.openxmlformats.org/officeDocument/2006/relationships/customXml" Target="../ink/ink1088.xml"/><Relationship Id="rId80" Type="http://schemas.openxmlformats.org/officeDocument/2006/relationships/customXml" Target="../ink/ink1092.xml"/><Relationship Id="rId3" Type="http://schemas.openxmlformats.org/officeDocument/2006/relationships/image" Target="../media/image5110.png"/><Relationship Id="rId12" Type="http://schemas.openxmlformats.org/officeDocument/2006/relationships/customXml" Target="../ink/ink1058.xml"/><Relationship Id="rId17" Type="http://schemas.openxmlformats.org/officeDocument/2006/relationships/image" Target="../media/image1090.png"/><Relationship Id="rId25" Type="http://schemas.openxmlformats.org/officeDocument/2006/relationships/image" Target="../media/image1094.png"/><Relationship Id="rId33" Type="http://schemas.openxmlformats.org/officeDocument/2006/relationships/image" Target="../media/image1098.png"/><Relationship Id="rId38" Type="http://schemas.openxmlformats.org/officeDocument/2006/relationships/customXml" Target="../ink/ink1071.xml"/><Relationship Id="rId46" Type="http://schemas.openxmlformats.org/officeDocument/2006/relationships/customXml" Target="../ink/ink1075.xml"/><Relationship Id="rId59" Type="http://schemas.openxmlformats.org/officeDocument/2006/relationships/image" Target="../media/image1111.png"/><Relationship Id="rId67" Type="http://schemas.openxmlformats.org/officeDocument/2006/relationships/image" Target="../media/image1115.png"/><Relationship Id="rId20" Type="http://schemas.openxmlformats.org/officeDocument/2006/relationships/customXml" Target="../ink/ink1062.xml"/><Relationship Id="rId41" Type="http://schemas.openxmlformats.org/officeDocument/2006/relationships/image" Target="../media/image1102.png"/><Relationship Id="rId54" Type="http://schemas.openxmlformats.org/officeDocument/2006/relationships/customXml" Target="../ink/ink1079.xml"/><Relationship Id="rId62" Type="http://schemas.openxmlformats.org/officeDocument/2006/relationships/customXml" Target="../ink/ink1083.xml"/><Relationship Id="rId70" Type="http://schemas.openxmlformats.org/officeDocument/2006/relationships/customXml" Target="../ink/ink1087.xml"/><Relationship Id="rId75" Type="http://schemas.openxmlformats.org/officeDocument/2006/relationships/image" Target="../media/image1119.png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1055.xml"/><Relationship Id="rId15" Type="http://schemas.openxmlformats.org/officeDocument/2006/relationships/image" Target="../media/image1089.png"/><Relationship Id="rId23" Type="http://schemas.openxmlformats.org/officeDocument/2006/relationships/image" Target="../media/image1093.png"/><Relationship Id="rId28" Type="http://schemas.openxmlformats.org/officeDocument/2006/relationships/customXml" Target="../ink/ink1066.xml"/><Relationship Id="rId36" Type="http://schemas.openxmlformats.org/officeDocument/2006/relationships/customXml" Target="../ink/ink1070.xml"/><Relationship Id="rId49" Type="http://schemas.openxmlformats.org/officeDocument/2006/relationships/image" Target="../media/image1106.png"/><Relationship Id="rId57" Type="http://schemas.openxmlformats.org/officeDocument/2006/relationships/image" Target="../media/image1110.png"/><Relationship Id="rId10" Type="http://schemas.openxmlformats.org/officeDocument/2006/relationships/customXml" Target="../ink/ink1057.xml"/><Relationship Id="rId31" Type="http://schemas.openxmlformats.org/officeDocument/2006/relationships/image" Target="../media/image1097.png"/><Relationship Id="rId44" Type="http://schemas.openxmlformats.org/officeDocument/2006/relationships/customXml" Target="../ink/ink1074.xml"/><Relationship Id="rId52" Type="http://schemas.openxmlformats.org/officeDocument/2006/relationships/customXml" Target="../ink/ink1078.xml"/><Relationship Id="rId60" Type="http://schemas.openxmlformats.org/officeDocument/2006/relationships/customXml" Target="../ink/ink1082.xml"/><Relationship Id="rId65" Type="http://schemas.openxmlformats.org/officeDocument/2006/relationships/image" Target="../media/image1114.png"/><Relationship Id="rId73" Type="http://schemas.openxmlformats.org/officeDocument/2006/relationships/image" Target="../media/image1118.png"/><Relationship Id="rId78" Type="http://schemas.openxmlformats.org/officeDocument/2006/relationships/customXml" Target="../ink/ink1091.xml"/><Relationship Id="rId81" Type="http://schemas.openxmlformats.org/officeDocument/2006/relationships/image" Target="../media/image1122.png"/><Relationship Id="rId4" Type="http://schemas.openxmlformats.org/officeDocument/2006/relationships/customXml" Target="../ink/ink1054.xml"/><Relationship Id="rId9" Type="http://schemas.openxmlformats.org/officeDocument/2006/relationships/image" Target="../media/image1086.png"/><Relationship Id="rId13" Type="http://schemas.openxmlformats.org/officeDocument/2006/relationships/image" Target="../media/image1088.png"/><Relationship Id="rId18" Type="http://schemas.openxmlformats.org/officeDocument/2006/relationships/customXml" Target="../ink/ink1061.xml"/><Relationship Id="rId39" Type="http://schemas.openxmlformats.org/officeDocument/2006/relationships/image" Target="../media/image1101.png"/><Relationship Id="rId34" Type="http://schemas.openxmlformats.org/officeDocument/2006/relationships/customXml" Target="../ink/ink1069.xml"/><Relationship Id="rId50" Type="http://schemas.openxmlformats.org/officeDocument/2006/relationships/customXml" Target="../ink/ink1077.xml"/><Relationship Id="rId55" Type="http://schemas.openxmlformats.org/officeDocument/2006/relationships/image" Target="../media/image1109.png"/><Relationship Id="rId76" Type="http://schemas.openxmlformats.org/officeDocument/2006/relationships/customXml" Target="../ink/ink1090.xml"/><Relationship Id="rId7" Type="http://schemas.openxmlformats.org/officeDocument/2006/relationships/image" Target="../media/image1085.png"/><Relationship Id="rId71" Type="http://schemas.openxmlformats.org/officeDocument/2006/relationships/image" Target="../media/image1117.png"/><Relationship Id="rId2" Type="http://schemas.openxmlformats.org/officeDocument/2006/relationships/image" Target="../media/image5010.png"/><Relationship Id="rId29" Type="http://schemas.openxmlformats.org/officeDocument/2006/relationships/image" Target="../media/image1096.png"/><Relationship Id="rId24" Type="http://schemas.openxmlformats.org/officeDocument/2006/relationships/customXml" Target="../ink/ink1064.xml"/><Relationship Id="rId40" Type="http://schemas.openxmlformats.org/officeDocument/2006/relationships/customXml" Target="../ink/ink1072.xml"/><Relationship Id="rId45" Type="http://schemas.openxmlformats.org/officeDocument/2006/relationships/image" Target="../media/image1104.png"/><Relationship Id="rId66" Type="http://schemas.openxmlformats.org/officeDocument/2006/relationships/customXml" Target="../ink/ink108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0.png"/><Relationship Id="rId2" Type="http://schemas.openxmlformats.org/officeDocument/2006/relationships/image" Target="../media/image5210.png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4.png"/><Relationship Id="rId2" Type="http://schemas.openxmlformats.org/officeDocument/2006/relationships/image" Target="../media/image1123.png"/><Relationship Id="rId1" Type="http://schemas.openxmlformats.org/officeDocument/2006/relationships/slideLayout" Target="../slideLayouts/slideLayout4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5.png"/><Relationship Id="rId1" Type="http://schemas.openxmlformats.org/officeDocument/2006/relationships/slideLayout" Target="../slideLayouts/slideLayout44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38.png"/><Relationship Id="rId21" Type="http://schemas.openxmlformats.org/officeDocument/2006/relationships/customXml" Target="../ink/ink1102.xml"/><Relationship Id="rId42" Type="http://schemas.openxmlformats.org/officeDocument/2006/relationships/image" Target="../media/image1146.png"/><Relationship Id="rId47" Type="http://schemas.openxmlformats.org/officeDocument/2006/relationships/customXml" Target="../ink/ink1115.xml"/><Relationship Id="rId63" Type="http://schemas.openxmlformats.org/officeDocument/2006/relationships/customXml" Target="../ink/ink1123.xml"/><Relationship Id="rId68" Type="http://schemas.openxmlformats.org/officeDocument/2006/relationships/image" Target="../media/image1159.png"/><Relationship Id="rId7" Type="http://schemas.openxmlformats.org/officeDocument/2006/relationships/customXml" Target="../ink/ink1095.xml"/><Relationship Id="rId2" Type="http://schemas.openxmlformats.org/officeDocument/2006/relationships/image" Target="../media/image1126.jpeg"/><Relationship Id="rId16" Type="http://schemas.openxmlformats.org/officeDocument/2006/relationships/image" Target="../media/image1133.png"/><Relationship Id="rId29" Type="http://schemas.openxmlformats.org/officeDocument/2006/relationships/customXml" Target="../ink/ink1106.xml"/><Relationship Id="rId11" Type="http://schemas.openxmlformats.org/officeDocument/2006/relationships/customXml" Target="../ink/ink1097.xml"/><Relationship Id="rId24" Type="http://schemas.openxmlformats.org/officeDocument/2006/relationships/image" Target="../media/image1137.png"/><Relationship Id="rId32" Type="http://schemas.openxmlformats.org/officeDocument/2006/relationships/image" Target="../media/image1141.png"/><Relationship Id="rId37" Type="http://schemas.openxmlformats.org/officeDocument/2006/relationships/customXml" Target="../ink/ink1110.xml"/><Relationship Id="rId40" Type="http://schemas.openxmlformats.org/officeDocument/2006/relationships/image" Target="../media/image1145.png"/><Relationship Id="rId45" Type="http://schemas.openxmlformats.org/officeDocument/2006/relationships/customXml" Target="../ink/ink1114.xml"/><Relationship Id="rId53" Type="http://schemas.openxmlformats.org/officeDocument/2006/relationships/customXml" Target="../ink/ink1118.xml"/><Relationship Id="rId58" Type="http://schemas.openxmlformats.org/officeDocument/2006/relationships/image" Target="../media/image1154.png"/><Relationship Id="rId66" Type="http://schemas.openxmlformats.org/officeDocument/2006/relationships/image" Target="../media/image1158.png"/><Relationship Id="rId5" Type="http://schemas.openxmlformats.org/officeDocument/2006/relationships/customXml" Target="../ink/ink1094.xml"/><Relationship Id="rId61" Type="http://schemas.openxmlformats.org/officeDocument/2006/relationships/customXml" Target="../ink/ink1122.xml"/><Relationship Id="rId19" Type="http://schemas.openxmlformats.org/officeDocument/2006/relationships/customXml" Target="../ink/ink1101.xml"/><Relationship Id="rId14" Type="http://schemas.openxmlformats.org/officeDocument/2006/relationships/image" Target="../media/image1132.png"/><Relationship Id="rId22" Type="http://schemas.openxmlformats.org/officeDocument/2006/relationships/image" Target="../media/image1136.png"/><Relationship Id="rId27" Type="http://schemas.openxmlformats.org/officeDocument/2006/relationships/customXml" Target="../ink/ink1105.xml"/><Relationship Id="rId30" Type="http://schemas.openxmlformats.org/officeDocument/2006/relationships/image" Target="../media/image1140.png"/><Relationship Id="rId35" Type="http://schemas.openxmlformats.org/officeDocument/2006/relationships/customXml" Target="../ink/ink1109.xml"/><Relationship Id="rId43" Type="http://schemas.openxmlformats.org/officeDocument/2006/relationships/customXml" Target="../ink/ink1113.xml"/><Relationship Id="rId48" Type="http://schemas.openxmlformats.org/officeDocument/2006/relationships/image" Target="../media/image1149.png"/><Relationship Id="rId56" Type="http://schemas.openxmlformats.org/officeDocument/2006/relationships/image" Target="../media/image1153.png"/><Relationship Id="rId64" Type="http://schemas.openxmlformats.org/officeDocument/2006/relationships/image" Target="../media/image1157.png"/><Relationship Id="rId69" Type="http://schemas.openxmlformats.org/officeDocument/2006/relationships/customXml" Target="../ink/ink1126.xml"/><Relationship Id="rId8" Type="http://schemas.openxmlformats.org/officeDocument/2006/relationships/image" Target="../media/image1129.png"/><Relationship Id="rId51" Type="http://schemas.openxmlformats.org/officeDocument/2006/relationships/customXml" Target="../ink/ink1117.xml"/><Relationship Id="rId3" Type="http://schemas.openxmlformats.org/officeDocument/2006/relationships/customXml" Target="../ink/ink1093.xml"/><Relationship Id="rId12" Type="http://schemas.openxmlformats.org/officeDocument/2006/relationships/image" Target="../media/image1131.png"/><Relationship Id="rId17" Type="http://schemas.openxmlformats.org/officeDocument/2006/relationships/customXml" Target="../ink/ink1100.xml"/><Relationship Id="rId25" Type="http://schemas.openxmlformats.org/officeDocument/2006/relationships/customXml" Target="../ink/ink1104.xml"/><Relationship Id="rId33" Type="http://schemas.openxmlformats.org/officeDocument/2006/relationships/customXml" Target="../ink/ink1108.xml"/><Relationship Id="rId38" Type="http://schemas.openxmlformats.org/officeDocument/2006/relationships/image" Target="../media/image1144.png"/><Relationship Id="rId46" Type="http://schemas.openxmlformats.org/officeDocument/2006/relationships/image" Target="../media/image1148.png"/><Relationship Id="rId59" Type="http://schemas.openxmlformats.org/officeDocument/2006/relationships/customXml" Target="../ink/ink1121.xml"/><Relationship Id="rId67" Type="http://schemas.openxmlformats.org/officeDocument/2006/relationships/customXml" Target="../ink/ink1125.xml"/><Relationship Id="rId20" Type="http://schemas.openxmlformats.org/officeDocument/2006/relationships/image" Target="../media/image1135.png"/><Relationship Id="rId41" Type="http://schemas.openxmlformats.org/officeDocument/2006/relationships/customXml" Target="../ink/ink1112.xml"/><Relationship Id="rId54" Type="http://schemas.openxmlformats.org/officeDocument/2006/relationships/image" Target="../media/image1152.png"/><Relationship Id="rId62" Type="http://schemas.openxmlformats.org/officeDocument/2006/relationships/image" Target="../media/image1156.png"/><Relationship Id="rId70" Type="http://schemas.openxmlformats.org/officeDocument/2006/relationships/image" Target="../media/image1160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128.png"/><Relationship Id="rId15" Type="http://schemas.openxmlformats.org/officeDocument/2006/relationships/customXml" Target="../ink/ink1099.xml"/><Relationship Id="rId23" Type="http://schemas.openxmlformats.org/officeDocument/2006/relationships/customXml" Target="../ink/ink1103.xml"/><Relationship Id="rId28" Type="http://schemas.openxmlformats.org/officeDocument/2006/relationships/image" Target="../media/image1139.png"/><Relationship Id="rId36" Type="http://schemas.openxmlformats.org/officeDocument/2006/relationships/image" Target="../media/image1143.png"/><Relationship Id="rId49" Type="http://schemas.openxmlformats.org/officeDocument/2006/relationships/customXml" Target="../ink/ink1116.xml"/><Relationship Id="rId57" Type="http://schemas.openxmlformats.org/officeDocument/2006/relationships/customXml" Target="../ink/ink1120.xml"/><Relationship Id="rId10" Type="http://schemas.openxmlformats.org/officeDocument/2006/relationships/image" Target="../media/image1130.png"/><Relationship Id="rId31" Type="http://schemas.openxmlformats.org/officeDocument/2006/relationships/customXml" Target="../ink/ink1107.xml"/><Relationship Id="rId44" Type="http://schemas.openxmlformats.org/officeDocument/2006/relationships/image" Target="../media/image1147.png"/><Relationship Id="rId52" Type="http://schemas.openxmlformats.org/officeDocument/2006/relationships/image" Target="../media/image1151.png"/><Relationship Id="rId60" Type="http://schemas.openxmlformats.org/officeDocument/2006/relationships/image" Target="../media/image1155.png"/><Relationship Id="rId65" Type="http://schemas.openxmlformats.org/officeDocument/2006/relationships/customXml" Target="../ink/ink1124.xml"/><Relationship Id="rId4" Type="http://schemas.openxmlformats.org/officeDocument/2006/relationships/image" Target="../media/image1127.png"/><Relationship Id="rId9" Type="http://schemas.openxmlformats.org/officeDocument/2006/relationships/customXml" Target="../ink/ink1096.xml"/><Relationship Id="rId13" Type="http://schemas.openxmlformats.org/officeDocument/2006/relationships/customXml" Target="../ink/ink1098.xml"/><Relationship Id="rId18" Type="http://schemas.openxmlformats.org/officeDocument/2006/relationships/image" Target="../media/image1134.png"/><Relationship Id="rId39" Type="http://schemas.openxmlformats.org/officeDocument/2006/relationships/customXml" Target="../ink/ink1111.xml"/><Relationship Id="rId34" Type="http://schemas.openxmlformats.org/officeDocument/2006/relationships/image" Target="../media/image1142.png"/><Relationship Id="rId50" Type="http://schemas.openxmlformats.org/officeDocument/2006/relationships/image" Target="../media/image1150.png"/><Relationship Id="rId55" Type="http://schemas.openxmlformats.org/officeDocument/2006/relationships/customXml" Target="../ink/ink1119.xml"/></Relationships>
</file>

<file path=ppt/slides/_rels/slide4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84.xml"/><Relationship Id="rId21" Type="http://schemas.openxmlformats.org/officeDocument/2006/relationships/customXml" Target="../ink/ink1136.xml"/><Relationship Id="rId42" Type="http://schemas.openxmlformats.org/officeDocument/2006/relationships/image" Target="../media/image1180.png"/><Relationship Id="rId63" Type="http://schemas.openxmlformats.org/officeDocument/2006/relationships/customXml" Target="../ink/ink1157.xml"/><Relationship Id="rId84" Type="http://schemas.openxmlformats.org/officeDocument/2006/relationships/image" Target="../media/image1201.png"/><Relationship Id="rId138" Type="http://schemas.openxmlformats.org/officeDocument/2006/relationships/image" Target="../media/image1228.png"/><Relationship Id="rId16" Type="http://schemas.openxmlformats.org/officeDocument/2006/relationships/image" Target="../media/image1167.png"/><Relationship Id="rId107" Type="http://schemas.openxmlformats.org/officeDocument/2006/relationships/customXml" Target="../ink/ink1179.xml"/><Relationship Id="rId11" Type="http://schemas.openxmlformats.org/officeDocument/2006/relationships/customXml" Target="../ink/ink1131.xml"/><Relationship Id="rId32" Type="http://schemas.openxmlformats.org/officeDocument/2006/relationships/image" Target="../media/image1175.png"/><Relationship Id="rId37" Type="http://schemas.openxmlformats.org/officeDocument/2006/relationships/customXml" Target="../ink/ink1144.xml"/><Relationship Id="rId53" Type="http://schemas.openxmlformats.org/officeDocument/2006/relationships/customXml" Target="../ink/ink1152.xml"/><Relationship Id="rId58" Type="http://schemas.openxmlformats.org/officeDocument/2006/relationships/image" Target="../media/image1188.png"/><Relationship Id="rId74" Type="http://schemas.openxmlformats.org/officeDocument/2006/relationships/image" Target="../media/image1196.png"/><Relationship Id="rId79" Type="http://schemas.openxmlformats.org/officeDocument/2006/relationships/customXml" Target="../ink/ink1165.xml"/><Relationship Id="rId102" Type="http://schemas.openxmlformats.org/officeDocument/2006/relationships/image" Target="../media/image1210.png"/><Relationship Id="rId123" Type="http://schemas.openxmlformats.org/officeDocument/2006/relationships/customXml" Target="../ink/ink1187.xml"/><Relationship Id="rId128" Type="http://schemas.openxmlformats.org/officeDocument/2006/relationships/image" Target="../media/image1223.png"/><Relationship Id="rId5" Type="http://schemas.openxmlformats.org/officeDocument/2006/relationships/customXml" Target="../ink/ink1128.xml"/><Relationship Id="rId90" Type="http://schemas.openxmlformats.org/officeDocument/2006/relationships/image" Target="../media/image1204.png"/><Relationship Id="rId95" Type="http://schemas.openxmlformats.org/officeDocument/2006/relationships/customXml" Target="../ink/ink1173.xml"/><Relationship Id="rId22" Type="http://schemas.openxmlformats.org/officeDocument/2006/relationships/image" Target="../media/image1170.png"/><Relationship Id="rId27" Type="http://schemas.openxmlformats.org/officeDocument/2006/relationships/customXml" Target="../ink/ink1139.xml"/><Relationship Id="rId43" Type="http://schemas.openxmlformats.org/officeDocument/2006/relationships/customXml" Target="../ink/ink1147.xml"/><Relationship Id="rId48" Type="http://schemas.openxmlformats.org/officeDocument/2006/relationships/image" Target="../media/image1183.png"/><Relationship Id="rId64" Type="http://schemas.openxmlformats.org/officeDocument/2006/relationships/image" Target="../media/image1191.png"/><Relationship Id="rId69" Type="http://schemas.openxmlformats.org/officeDocument/2006/relationships/customXml" Target="../ink/ink1160.xml"/><Relationship Id="rId113" Type="http://schemas.openxmlformats.org/officeDocument/2006/relationships/customXml" Target="../ink/ink1182.xml"/><Relationship Id="rId118" Type="http://schemas.openxmlformats.org/officeDocument/2006/relationships/image" Target="../media/image1218.png"/><Relationship Id="rId134" Type="http://schemas.openxmlformats.org/officeDocument/2006/relationships/image" Target="../media/image1226.png"/><Relationship Id="rId80" Type="http://schemas.openxmlformats.org/officeDocument/2006/relationships/image" Target="../media/image1199.png"/><Relationship Id="rId85" Type="http://schemas.openxmlformats.org/officeDocument/2006/relationships/customXml" Target="../ink/ink1168.xml"/><Relationship Id="rId12" Type="http://schemas.openxmlformats.org/officeDocument/2006/relationships/image" Target="../media/image1165.png"/><Relationship Id="rId17" Type="http://schemas.openxmlformats.org/officeDocument/2006/relationships/customXml" Target="../ink/ink1134.xml"/><Relationship Id="rId33" Type="http://schemas.openxmlformats.org/officeDocument/2006/relationships/customXml" Target="../ink/ink1142.xml"/><Relationship Id="rId38" Type="http://schemas.openxmlformats.org/officeDocument/2006/relationships/image" Target="../media/image1178.png"/><Relationship Id="rId59" Type="http://schemas.openxmlformats.org/officeDocument/2006/relationships/customXml" Target="../ink/ink1155.xml"/><Relationship Id="rId103" Type="http://schemas.openxmlformats.org/officeDocument/2006/relationships/customXml" Target="../ink/ink1177.xml"/><Relationship Id="rId108" Type="http://schemas.openxmlformats.org/officeDocument/2006/relationships/image" Target="../media/image1213.png"/><Relationship Id="rId124" Type="http://schemas.openxmlformats.org/officeDocument/2006/relationships/image" Target="../media/image1221.png"/><Relationship Id="rId129" Type="http://schemas.openxmlformats.org/officeDocument/2006/relationships/customXml" Target="../ink/ink1190.xml"/><Relationship Id="rId54" Type="http://schemas.openxmlformats.org/officeDocument/2006/relationships/image" Target="../media/image1186.png"/><Relationship Id="rId70" Type="http://schemas.openxmlformats.org/officeDocument/2006/relationships/image" Target="../media/image1194.png"/><Relationship Id="rId75" Type="http://schemas.openxmlformats.org/officeDocument/2006/relationships/customXml" Target="../ink/ink1163.xml"/><Relationship Id="rId91" Type="http://schemas.openxmlformats.org/officeDocument/2006/relationships/customXml" Target="../ink/ink1171.xml"/><Relationship Id="rId96" Type="http://schemas.openxmlformats.org/officeDocument/2006/relationships/image" Target="../media/image1207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162.png"/><Relationship Id="rId23" Type="http://schemas.openxmlformats.org/officeDocument/2006/relationships/customXml" Target="../ink/ink1137.xml"/><Relationship Id="rId28" Type="http://schemas.openxmlformats.org/officeDocument/2006/relationships/image" Target="../media/image1173.png"/><Relationship Id="rId49" Type="http://schemas.openxmlformats.org/officeDocument/2006/relationships/customXml" Target="../ink/ink1150.xml"/><Relationship Id="rId114" Type="http://schemas.openxmlformats.org/officeDocument/2006/relationships/image" Target="../media/image1216.png"/><Relationship Id="rId119" Type="http://schemas.openxmlformats.org/officeDocument/2006/relationships/customXml" Target="../ink/ink1185.xml"/><Relationship Id="rId44" Type="http://schemas.openxmlformats.org/officeDocument/2006/relationships/image" Target="../media/image1181.png"/><Relationship Id="rId60" Type="http://schemas.openxmlformats.org/officeDocument/2006/relationships/image" Target="../media/image1189.png"/><Relationship Id="rId65" Type="http://schemas.openxmlformats.org/officeDocument/2006/relationships/customXml" Target="../ink/ink1158.xml"/><Relationship Id="rId81" Type="http://schemas.openxmlformats.org/officeDocument/2006/relationships/customXml" Target="../ink/ink1166.xml"/><Relationship Id="rId86" Type="http://schemas.openxmlformats.org/officeDocument/2006/relationships/image" Target="../media/image1202.png"/><Relationship Id="rId130" Type="http://schemas.openxmlformats.org/officeDocument/2006/relationships/image" Target="../media/image1224.png"/><Relationship Id="rId135" Type="http://schemas.openxmlformats.org/officeDocument/2006/relationships/customXml" Target="../ink/ink1193.xml"/><Relationship Id="rId13" Type="http://schemas.openxmlformats.org/officeDocument/2006/relationships/customXml" Target="../ink/ink1132.xml"/><Relationship Id="rId18" Type="http://schemas.openxmlformats.org/officeDocument/2006/relationships/image" Target="../media/image1168.png"/><Relationship Id="rId39" Type="http://schemas.openxmlformats.org/officeDocument/2006/relationships/customXml" Target="../ink/ink1145.xml"/><Relationship Id="rId109" Type="http://schemas.openxmlformats.org/officeDocument/2006/relationships/customXml" Target="../ink/ink1180.xml"/><Relationship Id="rId34" Type="http://schemas.openxmlformats.org/officeDocument/2006/relationships/image" Target="../media/image1176.png"/><Relationship Id="rId50" Type="http://schemas.openxmlformats.org/officeDocument/2006/relationships/image" Target="../media/image1184.png"/><Relationship Id="rId55" Type="http://schemas.openxmlformats.org/officeDocument/2006/relationships/customXml" Target="../ink/ink1153.xml"/><Relationship Id="rId76" Type="http://schemas.openxmlformats.org/officeDocument/2006/relationships/image" Target="../media/image1197.png"/><Relationship Id="rId97" Type="http://schemas.openxmlformats.org/officeDocument/2006/relationships/customXml" Target="../ink/ink1174.xml"/><Relationship Id="rId104" Type="http://schemas.openxmlformats.org/officeDocument/2006/relationships/image" Target="../media/image1211.png"/><Relationship Id="rId120" Type="http://schemas.openxmlformats.org/officeDocument/2006/relationships/image" Target="../media/image1219.png"/><Relationship Id="rId125" Type="http://schemas.openxmlformats.org/officeDocument/2006/relationships/customXml" Target="../ink/ink1188.xml"/><Relationship Id="rId7" Type="http://schemas.openxmlformats.org/officeDocument/2006/relationships/customXml" Target="../ink/ink1129.xml"/><Relationship Id="rId71" Type="http://schemas.openxmlformats.org/officeDocument/2006/relationships/customXml" Target="../ink/ink1161.xml"/><Relationship Id="rId92" Type="http://schemas.openxmlformats.org/officeDocument/2006/relationships/image" Target="../media/image1205.png"/><Relationship Id="rId2" Type="http://schemas.openxmlformats.org/officeDocument/2006/relationships/image" Target="../media/image1161.jpeg"/><Relationship Id="rId29" Type="http://schemas.openxmlformats.org/officeDocument/2006/relationships/customXml" Target="../ink/ink1140.xml"/><Relationship Id="rId24" Type="http://schemas.openxmlformats.org/officeDocument/2006/relationships/image" Target="../media/image1171.png"/><Relationship Id="rId40" Type="http://schemas.openxmlformats.org/officeDocument/2006/relationships/image" Target="../media/image1179.png"/><Relationship Id="rId45" Type="http://schemas.openxmlformats.org/officeDocument/2006/relationships/customXml" Target="../ink/ink1148.xml"/><Relationship Id="rId66" Type="http://schemas.openxmlformats.org/officeDocument/2006/relationships/image" Target="../media/image1192.png"/><Relationship Id="rId87" Type="http://schemas.openxmlformats.org/officeDocument/2006/relationships/customXml" Target="../ink/ink1169.xml"/><Relationship Id="rId110" Type="http://schemas.openxmlformats.org/officeDocument/2006/relationships/image" Target="../media/image1214.png"/><Relationship Id="rId115" Type="http://schemas.openxmlformats.org/officeDocument/2006/relationships/customXml" Target="../ink/ink1183.xml"/><Relationship Id="rId131" Type="http://schemas.openxmlformats.org/officeDocument/2006/relationships/customXml" Target="../ink/ink1191.xml"/><Relationship Id="rId136" Type="http://schemas.openxmlformats.org/officeDocument/2006/relationships/image" Target="../media/image1227.png"/><Relationship Id="rId61" Type="http://schemas.openxmlformats.org/officeDocument/2006/relationships/customXml" Target="../ink/ink1156.xml"/><Relationship Id="rId82" Type="http://schemas.openxmlformats.org/officeDocument/2006/relationships/image" Target="../media/image1200.png"/><Relationship Id="rId19" Type="http://schemas.openxmlformats.org/officeDocument/2006/relationships/customXml" Target="../ink/ink1135.xml"/><Relationship Id="rId14" Type="http://schemas.openxmlformats.org/officeDocument/2006/relationships/image" Target="../media/image1166.png"/><Relationship Id="rId30" Type="http://schemas.openxmlformats.org/officeDocument/2006/relationships/image" Target="../media/image1174.png"/><Relationship Id="rId35" Type="http://schemas.openxmlformats.org/officeDocument/2006/relationships/customXml" Target="../ink/ink1143.xml"/><Relationship Id="rId56" Type="http://schemas.openxmlformats.org/officeDocument/2006/relationships/image" Target="../media/image1187.png"/><Relationship Id="rId77" Type="http://schemas.openxmlformats.org/officeDocument/2006/relationships/customXml" Target="../ink/ink1164.xml"/><Relationship Id="rId100" Type="http://schemas.openxmlformats.org/officeDocument/2006/relationships/image" Target="../media/image1209.png"/><Relationship Id="rId105" Type="http://schemas.openxmlformats.org/officeDocument/2006/relationships/customXml" Target="../ink/ink1178.xml"/><Relationship Id="rId126" Type="http://schemas.openxmlformats.org/officeDocument/2006/relationships/image" Target="../media/image1222.png"/><Relationship Id="rId8" Type="http://schemas.openxmlformats.org/officeDocument/2006/relationships/image" Target="../media/image1163.png"/><Relationship Id="rId51" Type="http://schemas.openxmlformats.org/officeDocument/2006/relationships/customXml" Target="../ink/ink1151.xml"/><Relationship Id="rId72" Type="http://schemas.openxmlformats.org/officeDocument/2006/relationships/image" Target="../media/image1195.png"/><Relationship Id="rId93" Type="http://schemas.openxmlformats.org/officeDocument/2006/relationships/customXml" Target="../ink/ink1172.xml"/><Relationship Id="rId98" Type="http://schemas.openxmlformats.org/officeDocument/2006/relationships/image" Target="../media/image1208.png"/><Relationship Id="rId121" Type="http://schemas.openxmlformats.org/officeDocument/2006/relationships/customXml" Target="../ink/ink1186.xml"/><Relationship Id="rId3" Type="http://schemas.openxmlformats.org/officeDocument/2006/relationships/customXml" Target="../ink/ink1127.xml"/><Relationship Id="rId25" Type="http://schemas.openxmlformats.org/officeDocument/2006/relationships/customXml" Target="../ink/ink1138.xml"/><Relationship Id="rId46" Type="http://schemas.openxmlformats.org/officeDocument/2006/relationships/image" Target="../media/image1182.png"/><Relationship Id="rId67" Type="http://schemas.openxmlformats.org/officeDocument/2006/relationships/customXml" Target="../ink/ink1159.xml"/><Relationship Id="rId116" Type="http://schemas.openxmlformats.org/officeDocument/2006/relationships/image" Target="../media/image1217.png"/><Relationship Id="rId137" Type="http://schemas.openxmlformats.org/officeDocument/2006/relationships/customXml" Target="../ink/ink1194.xml"/><Relationship Id="rId20" Type="http://schemas.openxmlformats.org/officeDocument/2006/relationships/image" Target="../media/image1169.png"/><Relationship Id="rId41" Type="http://schemas.openxmlformats.org/officeDocument/2006/relationships/customXml" Target="../ink/ink1146.xml"/><Relationship Id="rId62" Type="http://schemas.openxmlformats.org/officeDocument/2006/relationships/image" Target="../media/image1190.png"/><Relationship Id="rId83" Type="http://schemas.openxmlformats.org/officeDocument/2006/relationships/customXml" Target="../ink/ink1167.xml"/><Relationship Id="rId88" Type="http://schemas.openxmlformats.org/officeDocument/2006/relationships/image" Target="../media/image1203.png"/><Relationship Id="rId111" Type="http://schemas.openxmlformats.org/officeDocument/2006/relationships/customXml" Target="../ink/ink1181.xml"/><Relationship Id="rId132" Type="http://schemas.openxmlformats.org/officeDocument/2006/relationships/image" Target="../media/image1225.png"/><Relationship Id="rId15" Type="http://schemas.openxmlformats.org/officeDocument/2006/relationships/customXml" Target="../ink/ink1133.xml"/><Relationship Id="rId36" Type="http://schemas.openxmlformats.org/officeDocument/2006/relationships/image" Target="../media/image1177.png"/><Relationship Id="rId57" Type="http://schemas.openxmlformats.org/officeDocument/2006/relationships/customXml" Target="../ink/ink1154.xml"/><Relationship Id="rId106" Type="http://schemas.openxmlformats.org/officeDocument/2006/relationships/image" Target="../media/image1212.png"/><Relationship Id="rId127" Type="http://schemas.openxmlformats.org/officeDocument/2006/relationships/customXml" Target="../ink/ink1189.xml"/><Relationship Id="rId10" Type="http://schemas.openxmlformats.org/officeDocument/2006/relationships/image" Target="../media/image1164.png"/><Relationship Id="rId31" Type="http://schemas.openxmlformats.org/officeDocument/2006/relationships/customXml" Target="../ink/ink1141.xml"/><Relationship Id="rId52" Type="http://schemas.openxmlformats.org/officeDocument/2006/relationships/image" Target="../media/image1185.png"/><Relationship Id="rId73" Type="http://schemas.openxmlformats.org/officeDocument/2006/relationships/customXml" Target="../ink/ink1162.xml"/><Relationship Id="rId78" Type="http://schemas.openxmlformats.org/officeDocument/2006/relationships/image" Target="../media/image1198.png"/><Relationship Id="rId94" Type="http://schemas.openxmlformats.org/officeDocument/2006/relationships/image" Target="../media/image1206.png"/><Relationship Id="rId99" Type="http://schemas.openxmlformats.org/officeDocument/2006/relationships/customXml" Target="../ink/ink1175.xml"/><Relationship Id="rId101" Type="http://schemas.openxmlformats.org/officeDocument/2006/relationships/customXml" Target="../ink/ink1176.xml"/><Relationship Id="rId122" Type="http://schemas.openxmlformats.org/officeDocument/2006/relationships/image" Target="../media/image1220.png"/><Relationship Id="rId4" Type="http://schemas.openxmlformats.org/officeDocument/2006/relationships/image" Target="../media/image430.emf"/><Relationship Id="rId9" Type="http://schemas.openxmlformats.org/officeDocument/2006/relationships/customXml" Target="../ink/ink1130.xml"/><Relationship Id="rId26" Type="http://schemas.openxmlformats.org/officeDocument/2006/relationships/image" Target="../media/image1172.png"/><Relationship Id="rId47" Type="http://schemas.openxmlformats.org/officeDocument/2006/relationships/customXml" Target="../ink/ink1149.xml"/><Relationship Id="rId68" Type="http://schemas.openxmlformats.org/officeDocument/2006/relationships/image" Target="../media/image1193.png"/><Relationship Id="rId89" Type="http://schemas.openxmlformats.org/officeDocument/2006/relationships/customXml" Target="../ink/ink1170.xml"/><Relationship Id="rId112" Type="http://schemas.openxmlformats.org/officeDocument/2006/relationships/image" Target="../media/image1215.png"/><Relationship Id="rId133" Type="http://schemas.openxmlformats.org/officeDocument/2006/relationships/customXml" Target="../ink/ink119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98.xml"/><Relationship Id="rId13" Type="http://schemas.openxmlformats.org/officeDocument/2006/relationships/image" Target="../media/image1234.png"/><Relationship Id="rId18" Type="http://schemas.openxmlformats.org/officeDocument/2006/relationships/customXml" Target="../ink/ink1203.xml"/><Relationship Id="rId3" Type="http://schemas.openxmlformats.org/officeDocument/2006/relationships/image" Target="../media/image1229.png"/><Relationship Id="rId21" Type="http://schemas.openxmlformats.org/officeDocument/2006/relationships/image" Target="../media/image1238.png"/><Relationship Id="rId7" Type="http://schemas.openxmlformats.org/officeDocument/2006/relationships/image" Target="../media/image1231.png"/><Relationship Id="rId12" Type="http://schemas.openxmlformats.org/officeDocument/2006/relationships/customXml" Target="../ink/ink1200.xml"/><Relationship Id="rId17" Type="http://schemas.openxmlformats.org/officeDocument/2006/relationships/image" Target="../media/image1236.png"/><Relationship Id="rId25" Type="http://schemas.openxmlformats.org/officeDocument/2006/relationships/image" Target="../media/image1240.png"/><Relationship Id="rId2" Type="http://schemas.openxmlformats.org/officeDocument/2006/relationships/customXml" Target="../ink/ink1195.xml"/><Relationship Id="rId16" Type="http://schemas.openxmlformats.org/officeDocument/2006/relationships/customXml" Target="../ink/ink1202.xml"/><Relationship Id="rId20" Type="http://schemas.openxmlformats.org/officeDocument/2006/relationships/customXml" Target="../ink/ink1204.xml"/><Relationship Id="rId1" Type="http://schemas.openxmlformats.org/officeDocument/2006/relationships/slideLayout" Target="../slideLayouts/slideLayout44.xml"/><Relationship Id="rId6" Type="http://schemas.openxmlformats.org/officeDocument/2006/relationships/customXml" Target="../ink/ink1197.xml"/><Relationship Id="rId11" Type="http://schemas.openxmlformats.org/officeDocument/2006/relationships/image" Target="../media/image1233.png"/><Relationship Id="rId24" Type="http://schemas.openxmlformats.org/officeDocument/2006/relationships/customXml" Target="../ink/ink1206.xml"/><Relationship Id="rId5" Type="http://schemas.openxmlformats.org/officeDocument/2006/relationships/image" Target="../media/image1230.png"/><Relationship Id="rId15" Type="http://schemas.openxmlformats.org/officeDocument/2006/relationships/image" Target="../media/image1235.png"/><Relationship Id="rId23" Type="http://schemas.openxmlformats.org/officeDocument/2006/relationships/image" Target="../media/image1239.png"/><Relationship Id="rId10" Type="http://schemas.openxmlformats.org/officeDocument/2006/relationships/customXml" Target="../ink/ink1199.xml"/><Relationship Id="rId19" Type="http://schemas.openxmlformats.org/officeDocument/2006/relationships/image" Target="../media/image1237.png"/><Relationship Id="rId4" Type="http://schemas.openxmlformats.org/officeDocument/2006/relationships/customXml" Target="../ink/ink1196.xml"/><Relationship Id="rId9" Type="http://schemas.openxmlformats.org/officeDocument/2006/relationships/image" Target="../media/image1232.png"/><Relationship Id="rId14" Type="http://schemas.openxmlformats.org/officeDocument/2006/relationships/customXml" Target="../ink/ink1201.xml"/><Relationship Id="rId22" Type="http://schemas.openxmlformats.org/officeDocument/2006/relationships/customXml" Target="../ink/ink1205.xml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image" Target="NULL"/><Relationship Id="rId299" Type="http://schemas.openxmlformats.org/officeDocument/2006/relationships/image" Target="NULL"/><Relationship Id="rId21" Type="http://schemas.openxmlformats.org/officeDocument/2006/relationships/image" Target="NULL"/><Relationship Id="rId63" Type="http://schemas.openxmlformats.org/officeDocument/2006/relationships/image" Target="NULL"/><Relationship Id="rId159" Type="http://schemas.openxmlformats.org/officeDocument/2006/relationships/image" Target="NULL"/><Relationship Id="rId170" Type="http://schemas.openxmlformats.org/officeDocument/2006/relationships/customXml" Target="../ink/ink1291.xml"/><Relationship Id="rId226" Type="http://schemas.openxmlformats.org/officeDocument/2006/relationships/customXml" Target="../ink/ink1319.xml"/><Relationship Id="rId268" Type="http://schemas.openxmlformats.org/officeDocument/2006/relationships/customXml" Target="../ink/ink1340.xml"/><Relationship Id="rId32" Type="http://schemas.openxmlformats.org/officeDocument/2006/relationships/customXml" Target="../ink/ink1222.xml"/><Relationship Id="rId74" Type="http://schemas.openxmlformats.org/officeDocument/2006/relationships/customXml" Target="../ink/ink1243.xml"/><Relationship Id="rId128" Type="http://schemas.openxmlformats.org/officeDocument/2006/relationships/customXml" Target="../ink/ink1270.xml"/><Relationship Id="rId5" Type="http://schemas.openxmlformats.org/officeDocument/2006/relationships/image" Target="NULL"/><Relationship Id="rId181" Type="http://schemas.openxmlformats.org/officeDocument/2006/relationships/image" Target="NULL"/><Relationship Id="rId237" Type="http://schemas.openxmlformats.org/officeDocument/2006/relationships/image" Target="NULL"/><Relationship Id="rId279" Type="http://schemas.openxmlformats.org/officeDocument/2006/relationships/image" Target="NULL"/><Relationship Id="rId43" Type="http://schemas.openxmlformats.org/officeDocument/2006/relationships/image" Target="NULL"/><Relationship Id="rId139" Type="http://schemas.openxmlformats.org/officeDocument/2006/relationships/image" Target="NULL"/><Relationship Id="rId290" Type="http://schemas.openxmlformats.org/officeDocument/2006/relationships/customXml" Target="../ink/ink1351.xml"/><Relationship Id="rId304" Type="http://schemas.openxmlformats.org/officeDocument/2006/relationships/customXml" Target="../ink/ink1358.xml"/><Relationship Id="rId85" Type="http://schemas.openxmlformats.org/officeDocument/2006/relationships/image" Target="NULL"/><Relationship Id="rId150" Type="http://schemas.openxmlformats.org/officeDocument/2006/relationships/customXml" Target="../ink/ink1281.xml"/><Relationship Id="rId192" Type="http://schemas.openxmlformats.org/officeDocument/2006/relationships/customXml" Target="../ink/ink1302.xml"/><Relationship Id="rId206" Type="http://schemas.openxmlformats.org/officeDocument/2006/relationships/customXml" Target="../ink/ink1309.xml"/><Relationship Id="rId248" Type="http://schemas.openxmlformats.org/officeDocument/2006/relationships/customXml" Target="../ink/ink1330.xml"/><Relationship Id="rId12" Type="http://schemas.openxmlformats.org/officeDocument/2006/relationships/customXml" Target="../ink/ink1212.xml"/><Relationship Id="rId108" Type="http://schemas.openxmlformats.org/officeDocument/2006/relationships/customXml" Target="../ink/ink1260.xml"/><Relationship Id="rId54" Type="http://schemas.openxmlformats.org/officeDocument/2006/relationships/customXml" Target="../ink/ink1233.xml"/><Relationship Id="rId96" Type="http://schemas.openxmlformats.org/officeDocument/2006/relationships/customXml" Target="../ink/ink1254.xml"/><Relationship Id="rId161" Type="http://schemas.openxmlformats.org/officeDocument/2006/relationships/image" Target="NULL"/><Relationship Id="rId217" Type="http://schemas.openxmlformats.org/officeDocument/2006/relationships/image" Target="NULL"/><Relationship Id="rId259" Type="http://schemas.openxmlformats.org/officeDocument/2006/relationships/image" Target="NULL"/><Relationship Id="rId23" Type="http://schemas.openxmlformats.org/officeDocument/2006/relationships/image" Target="NULL"/><Relationship Id="rId119" Type="http://schemas.openxmlformats.org/officeDocument/2006/relationships/image" Target="NULL"/><Relationship Id="rId270" Type="http://schemas.openxmlformats.org/officeDocument/2006/relationships/customXml" Target="../ink/ink1341.xml"/><Relationship Id="rId291" Type="http://schemas.openxmlformats.org/officeDocument/2006/relationships/image" Target="NULL"/><Relationship Id="rId305" Type="http://schemas.openxmlformats.org/officeDocument/2006/relationships/image" Target="NULL"/><Relationship Id="rId44" Type="http://schemas.openxmlformats.org/officeDocument/2006/relationships/customXml" Target="../ink/ink1228.xml"/><Relationship Id="rId65" Type="http://schemas.openxmlformats.org/officeDocument/2006/relationships/image" Target="NULL"/><Relationship Id="rId86" Type="http://schemas.openxmlformats.org/officeDocument/2006/relationships/customXml" Target="../ink/ink1249.xml"/><Relationship Id="rId130" Type="http://schemas.openxmlformats.org/officeDocument/2006/relationships/customXml" Target="../ink/ink1271.xml"/><Relationship Id="rId151" Type="http://schemas.openxmlformats.org/officeDocument/2006/relationships/image" Target="NULL"/><Relationship Id="rId172" Type="http://schemas.openxmlformats.org/officeDocument/2006/relationships/customXml" Target="../ink/ink1292.xml"/><Relationship Id="rId193" Type="http://schemas.openxmlformats.org/officeDocument/2006/relationships/image" Target="NULL"/><Relationship Id="rId207" Type="http://schemas.openxmlformats.org/officeDocument/2006/relationships/image" Target="NULL"/><Relationship Id="rId228" Type="http://schemas.openxmlformats.org/officeDocument/2006/relationships/customXml" Target="../ink/ink1320.xml"/><Relationship Id="rId249" Type="http://schemas.openxmlformats.org/officeDocument/2006/relationships/image" Target="NULL"/><Relationship Id="rId13" Type="http://schemas.openxmlformats.org/officeDocument/2006/relationships/image" Target="NULL"/><Relationship Id="rId109" Type="http://schemas.openxmlformats.org/officeDocument/2006/relationships/image" Target="NULL"/><Relationship Id="rId260" Type="http://schemas.openxmlformats.org/officeDocument/2006/relationships/customXml" Target="../ink/ink1336.xml"/><Relationship Id="rId281" Type="http://schemas.openxmlformats.org/officeDocument/2006/relationships/image" Target="NULL"/><Relationship Id="rId34" Type="http://schemas.openxmlformats.org/officeDocument/2006/relationships/customXml" Target="../ink/ink1223.xml"/><Relationship Id="rId55" Type="http://schemas.openxmlformats.org/officeDocument/2006/relationships/image" Target="NULL"/><Relationship Id="rId76" Type="http://schemas.openxmlformats.org/officeDocument/2006/relationships/customXml" Target="../ink/ink1244.xml"/><Relationship Id="rId97" Type="http://schemas.openxmlformats.org/officeDocument/2006/relationships/image" Target="NULL"/><Relationship Id="rId120" Type="http://schemas.openxmlformats.org/officeDocument/2006/relationships/customXml" Target="../ink/ink1266.xml"/><Relationship Id="rId141" Type="http://schemas.openxmlformats.org/officeDocument/2006/relationships/image" Target="NULL"/><Relationship Id="rId7" Type="http://schemas.openxmlformats.org/officeDocument/2006/relationships/image" Target="NULL"/><Relationship Id="rId162" Type="http://schemas.openxmlformats.org/officeDocument/2006/relationships/customXml" Target="../ink/ink1287.xml"/><Relationship Id="rId183" Type="http://schemas.openxmlformats.org/officeDocument/2006/relationships/image" Target="NULL"/><Relationship Id="rId218" Type="http://schemas.openxmlformats.org/officeDocument/2006/relationships/customXml" Target="../ink/ink1315.xml"/><Relationship Id="rId239" Type="http://schemas.openxmlformats.org/officeDocument/2006/relationships/image" Target="NULL"/><Relationship Id="rId250" Type="http://schemas.openxmlformats.org/officeDocument/2006/relationships/customXml" Target="../ink/ink1331.xml"/><Relationship Id="rId271" Type="http://schemas.openxmlformats.org/officeDocument/2006/relationships/image" Target="NULL"/><Relationship Id="rId292" Type="http://schemas.openxmlformats.org/officeDocument/2006/relationships/customXml" Target="../ink/ink1352.xml"/><Relationship Id="rId24" Type="http://schemas.openxmlformats.org/officeDocument/2006/relationships/customXml" Target="../ink/ink1218.xml"/><Relationship Id="rId45" Type="http://schemas.openxmlformats.org/officeDocument/2006/relationships/image" Target="NULL"/><Relationship Id="rId66" Type="http://schemas.openxmlformats.org/officeDocument/2006/relationships/customXml" Target="../ink/ink1239.xml"/><Relationship Id="rId87" Type="http://schemas.openxmlformats.org/officeDocument/2006/relationships/image" Target="NULL"/><Relationship Id="rId110" Type="http://schemas.openxmlformats.org/officeDocument/2006/relationships/customXml" Target="../ink/ink1261.xml"/><Relationship Id="rId131" Type="http://schemas.openxmlformats.org/officeDocument/2006/relationships/image" Target="NULL"/><Relationship Id="rId152" Type="http://schemas.openxmlformats.org/officeDocument/2006/relationships/customXml" Target="../ink/ink1282.xml"/><Relationship Id="rId173" Type="http://schemas.openxmlformats.org/officeDocument/2006/relationships/image" Target="NULL"/><Relationship Id="rId194" Type="http://schemas.openxmlformats.org/officeDocument/2006/relationships/customXml" Target="../ink/ink1303.xml"/><Relationship Id="rId208" Type="http://schemas.openxmlformats.org/officeDocument/2006/relationships/customXml" Target="../ink/ink1310.xml"/><Relationship Id="rId229" Type="http://schemas.openxmlformats.org/officeDocument/2006/relationships/image" Target="NULL"/><Relationship Id="rId240" Type="http://schemas.openxmlformats.org/officeDocument/2006/relationships/customXml" Target="../ink/ink1326.xml"/><Relationship Id="rId261" Type="http://schemas.openxmlformats.org/officeDocument/2006/relationships/image" Target="NULL"/><Relationship Id="rId14" Type="http://schemas.openxmlformats.org/officeDocument/2006/relationships/customXml" Target="../ink/ink1213.xml"/><Relationship Id="rId35" Type="http://schemas.openxmlformats.org/officeDocument/2006/relationships/image" Target="NULL"/><Relationship Id="rId56" Type="http://schemas.openxmlformats.org/officeDocument/2006/relationships/customXml" Target="../ink/ink1234.xml"/><Relationship Id="rId77" Type="http://schemas.openxmlformats.org/officeDocument/2006/relationships/image" Target="NULL"/><Relationship Id="rId100" Type="http://schemas.openxmlformats.org/officeDocument/2006/relationships/customXml" Target="../ink/ink1256.xml"/><Relationship Id="rId282" Type="http://schemas.openxmlformats.org/officeDocument/2006/relationships/customXml" Target="../ink/ink1347.xml"/><Relationship Id="rId8" Type="http://schemas.openxmlformats.org/officeDocument/2006/relationships/customXml" Target="../ink/ink1210.xml"/><Relationship Id="rId98" Type="http://schemas.openxmlformats.org/officeDocument/2006/relationships/customXml" Target="../ink/ink1255.xml"/><Relationship Id="rId121" Type="http://schemas.openxmlformats.org/officeDocument/2006/relationships/image" Target="NULL"/><Relationship Id="rId142" Type="http://schemas.openxmlformats.org/officeDocument/2006/relationships/customXml" Target="../ink/ink1277.xml"/><Relationship Id="rId163" Type="http://schemas.openxmlformats.org/officeDocument/2006/relationships/image" Target="NULL"/><Relationship Id="rId184" Type="http://schemas.openxmlformats.org/officeDocument/2006/relationships/customXml" Target="../ink/ink1298.xml"/><Relationship Id="rId219" Type="http://schemas.openxmlformats.org/officeDocument/2006/relationships/image" Target="NULL"/><Relationship Id="rId230" Type="http://schemas.openxmlformats.org/officeDocument/2006/relationships/customXml" Target="../ink/ink1321.xml"/><Relationship Id="rId251" Type="http://schemas.openxmlformats.org/officeDocument/2006/relationships/image" Target="NULL"/><Relationship Id="rId25" Type="http://schemas.openxmlformats.org/officeDocument/2006/relationships/image" Target="NULL"/><Relationship Id="rId46" Type="http://schemas.openxmlformats.org/officeDocument/2006/relationships/customXml" Target="../ink/ink1229.xml"/><Relationship Id="rId67" Type="http://schemas.openxmlformats.org/officeDocument/2006/relationships/image" Target="NULL"/><Relationship Id="rId272" Type="http://schemas.openxmlformats.org/officeDocument/2006/relationships/customXml" Target="../ink/ink1342.xml"/><Relationship Id="rId293" Type="http://schemas.openxmlformats.org/officeDocument/2006/relationships/image" Target="NULL"/><Relationship Id="rId88" Type="http://schemas.openxmlformats.org/officeDocument/2006/relationships/customXml" Target="../ink/ink1250.xml"/><Relationship Id="rId111" Type="http://schemas.openxmlformats.org/officeDocument/2006/relationships/image" Target="NULL"/><Relationship Id="rId132" Type="http://schemas.openxmlformats.org/officeDocument/2006/relationships/customXml" Target="../ink/ink1272.xml"/><Relationship Id="rId153" Type="http://schemas.openxmlformats.org/officeDocument/2006/relationships/image" Target="NULL"/><Relationship Id="rId174" Type="http://schemas.openxmlformats.org/officeDocument/2006/relationships/customXml" Target="../ink/ink1293.xml"/><Relationship Id="rId195" Type="http://schemas.openxmlformats.org/officeDocument/2006/relationships/image" Target="NULL"/><Relationship Id="rId209" Type="http://schemas.openxmlformats.org/officeDocument/2006/relationships/image" Target="NULL"/><Relationship Id="rId220" Type="http://schemas.openxmlformats.org/officeDocument/2006/relationships/customXml" Target="../ink/ink1316.xml"/><Relationship Id="rId241" Type="http://schemas.openxmlformats.org/officeDocument/2006/relationships/image" Target="NULL"/><Relationship Id="rId15" Type="http://schemas.openxmlformats.org/officeDocument/2006/relationships/image" Target="NULL"/><Relationship Id="rId36" Type="http://schemas.openxmlformats.org/officeDocument/2006/relationships/customXml" Target="../ink/ink1224.xml"/><Relationship Id="rId57" Type="http://schemas.openxmlformats.org/officeDocument/2006/relationships/image" Target="NULL"/><Relationship Id="rId262" Type="http://schemas.openxmlformats.org/officeDocument/2006/relationships/customXml" Target="../ink/ink1337.xml"/><Relationship Id="rId283" Type="http://schemas.openxmlformats.org/officeDocument/2006/relationships/image" Target="NULL"/><Relationship Id="rId78" Type="http://schemas.openxmlformats.org/officeDocument/2006/relationships/customXml" Target="../ink/ink1245.xml"/><Relationship Id="rId99" Type="http://schemas.openxmlformats.org/officeDocument/2006/relationships/image" Target="NULL"/><Relationship Id="rId101" Type="http://schemas.openxmlformats.org/officeDocument/2006/relationships/image" Target="NULL"/><Relationship Id="rId122" Type="http://schemas.openxmlformats.org/officeDocument/2006/relationships/customXml" Target="../ink/ink1267.xml"/><Relationship Id="rId143" Type="http://schemas.openxmlformats.org/officeDocument/2006/relationships/image" Target="NULL"/><Relationship Id="rId164" Type="http://schemas.openxmlformats.org/officeDocument/2006/relationships/customXml" Target="../ink/ink1288.xml"/><Relationship Id="rId185" Type="http://schemas.openxmlformats.org/officeDocument/2006/relationships/image" Target="NULL"/><Relationship Id="rId9" Type="http://schemas.openxmlformats.org/officeDocument/2006/relationships/image" Target="NULL"/><Relationship Id="rId210" Type="http://schemas.openxmlformats.org/officeDocument/2006/relationships/customXml" Target="../ink/ink1311.xml"/><Relationship Id="rId26" Type="http://schemas.openxmlformats.org/officeDocument/2006/relationships/customXml" Target="../ink/ink1219.xml"/><Relationship Id="rId231" Type="http://schemas.openxmlformats.org/officeDocument/2006/relationships/image" Target="NULL"/><Relationship Id="rId252" Type="http://schemas.openxmlformats.org/officeDocument/2006/relationships/customXml" Target="../ink/ink1332.xml"/><Relationship Id="rId273" Type="http://schemas.openxmlformats.org/officeDocument/2006/relationships/image" Target="NULL"/><Relationship Id="rId294" Type="http://schemas.openxmlformats.org/officeDocument/2006/relationships/customXml" Target="../ink/ink1353.xml"/><Relationship Id="rId47" Type="http://schemas.openxmlformats.org/officeDocument/2006/relationships/image" Target="NULL"/><Relationship Id="rId68" Type="http://schemas.openxmlformats.org/officeDocument/2006/relationships/customXml" Target="../ink/ink1240.xml"/><Relationship Id="rId89" Type="http://schemas.openxmlformats.org/officeDocument/2006/relationships/image" Target="NULL"/><Relationship Id="rId112" Type="http://schemas.openxmlformats.org/officeDocument/2006/relationships/customXml" Target="../ink/ink1262.xml"/><Relationship Id="rId133" Type="http://schemas.openxmlformats.org/officeDocument/2006/relationships/image" Target="NULL"/><Relationship Id="rId154" Type="http://schemas.openxmlformats.org/officeDocument/2006/relationships/customXml" Target="../ink/ink1283.xml"/><Relationship Id="rId175" Type="http://schemas.openxmlformats.org/officeDocument/2006/relationships/image" Target="NULL"/><Relationship Id="rId196" Type="http://schemas.openxmlformats.org/officeDocument/2006/relationships/customXml" Target="../ink/ink1304.xml"/><Relationship Id="rId200" Type="http://schemas.openxmlformats.org/officeDocument/2006/relationships/customXml" Target="../ink/ink1306.xml"/><Relationship Id="rId16" Type="http://schemas.openxmlformats.org/officeDocument/2006/relationships/customXml" Target="../ink/ink1214.xml"/><Relationship Id="rId221" Type="http://schemas.openxmlformats.org/officeDocument/2006/relationships/image" Target="NULL"/><Relationship Id="rId242" Type="http://schemas.openxmlformats.org/officeDocument/2006/relationships/customXml" Target="../ink/ink1327.xml"/><Relationship Id="rId263" Type="http://schemas.openxmlformats.org/officeDocument/2006/relationships/image" Target="NULL"/><Relationship Id="rId284" Type="http://schemas.openxmlformats.org/officeDocument/2006/relationships/customXml" Target="../ink/ink1348.xml"/><Relationship Id="rId37" Type="http://schemas.openxmlformats.org/officeDocument/2006/relationships/image" Target="NULL"/><Relationship Id="rId58" Type="http://schemas.openxmlformats.org/officeDocument/2006/relationships/customXml" Target="../ink/ink1235.xml"/><Relationship Id="rId79" Type="http://schemas.openxmlformats.org/officeDocument/2006/relationships/image" Target="NULL"/><Relationship Id="rId102" Type="http://schemas.openxmlformats.org/officeDocument/2006/relationships/customXml" Target="../ink/ink1257.xml"/><Relationship Id="rId123" Type="http://schemas.openxmlformats.org/officeDocument/2006/relationships/image" Target="NULL"/><Relationship Id="rId144" Type="http://schemas.openxmlformats.org/officeDocument/2006/relationships/customXml" Target="../ink/ink1278.xml"/><Relationship Id="rId90" Type="http://schemas.openxmlformats.org/officeDocument/2006/relationships/customXml" Target="../ink/ink1251.xml"/><Relationship Id="rId165" Type="http://schemas.openxmlformats.org/officeDocument/2006/relationships/image" Target="NULL"/><Relationship Id="rId186" Type="http://schemas.openxmlformats.org/officeDocument/2006/relationships/customXml" Target="../ink/ink1299.xml"/><Relationship Id="rId211" Type="http://schemas.openxmlformats.org/officeDocument/2006/relationships/image" Target="NULL"/><Relationship Id="rId232" Type="http://schemas.openxmlformats.org/officeDocument/2006/relationships/customXml" Target="../ink/ink1322.xml"/><Relationship Id="rId253" Type="http://schemas.openxmlformats.org/officeDocument/2006/relationships/image" Target="NULL"/><Relationship Id="rId274" Type="http://schemas.openxmlformats.org/officeDocument/2006/relationships/customXml" Target="../ink/ink1343.xml"/><Relationship Id="rId295" Type="http://schemas.openxmlformats.org/officeDocument/2006/relationships/image" Target="NULL"/><Relationship Id="rId27" Type="http://schemas.openxmlformats.org/officeDocument/2006/relationships/image" Target="NULL"/><Relationship Id="rId48" Type="http://schemas.openxmlformats.org/officeDocument/2006/relationships/customXml" Target="../ink/ink1230.xml"/><Relationship Id="rId69" Type="http://schemas.openxmlformats.org/officeDocument/2006/relationships/image" Target="NULL"/><Relationship Id="rId113" Type="http://schemas.openxmlformats.org/officeDocument/2006/relationships/image" Target="NULL"/><Relationship Id="rId134" Type="http://schemas.openxmlformats.org/officeDocument/2006/relationships/customXml" Target="../ink/ink1273.xml"/><Relationship Id="rId80" Type="http://schemas.openxmlformats.org/officeDocument/2006/relationships/customXml" Target="../ink/ink1246.xml"/><Relationship Id="rId155" Type="http://schemas.openxmlformats.org/officeDocument/2006/relationships/image" Target="NULL"/><Relationship Id="rId176" Type="http://schemas.openxmlformats.org/officeDocument/2006/relationships/customXml" Target="../ink/ink1294.xml"/><Relationship Id="rId197" Type="http://schemas.openxmlformats.org/officeDocument/2006/relationships/image" Target="NULL"/><Relationship Id="rId201" Type="http://schemas.openxmlformats.org/officeDocument/2006/relationships/image" Target="NULL"/><Relationship Id="rId222" Type="http://schemas.openxmlformats.org/officeDocument/2006/relationships/customXml" Target="../ink/ink1317.xml"/><Relationship Id="rId243" Type="http://schemas.openxmlformats.org/officeDocument/2006/relationships/image" Target="NULL"/><Relationship Id="rId264" Type="http://schemas.openxmlformats.org/officeDocument/2006/relationships/customXml" Target="../ink/ink1338.xml"/><Relationship Id="rId285" Type="http://schemas.openxmlformats.org/officeDocument/2006/relationships/image" Target="NULL"/><Relationship Id="rId17" Type="http://schemas.openxmlformats.org/officeDocument/2006/relationships/image" Target="NULL"/><Relationship Id="rId38" Type="http://schemas.openxmlformats.org/officeDocument/2006/relationships/customXml" Target="../ink/ink1225.xml"/><Relationship Id="rId59" Type="http://schemas.openxmlformats.org/officeDocument/2006/relationships/image" Target="NULL"/><Relationship Id="rId103" Type="http://schemas.openxmlformats.org/officeDocument/2006/relationships/image" Target="NULL"/><Relationship Id="rId124" Type="http://schemas.openxmlformats.org/officeDocument/2006/relationships/customXml" Target="../ink/ink1268.xml"/><Relationship Id="rId70" Type="http://schemas.openxmlformats.org/officeDocument/2006/relationships/customXml" Target="../ink/ink1241.xml"/><Relationship Id="rId91" Type="http://schemas.openxmlformats.org/officeDocument/2006/relationships/image" Target="NULL"/><Relationship Id="rId145" Type="http://schemas.openxmlformats.org/officeDocument/2006/relationships/image" Target="NULL"/><Relationship Id="rId166" Type="http://schemas.openxmlformats.org/officeDocument/2006/relationships/customXml" Target="../ink/ink1289.xml"/><Relationship Id="rId187" Type="http://schemas.openxmlformats.org/officeDocument/2006/relationships/image" Target="NULL"/><Relationship Id="rId1" Type="http://schemas.openxmlformats.org/officeDocument/2006/relationships/slideLayout" Target="../slideLayouts/slideLayout44.xml"/><Relationship Id="rId212" Type="http://schemas.openxmlformats.org/officeDocument/2006/relationships/customXml" Target="../ink/ink1312.xml"/><Relationship Id="rId233" Type="http://schemas.openxmlformats.org/officeDocument/2006/relationships/image" Target="NULL"/><Relationship Id="rId254" Type="http://schemas.openxmlformats.org/officeDocument/2006/relationships/customXml" Target="../ink/ink1333.xml"/><Relationship Id="rId28" Type="http://schemas.openxmlformats.org/officeDocument/2006/relationships/customXml" Target="../ink/ink1220.xml"/><Relationship Id="rId49" Type="http://schemas.openxmlformats.org/officeDocument/2006/relationships/image" Target="NULL"/><Relationship Id="rId114" Type="http://schemas.openxmlformats.org/officeDocument/2006/relationships/customXml" Target="../ink/ink1263.xml"/><Relationship Id="rId275" Type="http://schemas.openxmlformats.org/officeDocument/2006/relationships/image" Target="NULL"/><Relationship Id="rId296" Type="http://schemas.openxmlformats.org/officeDocument/2006/relationships/customXml" Target="../ink/ink1354.xml"/><Relationship Id="rId300" Type="http://schemas.openxmlformats.org/officeDocument/2006/relationships/customXml" Target="../ink/ink1356.xml"/><Relationship Id="rId60" Type="http://schemas.openxmlformats.org/officeDocument/2006/relationships/customXml" Target="../ink/ink1236.xml"/><Relationship Id="rId81" Type="http://schemas.openxmlformats.org/officeDocument/2006/relationships/image" Target="NULL"/><Relationship Id="rId135" Type="http://schemas.openxmlformats.org/officeDocument/2006/relationships/image" Target="NULL"/><Relationship Id="rId156" Type="http://schemas.openxmlformats.org/officeDocument/2006/relationships/customXml" Target="../ink/ink1284.xml"/><Relationship Id="rId177" Type="http://schemas.openxmlformats.org/officeDocument/2006/relationships/image" Target="NULL"/><Relationship Id="rId198" Type="http://schemas.openxmlformats.org/officeDocument/2006/relationships/customXml" Target="../ink/ink1305.xml"/><Relationship Id="rId202" Type="http://schemas.openxmlformats.org/officeDocument/2006/relationships/customXml" Target="../ink/ink1307.xml"/><Relationship Id="rId223" Type="http://schemas.openxmlformats.org/officeDocument/2006/relationships/image" Target="NULL"/><Relationship Id="rId244" Type="http://schemas.openxmlformats.org/officeDocument/2006/relationships/customXml" Target="../ink/ink1328.xml"/><Relationship Id="rId18" Type="http://schemas.openxmlformats.org/officeDocument/2006/relationships/customXml" Target="../ink/ink1215.xml"/><Relationship Id="rId39" Type="http://schemas.openxmlformats.org/officeDocument/2006/relationships/image" Target="NULL"/><Relationship Id="rId265" Type="http://schemas.openxmlformats.org/officeDocument/2006/relationships/image" Target="NULL"/><Relationship Id="rId286" Type="http://schemas.openxmlformats.org/officeDocument/2006/relationships/customXml" Target="../ink/ink1349.xml"/><Relationship Id="rId50" Type="http://schemas.openxmlformats.org/officeDocument/2006/relationships/customXml" Target="../ink/ink1231.xml"/><Relationship Id="rId104" Type="http://schemas.openxmlformats.org/officeDocument/2006/relationships/customXml" Target="../ink/ink1258.xml"/><Relationship Id="rId125" Type="http://schemas.openxmlformats.org/officeDocument/2006/relationships/image" Target="NULL"/><Relationship Id="rId146" Type="http://schemas.openxmlformats.org/officeDocument/2006/relationships/customXml" Target="../ink/ink1279.xml"/><Relationship Id="rId167" Type="http://schemas.openxmlformats.org/officeDocument/2006/relationships/image" Target="NULL"/><Relationship Id="rId188" Type="http://schemas.openxmlformats.org/officeDocument/2006/relationships/customXml" Target="../ink/ink1300.xml"/><Relationship Id="rId71" Type="http://schemas.openxmlformats.org/officeDocument/2006/relationships/image" Target="NULL"/><Relationship Id="rId92" Type="http://schemas.openxmlformats.org/officeDocument/2006/relationships/customXml" Target="../ink/ink1252.xml"/><Relationship Id="rId213" Type="http://schemas.openxmlformats.org/officeDocument/2006/relationships/image" Target="NULL"/><Relationship Id="rId234" Type="http://schemas.openxmlformats.org/officeDocument/2006/relationships/customXml" Target="../ink/ink1323.xml"/><Relationship Id="rId2" Type="http://schemas.openxmlformats.org/officeDocument/2006/relationships/customXml" Target="../ink/ink1207.xml"/><Relationship Id="rId29" Type="http://schemas.openxmlformats.org/officeDocument/2006/relationships/image" Target="NULL"/><Relationship Id="rId255" Type="http://schemas.openxmlformats.org/officeDocument/2006/relationships/image" Target="NULL"/><Relationship Id="rId276" Type="http://schemas.openxmlformats.org/officeDocument/2006/relationships/customXml" Target="../ink/ink1344.xml"/><Relationship Id="rId297" Type="http://schemas.openxmlformats.org/officeDocument/2006/relationships/image" Target="NULL"/><Relationship Id="rId40" Type="http://schemas.openxmlformats.org/officeDocument/2006/relationships/customXml" Target="../ink/ink1226.xml"/><Relationship Id="rId115" Type="http://schemas.openxmlformats.org/officeDocument/2006/relationships/image" Target="NULL"/><Relationship Id="rId136" Type="http://schemas.openxmlformats.org/officeDocument/2006/relationships/customXml" Target="../ink/ink1274.xml"/><Relationship Id="rId157" Type="http://schemas.openxmlformats.org/officeDocument/2006/relationships/image" Target="NULL"/><Relationship Id="rId178" Type="http://schemas.openxmlformats.org/officeDocument/2006/relationships/customXml" Target="../ink/ink1295.xml"/><Relationship Id="rId301" Type="http://schemas.openxmlformats.org/officeDocument/2006/relationships/image" Target="NULL"/><Relationship Id="rId61" Type="http://schemas.openxmlformats.org/officeDocument/2006/relationships/image" Target="NULL"/><Relationship Id="rId82" Type="http://schemas.openxmlformats.org/officeDocument/2006/relationships/customXml" Target="../ink/ink1247.xml"/><Relationship Id="rId199" Type="http://schemas.openxmlformats.org/officeDocument/2006/relationships/image" Target="NULL"/><Relationship Id="rId203" Type="http://schemas.openxmlformats.org/officeDocument/2006/relationships/image" Target="NULL"/><Relationship Id="rId19" Type="http://schemas.openxmlformats.org/officeDocument/2006/relationships/image" Target="NULL"/><Relationship Id="rId224" Type="http://schemas.openxmlformats.org/officeDocument/2006/relationships/customXml" Target="../ink/ink1318.xml"/><Relationship Id="rId245" Type="http://schemas.openxmlformats.org/officeDocument/2006/relationships/image" Target="NULL"/><Relationship Id="rId266" Type="http://schemas.openxmlformats.org/officeDocument/2006/relationships/customXml" Target="../ink/ink1339.xml"/><Relationship Id="rId287" Type="http://schemas.openxmlformats.org/officeDocument/2006/relationships/image" Target="NULL"/><Relationship Id="rId30" Type="http://schemas.openxmlformats.org/officeDocument/2006/relationships/customXml" Target="../ink/ink1221.xml"/><Relationship Id="rId105" Type="http://schemas.openxmlformats.org/officeDocument/2006/relationships/image" Target="NULL"/><Relationship Id="rId126" Type="http://schemas.openxmlformats.org/officeDocument/2006/relationships/customXml" Target="../ink/ink1269.xml"/><Relationship Id="rId147" Type="http://schemas.openxmlformats.org/officeDocument/2006/relationships/image" Target="NULL"/><Relationship Id="rId168" Type="http://schemas.openxmlformats.org/officeDocument/2006/relationships/customXml" Target="../ink/ink1290.xml"/><Relationship Id="rId51" Type="http://schemas.openxmlformats.org/officeDocument/2006/relationships/image" Target="NULL"/><Relationship Id="rId72" Type="http://schemas.openxmlformats.org/officeDocument/2006/relationships/customXml" Target="../ink/ink1242.xml"/><Relationship Id="rId93" Type="http://schemas.openxmlformats.org/officeDocument/2006/relationships/image" Target="NULL"/><Relationship Id="rId189" Type="http://schemas.openxmlformats.org/officeDocument/2006/relationships/image" Target="NULL"/><Relationship Id="rId3" Type="http://schemas.openxmlformats.org/officeDocument/2006/relationships/image" Target="NULL"/><Relationship Id="rId214" Type="http://schemas.openxmlformats.org/officeDocument/2006/relationships/customXml" Target="../ink/ink1313.xml"/><Relationship Id="rId235" Type="http://schemas.openxmlformats.org/officeDocument/2006/relationships/image" Target="NULL"/><Relationship Id="rId256" Type="http://schemas.openxmlformats.org/officeDocument/2006/relationships/customXml" Target="../ink/ink1334.xml"/><Relationship Id="rId277" Type="http://schemas.openxmlformats.org/officeDocument/2006/relationships/image" Target="NULL"/><Relationship Id="rId298" Type="http://schemas.openxmlformats.org/officeDocument/2006/relationships/customXml" Target="../ink/ink1355.xml"/><Relationship Id="rId116" Type="http://schemas.openxmlformats.org/officeDocument/2006/relationships/customXml" Target="../ink/ink1264.xml"/><Relationship Id="rId137" Type="http://schemas.openxmlformats.org/officeDocument/2006/relationships/image" Target="NULL"/><Relationship Id="rId158" Type="http://schemas.openxmlformats.org/officeDocument/2006/relationships/customXml" Target="../ink/ink1285.xml"/><Relationship Id="rId302" Type="http://schemas.openxmlformats.org/officeDocument/2006/relationships/customXml" Target="../ink/ink1357.xml"/><Relationship Id="rId20" Type="http://schemas.openxmlformats.org/officeDocument/2006/relationships/customXml" Target="../ink/ink1216.xml"/><Relationship Id="rId41" Type="http://schemas.openxmlformats.org/officeDocument/2006/relationships/image" Target="NULL"/><Relationship Id="rId62" Type="http://schemas.openxmlformats.org/officeDocument/2006/relationships/customXml" Target="../ink/ink1237.xml"/><Relationship Id="rId83" Type="http://schemas.openxmlformats.org/officeDocument/2006/relationships/image" Target="NULL"/><Relationship Id="rId179" Type="http://schemas.openxmlformats.org/officeDocument/2006/relationships/image" Target="NULL"/><Relationship Id="rId190" Type="http://schemas.openxmlformats.org/officeDocument/2006/relationships/customXml" Target="../ink/ink1301.xml"/><Relationship Id="rId204" Type="http://schemas.openxmlformats.org/officeDocument/2006/relationships/customXml" Target="../ink/ink1308.xml"/><Relationship Id="rId225" Type="http://schemas.openxmlformats.org/officeDocument/2006/relationships/image" Target="NULL"/><Relationship Id="rId246" Type="http://schemas.openxmlformats.org/officeDocument/2006/relationships/customXml" Target="../ink/ink1329.xml"/><Relationship Id="rId267" Type="http://schemas.openxmlformats.org/officeDocument/2006/relationships/image" Target="NULL"/><Relationship Id="rId288" Type="http://schemas.openxmlformats.org/officeDocument/2006/relationships/customXml" Target="../ink/ink1350.xml"/><Relationship Id="rId106" Type="http://schemas.openxmlformats.org/officeDocument/2006/relationships/customXml" Target="../ink/ink1259.xml"/><Relationship Id="rId127" Type="http://schemas.openxmlformats.org/officeDocument/2006/relationships/image" Target="NULL"/><Relationship Id="rId10" Type="http://schemas.openxmlformats.org/officeDocument/2006/relationships/customXml" Target="../ink/ink1211.xml"/><Relationship Id="rId31" Type="http://schemas.openxmlformats.org/officeDocument/2006/relationships/image" Target="NULL"/><Relationship Id="rId52" Type="http://schemas.openxmlformats.org/officeDocument/2006/relationships/customXml" Target="../ink/ink1232.xml"/><Relationship Id="rId73" Type="http://schemas.openxmlformats.org/officeDocument/2006/relationships/image" Target="NULL"/><Relationship Id="rId94" Type="http://schemas.openxmlformats.org/officeDocument/2006/relationships/customXml" Target="../ink/ink1253.xml"/><Relationship Id="rId148" Type="http://schemas.openxmlformats.org/officeDocument/2006/relationships/customXml" Target="../ink/ink1280.xml"/><Relationship Id="rId169" Type="http://schemas.openxmlformats.org/officeDocument/2006/relationships/image" Target="NULL"/><Relationship Id="rId4" Type="http://schemas.openxmlformats.org/officeDocument/2006/relationships/customXml" Target="../ink/ink1208.xml"/><Relationship Id="rId180" Type="http://schemas.openxmlformats.org/officeDocument/2006/relationships/customXml" Target="../ink/ink1296.xml"/><Relationship Id="rId215" Type="http://schemas.openxmlformats.org/officeDocument/2006/relationships/image" Target="NULL"/><Relationship Id="rId236" Type="http://schemas.openxmlformats.org/officeDocument/2006/relationships/customXml" Target="../ink/ink1324.xml"/><Relationship Id="rId257" Type="http://schemas.openxmlformats.org/officeDocument/2006/relationships/image" Target="NULL"/><Relationship Id="rId278" Type="http://schemas.openxmlformats.org/officeDocument/2006/relationships/customXml" Target="../ink/ink1345.xml"/><Relationship Id="rId303" Type="http://schemas.openxmlformats.org/officeDocument/2006/relationships/image" Target="NULL"/><Relationship Id="rId42" Type="http://schemas.openxmlformats.org/officeDocument/2006/relationships/customXml" Target="../ink/ink1227.xml"/><Relationship Id="rId84" Type="http://schemas.openxmlformats.org/officeDocument/2006/relationships/customXml" Target="../ink/ink1248.xml"/><Relationship Id="rId138" Type="http://schemas.openxmlformats.org/officeDocument/2006/relationships/customXml" Target="../ink/ink1275.xml"/><Relationship Id="rId191" Type="http://schemas.openxmlformats.org/officeDocument/2006/relationships/image" Target="NULL"/><Relationship Id="rId205" Type="http://schemas.openxmlformats.org/officeDocument/2006/relationships/image" Target="NULL"/><Relationship Id="rId247" Type="http://schemas.openxmlformats.org/officeDocument/2006/relationships/image" Target="NULL"/><Relationship Id="rId107" Type="http://schemas.openxmlformats.org/officeDocument/2006/relationships/image" Target="NULL"/><Relationship Id="rId289" Type="http://schemas.openxmlformats.org/officeDocument/2006/relationships/image" Target="NULL"/><Relationship Id="rId11" Type="http://schemas.openxmlformats.org/officeDocument/2006/relationships/image" Target="NULL"/><Relationship Id="rId53" Type="http://schemas.openxmlformats.org/officeDocument/2006/relationships/image" Target="NULL"/><Relationship Id="rId149" Type="http://schemas.openxmlformats.org/officeDocument/2006/relationships/image" Target="NULL"/><Relationship Id="rId95" Type="http://schemas.openxmlformats.org/officeDocument/2006/relationships/image" Target="NULL"/><Relationship Id="rId160" Type="http://schemas.openxmlformats.org/officeDocument/2006/relationships/customXml" Target="../ink/ink1286.xml"/><Relationship Id="rId216" Type="http://schemas.openxmlformats.org/officeDocument/2006/relationships/customXml" Target="../ink/ink1314.xml"/><Relationship Id="rId258" Type="http://schemas.openxmlformats.org/officeDocument/2006/relationships/customXml" Target="../ink/ink1335.xml"/><Relationship Id="rId22" Type="http://schemas.openxmlformats.org/officeDocument/2006/relationships/customXml" Target="../ink/ink1217.xml"/><Relationship Id="rId64" Type="http://schemas.openxmlformats.org/officeDocument/2006/relationships/customXml" Target="../ink/ink1238.xml"/><Relationship Id="rId118" Type="http://schemas.openxmlformats.org/officeDocument/2006/relationships/customXml" Target="../ink/ink1265.xml"/><Relationship Id="rId171" Type="http://schemas.openxmlformats.org/officeDocument/2006/relationships/image" Target="NULL"/><Relationship Id="rId227" Type="http://schemas.openxmlformats.org/officeDocument/2006/relationships/image" Target="NULL"/><Relationship Id="rId269" Type="http://schemas.openxmlformats.org/officeDocument/2006/relationships/image" Target="NULL"/><Relationship Id="rId33" Type="http://schemas.openxmlformats.org/officeDocument/2006/relationships/image" Target="NULL"/><Relationship Id="rId129" Type="http://schemas.openxmlformats.org/officeDocument/2006/relationships/image" Target="NULL"/><Relationship Id="rId280" Type="http://schemas.openxmlformats.org/officeDocument/2006/relationships/customXml" Target="../ink/ink1346.xml"/><Relationship Id="rId75" Type="http://schemas.openxmlformats.org/officeDocument/2006/relationships/image" Target="NULL"/><Relationship Id="rId140" Type="http://schemas.openxmlformats.org/officeDocument/2006/relationships/customXml" Target="../ink/ink1276.xml"/><Relationship Id="rId182" Type="http://schemas.openxmlformats.org/officeDocument/2006/relationships/customXml" Target="../ink/ink1297.xml"/><Relationship Id="rId6" Type="http://schemas.openxmlformats.org/officeDocument/2006/relationships/customXml" Target="../ink/ink1209.xml"/><Relationship Id="rId238" Type="http://schemas.openxmlformats.org/officeDocument/2006/relationships/customXml" Target="../ink/ink1325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64.xml"/><Relationship Id="rId18" Type="http://schemas.openxmlformats.org/officeDocument/2006/relationships/image" Target="../media/image1249.png"/><Relationship Id="rId26" Type="http://schemas.openxmlformats.org/officeDocument/2006/relationships/image" Target="../media/image1253.png"/><Relationship Id="rId21" Type="http://schemas.openxmlformats.org/officeDocument/2006/relationships/customXml" Target="../ink/ink1368.xml"/><Relationship Id="rId34" Type="http://schemas.openxmlformats.org/officeDocument/2006/relationships/image" Target="../media/image1257.png"/><Relationship Id="rId7" Type="http://schemas.openxmlformats.org/officeDocument/2006/relationships/customXml" Target="../ink/ink1361.xml"/><Relationship Id="rId12" Type="http://schemas.openxmlformats.org/officeDocument/2006/relationships/image" Target="../media/image1246.png"/><Relationship Id="rId17" Type="http://schemas.openxmlformats.org/officeDocument/2006/relationships/customXml" Target="../ink/ink1366.xml"/><Relationship Id="rId25" Type="http://schemas.openxmlformats.org/officeDocument/2006/relationships/customXml" Target="../ink/ink1370.xml"/><Relationship Id="rId33" Type="http://schemas.openxmlformats.org/officeDocument/2006/relationships/customXml" Target="../ink/ink1374.xml"/><Relationship Id="rId38" Type="http://schemas.openxmlformats.org/officeDocument/2006/relationships/image" Target="../media/image1259.png"/><Relationship Id="rId2" Type="http://schemas.openxmlformats.org/officeDocument/2006/relationships/image" Target="../media/image1241.png"/><Relationship Id="rId16" Type="http://schemas.openxmlformats.org/officeDocument/2006/relationships/image" Target="../media/image1248.png"/><Relationship Id="rId20" Type="http://schemas.openxmlformats.org/officeDocument/2006/relationships/image" Target="../media/image1250.png"/><Relationship Id="rId29" Type="http://schemas.openxmlformats.org/officeDocument/2006/relationships/customXml" Target="../ink/ink1372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243.png"/><Relationship Id="rId11" Type="http://schemas.openxmlformats.org/officeDocument/2006/relationships/customXml" Target="../ink/ink1363.xml"/><Relationship Id="rId24" Type="http://schemas.openxmlformats.org/officeDocument/2006/relationships/image" Target="../media/image1252.png"/><Relationship Id="rId32" Type="http://schemas.openxmlformats.org/officeDocument/2006/relationships/image" Target="../media/image1256.png"/><Relationship Id="rId37" Type="http://schemas.openxmlformats.org/officeDocument/2006/relationships/customXml" Target="../ink/ink1376.xml"/><Relationship Id="rId5" Type="http://schemas.openxmlformats.org/officeDocument/2006/relationships/customXml" Target="../ink/ink1360.xml"/><Relationship Id="rId15" Type="http://schemas.openxmlformats.org/officeDocument/2006/relationships/customXml" Target="../ink/ink1365.xml"/><Relationship Id="rId23" Type="http://schemas.openxmlformats.org/officeDocument/2006/relationships/customXml" Target="../ink/ink1369.xml"/><Relationship Id="rId28" Type="http://schemas.openxmlformats.org/officeDocument/2006/relationships/image" Target="../media/image1254.png"/><Relationship Id="rId36" Type="http://schemas.openxmlformats.org/officeDocument/2006/relationships/image" Target="../media/image1258.png"/><Relationship Id="rId10" Type="http://schemas.openxmlformats.org/officeDocument/2006/relationships/image" Target="../media/image1245.png"/><Relationship Id="rId19" Type="http://schemas.openxmlformats.org/officeDocument/2006/relationships/customXml" Target="../ink/ink1367.xml"/><Relationship Id="rId31" Type="http://schemas.openxmlformats.org/officeDocument/2006/relationships/customXml" Target="../ink/ink1373.xml"/><Relationship Id="rId4" Type="http://schemas.openxmlformats.org/officeDocument/2006/relationships/image" Target="../media/image1242.png"/><Relationship Id="rId9" Type="http://schemas.openxmlformats.org/officeDocument/2006/relationships/customXml" Target="../ink/ink1362.xml"/><Relationship Id="rId14" Type="http://schemas.openxmlformats.org/officeDocument/2006/relationships/image" Target="../media/image1247.png"/><Relationship Id="rId22" Type="http://schemas.openxmlformats.org/officeDocument/2006/relationships/image" Target="../media/image1251.png"/><Relationship Id="rId27" Type="http://schemas.openxmlformats.org/officeDocument/2006/relationships/customXml" Target="../ink/ink1371.xml"/><Relationship Id="rId30" Type="http://schemas.openxmlformats.org/officeDocument/2006/relationships/image" Target="../media/image1255.png"/><Relationship Id="rId35" Type="http://schemas.openxmlformats.org/officeDocument/2006/relationships/customXml" Target="../ink/ink1375.xml"/><Relationship Id="rId8" Type="http://schemas.openxmlformats.org/officeDocument/2006/relationships/image" Target="../media/image1244.png"/><Relationship Id="rId3" Type="http://schemas.openxmlformats.org/officeDocument/2006/relationships/customXml" Target="../ink/ink135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77.xml"/><Relationship Id="rId2" Type="http://schemas.openxmlformats.org/officeDocument/2006/relationships/image" Target="../media/image1260.jpe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262.png"/><Relationship Id="rId5" Type="http://schemas.openxmlformats.org/officeDocument/2006/relationships/customXml" Target="../ink/ink1378.xml"/><Relationship Id="rId4" Type="http://schemas.openxmlformats.org/officeDocument/2006/relationships/image" Target="../media/image126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3.jpeg"/><Relationship Id="rId1" Type="http://schemas.openxmlformats.org/officeDocument/2006/relationships/slideLayout" Target="../slideLayouts/slideLayout4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4.png"/><Relationship Id="rId1" Type="http://schemas.openxmlformats.org/officeDocument/2006/relationships/slideLayout" Target="../slideLayouts/slideLayout4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5.png"/><Relationship Id="rId1" Type="http://schemas.openxmlformats.org/officeDocument/2006/relationships/slideLayout" Target="../slideLayouts/slideLayout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79.xml"/><Relationship Id="rId2" Type="http://schemas.openxmlformats.org/officeDocument/2006/relationships/image" Target="../media/image1266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68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7.png"/><Relationship Id="rId1" Type="http://schemas.openxmlformats.org/officeDocument/2006/relationships/slideLayout" Target="../slideLayouts/slideLayout4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9.png"/><Relationship Id="rId2" Type="http://schemas.openxmlformats.org/officeDocument/2006/relationships/image" Target="../media/image1268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270.png"/><Relationship Id="rId5" Type="http://schemas.openxmlformats.org/officeDocument/2006/relationships/image" Target="../media/image70.emf"/><Relationship Id="rId4" Type="http://schemas.openxmlformats.org/officeDocument/2006/relationships/customXml" Target="../ink/ink138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1.jpeg"/><Relationship Id="rId1" Type="http://schemas.openxmlformats.org/officeDocument/2006/relationships/slideLayout" Target="../slideLayouts/slideLayout4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2.jpeg"/><Relationship Id="rId1" Type="http://schemas.openxmlformats.org/officeDocument/2006/relationships/slideLayout" Target="../slideLayouts/slideLayout4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3.jpeg"/><Relationship Id="rId1" Type="http://schemas.openxmlformats.org/officeDocument/2006/relationships/slideLayout" Target="../slideLayouts/slideLayout4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4.png"/><Relationship Id="rId1" Type="http://schemas.openxmlformats.org/officeDocument/2006/relationships/slideLayout" Target="../slideLayouts/slideLayout4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5.png"/><Relationship Id="rId1" Type="http://schemas.openxmlformats.org/officeDocument/2006/relationships/slideLayout" Target="../slideLayouts/slideLayout4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6.png"/><Relationship Id="rId1" Type="http://schemas.openxmlformats.org/officeDocument/2006/relationships/slideLayout" Target="../slideLayouts/slideLayout4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8.png"/><Relationship Id="rId2" Type="http://schemas.openxmlformats.org/officeDocument/2006/relationships/image" Target="../media/image1277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27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0.png"/><Relationship Id="rId1" Type="http://schemas.openxmlformats.org/officeDocument/2006/relationships/slideLayout" Target="../slideLayouts/slideLayout4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1.png"/><Relationship Id="rId1" Type="http://schemas.openxmlformats.org/officeDocument/2006/relationships/slideLayout" Target="../slideLayouts/slideLayout4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3.png"/><Relationship Id="rId2" Type="http://schemas.openxmlformats.org/officeDocument/2006/relationships/image" Target="../media/image1282.png"/><Relationship Id="rId1" Type="http://schemas.openxmlformats.org/officeDocument/2006/relationships/slideLayout" Target="../slideLayouts/slideLayout4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4.jpeg"/><Relationship Id="rId1" Type="http://schemas.openxmlformats.org/officeDocument/2006/relationships/slideLayout" Target="../slideLayouts/slideLayout4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5.png"/><Relationship Id="rId1" Type="http://schemas.openxmlformats.org/officeDocument/2006/relationships/slideLayout" Target="../slideLayouts/slideLayout4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6.png"/><Relationship Id="rId1" Type="http://schemas.openxmlformats.org/officeDocument/2006/relationships/slideLayout" Target="../slideLayouts/slideLayout4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7.png"/><Relationship Id="rId1" Type="http://schemas.openxmlformats.org/officeDocument/2006/relationships/slideLayout" Target="../slideLayouts/slideLayout4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385EF710-69A3-EE3B-99E2-2F2F2F60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0" y="2770188"/>
            <a:ext cx="5181600" cy="1344612"/>
          </a:xfrm>
        </p:spPr>
        <p:txBody>
          <a:bodyPr lIns="68569" tIns="34275" rIns="68569" bIns="34275" rtlCol="0">
            <a:normAutofit fontScale="90000"/>
          </a:bodyPr>
          <a:lstStyle/>
          <a:p>
            <a:pPr algn="ctr" eaLnBrk="1" fontAlgn="auto" hangingPunct="1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defRPr/>
            </a:pP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  <a:b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to Statistical Methods</a:t>
            </a:r>
            <a:r>
              <a:rPr lang="en-US" altLang="x-none" sz="3600" dirty="0">
                <a:solidFill>
                  <a:srgbClr val="FFFFFF"/>
                </a:solidFill>
                <a:latin typeface="+mn-lt"/>
              </a:rPr>
              <a:t> </a:t>
            </a:r>
            <a:endParaRPr lang="x-none" altLang="x-none" sz="3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963" name="Google Shape;41;p1">
            <a:extLst>
              <a:ext uri="{FF2B5EF4-FFF2-40B4-BE49-F238E27FC236}">
                <a16:creationId xmlns:a16="http://schemas.microsoft.com/office/drawing/2014/main" id="{8D811C33-FC1A-DB07-D1DB-393061651444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5416550" y="4953000"/>
            <a:ext cx="5033963" cy="914400"/>
          </a:xfrm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tx1"/>
                </a:solidFill>
                <a:latin typeface="Helvetica" panose="020B0604020202020204" pitchFamily="34" charset="0"/>
              </a:rPr>
              <a:t>ISM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2147888" y="3486150"/>
            <a:ext cx="7886700" cy="628650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4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(16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May 2026)</a:t>
            </a:r>
            <a:endParaRPr lang="en-US" b="1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endParaRPr lang="en-IN" dirty="0"/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964733" y="987881"/>
            <a:ext cx="10435905" cy="1914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Calibri (Body"/>
              </a:rPr>
              <a:t>Lead Faculty</a:t>
            </a:r>
            <a:r>
              <a:rPr lang="en-US" sz="2000" dirty="0">
                <a:latin typeface="Calibri (Body"/>
              </a:rPr>
              <a:t>: Dr. G Krishna </a:t>
            </a:r>
            <a:r>
              <a:rPr lang="en-US" sz="2000" dirty="0" err="1">
                <a:latin typeface="Calibri (Body"/>
              </a:rPr>
              <a:t>Kumari</a:t>
            </a:r>
            <a:r>
              <a:rPr lang="en-US" sz="2000" dirty="0">
                <a:latin typeface="Calibri (Body"/>
              </a:rPr>
              <a:t> (</a:t>
            </a:r>
            <a:r>
              <a:rPr lang="en-US" sz="2000" u="sng" dirty="0">
                <a:solidFill>
                  <a:srgbClr val="0000FF"/>
                </a:solidFill>
                <a:latin typeface="Calibri (Body"/>
              </a:rPr>
              <a:t>gkrishnakumari@wilp.bits-pilani.ac.in</a:t>
            </a:r>
            <a:r>
              <a:rPr lang="en-US" sz="2000" dirty="0">
                <a:latin typeface="Calibri (Body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Calibri (Body"/>
              </a:rPr>
              <a:t>Faculty</a:t>
            </a:r>
            <a:r>
              <a:rPr lang="en-US" sz="2000" b="1" dirty="0">
                <a:latin typeface="Calibri (Body"/>
              </a:rPr>
              <a:t> :</a:t>
            </a:r>
            <a:r>
              <a:rPr lang="en-US" sz="2000" dirty="0">
                <a:latin typeface="Calibri (Body"/>
              </a:rPr>
              <a:t> </a:t>
            </a:r>
            <a:r>
              <a:rPr lang="en-US" sz="2000" dirty="0" err="1">
                <a:latin typeface="Calibri (Body"/>
              </a:rPr>
              <a:t>Dr</a:t>
            </a:r>
            <a:r>
              <a:rPr lang="en-US" sz="2000" dirty="0">
                <a:latin typeface="Calibri (Body"/>
              </a:rPr>
              <a:t> YVK Ravi Kumar(</a:t>
            </a:r>
            <a:r>
              <a:rPr lang="en-IN" sz="2000" dirty="0">
                <a:latin typeface="Calibri (Body"/>
                <a:hlinkClick r:id="rId2"/>
              </a:rPr>
              <a:t>yvk.ravikumar@pilani.bits-pilani.ac.in</a:t>
            </a:r>
            <a:r>
              <a:rPr lang="en-IN" sz="2000" dirty="0">
                <a:latin typeface="Calibri (Body"/>
              </a:rPr>
              <a:t>)</a:t>
            </a:r>
            <a:endParaRPr lang="en-US" sz="2000" dirty="0">
              <a:latin typeface="Calibri (Body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Calibri (Body"/>
              </a:rPr>
              <a:t>LF Details</a:t>
            </a:r>
            <a:r>
              <a:rPr lang="en-US" sz="2000" dirty="0">
                <a:latin typeface="Calibri (Body"/>
              </a:rPr>
              <a:t>: </a:t>
            </a:r>
            <a:r>
              <a:rPr lang="en-US" sz="2000" dirty="0" err="1">
                <a:latin typeface="Calibri (Body"/>
              </a:rPr>
              <a:t>Dr</a:t>
            </a:r>
            <a:r>
              <a:rPr lang="en-IN" sz="2000" dirty="0">
                <a:latin typeface="Calibri (Body"/>
              </a:rPr>
              <a:t>.</a:t>
            </a:r>
            <a:r>
              <a:rPr lang="en-IN" sz="2000" dirty="0" err="1">
                <a:latin typeface="Calibri (Body"/>
              </a:rPr>
              <a:t>A.Mythreye</a:t>
            </a:r>
            <a:r>
              <a:rPr lang="en-IN" sz="2000" dirty="0">
                <a:latin typeface="Calibri (Body"/>
              </a:rPr>
              <a:t>, (</a:t>
            </a:r>
            <a:r>
              <a:rPr lang="en-IN" sz="2000" u="sng" dirty="0">
                <a:solidFill>
                  <a:srgbClr val="0000FF"/>
                </a:solidFill>
                <a:latin typeface="Calibri (Body"/>
              </a:rPr>
              <a:t>mythreye.v@wilp.bits-pilani.ac.in</a:t>
            </a:r>
            <a:r>
              <a:rPr lang="en-IN" sz="2000" dirty="0">
                <a:latin typeface="Calibri (Body"/>
              </a:rPr>
              <a:t>)</a:t>
            </a:r>
            <a:r>
              <a:rPr lang="en-US" sz="2000" dirty="0">
                <a:latin typeface="Calibri (Body"/>
              </a:rPr>
              <a:t> &amp; </a:t>
            </a:r>
          </a:p>
          <a:p>
            <a:pPr marL="0" indent="0">
              <a:buNone/>
            </a:pPr>
            <a:r>
              <a:rPr lang="en-US" sz="2000" dirty="0">
                <a:latin typeface="Calibri (Body"/>
              </a:rPr>
              <a:t>                       Prof CVNL </a:t>
            </a:r>
            <a:r>
              <a:rPr lang="en-US" sz="2000" dirty="0" err="1">
                <a:latin typeface="Calibri (Body"/>
              </a:rPr>
              <a:t>Sireesha</a:t>
            </a:r>
            <a:r>
              <a:rPr lang="en-US" sz="2000" dirty="0">
                <a:latin typeface="Calibri (Body"/>
              </a:rPr>
              <a:t>(</a:t>
            </a:r>
            <a:r>
              <a:rPr lang="en-US" sz="2000" dirty="0">
                <a:latin typeface="Calibri (Body"/>
                <a:hlinkClick r:id="rId3"/>
              </a:rPr>
              <a:t>cvnlsireesha@wilp.bits-pilani.ac.in</a:t>
            </a:r>
            <a:r>
              <a:rPr lang="en-US" sz="2000" dirty="0">
                <a:latin typeface="Calibri (Body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alibri (Body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Calibri (Bod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65695" y="4893275"/>
            <a:ext cx="74885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800" b="1" dirty="0" err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Baye’s</a:t>
            </a:r>
            <a:r>
              <a:rPr lang="en-IN" sz="2800" b="1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theorem and Naïve Bayes theorem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46" y="3000375"/>
            <a:ext cx="2857500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937" y="3000375"/>
            <a:ext cx="2859272" cy="1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2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160569"/>
            <a:ext cx="7620000" cy="76436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Revise</a:t>
            </a:r>
            <a:endParaRPr lang="en-IN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762000" y="1166018"/>
            <a:ext cx="9230139" cy="5387181"/>
          </a:xfrm>
        </p:spPr>
        <p:txBody>
          <a:bodyPr rtlCol="0">
            <a:normAutofit/>
          </a:bodyPr>
          <a:lstStyle/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Times New Roman" pitchFamily="18" charset="0"/>
              </a:rPr>
              <a:t>Descriptive Statistics</a:t>
            </a: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en-US" sz="2400" dirty="0"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Times New Roman" pitchFamily="18" charset="0"/>
              </a:rPr>
              <a:t>Review of Set Theory, Counting Principles</a:t>
            </a: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en-US" sz="2400" dirty="0"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Times New Roman" pitchFamily="18" charset="0"/>
              </a:rPr>
              <a:t>Probability, Axioms of Probability</a:t>
            </a: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en-US" sz="2400" dirty="0"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US" sz="2400" dirty="0">
                <a:cs typeface="Times New Roman" pitchFamily="18" charset="0"/>
              </a:rPr>
              <a:t>Addition and Multiplication Rule of Probability</a:t>
            </a: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en-US" sz="2400" dirty="0">
              <a:cs typeface="Times New Roman" pitchFamily="18" charset="0"/>
            </a:endParaRP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IN" sz="2400" dirty="0">
                <a:cs typeface="Times New Roman" panose="02020603050405020304" pitchFamily="18" charset="0"/>
              </a:rPr>
              <a:t>Conditional Probability</a:t>
            </a:r>
            <a:r>
              <a:rPr lang="en-IN" sz="2400" kern="50" dirty="0">
                <a:ea typeface="Ubuntu" panose="020B0504030602030204" pitchFamily="34" charset="0"/>
                <a:cs typeface="Times New Roman" panose="02020603050405020304" pitchFamily="18" charset="0"/>
              </a:rPr>
              <a:t> and I</a:t>
            </a:r>
            <a:r>
              <a:rPr lang="en-IN" sz="2400" dirty="0">
                <a:cs typeface="Times New Roman" panose="02020603050405020304" pitchFamily="18" charset="0"/>
              </a:rPr>
              <a:t>ndependent events 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IN" sz="2400" dirty="0"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en-IN" sz="2400" kern="50" dirty="0">
                <a:cs typeface="Times New Roman" panose="02020603050405020304" pitchFamily="18" charset="0"/>
              </a:rPr>
              <a:t>T</a:t>
            </a:r>
            <a:r>
              <a:rPr lang="en-IN" sz="2400" kern="50" dirty="0">
                <a:ea typeface="Ubuntu" panose="020B0504030602030204" pitchFamily="34" charset="0"/>
                <a:cs typeface="Times New Roman" panose="02020603050405020304" pitchFamily="18" charset="0"/>
              </a:rPr>
              <a:t>otal </a:t>
            </a:r>
            <a:r>
              <a:rPr lang="en-IN" sz="2400" dirty="0">
                <a:cs typeface="Times New Roman" panose="02020603050405020304" pitchFamily="18" charset="0"/>
              </a:rPr>
              <a:t>Probability</a:t>
            </a:r>
            <a:endParaRPr lang="en-US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15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60569"/>
            <a:ext cx="7620000" cy="764364"/>
          </a:xfrm>
        </p:spPr>
        <p:txBody>
          <a:bodyPr>
            <a:normAutofit fontScale="90000"/>
          </a:bodyPr>
          <a:lstStyle/>
          <a:p>
            <a:pPr algn="l"/>
            <a:r>
              <a:rPr lang="en-IN" sz="3600" spc="-8" dirty="0">
                <a:latin typeface="Calibri"/>
                <a:cs typeface="Calibri"/>
              </a:rPr>
              <a:t>Contact</a:t>
            </a:r>
            <a:r>
              <a:rPr lang="en-IN" sz="3600" spc="-41" dirty="0">
                <a:latin typeface="Calibri"/>
                <a:cs typeface="Calibri"/>
              </a:rPr>
              <a:t> </a:t>
            </a:r>
            <a:r>
              <a:rPr lang="en-IN" sz="3600" dirty="0">
                <a:latin typeface="Calibri"/>
                <a:cs typeface="Calibri"/>
              </a:rPr>
              <a:t>Session</a:t>
            </a:r>
            <a:r>
              <a:rPr lang="en-IN" sz="3600" spc="-23" dirty="0">
                <a:latin typeface="Calibri"/>
                <a:cs typeface="Calibri"/>
              </a:rPr>
              <a:t> 4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8D121-E86A-9E25-D4DE-C11610BC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199"/>
          <a:stretch/>
        </p:blipFill>
        <p:spPr>
          <a:xfrm>
            <a:off x="1178942" y="1050768"/>
            <a:ext cx="9880958" cy="2115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1EC2-AC34-78C7-7AA0-35E9EC68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F92558-B726-7537-5984-9E713396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780"/>
            <a:ext cx="7763435" cy="816471"/>
          </a:xfrm>
        </p:spPr>
        <p:txBody>
          <a:bodyPr>
            <a:normAutofit fontScale="90000"/>
          </a:bodyPr>
          <a:lstStyle/>
          <a:p>
            <a:pPr algn="l"/>
            <a:br>
              <a:rPr lang="en-US" sz="3600" spc="-8" dirty="0">
                <a:latin typeface="Calibri"/>
                <a:cs typeface="Calibri"/>
              </a:rPr>
            </a:br>
            <a:r>
              <a:rPr lang="en-US" sz="3600" spc="-8" dirty="0">
                <a:latin typeface="Calibri"/>
                <a:cs typeface="Calibri"/>
              </a:rPr>
              <a:t>BAYES THEOREM: </a:t>
            </a:r>
            <a:br>
              <a:rPr lang="en-US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libri"/>
                <a:cs typeface="Calibri"/>
              </a:rPr>
            </a:br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D630026-9A79-07EF-DE46-14F83F78F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544251"/>
              </p:ext>
            </p:extLst>
          </p:nvPr>
        </p:nvGraphicFramePr>
        <p:xfrm>
          <a:off x="748533" y="1089317"/>
          <a:ext cx="10224267" cy="500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97622" imgH="3139735" progId="Word.Document.12">
                  <p:embed/>
                </p:oleObj>
              </mc:Choice>
              <mc:Fallback>
                <p:oleObj name="Document" r:id="rId2" imgW="7897622" imgH="3139735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D630026-9A79-07EF-DE46-14F83F78F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33" y="1089317"/>
                        <a:ext cx="10224267" cy="500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066E618-D539-1A7E-1821-E847D3F5E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4002686"/>
            <a:ext cx="3232316" cy="19654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D90B6DF-3959-C7C8-E936-D11F010CBB0E}"/>
              </a:ext>
            </a:extLst>
          </p:cNvPr>
          <p:cNvGrpSpPr/>
          <p:nvPr/>
        </p:nvGrpSpPr>
        <p:grpSpPr>
          <a:xfrm>
            <a:off x="5658955" y="3997990"/>
            <a:ext cx="2424960" cy="1444320"/>
            <a:chOff x="5658955" y="3997990"/>
            <a:chExt cx="2424960" cy="14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530464-2AEC-639C-FFA9-48CFA61BADC9}"/>
                    </a:ext>
                  </a:extLst>
                </p14:cNvPr>
                <p14:cNvContentPartPr/>
                <p14:nvPr/>
              </p14:nvContentPartPr>
              <p14:xfrm>
                <a:off x="5658955" y="3997990"/>
                <a:ext cx="2424960" cy="1011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530464-2AEC-639C-FFA9-48CFA61BADC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49955" y="3988990"/>
                  <a:ext cx="2442600" cy="10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6E74EC-49A3-1015-0450-C4C0AF3F3831}"/>
                    </a:ext>
                  </a:extLst>
                </p14:cNvPr>
                <p14:cNvContentPartPr/>
                <p14:nvPr/>
              </p14:nvContentPartPr>
              <p14:xfrm>
                <a:off x="6918955" y="5127310"/>
                <a:ext cx="118440" cy="34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6E74EC-49A3-1015-0450-C4C0AF3F383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09955" y="5118670"/>
                  <a:ext cx="136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BDB3A2-47AB-94DC-0EF2-6F3063E4281B}"/>
                    </a:ext>
                  </a:extLst>
                </p14:cNvPr>
                <p14:cNvContentPartPr/>
                <p14:nvPr/>
              </p14:nvContentPartPr>
              <p14:xfrm>
                <a:off x="6935515" y="5140990"/>
                <a:ext cx="153720" cy="110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BDB3A2-47AB-94DC-0EF2-6F3063E428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26515" y="5131990"/>
                  <a:ext cx="171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89EA8F-3771-E72A-54EA-5A756575E6DA}"/>
                    </a:ext>
                  </a:extLst>
                </p14:cNvPr>
                <p14:cNvContentPartPr/>
                <p14:nvPr/>
              </p14:nvContentPartPr>
              <p14:xfrm>
                <a:off x="7248715" y="5013550"/>
                <a:ext cx="27720" cy="361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89EA8F-3771-E72A-54EA-5A756575E6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39715" y="5004550"/>
                  <a:ext cx="45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3A5862-69AB-3C24-9FB2-764677685F1F}"/>
                    </a:ext>
                  </a:extLst>
                </p14:cNvPr>
                <p14:cNvContentPartPr/>
                <p14:nvPr/>
              </p14:nvContentPartPr>
              <p14:xfrm>
                <a:off x="7227475" y="5008150"/>
                <a:ext cx="128520" cy="16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3A5862-69AB-3C24-9FB2-764677685F1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18835" y="4999510"/>
                  <a:ext cx="146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91B1D8-C792-D7F6-AC77-DD8FAF5F89FB}"/>
                    </a:ext>
                  </a:extLst>
                </p14:cNvPr>
                <p14:cNvContentPartPr/>
                <p14:nvPr/>
              </p14:nvContentPartPr>
              <p14:xfrm>
                <a:off x="7480555" y="4720510"/>
                <a:ext cx="216000" cy="616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91B1D8-C792-D7F6-AC77-DD8FAF5F89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71915" y="4711870"/>
                  <a:ext cx="23364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C4B65E-AE7C-C21B-1C24-592F77C058BF}"/>
                    </a:ext>
                  </a:extLst>
                </p14:cNvPr>
                <p14:cNvContentPartPr/>
                <p14:nvPr/>
              </p14:nvContentPartPr>
              <p14:xfrm>
                <a:off x="7622755" y="4876030"/>
                <a:ext cx="133920" cy="39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C4B65E-AE7C-C21B-1C24-592F77C058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14115" y="4867390"/>
                  <a:ext cx="1515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9A525A-CF7B-B6E8-EB26-31A4DA276521}"/>
                    </a:ext>
                  </a:extLst>
                </p14:cNvPr>
                <p14:cNvContentPartPr/>
                <p14:nvPr/>
              </p14:nvContentPartPr>
              <p14:xfrm>
                <a:off x="7635355" y="5073670"/>
                <a:ext cx="108000" cy="1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9A525A-CF7B-B6E8-EB26-31A4DA2765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26355" y="5064670"/>
                  <a:ext cx="125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6DB2A9-96BE-34CD-E995-8C7E5C8D1BB7}"/>
                    </a:ext>
                  </a:extLst>
                </p14:cNvPr>
                <p14:cNvContentPartPr/>
                <p14:nvPr/>
              </p14:nvContentPartPr>
              <p14:xfrm>
                <a:off x="7710955" y="4712230"/>
                <a:ext cx="67680" cy="73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6DB2A9-96BE-34CD-E995-8C7E5C8D1B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01955" y="4703590"/>
                  <a:ext cx="8532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9196AF-C7EB-157A-0833-7053042109C6}"/>
                    </a:ext>
                  </a:extLst>
                </p14:cNvPr>
                <p14:cNvContentPartPr/>
                <p14:nvPr/>
              </p14:nvContentPartPr>
              <p14:xfrm>
                <a:off x="6905275" y="5144950"/>
                <a:ext cx="204120" cy="6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9196AF-C7EB-157A-0833-7053042109C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96635" y="5136310"/>
                  <a:ext cx="221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25B4DC-7D4B-579B-39A7-24146975E41A}"/>
                    </a:ext>
                  </a:extLst>
                </p14:cNvPr>
                <p14:cNvContentPartPr/>
                <p14:nvPr/>
              </p14:nvContentPartPr>
              <p14:xfrm>
                <a:off x="6893035" y="5239270"/>
                <a:ext cx="210600" cy="61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25B4DC-7D4B-579B-39A7-24146975E4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84035" y="5230270"/>
                  <a:ext cx="2282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2B0534-A42D-6013-CCBA-012858BD20B4}"/>
                  </a:ext>
                </a:extLst>
              </p14:cNvPr>
              <p14:cNvContentPartPr/>
              <p14:nvPr/>
            </p14:nvContentPartPr>
            <p14:xfrm>
              <a:off x="1634515" y="2155510"/>
              <a:ext cx="1789200" cy="121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2B0534-A42D-6013-CCBA-012858BD20B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25515" y="2146510"/>
                <a:ext cx="180684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1D10B1-9A75-21DD-6DA2-79EF6ED50BF3}"/>
                  </a:ext>
                </a:extLst>
              </p14:cNvPr>
              <p14:cNvContentPartPr/>
              <p14:nvPr/>
            </p14:nvContentPartPr>
            <p14:xfrm>
              <a:off x="1842595" y="3007270"/>
              <a:ext cx="1390680" cy="59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1D10B1-9A75-21DD-6DA2-79EF6ED50BF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833595" y="2998630"/>
                <a:ext cx="1408320" cy="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52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EE68-5ECE-5852-FAD3-CA2C0B81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7B89-DE1E-0B06-43A8-F70CD973D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5" y="339678"/>
            <a:ext cx="7620000" cy="764364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spc="-8" dirty="0">
                <a:latin typeface="Calibri"/>
                <a:cs typeface="Calibri"/>
              </a:rPr>
              <a:t>Proof: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graphicFrame>
        <p:nvGraphicFramePr>
          <p:cNvPr id="48130" name="Object 3">
            <a:extLst>
              <a:ext uri="{FF2B5EF4-FFF2-40B4-BE49-F238E27FC236}">
                <a16:creationId xmlns:a16="http://schemas.microsoft.com/office/drawing/2014/main" id="{6B9EE793-6CD3-5E83-502B-72375F90B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823956"/>
              </p:ext>
            </p:extLst>
          </p:nvPr>
        </p:nvGraphicFramePr>
        <p:xfrm>
          <a:off x="1059590" y="1224792"/>
          <a:ext cx="10329863" cy="511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634178" imgH="5616841" progId="Word.Document.12">
                  <p:embed/>
                </p:oleObj>
              </mc:Choice>
              <mc:Fallback>
                <p:oleObj name="Document" r:id="rId2" imgW="9634178" imgH="5616841" progId="Word.Document.12">
                  <p:embed/>
                  <p:pic>
                    <p:nvPicPr>
                      <p:cNvPr id="48130" name="Object 3">
                        <a:extLst>
                          <a:ext uri="{FF2B5EF4-FFF2-40B4-BE49-F238E27FC236}">
                            <a16:creationId xmlns:a16="http://schemas.microsoft.com/office/drawing/2014/main" id="{6B9EE793-6CD3-5E83-502B-72375F90B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590" y="1224792"/>
                        <a:ext cx="10329863" cy="5117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DD85BADB-120F-1EEF-0629-58807F2F65BF}"/>
              </a:ext>
            </a:extLst>
          </p:cNvPr>
          <p:cNvGrpSpPr/>
          <p:nvPr/>
        </p:nvGrpSpPr>
        <p:grpSpPr>
          <a:xfrm>
            <a:off x="7821475" y="2600470"/>
            <a:ext cx="3885120" cy="2617560"/>
            <a:chOff x="7821475" y="2600470"/>
            <a:chExt cx="3885120" cy="26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06D600-5484-A101-0407-47AA75188B05}"/>
                    </a:ext>
                  </a:extLst>
                </p14:cNvPr>
                <p14:cNvContentPartPr/>
                <p14:nvPr/>
              </p14:nvContentPartPr>
              <p14:xfrm>
                <a:off x="7821475" y="2676070"/>
                <a:ext cx="215280" cy="104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06D600-5484-A101-0407-47AA75188B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12835" y="2667430"/>
                  <a:ext cx="2329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61B217-3006-CB7D-4DCE-0CFF25A9938A}"/>
                    </a:ext>
                  </a:extLst>
                </p14:cNvPr>
                <p14:cNvContentPartPr/>
                <p14:nvPr/>
              </p14:nvContentPartPr>
              <p14:xfrm>
                <a:off x="8287315" y="2779750"/>
                <a:ext cx="731880" cy="385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61B217-3006-CB7D-4DCE-0CFF25A993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8675" y="2770750"/>
                  <a:ext cx="7495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DF4474-5929-EABC-F3CF-C87BD23B820B}"/>
                    </a:ext>
                  </a:extLst>
                </p14:cNvPr>
                <p14:cNvContentPartPr/>
                <p14:nvPr/>
              </p14:nvContentPartPr>
              <p14:xfrm>
                <a:off x="8999035" y="3018430"/>
                <a:ext cx="218520" cy="10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DF4474-5929-EABC-F3CF-C87BD23B82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90035" y="3009790"/>
                  <a:ext cx="236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0E7DA0-8B0A-5BEA-4C93-9A9D14BC7CA2}"/>
                    </a:ext>
                  </a:extLst>
                </p14:cNvPr>
                <p14:cNvContentPartPr/>
                <p14:nvPr/>
              </p14:nvContentPartPr>
              <p14:xfrm>
                <a:off x="9239875" y="3068470"/>
                <a:ext cx="154440" cy="89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0E7DA0-8B0A-5BEA-4C93-9A9D14BC7C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30875" y="3059470"/>
                  <a:ext cx="172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8280AD-C63E-1E5B-6A83-524547241DC6}"/>
                    </a:ext>
                  </a:extLst>
                </p14:cNvPr>
                <p14:cNvContentPartPr/>
                <p14:nvPr/>
              </p14:nvContentPartPr>
              <p14:xfrm>
                <a:off x="9465595" y="2684710"/>
                <a:ext cx="415080" cy="72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8280AD-C63E-1E5B-6A83-524547241D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56595" y="2675710"/>
                  <a:ext cx="43272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1B9502-1EDB-E326-51E7-2BC22AA7E7E9}"/>
                    </a:ext>
                  </a:extLst>
                </p14:cNvPr>
                <p14:cNvContentPartPr/>
                <p14:nvPr/>
              </p14:nvContentPartPr>
              <p14:xfrm>
                <a:off x="10117555" y="2872630"/>
                <a:ext cx="134280" cy="267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1B9502-1EDB-E326-51E7-2BC22AA7E7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08915" y="2863990"/>
                  <a:ext cx="151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50D5F8-2435-2844-6807-769D1AA6D2D4}"/>
                    </a:ext>
                  </a:extLst>
                </p14:cNvPr>
                <p14:cNvContentPartPr/>
                <p14:nvPr/>
              </p14:nvContentPartPr>
              <p14:xfrm>
                <a:off x="10346515" y="2671030"/>
                <a:ext cx="379800" cy="43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50D5F8-2435-2844-6807-769D1AA6D2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37875" y="2662030"/>
                  <a:ext cx="3974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BA78D3-4C5B-9D6A-AE4E-C49AB8FC6538}"/>
                    </a:ext>
                  </a:extLst>
                </p14:cNvPr>
                <p14:cNvContentPartPr/>
                <p14:nvPr/>
              </p14:nvContentPartPr>
              <p14:xfrm>
                <a:off x="10787155" y="2905750"/>
                <a:ext cx="189720" cy="147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BA78D3-4C5B-9D6A-AE4E-C49AB8FC65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78515" y="2897110"/>
                  <a:ext cx="207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F8C1A8-693F-07B0-7674-C8E6E0478EC5}"/>
                    </a:ext>
                  </a:extLst>
                </p14:cNvPr>
                <p14:cNvContentPartPr/>
                <p14:nvPr/>
              </p14:nvContentPartPr>
              <p14:xfrm>
                <a:off x="11031955" y="2932750"/>
                <a:ext cx="14724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F8C1A8-693F-07B0-7674-C8E6E0478E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22955" y="2924110"/>
                  <a:ext cx="164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7CBB1D-0335-4437-80FC-13B30DB2DCE0}"/>
                    </a:ext>
                  </a:extLst>
                </p14:cNvPr>
                <p14:cNvContentPartPr/>
                <p14:nvPr/>
              </p14:nvContentPartPr>
              <p14:xfrm>
                <a:off x="11379355" y="2915110"/>
                <a:ext cx="327240" cy="13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7CBB1D-0335-4437-80FC-13B30DB2DC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70715" y="2906470"/>
                  <a:ext cx="344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AB522B-DB87-E14C-AF8E-AF95705CD810}"/>
                    </a:ext>
                  </a:extLst>
                </p14:cNvPr>
                <p14:cNvContentPartPr/>
                <p14:nvPr/>
              </p14:nvContentPartPr>
              <p14:xfrm>
                <a:off x="11262355" y="2600470"/>
                <a:ext cx="9720" cy="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AB522B-DB87-E14C-AF8E-AF95705CD8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53715" y="2591830"/>
                  <a:ext cx="2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AD552D-34EF-F8E6-7D5F-57A49F7F2D40}"/>
                    </a:ext>
                  </a:extLst>
                </p14:cNvPr>
                <p14:cNvContentPartPr/>
                <p14:nvPr/>
              </p14:nvContentPartPr>
              <p14:xfrm>
                <a:off x="8265715" y="3393550"/>
                <a:ext cx="31320" cy="41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AD552D-34EF-F8E6-7D5F-57A49F7F2D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56715" y="3384550"/>
                  <a:ext cx="489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DDAE001-9E80-1B2C-51D3-B2EACF52A366}"/>
                    </a:ext>
                  </a:extLst>
                </p14:cNvPr>
                <p14:cNvContentPartPr/>
                <p14:nvPr/>
              </p14:nvContentPartPr>
              <p14:xfrm>
                <a:off x="8245915" y="3430990"/>
                <a:ext cx="542880" cy="42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DDAE001-9E80-1B2C-51D3-B2EACF52A3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37275" y="3422350"/>
                  <a:ext cx="5605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565B26-D05C-8F8B-55CA-671057196F13}"/>
                    </a:ext>
                  </a:extLst>
                </p14:cNvPr>
                <p14:cNvContentPartPr/>
                <p14:nvPr/>
              </p14:nvContentPartPr>
              <p14:xfrm>
                <a:off x="9040435" y="3311470"/>
                <a:ext cx="949320" cy="500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565B26-D05C-8F8B-55CA-671057196F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1435" y="3302470"/>
                  <a:ext cx="9669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5BD080-AD0F-F952-E409-3C9ECF39BD5B}"/>
                    </a:ext>
                  </a:extLst>
                </p14:cNvPr>
                <p14:cNvContentPartPr/>
                <p14:nvPr/>
              </p14:nvContentPartPr>
              <p14:xfrm>
                <a:off x="9900115" y="3493990"/>
                <a:ext cx="146160" cy="15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5BD080-AD0F-F952-E409-3C9ECF39BD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91475" y="3484990"/>
                  <a:ext cx="16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D66655-FDBF-F9F2-1FC2-22562429C740}"/>
                    </a:ext>
                  </a:extLst>
                </p14:cNvPr>
                <p14:cNvContentPartPr/>
                <p14:nvPr/>
              </p14:nvContentPartPr>
              <p14:xfrm>
                <a:off x="10031515" y="3514150"/>
                <a:ext cx="236520" cy="148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D66655-FDBF-F9F2-1FC2-22562429C74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22515" y="3505510"/>
                  <a:ext cx="254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D14932E-A77C-A6EE-FBBA-904F983BC166}"/>
                    </a:ext>
                  </a:extLst>
                </p14:cNvPr>
                <p14:cNvContentPartPr/>
                <p14:nvPr/>
              </p14:nvContentPartPr>
              <p14:xfrm>
                <a:off x="10254355" y="3546550"/>
                <a:ext cx="129600" cy="18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D14932E-A77C-A6EE-FBBA-904F983BC1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45355" y="3537910"/>
                  <a:ext cx="147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38A686-2BE6-1382-D958-799DFCA7EC2E}"/>
                    </a:ext>
                  </a:extLst>
                </p14:cNvPr>
                <p14:cNvContentPartPr/>
                <p14:nvPr/>
              </p14:nvContentPartPr>
              <p14:xfrm>
                <a:off x="10275955" y="3545470"/>
                <a:ext cx="138960" cy="168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38A686-2BE6-1382-D958-799DFCA7EC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66955" y="3536830"/>
                  <a:ext cx="156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D94101-1176-7846-C37D-378CEEA2068D}"/>
                    </a:ext>
                  </a:extLst>
                </p14:cNvPr>
                <p14:cNvContentPartPr/>
                <p14:nvPr/>
              </p14:nvContentPartPr>
              <p14:xfrm>
                <a:off x="10494475" y="3411190"/>
                <a:ext cx="30240" cy="32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D94101-1176-7846-C37D-378CEEA206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85835" y="3402190"/>
                  <a:ext cx="478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1C1DEC-409A-8CE0-411C-BAC4AD57D4E4}"/>
                    </a:ext>
                  </a:extLst>
                </p14:cNvPr>
                <p14:cNvContentPartPr/>
                <p14:nvPr/>
              </p14:nvContentPartPr>
              <p14:xfrm>
                <a:off x="10470715" y="3564190"/>
                <a:ext cx="159840" cy="3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1C1DEC-409A-8CE0-411C-BAC4AD57D4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61715" y="3555550"/>
                  <a:ext cx="177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122D29-9D05-97EC-4250-A5C23E2D8D57}"/>
                    </a:ext>
                  </a:extLst>
                </p14:cNvPr>
                <p14:cNvContentPartPr/>
                <p14:nvPr/>
              </p14:nvContentPartPr>
              <p14:xfrm>
                <a:off x="10882555" y="3550870"/>
                <a:ext cx="64440" cy="71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122D29-9D05-97EC-4250-A5C23E2D8D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73915" y="3541870"/>
                  <a:ext cx="82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E358FA-4B73-1010-7206-CE494B4E8B78}"/>
                    </a:ext>
                  </a:extLst>
                </p14:cNvPr>
                <p14:cNvContentPartPr/>
                <p14:nvPr/>
              </p14:nvContentPartPr>
              <p14:xfrm>
                <a:off x="11020435" y="3234790"/>
                <a:ext cx="131040" cy="438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E358FA-4B73-1010-7206-CE494B4E8B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11795" y="3225790"/>
                  <a:ext cx="14868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F7F63A9-8D3B-C7FF-D489-EDEFC9209465}"/>
                    </a:ext>
                  </a:extLst>
                </p14:cNvPr>
                <p14:cNvContentPartPr/>
                <p14:nvPr/>
              </p14:nvContentPartPr>
              <p14:xfrm>
                <a:off x="10996315" y="3475270"/>
                <a:ext cx="106920" cy="2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F7F63A9-8D3B-C7FF-D489-EDEFC92094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87675" y="3466270"/>
                  <a:ext cx="124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DECDE0-03A5-8A9F-AEE5-6A61BEA3F986}"/>
                    </a:ext>
                  </a:extLst>
                </p14:cNvPr>
                <p14:cNvContentPartPr/>
                <p14:nvPr/>
              </p14:nvContentPartPr>
              <p14:xfrm>
                <a:off x="9058435" y="3999790"/>
                <a:ext cx="168480" cy="42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DECDE0-03A5-8A9F-AEE5-6A61BEA3F9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49435" y="3990790"/>
                  <a:ext cx="1861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6DF7D5-CCBE-0156-0D03-8945A07C574C}"/>
                    </a:ext>
                  </a:extLst>
                </p14:cNvPr>
                <p14:cNvContentPartPr/>
                <p14:nvPr/>
              </p14:nvContentPartPr>
              <p14:xfrm>
                <a:off x="9195235" y="4159630"/>
                <a:ext cx="543960" cy="21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6DF7D5-CCBE-0156-0D03-8945A07C57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6235" y="4150630"/>
                  <a:ext cx="561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01DC61-7803-E008-282B-6B7ECD439420}"/>
                    </a:ext>
                  </a:extLst>
                </p14:cNvPr>
                <p14:cNvContentPartPr/>
                <p14:nvPr/>
              </p14:nvContentPartPr>
              <p14:xfrm>
                <a:off x="9979315" y="3938950"/>
                <a:ext cx="285480" cy="741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01DC61-7803-E008-282B-6B7ECD43942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70315" y="3930310"/>
                  <a:ext cx="30312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03E65A-1F33-A76D-7D5B-9ACBE88ED6EC}"/>
                    </a:ext>
                  </a:extLst>
                </p14:cNvPr>
                <p14:cNvContentPartPr/>
                <p14:nvPr/>
              </p14:nvContentPartPr>
              <p14:xfrm>
                <a:off x="10476835" y="3886030"/>
                <a:ext cx="83880" cy="43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03E65A-1F33-A76D-7D5B-9ACBE88ED6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68195" y="3877390"/>
                  <a:ext cx="1015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2A66247-6ECA-58F2-42CD-601452E9C947}"/>
                    </a:ext>
                  </a:extLst>
                </p14:cNvPr>
                <p14:cNvContentPartPr/>
                <p14:nvPr/>
              </p14:nvContentPartPr>
              <p14:xfrm>
                <a:off x="10476835" y="3969550"/>
                <a:ext cx="420120" cy="303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2A66247-6ECA-58F2-42CD-601452E9C9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7835" y="3960910"/>
                  <a:ext cx="437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3BC5AA-468B-C051-8672-83E18CC66854}"/>
                    </a:ext>
                  </a:extLst>
                </p14:cNvPr>
                <p14:cNvContentPartPr/>
                <p14:nvPr/>
              </p14:nvContentPartPr>
              <p14:xfrm>
                <a:off x="10820275" y="3840670"/>
                <a:ext cx="423720" cy="399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3BC5AA-468B-C051-8672-83E18CC668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11635" y="3832030"/>
                  <a:ext cx="441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A10644-96CA-EF38-8614-918AF7373183}"/>
                    </a:ext>
                  </a:extLst>
                </p14:cNvPr>
                <p14:cNvContentPartPr/>
                <p14:nvPr/>
              </p14:nvContentPartPr>
              <p14:xfrm>
                <a:off x="9228355" y="4575790"/>
                <a:ext cx="42480" cy="64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A10644-96CA-EF38-8614-918AF737318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19715" y="4566790"/>
                  <a:ext cx="601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48A333-F55F-5C78-3128-B7B924032BFB}"/>
                    </a:ext>
                  </a:extLst>
                </p14:cNvPr>
                <p14:cNvContentPartPr/>
                <p14:nvPr/>
              </p14:nvContentPartPr>
              <p14:xfrm>
                <a:off x="9381715" y="4758310"/>
                <a:ext cx="151560" cy="16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48A333-F55F-5C78-3128-B7B924032B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72715" y="4749670"/>
                  <a:ext cx="169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FA3236-5A67-F950-3C94-D2893FDFF915}"/>
                    </a:ext>
                  </a:extLst>
                </p14:cNvPr>
                <p14:cNvContentPartPr/>
                <p14:nvPr/>
              </p14:nvContentPartPr>
              <p14:xfrm>
                <a:off x="9608155" y="4571110"/>
                <a:ext cx="277920" cy="362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FA3236-5A67-F950-3C94-D2893FDFF9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99515" y="4562110"/>
                  <a:ext cx="2955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700DC8-200E-1BBE-008B-9063711D6B39}"/>
                    </a:ext>
                  </a:extLst>
                </p14:cNvPr>
                <p14:cNvContentPartPr/>
                <p14:nvPr/>
              </p14:nvContentPartPr>
              <p14:xfrm>
                <a:off x="9935755" y="4534030"/>
                <a:ext cx="400680" cy="360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700DC8-200E-1BBE-008B-9063711D6B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26755" y="4525030"/>
                  <a:ext cx="4183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AB119B2-461A-5CA9-DA7E-D0154183FA6D}"/>
                    </a:ext>
                  </a:extLst>
                </p14:cNvPr>
                <p14:cNvContentPartPr/>
                <p14:nvPr/>
              </p14:nvContentPartPr>
              <p14:xfrm>
                <a:off x="10415635" y="4803310"/>
                <a:ext cx="18000" cy="75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AB119B2-461A-5CA9-DA7E-D0154183FA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06995" y="4794670"/>
                  <a:ext cx="35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A18D62-81C1-84AE-687A-026F03D4706E}"/>
                    </a:ext>
                  </a:extLst>
                </p14:cNvPr>
                <p14:cNvContentPartPr/>
                <p14:nvPr/>
              </p14:nvContentPartPr>
              <p14:xfrm>
                <a:off x="10541275" y="4387150"/>
                <a:ext cx="690840" cy="791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A18D62-81C1-84AE-687A-026F03D470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32275" y="4378510"/>
                  <a:ext cx="70848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218793-7E61-07AC-447F-652E0658F4B7}"/>
                    </a:ext>
                  </a:extLst>
                </p14:cNvPr>
                <p14:cNvContentPartPr/>
                <p14:nvPr/>
              </p14:nvContentPartPr>
              <p14:xfrm>
                <a:off x="10908475" y="4574710"/>
                <a:ext cx="264240" cy="31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218793-7E61-07AC-447F-652E0658F4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99475" y="4565710"/>
                  <a:ext cx="281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F05494-D9A5-C278-EDF4-FA7D12DE0423}"/>
                    </a:ext>
                  </a:extLst>
                </p14:cNvPr>
                <p14:cNvContentPartPr/>
                <p14:nvPr/>
              </p14:nvContentPartPr>
              <p14:xfrm>
                <a:off x="10673395" y="4596310"/>
                <a:ext cx="35640" cy="55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F05494-D9A5-C278-EDF4-FA7D12DE04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664755" y="4587670"/>
                  <a:ext cx="5328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3606A7D-307E-719B-2FDD-0255BB27A3DC}"/>
                  </a:ext>
                </a:extLst>
              </p14:cNvPr>
              <p14:cNvContentPartPr/>
              <p14:nvPr/>
            </p14:nvContentPartPr>
            <p14:xfrm>
              <a:off x="1598875" y="4820950"/>
              <a:ext cx="610164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3606A7D-307E-719B-2FDD-0255BB27A3D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90235" y="4802950"/>
                <a:ext cx="6119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B0D9BEF-8C13-F387-9A11-7DB238773D72}"/>
                  </a:ext>
                </a:extLst>
              </p14:cNvPr>
              <p14:cNvContentPartPr/>
              <p14:nvPr/>
            </p14:nvContentPartPr>
            <p14:xfrm>
              <a:off x="4046155" y="5196790"/>
              <a:ext cx="593640" cy="41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B0D9BEF-8C13-F387-9A11-7DB238773D7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037515" y="5187790"/>
                <a:ext cx="6112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879D059-EB1D-060B-3B4B-2630E515F106}"/>
                  </a:ext>
                </a:extLst>
              </p14:cNvPr>
              <p14:cNvContentPartPr/>
              <p14:nvPr/>
            </p14:nvContentPartPr>
            <p14:xfrm>
              <a:off x="5707915" y="5240350"/>
              <a:ext cx="1771560" cy="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879D059-EB1D-060B-3B4B-2630E515F10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698915" y="5222350"/>
                <a:ext cx="17892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707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1017-3F73-580E-E4E5-E8FF17F9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spc="-8" dirty="0">
                <a:latin typeface="Calibri"/>
                <a:cs typeface="Calibri"/>
              </a:rPr>
              <a:t>Proof:(Continuation)</a:t>
            </a:r>
            <a:endParaRPr lang="en-IN" sz="3200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36329289-FD41-B8AA-6D50-DC53018B4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19ED809B-52AD-AD03-C98E-DD4E954397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9154" name="Object 2">
            <a:extLst>
              <a:ext uri="{FF2B5EF4-FFF2-40B4-BE49-F238E27FC236}">
                <a16:creationId xmlns:a16="http://schemas.microsoft.com/office/drawing/2014/main" id="{E8A13A5A-4F3A-B30A-21FD-F61BFE06C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787087"/>
              </p:ext>
            </p:extLst>
          </p:nvPr>
        </p:nvGraphicFramePr>
        <p:xfrm>
          <a:off x="838199" y="1345721"/>
          <a:ext cx="10818813" cy="4719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82509" imgH="4694641" progId="Word.Document.12">
                  <p:embed/>
                </p:oleObj>
              </mc:Choice>
              <mc:Fallback>
                <p:oleObj name="Document" r:id="rId2" imgW="7882509" imgH="4694641" progId="Word.Document.12">
                  <p:embed/>
                  <p:pic>
                    <p:nvPicPr>
                      <p:cNvPr id="49154" name="Object 2">
                        <a:extLst>
                          <a:ext uri="{FF2B5EF4-FFF2-40B4-BE49-F238E27FC236}">
                            <a16:creationId xmlns:a16="http://schemas.microsoft.com/office/drawing/2014/main" id="{E8A13A5A-4F3A-B30A-21FD-F61BFE06C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99" y="1345721"/>
                        <a:ext cx="10818813" cy="4719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83FC27-FFE4-24E3-46EF-62D4EF2C8208}"/>
                  </a:ext>
                </a:extLst>
              </p14:cNvPr>
              <p14:cNvContentPartPr/>
              <p14:nvPr/>
            </p14:nvContentPartPr>
            <p14:xfrm>
              <a:off x="2255515" y="1634230"/>
              <a:ext cx="6564240" cy="7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83FC27-FFE4-24E3-46EF-62D4EF2C82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6515" y="1625590"/>
                <a:ext cx="65818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C788D5E-3A47-1049-CE27-1809A3F8CD19}"/>
                  </a:ext>
                </a:extLst>
              </p14:cNvPr>
              <p14:cNvContentPartPr/>
              <p14:nvPr/>
            </p14:nvContentPartPr>
            <p14:xfrm>
              <a:off x="773035" y="3253870"/>
              <a:ext cx="593640" cy="4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C788D5E-3A47-1049-CE27-1809A3F8CD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4395" y="3244870"/>
                <a:ext cx="6112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F8F0A9-09F1-B1A6-B9EB-04DCC52E4C80}"/>
                  </a:ext>
                </a:extLst>
              </p14:cNvPr>
              <p14:cNvContentPartPr/>
              <p14:nvPr/>
            </p14:nvContentPartPr>
            <p14:xfrm>
              <a:off x="4095115" y="3518830"/>
              <a:ext cx="1915560" cy="83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F8F0A9-09F1-B1A6-B9EB-04DCC52E4C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86115" y="3509830"/>
                <a:ext cx="19332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7418E5-BDB7-AE8B-A103-082D6CB3B508}"/>
                  </a:ext>
                </a:extLst>
              </p14:cNvPr>
              <p14:cNvContentPartPr/>
              <p14:nvPr/>
            </p14:nvContentPartPr>
            <p14:xfrm>
              <a:off x="2761675" y="3884230"/>
              <a:ext cx="2345040" cy="204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7418E5-BDB7-AE8B-A103-082D6CB3B5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2675" y="3875230"/>
                <a:ext cx="23626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9B9BFA-C568-CDDA-01AA-31472DDE9542}"/>
                  </a:ext>
                </a:extLst>
              </p14:cNvPr>
              <p14:cNvContentPartPr/>
              <p14:nvPr/>
            </p14:nvContentPartPr>
            <p14:xfrm>
              <a:off x="774115" y="4460950"/>
              <a:ext cx="1123200" cy="32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9B9BFA-C568-CDDA-01AA-31472DDE95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5115" y="4451950"/>
                <a:ext cx="11408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BB07B5D-23FE-8914-3B7A-47D313FA083E}"/>
                  </a:ext>
                </a:extLst>
              </p14:cNvPr>
              <p14:cNvContentPartPr/>
              <p14:nvPr/>
            </p14:nvContentPartPr>
            <p14:xfrm>
              <a:off x="833155" y="5032270"/>
              <a:ext cx="608040" cy="36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BB07B5D-23FE-8914-3B7A-47D313FA08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4155" y="5023270"/>
                <a:ext cx="6256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4187BA-F390-F2EC-E6A7-B5AE581725C8}"/>
                  </a:ext>
                </a:extLst>
              </p14:cNvPr>
              <p14:cNvContentPartPr/>
              <p14:nvPr/>
            </p14:nvContentPartPr>
            <p14:xfrm>
              <a:off x="2412835" y="5151430"/>
              <a:ext cx="2084760" cy="37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4187BA-F390-F2EC-E6A7-B5AE581725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03835" y="5142430"/>
                <a:ext cx="210240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296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D6F9C-CC80-EBBF-C776-ACD4EDD1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8431-1FD6-0FC1-FA22-8E530C82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spc="-8" dirty="0">
                <a:latin typeface="Calibri"/>
                <a:cs typeface="Calibri"/>
              </a:rPr>
              <a:t>Proof:(Continuation)</a:t>
            </a:r>
            <a:endParaRPr lang="en-IN" sz="3200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EB08E9ED-6814-92E4-29BD-729591B40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C02AF10E-B6DD-7E97-3703-D1F28CA23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50178" name="Object 1">
            <a:extLst>
              <a:ext uri="{FF2B5EF4-FFF2-40B4-BE49-F238E27FC236}">
                <a16:creationId xmlns:a16="http://schemas.microsoft.com/office/drawing/2014/main" id="{1C0B4B00-D64A-9ADD-A6A8-98A3B4041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659540"/>
              </p:ext>
            </p:extLst>
          </p:nvPr>
        </p:nvGraphicFramePr>
        <p:xfrm>
          <a:off x="897622" y="1444864"/>
          <a:ext cx="10825559" cy="4083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832537" imgH="2826574" progId="Word.Document.12">
                  <p:embed/>
                </p:oleObj>
              </mc:Choice>
              <mc:Fallback>
                <p:oleObj name="Document" r:id="rId2" imgW="6832537" imgH="2826574" progId="Word.Document.12">
                  <p:embed/>
                  <p:pic>
                    <p:nvPicPr>
                      <p:cNvPr id="50178" name="Object 1">
                        <a:extLst>
                          <a:ext uri="{FF2B5EF4-FFF2-40B4-BE49-F238E27FC236}">
                            <a16:creationId xmlns:a16="http://schemas.microsoft.com/office/drawing/2014/main" id="{1C0B4B00-D64A-9ADD-A6A8-98A3B40413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622" y="1444864"/>
                        <a:ext cx="10825559" cy="4083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1D518D-68B9-0722-AF71-92092874EAD2}"/>
                  </a:ext>
                </a:extLst>
              </p14:cNvPr>
              <p14:cNvContentPartPr/>
              <p14:nvPr/>
            </p14:nvContentPartPr>
            <p14:xfrm>
              <a:off x="2932675" y="3521350"/>
              <a:ext cx="2421360" cy="70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1D518D-68B9-0722-AF71-92092874EA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3675" y="3512710"/>
                <a:ext cx="243900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45B7BF-488D-B98C-7B6C-8641BE54BF1A}"/>
                  </a:ext>
                </a:extLst>
              </p14:cNvPr>
              <p14:cNvContentPartPr/>
              <p14:nvPr/>
            </p14:nvContentPartPr>
            <p14:xfrm>
              <a:off x="2833675" y="1872190"/>
              <a:ext cx="1831680" cy="613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45B7BF-488D-B98C-7B6C-8641BE54BF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5035" y="1863190"/>
                <a:ext cx="184932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308B4A-99B7-2840-9343-0369111CA595}"/>
                  </a:ext>
                </a:extLst>
              </p14:cNvPr>
              <p14:cNvContentPartPr/>
              <p14:nvPr/>
            </p14:nvContentPartPr>
            <p14:xfrm>
              <a:off x="3155875" y="2463310"/>
              <a:ext cx="1149480" cy="623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308B4A-99B7-2840-9343-0369111CA5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46875" y="2454310"/>
                <a:ext cx="116712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34F6B9-890E-8ADC-B892-5631A7472D26}"/>
                  </a:ext>
                </a:extLst>
              </p14:cNvPr>
              <p14:cNvContentPartPr/>
              <p14:nvPr/>
            </p14:nvContentPartPr>
            <p14:xfrm>
              <a:off x="2633875" y="4166470"/>
              <a:ext cx="2956320" cy="924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34F6B9-890E-8ADC-B892-5631A7472D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24875" y="4157830"/>
                <a:ext cx="2973960" cy="9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985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476A9963-9293-28B6-099B-A1BD43659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FF82FC27-F874-AC65-C920-3E0899A613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3BEF31F6-D4AC-A1B8-67A4-9455DF28052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1704" y="1421649"/>
            <a:ext cx="11745495" cy="4702425"/>
          </a:xfrm>
          <a:prstGeom prst="rect">
            <a:avLst/>
          </a:prstGeom>
          <a:blipFill>
            <a:blip r:embed="rId2"/>
            <a:stretch>
              <a:fillRect l="-1038" r="-1090" b="-648"/>
            </a:stretch>
          </a:blip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EB652-DE3F-30E1-7D67-738EDFE59CF0}"/>
              </a:ext>
            </a:extLst>
          </p:cNvPr>
          <p:cNvSpPr txBox="1"/>
          <p:nvPr/>
        </p:nvSpPr>
        <p:spPr>
          <a:xfrm>
            <a:off x="141704" y="2722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prstClr val="white"/>
                </a:solidFill>
                <a:latin typeface="+mn-lt"/>
                <a:ea typeface="+mj-ea"/>
                <a:cs typeface="+mj-cs"/>
              </a:rPr>
              <a:t>Example:1</a:t>
            </a:r>
            <a:endParaRPr lang="en-IN" sz="3600" dirty="0">
              <a:latin typeface="+mn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5A8C1A-33C3-45C1-951F-92452EEB854E}"/>
              </a:ext>
            </a:extLst>
          </p:cNvPr>
          <p:cNvGrpSpPr/>
          <p:nvPr/>
        </p:nvGrpSpPr>
        <p:grpSpPr>
          <a:xfrm>
            <a:off x="3124555" y="3715390"/>
            <a:ext cx="8754480" cy="1109160"/>
            <a:chOff x="3124555" y="3715390"/>
            <a:chExt cx="8754480" cy="11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3BA930-3412-AAAF-7FE6-DAFB4D030D4A}"/>
                    </a:ext>
                  </a:extLst>
                </p14:cNvPr>
                <p14:cNvContentPartPr/>
                <p14:nvPr/>
              </p14:nvContentPartPr>
              <p14:xfrm>
                <a:off x="3124555" y="4555990"/>
                <a:ext cx="6822360" cy="14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3BA930-3412-AAAF-7FE6-DAFB4D030D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15915" y="4546990"/>
                  <a:ext cx="6840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A740E2-9C77-145E-D3F9-FE21770B2C43}"/>
                    </a:ext>
                  </a:extLst>
                </p14:cNvPr>
                <p14:cNvContentPartPr/>
                <p14:nvPr/>
              </p14:nvContentPartPr>
              <p14:xfrm>
                <a:off x="10129795" y="3899710"/>
                <a:ext cx="277920" cy="885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A740E2-9C77-145E-D3F9-FE21770B2C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21155" y="3890710"/>
                  <a:ext cx="29556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A8DE02-F08E-B6A9-5E66-6BC3E76B0A99}"/>
                    </a:ext>
                  </a:extLst>
                </p14:cNvPr>
                <p14:cNvContentPartPr/>
                <p14:nvPr/>
              </p14:nvContentPartPr>
              <p14:xfrm>
                <a:off x="10419955" y="3954790"/>
                <a:ext cx="191160" cy="287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A8DE02-F08E-B6A9-5E66-6BC3E76B0A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10955" y="3945790"/>
                  <a:ext cx="2088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E5C6D8-31E6-5810-882D-F67E142BA2F5}"/>
                    </a:ext>
                  </a:extLst>
                </p14:cNvPr>
                <p14:cNvContentPartPr/>
                <p14:nvPr/>
              </p14:nvContentPartPr>
              <p14:xfrm>
                <a:off x="10564675" y="3974590"/>
                <a:ext cx="229320" cy="27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E5C6D8-31E6-5810-882D-F67E142BA2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56035" y="3965590"/>
                  <a:ext cx="246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72DE18-202A-E93A-177E-ECFBFA1A5231}"/>
                    </a:ext>
                  </a:extLst>
                </p14:cNvPr>
                <p14:cNvContentPartPr/>
                <p14:nvPr/>
              </p14:nvContentPartPr>
              <p14:xfrm>
                <a:off x="10345795" y="4321270"/>
                <a:ext cx="591480" cy="8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72DE18-202A-E93A-177E-ECFBFA1A52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37155" y="4312270"/>
                  <a:ext cx="609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E540E9-452C-0F34-A4EA-A6AB0FE85204}"/>
                    </a:ext>
                  </a:extLst>
                </p14:cNvPr>
                <p14:cNvContentPartPr/>
                <p14:nvPr/>
              </p14:nvContentPartPr>
              <p14:xfrm>
                <a:off x="10467835" y="4477150"/>
                <a:ext cx="212400" cy="184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E540E9-452C-0F34-A4EA-A6AB0FE852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59195" y="4468510"/>
                  <a:ext cx="23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3D8CF1-42DA-1B84-3BE2-EDE1FF0DE7DA}"/>
                    </a:ext>
                  </a:extLst>
                </p14:cNvPr>
                <p14:cNvContentPartPr/>
                <p14:nvPr/>
              </p14:nvContentPartPr>
              <p14:xfrm>
                <a:off x="10609675" y="4474270"/>
                <a:ext cx="28800" cy="348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3D8CF1-42DA-1B84-3BE2-EDE1FF0DE7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600675" y="4465270"/>
                  <a:ext cx="46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695BF3-CC5C-D1FF-92AD-0BB1F44ACF89}"/>
                    </a:ext>
                  </a:extLst>
                </p14:cNvPr>
                <p14:cNvContentPartPr/>
                <p14:nvPr/>
              </p14:nvContentPartPr>
              <p14:xfrm>
                <a:off x="10786075" y="4409110"/>
                <a:ext cx="148680" cy="5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695BF3-CC5C-D1FF-92AD-0BB1F44ACF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777435" y="4400110"/>
                  <a:ext cx="166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786108-900C-EC81-E66D-B985B62F3144}"/>
                    </a:ext>
                  </a:extLst>
                </p14:cNvPr>
                <p14:cNvContentPartPr/>
                <p14:nvPr/>
              </p14:nvContentPartPr>
              <p14:xfrm>
                <a:off x="10783195" y="4399750"/>
                <a:ext cx="25200" cy="8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786108-900C-EC81-E66D-B985B62F314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74195" y="4390750"/>
                  <a:ext cx="42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5ABC50-00DD-1A41-1078-EA1E34E426C8}"/>
                    </a:ext>
                  </a:extLst>
                </p14:cNvPr>
                <p14:cNvContentPartPr/>
                <p14:nvPr/>
              </p14:nvContentPartPr>
              <p14:xfrm>
                <a:off x="10701475" y="4462390"/>
                <a:ext cx="143280" cy="24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5ABC50-00DD-1A41-1078-EA1E34E426C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692475" y="4453750"/>
                  <a:ext cx="16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330979-D5D7-B80F-5271-E104680D6857}"/>
                    </a:ext>
                  </a:extLst>
                </p14:cNvPr>
                <p14:cNvContentPartPr/>
                <p14:nvPr/>
              </p14:nvContentPartPr>
              <p14:xfrm>
                <a:off x="11012875" y="4227670"/>
                <a:ext cx="108000" cy="36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330979-D5D7-B80F-5271-E104680D68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04235" y="4219030"/>
                  <a:ext cx="125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99BFD7-10B3-0D6C-1B23-5A2D446466D0}"/>
                    </a:ext>
                  </a:extLst>
                </p14:cNvPr>
                <p14:cNvContentPartPr/>
                <p14:nvPr/>
              </p14:nvContentPartPr>
              <p14:xfrm>
                <a:off x="11062555" y="4246390"/>
                <a:ext cx="128880" cy="79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99BFD7-10B3-0D6C-1B23-5A2D446466D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053915" y="4237750"/>
                  <a:ext cx="146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F0DD2E-685F-1258-D497-303802C199BD}"/>
                    </a:ext>
                  </a:extLst>
                </p14:cNvPr>
                <p14:cNvContentPartPr/>
                <p14:nvPr/>
              </p14:nvContentPartPr>
              <p14:xfrm>
                <a:off x="11280715" y="3938230"/>
                <a:ext cx="136440" cy="42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F0DD2E-685F-1258-D497-303802C199B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71715" y="3929590"/>
                  <a:ext cx="15408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764501-A355-73E6-C2E1-701D8446F9D2}"/>
                    </a:ext>
                  </a:extLst>
                </p14:cNvPr>
                <p14:cNvContentPartPr/>
                <p14:nvPr/>
              </p14:nvContentPartPr>
              <p14:xfrm>
                <a:off x="11370715" y="3868750"/>
                <a:ext cx="271080" cy="594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764501-A355-73E6-C2E1-701D8446F9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61715" y="3859750"/>
                  <a:ext cx="28872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D7F77B-C2B7-5617-4E8D-3E4DA520EE78}"/>
                    </a:ext>
                  </a:extLst>
                </p14:cNvPr>
                <p14:cNvContentPartPr/>
                <p14:nvPr/>
              </p14:nvContentPartPr>
              <p14:xfrm>
                <a:off x="11535595" y="4031830"/>
                <a:ext cx="159840" cy="28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D7F77B-C2B7-5617-4E8D-3E4DA520EE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526955" y="4023190"/>
                  <a:ext cx="177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9900A8-26AF-74DA-0C3A-B26FD4DC0CF0}"/>
                    </a:ext>
                  </a:extLst>
                </p14:cNvPr>
                <p14:cNvContentPartPr/>
                <p14:nvPr/>
              </p14:nvContentPartPr>
              <p14:xfrm>
                <a:off x="11642515" y="4170790"/>
                <a:ext cx="88200" cy="46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9900A8-26AF-74DA-0C3A-B26FD4DC0CF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33515" y="4162150"/>
                  <a:ext cx="105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EA5942-72D3-D12A-2EA5-09E18EF2F759}"/>
                    </a:ext>
                  </a:extLst>
                </p14:cNvPr>
                <p14:cNvContentPartPr/>
                <p14:nvPr/>
              </p14:nvContentPartPr>
              <p14:xfrm>
                <a:off x="11698315" y="3882070"/>
                <a:ext cx="90360" cy="752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EA5942-72D3-D12A-2EA5-09E18EF2F7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689315" y="3873070"/>
                  <a:ext cx="10800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7CFF831-83F5-7618-C6AB-491AB2F4F8E6}"/>
                    </a:ext>
                  </a:extLst>
                </p14:cNvPr>
                <p14:cNvContentPartPr/>
                <p14:nvPr/>
              </p14:nvContentPartPr>
              <p14:xfrm>
                <a:off x="11768515" y="3715390"/>
                <a:ext cx="110520" cy="110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7CFF831-83F5-7618-C6AB-491AB2F4F8E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759875" y="3706390"/>
                  <a:ext cx="128160" cy="11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930B55-E083-F7E7-50E4-31A127A91342}"/>
              </a:ext>
            </a:extLst>
          </p:cNvPr>
          <p:cNvGrpSpPr/>
          <p:nvPr/>
        </p:nvGrpSpPr>
        <p:grpSpPr>
          <a:xfrm>
            <a:off x="5049475" y="5539510"/>
            <a:ext cx="2552760" cy="1144080"/>
            <a:chOff x="5049475" y="5539510"/>
            <a:chExt cx="2552760" cy="11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D8F2C5-03BE-CF29-D4B0-87C3DA1F16D4}"/>
                    </a:ext>
                  </a:extLst>
                </p14:cNvPr>
                <p14:cNvContentPartPr/>
                <p14:nvPr/>
              </p14:nvContentPartPr>
              <p14:xfrm>
                <a:off x="5335315" y="5729950"/>
                <a:ext cx="23760" cy="388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D8F2C5-03BE-CF29-D4B0-87C3DA1F16D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26315" y="5720950"/>
                  <a:ext cx="41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578B27-D29E-BE46-9826-ABC4C6D31B64}"/>
                    </a:ext>
                  </a:extLst>
                </p14:cNvPr>
                <p14:cNvContentPartPr/>
                <p14:nvPr/>
              </p14:nvContentPartPr>
              <p14:xfrm>
                <a:off x="5278075" y="5760190"/>
                <a:ext cx="176400" cy="162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578B27-D29E-BE46-9826-ABC4C6D31B6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69435" y="5751190"/>
                  <a:ext cx="194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86203DB-60C8-DC6E-11C0-BC6AE58BA5D9}"/>
                    </a:ext>
                  </a:extLst>
                </p14:cNvPr>
                <p14:cNvContentPartPr/>
                <p14:nvPr/>
              </p14:nvContentPartPr>
              <p14:xfrm>
                <a:off x="5477515" y="5602870"/>
                <a:ext cx="306360" cy="711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86203DB-60C8-DC6E-11C0-BC6AE58BA5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68515" y="5593870"/>
                  <a:ext cx="32400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3590FA-ADA8-332E-9D99-C9B881938C80}"/>
                    </a:ext>
                  </a:extLst>
                </p14:cNvPr>
                <p14:cNvContentPartPr/>
                <p14:nvPr/>
              </p14:nvContentPartPr>
              <p14:xfrm>
                <a:off x="5929675" y="5729950"/>
                <a:ext cx="194760" cy="336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3590FA-ADA8-332E-9D99-C9B881938C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20675" y="5720950"/>
                  <a:ext cx="2124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B0C833-FFBF-936F-B5EB-EE11329C1E2C}"/>
                    </a:ext>
                  </a:extLst>
                </p14:cNvPr>
                <p14:cNvContentPartPr/>
                <p14:nvPr/>
              </p14:nvContentPartPr>
              <p14:xfrm>
                <a:off x="5880715" y="5831110"/>
                <a:ext cx="334800" cy="32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B0C833-FFBF-936F-B5EB-EE11329C1E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71715" y="5822470"/>
                  <a:ext cx="3524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596610-7027-C07C-EFD7-649867E0417E}"/>
                    </a:ext>
                  </a:extLst>
                </p14:cNvPr>
                <p14:cNvContentPartPr/>
                <p14:nvPr/>
              </p14:nvContentPartPr>
              <p14:xfrm>
                <a:off x="6157915" y="5677030"/>
                <a:ext cx="311040" cy="90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596610-7027-C07C-EFD7-649867E041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49275" y="5668390"/>
                  <a:ext cx="32868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C6A12A-9BB4-19E3-4B91-444424867496}"/>
                    </a:ext>
                  </a:extLst>
                </p14:cNvPr>
                <p14:cNvContentPartPr/>
                <p14:nvPr/>
              </p14:nvContentPartPr>
              <p14:xfrm>
                <a:off x="6422875" y="5953510"/>
                <a:ext cx="181080" cy="402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C6A12A-9BB4-19E3-4B91-44442486749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13875" y="5944870"/>
                  <a:ext cx="198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5A554B-3A38-FA16-2970-0B108BE1BAA2}"/>
                    </a:ext>
                  </a:extLst>
                </p14:cNvPr>
                <p14:cNvContentPartPr/>
                <p14:nvPr/>
              </p14:nvContentPartPr>
              <p14:xfrm>
                <a:off x="6471835" y="6088870"/>
                <a:ext cx="147240" cy="45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5A554B-3A38-FA16-2970-0B108BE1BAA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62835" y="6080230"/>
                  <a:ext cx="164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4B82F2-B761-7C07-7CF6-3A79E7C3BC51}"/>
                    </a:ext>
                  </a:extLst>
                </p14:cNvPr>
                <p14:cNvContentPartPr/>
                <p14:nvPr/>
              </p14:nvContentPartPr>
              <p14:xfrm>
                <a:off x="6558595" y="5539510"/>
                <a:ext cx="137880" cy="103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4B82F2-B761-7C07-7CF6-3A79E7C3BC5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49955" y="5530510"/>
                  <a:ext cx="155520" cy="10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12BCB3-3206-29B7-0226-57B489D00787}"/>
                    </a:ext>
                  </a:extLst>
                </p14:cNvPr>
                <p14:cNvContentPartPr/>
                <p14:nvPr/>
              </p14:nvContentPartPr>
              <p14:xfrm>
                <a:off x="7049275" y="5599270"/>
                <a:ext cx="144000" cy="34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12BCB3-3206-29B7-0226-57B489D0078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40635" y="5590630"/>
                  <a:ext cx="161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191156-95E6-423E-05FB-4F49745CF94E}"/>
                    </a:ext>
                  </a:extLst>
                </p14:cNvPr>
                <p14:cNvContentPartPr/>
                <p14:nvPr/>
              </p14:nvContentPartPr>
              <p14:xfrm>
                <a:off x="7187155" y="6043510"/>
                <a:ext cx="19080" cy="8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191156-95E6-423E-05FB-4F49745CF9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78155" y="6034510"/>
                  <a:ext cx="3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52D624-CAF5-B4A9-AD42-154997553EF9}"/>
                    </a:ext>
                  </a:extLst>
                </p14:cNvPr>
                <p14:cNvContentPartPr/>
                <p14:nvPr/>
              </p14:nvContentPartPr>
              <p14:xfrm>
                <a:off x="5049475" y="6302350"/>
                <a:ext cx="2552760" cy="38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52D624-CAF5-B4A9-AD42-154997553E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40475" y="6293350"/>
                  <a:ext cx="2570400" cy="398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094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7ABA-4B4E-1778-ADCA-2042A6200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E300046-1DF2-8356-E7E4-77CE0C9F5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96D38AA5-6DA9-DB3A-D844-9C9CC546CE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F94FDFB-787C-118A-AF0B-6B7D0B7DD6E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299411"/>
            <a:ext cx="12191999" cy="5406189"/>
          </a:xfrm>
          <a:prstGeom prst="rect">
            <a:avLst/>
          </a:prstGeom>
          <a:blipFill>
            <a:blip r:embed="rId2"/>
            <a:stretch>
              <a:fillRect l="-650"/>
            </a:stretch>
          </a:blip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D3B9B9-4E73-4E38-F4D2-E2BE23BABA53}"/>
                  </a:ext>
                </a:extLst>
              </p14:cNvPr>
              <p14:cNvContentPartPr/>
              <p14:nvPr/>
            </p14:nvContentPartPr>
            <p14:xfrm>
              <a:off x="488275" y="3696670"/>
              <a:ext cx="438480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D3B9B9-4E73-4E38-F4D2-E2BE23BABA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275" y="3678670"/>
                <a:ext cx="4402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2BBF57-C043-6347-3C6E-9B4674ED880D}"/>
                  </a:ext>
                </a:extLst>
              </p14:cNvPr>
              <p14:cNvContentPartPr/>
              <p14:nvPr/>
            </p14:nvContentPartPr>
            <p14:xfrm>
              <a:off x="1281355" y="5015710"/>
              <a:ext cx="540720" cy="124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2BBF57-C043-6347-3C6E-9B4674ED88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2715" y="5006710"/>
                <a:ext cx="55836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C72399-451D-689C-BEA0-C06F6B02355A}"/>
                  </a:ext>
                </a:extLst>
              </p14:cNvPr>
              <p14:cNvContentPartPr/>
              <p14:nvPr/>
            </p14:nvContentPartPr>
            <p14:xfrm>
              <a:off x="2027635" y="4919230"/>
              <a:ext cx="834840" cy="133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C72399-451D-689C-BEA0-C06F6B0235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18635" y="4910590"/>
                <a:ext cx="8524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47546C-D240-C1AC-13C4-3281CED228C8}"/>
                  </a:ext>
                </a:extLst>
              </p14:cNvPr>
              <p14:cNvContentPartPr/>
              <p14:nvPr/>
            </p14:nvContentPartPr>
            <p14:xfrm>
              <a:off x="3201595" y="4960630"/>
              <a:ext cx="594720" cy="153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47546C-D240-C1AC-13C4-3281CED228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2955" y="4951990"/>
                <a:ext cx="612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9CB47B-7A11-5313-AD28-2075E9FA4F48}"/>
                  </a:ext>
                </a:extLst>
              </p14:cNvPr>
              <p14:cNvContentPartPr/>
              <p14:nvPr/>
            </p14:nvContentPartPr>
            <p14:xfrm>
              <a:off x="3962275" y="5014630"/>
              <a:ext cx="844200" cy="10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9CB47B-7A11-5313-AD28-2075E9FA4F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53275" y="5005630"/>
                <a:ext cx="8618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178C568-8BBD-3FB1-CD59-7B2482A972A7}"/>
                  </a:ext>
                </a:extLst>
              </p14:cNvPr>
              <p14:cNvContentPartPr/>
              <p14:nvPr/>
            </p14:nvContentPartPr>
            <p14:xfrm>
              <a:off x="3911875" y="4336030"/>
              <a:ext cx="1094400" cy="22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178C568-8BBD-3FB1-CD59-7B2482A972A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02875" y="4327390"/>
                <a:ext cx="1112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AE1EF2-18B2-02DB-C23B-19D1988B41D2}"/>
                  </a:ext>
                </a:extLst>
              </p14:cNvPr>
              <p14:cNvContentPartPr/>
              <p14:nvPr/>
            </p14:nvContentPartPr>
            <p14:xfrm>
              <a:off x="5244955" y="5050630"/>
              <a:ext cx="466200" cy="59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AE1EF2-18B2-02DB-C23B-19D1988B41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6315" y="5041990"/>
                <a:ext cx="4838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04DAA0E-771C-D916-D550-D89E6C6063F9}"/>
                  </a:ext>
                </a:extLst>
              </p14:cNvPr>
              <p14:cNvContentPartPr/>
              <p14:nvPr/>
            </p14:nvContentPartPr>
            <p14:xfrm>
              <a:off x="6090595" y="5032990"/>
              <a:ext cx="886680" cy="44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04DAA0E-771C-D916-D550-D89E6C6063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81595" y="5024350"/>
                <a:ext cx="9043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32E0F3F-5486-D79D-DA4E-ED17D36EC7BA}"/>
                  </a:ext>
                </a:extLst>
              </p14:cNvPr>
              <p14:cNvContentPartPr/>
              <p14:nvPr/>
            </p14:nvContentPartPr>
            <p14:xfrm>
              <a:off x="759715" y="2469430"/>
              <a:ext cx="426600" cy="850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32E0F3F-5486-D79D-DA4E-ED17D36EC7B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0715" y="2460430"/>
                <a:ext cx="444240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9E117D4-B4AE-4D65-DE4E-D5151AE6FEC0}"/>
                  </a:ext>
                </a:extLst>
              </p14:cNvPr>
              <p14:cNvContentPartPr/>
              <p14:nvPr/>
            </p14:nvContentPartPr>
            <p14:xfrm>
              <a:off x="6982675" y="4366270"/>
              <a:ext cx="472320" cy="945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9E117D4-B4AE-4D65-DE4E-D5151AE6FEC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74035" y="4357270"/>
                <a:ext cx="489960" cy="9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4CA312-C6EB-9B2A-C845-7F363F6382A7}"/>
                  </a:ext>
                </a:extLst>
              </p14:cNvPr>
              <p14:cNvContentPartPr/>
              <p14:nvPr/>
            </p14:nvContentPartPr>
            <p14:xfrm>
              <a:off x="7487035" y="4455910"/>
              <a:ext cx="498960" cy="887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4CA312-C6EB-9B2A-C845-7F363F6382A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78035" y="4446910"/>
                <a:ext cx="51660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9752DEE-4391-DD2C-6D97-BFF2021D7EB9}"/>
                  </a:ext>
                </a:extLst>
              </p14:cNvPr>
              <p14:cNvContentPartPr/>
              <p14:nvPr/>
            </p14:nvContentPartPr>
            <p14:xfrm>
              <a:off x="9733075" y="4413070"/>
              <a:ext cx="496080" cy="880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9752DEE-4391-DD2C-6D97-BFF2021D7EB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724075" y="4404430"/>
                <a:ext cx="51372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ABB19B6-FDF5-3163-AEAC-75F04052C67D}"/>
                  </a:ext>
                </a:extLst>
              </p14:cNvPr>
              <p14:cNvContentPartPr/>
              <p14:nvPr/>
            </p14:nvContentPartPr>
            <p14:xfrm>
              <a:off x="7467235" y="6305230"/>
              <a:ext cx="1419840" cy="63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ABB19B6-FDF5-3163-AEAC-75F04052C67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58235" y="6296590"/>
                <a:ext cx="14374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FF5502B-340C-4356-927F-935F2924F310}"/>
                  </a:ext>
                </a:extLst>
              </p14:cNvPr>
              <p14:cNvContentPartPr/>
              <p14:nvPr/>
            </p14:nvContentPartPr>
            <p14:xfrm>
              <a:off x="9947635" y="5464990"/>
              <a:ext cx="16920" cy="118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FF5502B-340C-4356-927F-935F2924F3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38995" y="5455990"/>
                <a:ext cx="345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8D45F4F-486E-6523-2ED4-60C019371CBB}"/>
              </a:ext>
            </a:extLst>
          </p:cNvPr>
          <p:cNvGrpSpPr/>
          <p:nvPr/>
        </p:nvGrpSpPr>
        <p:grpSpPr>
          <a:xfrm>
            <a:off x="9454075" y="1974430"/>
            <a:ext cx="2444400" cy="944640"/>
            <a:chOff x="9454075" y="1974430"/>
            <a:chExt cx="2444400" cy="94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BBC933-1E94-B8BF-42A7-C21AB4824C8D}"/>
                    </a:ext>
                  </a:extLst>
                </p14:cNvPr>
                <p14:cNvContentPartPr/>
                <p14:nvPr/>
              </p14:nvContentPartPr>
              <p14:xfrm>
                <a:off x="9454075" y="2184310"/>
                <a:ext cx="180360" cy="196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BBC933-1E94-B8BF-42A7-C21AB4824C8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45435" y="2175670"/>
                  <a:ext cx="198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7AC8D6-4E26-1236-B5F0-9BB7398C7031}"/>
                    </a:ext>
                  </a:extLst>
                </p14:cNvPr>
                <p14:cNvContentPartPr/>
                <p14:nvPr/>
              </p14:nvContentPartPr>
              <p14:xfrm>
                <a:off x="9526795" y="2241910"/>
                <a:ext cx="92160" cy="32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7AC8D6-4E26-1236-B5F0-9BB7398C703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18155" y="2233270"/>
                  <a:ext cx="109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C8775A2-F57F-C532-39C4-FAB0F595CF74}"/>
                    </a:ext>
                  </a:extLst>
                </p14:cNvPr>
                <p14:cNvContentPartPr/>
                <p14:nvPr/>
              </p14:nvContentPartPr>
              <p14:xfrm>
                <a:off x="9864835" y="2191510"/>
                <a:ext cx="124560" cy="18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C8775A2-F57F-C532-39C4-FAB0F595CF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56195" y="2182870"/>
                  <a:ext cx="142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182F207-CC27-F9B1-DBBD-25993559215C}"/>
                    </a:ext>
                  </a:extLst>
                </p14:cNvPr>
                <p14:cNvContentPartPr/>
                <p14:nvPr/>
              </p14:nvContentPartPr>
              <p14:xfrm>
                <a:off x="9834955" y="2219590"/>
                <a:ext cx="182520" cy="198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182F207-CC27-F9B1-DBBD-2599355921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26315" y="2210590"/>
                  <a:ext cx="200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14EE53-63E2-AFDA-1709-7A467C90C2EE}"/>
                    </a:ext>
                  </a:extLst>
                </p14:cNvPr>
                <p14:cNvContentPartPr/>
                <p14:nvPr/>
              </p14:nvContentPartPr>
              <p14:xfrm>
                <a:off x="10077235" y="2181430"/>
                <a:ext cx="187200" cy="20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14EE53-63E2-AFDA-1709-7A467C90C2E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68235" y="2172790"/>
                  <a:ext cx="204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A817B0A-6C7E-EC40-932D-D8F7360CA293}"/>
                    </a:ext>
                  </a:extLst>
                </p14:cNvPr>
                <p14:cNvContentPartPr/>
                <p14:nvPr/>
              </p14:nvContentPartPr>
              <p14:xfrm>
                <a:off x="9553435" y="2417230"/>
                <a:ext cx="988200" cy="126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A817B0A-6C7E-EC40-932D-D8F7360CA29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44435" y="2408590"/>
                  <a:ext cx="1005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BE36C28-3436-C79C-21D0-C071D35B0C37}"/>
                    </a:ext>
                  </a:extLst>
                </p14:cNvPr>
                <p14:cNvContentPartPr/>
                <p14:nvPr/>
              </p14:nvContentPartPr>
              <p14:xfrm>
                <a:off x="9764755" y="2596510"/>
                <a:ext cx="182520" cy="322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BE36C28-3436-C79C-21D0-C071D35B0C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55755" y="2587510"/>
                  <a:ext cx="2001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995574-0337-33C6-9B69-3A7337C9412C}"/>
                    </a:ext>
                  </a:extLst>
                </p14:cNvPr>
                <p14:cNvContentPartPr/>
                <p14:nvPr/>
              </p14:nvContentPartPr>
              <p14:xfrm>
                <a:off x="10049155" y="2601550"/>
                <a:ext cx="214920" cy="88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995574-0337-33C6-9B69-3A7337C9412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40515" y="2592550"/>
                  <a:ext cx="232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536AD35-7FF9-FF65-7F58-10DA2434B8DC}"/>
                    </a:ext>
                  </a:extLst>
                </p14:cNvPr>
                <p14:cNvContentPartPr/>
                <p14:nvPr/>
              </p14:nvContentPartPr>
              <p14:xfrm>
                <a:off x="10605355" y="2454670"/>
                <a:ext cx="128880" cy="19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536AD35-7FF9-FF65-7F58-10DA2434B8D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6355" y="2446030"/>
                  <a:ext cx="146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6929A5-1FDF-3A8E-0240-A66A96A81AED}"/>
                    </a:ext>
                  </a:extLst>
                </p14:cNvPr>
                <p14:cNvContentPartPr/>
                <p14:nvPr/>
              </p14:nvContentPartPr>
              <p14:xfrm>
                <a:off x="10723075" y="2498950"/>
                <a:ext cx="98640" cy="5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6929A5-1FDF-3A8E-0240-A66A96A81AE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14435" y="2490310"/>
                  <a:ext cx="116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BBC6C7-4651-2EB5-1E91-A05C40524A11}"/>
                    </a:ext>
                  </a:extLst>
                </p14:cNvPr>
                <p14:cNvContentPartPr/>
                <p14:nvPr/>
              </p14:nvContentPartPr>
              <p14:xfrm>
                <a:off x="10889035" y="2136070"/>
                <a:ext cx="99360" cy="399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BBC6C7-4651-2EB5-1E91-A05C40524A1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80035" y="2127070"/>
                  <a:ext cx="1170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C54EF34-9999-5F22-D75E-4954A2F79F96}"/>
                    </a:ext>
                  </a:extLst>
                </p14:cNvPr>
                <p14:cNvContentPartPr/>
                <p14:nvPr/>
              </p14:nvContentPartPr>
              <p14:xfrm>
                <a:off x="11008555" y="2048590"/>
                <a:ext cx="197280" cy="541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C54EF34-9999-5F22-D75E-4954A2F79F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99915" y="2039950"/>
                  <a:ext cx="2149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DE110C-8F57-FA18-448A-E9B7A8098ED6}"/>
                    </a:ext>
                  </a:extLst>
                </p14:cNvPr>
                <p14:cNvContentPartPr/>
                <p14:nvPr/>
              </p14:nvContentPartPr>
              <p14:xfrm>
                <a:off x="11142475" y="2185390"/>
                <a:ext cx="132480" cy="274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DE110C-8F57-FA18-448A-E9B7A8098E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33835" y="2176750"/>
                  <a:ext cx="150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DCD717C-B0A0-8B0F-F4F0-0FF2141EF639}"/>
                    </a:ext>
                  </a:extLst>
                </p14:cNvPr>
                <p14:cNvContentPartPr/>
                <p14:nvPr/>
              </p14:nvContentPartPr>
              <p14:xfrm>
                <a:off x="11186755" y="2338750"/>
                <a:ext cx="72720" cy="16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DCD717C-B0A0-8B0F-F4F0-0FF2141EF63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78115" y="2329750"/>
                  <a:ext cx="903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E996778-B12F-0A08-1572-3D06C743613B}"/>
                    </a:ext>
                  </a:extLst>
                </p14:cNvPr>
                <p14:cNvContentPartPr/>
                <p14:nvPr/>
              </p14:nvContentPartPr>
              <p14:xfrm>
                <a:off x="11380435" y="2251270"/>
                <a:ext cx="127800" cy="228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E996778-B12F-0A08-1572-3D06C74361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71795" y="2242270"/>
                  <a:ext cx="145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5884DE-1E0B-2268-C060-4BEA72F2C838}"/>
                    </a:ext>
                  </a:extLst>
                </p14:cNvPr>
                <p14:cNvContentPartPr/>
                <p14:nvPr/>
              </p14:nvContentPartPr>
              <p14:xfrm>
                <a:off x="11632795" y="2177110"/>
                <a:ext cx="150120" cy="202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5884DE-1E0B-2268-C060-4BEA72F2C8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624155" y="2168470"/>
                  <a:ext cx="167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685CCC-3AAE-F0CE-10DF-A72468E031B7}"/>
                    </a:ext>
                  </a:extLst>
                </p14:cNvPr>
                <p14:cNvContentPartPr/>
                <p14:nvPr/>
              </p14:nvContentPartPr>
              <p14:xfrm>
                <a:off x="11664115" y="2284750"/>
                <a:ext cx="72720" cy="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685CCC-3AAE-F0CE-10DF-A72468E031B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655115" y="2276110"/>
                  <a:ext cx="90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484E1A-BFD1-858C-60EA-62B11F77128B}"/>
                    </a:ext>
                  </a:extLst>
                </p14:cNvPr>
                <p14:cNvContentPartPr/>
                <p14:nvPr/>
              </p14:nvContentPartPr>
              <p14:xfrm>
                <a:off x="11690035" y="2152270"/>
                <a:ext cx="75960" cy="10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484E1A-BFD1-858C-60EA-62B11F7712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681035" y="2143630"/>
                  <a:ext cx="93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FB9E1D-57AA-DE7C-ED24-328D65800FE1}"/>
                    </a:ext>
                  </a:extLst>
                </p14:cNvPr>
                <p14:cNvContentPartPr/>
                <p14:nvPr/>
              </p14:nvContentPartPr>
              <p14:xfrm>
                <a:off x="11852395" y="2469070"/>
                <a:ext cx="30240" cy="52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FB9E1D-57AA-DE7C-ED24-328D65800F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843755" y="2460070"/>
                  <a:ext cx="47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A7529D5-789E-8D12-AA0D-D14CC0222AF2}"/>
                    </a:ext>
                  </a:extLst>
                </p14:cNvPr>
                <p14:cNvContentPartPr/>
                <p14:nvPr/>
              </p14:nvContentPartPr>
              <p14:xfrm>
                <a:off x="11763475" y="1974430"/>
                <a:ext cx="135000" cy="730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A7529D5-789E-8D12-AA0D-D14CC0222AF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754835" y="1965790"/>
                  <a:ext cx="15264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2E4B30B-A766-E9B4-2C53-75458B88CA3D}"/>
                    </a:ext>
                  </a:extLst>
                </p14:cNvPr>
                <p14:cNvContentPartPr/>
                <p14:nvPr/>
              </p14:nvContentPartPr>
              <p14:xfrm>
                <a:off x="11791555" y="2464030"/>
                <a:ext cx="15840" cy="113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2E4B30B-A766-E9B4-2C53-75458B88CA3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782555" y="2455030"/>
                  <a:ext cx="334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17174E1-E1BB-1870-5861-850ABBAC6901}"/>
              </a:ext>
            </a:extLst>
          </p:cNvPr>
          <p:cNvGrpSpPr/>
          <p:nvPr/>
        </p:nvGrpSpPr>
        <p:grpSpPr>
          <a:xfrm>
            <a:off x="9758275" y="3122110"/>
            <a:ext cx="1152360" cy="760320"/>
            <a:chOff x="9758275" y="3122110"/>
            <a:chExt cx="1152360" cy="76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7FA8A6-3918-DCAD-9575-38626EFF4D3D}"/>
                    </a:ext>
                  </a:extLst>
                </p14:cNvPr>
                <p14:cNvContentPartPr/>
                <p14:nvPr/>
              </p14:nvContentPartPr>
              <p14:xfrm>
                <a:off x="9758275" y="3541510"/>
                <a:ext cx="157680" cy="2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7FA8A6-3918-DCAD-9575-38626EFF4D3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749635" y="3532510"/>
                  <a:ext cx="175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2046831-00EF-F015-1A5D-4B5FF84509B0}"/>
                    </a:ext>
                  </a:extLst>
                </p14:cNvPr>
                <p14:cNvContentPartPr/>
                <p14:nvPr/>
              </p14:nvContentPartPr>
              <p14:xfrm>
                <a:off x="9824515" y="3635830"/>
                <a:ext cx="180360" cy="7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2046831-00EF-F015-1A5D-4B5FF84509B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15875" y="3626830"/>
                  <a:ext cx="198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2B6901A-906F-0BE2-5AF9-4FD3FB7983E8}"/>
                    </a:ext>
                  </a:extLst>
                </p14:cNvPr>
                <p14:cNvContentPartPr/>
                <p14:nvPr/>
              </p14:nvContentPartPr>
              <p14:xfrm>
                <a:off x="10390435" y="3131110"/>
                <a:ext cx="49680" cy="21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2B6901A-906F-0BE2-5AF9-4FD3FB7983E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81435" y="3122110"/>
                  <a:ext cx="67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C5CE4F-B238-7DAB-F537-CF2134DCFE21}"/>
                    </a:ext>
                  </a:extLst>
                </p14:cNvPr>
                <p14:cNvContentPartPr/>
                <p14:nvPr/>
              </p14:nvContentPartPr>
              <p14:xfrm>
                <a:off x="10521115" y="3122110"/>
                <a:ext cx="210600" cy="160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C5CE4F-B238-7DAB-F537-CF2134DCFE2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12475" y="3113470"/>
                  <a:ext cx="228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98280EB-EE42-0CC4-66EF-02994595D3A4}"/>
                    </a:ext>
                  </a:extLst>
                </p14:cNvPr>
                <p14:cNvContentPartPr/>
                <p14:nvPr/>
              </p14:nvContentPartPr>
              <p14:xfrm>
                <a:off x="10215835" y="3344950"/>
                <a:ext cx="636120" cy="98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98280EB-EE42-0CC4-66EF-02994595D3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07195" y="3335950"/>
                  <a:ext cx="653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E3F9F87-5A8B-15F4-7BB8-F2F1C950D018}"/>
                    </a:ext>
                  </a:extLst>
                </p14:cNvPr>
                <p14:cNvContentPartPr/>
                <p14:nvPr/>
              </p14:nvContentPartPr>
              <p14:xfrm>
                <a:off x="10440835" y="3572470"/>
                <a:ext cx="182160" cy="309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E3F9F87-5A8B-15F4-7BB8-F2F1C950D01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32195" y="3563830"/>
                  <a:ext cx="199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D5D128-9E67-0FC2-191F-4BB0AC023D76}"/>
                    </a:ext>
                  </a:extLst>
                </p14:cNvPr>
                <p14:cNvContentPartPr/>
                <p14:nvPr/>
              </p14:nvContentPartPr>
              <p14:xfrm>
                <a:off x="10715875" y="3596230"/>
                <a:ext cx="194760" cy="93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D5D128-9E67-0FC2-191F-4BB0AC023D7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07235" y="3587590"/>
                  <a:ext cx="21240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DAD5ACB-ADE7-2B25-B1E2-8FD101348B26}"/>
                  </a:ext>
                </a:extLst>
              </p14:cNvPr>
              <p14:cNvContentPartPr/>
              <p14:nvPr/>
            </p14:nvContentPartPr>
            <p14:xfrm>
              <a:off x="4532875" y="6746162"/>
              <a:ext cx="360" cy="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DAD5ACB-ADE7-2B25-B1E2-8FD101348B2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23875" y="673716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EA04F22-22DB-E1C5-FBE2-56605FE6D886}"/>
              </a:ext>
            </a:extLst>
          </p:cNvPr>
          <p:cNvGrpSpPr/>
          <p:nvPr/>
        </p:nvGrpSpPr>
        <p:grpSpPr>
          <a:xfrm>
            <a:off x="2918995" y="5251510"/>
            <a:ext cx="8330400" cy="1830600"/>
            <a:chOff x="2918995" y="5251510"/>
            <a:chExt cx="8330400" cy="183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AD50521-C5E4-5D2F-66C5-A17507C36C75}"/>
                    </a:ext>
                  </a:extLst>
                </p14:cNvPr>
                <p14:cNvContentPartPr/>
                <p14:nvPr/>
              </p14:nvContentPartPr>
              <p14:xfrm>
                <a:off x="4870195" y="5685670"/>
                <a:ext cx="85320" cy="516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AD50521-C5E4-5D2F-66C5-A17507C36C7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61555" y="5676670"/>
                  <a:ext cx="10296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DBDB04-CC13-0996-00B0-38FB9EAEA9A0}"/>
                    </a:ext>
                  </a:extLst>
                </p14:cNvPr>
                <p14:cNvContentPartPr/>
                <p14:nvPr/>
              </p14:nvContentPartPr>
              <p14:xfrm>
                <a:off x="5119315" y="5604670"/>
                <a:ext cx="221400" cy="63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DBDB04-CC13-0996-00B0-38FB9EAEA9A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10675" y="5595670"/>
                  <a:ext cx="23904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583B8F-38DB-2703-5EDF-DF04E49320CA}"/>
                    </a:ext>
                  </a:extLst>
                </p14:cNvPr>
                <p14:cNvContentPartPr/>
                <p14:nvPr/>
              </p14:nvContentPartPr>
              <p14:xfrm>
                <a:off x="5297515" y="5813110"/>
                <a:ext cx="153720" cy="315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583B8F-38DB-2703-5EDF-DF04E49320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288875" y="5804470"/>
                  <a:ext cx="171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78908D-D3F5-BAA9-52A0-324A1DB441D8}"/>
                    </a:ext>
                  </a:extLst>
                </p14:cNvPr>
                <p14:cNvContentPartPr/>
                <p14:nvPr/>
              </p14:nvContentPartPr>
              <p14:xfrm>
                <a:off x="5363035" y="5905630"/>
                <a:ext cx="89280" cy="3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78908D-D3F5-BAA9-52A0-324A1DB441D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54035" y="5896990"/>
                  <a:ext cx="106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1F7E8BE-DB41-C001-51CF-2AC4F99591BB}"/>
                    </a:ext>
                  </a:extLst>
                </p14:cNvPr>
                <p14:cNvContentPartPr/>
                <p14:nvPr/>
              </p14:nvContentPartPr>
              <p14:xfrm>
                <a:off x="5420995" y="5616910"/>
                <a:ext cx="123840" cy="795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1F7E8BE-DB41-C001-51CF-2AC4F99591B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12355" y="5608270"/>
                  <a:ext cx="14148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8B08E0-D2EF-4580-65C3-436A93CE5090}"/>
                    </a:ext>
                  </a:extLst>
                </p14:cNvPr>
                <p14:cNvContentPartPr/>
                <p14:nvPr/>
              </p14:nvContentPartPr>
              <p14:xfrm>
                <a:off x="5713675" y="5701510"/>
                <a:ext cx="66960" cy="44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8B08E0-D2EF-4580-65C3-436A93CE509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5035" y="5692510"/>
                  <a:ext cx="8460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7F7991-08BC-17FF-B767-AFAAA2C36954}"/>
                    </a:ext>
                  </a:extLst>
                </p14:cNvPr>
                <p14:cNvContentPartPr/>
                <p14:nvPr/>
              </p14:nvContentPartPr>
              <p14:xfrm>
                <a:off x="5917795" y="5591710"/>
                <a:ext cx="261720" cy="71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7F7991-08BC-17FF-B767-AFAAA2C3695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09155" y="5582710"/>
                  <a:ext cx="27936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CED2DB-6C22-40F6-CC9D-CEC8E3666846}"/>
                    </a:ext>
                  </a:extLst>
                </p14:cNvPr>
                <p14:cNvContentPartPr/>
                <p14:nvPr/>
              </p14:nvContentPartPr>
              <p14:xfrm>
                <a:off x="6126955" y="5803390"/>
                <a:ext cx="148320" cy="25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CED2DB-6C22-40F6-CC9D-CEC8E36668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18315" y="5794390"/>
                  <a:ext cx="165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D9AA11-D0EE-3B65-8352-8D2681A87374}"/>
                    </a:ext>
                  </a:extLst>
                </p14:cNvPr>
                <p14:cNvContentPartPr/>
                <p14:nvPr/>
              </p14:nvContentPartPr>
              <p14:xfrm>
                <a:off x="6147835" y="5913910"/>
                <a:ext cx="129960" cy="32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D9AA11-D0EE-3B65-8352-8D2681A873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38835" y="5904910"/>
                  <a:ext cx="147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5E636-62BA-11B9-891C-A9E09A61B5CA}"/>
                    </a:ext>
                  </a:extLst>
                </p14:cNvPr>
                <p14:cNvContentPartPr/>
                <p14:nvPr/>
              </p14:nvContentPartPr>
              <p14:xfrm>
                <a:off x="6176635" y="5752630"/>
                <a:ext cx="105840" cy="46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5E636-62BA-11B9-891C-A9E09A61B5C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67995" y="5743630"/>
                  <a:ext cx="12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FDD429-64B4-C218-28E4-9A8C8DEC2B6F}"/>
                    </a:ext>
                  </a:extLst>
                </p14:cNvPr>
                <p14:cNvContentPartPr/>
                <p14:nvPr/>
              </p14:nvContentPartPr>
              <p14:xfrm>
                <a:off x="6323875" y="6021910"/>
                <a:ext cx="77760" cy="241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FDD429-64B4-C218-28E4-9A8C8DEC2B6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315235" y="6012910"/>
                  <a:ext cx="95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0A15B4-1B52-D3F8-DDB9-7F1573F8CD8A}"/>
                    </a:ext>
                  </a:extLst>
                </p14:cNvPr>
                <p14:cNvContentPartPr/>
                <p14:nvPr/>
              </p14:nvContentPartPr>
              <p14:xfrm>
                <a:off x="6456355" y="5646070"/>
                <a:ext cx="220680" cy="788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0A15B4-1B52-D3F8-DDB9-7F1573F8CD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7355" y="5637070"/>
                  <a:ext cx="23832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0C539B4-EB85-001E-CA0B-78431372E259}"/>
                    </a:ext>
                  </a:extLst>
                </p14:cNvPr>
                <p14:cNvContentPartPr/>
                <p14:nvPr/>
              </p14:nvContentPartPr>
              <p14:xfrm>
                <a:off x="6645715" y="5985550"/>
                <a:ext cx="152280" cy="30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0C539B4-EB85-001E-CA0B-78431372E2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37075" y="5976550"/>
                  <a:ext cx="1699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9E61AD-AC62-722C-0154-E700A1CB18D3}"/>
                    </a:ext>
                  </a:extLst>
                </p14:cNvPr>
                <p14:cNvContentPartPr/>
                <p14:nvPr/>
              </p14:nvContentPartPr>
              <p14:xfrm>
                <a:off x="6659035" y="6115870"/>
                <a:ext cx="110160" cy="18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9E61AD-AC62-722C-0154-E700A1CB18D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650395" y="6107230"/>
                  <a:ext cx="127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DA98B9-3157-1058-01A3-1B7F66A920E5}"/>
                    </a:ext>
                  </a:extLst>
                </p14:cNvPr>
                <p14:cNvContentPartPr/>
                <p14:nvPr/>
              </p14:nvContentPartPr>
              <p14:xfrm>
                <a:off x="6689995" y="5556070"/>
                <a:ext cx="156960" cy="9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DA98B9-3157-1058-01A3-1B7F66A920E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81355" y="5547070"/>
                  <a:ext cx="17460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56EDE7-2A2D-DB1A-F248-E3CCF1E84717}"/>
                    </a:ext>
                  </a:extLst>
                </p14:cNvPr>
                <p14:cNvContentPartPr/>
                <p14:nvPr/>
              </p14:nvContentPartPr>
              <p14:xfrm>
                <a:off x="7045315" y="5905630"/>
                <a:ext cx="174240" cy="2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56EDE7-2A2D-DB1A-F248-E3CCF1E8471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36315" y="5896990"/>
                  <a:ext cx="191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3B1C8D-AF70-396C-E83C-CAFBEE0B910E}"/>
                    </a:ext>
                  </a:extLst>
                </p14:cNvPr>
                <p14:cNvContentPartPr/>
                <p14:nvPr/>
              </p14:nvContentPartPr>
              <p14:xfrm>
                <a:off x="7064755" y="5985550"/>
                <a:ext cx="208440" cy="4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3B1C8D-AF70-396C-E83C-CAFBEE0B910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56115" y="5976550"/>
                  <a:ext cx="226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AA5EC3-076B-2EAD-56E1-855BF0761B94}"/>
                    </a:ext>
                  </a:extLst>
                </p14:cNvPr>
                <p14:cNvContentPartPr/>
                <p14:nvPr/>
              </p14:nvContentPartPr>
              <p14:xfrm>
                <a:off x="7530595" y="5715190"/>
                <a:ext cx="77040" cy="421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AA5EC3-076B-2EAD-56E1-855BF0761B9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21955" y="5706190"/>
                  <a:ext cx="946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2A826C-0A47-4692-87AC-87A2F611C9E0}"/>
                    </a:ext>
                  </a:extLst>
                </p14:cNvPr>
                <p14:cNvContentPartPr/>
                <p14:nvPr/>
              </p14:nvContentPartPr>
              <p14:xfrm>
                <a:off x="7709515" y="5641750"/>
                <a:ext cx="222120" cy="583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2A826C-0A47-4692-87AC-87A2F611C9E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700515" y="5633110"/>
                  <a:ext cx="2397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EA62C1-A732-DEEB-B9DB-D8997A3F7B6C}"/>
                    </a:ext>
                  </a:extLst>
                </p14:cNvPr>
                <p14:cNvContentPartPr/>
                <p14:nvPr/>
              </p14:nvContentPartPr>
              <p14:xfrm>
                <a:off x="7925155" y="5738230"/>
                <a:ext cx="154800" cy="365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EA62C1-A732-DEEB-B9DB-D8997A3F7B6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16515" y="5729590"/>
                  <a:ext cx="1724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78286FF-B5BC-7B6A-5C2C-673BA0C1CD07}"/>
                    </a:ext>
                  </a:extLst>
                </p14:cNvPr>
                <p14:cNvContentPartPr/>
                <p14:nvPr/>
              </p14:nvContentPartPr>
              <p14:xfrm>
                <a:off x="7963315" y="5905630"/>
                <a:ext cx="91440" cy="1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78286FF-B5BC-7B6A-5C2C-673BA0C1CD0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54675" y="5896990"/>
                  <a:ext cx="109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18AAFA-45D1-00FC-D211-47A5A3C8276F}"/>
                    </a:ext>
                  </a:extLst>
                </p14:cNvPr>
                <p14:cNvContentPartPr/>
                <p14:nvPr/>
              </p14:nvContentPartPr>
              <p14:xfrm>
                <a:off x="8221075" y="5804470"/>
                <a:ext cx="116280" cy="250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18AAFA-45D1-00FC-D211-47A5A3C8276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12435" y="5795470"/>
                  <a:ext cx="133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195BF72-AE89-DCB4-D577-FC451CE2CB69}"/>
                    </a:ext>
                  </a:extLst>
                </p14:cNvPr>
                <p14:cNvContentPartPr/>
                <p14:nvPr/>
              </p14:nvContentPartPr>
              <p14:xfrm>
                <a:off x="8497915" y="5741110"/>
                <a:ext cx="170640" cy="20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195BF72-AE89-DCB4-D577-FC451CE2CB6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489275" y="5732470"/>
                  <a:ext cx="188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DB6A32-D5BF-4B5A-3BFE-E3B914B7DFFA}"/>
                    </a:ext>
                  </a:extLst>
                </p14:cNvPr>
                <p14:cNvContentPartPr/>
                <p14:nvPr/>
              </p14:nvContentPartPr>
              <p14:xfrm>
                <a:off x="8482075" y="5816710"/>
                <a:ext cx="218880" cy="46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DB6A32-D5BF-4B5A-3BFE-E3B914B7DFF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73075" y="5808070"/>
                  <a:ext cx="236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996CB5-2741-0931-81E5-2FB734D27999}"/>
                    </a:ext>
                  </a:extLst>
                </p14:cNvPr>
                <p14:cNvContentPartPr/>
                <p14:nvPr/>
              </p14:nvContentPartPr>
              <p14:xfrm>
                <a:off x="8506555" y="5708710"/>
                <a:ext cx="166320" cy="18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996CB5-2741-0931-81E5-2FB734D2799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7915" y="5700070"/>
                  <a:ext cx="183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A8EE93-9D17-AA70-F66A-25C908F2297E}"/>
                    </a:ext>
                  </a:extLst>
                </p14:cNvPr>
                <p14:cNvContentPartPr/>
                <p14:nvPr/>
              </p14:nvContentPartPr>
              <p14:xfrm>
                <a:off x="8739835" y="5972950"/>
                <a:ext cx="86400" cy="204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A8EE93-9D17-AA70-F66A-25C908F2297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30835" y="5964310"/>
                  <a:ext cx="1040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400C626-7A01-7869-1739-52A202125069}"/>
                    </a:ext>
                  </a:extLst>
                </p14:cNvPr>
                <p14:cNvContentPartPr/>
                <p14:nvPr/>
              </p14:nvContentPartPr>
              <p14:xfrm>
                <a:off x="8722195" y="5581630"/>
                <a:ext cx="142920" cy="776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400C626-7A01-7869-1739-52A20212506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3195" y="5572990"/>
                  <a:ext cx="16056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ABAA62-744F-87E6-BAC4-B0C55BE503C6}"/>
                    </a:ext>
                  </a:extLst>
                </p14:cNvPr>
                <p14:cNvContentPartPr/>
                <p14:nvPr/>
              </p14:nvContentPartPr>
              <p14:xfrm>
                <a:off x="9081475" y="5920390"/>
                <a:ext cx="9468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ABAA62-744F-87E6-BAC4-B0C55BE503C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72475" y="5911390"/>
                  <a:ext cx="11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4416FB6-C0D0-4C1D-E9C7-7CAD709E410C}"/>
                    </a:ext>
                  </a:extLst>
                </p14:cNvPr>
                <p14:cNvContentPartPr/>
                <p14:nvPr/>
              </p14:nvContentPartPr>
              <p14:xfrm>
                <a:off x="9073195" y="5941990"/>
                <a:ext cx="132840" cy="47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4416FB6-C0D0-4C1D-E9C7-7CAD709E410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64195" y="5933350"/>
                  <a:ext cx="150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8201B1-94D6-71C4-41BA-72D4AC556BEE}"/>
                    </a:ext>
                  </a:extLst>
                </p14:cNvPr>
                <p14:cNvContentPartPr/>
                <p14:nvPr/>
              </p14:nvContentPartPr>
              <p14:xfrm>
                <a:off x="9470275" y="5719510"/>
                <a:ext cx="34560" cy="352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8201B1-94D6-71C4-41BA-72D4AC556BE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61275" y="5710510"/>
                  <a:ext cx="522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61F4A75-4FF8-AC6C-84BE-CA2D19693F66}"/>
                    </a:ext>
                  </a:extLst>
                </p14:cNvPr>
                <p14:cNvContentPartPr/>
                <p14:nvPr/>
              </p14:nvContentPartPr>
              <p14:xfrm>
                <a:off x="9427075" y="5775670"/>
                <a:ext cx="103680" cy="172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61F4A75-4FF8-AC6C-84BE-CA2D19693F6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18435" y="5766670"/>
                  <a:ext cx="121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511428-8D18-79CD-3E37-9F273EADA1EF}"/>
                    </a:ext>
                  </a:extLst>
                </p14:cNvPr>
                <p14:cNvContentPartPr/>
                <p14:nvPr/>
              </p14:nvContentPartPr>
              <p14:xfrm>
                <a:off x="9674395" y="5529790"/>
                <a:ext cx="238680" cy="649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511428-8D18-79CD-3E37-9F273EADA1E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65395" y="5520790"/>
                  <a:ext cx="25632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38026A-3C5D-5DE7-425F-AB4097031394}"/>
                    </a:ext>
                  </a:extLst>
                </p14:cNvPr>
                <p14:cNvContentPartPr/>
                <p14:nvPr/>
              </p14:nvContentPartPr>
              <p14:xfrm>
                <a:off x="9804715" y="5777470"/>
                <a:ext cx="157680" cy="21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38026A-3C5D-5DE7-425F-AB40970313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96075" y="5768470"/>
                  <a:ext cx="1753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C7BBFA-2D56-BB9C-B125-A48253943986}"/>
                    </a:ext>
                  </a:extLst>
                </p14:cNvPr>
                <p14:cNvContentPartPr/>
                <p14:nvPr/>
              </p14:nvContentPartPr>
              <p14:xfrm>
                <a:off x="9809035" y="5816710"/>
                <a:ext cx="118440" cy="3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C7BBFA-2D56-BB9C-B125-A4825394398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800395" y="5808070"/>
                  <a:ext cx="136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0700E9-8937-018A-03E7-4ED4697BFB59}"/>
                    </a:ext>
                  </a:extLst>
                </p14:cNvPr>
                <p14:cNvContentPartPr/>
                <p14:nvPr/>
              </p14:nvContentPartPr>
              <p14:xfrm>
                <a:off x="9855835" y="5697910"/>
                <a:ext cx="56160" cy="32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0700E9-8937-018A-03E7-4ED4697BFB5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846835" y="5688910"/>
                  <a:ext cx="73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67327F-445E-85D8-39DE-A9D2C225E29E}"/>
                    </a:ext>
                  </a:extLst>
                </p14:cNvPr>
                <p14:cNvContentPartPr/>
                <p14:nvPr/>
              </p14:nvContentPartPr>
              <p14:xfrm>
                <a:off x="10015675" y="6004270"/>
                <a:ext cx="21600" cy="105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67327F-445E-85D8-39DE-A9D2C225E29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007035" y="5995270"/>
                  <a:ext cx="39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A6A0BD3-001B-103A-7858-0E2CE8371BDC}"/>
                    </a:ext>
                  </a:extLst>
                </p14:cNvPr>
                <p14:cNvContentPartPr/>
                <p14:nvPr/>
              </p14:nvContentPartPr>
              <p14:xfrm>
                <a:off x="10044115" y="5390470"/>
                <a:ext cx="102240" cy="960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A6A0BD3-001B-103A-7858-0E2CE8371B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035115" y="5381470"/>
                  <a:ext cx="119880" cy="9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4296E1-2CC6-D15B-9DFA-18A2EF9BD271}"/>
                    </a:ext>
                  </a:extLst>
                </p14:cNvPr>
                <p14:cNvContentPartPr/>
                <p14:nvPr/>
              </p14:nvContentPartPr>
              <p14:xfrm>
                <a:off x="10294675" y="5582710"/>
                <a:ext cx="80280" cy="391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4296E1-2CC6-D15B-9DFA-18A2EF9BD27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285675" y="5573710"/>
                  <a:ext cx="979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38A572-D30A-F4AC-94E1-C0BD39B1409F}"/>
                    </a:ext>
                  </a:extLst>
                </p14:cNvPr>
                <p14:cNvContentPartPr/>
                <p14:nvPr/>
              </p14:nvContentPartPr>
              <p14:xfrm>
                <a:off x="10512115" y="5393350"/>
                <a:ext cx="241560" cy="856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38A572-D30A-F4AC-94E1-C0BD39B1409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503115" y="5384710"/>
                  <a:ext cx="25920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4F375DE-58F8-859A-91FA-60C42131A0A6}"/>
                    </a:ext>
                  </a:extLst>
                </p14:cNvPr>
                <p14:cNvContentPartPr/>
                <p14:nvPr/>
              </p14:nvContentPartPr>
              <p14:xfrm>
                <a:off x="10679155" y="5627350"/>
                <a:ext cx="154440" cy="313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4F375DE-58F8-859A-91FA-60C42131A0A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670515" y="5618350"/>
                  <a:ext cx="172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827A45-B504-7D62-F177-22340A35B6CE}"/>
                    </a:ext>
                  </a:extLst>
                </p14:cNvPr>
                <p14:cNvContentPartPr/>
                <p14:nvPr/>
              </p14:nvContentPartPr>
              <p14:xfrm>
                <a:off x="10695355" y="5765950"/>
                <a:ext cx="111240" cy="35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827A45-B504-7D62-F177-22340A35B6C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686355" y="5757310"/>
                  <a:ext cx="128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4A7C83-A7B0-3FF9-A5F6-AAC32AAB2669}"/>
                    </a:ext>
                  </a:extLst>
                </p14:cNvPr>
                <p14:cNvContentPartPr/>
                <p14:nvPr/>
              </p14:nvContentPartPr>
              <p14:xfrm>
                <a:off x="10852675" y="5540950"/>
                <a:ext cx="240840" cy="720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4A7C83-A7B0-3FF9-A5F6-AAC32AAB266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844035" y="5531950"/>
                  <a:ext cx="25848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C57FEF-B5E6-46F2-542E-F8E4AC27F5EF}"/>
                    </a:ext>
                  </a:extLst>
                </p14:cNvPr>
                <p14:cNvContentPartPr/>
                <p14:nvPr/>
              </p14:nvContentPartPr>
              <p14:xfrm>
                <a:off x="11020075" y="5873590"/>
                <a:ext cx="135360" cy="27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C57FEF-B5E6-46F2-542E-F8E4AC27F5E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011075" y="5864950"/>
                  <a:ext cx="1530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3D592D-5D0A-5FE6-5E20-F2B80C9B7FFE}"/>
                    </a:ext>
                  </a:extLst>
                </p14:cNvPr>
                <p14:cNvContentPartPr/>
                <p14:nvPr/>
              </p14:nvContentPartPr>
              <p14:xfrm>
                <a:off x="11070835" y="5992390"/>
                <a:ext cx="46800" cy="14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3D592D-5D0A-5FE6-5E20-F2B80C9B7FF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062195" y="5983750"/>
                  <a:ext cx="64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605174F-EBA6-787D-87F7-8234EBAACF52}"/>
                    </a:ext>
                  </a:extLst>
                </p14:cNvPr>
                <p14:cNvContentPartPr/>
                <p14:nvPr/>
              </p14:nvContentPartPr>
              <p14:xfrm>
                <a:off x="11044195" y="5845870"/>
                <a:ext cx="115200" cy="37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605174F-EBA6-787D-87F7-8234EBAACF5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035195" y="5836870"/>
                  <a:ext cx="132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CF32015-4002-06B0-695B-7F0210E47569}"/>
                    </a:ext>
                  </a:extLst>
                </p14:cNvPr>
                <p14:cNvContentPartPr/>
                <p14:nvPr/>
              </p14:nvContentPartPr>
              <p14:xfrm>
                <a:off x="11188915" y="6119110"/>
                <a:ext cx="35280" cy="128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CF32015-4002-06B0-695B-7F0210E475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179915" y="6110110"/>
                  <a:ext cx="52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578C1A8-BAAD-269A-5CD5-D37C2353DB55}"/>
                    </a:ext>
                  </a:extLst>
                </p14:cNvPr>
                <p14:cNvContentPartPr/>
                <p14:nvPr/>
              </p14:nvContentPartPr>
              <p14:xfrm>
                <a:off x="11037715" y="5476150"/>
                <a:ext cx="211680" cy="1088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578C1A8-BAAD-269A-5CD5-D37C2353DB5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29075" y="5467510"/>
                  <a:ext cx="229320" cy="11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D77502-CB2A-C440-6B54-EF2F0E81D3BE}"/>
                    </a:ext>
                  </a:extLst>
                </p14:cNvPr>
                <p14:cNvContentPartPr/>
                <p14:nvPr/>
              </p14:nvContentPartPr>
              <p14:xfrm>
                <a:off x="11028355" y="5981230"/>
                <a:ext cx="97560" cy="34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D77502-CB2A-C440-6B54-EF2F0E81D3B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019715" y="5972590"/>
                  <a:ext cx="115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E76525-9F60-3AD2-907E-F650835293B0}"/>
                    </a:ext>
                  </a:extLst>
                </p14:cNvPr>
                <p14:cNvContentPartPr/>
                <p14:nvPr/>
              </p14:nvContentPartPr>
              <p14:xfrm>
                <a:off x="2918995" y="5914990"/>
                <a:ext cx="531360" cy="759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E76525-9F60-3AD2-907E-F650835293B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09995" y="5906350"/>
                  <a:ext cx="54900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2E1236D-AF55-4B55-0933-56081FE23BE3}"/>
                    </a:ext>
                  </a:extLst>
                </p14:cNvPr>
                <p14:cNvContentPartPr/>
                <p14:nvPr/>
              </p14:nvContentPartPr>
              <p14:xfrm>
                <a:off x="3304195" y="5272390"/>
                <a:ext cx="10800" cy="1432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2E1236D-AF55-4B55-0933-56081FE23B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295195" y="5263390"/>
                  <a:ext cx="28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2F4A768-A8CC-3035-337C-1AA97E4BC81C}"/>
                    </a:ext>
                  </a:extLst>
                </p14:cNvPr>
                <p14:cNvContentPartPr/>
                <p14:nvPr/>
              </p14:nvContentPartPr>
              <p14:xfrm>
                <a:off x="3338395" y="5251510"/>
                <a:ext cx="232200" cy="182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2F4A768-A8CC-3035-337C-1AA97E4BC81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29395" y="5242870"/>
                  <a:ext cx="249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CBEAF2-21A7-3677-918D-34A4D04FD519}"/>
                    </a:ext>
                  </a:extLst>
                </p14:cNvPr>
                <p14:cNvContentPartPr/>
                <p14:nvPr/>
              </p14:nvContentPartPr>
              <p14:xfrm>
                <a:off x="3173155" y="5457430"/>
                <a:ext cx="376560" cy="90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CBEAF2-21A7-3677-918D-34A4D04FD51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164155" y="5448790"/>
                  <a:ext cx="394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6494CC6-261A-5049-7E00-DC3647CB745C}"/>
                    </a:ext>
                  </a:extLst>
                </p14:cNvPr>
                <p14:cNvContentPartPr/>
                <p14:nvPr/>
              </p14:nvContentPartPr>
              <p14:xfrm>
                <a:off x="3326875" y="5557870"/>
                <a:ext cx="115200" cy="216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6494CC6-261A-5049-7E00-DC3647CB74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17875" y="5549230"/>
                  <a:ext cx="132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4816AA8-9224-0753-1961-8B4E7EB38B50}"/>
                    </a:ext>
                  </a:extLst>
                </p14:cNvPr>
                <p14:cNvContentPartPr/>
                <p14:nvPr/>
              </p14:nvContentPartPr>
              <p14:xfrm>
                <a:off x="3516595" y="5554990"/>
                <a:ext cx="118800" cy="121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4816AA8-9224-0753-1961-8B4E7EB38B5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507595" y="5545990"/>
                  <a:ext cx="136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0346B6-1812-545C-C77C-549B28D73AD9}"/>
                    </a:ext>
                  </a:extLst>
                </p14:cNvPr>
                <p14:cNvContentPartPr/>
                <p14:nvPr/>
              </p14:nvContentPartPr>
              <p14:xfrm>
                <a:off x="3079195" y="5598190"/>
                <a:ext cx="1253160" cy="274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0346B6-1812-545C-C77C-549B28D73A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070555" y="5589550"/>
                  <a:ext cx="1270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852EF4-29A6-574D-0571-BA71C3439566}"/>
                    </a:ext>
                  </a:extLst>
                </p14:cNvPr>
                <p14:cNvContentPartPr/>
                <p14:nvPr/>
              </p14:nvContentPartPr>
              <p14:xfrm>
                <a:off x="3538195" y="5872510"/>
                <a:ext cx="205200" cy="144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852EF4-29A6-574D-0571-BA71C343956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529195" y="5863870"/>
                  <a:ext cx="222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6F3DDF-CFE9-74C7-B84B-39C7509A7BB1}"/>
                    </a:ext>
                  </a:extLst>
                </p14:cNvPr>
                <p14:cNvContentPartPr/>
                <p14:nvPr/>
              </p14:nvContentPartPr>
              <p14:xfrm>
                <a:off x="3680755" y="5832190"/>
                <a:ext cx="165600" cy="171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6F3DDF-CFE9-74C7-B84B-39C7509A7BB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672115" y="5823550"/>
                  <a:ext cx="18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32243F4-B66B-4AF3-E083-0DBB4480CEDA}"/>
                    </a:ext>
                  </a:extLst>
                </p14:cNvPr>
                <p14:cNvContentPartPr/>
                <p14:nvPr/>
              </p14:nvContentPartPr>
              <p14:xfrm>
                <a:off x="3531355" y="5976910"/>
                <a:ext cx="361440" cy="117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32243F4-B66B-4AF3-E083-0DBB4480CED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522715" y="5968270"/>
                  <a:ext cx="379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5844B1E-894A-1640-DCA4-ECB6D7056FDD}"/>
                    </a:ext>
                  </a:extLst>
                </p14:cNvPr>
                <p14:cNvContentPartPr/>
                <p14:nvPr/>
              </p14:nvContentPartPr>
              <p14:xfrm>
                <a:off x="3644395" y="6153310"/>
                <a:ext cx="133200" cy="117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5844B1E-894A-1640-DCA4-ECB6D7056FD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635395" y="6144310"/>
                  <a:ext cx="150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C309512-A93B-866C-9DD9-A9E959E4840F}"/>
                    </a:ext>
                  </a:extLst>
                </p14:cNvPr>
                <p14:cNvContentPartPr/>
                <p14:nvPr/>
              </p14:nvContentPartPr>
              <p14:xfrm>
                <a:off x="3701635" y="6213430"/>
                <a:ext cx="31320" cy="135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C309512-A93B-866C-9DD9-A9E959E4840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692635" y="6204430"/>
                  <a:ext cx="48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4FFF5EF-9D64-4BB7-D06C-4854A942476A}"/>
                    </a:ext>
                  </a:extLst>
                </p14:cNvPr>
                <p14:cNvContentPartPr/>
                <p14:nvPr/>
              </p14:nvContentPartPr>
              <p14:xfrm>
                <a:off x="3835195" y="5994910"/>
                <a:ext cx="131760" cy="58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4FFF5EF-9D64-4BB7-D06C-4854A942476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826195" y="5985910"/>
                  <a:ext cx="149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F26BFA2-A6B0-33BE-9BD5-DED451E6C21C}"/>
                    </a:ext>
                  </a:extLst>
                </p14:cNvPr>
                <p14:cNvContentPartPr/>
                <p14:nvPr/>
              </p14:nvContentPartPr>
              <p14:xfrm>
                <a:off x="3791635" y="6058990"/>
                <a:ext cx="146520" cy="160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F26BFA2-A6B0-33BE-9BD5-DED451E6C21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82635" y="6050350"/>
                  <a:ext cx="164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F9025EA-780E-1A18-6C7B-D04AE0C30F2D}"/>
                    </a:ext>
                  </a:extLst>
                </p14:cNvPr>
                <p14:cNvContentPartPr/>
                <p14:nvPr/>
              </p14:nvContentPartPr>
              <p14:xfrm>
                <a:off x="3641515" y="6692590"/>
                <a:ext cx="59400" cy="19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F9025EA-780E-1A18-6C7B-D04AE0C30F2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632875" y="6683590"/>
                  <a:ext cx="77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C6A048D-1AF5-4D10-2E4B-970683C27AC9}"/>
                    </a:ext>
                  </a:extLst>
                </p14:cNvPr>
                <p14:cNvContentPartPr/>
                <p14:nvPr/>
              </p14:nvContentPartPr>
              <p14:xfrm>
                <a:off x="3662395" y="6760990"/>
                <a:ext cx="105840" cy="57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C6A048D-1AF5-4D10-2E4B-970683C27AC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653395" y="6751990"/>
                  <a:ext cx="123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F866F89-CBED-AB2E-33A4-EB590C4FAA25}"/>
                    </a:ext>
                  </a:extLst>
                </p14:cNvPr>
                <p14:cNvContentPartPr/>
                <p14:nvPr/>
              </p14:nvContentPartPr>
              <p14:xfrm>
                <a:off x="3991435" y="6567310"/>
                <a:ext cx="28440" cy="133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F866F89-CBED-AB2E-33A4-EB590C4FAA2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982435" y="6558310"/>
                  <a:ext cx="46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B5442B-681B-77AB-7C0F-7E2603A9196E}"/>
                    </a:ext>
                  </a:extLst>
                </p14:cNvPr>
                <p14:cNvContentPartPr/>
                <p14:nvPr/>
              </p14:nvContentPartPr>
              <p14:xfrm>
                <a:off x="4072075" y="6533110"/>
                <a:ext cx="218160" cy="106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B5442B-681B-77AB-7C0F-7E2603A9196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63435" y="6524470"/>
                  <a:ext cx="235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036AD3D-791B-AA3B-1146-A3E0004366D3}"/>
                    </a:ext>
                  </a:extLst>
                </p14:cNvPr>
                <p14:cNvContentPartPr/>
                <p14:nvPr/>
              </p14:nvContentPartPr>
              <p14:xfrm>
                <a:off x="3903595" y="6663790"/>
                <a:ext cx="446400" cy="135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036AD3D-791B-AA3B-1146-A3E0004366D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894595" y="6654790"/>
                  <a:ext cx="4640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76346D9-73BD-83F7-F5C4-D78928C65DC1}"/>
                    </a:ext>
                  </a:extLst>
                </p14:cNvPr>
                <p14:cNvContentPartPr/>
                <p14:nvPr/>
              </p14:nvContentPartPr>
              <p14:xfrm>
                <a:off x="4089715" y="6811750"/>
                <a:ext cx="110160" cy="270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76346D9-73BD-83F7-F5C4-D78928C65DC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081075" y="6802750"/>
                  <a:ext cx="127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649CC58-21AC-6416-24FE-987BBE965394}"/>
                    </a:ext>
                  </a:extLst>
                </p14:cNvPr>
                <p14:cNvContentPartPr/>
                <p14:nvPr/>
              </p14:nvContentPartPr>
              <p14:xfrm>
                <a:off x="4313275" y="6794762"/>
                <a:ext cx="186840" cy="86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649CC58-21AC-6416-24FE-987BBE96539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304635" y="6785762"/>
                  <a:ext cx="204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CDDB77-37E8-F3F1-9979-0914F64FD355}"/>
                    </a:ext>
                  </a:extLst>
                </p14:cNvPr>
                <p14:cNvContentPartPr/>
                <p14:nvPr/>
              </p14:nvContentPartPr>
              <p14:xfrm>
                <a:off x="4487155" y="6439442"/>
                <a:ext cx="97920" cy="210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CDDB77-37E8-F3F1-9979-0914F64FD35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478155" y="6430802"/>
                  <a:ext cx="115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8C22B4-1D2F-62D2-7ADD-208225478017}"/>
                    </a:ext>
                  </a:extLst>
                </p14:cNvPr>
                <p14:cNvContentPartPr/>
                <p14:nvPr/>
              </p14:nvContentPartPr>
              <p14:xfrm>
                <a:off x="4445755" y="6517202"/>
                <a:ext cx="171720" cy="770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8C22B4-1D2F-62D2-7ADD-20822547801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437115" y="6508562"/>
                  <a:ext cx="189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CABA8F7-853E-B865-7019-2734DE482741}"/>
                    </a:ext>
                  </a:extLst>
                </p14:cNvPr>
                <p14:cNvContentPartPr/>
                <p14:nvPr/>
              </p14:nvContentPartPr>
              <p14:xfrm>
                <a:off x="4739155" y="6375362"/>
                <a:ext cx="148320" cy="143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CABA8F7-853E-B865-7019-2734DE48274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730515" y="6366722"/>
                  <a:ext cx="165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1610488-5895-E083-F9A1-422EF10178BD}"/>
                    </a:ext>
                  </a:extLst>
                </p14:cNvPr>
                <p14:cNvContentPartPr/>
                <p14:nvPr/>
              </p14:nvContentPartPr>
              <p14:xfrm>
                <a:off x="4795675" y="6420002"/>
                <a:ext cx="28440" cy="207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1610488-5895-E083-F9A1-422EF10178B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786675" y="6411002"/>
                  <a:ext cx="46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D3C4B00-7DFB-7DFE-1A53-E5156C58FEB4}"/>
                    </a:ext>
                  </a:extLst>
                </p14:cNvPr>
                <p14:cNvContentPartPr/>
                <p14:nvPr/>
              </p14:nvContentPartPr>
              <p14:xfrm>
                <a:off x="4951195" y="6297242"/>
                <a:ext cx="107280" cy="27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D3C4B00-7DFB-7DFE-1A53-E5156C58FEB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942195" y="6288242"/>
                  <a:ext cx="124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1E6E6C0-5B04-C888-90A0-D9FC4D6455A4}"/>
                    </a:ext>
                  </a:extLst>
                </p14:cNvPr>
                <p14:cNvContentPartPr/>
                <p14:nvPr/>
              </p14:nvContentPartPr>
              <p14:xfrm>
                <a:off x="4907995" y="6346562"/>
                <a:ext cx="115200" cy="163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E6E6C0-5B04-C888-90A0-D9FC4D6455A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898995" y="6337562"/>
                  <a:ext cx="132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F870C4D-F2BD-D4BB-C37D-8F3D9BA11EC1}"/>
                    </a:ext>
                  </a:extLst>
                </p14:cNvPr>
                <p14:cNvContentPartPr/>
                <p14:nvPr/>
              </p14:nvContentPartPr>
              <p14:xfrm>
                <a:off x="4733755" y="6520442"/>
                <a:ext cx="360000" cy="120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F870C4D-F2BD-D4BB-C37D-8F3D9BA11EC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724755" y="6511442"/>
                  <a:ext cx="377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AC39D06-424F-E704-EE22-AEC29BEF3D04}"/>
                    </a:ext>
                  </a:extLst>
                </p14:cNvPr>
                <p14:cNvContentPartPr/>
                <p14:nvPr/>
              </p14:nvContentPartPr>
              <p14:xfrm>
                <a:off x="4845355" y="6675602"/>
                <a:ext cx="218880" cy="166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AC39D06-424F-E704-EE22-AEC29BEF3D0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836715" y="6666962"/>
                  <a:ext cx="236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BF3FDEA-3AF5-E218-8D96-9A585A9E56D7}"/>
                    </a:ext>
                  </a:extLst>
                </p14:cNvPr>
                <p14:cNvContentPartPr/>
                <p14:nvPr/>
              </p14:nvContentPartPr>
              <p14:xfrm>
                <a:off x="5013115" y="6601082"/>
                <a:ext cx="185040" cy="151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BF3FDEA-3AF5-E218-8D96-9A585A9E56D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04475" y="6592442"/>
                  <a:ext cx="202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3BF5F19-6866-6DF5-B6CC-4F01A0B1C7E4}"/>
                    </a:ext>
                  </a:extLst>
                </p14:cNvPr>
                <p14:cNvContentPartPr/>
                <p14:nvPr/>
              </p14:nvContentPartPr>
              <p14:xfrm>
                <a:off x="4738795" y="6408482"/>
                <a:ext cx="228600" cy="1735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3BF5F19-6866-6DF5-B6CC-4F01A0B1C7E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730155" y="6399482"/>
                  <a:ext cx="246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CC7933D-6846-7F82-71EF-1B4EEC09D86B}"/>
                    </a:ext>
                  </a:extLst>
                </p14:cNvPr>
                <p14:cNvContentPartPr/>
                <p14:nvPr/>
              </p14:nvContentPartPr>
              <p14:xfrm>
                <a:off x="5044075" y="6233522"/>
                <a:ext cx="25920" cy="165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CC7933D-6846-7F82-71EF-1B4EEC09D86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035435" y="6224882"/>
                  <a:ext cx="43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FD0AB4-1F59-95BE-B377-343D17AC7AAC}"/>
                    </a:ext>
                  </a:extLst>
                </p14:cNvPr>
                <p14:cNvContentPartPr/>
                <p14:nvPr/>
              </p14:nvContentPartPr>
              <p14:xfrm>
                <a:off x="4187995" y="6738962"/>
                <a:ext cx="321480" cy="227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0FD0AB4-1F59-95BE-B377-343D17AC7A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178995" y="6730322"/>
                  <a:ext cx="339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9D3E3B5-E198-7320-D02B-AF7B29ED1CAC}"/>
                    </a:ext>
                  </a:extLst>
                </p14:cNvPr>
                <p14:cNvContentPartPr/>
                <p14:nvPr/>
              </p14:nvContentPartPr>
              <p14:xfrm>
                <a:off x="4548355" y="6768842"/>
                <a:ext cx="184680" cy="113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9D3E3B5-E198-7320-D02B-AF7B29ED1CA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39355" y="6759842"/>
                  <a:ext cx="202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71EBD04-CA4F-2449-3FDE-F37F309BC82A}"/>
                    </a:ext>
                  </a:extLst>
                </p14:cNvPr>
                <p14:cNvContentPartPr/>
                <p14:nvPr/>
              </p14:nvContentPartPr>
              <p14:xfrm>
                <a:off x="4486795" y="6717002"/>
                <a:ext cx="222480" cy="241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71EBD04-CA4F-2449-3FDE-F37F309BC82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477795" y="6708362"/>
                  <a:ext cx="2401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410901-B11A-0E55-F19C-60C51F4A661E}"/>
                    </a:ext>
                  </a:extLst>
                </p14:cNvPr>
                <p14:cNvContentPartPr/>
                <p14:nvPr/>
              </p14:nvContentPartPr>
              <p14:xfrm>
                <a:off x="3894595" y="6446282"/>
                <a:ext cx="261720" cy="294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410901-B11A-0E55-F19C-60C51F4A661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885595" y="6437282"/>
                  <a:ext cx="279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074CBE9-0027-4B84-194A-91B232919C5F}"/>
                    </a:ext>
                  </a:extLst>
                </p14:cNvPr>
                <p14:cNvContentPartPr/>
                <p14:nvPr/>
              </p14:nvContentPartPr>
              <p14:xfrm>
                <a:off x="4136875" y="6233522"/>
                <a:ext cx="151200" cy="277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074CBE9-0027-4B84-194A-91B232919C5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128235" y="6224882"/>
                  <a:ext cx="168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EC88D0D-052F-4B94-7E59-1A72E1BE4217}"/>
                    </a:ext>
                  </a:extLst>
                </p14:cNvPr>
                <p14:cNvContentPartPr/>
                <p14:nvPr/>
              </p14:nvContentPartPr>
              <p14:xfrm>
                <a:off x="5512435" y="6480122"/>
                <a:ext cx="68400" cy="20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EC88D0D-052F-4B94-7E59-1A72E1BE421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03435" y="6471122"/>
                  <a:ext cx="86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FD080C1-81C9-B364-D0CA-A917BFEECD06}"/>
                    </a:ext>
                  </a:extLst>
                </p14:cNvPr>
                <p14:cNvContentPartPr/>
                <p14:nvPr/>
              </p14:nvContentPartPr>
              <p14:xfrm>
                <a:off x="5473915" y="6525482"/>
                <a:ext cx="155520" cy="79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FD080C1-81C9-B364-D0CA-A917BFEECD0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464915" y="6516842"/>
                  <a:ext cx="173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39DB576-EB94-4C85-7C57-45F2437286A7}"/>
                    </a:ext>
                  </a:extLst>
                </p14:cNvPr>
                <p14:cNvContentPartPr/>
                <p14:nvPr/>
              </p14:nvContentPartPr>
              <p14:xfrm>
                <a:off x="5905195" y="6242882"/>
                <a:ext cx="156240" cy="216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39DB576-EB94-4C85-7C57-45F2437286A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896195" y="6234242"/>
                  <a:ext cx="1738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3DB817-7A4D-0C15-1615-0BB7C76DAB14}"/>
                    </a:ext>
                  </a:extLst>
                </p14:cNvPr>
                <p14:cNvContentPartPr/>
                <p14:nvPr/>
              </p14:nvContentPartPr>
              <p14:xfrm>
                <a:off x="5776315" y="6463562"/>
                <a:ext cx="443160" cy="88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3DB817-7A4D-0C15-1615-0BB7C76DAB1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767675" y="6454562"/>
                  <a:ext cx="460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77C572-9089-4940-32D9-66E8D29E4816}"/>
                    </a:ext>
                  </a:extLst>
                </p14:cNvPr>
                <p14:cNvContentPartPr/>
                <p14:nvPr/>
              </p14:nvContentPartPr>
              <p14:xfrm>
                <a:off x="5868835" y="6642842"/>
                <a:ext cx="280080" cy="105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77C572-9089-4940-32D9-66E8D29E481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860195" y="6633842"/>
                  <a:ext cx="297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D60E8FD-83D5-35F5-E280-1E8E70D2BD2E}"/>
                    </a:ext>
                  </a:extLst>
                </p14:cNvPr>
                <p14:cNvContentPartPr/>
                <p14:nvPr/>
              </p14:nvContentPartPr>
              <p14:xfrm>
                <a:off x="6161155" y="6583082"/>
                <a:ext cx="146520" cy="165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D60E8FD-83D5-35F5-E280-1E8E70D2BD2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152155" y="6574442"/>
                  <a:ext cx="164160" cy="18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153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29A6-7E15-F99D-4296-44174B6A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A5973BCC-B984-1E1D-2585-B38C25271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6B5B7633-9B55-9234-1B85-EF76D94B77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9583C56D-5EBD-DB35-FCCA-CB5264F1A31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22710" y="250538"/>
            <a:ext cx="19527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en-IN" alt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Example:2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71161A8-5F36-17FC-3363-B2D75A4103FF}"/>
              </a:ext>
            </a:extLst>
          </p:cNvPr>
          <p:cNvSpPr txBox="1">
            <a:spLocks/>
          </p:cNvSpPr>
          <p:nvPr/>
        </p:nvSpPr>
        <p:spPr>
          <a:xfrm>
            <a:off x="171450" y="1278910"/>
            <a:ext cx="11836066" cy="2475968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neighborhood, 90% children were falling sick due to flu and 10% due to measles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no other disease. The probability of observing rashes for measles is 0.95 and for flu is 0.08. If a child develops rashes, Find the child’s probability of having flu.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67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2E37-AB6B-19ED-1703-6B7F22C8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B8871C9-F176-BE31-2C74-167E871E74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1A292B7E-6976-64AC-84B4-CB269ED257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DBF35-B263-2BFF-189B-4497439B701B}"/>
              </a:ext>
            </a:extLst>
          </p:cNvPr>
          <p:cNvSpPr txBox="1"/>
          <p:nvPr/>
        </p:nvSpPr>
        <p:spPr>
          <a:xfrm>
            <a:off x="710119" y="1012727"/>
            <a:ext cx="980548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FF"/>
                </a:highlight>
                <a:uLnTx/>
                <a:uFillTx/>
                <a:latin typeface="+mn-lt"/>
                <a:cs typeface="Times New Roman" panose="02020603050405020304" pitchFamily="18" charset="0"/>
              </a:rPr>
              <a:t>Let, F: children with flu M: children with measles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FF"/>
                </a:highlight>
                <a:uLnTx/>
                <a:uFillTx/>
                <a:latin typeface="+mn-lt"/>
                <a:cs typeface="Times New Roman" panose="02020603050405020304" pitchFamily="18" charset="0"/>
              </a:rPr>
              <a:t>R: children showing the symptom of rash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FF"/>
                </a:highlight>
                <a:uLnTx/>
                <a:uFillTx/>
                <a:latin typeface="+mn-lt"/>
                <a:cs typeface="Times New Roman" panose="02020603050405020304" pitchFamily="18" charset="0"/>
              </a:rPr>
              <a:t>P(F) = 90% = 0.9, P(M) = 10% = 0.1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FF"/>
                </a:highlight>
                <a:uLnTx/>
                <a:uFillTx/>
                <a:latin typeface="+mn-lt"/>
                <a:cs typeface="Times New Roman" panose="02020603050405020304" pitchFamily="18" charset="0"/>
              </a:rPr>
              <a:t>P(R|F) = 0.08, P(R|M) = 0.95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4F77FA-93D0-5B84-B809-7E34A549E0EC}"/>
              </a:ext>
            </a:extLst>
          </p:cNvPr>
          <p:cNvGrpSpPr/>
          <p:nvPr/>
        </p:nvGrpSpPr>
        <p:grpSpPr>
          <a:xfrm>
            <a:off x="710119" y="3628779"/>
            <a:ext cx="5169145" cy="1727437"/>
            <a:chOff x="7022855" y="4445000"/>
            <a:chExt cx="5169145" cy="1727437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450420ED-572D-4CA1-4984-A3ADC283CE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5975" y="4445000"/>
              <a:ext cx="5026025" cy="1054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02B17-9F87-152D-CF73-8FF6007EB4D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7022855" y="5555280"/>
              <a:ext cx="4984661" cy="617157"/>
            </a:xfrm>
            <a:prstGeom prst="rect">
              <a:avLst/>
            </a:prstGeom>
            <a:blipFill>
              <a:blip r:embed="rId3"/>
              <a:stretch>
                <a:fillRect l="-1834" b="-7843"/>
              </a:stretch>
            </a:blipFill>
          </p:spPr>
          <p:txBody>
            <a:bodyPr/>
            <a:lstStyle/>
            <a:p>
              <a:r>
                <a:rPr lang="en-US">
                  <a:noFill/>
                </a:rPr>
                <a:t> 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7643160" y="5042880"/>
              <a:ext cx="360" cy="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3800" y="503352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0493D18-F974-5415-2503-963EE21DB5B4}"/>
                  </a:ext>
                </a:extLst>
              </p14:cNvPr>
              <p14:cNvContentPartPr/>
              <p14:nvPr/>
            </p14:nvContentPartPr>
            <p14:xfrm>
              <a:off x="6292555" y="3472750"/>
              <a:ext cx="124920" cy="433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0493D18-F974-5415-2503-963EE21DB5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3915" y="3463750"/>
                <a:ext cx="1425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834FFD-33A8-6E6C-A3E8-6A9898465419}"/>
                  </a:ext>
                </a:extLst>
              </p14:cNvPr>
              <p14:cNvContentPartPr/>
              <p14:nvPr/>
            </p14:nvContentPartPr>
            <p14:xfrm>
              <a:off x="6507835" y="3336670"/>
              <a:ext cx="182880" cy="673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834FFD-33A8-6E6C-A3E8-6A98984654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8835" y="3327670"/>
                <a:ext cx="20052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A26CD1-00B9-5196-1B73-098AA9637660}"/>
                  </a:ext>
                </a:extLst>
              </p14:cNvPr>
              <p14:cNvContentPartPr/>
              <p14:nvPr/>
            </p14:nvContentPartPr>
            <p14:xfrm>
              <a:off x="6692155" y="3575710"/>
              <a:ext cx="18000" cy="186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A26CD1-00B9-5196-1B73-098AA96376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83515" y="3566710"/>
                <a:ext cx="356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67B45A-1FB4-84C7-EF61-3F1021E930FB}"/>
                  </a:ext>
                </a:extLst>
              </p14:cNvPr>
              <p14:cNvContentPartPr/>
              <p14:nvPr/>
            </p14:nvContentPartPr>
            <p14:xfrm>
              <a:off x="6659035" y="3510550"/>
              <a:ext cx="151560" cy="3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67B45A-1FB4-84C7-EF61-3F1021E930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50395" y="3501550"/>
                <a:ext cx="1692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EBBD2C3-493D-C1B4-EB9A-9285A4899A8A}"/>
                  </a:ext>
                </a:extLst>
              </p14:cNvPr>
              <p14:cNvContentPartPr/>
              <p14:nvPr/>
            </p14:nvContentPartPr>
            <p14:xfrm>
              <a:off x="6697195" y="3632590"/>
              <a:ext cx="137880" cy="51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EBBD2C3-493D-C1B4-EB9A-9285A4899A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88555" y="3623590"/>
                <a:ext cx="1555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25DF821-BD7A-3536-6371-BF7770A2008C}"/>
                  </a:ext>
                </a:extLst>
              </p14:cNvPr>
              <p14:cNvContentPartPr/>
              <p14:nvPr/>
            </p14:nvContentPartPr>
            <p14:xfrm>
              <a:off x="6773875" y="3442150"/>
              <a:ext cx="181440" cy="716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25DF821-BD7A-3536-6371-BF7770A2008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65235" y="3433150"/>
                <a:ext cx="199080" cy="7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C0564C8-E423-CBE0-5A1D-855F99806CA5}"/>
                  </a:ext>
                </a:extLst>
              </p14:cNvPr>
              <p14:cNvContentPartPr/>
              <p14:nvPr/>
            </p14:nvContentPartPr>
            <p14:xfrm>
              <a:off x="6999955" y="3580750"/>
              <a:ext cx="213480" cy="391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C0564C8-E423-CBE0-5A1D-855F99806CA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91315" y="3572110"/>
                <a:ext cx="2311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4B792F-1004-E024-F317-2237B4DF714F}"/>
                  </a:ext>
                </a:extLst>
              </p14:cNvPr>
              <p14:cNvContentPartPr/>
              <p14:nvPr/>
            </p14:nvContentPartPr>
            <p14:xfrm>
              <a:off x="7116595" y="3356110"/>
              <a:ext cx="213840" cy="88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4B792F-1004-E024-F317-2237B4DF71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07955" y="3347470"/>
                <a:ext cx="23148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CF95A4F-2EB6-024A-92DB-9A905CC05088}"/>
                  </a:ext>
                </a:extLst>
              </p14:cNvPr>
              <p14:cNvContentPartPr/>
              <p14:nvPr/>
            </p14:nvContentPartPr>
            <p14:xfrm>
              <a:off x="6263755" y="4998790"/>
              <a:ext cx="61560" cy="415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CF95A4F-2EB6-024A-92DB-9A905CC050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54755" y="4989790"/>
                <a:ext cx="7920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50A2BAB-71A2-2A2A-FE35-F32B5E73D085}"/>
                  </a:ext>
                </a:extLst>
              </p14:cNvPr>
              <p14:cNvContentPartPr/>
              <p14:nvPr/>
            </p14:nvContentPartPr>
            <p14:xfrm>
              <a:off x="6357715" y="4947310"/>
              <a:ext cx="257400" cy="616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50A2BAB-71A2-2A2A-FE35-F32B5E73D0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48715" y="4938310"/>
                <a:ext cx="27504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BD87673-EE80-D0AB-C99E-4369EE40AA11}"/>
                  </a:ext>
                </a:extLst>
              </p14:cNvPr>
              <p14:cNvContentPartPr/>
              <p14:nvPr/>
            </p14:nvContentPartPr>
            <p14:xfrm>
              <a:off x="6513235" y="5165830"/>
              <a:ext cx="39600" cy="2829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BD87673-EE80-D0AB-C99E-4369EE40AA1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04595" y="5156830"/>
                <a:ext cx="572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F63C567-35B4-BFC1-D0BA-E2FD6739CC16}"/>
                  </a:ext>
                </a:extLst>
              </p14:cNvPr>
              <p14:cNvContentPartPr/>
              <p14:nvPr/>
            </p14:nvContentPartPr>
            <p14:xfrm>
              <a:off x="6533755" y="5066470"/>
              <a:ext cx="267480" cy="271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F63C567-35B4-BFC1-D0BA-E2FD6739CC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25115" y="5057830"/>
                <a:ext cx="2851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A502862-1B5F-C6E3-AA24-A90C18C90D2B}"/>
                  </a:ext>
                </a:extLst>
              </p14:cNvPr>
              <p14:cNvContentPartPr/>
              <p14:nvPr/>
            </p14:nvContentPartPr>
            <p14:xfrm>
              <a:off x="6716995" y="4908790"/>
              <a:ext cx="107640" cy="699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A502862-1B5F-C6E3-AA24-A90C18C90D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08355" y="4900150"/>
                <a:ext cx="12528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CE02618-0A37-BC7A-2F90-3A88E4E51AD5}"/>
                  </a:ext>
                </a:extLst>
              </p14:cNvPr>
              <p14:cNvContentPartPr/>
              <p14:nvPr/>
            </p14:nvContentPartPr>
            <p14:xfrm>
              <a:off x="7062955" y="5174830"/>
              <a:ext cx="147240" cy="37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CE02618-0A37-BC7A-2F90-3A88E4E51AD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53955" y="5166190"/>
                <a:ext cx="1648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48FC776-08C2-80E6-A18C-6A035EE93211}"/>
                  </a:ext>
                </a:extLst>
              </p14:cNvPr>
              <p14:cNvContentPartPr/>
              <p14:nvPr/>
            </p14:nvContentPartPr>
            <p14:xfrm>
              <a:off x="7100035" y="5244310"/>
              <a:ext cx="195120" cy="709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48FC776-08C2-80E6-A18C-6A035EE9321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1395" y="5235670"/>
                <a:ext cx="2127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1F67BBA-FB63-BF6A-032C-BD07E3FCF0AF}"/>
                  </a:ext>
                </a:extLst>
              </p14:cNvPr>
              <p14:cNvContentPartPr/>
              <p14:nvPr/>
            </p14:nvContentPartPr>
            <p14:xfrm>
              <a:off x="7468675" y="4771630"/>
              <a:ext cx="83160" cy="536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1F67BBA-FB63-BF6A-032C-BD07E3FCF0A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59675" y="4762990"/>
                <a:ext cx="10080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1C12AE5-3890-01CC-BBBD-B760DB3CD4FB}"/>
                  </a:ext>
                </a:extLst>
              </p14:cNvPr>
              <p14:cNvContentPartPr/>
              <p14:nvPr/>
            </p14:nvContentPartPr>
            <p14:xfrm>
              <a:off x="7681795" y="4623310"/>
              <a:ext cx="194760" cy="753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1C12AE5-3890-01CC-BBBD-B760DB3CD4F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73155" y="4614310"/>
                <a:ext cx="212400" cy="77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65E5611-6EBC-6BE4-532E-F4238F0B635D}"/>
                  </a:ext>
                </a:extLst>
              </p14:cNvPr>
              <p14:cNvContentPartPr/>
              <p14:nvPr/>
            </p14:nvContentPartPr>
            <p14:xfrm>
              <a:off x="7804195" y="4952350"/>
              <a:ext cx="13320" cy="216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65E5611-6EBC-6BE4-532E-F4238F0B635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5555" y="4943710"/>
                <a:ext cx="309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BE98EA6-6D09-D949-2E2C-B44309C23053}"/>
                  </a:ext>
                </a:extLst>
              </p14:cNvPr>
              <p14:cNvContentPartPr/>
              <p14:nvPr/>
            </p14:nvContentPartPr>
            <p14:xfrm>
              <a:off x="7782235" y="4906990"/>
              <a:ext cx="173160" cy="2246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BE98EA6-6D09-D949-2E2C-B44309C230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73235" y="4897990"/>
                <a:ext cx="1908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F85BC33-165E-0CCD-9CBF-49D82C6EA0FF}"/>
                  </a:ext>
                </a:extLst>
              </p14:cNvPr>
              <p14:cNvContentPartPr/>
              <p14:nvPr/>
            </p14:nvContentPartPr>
            <p14:xfrm>
              <a:off x="8089675" y="4855870"/>
              <a:ext cx="111600" cy="246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F85BC33-165E-0CCD-9CBF-49D82C6EA0F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80675" y="4846870"/>
                <a:ext cx="1292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31EF479-BE03-1EE8-A11F-F5C493DBB141}"/>
                  </a:ext>
                </a:extLst>
              </p14:cNvPr>
              <p14:cNvContentPartPr/>
              <p14:nvPr/>
            </p14:nvContentPartPr>
            <p14:xfrm>
              <a:off x="8341315" y="4851910"/>
              <a:ext cx="284040" cy="235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31EF479-BE03-1EE8-A11F-F5C493DBB14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32315" y="4843270"/>
                <a:ext cx="301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D836FB6-AF39-6235-59DE-0762AB91D526}"/>
                  </a:ext>
                </a:extLst>
              </p14:cNvPr>
              <p14:cNvContentPartPr/>
              <p14:nvPr/>
            </p14:nvContentPartPr>
            <p14:xfrm>
              <a:off x="8536795" y="4578670"/>
              <a:ext cx="143280" cy="703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D836FB6-AF39-6235-59DE-0762AB91D5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28155" y="4570030"/>
                <a:ext cx="1609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C04C90A-08E4-0CBE-1704-73AF800852CE}"/>
                  </a:ext>
                </a:extLst>
              </p14:cNvPr>
              <p14:cNvContentPartPr/>
              <p14:nvPr/>
            </p14:nvContentPartPr>
            <p14:xfrm>
              <a:off x="8881675" y="4868470"/>
              <a:ext cx="200160" cy="34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C04C90A-08E4-0CBE-1704-73AF800852C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872675" y="4859830"/>
                <a:ext cx="217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CCA594C-0A1B-37BF-9161-2792548D5DF2}"/>
                  </a:ext>
                </a:extLst>
              </p14:cNvPr>
              <p14:cNvContentPartPr/>
              <p14:nvPr/>
            </p14:nvContentPartPr>
            <p14:xfrm>
              <a:off x="8937115" y="4771270"/>
              <a:ext cx="40320" cy="324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CCA594C-0A1B-37BF-9161-2792548D5DF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28115" y="4762270"/>
                <a:ext cx="579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D33FB4F-B64D-0C0E-4CD8-40D10027D9E5}"/>
                  </a:ext>
                </a:extLst>
              </p14:cNvPr>
              <p14:cNvContentPartPr/>
              <p14:nvPr/>
            </p14:nvContentPartPr>
            <p14:xfrm>
              <a:off x="10368475" y="4582990"/>
              <a:ext cx="20520" cy="333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D33FB4F-B64D-0C0E-4CD8-40D10027D9E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359835" y="4573990"/>
                <a:ext cx="381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5A1EFD8-940F-4970-A1E5-A15124B9D8AA}"/>
                  </a:ext>
                </a:extLst>
              </p14:cNvPr>
              <p14:cNvContentPartPr/>
              <p14:nvPr/>
            </p14:nvContentPartPr>
            <p14:xfrm>
              <a:off x="10336075" y="4608910"/>
              <a:ext cx="137160" cy="14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5A1EFD8-940F-4970-A1E5-A15124B9D8A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27075" y="4599910"/>
                <a:ext cx="1548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321001A-9F90-9703-EB84-62EC439E17EB}"/>
                  </a:ext>
                </a:extLst>
              </p14:cNvPr>
              <p14:cNvContentPartPr/>
              <p14:nvPr/>
            </p14:nvContentPartPr>
            <p14:xfrm>
              <a:off x="10338235" y="4729870"/>
              <a:ext cx="178560" cy="13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321001A-9F90-9703-EB84-62EC439E17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29235" y="4720870"/>
                <a:ext cx="196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37C6886-0651-3ECE-C11D-1F909902956C}"/>
                  </a:ext>
                </a:extLst>
              </p14:cNvPr>
              <p14:cNvContentPartPr/>
              <p14:nvPr/>
            </p14:nvContentPartPr>
            <p14:xfrm>
              <a:off x="10591675" y="4251430"/>
              <a:ext cx="114480" cy="8586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37C6886-0651-3ECE-C11D-1F90990295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583035" y="4242790"/>
                <a:ext cx="132120" cy="8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B1D27D3-8AA1-F6A2-CBDC-3733FA3C331C}"/>
                  </a:ext>
                </a:extLst>
              </p14:cNvPr>
              <p14:cNvContentPartPr/>
              <p14:nvPr/>
            </p14:nvContentPartPr>
            <p14:xfrm>
              <a:off x="9305035" y="4630150"/>
              <a:ext cx="83520" cy="434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B1D27D3-8AA1-F6A2-CBDC-3733FA3C331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96395" y="4621510"/>
                <a:ext cx="1011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FCB57B8-47D2-82E0-787B-17DCA58E3987}"/>
                  </a:ext>
                </a:extLst>
              </p14:cNvPr>
              <p14:cNvContentPartPr/>
              <p14:nvPr/>
            </p14:nvContentPartPr>
            <p14:xfrm>
              <a:off x="9540835" y="4413070"/>
              <a:ext cx="211680" cy="730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FCB57B8-47D2-82E0-787B-17DCA58E398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31835" y="4404070"/>
                <a:ext cx="22932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1AB2D69-52F0-A9F3-175C-01A231602966}"/>
                  </a:ext>
                </a:extLst>
              </p14:cNvPr>
              <p14:cNvContentPartPr/>
              <p14:nvPr/>
            </p14:nvContentPartPr>
            <p14:xfrm>
              <a:off x="9649555" y="4624390"/>
              <a:ext cx="225000" cy="350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1AB2D69-52F0-A9F3-175C-01A2316029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640915" y="4615390"/>
                <a:ext cx="2426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21D553-4156-2ADA-4FF7-02B744481AB9}"/>
                  </a:ext>
                </a:extLst>
              </p14:cNvPr>
              <p14:cNvContentPartPr/>
              <p14:nvPr/>
            </p14:nvContentPartPr>
            <p14:xfrm>
              <a:off x="9961675" y="4651030"/>
              <a:ext cx="119160" cy="2426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21D553-4156-2ADA-4FF7-02B744481A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952675" y="4642390"/>
                <a:ext cx="1368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A4D6EEA-1CEB-9AE2-CECB-4F2B8D01BAE9}"/>
                  </a:ext>
                </a:extLst>
              </p14:cNvPr>
              <p14:cNvContentPartPr/>
              <p14:nvPr/>
            </p14:nvContentPartPr>
            <p14:xfrm>
              <a:off x="9707515" y="4642030"/>
              <a:ext cx="110160" cy="175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A4D6EEA-1CEB-9AE2-CECB-4F2B8D01BAE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98875" y="4633030"/>
                <a:ext cx="1278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374CFF9-3D79-C31A-F058-A90E6624B216}"/>
                  </a:ext>
                </a:extLst>
              </p14:cNvPr>
              <p14:cNvContentPartPr/>
              <p14:nvPr/>
            </p14:nvContentPartPr>
            <p14:xfrm>
              <a:off x="7413235" y="5734270"/>
              <a:ext cx="138600" cy="29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374CFF9-3D79-C31A-F058-A90E6624B21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04595" y="5725270"/>
                <a:ext cx="156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9D583FE-45A3-ABF6-E4AC-73FD996B290D}"/>
                  </a:ext>
                </a:extLst>
              </p14:cNvPr>
              <p14:cNvContentPartPr/>
              <p14:nvPr/>
            </p14:nvContentPartPr>
            <p14:xfrm>
              <a:off x="7474795" y="5853070"/>
              <a:ext cx="129600" cy="367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9D583FE-45A3-ABF6-E4AC-73FD996B290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65795" y="5844070"/>
                <a:ext cx="147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5319BEC-0D10-499D-FEBB-5CB550DCB5E9}"/>
                  </a:ext>
                </a:extLst>
              </p14:cNvPr>
              <p14:cNvContentPartPr/>
              <p14:nvPr/>
            </p14:nvContentPartPr>
            <p14:xfrm>
              <a:off x="7721395" y="5464630"/>
              <a:ext cx="104040" cy="444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5319BEC-0D10-499D-FEBB-5CB550DCB5E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12395" y="5455990"/>
                <a:ext cx="12168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B470426-18C6-467E-027E-6F087312A890}"/>
                  </a:ext>
                </a:extLst>
              </p14:cNvPr>
              <p14:cNvContentPartPr/>
              <p14:nvPr/>
            </p14:nvContentPartPr>
            <p14:xfrm>
              <a:off x="7945315" y="5373910"/>
              <a:ext cx="231480" cy="644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B470426-18C6-467E-027E-6F087312A89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936675" y="5364910"/>
                <a:ext cx="24912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0B9E8A0-36BA-C646-5BE9-15CC5B423873}"/>
                  </a:ext>
                </a:extLst>
              </p14:cNvPr>
              <p14:cNvContentPartPr/>
              <p14:nvPr/>
            </p14:nvContentPartPr>
            <p14:xfrm>
              <a:off x="8086435" y="5440150"/>
              <a:ext cx="232920" cy="4161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0B9E8A0-36BA-C646-5BE9-15CC5B42387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77435" y="5431510"/>
                <a:ext cx="2505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8ED1BC4-3FB3-D6AD-B193-F13EDE62D752}"/>
                  </a:ext>
                </a:extLst>
              </p14:cNvPr>
              <p14:cNvContentPartPr/>
              <p14:nvPr/>
            </p14:nvContentPartPr>
            <p14:xfrm>
              <a:off x="8314315" y="5430790"/>
              <a:ext cx="95400" cy="681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8ED1BC4-3FB3-D6AD-B193-F13EDE62D75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305675" y="5421790"/>
                <a:ext cx="11304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61DBA28-2AE8-BAF1-3FF9-D2C7150F1751}"/>
                  </a:ext>
                </a:extLst>
              </p14:cNvPr>
              <p14:cNvContentPartPr/>
              <p14:nvPr/>
            </p14:nvContentPartPr>
            <p14:xfrm>
              <a:off x="8425195" y="5732470"/>
              <a:ext cx="316080" cy="2379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61DBA28-2AE8-BAF1-3FF9-D2C7150F175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416195" y="5723830"/>
                <a:ext cx="3337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6586C3A-2DAB-6C5D-06E5-0A8B7A3FC142}"/>
                  </a:ext>
                </a:extLst>
              </p14:cNvPr>
              <p14:cNvContentPartPr/>
              <p14:nvPr/>
            </p14:nvContentPartPr>
            <p14:xfrm>
              <a:off x="8632915" y="5292910"/>
              <a:ext cx="160560" cy="11131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6586C3A-2DAB-6C5D-06E5-0A8B7A3FC14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23915" y="5284270"/>
                <a:ext cx="178200" cy="11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3EDE2CC-1819-10EE-3ED6-BEBC9E6DD81C}"/>
                  </a:ext>
                </a:extLst>
              </p14:cNvPr>
              <p14:cNvContentPartPr/>
              <p14:nvPr/>
            </p14:nvContentPartPr>
            <p14:xfrm>
              <a:off x="8918395" y="5359870"/>
              <a:ext cx="51480" cy="389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3EDE2CC-1819-10EE-3ED6-BEBC9E6DD81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909755" y="5350870"/>
                <a:ext cx="691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24459D4-2703-6ECD-9E83-661BABFFC4E5}"/>
                  </a:ext>
                </a:extLst>
              </p14:cNvPr>
              <p14:cNvContentPartPr/>
              <p14:nvPr/>
            </p14:nvContentPartPr>
            <p14:xfrm>
              <a:off x="9089755" y="5221630"/>
              <a:ext cx="137160" cy="6699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24459D4-2703-6ECD-9E83-661BABFFC4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080755" y="5212630"/>
                <a:ext cx="15480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9694B74-BD7B-A453-E447-21423BE7B45C}"/>
                  </a:ext>
                </a:extLst>
              </p14:cNvPr>
              <p14:cNvContentPartPr/>
              <p14:nvPr/>
            </p14:nvContentPartPr>
            <p14:xfrm>
              <a:off x="9242395" y="5461750"/>
              <a:ext cx="283320" cy="2437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9694B74-BD7B-A453-E447-21423BE7B45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33755" y="5452750"/>
                <a:ext cx="3009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777C218-51F3-31FB-52DA-B302BC76F483}"/>
                  </a:ext>
                </a:extLst>
              </p14:cNvPr>
              <p14:cNvContentPartPr/>
              <p14:nvPr/>
            </p14:nvContentPartPr>
            <p14:xfrm>
              <a:off x="9459115" y="5227750"/>
              <a:ext cx="93600" cy="664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777C218-51F3-31FB-52DA-B302BC76F48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50475" y="5219110"/>
                <a:ext cx="11124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CDB5C25-C1F9-4BAD-D2CC-6F30A6674E4C}"/>
                  </a:ext>
                </a:extLst>
              </p14:cNvPr>
              <p14:cNvContentPartPr/>
              <p14:nvPr/>
            </p14:nvContentPartPr>
            <p14:xfrm>
              <a:off x="9842155" y="5499910"/>
              <a:ext cx="195840" cy="21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CDB5C25-C1F9-4BAD-D2CC-6F30A6674E4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833515" y="5491270"/>
                <a:ext cx="213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366DA57-2A8B-F115-0A48-E7C8C7BDE467}"/>
                  </a:ext>
                </a:extLst>
              </p14:cNvPr>
              <p14:cNvContentPartPr/>
              <p14:nvPr/>
            </p14:nvContentPartPr>
            <p14:xfrm>
              <a:off x="9896875" y="5425390"/>
              <a:ext cx="21240" cy="221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366DA57-2A8B-F115-0A48-E7C8C7BDE46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888235" y="5416750"/>
                <a:ext cx="388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8ADA883-12C0-73A2-26A1-5D22B93C9D5D}"/>
                  </a:ext>
                </a:extLst>
              </p14:cNvPr>
              <p14:cNvContentPartPr/>
              <p14:nvPr/>
            </p14:nvContentPartPr>
            <p14:xfrm>
              <a:off x="10220155" y="5320990"/>
              <a:ext cx="41760" cy="3481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8ADA883-12C0-73A2-26A1-5D22B93C9D5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211515" y="5311990"/>
                <a:ext cx="594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BD445A8-41B2-0AF9-0D6C-ECA929ACB9CD}"/>
                  </a:ext>
                </a:extLst>
              </p14:cNvPr>
              <p14:cNvContentPartPr/>
              <p14:nvPr/>
            </p14:nvContentPartPr>
            <p14:xfrm>
              <a:off x="10202155" y="5290030"/>
              <a:ext cx="118080" cy="140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BD445A8-41B2-0AF9-0D6C-ECA929ACB9C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193155" y="5281030"/>
                <a:ext cx="1357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04D91D7-FDE2-272C-0EF2-2411C9BC05E9}"/>
                  </a:ext>
                </a:extLst>
              </p14:cNvPr>
              <p14:cNvContentPartPr/>
              <p14:nvPr/>
            </p14:nvContentPartPr>
            <p14:xfrm>
              <a:off x="10338595" y="5161510"/>
              <a:ext cx="171720" cy="605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04D91D7-FDE2-272C-0EF2-2411C9BC05E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329955" y="5152870"/>
                <a:ext cx="18936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57A5349-F551-24AF-6BE5-5105B3EE28E7}"/>
                  </a:ext>
                </a:extLst>
              </p14:cNvPr>
              <p14:cNvContentPartPr/>
              <p14:nvPr/>
            </p14:nvContentPartPr>
            <p14:xfrm>
              <a:off x="10486195" y="5243230"/>
              <a:ext cx="143640" cy="2995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57A5349-F551-24AF-6BE5-5105B3EE28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477195" y="5234590"/>
                <a:ext cx="1612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CA4BBEF-65C2-C520-C10A-BEF82262C14A}"/>
                  </a:ext>
                </a:extLst>
              </p14:cNvPr>
              <p14:cNvContentPartPr/>
              <p14:nvPr/>
            </p14:nvContentPartPr>
            <p14:xfrm>
              <a:off x="10622995" y="5170870"/>
              <a:ext cx="137520" cy="668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CA4BBEF-65C2-C520-C10A-BEF82262C14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614355" y="5161870"/>
                <a:ext cx="15516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E7E6A27-5FFE-DDE4-CF54-055EF17E0B0D}"/>
                  </a:ext>
                </a:extLst>
              </p14:cNvPr>
              <p14:cNvContentPartPr/>
              <p14:nvPr/>
            </p14:nvContentPartPr>
            <p14:xfrm>
              <a:off x="10739635" y="5478310"/>
              <a:ext cx="46800" cy="2962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E7E6A27-5FFE-DDE4-CF54-055EF17E0B0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730635" y="5469310"/>
                <a:ext cx="644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DD8CD2A-B6B2-8A31-72EE-2B42342BBDC4}"/>
                  </a:ext>
                </a:extLst>
              </p14:cNvPr>
              <p14:cNvContentPartPr/>
              <p14:nvPr/>
            </p14:nvContentPartPr>
            <p14:xfrm>
              <a:off x="10773835" y="5431870"/>
              <a:ext cx="93600" cy="29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DD8CD2A-B6B2-8A31-72EE-2B42342BBDC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765195" y="5422870"/>
                <a:ext cx="111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2914245-D938-0404-14DA-38FCF9359646}"/>
                  </a:ext>
                </a:extLst>
              </p14:cNvPr>
              <p14:cNvContentPartPr/>
              <p14:nvPr/>
            </p14:nvContentPartPr>
            <p14:xfrm>
              <a:off x="10757275" y="5543470"/>
              <a:ext cx="194040" cy="748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2914245-D938-0404-14DA-38FCF935964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748635" y="5534830"/>
                <a:ext cx="21168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444538F-0C4C-1907-0EB2-4E2506BD3F55}"/>
                  </a:ext>
                </a:extLst>
              </p14:cNvPr>
              <p14:cNvContentPartPr/>
              <p14:nvPr/>
            </p14:nvContentPartPr>
            <p14:xfrm>
              <a:off x="10823515" y="5085910"/>
              <a:ext cx="160560" cy="8139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444538F-0C4C-1907-0EB2-4E2506BD3F5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814875" y="5077270"/>
                <a:ext cx="17820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09F8F0D-7795-3A22-A733-8858CB24E912}"/>
                  </a:ext>
                </a:extLst>
              </p14:cNvPr>
              <p14:cNvContentPartPr/>
              <p14:nvPr/>
            </p14:nvContentPartPr>
            <p14:xfrm>
              <a:off x="10492315" y="5215150"/>
              <a:ext cx="108000" cy="1465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09F8F0D-7795-3A22-A733-8858CB24E91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83315" y="5206510"/>
                <a:ext cx="1256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D482B40-FE78-C924-510C-392A32574802}"/>
                  </a:ext>
                </a:extLst>
              </p14:cNvPr>
              <p14:cNvContentPartPr/>
              <p14:nvPr/>
            </p14:nvContentPartPr>
            <p14:xfrm>
              <a:off x="11115835" y="5115430"/>
              <a:ext cx="79200" cy="3895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D482B40-FE78-C924-510C-392A3257480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107195" y="5106430"/>
                <a:ext cx="968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F94FD26-600D-CD23-3848-4D8ACBA9089B}"/>
                  </a:ext>
                </a:extLst>
              </p14:cNvPr>
              <p14:cNvContentPartPr/>
              <p14:nvPr/>
            </p14:nvContentPartPr>
            <p14:xfrm>
              <a:off x="11222035" y="5037310"/>
              <a:ext cx="231120" cy="658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F94FD26-600D-CD23-3848-4D8ACBA9089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213035" y="5028310"/>
                <a:ext cx="24876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000B345-0D82-87A6-D37E-1E947BB8CCA4}"/>
                  </a:ext>
                </a:extLst>
              </p14:cNvPr>
              <p14:cNvContentPartPr/>
              <p14:nvPr/>
            </p14:nvContentPartPr>
            <p14:xfrm>
              <a:off x="11426155" y="5195710"/>
              <a:ext cx="46800" cy="286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000B345-0D82-87A6-D37E-1E947BB8CCA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417155" y="5186710"/>
                <a:ext cx="644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F3B1134-0805-6CD8-8B77-BC26441ED5AF}"/>
                  </a:ext>
                </a:extLst>
              </p14:cNvPr>
              <p14:cNvContentPartPr/>
              <p14:nvPr/>
            </p14:nvContentPartPr>
            <p14:xfrm>
              <a:off x="11452795" y="5202910"/>
              <a:ext cx="114120" cy="219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F3B1134-0805-6CD8-8B77-BC26441ED5A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444155" y="5194270"/>
                <a:ext cx="131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FBDC861-3188-8670-1F69-6B7D2E8683A7}"/>
                  </a:ext>
                </a:extLst>
              </p14:cNvPr>
              <p14:cNvContentPartPr/>
              <p14:nvPr/>
            </p14:nvContentPartPr>
            <p14:xfrm>
              <a:off x="11421835" y="5308390"/>
              <a:ext cx="207360" cy="23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FBDC861-3188-8670-1F69-6B7D2E8683A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413195" y="5299750"/>
                <a:ext cx="225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FBE5066-13A1-5DCA-DB09-696FE84BD064}"/>
                  </a:ext>
                </a:extLst>
              </p14:cNvPr>
              <p14:cNvContentPartPr/>
              <p14:nvPr/>
            </p14:nvContentPartPr>
            <p14:xfrm>
              <a:off x="11531635" y="5007430"/>
              <a:ext cx="154080" cy="7052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FBE5066-13A1-5DCA-DB09-696FE84BD06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522635" y="4998430"/>
                <a:ext cx="17172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4732A7B8-7EDF-A8B9-6A77-6F8F20F1AE60}"/>
                  </a:ext>
                </a:extLst>
              </p14:cNvPr>
              <p14:cNvContentPartPr/>
              <p14:nvPr/>
            </p14:nvContentPartPr>
            <p14:xfrm>
              <a:off x="2121235" y="4190230"/>
              <a:ext cx="2867400" cy="464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4732A7B8-7EDF-A8B9-6A77-6F8F20F1AE6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112595" y="4181230"/>
                <a:ext cx="288504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E00195D-558C-1CD0-56FB-F5F13A5E2AF2}"/>
              </a:ext>
            </a:extLst>
          </p:cNvPr>
          <p:cNvGrpSpPr/>
          <p:nvPr/>
        </p:nvGrpSpPr>
        <p:grpSpPr>
          <a:xfrm>
            <a:off x="7670275" y="2870830"/>
            <a:ext cx="2161080" cy="1438200"/>
            <a:chOff x="7670275" y="2870830"/>
            <a:chExt cx="2161080" cy="14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48F87E-F4C9-D952-156D-53BC9320B1F0}"/>
                    </a:ext>
                  </a:extLst>
                </p14:cNvPr>
                <p14:cNvContentPartPr/>
                <p14:nvPr/>
              </p14:nvContentPartPr>
              <p14:xfrm>
                <a:off x="7670275" y="3648070"/>
                <a:ext cx="75960" cy="3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48F87E-F4C9-D952-156D-53BC9320B1F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61635" y="3639430"/>
                  <a:ext cx="93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F578F5-AAB6-E86E-4358-9C84BEAFA700}"/>
                    </a:ext>
                  </a:extLst>
                </p14:cNvPr>
                <p14:cNvContentPartPr/>
                <p14:nvPr/>
              </p14:nvContentPartPr>
              <p14:xfrm>
                <a:off x="7679635" y="3692710"/>
                <a:ext cx="158760" cy="67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F578F5-AAB6-E86E-4358-9C84BEAFA7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70995" y="3683710"/>
                  <a:ext cx="176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2D912C-042E-A4C0-F244-B89AE8199AF2}"/>
                    </a:ext>
                  </a:extLst>
                </p14:cNvPr>
                <p14:cNvContentPartPr/>
                <p14:nvPr/>
              </p14:nvContentPartPr>
              <p14:xfrm>
                <a:off x="8374795" y="3135070"/>
                <a:ext cx="87480" cy="450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2D912C-042E-A4C0-F244-B89AE8199AF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65795" y="3126070"/>
                  <a:ext cx="1051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E301C0-F0AF-37DC-9393-0342A2EDD507}"/>
                    </a:ext>
                  </a:extLst>
                </p14:cNvPr>
                <p14:cNvContentPartPr/>
                <p14:nvPr/>
              </p14:nvContentPartPr>
              <p14:xfrm>
                <a:off x="8483155" y="2988550"/>
                <a:ext cx="330480" cy="74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E301C0-F0AF-37DC-9393-0342A2EDD50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74155" y="2979550"/>
                  <a:ext cx="34812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1D342F-9B83-C6A7-319E-7F5A253C3405}"/>
                    </a:ext>
                  </a:extLst>
                </p14:cNvPr>
                <p14:cNvContentPartPr/>
                <p14:nvPr/>
              </p14:nvContentPartPr>
              <p14:xfrm>
                <a:off x="8685835" y="3254590"/>
                <a:ext cx="11160" cy="246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1D342F-9B83-C6A7-319E-7F5A253C340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76835" y="3245950"/>
                  <a:ext cx="28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7FA1F7-FEB5-0A67-844A-17B4A10E9E04}"/>
                    </a:ext>
                  </a:extLst>
                </p14:cNvPr>
                <p14:cNvContentPartPr/>
                <p14:nvPr/>
              </p14:nvContentPartPr>
              <p14:xfrm>
                <a:off x="8694115" y="3153430"/>
                <a:ext cx="169200" cy="4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7FA1F7-FEB5-0A67-844A-17B4A10E9E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85475" y="3144430"/>
                  <a:ext cx="186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85F78D-74B3-23A4-5715-D7D1568F6027}"/>
                    </a:ext>
                  </a:extLst>
                </p14:cNvPr>
                <p14:cNvContentPartPr/>
                <p14:nvPr/>
              </p14:nvContentPartPr>
              <p14:xfrm>
                <a:off x="8712835" y="3269350"/>
                <a:ext cx="124560" cy="6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85F78D-74B3-23A4-5715-D7D1568F60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04195" y="3260350"/>
                  <a:ext cx="14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62586B2-427C-3A44-588C-CF25D1525A69}"/>
                    </a:ext>
                  </a:extLst>
                </p14:cNvPr>
                <p14:cNvContentPartPr/>
                <p14:nvPr/>
              </p14:nvContentPartPr>
              <p14:xfrm>
                <a:off x="8927395" y="3244510"/>
                <a:ext cx="127440" cy="27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62586B2-427C-3A44-588C-CF25D1525A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18395" y="3235870"/>
                  <a:ext cx="1450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26F433-1EE3-003F-5CC1-948C658FB481}"/>
                    </a:ext>
                  </a:extLst>
                </p14:cNvPr>
                <p14:cNvContentPartPr/>
                <p14:nvPr/>
              </p14:nvContentPartPr>
              <p14:xfrm>
                <a:off x="9227275" y="3221470"/>
                <a:ext cx="18000" cy="24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26F433-1EE3-003F-5CC1-948C658FB48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18635" y="3212830"/>
                  <a:ext cx="35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3C6577-18EB-3BD5-4613-7850AEB77B8B}"/>
                    </a:ext>
                  </a:extLst>
                </p14:cNvPr>
                <p14:cNvContentPartPr/>
                <p14:nvPr/>
              </p14:nvContentPartPr>
              <p14:xfrm>
                <a:off x="9210715" y="3168190"/>
                <a:ext cx="251280" cy="20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3C6577-18EB-3BD5-4613-7850AEB77B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02075" y="3159190"/>
                  <a:ext cx="268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61CD66-88BF-A283-1F50-E1E51278F5F7}"/>
                    </a:ext>
                  </a:extLst>
                </p14:cNvPr>
                <p14:cNvContentPartPr/>
                <p14:nvPr/>
              </p14:nvContentPartPr>
              <p14:xfrm>
                <a:off x="9365155" y="2988550"/>
                <a:ext cx="195480" cy="657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61CD66-88BF-A283-1F50-E1E51278F5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56155" y="2979910"/>
                  <a:ext cx="21312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73880C-39FA-2ECE-36CB-A462D4CAF5FF}"/>
                    </a:ext>
                  </a:extLst>
                </p14:cNvPr>
                <p14:cNvContentPartPr/>
                <p14:nvPr/>
              </p14:nvContentPartPr>
              <p14:xfrm>
                <a:off x="8314315" y="3596230"/>
                <a:ext cx="1104120" cy="68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73880C-39FA-2ECE-36CB-A462D4CAF5F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05315" y="3587590"/>
                  <a:ext cx="1121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07AE80-3395-AB62-DF99-EE7D89A6B24F}"/>
                    </a:ext>
                  </a:extLst>
                </p14:cNvPr>
                <p14:cNvContentPartPr/>
                <p14:nvPr/>
              </p14:nvContentPartPr>
              <p14:xfrm>
                <a:off x="8499715" y="3808630"/>
                <a:ext cx="118080" cy="40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07AE80-3395-AB62-DF99-EE7D89A6B24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0715" y="3799990"/>
                  <a:ext cx="135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BCA508-9545-5C4F-9151-4AC285413DF2}"/>
                    </a:ext>
                  </a:extLst>
                </p14:cNvPr>
                <p14:cNvContentPartPr/>
                <p14:nvPr/>
              </p14:nvContentPartPr>
              <p14:xfrm>
                <a:off x="8669995" y="3784870"/>
                <a:ext cx="212760" cy="47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BCA508-9545-5C4F-9151-4AC285413DF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61355" y="3775870"/>
                  <a:ext cx="2304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8F25F0-B9E4-E749-4CFD-66948D556282}"/>
                    </a:ext>
                  </a:extLst>
                </p14:cNvPr>
                <p14:cNvContentPartPr/>
                <p14:nvPr/>
              </p14:nvContentPartPr>
              <p14:xfrm>
                <a:off x="8838835" y="3895390"/>
                <a:ext cx="48240" cy="301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8F25F0-B9E4-E749-4CFD-66948D5562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30195" y="3886750"/>
                  <a:ext cx="658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F0700E9-7DF2-B46C-9C2F-5CFC1F3AAB27}"/>
                    </a:ext>
                  </a:extLst>
                </p14:cNvPr>
                <p14:cNvContentPartPr/>
                <p14:nvPr/>
              </p14:nvContentPartPr>
              <p14:xfrm>
                <a:off x="8856475" y="3882790"/>
                <a:ext cx="135720" cy="221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F0700E9-7DF2-B46C-9C2F-5CFC1F3AAB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47475" y="3873790"/>
                  <a:ext cx="153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3B6E76-2DE9-8261-89F5-0C3EABEE7859}"/>
                    </a:ext>
                  </a:extLst>
                </p14:cNvPr>
                <p14:cNvContentPartPr/>
                <p14:nvPr/>
              </p14:nvContentPartPr>
              <p14:xfrm>
                <a:off x="8931355" y="3808270"/>
                <a:ext cx="137520" cy="50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3B6E76-2DE9-8261-89F5-0C3EABEE785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22355" y="3799270"/>
                  <a:ext cx="1551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CCDECA-2AF8-33BC-0C83-D5791BBCFC33}"/>
                    </a:ext>
                  </a:extLst>
                </p14:cNvPr>
                <p14:cNvContentPartPr/>
                <p14:nvPr/>
              </p14:nvContentPartPr>
              <p14:xfrm>
                <a:off x="8030635" y="2870830"/>
                <a:ext cx="1800720" cy="794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CCDECA-2AF8-33BC-0C83-D5791BBCFC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21635" y="2862190"/>
                  <a:ext cx="1818360" cy="81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7B9B39B-6D1D-B422-2215-1882ABED9D15}"/>
              </a:ext>
            </a:extLst>
          </p:cNvPr>
          <p:cNvGrpSpPr/>
          <p:nvPr/>
        </p:nvGrpSpPr>
        <p:grpSpPr>
          <a:xfrm>
            <a:off x="10149595" y="3371230"/>
            <a:ext cx="125640" cy="122040"/>
            <a:chOff x="10149595" y="3371230"/>
            <a:chExt cx="12564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55D0A9-5C92-D458-B1FA-45218BD84176}"/>
                    </a:ext>
                  </a:extLst>
                </p14:cNvPr>
                <p14:cNvContentPartPr/>
                <p14:nvPr/>
              </p14:nvContentPartPr>
              <p14:xfrm>
                <a:off x="10183795" y="3371230"/>
                <a:ext cx="70560" cy="16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55D0A9-5C92-D458-B1FA-45218BD8417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75155" y="3362590"/>
                  <a:ext cx="88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87304A-E5B3-2C93-E7EA-6C1BF2484A70}"/>
                    </a:ext>
                  </a:extLst>
                </p14:cNvPr>
                <p14:cNvContentPartPr/>
                <p14:nvPr/>
              </p14:nvContentPartPr>
              <p14:xfrm>
                <a:off x="10149595" y="3442150"/>
                <a:ext cx="125640" cy="51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87304A-E5B3-2C93-E7EA-6C1BF2484A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40955" y="3433150"/>
                  <a:ext cx="14328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903A5DB-3FFF-A1CB-A0F6-6F5594300A51}"/>
                  </a:ext>
                </a:extLst>
              </p14:cNvPr>
              <p14:cNvContentPartPr/>
              <p14:nvPr/>
            </p14:nvContentPartPr>
            <p14:xfrm>
              <a:off x="6894115" y="1482670"/>
              <a:ext cx="47880" cy="497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903A5DB-3FFF-A1CB-A0F6-6F5594300A5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885115" y="1473670"/>
                <a:ext cx="6552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218B2B9-1D10-A7CA-53A1-76E38B507EDE}"/>
                  </a:ext>
                </a:extLst>
              </p14:cNvPr>
              <p14:cNvContentPartPr/>
              <p14:nvPr/>
            </p14:nvContentPartPr>
            <p14:xfrm>
              <a:off x="7037395" y="1375030"/>
              <a:ext cx="231840" cy="6066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218B2B9-1D10-A7CA-53A1-76E38B507ED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028395" y="1366390"/>
                <a:ext cx="24948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5B03C2F-1824-C70F-49CB-1996E4862B08}"/>
                  </a:ext>
                </a:extLst>
              </p14:cNvPr>
              <p14:cNvContentPartPr/>
              <p14:nvPr/>
            </p14:nvContentPartPr>
            <p14:xfrm>
              <a:off x="7229635" y="1618030"/>
              <a:ext cx="16200" cy="2030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5B03C2F-1824-C70F-49CB-1996E4862B0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220995" y="1609390"/>
                <a:ext cx="338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91FCA4B-5169-AABE-9C98-C53B6972B3EA}"/>
                  </a:ext>
                </a:extLst>
              </p14:cNvPr>
              <p14:cNvContentPartPr/>
              <p14:nvPr/>
            </p14:nvContentPartPr>
            <p14:xfrm>
              <a:off x="7230355" y="1583830"/>
              <a:ext cx="155520" cy="169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91FCA4B-5169-AABE-9C98-C53B6972B3E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221715" y="1575190"/>
                <a:ext cx="1731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355EDF8-E78B-F242-B99F-CA342642CA5F}"/>
                  </a:ext>
                </a:extLst>
              </p14:cNvPr>
              <p14:cNvContentPartPr/>
              <p14:nvPr/>
            </p14:nvContentPartPr>
            <p14:xfrm>
              <a:off x="7245835" y="1657630"/>
              <a:ext cx="154440" cy="51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355EDF8-E78B-F242-B99F-CA342642CA5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237195" y="1648630"/>
                <a:ext cx="17208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686338D-D918-9DD5-FCB4-2DFFB161FF45}"/>
                  </a:ext>
                </a:extLst>
              </p14:cNvPr>
              <p14:cNvContentPartPr/>
              <p14:nvPr/>
            </p14:nvContentPartPr>
            <p14:xfrm>
              <a:off x="7391995" y="1480510"/>
              <a:ext cx="239040" cy="6451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686338D-D918-9DD5-FCB4-2DFFB161FF4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382995" y="1471510"/>
                <a:ext cx="25668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8C261E1-D47C-3BED-1E0A-B24779494619}"/>
                  </a:ext>
                </a:extLst>
              </p14:cNvPr>
              <p14:cNvContentPartPr/>
              <p14:nvPr/>
            </p14:nvContentPartPr>
            <p14:xfrm>
              <a:off x="7567675" y="1715590"/>
              <a:ext cx="179640" cy="352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8C261E1-D47C-3BED-1E0A-B2477949461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558675" y="1706590"/>
                <a:ext cx="1972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67825BE-3B51-FAB2-7764-1DF90224D9A1}"/>
                  </a:ext>
                </a:extLst>
              </p14:cNvPr>
              <p14:cNvContentPartPr/>
              <p14:nvPr/>
            </p14:nvContentPartPr>
            <p14:xfrm>
              <a:off x="7554355" y="1719550"/>
              <a:ext cx="147600" cy="1483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67825BE-3B51-FAB2-7764-1DF90224D9A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545715" y="1710910"/>
                <a:ext cx="1652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851DA0D-A5B5-C4A9-C0D7-37FC7494434B}"/>
                  </a:ext>
                </a:extLst>
              </p14:cNvPr>
              <p14:cNvContentPartPr/>
              <p14:nvPr/>
            </p14:nvContentPartPr>
            <p14:xfrm>
              <a:off x="6884755" y="1496350"/>
              <a:ext cx="126720" cy="1897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851DA0D-A5B5-C4A9-C0D7-37FC7494434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875755" y="1487350"/>
                <a:ext cx="1443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E419313-9B24-2863-ECC7-1ADCF1126654}"/>
                  </a:ext>
                </a:extLst>
              </p14:cNvPr>
              <p14:cNvContentPartPr/>
              <p14:nvPr/>
            </p14:nvContentPartPr>
            <p14:xfrm>
              <a:off x="7758475" y="1329670"/>
              <a:ext cx="110520" cy="9288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E419313-9B24-2863-ECC7-1ADCF112665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749475" y="1320670"/>
                <a:ext cx="128160" cy="9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9ED98EB-8CA3-9BCA-E78C-63EF4B0BDB03}"/>
                  </a:ext>
                </a:extLst>
              </p14:cNvPr>
              <p14:cNvContentPartPr/>
              <p14:nvPr/>
            </p14:nvContentPartPr>
            <p14:xfrm>
              <a:off x="8016955" y="1399870"/>
              <a:ext cx="97560" cy="4352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9ED98EB-8CA3-9BCA-E78C-63EF4B0BDB0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07955" y="1390870"/>
                <a:ext cx="11520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08D0276-6856-3FB3-12F5-774D3E1D4D6B}"/>
                  </a:ext>
                </a:extLst>
              </p14:cNvPr>
              <p14:cNvContentPartPr/>
              <p14:nvPr/>
            </p14:nvContentPartPr>
            <p14:xfrm>
              <a:off x="8175355" y="1281070"/>
              <a:ext cx="229320" cy="6490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08D0276-6856-3FB3-12F5-774D3E1D4D6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166715" y="1272430"/>
                <a:ext cx="24696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ED7CFE6-10F8-604E-9AF7-20F34BA2CE72}"/>
                  </a:ext>
                </a:extLst>
              </p14:cNvPr>
              <p14:cNvContentPartPr/>
              <p14:nvPr/>
            </p14:nvContentPartPr>
            <p14:xfrm>
              <a:off x="8356075" y="1493830"/>
              <a:ext cx="22320" cy="2703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ED7CFE6-10F8-604E-9AF7-20F34BA2CE7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47075" y="1485190"/>
                <a:ext cx="399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7A48D6D-0CAA-6FAE-ADD6-7BF981042515}"/>
                  </a:ext>
                </a:extLst>
              </p14:cNvPr>
              <p14:cNvContentPartPr/>
              <p14:nvPr/>
            </p14:nvContentPartPr>
            <p14:xfrm>
              <a:off x="8352475" y="1450270"/>
              <a:ext cx="140400" cy="290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7A48D6D-0CAA-6FAE-ADD6-7BF98104251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343475" y="1441630"/>
                <a:ext cx="158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C896CA9-0F70-3A70-FBE0-ADD3A57203E3}"/>
                  </a:ext>
                </a:extLst>
              </p14:cNvPr>
              <p14:cNvContentPartPr/>
              <p14:nvPr/>
            </p14:nvContentPartPr>
            <p14:xfrm>
              <a:off x="8421955" y="1296190"/>
              <a:ext cx="152280" cy="656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C896CA9-0F70-3A70-FBE0-ADD3A57203E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413315" y="1287550"/>
                <a:ext cx="169920" cy="6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428FF08-59F0-4C4B-9822-3252403C2D50}"/>
                  </a:ext>
                </a:extLst>
              </p14:cNvPr>
              <p14:cNvContentPartPr/>
              <p14:nvPr/>
            </p14:nvContentPartPr>
            <p14:xfrm>
              <a:off x="8701315" y="1639270"/>
              <a:ext cx="137160" cy="93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428FF08-59F0-4C4B-9822-3252403C2D5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692675" y="1630270"/>
                <a:ext cx="1548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5FD1A3E-E580-B80C-C19E-3725710B0788}"/>
                  </a:ext>
                </a:extLst>
              </p14:cNvPr>
              <p14:cNvContentPartPr/>
              <p14:nvPr/>
            </p14:nvContentPartPr>
            <p14:xfrm>
              <a:off x="8703475" y="1721710"/>
              <a:ext cx="114120" cy="24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5FD1A3E-E580-B80C-C19E-3725710B078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694835" y="1712710"/>
                <a:ext cx="13176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F1DB549-20E1-B80F-ED9A-5AA5195AE21C}"/>
              </a:ext>
            </a:extLst>
          </p:cNvPr>
          <p:cNvGrpSpPr/>
          <p:nvPr/>
        </p:nvGrpSpPr>
        <p:grpSpPr>
          <a:xfrm>
            <a:off x="9051595" y="1058590"/>
            <a:ext cx="2933640" cy="931320"/>
            <a:chOff x="9051595" y="1058590"/>
            <a:chExt cx="2933640" cy="93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830E288-5924-44B1-AC8F-A4DF0C5EF797}"/>
                    </a:ext>
                  </a:extLst>
                </p14:cNvPr>
                <p14:cNvContentPartPr/>
                <p14:nvPr/>
              </p14:nvContentPartPr>
              <p14:xfrm>
                <a:off x="9051595" y="1395550"/>
                <a:ext cx="78840" cy="359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830E288-5924-44B1-AC8F-A4DF0C5EF79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42955" y="1386550"/>
                  <a:ext cx="964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0596472-D607-C2A7-CFC3-5CF9A8D7D0FB}"/>
                    </a:ext>
                  </a:extLst>
                </p14:cNvPr>
                <p14:cNvContentPartPr/>
                <p14:nvPr/>
              </p14:nvContentPartPr>
              <p14:xfrm>
                <a:off x="9217555" y="1242190"/>
                <a:ext cx="240840" cy="630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0596472-D607-C2A7-CFC3-5CF9A8D7D0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208915" y="1233550"/>
                  <a:ext cx="2584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EA34671-E9D1-E7F3-5531-795DBAACA5A7}"/>
                    </a:ext>
                  </a:extLst>
                </p14:cNvPr>
                <p14:cNvContentPartPr/>
                <p14:nvPr/>
              </p14:nvContentPartPr>
              <p14:xfrm>
                <a:off x="9459835" y="1492750"/>
                <a:ext cx="39240" cy="284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EA34671-E9D1-E7F3-5531-795DBAACA5A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450835" y="1484110"/>
                  <a:ext cx="56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7A2807-1003-DE48-DB2A-9CFC022F030C}"/>
                    </a:ext>
                  </a:extLst>
                </p14:cNvPr>
                <p14:cNvContentPartPr/>
                <p14:nvPr/>
              </p14:nvContentPartPr>
              <p14:xfrm>
                <a:off x="9486115" y="1505350"/>
                <a:ext cx="113040" cy="23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7A2807-1003-DE48-DB2A-9CFC022F030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77475" y="1496350"/>
                  <a:ext cx="130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D3C785-6387-624D-1F08-314CC9F4EFA4}"/>
                    </a:ext>
                  </a:extLst>
                </p14:cNvPr>
                <p14:cNvContentPartPr/>
                <p14:nvPr/>
              </p14:nvContentPartPr>
              <p14:xfrm>
                <a:off x="9433195" y="1629550"/>
                <a:ext cx="147240" cy="2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D3C785-6387-624D-1F08-314CC9F4EFA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24555" y="1620550"/>
                  <a:ext cx="164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06B9926-118B-B3DB-A495-599A059CBBCA}"/>
                    </a:ext>
                  </a:extLst>
                </p14:cNvPr>
                <p14:cNvContentPartPr/>
                <p14:nvPr/>
              </p14:nvContentPartPr>
              <p14:xfrm>
                <a:off x="9638395" y="1568710"/>
                <a:ext cx="141120" cy="248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06B9926-118B-B3DB-A495-599A059CBB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29395" y="1560070"/>
                  <a:ext cx="1587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AA083B-8620-EEC5-EF0C-44569AD7D432}"/>
                    </a:ext>
                  </a:extLst>
                </p14:cNvPr>
                <p14:cNvContentPartPr/>
                <p14:nvPr/>
              </p14:nvContentPartPr>
              <p14:xfrm>
                <a:off x="9891475" y="1455670"/>
                <a:ext cx="164880" cy="322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AA083B-8620-EEC5-EF0C-44569AD7D43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882835" y="1446670"/>
                  <a:ext cx="1825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A59A7FD-D8D9-9E73-9B5E-274D199C80E7}"/>
                    </a:ext>
                  </a:extLst>
                </p14:cNvPr>
                <p14:cNvContentPartPr/>
                <p14:nvPr/>
              </p14:nvContentPartPr>
              <p14:xfrm>
                <a:off x="10025395" y="1294030"/>
                <a:ext cx="87120" cy="695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A59A7FD-D8D9-9E73-9B5E-274D199C80E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16755" y="1285390"/>
                  <a:ext cx="104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FEB805-D5B7-98E6-D8B4-01C44B4B6369}"/>
                    </a:ext>
                  </a:extLst>
                </p14:cNvPr>
                <p14:cNvContentPartPr/>
                <p14:nvPr/>
              </p14:nvContentPartPr>
              <p14:xfrm>
                <a:off x="10348315" y="1619110"/>
                <a:ext cx="59400" cy="8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FEB805-D5B7-98E6-D8B4-01C44B4B636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39675" y="1610470"/>
                  <a:ext cx="77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394ED96-8CEE-80E7-4288-6DC2968D904A}"/>
                    </a:ext>
                  </a:extLst>
                </p14:cNvPr>
                <p14:cNvContentPartPr/>
                <p14:nvPr/>
              </p14:nvContentPartPr>
              <p14:xfrm>
                <a:off x="10320595" y="1682470"/>
                <a:ext cx="87480" cy="9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394ED96-8CEE-80E7-4288-6DC2968D904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311595" y="1673470"/>
                  <a:ext cx="105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A1D02F-968C-CE13-F46A-6A21873F33A2}"/>
                    </a:ext>
                  </a:extLst>
                </p14:cNvPr>
                <p14:cNvContentPartPr/>
                <p14:nvPr/>
              </p14:nvContentPartPr>
              <p14:xfrm>
                <a:off x="10374235" y="1485550"/>
                <a:ext cx="25200" cy="234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A1D02F-968C-CE13-F46A-6A21873F33A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65595" y="1476910"/>
                  <a:ext cx="42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B784800-1B83-7960-E6AB-6833F530B68F}"/>
                    </a:ext>
                  </a:extLst>
                </p14:cNvPr>
                <p14:cNvContentPartPr/>
                <p14:nvPr/>
              </p14:nvContentPartPr>
              <p14:xfrm>
                <a:off x="10250035" y="1634590"/>
                <a:ext cx="143280" cy="35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B784800-1B83-7960-E6AB-6833F530B6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41395" y="1625950"/>
                  <a:ext cx="160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18449F5-AB99-FECD-7977-EB4F0022E4F7}"/>
                    </a:ext>
                  </a:extLst>
                </p14:cNvPr>
                <p14:cNvContentPartPr/>
                <p14:nvPr/>
              </p14:nvContentPartPr>
              <p14:xfrm>
                <a:off x="10185955" y="1695790"/>
                <a:ext cx="243720" cy="20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18449F5-AB99-FECD-7977-EB4F0022E4F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76955" y="1686790"/>
                  <a:ext cx="261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18C745-7740-933C-EECD-4BE4A7412EA2}"/>
                    </a:ext>
                  </a:extLst>
                </p14:cNvPr>
                <p14:cNvContentPartPr/>
                <p14:nvPr/>
              </p14:nvContentPartPr>
              <p14:xfrm>
                <a:off x="10495195" y="1240030"/>
                <a:ext cx="106560" cy="48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18C745-7740-933C-EECD-4BE4A7412EA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86555" y="1231390"/>
                  <a:ext cx="1242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4AFEACE-B5BA-7488-CA9A-3601486081EA}"/>
                    </a:ext>
                  </a:extLst>
                </p14:cNvPr>
                <p14:cNvContentPartPr/>
                <p14:nvPr/>
              </p14:nvContentPartPr>
              <p14:xfrm>
                <a:off x="10628755" y="1179190"/>
                <a:ext cx="265680" cy="725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4AFEACE-B5BA-7488-CA9A-3601486081E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619755" y="1170550"/>
                  <a:ext cx="28332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AE0B170-CBCB-D48D-6744-B48FFBF7FFA6}"/>
                    </a:ext>
                  </a:extLst>
                </p14:cNvPr>
                <p14:cNvContentPartPr/>
                <p14:nvPr/>
              </p14:nvContentPartPr>
              <p14:xfrm>
                <a:off x="10778155" y="1281430"/>
                <a:ext cx="114120" cy="374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AE0B170-CBCB-D48D-6744-B48FFBF7FFA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69515" y="1272430"/>
                  <a:ext cx="131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F64099B-3637-38B7-9793-572A38E63454}"/>
                    </a:ext>
                  </a:extLst>
                </p14:cNvPr>
                <p14:cNvContentPartPr/>
                <p14:nvPr/>
              </p14:nvContentPartPr>
              <p14:xfrm>
                <a:off x="10835035" y="1228870"/>
                <a:ext cx="186840" cy="644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F64099B-3637-38B7-9793-572A38E6345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26035" y="1220230"/>
                  <a:ext cx="20448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F9B503B-BCBF-530C-E649-92B2127ED8ED}"/>
                    </a:ext>
                  </a:extLst>
                </p14:cNvPr>
                <p14:cNvContentPartPr/>
                <p14:nvPr/>
              </p14:nvContentPartPr>
              <p14:xfrm>
                <a:off x="10947715" y="1652230"/>
                <a:ext cx="30600" cy="205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F9B503B-BCBF-530C-E649-92B2127ED8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39075" y="1643590"/>
                  <a:ext cx="48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041EFC2-D44C-FF3C-C5EE-B9019DBB2BC0}"/>
                    </a:ext>
                  </a:extLst>
                </p14:cNvPr>
                <p14:cNvContentPartPr/>
                <p14:nvPr/>
              </p14:nvContentPartPr>
              <p14:xfrm>
                <a:off x="11002795" y="1643950"/>
                <a:ext cx="68760" cy="11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041EFC2-D44C-FF3C-C5EE-B9019DBB2BC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93795" y="1635310"/>
                  <a:ext cx="86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82C100E-FBE6-C457-9F6B-796D250440A3}"/>
                    </a:ext>
                  </a:extLst>
                </p14:cNvPr>
                <p14:cNvContentPartPr/>
                <p14:nvPr/>
              </p14:nvContentPartPr>
              <p14:xfrm>
                <a:off x="10973635" y="1733950"/>
                <a:ext cx="136080" cy="33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82C100E-FBE6-C457-9F6B-796D250440A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64995" y="1725310"/>
                  <a:ext cx="153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2248893-40EB-1B66-9473-B6B1C4E03097}"/>
                    </a:ext>
                  </a:extLst>
                </p14:cNvPr>
                <p14:cNvContentPartPr/>
                <p14:nvPr/>
              </p14:nvContentPartPr>
              <p14:xfrm>
                <a:off x="11064715" y="1209070"/>
                <a:ext cx="84600" cy="762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2248893-40EB-1B66-9473-B6B1C4E0309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56075" y="1200430"/>
                  <a:ext cx="10224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E5E76A3-262E-B024-6406-6A9249481B7D}"/>
                    </a:ext>
                  </a:extLst>
                </p14:cNvPr>
                <p14:cNvContentPartPr/>
                <p14:nvPr/>
              </p14:nvContentPartPr>
              <p14:xfrm>
                <a:off x="11287915" y="1207630"/>
                <a:ext cx="129960" cy="4222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E5E76A3-262E-B024-6406-6A9249481B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279275" y="1198990"/>
                  <a:ext cx="1476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6C4B8F3-2546-CB99-661D-D964E6B75975}"/>
                    </a:ext>
                  </a:extLst>
                </p14:cNvPr>
                <p14:cNvContentPartPr/>
                <p14:nvPr/>
              </p14:nvContentPartPr>
              <p14:xfrm>
                <a:off x="11456395" y="1134550"/>
                <a:ext cx="207000" cy="673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6C4B8F3-2546-CB99-661D-D964E6B759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47395" y="1125910"/>
                  <a:ext cx="22464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95582FF-E8FE-54F1-5A67-F07960784C7B}"/>
                    </a:ext>
                  </a:extLst>
                </p14:cNvPr>
                <p14:cNvContentPartPr/>
                <p14:nvPr/>
              </p14:nvContentPartPr>
              <p14:xfrm>
                <a:off x="11708755" y="1300510"/>
                <a:ext cx="24840" cy="301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95582FF-E8FE-54F1-5A67-F07960784C7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699755" y="1291510"/>
                  <a:ext cx="42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FCBCEE5-CC70-EBCE-D80B-416030C78318}"/>
                    </a:ext>
                  </a:extLst>
                </p14:cNvPr>
                <p14:cNvContentPartPr/>
                <p14:nvPr/>
              </p14:nvContentPartPr>
              <p14:xfrm>
                <a:off x="11717035" y="1265230"/>
                <a:ext cx="141120" cy="25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FCBCEE5-CC70-EBCE-D80B-416030C7831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708035" y="1256230"/>
                  <a:ext cx="158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3078827-BEC4-811C-96CC-5D85E3C8675C}"/>
                    </a:ext>
                  </a:extLst>
                </p14:cNvPr>
                <p14:cNvContentPartPr/>
                <p14:nvPr/>
              </p14:nvContentPartPr>
              <p14:xfrm>
                <a:off x="11711635" y="1409950"/>
                <a:ext cx="148320" cy="24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3078827-BEC4-811C-96CC-5D85E3C8675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702995" y="1401310"/>
                  <a:ext cx="165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2243016-4FE6-9746-22F8-8F102790B121}"/>
                    </a:ext>
                  </a:extLst>
                </p14:cNvPr>
                <p14:cNvContentPartPr/>
                <p14:nvPr/>
              </p14:nvContentPartPr>
              <p14:xfrm>
                <a:off x="11837995" y="1058590"/>
                <a:ext cx="147240" cy="781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2243016-4FE6-9746-22F8-8F102790B1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829355" y="1049590"/>
                  <a:ext cx="164880" cy="79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A76A937-E81C-2ACF-3F7A-0A848C9DF839}"/>
                  </a:ext>
                </a:extLst>
              </p14:cNvPr>
              <p14:cNvContentPartPr/>
              <p14:nvPr/>
            </p14:nvContentPartPr>
            <p14:xfrm>
              <a:off x="2253355" y="4733830"/>
              <a:ext cx="621000" cy="379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A76A937-E81C-2ACF-3F7A-0A848C9DF839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244715" y="4725190"/>
                <a:ext cx="6386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5CDEA60-FDB3-CF1E-3BD0-FC417096FB4F}"/>
                  </a:ext>
                </a:extLst>
              </p14:cNvPr>
              <p14:cNvContentPartPr/>
              <p14:nvPr/>
            </p14:nvContentPartPr>
            <p14:xfrm>
              <a:off x="2987395" y="4672270"/>
              <a:ext cx="539640" cy="478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5CDEA60-FDB3-CF1E-3BD0-FC417096FB4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978755" y="4663630"/>
                <a:ext cx="55728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A9A7C37-7932-5FA7-1B54-C560B0DB1485}"/>
                  </a:ext>
                </a:extLst>
              </p14:cNvPr>
              <p14:cNvContentPartPr/>
              <p14:nvPr/>
            </p14:nvContentPartPr>
            <p14:xfrm>
              <a:off x="1899475" y="5089150"/>
              <a:ext cx="505440" cy="338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A9A7C37-7932-5FA7-1B54-C560B0DB148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890475" y="5080510"/>
                <a:ext cx="5230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F0EF2DC-D888-20EB-A9A5-0A1818DBB158}"/>
                  </a:ext>
                </a:extLst>
              </p14:cNvPr>
              <p14:cNvContentPartPr/>
              <p14:nvPr/>
            </p14:nvContentPartPr>
            <p14:xfrm>
              <a:off x="2394115" y="5060710"/>
              <a:ext cx="464400" cy="3574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F0EF2DC-D888-20EB-A9A5-0A1818DBB15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2385115" y="5051710"/>
                <a:ext cx="48204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F99CFC2-113C-A107-6E4C-04C9761212AC}"/>
                  </a:ext>
                </a:extLst>
              </p14:cNvPr>
              <p14:cNvContentPartPr/>
              <p14:nvPr/>
            </p14:nvContentPartPr>
            <p14:xfrm>
              <a:off x="4196275" y="5225590"/>
              <a:ext cx="736560" cy="500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F99CFC2-113C-A107-6E4C-04C9761212AC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187275" y="5216950"/>
                <a:ext cx="75420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44E09FC-F8BD-6E74-1EFB-5941EF47D27D}"/>
              </a:ext>
            </a:extLst>
          </p:cNvPr>
          <p:cNvGrpSpPr/>
          <p:nvPr/>
        </p:nvGrpSpPr>
        <p:grpSpPr>
          <a:xfrm>
            <a:off x="462715" y="5776390"/>
            <a:ext cx="632520" cy="768600"/>
            <a:chOff x="462715" y="5776390"/>
            <a:chExt cx="632520" cy="76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049629B-0A06-2EC9-F14C-B586BF1F3FE2}"/>
                    </a:ext>
                  </a:extLst>
                </p14:cNvPr>
                <p14:cNvContentPartPr/>
                <p14:nvPr/>
              </p14:nvContentPartPr>
              <p14:xfrm>
                <a:off x="462715" y="5906350"/>
                <a:ext cx="81720" cy="451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049629B-0A06-2EC9-F14C-B586BF1F3FE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3715" y="5897710"/>
                  <a:ext cx="9936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1985959-F1B8-3E72-0C6E-FA216D0C01A1}"/>
                    </a:ext>
                  </a:extLst>
                </p14:cNvPr>
                <p14:cNvContentPartPr/>
                <p14:nvPr/>
              </p14:nvContentPartPr>
              <p14:xfrm>
                <a:off x="683035" y="5790790"/>
                <a:ext cx="197280" cy="596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1985959-F1B8-3E72-0C6E-FA216D0C01A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4035" y="5782150"/>
                  <a:ext cx="21492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F42071-A391-315A-4C10-33C1AE03DFF1}"/>
                    </a:ext>
                  </a:extLst>
                </p14:cNvPr>
                <p14:cNvContentPartPr/>
                <p14:nvPr/>
              </p14:nvContentPartPr>
              <p14:xfrm>
                <a:off x="821635" y="5968990"/>
                <a:ext cx="50400" cy="326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F42071-A391-315A-4C10-33C1AE03DFF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2635" y="5959990"/>
                  <a:ext cx="680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8CCFC4E-F6F6-DDEC-A904-68E0BAB1E667}"/>
                    </a:ext>
                  </a:extLst>
                </p14:cNvPr>
                <p14:cNvContentPartPr/>
                <p14:nvPr/>
              </p14:nvContentPartPr>
              <p14:xfrm>
                <a:off x="857995" y="5958550"/>
                <a:ext cx="82080" cy="25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8CCFC4E-F6F6-DDEC-A904-68E0BAB1E66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48995" y="5949910"/>
                  <a:ext cx="99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6A0D22-1E52-B273-34E8-D78FC07A959A}"/>
                    </a:ext>
                  </a:extLst>
                </p14:cNvPr>
                <p14:cNvContentPartPr/>
                <p14:nvPr/>
              </p14:nvContentPartPr>
              <p14:xfrm>
                <a:off x="848635" y="6048550"/>
                <a:ext cx="160920" cy="59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6A0D22-1E52-B273-34E8-D78FC07A959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9995" y="6039910"/>
                  <a:ext cx="178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3B149D9-B569-C052-6F5E-DA9A49562ADA}"/>
                    </a:ext>
                  </a:extLst>
                </p14:cNvPr>
                <p14:cNvContentPartPr/>
                <p14:nvPr/>
              </p14:nvContentPartPr>
              <p14:xfrm>
                <a:off x="986515" y="5776390"/>
                <a:ext cx="108720" cy="768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3B149D9-B569-C052-6F5E-DA9A49562AD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7515" y="5767750"/>
                  <a:ext cx="12636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6272EB5-6480-3C0F-DAB1-87D2F8E9987C}"/>
                    </a:ext>
                  </a:extLst>
                </p14:cNvPr>
                <p14:cNvContentPartPr/>
                <p14:nvPr/>
              </p14:nvContentPartPr>
              <p14:xfrm>
                <a:off x="479995" y="5928670"/>
                <a:ext cx="112320" cy="259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6272EB5-6480-3C0F-DAB1-87D2F8E9987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1355" y="5920030"/>
                  <a:ext cx="12996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5883EB7-A80A-FCC0-34A6-BBC52E494E4E}"/>
              </a:ext>
            </a:extLst>
          </p:cNvPr>
          <p:cNvGrpSpPr/>
          <p:nvPr/>
        </p:nvGrpSpPr>
        <p:grpSpPr>
          <a:xfrm>
            <a:off x="1476835" y="5777470"/>
            <a:ext cx="1013040" cy="423720"/>
            <a:chOff x="1476835" y="5777470"/>
            <a:chExt cx="101304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7BB76AB-6400-8D2A-14EA-590D55E7C537}"/>
                    </a:ext>
                  </a:extLst>
                </p14:cNvPr>
                <p14:cNvContentPartPr/>
                <p14:nvPr/>
              </p14:nvContentPartPr>
              <p14:xfrm>
                <a:off x="1484035" y="6029470"/>
                <a:ext cx="77400" cy="34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7BB76AB-6400-8D2A-14EA-590D55E7C53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75395" y="6020470"/>
                  <a:ext cx="95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61BFB7-1FE0-531A-2AED-E1F4A6ECD6AB}"/>
                    </a:ext>
                  </a:extLst>
                </p14:cNvPr>
                <p14:cNvContentPartPr/>
                <p14:nvPr/>
              </p14:nvContentPartPr>
              <p14:xfrm>
                <a:off x="1476835" y="6105430"/>
                <a:ext cx="156600" cy="95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61BFB7-1FE0-531A-2AED-E1F4A6ECD6A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468195" y="6096790"/>
                  <a:ext cx="174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B5413D9-A1FC-B94A-C5DB-A25064444D8E}"/>
                    </a:ext>
                  </a:extLst>
                </p14:cNvPr>
                <p14:cNvContentPartPr/>
                <p14:nvPr/>
              </p14:nvContentPartPr>
              <p14:xfrm>
                <a:off x="1809475" y="5881150"/>
                <a:ext cx="216720" cy="156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B5413D9-A1FC-B94A-C5DB-A25064444D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00475" y="5872150"/>
                  <a:ext cx="234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9B2A072-7AFF-D48B-1F55-19945234BB6B}"/>
                    </a:ext>
                  </a:extLst>
                </p14:cNvPr>
                <p14:cNvContentPartPr/>
                <p14:nvPr/>
              </p14:nvContentPartPr>
              <p14:xfrm>
                <a:off x="2128075" y="5944150"/>
                <a:ext cx="11880" cy="21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9B2A072-7AFF-D48B-1F55-19945234BB6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119435" y="5935150"/>
                  <a:ext cx="29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07BC2C2-DDC1-C411-0FD4-DB9E58C9713E}"/>
                    </a:ext>
                  </a:extLst>
                </p14:cNvPr>
                <p14:cNvContentPartPr/>
                <p14:nvPr/>
              </p14:nvContentPartPr>
              <p14:xfrm>
                <a:off x="2293315" y="5777470"/>
                <a:ext cx="196560" cy="371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07BC2C2-DDC1-C411-0FD4-DB9E58C9713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284315" y="5768470"/>
                  <a:ext cx="214200" cy="38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773745D-9D61-FB75-3EEE-5A1860849B25}"/>
                  </a:ext>
                </a:extLst>
              </p14:cNvPr>
              <p14:cNvContentPartPr/>
              <p14:nvPr/>
            </p14:nvContentPartPr>
            <p14:xfrm>
              <a:off x="2869315" y="6174910"/>
              <a:ext cx="119520" cy="3067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773745D-9D61-FB75-3EEE-5A1860849B2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860315" y="6166270"/>
                <a:ext cx="1371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3854E90-B40B-4568-A3C2-E4498161EC07}"/>
              </a:ext>
            </a:extLst>
          </p:cNvPr>
          <p:cNvGrpSpPr/>
          <p:nvPr/>
        </p:nvGrpSpPr>
        <p:grpSpPr>
          <a:xfrm>
            <a:off x="3402475" y="5537710"/>
            <a:ext cx="2531880" cy="837360"/>
            <a:chOff x="3402475" y="5537710"/>
            <a:chExt cx="25318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312A67-E265-A43B-8970-BB9542B39318}"/>
                    </a:ext>
                  </a:extLst>
                </p14:cNvPr>
                <p14:cNvContentPartPr/>
                <p14:nvPr/>
              </p14:nvContentPartPr>
              <p14:xfrm>
                <a:off x="3402475" y="5648590"/>
                <a:ext cx="90360" cy="422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312A67-E265-A43B-8970-BB9542B3931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393835" y="5639590"/>
                  <a:ext cx="1080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7B33BB2-8711-182D-6BDB-A715D4DCA007}"/>
                    </a:ext>
                  </a:extLst>
                </p14:cNvPr>
                <p14:cNvContentPartPr/>
                <p14:nvPr/>
              </p14:nvContentPartPr>
              <p14:xfrm>
                <a:off x="3575275" y="5537710"/>
                <a:ext cx="258840" cy="689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7B33BB2-8711-182D-6BDB-A715D4DCA00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66635" y="5529070"/>
                  <a:ext cx="2764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63ABAB4-579C-5709-29D1-0E794BAB55C3}"/>
                    </a:ext>
                  </a:extLst>
                </p14:cNvPr>
                <p14:cNvContentPartPr/>
                <p14:nvPr/>
              </p14:nvContentPartPr>
              <p14:xfrm>
                <a:off x="3830515" y="5732830"/>
                <a:ext cx="38880" cy="207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63ABAB4-579C-5709-29D1-0E794BAB55C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821515" y="5724190"/>
                  <a:ext cx="56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431E3C9-C1E5-92D8-2B2B-4F7A2A7B1151}"/>
                    </a:ext>
                  </a:extLst>
                </p14:cNvPr>
                <p14:cNvContentPartPr/>
                <p14:nvPr/>
              </p14:nvContentPartPr>
              <p14:xfrm>
                <a:off x="3858955" y="5660470"/>
                <a:ext cx="206280" cy="34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431E3C9-C1E5-92D8-2B2B-4F7A2A7B115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49955" y="5651830"/>
                  <a:ext cx="223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5F48D3-841F-F8E7-FBFC-8EC735C4884A}"/>
                    </a:ext>
                  </a:extLst>
                </p14:cNvPr>
                <p14:cNvContentPartPr/>
                <p14:nvPr/>
              </p14:nvContentPartPr>
              <p14:xfrm>
                <a:off x="3910795" y="5803390"/>
                <a:ext cx="112320" cy="33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5F48D3-841F-F8E7-FBFC-8EC735C4884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01795" y="5794390"/>
                  <a:ext cx="129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51CE49D-21C4-042A-7807-6C412A8B2935}"/>
                    </a:ext>
                  </a:extLst>
                </p14:cNvPr>
                <p14:cNvContentPartPr/>
                <p14:nvPr/>
              </p14:nvContentPartPr>
              <p14:xfrm>
                <a:off x="4033915" y="5550670"/>
                <a:ext cx="234360" cy="676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51CE49D-21C4-042A-7807-6C412A8B293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24915" y="5542030"/>
                  <a:ext cx="25200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C046F4D-5B7D-2021-9DD2-B057A2D2306F}"/>
                    </a:ext>
                  </a:extLst>
                </p14:cNvPr>
                <p14:cNvContentPartPr/>
                <p14:nvPr/>
              </p14:nvContentPartPr>
              <p14:xfrm>
                <a:off x="4261435" y="5894470"/>
                <a:ext cx="42120" cy="322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C046F4D-5B7D-2021-9DD2-B057A2D2306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252435" y="5885470"/>
                  <a:ext cx="597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78B04A4-0255-E4AA-FDCE-9DAC3DA9BAAB}"/>
                    </a:ext>
                  </a:extLst>
                </p14:cNvPr>
                <p14:cNvContentPartPr/>
                <p14:nvPr/>
              </p14:nvContentPartPr>
              <p14:xfrm>
                <a:off x="4226875" y="5875390"/>
                <a:ext cx="231120" cy="255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78B04A4-0255-E4AA-FDCE-9DAC3DA9BAA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217875" y="5866390"/>
                  <a:ext cx="248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F804F58-0D6A-B6DF-A2E8-35CDE74E1987}"/>
                    </a:ext>
                  </a:extLst>
                </p14:cNvPr>
                <p14:cNvContentPartPr/>
                <p14:nvPr/>
              </p14:nvContentPartPr>
              <p14:xfrm>
                <a:off x="4361155" y="5587750"/>
                <a:ext cx="170280" cy="787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F804F58-0D6A-B6DF-A2E8-35CDE74E198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352155" y="5579110"/>
                  <a:ext cx="18792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6173132-A36A-B56E-1FB5-936322FE3257}"/>
                    </a:ext>
                  </a:extLst>
                </p14:cNvPr>
                <p14:cNvContentPartPr/>
                <p14:nvPr/>
              </p14:nvContentPartPr>
              <p14:xfrm>
                <a:off x="4685875" y="5796190"/>
                <a:ext cx="101880" cy="18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6173132-A36A-B56E-1FB5-936322FE325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677235" y="5787550"/>
                  <a:ext cx="119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B60A3C4-9EE0-47D3-D63D-F9E8923092CC}"/>
                    </a:ext>
                  </a:extLst>
                </p14:cNvPr>
                <p14:cNvContentPartPr/>
                <p14:nvPr/>
              </p14:nvContentPartPr>
              <p14:xfrm>
                <a:off x="4735555" y="5860270"/>
                <a:ext cx="101880" cy="24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B60A3C4-9EE0-47D3-D63D-F9E8923092C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726915" y="5851270"/>
                  <a:ext cx="119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1BDB9E1-3E85-7704-DE7B-C70B92ABDF4C}"/>
                    </a:ext>
                  </a:extLst>
                </p14:cNvPr>
                <p14:cNvContentPartPr/>
                <p14:nvPr/>
              </p14:nvContentPartPr>
              <p14:xfrm>
                <a:off x="4989355" y="5652190"/>
                <a:ext cx="212400" cy="172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1BDB9E1-3E85-7704-DE7B-C70B92ABDF4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980355" y="5643550"/>
                  <a:ext cx="230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F75078-2096-B96D-6D35-BA02C21D5F51}"/>
                    </a:ext>
                  </a:extLst>
                </p14:cNvPr>
                <p14:cNvContentPartPr/>
                <p14:nvPr/>
              </p14:nvContentPartPr>
              <p14:xfrm>
                <a:off x="5261515" y="5679190"/>
                <a:ext cx="37800" cy="13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F75078-2096-B96D-6D35-BA02C21D5F5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252875" y="5670190"/>
                  <a:ext cx="55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4CA8520-D8AC-9493-8BA5-4FB7F68C3896}"/>
                    </a:ext>
                  </a:extLst>
                </p14:cNvPr>
                <p14:cNvContentPartPr/>
                <p14:nvPr/>
              </p14:nvContentPartPr>
              <p14:xfrm>
                <a:off x="5439715" y="5592070"/>
                <a:ext cx="208800" cy="179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4CA8520-D8AC-9493-8BA5-4FB7F68C38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31075" y="5583430"/>
                  <a:ext cx="226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1D2E0A9-3F55-2E9A-0DA4-B4A39DA5D0C8}"/>
                    </a:ext>
                  </a:extLst>
                </p14:cNvPr>
                <p14:cNvContentPartPr/>
                <p14:nvPr/>
              </p14:nvContentPartPr>
              <p14:xfrm>
                <a:off x="5504155" y="5635630"/>
                <a:ext cx="50040" cy="305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1D2E0A9-3F55-2E9A-0DA4-B4A39DA5D0C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495155" y="5626630"/>
                  <a:ext cx="67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EC60E6-4ED2-2005-D4AD-FCFEBBFF0990}"/>
                    </a:ext>
                  </a:extLst>
                </p14:cNvPr>
                <p14:cNvContentPartPr/>
                <p14:nvPr/>
              </p14:nvContentPartPr>
              <p14:xfrm>
                <a:off x="5679475" y="5547430"/>
                <a:ext cx="254880" cy="2948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EC60E6-4ED2-2005-D4AD-FCFEBBFF09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670475" y="5538790"/>
                  <a:ext cx="272520" cy="31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9847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8DE6-9487-D71C-1033-166B65B4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Example:3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656A4153-68CC-2BF4-A1CA-BA25A693F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851AC983-637A-4963-CFA8-4E4BED174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6322" name="Content Placeholder 1">
            <a:extLst>
              <a:ext uri="{FF2B5EF4-FFF2-40B4-BE49-F238E27FC236}">
                <a16:creationId xmlns:a16="http://schemas.microsoft.com/office/drawing/2014/main" id="{942E84F6-8C0E-844E-073F-1FD3F13F9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753" y="1263650"/>
            <a:ext cx="10605719" cy="361963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It is estimated that 50% of emails are spam emails. Some software has been applied to filter these spam emails before they reach your inbox. A certain brand of software claims that it can detect 99% of spam e-mails, and the probability for a false positive (a non-spam email detected as spam) is 5%.Now if an email is detected as spam, then what is the probability that it is in fact a non-spam email? </a:t>
            </a:r>
            <a:endParaRPr lang="en-IN" altLang="en-US" sz="2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61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8296-47B0-8E01-84E1-383952CF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1D374F66-DC18-1518-3629-0182573CDB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8F404A02-1FF0-3599-BEDF-5B2ED7AB6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BEAC7CC-919F-EEBA-25FE-DDC550616D4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6400" y="1286273"/>
            <a:ext cx="11540958" cy="5186715"/>
          </a:xfrm>
          <a:prstGeom prst="rect">
            <a:avLst/>
          </a:prstGeom>
          <a:blipFill>
            <a:blip r:embed="rId2"/>
            <a:stretch>
              <a:fillRect l="-845"/>
            </a:stretch>
          </a:blip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2454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Bayes' Theorem for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406400" y="1044803"/>
                <a:ext cx="11701236" cy="556826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dirty="0">
                  <a:cs typeface="Times New Roman" panose="02020603050405020304" pitchFamily="18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Where </a:t>
                </a:r>
                <a:endParaRPr lang="en-US" sz="2000" i="1" dirty="0">
                  <a:cs typeface="Times New Roman" panose="02020603050405020304" pitchFamily="18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: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Posterior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probability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hypothesis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given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evidence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: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Prior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probability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hypothesis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: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Likelihood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evidence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given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: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Evidence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probability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which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acts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as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normalization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constant</m:t>
                    </m:r>
                    <m:r>
                      <m:rPr>
                        <m:nor/>
                      </m:rPr>
                      <a:rPr lang="en-IN" sz="2000"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IN" sz="20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dirty="0"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000" dirty="0">
                    <a:cs typeface="Times New Roman" panose="02020603050405020304" pitchFamily="18" charset="0"/>
                  </a:rPr>
                  <a:t>​ are </a:t>
                </a:r>
                <a:r>
                  <a:rPr lang="en-IN" sz="2000" b="1" dirty="0">
                    <a:cs typeface="Times New Roman" panose="02020603050405020304" pitchFamily="18" charset="0"/>
                  </a:rPr>
                  <a:t>mutually exclusive and exhaustive hypotheses</a:t>
                </a:r>
                <a:r>
                  <a:rPr lang="en-IN" sz="2000" dirty="0">
                    <a:cs typeface="Times New Roman" panose="02020603050405020304" pitchFamily="18" charset="0"/>
                  </a:rPr>
                  <a:t>, the sum of their posterior probabilities is always 1 :  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IN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000" dirty="0">
                  <a:cs typeface="Times New Roman" panose="02020603050405020304" pitchFamily="18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dirty="0">
                    <a:cs typeface="Times New Roman" panose="02020603050405020304" pitchFamily="18" charset="0"/>
                  </a:rPr>
                  <a:t>This holds because of the total probability of E accounts for all hypotheses.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This logic forms the core of the </a:t>
                </a:r>
                <a:r>
                  <a:rPr lang="en-US" sz="2000" b="1" dirty="0">
                    <a:cs typeface="Times New Roman" panose="02020603050405020304" pitchFamily="18" charset="0"/>
                  </a:rPr>
                  <a:t>Naive Bayes classifier</a:t>
                </a:r>
                <a:r>
                  <a:rPr lang="en-US" sz="2000" dirty="0">
                    <a:cs typeface="Times New Roman" panose="02020603050405020304" pitchFamily="18" charset="0"/>
                  </a:rPr>
                  <a:t>, widely used in: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cs typeface="Times New Roman" panose="02020603050405020304" pitchFamily="18" charset="0"/>
                  </a:rPr>
                  <a:t>Spam filtering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cs typeface="Times New Roman" panose="02020603050405020304" pitchFamily="18" charset="0"/>
                  </a:rPr>
                  <a:t>Sentiment analysis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cs typeface="Times New Roman" panose="02020603050405020304" pitchFamily="18" charset="0"/>
                  </a:rPr>
                  <a:t>Document categorization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cs typeface="Times New Roman" panose="02020603050405020304" pitchFamily="18" charset="0"/>
                  </a:rPr>
                  <a:t>Medical diagnosis prediction</a:t>
                </a:r>
                <a:endParaRPr lang="en-IN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044803"/>
                <a:ext cx="11701236" cy="5568268"/>
              </a:xfrm>
              <a:prstGeom prst="rect">
                <a:avLst/>
              </a:prstGeom>
              <a:blipFill>
                <a:blip r:embed="rId2"/>
                <a:stretch>
                  <a:fillRect l="-573" b="-4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AEC35D9-A4D3-859B-7275-40ACC6B735E9}"/>
              </a:ext>
            </a:extLst>
          </p:cNvPr>
          <p:cNvGrpSpPr/>
          <p:nvPr/>
        </p:nvGrpSpPr>
        <p:grpSpPr>
          <a:xfrm>
            <a:off x="7925155" y="1045630"/>
            <a:ext cx="4048560" cy="1869480"/>
            <a:chOff x="7925155" y="1045630"/>
            <a:chExt cx="4048560" cy="18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D6AFA8-9CD2-3704-2612-E9AD2D8EB3DC}"/>
                    </a:ext>
                  </a:extLst>
                </p14:cNvPr>
                <p14:cNvContentPartPr/>
                <p14:nvPr/>
              </p14:nvContentPartPr>
              <p14:xfrm>
                <a:off x="7925155" y="1045630"/>
                <a:ext cx="354600" cy="108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D6AFA8-9CD2-3704-2612-E9AD2D8EB3D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6155" y="1036630"/>
                  <a:ext cx="37224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1C80D78-E8C9-258D-BF32-5709C64C6357}"/>
                    </a:ext>
                  </a:extLst>
                </p14:cNvPr>
                <p14:cNvContentPartPr/>
                <p14:nvPr/>
              </p14:nvContentPartPr>
              <p14:xfrm>
                <a:off x="8436355" y="1392310"/>
                <a:ext cx="355680" cy="198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1C80D78-E8C9-258D-BF32-5709C64C63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27355" y="1383670"/>
                  <a:ext cx="373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A147351-4B6D-04D5-0D9E-95B1C97873A5}"/>
                    </a:ext>
                  </a:extLst>
                </p14:cNvPr>
                <p14:cNvContentPartPr/>
                <p14:nvPr/>
              </p14:nvContentPartPr>
              <p14:xfrm>
                <a:off x="8891755" y="1424710"/>
                <a:ext cx="672840" cy="139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A147351-4B6D-04D5-0D9E-95B1C97873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83115" y="1415710"/>
                  <a:ext cx="690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027CFD-92C8-90A3-D93E-37691BDEC047}"/>
                    </a:ext>
                  </a:extLst>
                </p14:cNvPr>
                <p14:cNvContentPartPr/>
                <p14:nvPr/>
              </p14:nvContentPartPr>
              <p14:xfrm>
                <a:off x="9838195" y="1260550"/>
                <a:ext cx="149400" cy="25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027CFD-92C8-90A3-D93E-37691BDEC0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29195" y="1251550"/>
                  <a:ext cx="1670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7C00A7-5F4F-05EB-1481-8E64A6503377}"/>
                    </a:ext>
                  </a:extLst>
                </p14:cNvPr>
                <p14:cNvContentPartPr/>
                <p14:nvPr/>
              </p14:nvContentPartPr>
              <p14:xfrm>
                <a:off x="9912715" y="1084150"/>
                <a:ext cx="143280" cy="594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7C00A7-5F4F-05EB-1481-8E64A65033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03715" y="1075150"/>
                  <a:ext cx="16092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5E498C-DE46-E470-4C32-FC134A176707}"/>
                    </a:ext>
                  </a:extLst>
                </p14:cNvPr>
                <p14:cNvContentPartPr/>
                <p14:nvPr/>
              </p14:nvContentPartPr>
              <p14:xfrm>
                <a:off x="9913075" y="1423630"/>
                <a:ext cx="11268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5E498C-DE46-E470-4C32-FC134A1767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4435" y="1414990"/>
                  <a:ext cx="130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57AF20-3661-AC5A-6FE1-0C93EAA8E38D}"/>
                    </a:ext>
                  </a:extLst>
                </p14:cNvPr>
                <p14:cNvContentPartPr/>
                <p14:nvPr/>
              </p14:nvContentPartPr>
              <p14:xfrm>
                <a:off x="10127995" y="1434790"/>
                <a:ext cx="254160" cy="135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57AF20-3661-AC5A-6FE1-0C93EAA8E38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18995" y="1426150"/>
                  <a:ext cx="271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40AE7E-C062-849D-47F9-BDD915A15FE8}"/>
                    </a:ext>
                  </a:extLst>
                </p14:cNvPr>
                <p14:cNvContentPartPr/>
                <p14:nvPr/>
              </p14:nvContentPartPr>
              <p14:xfrm>
                <a:off x="10369195" y="1353070"/>
                <a:ext cx="53280" cy="1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40AE7E-C062-849D-47F9-BDD915A15F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60195" y="1344430"/>
                  <a:ext cx="70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0721B6E-BB1A-24B0-5018-9FFA8F9605A5}"/>
                    </a:ext>
                  </a:extLst>
                </p14:cNvPr>
                <p14:cNvContentPartPr/>
                <p14:nvPr/>
              </p14:nvContentPartPr>
              <p14:xfrm>
                <a:off x="10485115" y="1476190"/>
                <a:ext cx="84240" cy="3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0721B6E-BB1A-24B0-5018-9FFA8F9605A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476115" y="1467550"/>
                  <a:ext cx="101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7A3E6B-7CDD-C791-82A3-51186046347A}"/>
                    </a:ext>
                  </a:extLst>
                </p14:cNvPr>
                <p14:cNvContentPartPr/>
                <p14:nvPr/>
              </p14:nvContentPartPr>
              <p14:xfrm>
                <a:off x="10447315" y="1403830"/>
                <a:ext cx="165600" cy="422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7A3E6B-7CDD-C791-82A3-5118604634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438315" y="1395190"/>
                  <a:ext cx="1832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14BCEB-83A4-A914-3E76-A0BFAA1912E3}"/>
                    </a:ext>
                  </a:extLst>
                </p14:cNvPr>
                <p14:cNvContentPartPr/>
                <p14:nvPr/>
              </p14:nvContentPartPr>
              <p14:xfrm>
                <a:off x="10727395" y="1162270"/>
                <a:ext cx="323280" cy="45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14BCEB-83A4-A914-3E76-A0BFAA1912E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18755" y="1153270"/>
                  <a:ext cx="3409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D5226D-6870-7201-ED6A-E924067F9809}"/>
                    </a:ext>
                  </a:extLst>
                </p14:cNvPr>
                <p14:cNvContentPartPr/>
                <p14:nvPr/>
              </p14:nvContentPartPr>
              <p14:xfrm>
                <a:off x="11013955" y="1329310"/>
                <a:ext cx="105840" cy="45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D5226D-6870-7201-ED6A-E924067F98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005315" y="1320670"/>
                  <a:ext cx="123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551E0DF-EDB3-2431-23A9-E9CB7000D419}"/>
                    </a:ext>
                  </a:extLst>
                </p14:cNvPr>
                <p14:cNvContentPartPr/>
                <p14:nvPr/>
              </p14:nvContentPartPr>
              <p14:xfrm>
                <a:off x="8770435" y="1785070"/>
                <a:ext cx="168480" cy="453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551E0DF-EDB3-2431-23A9-E9CB7000D41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61435" y="1776430"/>
                  <a:ext cx="1861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909728-A118-8CBE-AD0B-7CB1DF691464}"/>
                    </a:ext>
                  </a:extLst>
                </p14:cNvPr>
                <p14:cNvContentPartPr/>
                <p14:nvPr/>
              </p14:nvContentPartPr>
              <p14:xfrm>
                <a:off x="8702395" y="2025910"/>
                <a:ext cx="153720" cy="53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909728-A118-8CBE-AD0B-7CB1DF6914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93755" y="2017270"/>
                  <a:ext cx="171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408131-DA0B-6A66-0E20-D6783C9113BB}"/>
                    </a:ext>
                  </a:extLst>
                </p14:cNvPr>
                <p14:cNvContentPartPr/>
                <p14:nvPr/>
              </p14:nvContentPartPr>
              <p14:xfrm>
                <a:off x="8967355" y="2005390"/>
                <a:ext cx="136080" cy="202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408131-DA0B-6A66-0E20-D6783C9113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58715" y="1996390"/>
                  <a:ext cx="153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D29BD0-D7A5-B7C1-CD98-E967948B2FF6}"/>
                    </a:ext>
                  </a:extLst>
                </p14:cNvPr>
                <p14:cNvContentPartPr/>
                <p14:nvPr/>
              </p14:nvContentPartPr>
              <p14:xfrm>
                <a:off x="9204235" y="1971190"/>
                <a:ext cx="498240" cy="19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D29BD0-D7A5-B7C1-CD98-E967948B2FF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5595" y="1962550"/>
                  <a:ext cx="515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F44B08-5D9D-6E70-D568-F5B30F3064F8}"/>
                    </a:ext>
                  </a:extLst>
                </p14:cNvPr>
                <p14:cNvContentPartPr/>
                <p14:nvPr/>
              </p14:nvContentPartPr>
              <p14:xfrm>
                <a:off x="9909475" y="1932310"/>
                <a:ext cx="383040" cy="119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F44B08-5D9D-6E70-D568-F5B30F3064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0835" y="1923670"/>
                  <a:ext cx="400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412BBD-E7E9-62B9-D5D0-F7765D48C42D}"/>
                    </a:ext>
                  </a:extLst>
                </p14:cNvPr>
                <p14:cNvContentPartPr/>
                <p14:nvPr/>
              </p14:nvContentPartPr>
              <p14:xfrm>
                <a:off x="10365955" y="1975150"/>
                <a:ext cx="138960" cy="11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412BBD-E7E9-62B9-D5D0-F7765D48C4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57315" y="1966510"/>
                  <a:ext cx="156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F78ED7-4B81-A182-344B-D50B6F76BC34}"/>
                    </a:ext>
                  </a:extLst>
                </p14:cNvPr>
                <p14:cNvContentPartPr/>
                <p14:nvPr/>
              </p14:nvContentPartPr>
              <p14:xfrm>
                <a:off x="10594915" y="1623430"/>
                <a:ext cx="889200" cy="45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F78ED7-4B81-A182-344B-D50B6F76BC3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85915" y="1614430"/>
                  <a:ext cx="9068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6A6D9A2-3C1C-0107-4B20-2038BA98517D}"/>
                    </a:ext>
                  </a:extLst>
                </p14:cNvPr>
                <p14:cNvContentPartPr/>
                <p14:nvPr/>
              </p14:nvContentPartPr>
              <p14:xfrm>
                <a:off x="11556835" y="1695430"/>
                <a:ext cx="261360" cy="43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6A6D9A2-3C1C-0107-4B20-2038BA98517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548195" y="1686430"/>
                  <a:ext cx="2790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3D49A9-822F-D705-2E98-3E07DF36E7E7}"/>
                    </a:ext>
                  </a:extLst>
                </p14:cNvPr>
                <p14:cNvContentPartPr/>
                <p14:nvPr/>
              </p14:nvContentPartPr>
              <p14:xfrm>
                <a:off x="11171275" y="1796230"/>
                <a:ext cx="15840" cy="23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3D49A9-822F-D705-2E98-3E07DF36E7E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62635" y="1787230"/>
                  <a:ext cx="33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60A671-B3AF-E429-D767-804636B81EE1}"/>
                    </a:ext>
                  </a:extLst>
                </p14:cNvPr>
                <p14:cNvContentPartPr/>
                <p14:nvPr/>
              </p14:nvContentPartPr>
              <p14:xfrm>
                <a:off x="11012875" y="1721710"/>
                <a:ext cx="195120" cy="41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60A671-B3AF-E429-D767-804636B81EE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04235" y="1712710"/>
                  <a:ext cx="212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E0A390-F472-281A-23AA-0AC084478812}"/>
                    </a:ext>
                  </a:extLst>
                </p14:cNvPr>
                <p14:cNvContentPartPr/>
                <p14:nvPr/>
              </p14:nvContentPartPr>
              <p14:xfrm>
                <a:off x="10734595" y="1733950"/>
                <a:ext cx="32400" cy="1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E0A390-F472-281A-23AA-0AC0844788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25595" y="1725310"/>
                  <a:ext cx="50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449A19-2AA2-1D49-EB94-7F42C1EB135B}"/>
                    </a:ext>
                  </a:extLst>
                </p14:cNvPr>
                <p14:cNvContentPartPr/>
                <p14:nvPr/>
              </p14:nvContentPartPr>
              <p14:xfrm>
                <a:off x="9233755" y="2307790"/>
                <a:ext cx="20880" cy="574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449A19-2AA2-1D49-EB94-7F42C1EB13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24755" y="2299150"/>
                  <a:ext cx="385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E32AC43-88C6-DF43-5BD5-6E879EAAAAC7}"/>
                    </a:ext>
                  </a:extLst>
                </p14:cNvPr>
                <p14:cNvContentPartPr/>
                <p14:nvPr/>
              </p14:nvContentPartPr>
              <p14:xfrm>
                <a:off x="9248155" y="2424430"/>
                <a:ext cx="38520" cy="153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E32AC43-88C6-DF43-5BD5-6E879EAAAAC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39155" y="2415790"/>
                  <a:ext cx="56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B30F30-1CCA-E35E-575C-65A09B7ABF9C}"/>
                    </a:ext>
                  </a:extLst>
                </p14:cNvPr>
                <p14:cNvContentPartPr/>
                <p14:nvPr/>
              </p14:nvContentPartPr>
              <p14:xfrm>
                <a:off x="9323755" y="2237230"/>
                <a:ext cx="679320" cy="414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B30F30-1CCA-E35E-575C-65A09B7ABF9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4755" y="2228230"/>
                  <a:ext cx="6969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7F2FBD6-74FA-F54B-C27B-4C34D505E0AD}"/>
                    </a:ext>
                  </a:extLst>
                </p14:cNvPr>
                <p14:cNvContentPartPr/>
                <p14:nvPr/>
              </p14:nvContentPartPr>
              <p14:xfrm>
                <a:off x="10266955" y="2240110"/>
                <a:ext cx="574560" cy="675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7F2FBD6-74FA-F54B-C27B-4C34D505E0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57955" y="2231470"/>
                  <a:ext cx="59220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3AA251-7DDA-B981-4ED5-50318A78DA6C}"/>
                    </a:ext>
                  </a:extLst>
                </p14:cNvPr>
                <p14:cNvContentPartPr/>
                <p14:nvPr/>
              </p14:nvContentPartPr>
              <p14:xfrm>
                <a:off x="10999555" y="2023750"/>
                <a:ext cx="974160" cy="50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3AA251-7DDA-B981-4ED5-50318A78DA6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990555" y="2014750"/>
                  <a:ext cx="9918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B112D8-BC25-9D7C-2AE2-694979B76BA0}"/>
                    </a:ext>
                  </a:extLst>
                </p14:cNvPr>
                <p14:cNvContentPartPr/>
                <p14:nvPr/>
              </p14:nvContentPartPr>
              <p14:xfrm>
                <a:off x="11618395" y="2248390"/>
                <a:ext cx="37800" cy="1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B112D8-BC25-9D7C-2AE2-694979B76BA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609755" y="2239750"/>
                  <a:ext cx="55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E6A511-C1ED-1BB1-D7D5-E4721FC50F99}"/>
                    </a:ext>
                  </a:extLst>
                </p14:cNvPr>
                <p14:cNvContentPartPr/>
                <p14:nvPr/>
              </p14:nvContentPartPr>
              <p14:xfrm>
                <a:off x="11552155" y="2162710"/>
                <a:ext cx="227160" cy="3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E6A511-C1ED-1BB1-D7D5-E4721FC50F9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43515" y="2153710"/>
                  <a:ext cx="244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256B78-2AB2-5C4D-4275-CCEEE47AA268}"/>
                    </a:ext>
                  </a:extLst>
                </p14:cNvPr>
                <p14:cNvContentPartPr/>
                <p14:nvPr/>
              </p14:nvContentPartPr>
              <p14:xfrm>
                <a:off x="11155795" y="2252710"/>
                <a:ext cx="23040" cy="1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256B78-2AB2-5C4D-4275-CCEEE47AA26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47155" y="2243710"/>
                  <a:ext cx="40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BC041B5-1ED4-6BCC-9819-DB444C506522}"/>
                    </a:ext>
                  </a:extLst>
                </p14:cNvPr>
                <p14:cNvContentPartPr/>
                <p14:nvPr/>
              </p14:nvContentPartPr>
              <p14:xfrm>
                <a:off x="10234555" y="2619190"/>
                <a:ext cx="1653840" cy="104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BC041B5-1ED4-6BCC-9819-DB444C5065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25555" y="2610190"/>
                  <a:ext cx="167148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2E7C04-E38C-7133-17BB-FF103141DEE2}"/>
                  </a:ext>
                </a:extLst>
              </p14:cNvPr>
              <p14:cNvContentPartPr/>
              <p14:nvPr/>
            </p14:nvContentPartPr>
            <p14:xfrm>
              <a:off x="3313555" y="2278630"/>
              <a:ext cx="4056840" cy="120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2E7C04-E38C-7133-17BB-FF103141DEE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304555" y="2269630"/>
                <a:ext cx="407448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F31E362-608E-2FB8-1CB3-C9F1C62A0EA4}"/>
              </a:ext>
            </a:extLst>
          </p:cNvPr>
          <p:cNvGrpSpPr/>
          <p:nvPr/>
        </p:nvGrpSpPr>
        <p:grpSpPr>
          <a:xfrm>
            <a:off x="446875" y="2584990"/>
            <a:ext cx="4259160" cy="98280"/>
            <a:chOff x="446875" y="2584990"/>
            <a:chExt cx="425916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C8437D-6664-E91A-EB4B-E6092504C702}"/>
                    </a:ext>
                  </a:extLst>
                </p14:cNvPr>
                <p14:cNvContentPartPr/>
                <p14:nvPr/>
              </p14:nvContentPartPr>
              <p14:xfrm>
                <a:off x="446875" y="2584990"/>
                <a:ext cx="461160" cy="74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C8437D-6664-E91A-EB4B-E6092504C70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8235" y="2575990"/>
                  <a:ext cx="478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3DCDAF9-E2D4-044F-AF9F-217A838E3D77}"/>
                    </a:ext>
                  </a:extLst>
                </p14:cNvPr>
                <p14:cNvContentPartPr/>
                <p14:nvPr/>
              </p14:nvContentPartPr>
              <p14:xfrm>
                <a:off x="1331035" y="2592190"/>
                <a:ext cx="3375000" cy="9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3DCDAF9-E2D4-044F-AF9F-217A838E3D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22395" y="2583550"/>
                  <a:ext cx="33926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F9ECFFB-A779-8AD7-6AE5-73AD9F4947AF}"/>
                  </a:ext>
                </a:extLst>
              </p14:cNvPr>
              <p14:cNvContentPartPr/>
              <p14:nvPr/>
            </p14:nvContentPartPr>
            <p14:xfrm>
              <a:off x="655315" y="3790990"/>
              <a:ext cx="6919920" cy="146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F9ECFFB-A779-8AD7-6AE5-73AD9F4947A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46315" y="3781990"/>
                <a:ext cx="6937560" cy="16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458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Example 4</a:t>
            </a:r>
            <a:endParaRPr lang="en-IN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406400" y="1493838"/>
            <a:ext cx="10972800" cy="51355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83554" y="1124506"/>
            <a:ext cx="7281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Email Spam Classification using Bayes’ Theorem</a:t>
            </a:r>
            <a:endParaRPr lang="en-IN" sz="2800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6399" y="1693411"/>
            <a:ext cx="1134200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A machine learning model needs to decide whether an email is </a:t>
            </a:r>
            <a:r>
              <a:rPr lang="en-US" sz="2400" b="1" dirty="0">
                <a:latin typeface="+mn-lt"/>
                <a:cs typeface="Times New Roman" panose="02020603050405020304" pitchFamily="18" charset="0"/>
              </a:rPr>
              <a:t>Spam (H₁)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+mn-lt"/>
                <a:cs typeface="Times New Roman" panose="02020603050405020304" pitchFamily="18" charset="0"/>
              </a:rPr>
              <a:t>Not Spam (H₂)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 based on the presence of the word “offer” (E).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+mn-lt"/>
                <a:cs typeface="Times New Roman" panose="02020603050405020304" pitchFamily="18" charset="0"/>
              </a:rPr>
              <a:t>Given Data (from training corpus):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P(Spam) = 0.3 → 30% of all emails are spam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P(Not Spam) = 0.7 → 70% of all emails are not spam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P(“offer” | Spam) = 0.8 → 80% of spam emails contain the word “offer”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cs typeface="Times New Roman" panose="02020603050405020304" pitchFamily="18" charset="0"/>
              </a:rPr>
              <a:t>P(“offer” | Not Spam) = 0.1 → 10% of non-spam emails contain “offer”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+mn-lt"/>
                <a:cs typeface="Times New Roman" panose="02020603050405020304" pitchFamily="18" charset="0"/>
              </a:rPr>
              <a:t>Find the probability that an email is spam given that it contains “offer”.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2400" dirty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F0B768-4E0B-F0E4-4365-F4561719826C}"/>
                  </a:ext>
                </a:extLst>
              </p14:cNvPr>
              <p14:cNvContentPartPr/>
              <p14:nvPr/>
            </p14:nvContentPartPr>
            <p14:xfrm>
              <a:off x="8501875" y="2280790"/>
              <a:ext cx="1289880" cy="54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F0B768-4E0B-F0E4-4365-F456171982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2875" y="2271790"/>
                <a:ext cx="13075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262644-18C0-0BD0-FCEA-81E537EF4CA6}"/>
                  </a:ext>
                </a:extLst>
              </p14:cNvPr>
              <p14:cNvContentPartPr/>
              <p14:nvPr/>
            </p14:nvContentPartPr>
            <p14:xfrm>
              <a:off x="880315" y="2476270"/>
              <a:ext cx="6147000" cy="57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262644-18C0-0BD0-FCEA-81E537EF4C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315" y="2467630"/>
                <a:ext cx="61646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4496EE-7107-AAD0-9BDF-46176CE3E4F5}"/>
                  </a:ext>
                </a:extLst>
              </p14:cNvPr>
              <p14:cNvContentPartPr/>
              <p14:nvPr/>
            </p14:nvContentPartPr>
            <p14:xfrm>
              <a:off x="819835" y="2749510"/>
              <a:ext cx="4286880" cy="11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4496EE-7107-AAD0-9BDF-46176CE3E4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0835" y="2740870"/>
                <a:ext cx="43045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F966C4-B31E-7EA8-A47C-0282B4B35AAC}"/>
                  </a:ext>
                </a:extLst>
              </p14:cNvPr>
              <p14:cNvContentPartPr/>
              <p14:nvPr/>
            </p14:nvContentPartPr>
            <p14:xfrm>
              <a:off x="2130235" y="3320830"/>
              <a:ext cx="505440" cy="8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F966C4-B31E-7EA8-A47C-0282B4B35A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1235" y="3312190"/>
                <a:ext cx="5230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5C0608D-617B-4F38-5781-49A210D0C263}"/>
                  </a:ext>
                </a:extLst>
              </p14:cNvPr>
              <p14:cNvContentPartPr/>
              <p14:nvPr/>
            </p14:nvContentPartPr>
            <p14:xfrm>
              <a:off x="878515" y="3906910"/>
              <a:ext cx="2297520" cy="74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5C0608D-617B-4F38-5781-49A210D0C26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9875" y="3897910"/>
                <a:ext cx="23151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02994EC-D268-AE8F-346A-9B27195A0EA1}"/>
                  </a:ext>
                </a:extLst>
              </p14:cNvPr>
              <p14:cNvContentPartPr/>
              <p14:nvPr/>
            </p14:nvContentPartPr>
            <p14:xfrm>
              <a:off x="3359995" y="5680990"/>
              <a:ext cx="662616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02994EC-D268-AE8F-346A-9B27195A0E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50995" y="5662990"/>
                <a:ext cx="6643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DCF294F0-B200-6885-5598-C9DE76E2F0BE}"/>
              </a:ext>
            </a:extLst>
          </p:cNvPr>
          <p:cNvGrpSpPr/>
          <p:nvPr/>
        </p:nvGrpSpPr>
        <p:grpSpPr>
          <a:xfrm>
            <a:off x="5689555" y="5718430"/>
            <a:ext cx="3482280" cy="906120"/>
            <a:chOff x="5689555" y="5718430"/>
            <a:chExt cx="3482280" cy="90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F2337E-F5B3-5076-7272-1C58E2ED42AE}"/>
                    </a:ext>
                  </a:extLst>
                </p14:cNvPr>
                <p14:cNvContentPartPr/>
                <p14:nvPr/>
              </p14:nvContentPartPr>
              <p14:xfrm>
                <a:off x="5689555" y="5979070"/>
                <a:ext cx="142560" cy="520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F2337E-F5B3-5076-7272-1C58E2ED42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80915" y="5970430"/>
                  <a:ext cx="1602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D7351A-4AD8-82C1-A143-4D31518719B2}"/>
                    </a:ext>
                  </a:extLst>
                </p14:cNvPr>
                <p14:cNvContentPartPr/>
                <p14:nvPr/>
              </p14:nvContentPartPr>
              <p14:xfrm>
                <a:off x="6013555" y="5880070"/>
                <a:ext cx="208800" cy="731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D7351A-4AD8-82C1-A143-4D31518719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04915" y="5871070"/>
                  <a:ext cx="226440" cy="7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4A8CA1-71ED-9DE8-12AA-3D8AD441DB04}"/>
                    </a:ext>
                  </a:extLst>
                </p14:cNvPr>
                <p14:cNvContentPartPr/>
                <p14:nvPr/>
              </p14:nvContentPartPr>
              <p14:xfrm>
                <a:off x="6239995" y="5964670"/>
                <a:ext cx="188280" cy="288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4A8CA1-71ED-9DE8-12AA-3D8AD441DB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30995" y="5956030"/>
                  <a:ext cx="205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7777EB-E13D-4474-3EF1-859311BE0E97}"/>
                    </a:ext>
                  </a:extLst>
                </p14:cNvPr>
                <p14:cNvContentPartPr/>
                <p14:nvPr/>
              </p14:nvContentPartPr>
              <p14:xfrm>
                <a:off x="6517195" y="5981230"/>
                <a:ext cx="46800" cy="60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7777EB-E13D-4474-3EF1-859311BE0E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08555" y="5972590"/>
                  <a:ext cx="644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C830EB-EB2C-25A7-6050-B5990D40A733}"/>
                    </a:ext>
                  </a:extLst>
                </p14:cNvPr>
                <p14:cNvContentPartPr/>
                <p14:nvPr/>
              </p14:nvContentPartPr>
              <p14:xfrm>
                <a:off x="6648955" y="6146110"/>
                <a:ext cx="563400" cy="153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C830EB-EB2C-25A7-6050-B5990D40A7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39955" y="6137110"/>
                  <a:ext cx="581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E48FBB-61A3-01DA-04F5-C4CC988417AA}"/>
                    </a:ext>
                  </a:extLst>
                </p14:cNvPr>
                <p14:cNvContentPartPr/>
                <p14:nvPr/>
              </p14:nvContentPartPr>
              <p14:xfrm>
                <a:off x="7366075" y="5861350"/>
                <a:ext cx="102960" cy="75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E48FBB-61A3-01DA-04F5-C4CC988417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57435" y="5852350"/>
                  <a:ext cx="12060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0E35F4-D8BD-7611-D6F4-4790BAAC5D41}"/>
                    </a:ext>
                  </a:extLst>
                </p14:cNvPr>
                <p14:cNvContentPartPr/>
                <p14:nvPr/>
              </p14:nvContentPartPr>
              <p14:xfrm>
                <a:off x="7634275" y="6181030"/>
                <a:ext cx="52200" cy="7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0E35F4-D8BD-7611-D6F4-4790BAAC5D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25275" y="6172390"/>
                  <a:ext cx="69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3FE742-D5F1-5C1B-8ED2-915AB0DF0D5D}"/>
                    </a:ext>
                  </a:extLst>
                </p14:cNvPr>
                <p14:cNvContentPartPr/>
                <p14:nvPr/>
              </p14:nvContentPartPr>
              <p14:xfrm>
                <a:off x="7745875" y="6100390"/>
                <a:ext cx="26280" cy="18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3FE742-D5F1-5C1B-8ED2-915AB0DF0D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36875" y="6091750"/>
                  <a:ext cx="43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F1948C-60D6-1B2E-078A-0E1E1985CF20}"/>
                    </a:ext>
                  </a:extLst>
                </p14:cNvPr>
                <p14:cNvContentPartPr/>
                <p14:nvPr/>
              </p14:nvContentPartPr>
              <p14:xfrm>
                <a:off x="7888075" y="6225670"/>
                <a:ext cx="136440" cy="108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F1948C-60D6-1B2E-078A-0E1E1985CF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79435" y="6217030"/>
                  <a:ext cx="154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8BC901-4330-B119-4FD4-2CAA8ACD7D97}"/>
                    </a:ext>
                  </a:extLst>
                </p14:cNvPr>
                <p14:cNvContentPartPr/>
                <p14:nvPr/>
              </p14:nvContentPartPr>
              <p14:xfrm>
                <a:off x="8154835" y="5938390"/>
                <a:ext cx="175320" cy="53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8BC901-4330-B119-4FD4-2CAA8ACD7D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46195" y="5929750"/>
                  <a:ext cx="19296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1A9A9C-8D1D-C69C-2AB5-AB4F6918DDF2}"/>
                    </a:ext>
                  </a:extLst>
                </p14:cNvPr>
                <p14:cNvContentPartPr/>
                <p14:nvPr/>
              </p14:nvContentPartPr>
              <p14:xfrm>
                <a:off x="8248075" y="6200830"/>
                <a:ext cx="97560" cy="38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1A9A9C-8D1D-C69C-2AB5-AB4F6918DD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39075" y="6192190"/>
                  <a:ext cx="115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2F5678-2481-3D39-D89F-8990D5D0975A}"/>
                    </a:ext>
                  </a:extLst>
                </p14:cNvPr>
                <p14:cNvContentPartPr/>
                <p14:nvPr/>
              </p14:nvContentPartPr>
              <p14:xfrm>
                <a:off x="8326555" y="5984470"/>
                <a:ext cx="173160" cy="419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C2F5678-2481-3D39-D89F-8990D5D097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17915" y="5975830"/>
                  <a:ext cx="1908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57CD0A-D52E-4113-DBFF-603EB49B14F4}"/>
                    </a:ext>
                  </a:extLst>
                </p14:cNvPr>
                <p14:cNvContentPartPr/>
                <p14:nvPr/>
              </p14:nvContentPartPr>
              <p14:xfrm>
                <a:off x="8430235" y="6186430"/>
                <a:ext cx="97560" cy="2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57CD0A-D52E-4113-DBFF-603EB49B14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21595" y="6177430"/>
                  <a:ext cx="115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FED787-107D-6984-62D5-49CCD7C6F354}"/>
                    </a:ext>
                  </a:extLst>
                </p14:cNvPr>
                <p14:cNvContentPartPr/>
                <p14:nvPr/>
              </p14:nvContentPartPr>
              <p14:xfrm>
                <a:off x="8476675" y="6153310"/>
                <a:ext cx="438120" cy="208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FED787-107D-6984-62D5-49CCD7C6F3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68035" y="6144310"/>
                  <a:ext cx="455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2DEA2F-BCF4-D023-056F-489290EDC4BF}"/>
                    </a:ext>
                  </a:extLst>
                </p14:cNvPr>
                <p14:cNvContentPartPr/>
                <p14:nvPr/>
              </p14:nvContentPartPr>
              <p14:xfrm>
                <a:off x="8972755" y="6026950"/>
                <a:ext cx="23040" cy="66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2DEA2F-BCF4-D023-056F-489290EDC4B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63755" y="6017950"/>
                  <a:ext cx="40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5722D4-284A-4707-F177-70D2ABC26901}"/>
                    </a:ext>
                  </a:extLst>
                </p14:cNvPr>
                <p14:cNvContentPartPr/>
                <p14:nvPr/>
              </p14:nvContentPartPr>
              <p14:xfrm>
                <a:off x="9003715" y="6010390"/>
                <a:ext cx="43920" cy="86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5722D4-284A-4707-F177-70D2ABC269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95075" y="6001390"/>
                  <a:ext cx="61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6848A4-0D8B-286C-3160-9CF4ED2582A9}"/>
                    </a:ext>
                  </a:extLst>
                </p14:cNvPr>
                <p14:cNvContentPartPr/>
                <p14:nvPr/>
              </p14:nvContentPartPr>
              <p14:xfrm>
                <a:off x="9026395" y="5718430"/>
                <a:ext cx="145440" cy="90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6848A4-0D8B-286C-3160-9CF4ED2582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17755" y="5709790"/>
                  <a:ext cx="163080" cy="9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725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Example 4: Solution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57010" y="1078994"/>
            <a:ext cx="2317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Using Bayes’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99407" y="2441608"/>
                <a:ext cx="88957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𝑊h𝑒𝑟𝑒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𝑂𝑓𝑓𝑒𝑟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Offer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/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Spam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Spam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Offer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/ </m:t>
                          </m:r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Spam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Spam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7" y="2441608"/>
                <a:ext cx="8895705" cy="369332"/>
              </a:xfrm>
              <a:prstGeom prst="rect">
                <a:avLst/>
              </a:prstGeom>
              <a:blipFill>
                <a:blip r:embed="rId2"/>
                <a:stretch>
                  <a:fillRect t="-121667" r="-5278" b="-18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35835" y="3988099"/>
                <a:ext cx="3599768" cy="485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</a:rPr>
                          <m:t>Spam</m:t>
                        </m:r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𝑂𝑓𝑓𝑒𝑟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0.31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0.774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35" y="3988099"/>
                <a:ext cx="3599768" cy="485902"/>
              </a:xfrm>
              <a:prstGeom prst="rect">
                <a:avLst/>
              </a:prstGeom>
              <a:blipFill>
                <a:blip r:embed="rId3"/>
                <a:stretch>
                  <a:fillRect t="-78750" r="-508" b="-12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865314" y="3058700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= (0.8)(0.3)+(0.1)(0.7) = 0.24+0.07 = 0.31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23271" y="1384725"/>
                <a:ext cx="5026120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Spam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𝑂𝑓𝑓𝑒𝑟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Offer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/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Spam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Spam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𝑂𝑓𝑓𝑒𝑟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71" y="1384725"/>
                <a:ext cx="5026120" cy="6790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838200" y="5138742"/>
            <a:ext cx="8926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an email contains the word “offer”, there is a </a:t>
            </a:r>
            <a:r>
              <a:rPr lang="en-US" b="1" dirty="0"/>
              <a:t>77.4% probability</a:t>
            </a:r>
            <a:r>
              <a:rPr lang="en-US" dirty="0"/>
              <a:t> that it is </a:t>
            </a:r>
            <a:r>
              <a:rPr lang="en-US" b="1" dirty="0"/>
              <a:t>spam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46C3F1-10C3-63C0-51E4-65F8E4BD0A44}"/>
                  </a:ext>
                </a:extLst>
              </p14:cNvPr>
              <p14:cNvContentPartPr/>
              <p14:nvPr/>
            </p14:nvContentPartPr>
            <p14:xfrm>
              <a:off x="1649995" y="2938870"/>
              <a:ext cx="900000" cy="4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46C3F1-10C3-63C0-51E4-65F8E4BD0A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0995" y="2930230"/>
                <a:ext cx="917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DFB803-DA70-3C34-CFFE-1ABF8E62B664}"/>
                  </a:ext>
                </a:extLst>
              </p14:cNvPr>
              <p14:cNvContentPartPr/>
              <p14:nvPr/>
            </p14:nvContentPartPr>
            <p14:xfrm>
              <a:off x="2873275" y="2738710"/>
              <a:ext cx="1734480" cy="5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DFB803-DA70-3C34-CFFE-1ABF8E62B6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4635" y="2730070"/>
                <a:ext cx="17521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B783BB-3DCD-0C3D-66B5-B0B0629FFDEE}"/>
                  </a:ext>
                </a:extLst>
              </p14:cNvPr>
              <p14:cNvContentPartPr/>
              <p14:nvPr/>
            </p14:nvContentPartPr>
            <p14:xfrm>
              <a:off x="4778035" y="2755630"/>
              <a:ext cx="793440" cy="6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B783BB-3DCD-0C3D-66B5-B0B0629FFDE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69035" y="2746990"/>
                <a:ext cx="81108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D47B720-0AD7-24D8-18E5-EA24A40629BA}"/>
              </a:ext>
            </a:extLst>
          </p:cNvPr>
          <p:cNvGrpSpPr/>
          <p:nvPr/>
        </p:nvGrpSpPr>
        <p:grpSpPr>
          <a:xfrm>
            <a:off x="6003835" y="2115190"/>
            <a:ext cx="5629320" cy="4056840"/>
            <a:chOff x="6003835" y="2115190"/>
            <a:chExt cx="5629320" cy="40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FECF126-45E7-D57E-E62E-634664A3DBDD}"/>
                    </a:ext>
                  </a:extLst>
                </p14:cNvPr>
                <p14:cNvContentPartPr/>
                <p14:nvPr/>
              </p14:nvContentPartPr>
              <p14:xfrm>
                <a:off x="6003835" y="2821150"/>
                <a:ext cx="1992960" cy="86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FECF126-45E7-D57E-E62E-634664A3DBD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94835" y="2812150"/>
                  <a:ext cx="201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031698-2C57-98B7-0DC1-D5689CF4101A}"/>
                    </a:ext>
                  </a:extLst>
                </p14:cNvPr>
                <p14:cNvContentPartPr/>
                <p14:nvPr/>
              </p14:nvContentPartPr>
              <p14:xfrm>
                <a:off x="8112355" y="2761030"/>
                <a:ext cx="1186200" cy="69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031698-2C57-98B7-0DC1-D5689CF410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03715" y="2752030"/>
                  <a:ext cx="1203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AF9C98-8662-EFA7-BECC-D856C6F606F2}"/>
                    </a:ext>
                  </a:extLst>
                </p14:cNvPr>
                <p14:cNvContentPartPr/>
                <p14:nvPr/>
              </p14:nvContentPartPr>
              <p14:xfrm>
                <a:off x="9587635" y="2115190"/>
                <a:ext cx="206280" cy="446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AF9C98-8662-EFA7-BECC-D856C6F606F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78635" y="2106190"/>
                  <a:ext cx="2239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541569-BB86-08B3-5B9B-CA18A5027328}"/>
                    </a:ext>
                  </a:extLst>
                </p14:cNvPr>
                <p14:cNvContentPartPr/>
                <p14:nvPr/>
              </p14:nvContentPartPr>
              <p14:xfrm>
                <a:off x="9801835" y="2311750"/>
                <a:ext cx="522720" cy="186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541569-BB86-08B3-5B9B-CA18A50273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93195" y="2302750"/>
                  <a:ext cx="540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D61646-0751-E83C-1FFA-A39365B40EA7}"/>
                    </a:ext>
                  </a:extLst>
                </p14:cNvPr>
                <p14:cNvContentPartPr/>
                <p14:nvPr/>
              </p14:nvContentPartPr>
              <p14:xfrm>
                <a:off x="10606075" y="2118430"/>
                <a:ext cx="231480" cy="76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D61646-0751-E83C-1FFA-A39365B40EA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97075" y="2109430"/>
                  <a:ext cx="24912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615F48-BB1E-134A-2FC4-3CD2081270AE}"/>
                    </a:ext>
                  </a:extLst>
                </p14:cNvPr>
                <p14:cNvContentPartPr/>
                <p14:nvPr/>
              </p14:nvContentPartPr>
              <p14:xfrm>
                <a:off x="9855835" y="2737270"/>
                <a:ext cx="44640" cy="413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615F48-BB1E-134A-2FC4-3CD2081270A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7195" y="2728270"/>
                  <a:ext cx="622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C6B373-1A44-3554-271B-0B55F1F1456A}"/>
                    </a:ext>
                  </a:extLst>
                </p14:cNvPr>
                <p14:cNvContentPartPr/>
                <p14:nvPr/>
              </p14:nvContentPartPr>
              <p14:xfrm>
                <a:off x="9824515" y="2768950"/>
                <a:ext cx="432360" cy="393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C6B373-1A44-3554-271B-0B55F1F1456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15875" y="2759950"/>
                  <a:ext cx="4500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1B3852-950D-FCFF-E504-4E093E5DAAA2}"/>
                    </a:ext>
                  </a:extLst>
                </p14:cNvPr>
                <p14:cNvContentPartPr/>
                <p14:nvPr/>
              </p14:nvContentPartPr>
              <p14:xfrm>
                <a:off x="10267315" y="2708110"/>
                <a:ext cx="381600" cy="387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1B3852-950D-FCFF-E504-4E093E5DAA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58315" y="2699470"/>
                  <a:ext cx="399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D5BF4C-864B-2E61-FC66-7A5862EAD328}"/>
                    </a:ext>
                  </a:extLst>
                </p14:cNvPr>
                <p14:cNvContentPartPr/>
                <p14:nvPr/>
              </p14:nvContentPartPr>
              <p14:xfrm>
                <a:off x="10939435" y="2638990"/>
                <a:ext cx="75960" cy="631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D5BF4C-864B-2E61-FC66-7A5862EAD3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930795" y="2629990"/>
                  <a:ext cx="9360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9D1AB8-FEBF-B64D-E364-22C6AA49112A}"/>
                    </a:ext>
                  </a:extLst>
                </p14:cNvPr>
                <p14:cNvContentPartPr/>
                <p14:nvPr/>
              </p14:nvContentPartPr>
              <p14:xfrm>
                <a:off x="11088475" y="2637910"/>
                <a:ext cx="544680" cy="38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9D1AB8-FEBF-B64D-E364-22C6AA49112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79835" y="2628910"/>
                  <a:ext cx="5623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D5167B-1A00-3E45-C9D2-D2F859A884BE}"/>
                    </a:ext>
                  </a:extLst>
                </p14:cNvPr>
                <p14:cNvContentPartPr/>
                <p14:nvPr/>
              </p14:nvContentPartPr>
              <p14:xfrm>
                <a:off x="9411595" y="3282670"/>
                <a:ext cx="480600" cy="168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D5167B-1A00-3E45-C9D2-D2F859A884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02595" y="3274030"/>
                  <a:ext cx="498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FF3F98A-D191-D686-60B6-8CE2A769CFE6}"/>
                    </a:ext>
                  </a:extLst>
                </p14:cNvPr>
                <p14:cNvContentPartPr/>
                <p14:nvPr/>
              </p14:nvContentPartPr>
              <p14:xfrm>
                <a:off x="9544075" y="2938150"/>
                <a:ext cx="61560" cy="2053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FF3F98A-D191-D686-60B6-8CE2A769CFE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35435" y="2929150"/>
                  <a:ext cx="79200" cy="20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EC4423-EF02-5418-DEB0-F06981717B02}"/>
                    </a:ext>
                  </a:extLst>
                </p14:cNvPr>
                <p14:cNvContentPartPr/>
                <p14:nvPr/>
              </p14:nvContentPartPr>
              <p14:xfrm>
                <a:off x="8848915" y="3916270"/>
                <a:ext cx="150480" cy="27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EC4423-EF02-5418-DEB0-F06981717B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39915" y="3907270"/>
                  <a:ext cx="1681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0DF6950-5702-C88F-59F5-AA64ADA605AE}"/>
                    </a:ext>
                  </a:extLst>
                </p14:cNvPr>
                <p14:cNvContentPartPr/>
                <p14:nvPr/>
              </p14:nvContentPartPr>
              <p14:xfrm>
                <a:off x="9050155" y="3868750"/>
                <a:ext cx="114120" cy="61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0DF6950-5702-C88F-59F5-AA64ADA605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41515" y="3859750"/>
                  <a:ext cx="13176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7DF272-706D-EC38-8F09-B9BD1E1FD74E}"/>
                    </a:ext>
                  </a:extLst>
                </p14:cNvPr>
                <p14:cNvContentPartPr/>
                <p14:nvPr/>
              </p14:nvContentPartPr>
              <p14:xfrm>
                <a:off x="9181915" y="3923470"/>
                <a:ext cx="337680" cy="197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7DF272-706D-EC38-8F09-B9BD1E1FD74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73275" y="3914470"/>
                  <a:ext cx="355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BC1BB9-DA09-4F1C-5873-0124483D28B5}"/>
                    </a:ext>
                  </a:extLst>
                </p14:cNvPr>
                <p14:cNvContentPartPr/>
                <p14:nvPr/>
              </p14:nvContentPartPr>
              <p14:xfrm>
                <a:off x="9665035" y="3887110"/>
                <a:ext cx="157680" cy="19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BC1BB9-DA09-4F1C-5873-0124483D28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56395" y="3878470"/>
                  <a:ext cx="175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E289C9-2009-73EE-C11D-0F1F278FF90A}"/>
                    </a:ext>
                  </a:extLst>
                </p14:cNvPr>
                <p14:cNvContentPartPr/>
                <p14:nvPr/>
              </p14:nvContentPartPr>
              <p14:xfrm>
                <a:off x="9904075" y="3656350"/>
                <a:ext cx="222120" cy="33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E289C9-2009-73EE-C11D-0F1F278FF90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95435" y="3647350"/>
                  <a:ext cx="2397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E1DD6E-D3BC-7EF7-31C0-4B22912FE4D5}"/>
                    </a:ext>
                  </a:extLst>
                </p14:cNvPr>
                <p14:cNvContentPartPr/>
                <p14:nvPr/>
              </p14:nvContentPartPr>
              <p14:xfrm>
                <a:off x="10063915" y="3786670"/>
                <a:ext cx="111240" cy="37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E1DD6E-D3BC-7EF7-31C0-4B22912FE4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54915" y="3778030"/>
                  <a:ext cx="128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90C6D1E-6C76-082E-EEB5-F5B27FC9C3B6}"/>
                    </a:ext>
                  </a:extLst>
                </p14:cNvPr>
                <p14:cNvContentPartPr/>
                <p14:nvPr/>
              </p14:nvContentPartPr>
              <p14:xfrm>
                <a:off x="9805795" y="4157470"/>
                <a:ext cx="96840" cy="231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90C6D1E-6C76-082E-EEB5-F5B27FC9C3B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96795" y="4148470"/>
                  <a:ext cx="114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2C484F-389C-CE0D-D246-5F70D9536086}"/>
                    </a:ext>
                  </a:extLst>
                </p14:cNvPr>
                <p14:cNvContentPartPr/>
                <p14:nvPr/>
              </p14:nvContentPartPr>
              <p14:xfrm>
                <a:off x="9887515" y="4214350"/>
                <a:ext cx="280080" cy="186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2C484F-389C-CE0D-D246-5F70D95360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78875" y="4205350"/>
                  <a:ext cx="297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CACB62-26A1-4704-63AD-5207DA4A0EC2}"/>
                    </a:ext>
                  </a:extLst>
                </p14:cNvPr>
                <p14:cNvContentPartPr/>
                <p14:nvPr/>
              </p14:nvContentPartPr>
              <p14:xfrm>
                <a:off x="10273795" y="4166830"/>
                <a:ext cx="105840" cy="96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CACB62-26A1-4704-63AD-5207DA4A0E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65155" y="4157830"/>
                  <a:ext cx="123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A917EA-4091-DA7E-C575-43FEE06CF98E}"/>
                    </a:ext>
                  </a:extLst>
                </p14:cNvPr>
                <p14:cNvContentPartPr/>
                <p14:nvPr/>
              </p14:nvContentPartPr>
              <p14:xfrm>
                <a:off x="9963835" y="4139470"/>
                <a:ext cx="66960" cy="545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A917EA-4091-DA7E-C575-43FEE06CF98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55195" y="4130470"/>
                  <a:ext cx="8460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982C40-3ABD-017C-9ACF-E5E25D6076A3}"/>
                    </a:ext>
                  </a:extLst>
                </p14:cNvPr>
                <p14:cNvContentPartPr/>
                <p14:nvPr/>
              </p14:nvContentPartPr>
              <p14:xfrm>
                <a:off x="10197475" y="4068550"/>
                <a:ext cx="396360" cy="228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982C40-3ABD-017C-9ACF-E5E25D6076A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88475" y="4059550"/>
                  <a:ext cx="414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7D1B6BC-CDE6-DC8B-0B0C-C7921E64D5B2}"/>
                    </a:ext>
                  </a:extLst>
                </p14:cNvPr>
                <p14:cNvContentPartPr/>
                <p14:nvPr/>
              </p14:nvContentPartPr>
              <p14:xfrm>
                <a:off x="8135395" y="3793150"/>
                <a:ext cx="40680" cy="239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7D1B6BC-CDE6-DC8B-0B0C-C7921E64D5B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26395" y="3784150"/>
                  <a:ext cx="58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B28828-0CE8-9257-1EF7-83CD852EC56A}"/>
                    </a:ext>
                  </a:extLst>
                </p14:cNvPr>
                <p14:cNvContentPartPr/>
                <p14:nvPr/>
              </p14:nvContentPartPr>
              <p14:xfrm>
                <a:off x="8000755" y="3807550"/>
                <a:ext cx="147240" cy="756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B28828-0CE8-9257-1EF7-83CD852EC56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91755" y="3798550"/>
                  <a:ext cx="16488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8B0F1D-23E3-2AFF-8A2D-93413467BED2}"/>
                    </a:ext>
                  </a:extLst>
                </p14:cNvPr>
                <p14:cNvContentPartPr/>
                <p14:nvPr/>
              </p14:nvContentPartPr>
              <p14:xfrm>
                <a:off x="8117755" y="3307150"/>
                <a:ext cx="44640" cy="175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8B0F1D-23E3-2AFF-8A2D-93413467BED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08755" y="3298510"/>
                  <a:ext cx="62280" cy="17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3820DA-BC66-E739-AC82-DCA21B9626C6}"/>
                    </a:ext>
                  </a:extLst>
                </p14:cNvPr>
                <p14:cNvContentPartPr/>
                <p14:nvPr/>
              </p14:nvContentPartPr>
              <p14:xfrm>
                <a:off x="8149795" y="3216070"/>
                <a:ext cx="3191760" cy="162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3820DA-BC66-E739-AC82-DCA21B962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40795" y="3207070"/>
                  <a:ext cx="3209400" cy="16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04FA90F-130B-A7A7-5346-694839E1B264}"/>
                    </a:ext>
                  </a:extLst>
                </p14:cNvPr>
                <p14:cNvContentPartPr/>
                <p14:nvPr/>
              </p14:nvContentPartPr>
              <p14:xfrm>
                <a:off x="8040715" y="4703950"/>
                <a:ext cx="333792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04FA90F-130B-A7A7-5346-694839E1B2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32075" y="4695310"/>
                  <a:ext cx="3355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2E2B8B-78BB-29B5-830F-006E30B2D1BD}"/>
                    </a:ext>
                  </a:extLst>
                </p14:cNvPr>
                <p14:cNvContentPartPr/>
                <p14:nvPr/>
              </p14:nvContentPartPr>
              <p14:xfrm>
                <a:off x="8378395" y="3434950"/>
                <a:ext cx="2634840" cy="1375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2E2B8B-78BB-29B5-830F-006E30B2D1B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69395" y="3425950"/>
                  <a:ext cx="2652480" cy="13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399D4A3-E812-1CE7-FEAD-95C16A1F2722}"/>
                    </a:ext>
                  </a:extLst>
                </p14:cNvPr>
                <p14:cNvContentPartPr/>
                <p14:nvPr/>
              </p14:nvContentPartPr>
              <p14:xfrm>
                <a:off x="8564875" y="4754710"/>
                <a:ext cx="215640" cy="107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399D4A3-E812-1CE7-FEAD-95C16A1F272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55875" y="4745710"/>
                  <a:ext cx="233280" cy="10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0B9D98-DB72-91A3-A9EC-7F1E0B169987}"/>
                    </a:ext>
                  </a:extLst>
                </p14:cNvPr>
                <p14:cNvContentPartPr/>
                <p14:nvPr/>
              </p14:nvContentPartPr>
              <p14:xfrm>
                <a:off x="8646595" y="4695670"/>
                <a:ext cx="354240" cy="30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0B9D98-DB72-91A3-A9EC-7F1E0B16998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37595" y="4686670"/>
                  <a:ext cx="371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CEB01E-F46C-BA6F-4E2B-A563F41EBD21}"/>
                    </a:ext>
                  </a:extLst>
                </p14:cNvPr>
                <p14:cNvContentPartPr/>
                <p14:nvPr/>
              </p14:nvContentPartPr>
              <p14:xfrm>
                <a:off x="8559475" y="5991670"/>
                <a:ext cx="120240" cy="170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CEB01E-F46C-BA6F-4E2B-A563F41EBD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50835" y="5983030"/>
                  <a:ext cx="137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4B14B8-0212-0A6A-D7B9-A8993D2E880B}"/>
                    </a:ext>
                  </a:extLst>
                </p14:cNvPr>
                <p14:cNvContentPartPr/>
                <p14:nvPr/>
              </p14:nvContentPartPr>
              <p14:xfrm>
                <a:off x="8773315" y="5539510"/>
                <a:ext cx="66240" cy="576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4B14B8-0212-0A6A-D7B9-A8993D2E880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64315" y="5530870"/>
                  <a:ext cx="8388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8B061C-8A5D-81EC-597F-CCF31CA42E99}"/>
                    </a:ext>
                  </a:extLst>
                </p14:cNvPr>
                <p14:cNvContentPartPr/>
                <p14:nvPr/>
              </p14:nvContentPartPr>
              <p14:xfrm>
                <a:off x="8828755" y="5866390"/>
                <a:ext cx="42840" cy="3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8B061C-8A5D-81EC-597F-CCF31CA42E9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20115" y="5857750"/>
                  <a:ext cx="60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4121DA-8904-89C2-A6D8-4A0F991565FE}"/>
                    </a:ext>
                  </a:extLst>
                </p14:cNvPr>
                <p14:cNvContentPartPr/>
                <p14:nvPr/>
              </p14:nvContentPartPr>
              <p14:xfrm>
                <a:off x="8917315" y="5565790"/>
                <a:ext cx="70920" cy="60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4121DA-8904-89C2-A6D8-4A0F991565F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08675" y="5557150"/>
                  <a:ext cx="8856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C03AE3-B1DA-CBAE-8C4A-8AB26762B907}"/>
                    </a:ext>
                  </a:extLst>
                </p14:cNvPr>
                <p14:cNvContentPartPr/>
                <p14:nvPr/>
              </p14:nvContentPartPr>
              <p14:xfrm>
                <a:off x="8966635" y="5920390"/>
                <a:ext cx="53280" cy="36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C03AE3-B1DA-CBAE-8C4A-8AB26762B90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57635" y="5911390"/>
                  <a:ext cx="70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4B4F51-D8EB-4523-8B32-BD40A910E8DA}"/>
                    </a:ext>
                  </a:extLst>
                </p14:cNvPr>
                <p14:cNvContentPartPr/>
                <p14:nvPr/>
              </p14:nvContentPartPr>
              <p14:xfrm>
                <a:off x="9006595" y="5795830"/>
                <a:ext cx="377280" cy="250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4B4F51-D8EB-4523-8B32-BD40A910E8D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97955" y="5787190"/>
                  <a:ext cx="39492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DB17AFE-7E91-6B06-3551-E28A6DF43EB3}"/>
              </a:ext>
            </a:extLst>
          </p:cNvPr>
          <p:cNvGrpSpPr/>
          <p:nvPr/>
        </p:nvGrpSpPr>
        <p:grpSpPr>
          <a:xfrm>
            <a:off x="3081715" y="3315790"/>
            <a:ext cx="880200" cy="110880"/>
            <a:chOff x="3081715" y="3315790"/>
            <a:chExt cx="88020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4AA0B7-3B0F-B1CE-CA67-7B32D6AAEA0B}"/>
                    </a:ext>
                  </a:extLst>
                </p14:cNvPr>
                <p14:cNvContentPartPr/>
                <p14:nvPr/>
              </p14:nvContentPartPr>
              <p14:xfrm>
                <a:off x="3081715" y="3373750"/>
                <a:ext cx="374400" cy="52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4AA0B7-3B0F-B1CE-CA67-7B32D6AAEA0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73075" y="3365110"/>
                  <a:ext cx="392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14EBC8-0109-8743-7A44-298F6DCC85A6}"/>
                    </a:ext>
                  </a:extLst>
                </p14:cNvPr>
                <p14:cNvContentPartPr/>
                <p14:nvPr/>
              </p14:nvContentPartPr>
              <p14:xfrm>
                <a:off x="3561955" y="3315790"/>
                <a:ext cx="399960" cy="73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14EBC8-0109-8743-7A44-298F6DCC85A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552955" y="3307150"/>
                  <a:ext cx="41760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994654B-2964-DAB3-C7E1-6F90B4F16A53}"/>
                  </a:ext>
                </a:extLst>
              </p14:cNvPr>
              <p14:cNvContentPartPr/>
              <p14:nvPr/>
            </p14:nvContentPartPr>
            <p14:xfrm>
              <a:off x="6209755" y="3321910"/>
              <a:ext cx="810720" cy="192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994654B-2964-DAB3-C7E1-6F90B4F16A5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201115" y="3313270"/>
                <a:ext cx="82836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5FE37E02-D52E-D02A-93C2-9F8B27317A9E}"/>
              </a:ext>
            </a:extLst>
          </p:cNvPr>
          <p:cNvGrpSpPr/>
          <p:nvPr/>
        </p:nvGrpSpPr>
        <p:grpSpPr>
          <a:xfrm>
            <a:off x="3553675" y="3908350"/>
            <a:ext cx="943560" cy="591480"/>
            <a:chOff x="3553675" y="3908350"/>
            <a:chExt cx="94356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EAD92E1-EB72-6F5F-2707-3B980C095D4D}"/>
                    </a:ext>
                  </a:extLst>
                </p14:cNvPr>
                <p14:cNvContentPartPr/>
                <p14:nvPr/>
              </p14:nvContentPartPr>
              <p14:xfrm>
                <a:off x="3553675" y="3908350"/>
                <a:ext cx="943560" cy="36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EAD92E1-EB72-6F5F-2707-3B980C095D4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544675" y="3899350"/>
                  <a:ext cx="9612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10CCFB-CB80-DC4E-B53D-3B9E4ED9B4B6}"/>
                    </a:ext>
                  </a:extLst>
                </p14:cNvPr>
                <p14:cNvContentPartPr/>
                <p14:nvPr/>
              </p14:nvContentPartPr>
              <p14:xfrm>
                <a:off x="3700915" y="4222630"/>
                <a:ext cx="630360" cy="277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10CCFB-CB80-DC4E-B53D-3B9E4ED9B4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92275" y="4213630"/>
                  <a:ext cx="64800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F0E1FF7-663D-2A2A-C630-CC7FCD12909E}"/>
                  </a:ext>
                </a:extLst>
              </p14:cNvPr>
              <p14:cNvContentPartPr/>
              <p14:nvPr/>
            </p14:nvContentPartPr>
            <p14:xfrm>
              <a:off x="4489315" y="4406590"/>
              <a:ext cx="660960" cy="388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F0E1FF7-663D-2A2A-C630-CC7FCD12909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480315" y="4397950"/>
                <a:ext cx="6786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E2951F2-FC46-3200-6844-4E4FEDDE4E9E}"/>
                  </a:ext>
                </a:extLst>
              </p14:cNvPr>
              <p14:cNvContentPartPr/>
              <p14:nvPr/>
            </p14:nvContentPartPr>
            <p14:xfrm>
              <a:off x="2218795" y="5610790"/>
              <a:ext cx="2459520" cy="77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E2951F2-FC46-3200-6844-4E4FEDDE4E9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210155" y="5602150"/>
                <a:ext cx="247716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0DC65AD-79B2-4BEE-348E-B1A735DC6CE4}"/>
                  </a:ext>
                </a:extLst>
              </p14:cNvPr>
              <p14:cNvContentPartPr/>
              <p14:nvPr/>
            </p14:nvContentPartPr>
            <p14:xfrm>
              <a:off x="4430275" y="5658310"/>
              <a:ext cx="4061160" cy="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0DC65AD-79B2-4BEE-348E-B1A735DC6CE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421275" y="5640310"/>
                <a:ext cx="40788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16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B1AE-F5D7-F66C-845E-AFEE77A1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908D-FCB5-1512-3637-D1C6E935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Bayes Theorem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A45C9DCA-F0CD-C7A6-D80E-F1B236AA2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C7399F5A-5CFF-3683-B3F7-CE7863B56E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78E9991-BECB-A9DB-326C-864F6B5E7D1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6400" y="1493838"/>
            <a:ext cx="10972800" cy="4525963"/>
          </a:xfrm>
          <a:prstGeom prst="rect">
            <a:avLst/>
          </a:prstGeom>
          <a:blipFill>
            <a:blip r:embed="rId2"/>
            <a:stretch>
              <a:fillRect l="-778" t="-942"/>
            </a:stretch>
          </a:blip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>
                <a:noFill/>
              </a:rPr>
              <a:t> </a:t>
            </a:r>
            <a:endParaRPr lang="en-US" dirty="0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C4E060-ABD4-17EE-CB51-E3FEB1ED2658}"/>
                  </a:ext>
                </a:extLst>
              </p14:cNvPr>
              <p14:cNvContentPartPr/>
              <p14:nvPr/>
            </p14:nvContentPartPr>
            <p14:xfrm>
              <a:off x="4235875" y="1921510"/>
              <a:ext cx="6265080" cy="107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C4E060-ABD4-17EE-CB51-E3FEB1ED2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6875" y="1912510"/>
                <a:ext cx="628272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30A073E-85F8-A955-D035-03CC08AE880E}"/>
              </a:ext>
            </a:extLst>
          </p:cNvPr>
          <p:cNvGrpSpPr/>
          <p:nvPr/>
        </p:nvGrpSpPr>
        <p:grpSpPr>
          <a:xfrm>
            <a:off x="583315" y="2417230"/>
            <a:ext cx="3864240" cy="4081320"/>
            <a:chOff x="583315" y="2417230"/>
            <a:chExt cx="3864240" cy="408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A24A55-CA18-7BC8-744E-82688BA0DF2E}"/>
                    </a:ext>
                  </a:extLst>
                </p14:cNvPr>
                <p14:cNvContentPartPr/>
                <p14:nvPr/>
              </p14:nvContentPartPr>
              <p14:xfrm>
                <a:off x="1095595" y="2417230"/>
                <a:ext cx="704520" cy="418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A24A55-CA18-7BC8-744E-82688BA0DF2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6595" y="2408590"/>
                  <a:ext cx="7221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F3B502-ED2E-EF05-2AA1-FBB379ECCE72}"/>
                    </a:ext>
                  </a:extLst>
                </p14:cNvPr>
                <p14:cNvContentPartPr/>
                <p14:nvPr/>
              </p14:nvContentPartPr>
              <p14:xfrm>
                <a:off x="583315" y="2776510"/>
                <a:ext cx="697320" cy="1875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F3B502-ED2E-EF05-2AA1-FBB379ECCE7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4675" y="2767510"/>
                  <a:ext cx="714960" cy="18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AD5CBA-3297-821F-60B9-454CA59F86CA}"/>
                    </a:ext>
                  </a:extLst>
                </p14:cNvPr>
                <p14:cNvContentPartPr/>
                <p14:nvPr/>
              </p14:nvContentPartPr>
              <p14:xfrm>
                <a:off x="979675" y="4520710"/>
                <a:ext cx="257400" cy="19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AD5CBA-3297-821F-60B9-454CA59F86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0675" y="4512070"/>
                  <a:ext cx="275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EF0DD3-36F3-E422-1F17-F8E38D1732DF}"/>
                    </a:ext>
                  </a:extLst>
                </p14:cNvPr>
                <p14:cNvContentPartPr/>
                <p14:nvPr/>
              </p14:nvContentPartPr>
              <p14:xfrm>
                <a:off x="1118635" y="5080870"/>
                <a:ext cx="99720" cy="248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EF0DD3-36F3-E422-1F17-F8E38D1732D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9635" y="5072230"/>
                  <a:ext cx="117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32972A-349D-5885-BD05-B6063D3ACA8C}"/>
                    </a:ext>
                  </a:extLst>
                </p14:cNvPr>
                <p14:cNvContentPartPr/>
                <p14:nvPr/>
              </p14:nvContentPartPr>
              <p14:xfrm>
                <a:off x="1248235" y="4862350"/>
                <a:ext cx="500040" cy="32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32972A-349D-5885-BD05-B6063D3ACA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39235" y="4853710"/>
                  <a:ext cx="5176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A429DE-19CB-4D6A-2A65-9643C567DCCD}"/>
                    </a:ext>
                  </a:extLst>
                </p14:cNvPr>
                <p14:cNvContentPartPr/>
                <p14:nvPr/>
              </p14:nvContentPartPr>
              <p14:xfrm>
                <a:off x="1818835" y="4588390"/>
                <a:ext cx="405720" cy="498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A429DE-19CB-4D6A-2A65-9643C567DC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10195" y="4579750"/>
                  <a:ext cx="42336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E86C16-7CF2-AA84-81EC-7C286F61BF47}"/>
                    </a:ext>
                  </a:extLst>
                </p14:cNvPr>
                <p14:cNvContentPartPr/>
                <p14:nvPr/>
              </p14:nvContentPartPr>
              <p14:xfrm>
                <a:off x="2189635" y="4660390"/>
                <a:ext cx="286560" cy="287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E86C16-7CF2-AA84-81EC-7C286F61BF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80995" y="4651750"/>
                  <a:ext cx="304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2B886D4-2C93-ED88-7942-65F8AEAA151B}"/>
                    </a:ext>
                  </a:extLst>
                </p14:cNvPr>
                <p14:cNvContentPartPr/>
                <p14:nvPr/>
              </p14:nvContentPartPr>
              <p14:xfrm>
                <a:off x="2584915" y="4398670"/>
                <a:ext cx="168480" cy="27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2B886D4-2C93-ED88-7942-65F8AEAA15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76275" y="4389670"/>
                  <a:ext cx="186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88C5F1-DD24-58BA-32D3-BC03FDBA0CBC}"/>
                    </a:ext>
                  </a:extLst>
                </p14:cNvPr>
                <p14:cNvContentPartPr/>
                <p14:nvPr/>
              </p14:nvContentPartPr>
              <p14:xfrm>
                <a:off x="2836195" y="4537270"/>
                <a:ext cx="163800" cy="92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88C5F1-DD24-58BA-32D3-BC03FDBA0C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27195" y="4528630"/>
                  <a:ext cx="181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C4FBAB-1D54-1461-3B9A-4668C64E84ED}"/>
                    </a:ext>
                  </a:extLst>
                </p14:cNvPr>
                <p14:cNvContentPartPr/>
                <p14:nvPr/>
              </p14:nvContentPartPr>
              <p14:xfrm>
                <a:off x="1321675" y="5283190"/>
                <a:ext cx="1085040" cy="680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C4FBAB-1D54-1461-3B9A-4668C64E84E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13035" y="5274550"/>
                  <a:ext cx="110268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948DD8-3C6F-2440-63C8-D9F3CAC9F960}"/>
                    </a:ext>
                  </a:extLst>
                </p14:cNvPr>
                <p14:cNvContentPartPr/>
                <p14:nvPr/>
              </p14:nvContentPartPr>
              <p14:xfrm>
                <a:off x="2346595" y="4983670"/>
                <a:ext cx="642240" cy="551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948DD8-3C6F-2440-63C8-D9F3CAC9F9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37595" y="4975030"/>
                  <a:ext cx="65988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AC0384-ECFF-A213-92D4-AB931C947D9C}"/>
                    </a:ext>
                  </a:extLst>
                </p14:cNvPr>
                <p14:cNvContentPartPr/>
                <p14:nvPr/>
              </p14:nvContentPartPr>
              <p14:xfrm>
                <a:off x="2955715" y="4955950"/>
                <a:ext cx="237960" cy="290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AC0384-ECFF-A213-92D4-AB931C947D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46715" y="4947310"/>
                  <a:ext cx="255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1AED6D-6E68-E2C4-C168-B7404FCBFEE9}"/>
                    </a:ext>
                  </a:extLst>
                </p14:cNvPr>
                <p14:cNvContentPartPr/>
                <p14:nvPr/>
              </p14:nvContentPartPr>
              <p14:xfrm>
                <a:off x="2729635" y="5012470"/>
                <a:ext cx="122400" cy="5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1AED6D-6E68-E2C4-C168-B7404FCBFE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720635" y="5003470"/>
                  <a:ext cx="140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8C283E-1DE3-3CA2-6876-880F8770EC7A}"/>
                    </a:ext>
                  </a:extLst>
                </p14:cNvPr>
                <p14:cNvContentPartPr/>
                <p14:nvPr/>
              </p14:nvContentPartPr>
              <p14:xfrm>
                <a:off x="1704715" y="5391190"/>
                <a:ext cx="218880" cy="169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8C283E-1DE3-3CA2-6876-880F8770EC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96075" y="5382550"/>
                  <a:ext cx="236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AB6E702-A7BA-F221-50C0-9AC26A6F18B1}"/>
                    </a:ext>
                  </a:extLst>
                </p14:cNvPr>
                <p14:cNvContentPartPr/>
                <p14:nvPr/>
              </p14:nvContentPartPr>
              <p14:xfrm>
                <a:off x="1281355" y="5566150"/>
                <a:ext cx="46800" cy="3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AB6E702-A7BA-F221-50C0-9AC26A6F18B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72715" y="5557510"/>
                  <a:ext cx="64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5FD29C-F521-9631-B891-8C38E59B7001}"/>
                    </a:ext>
                  </a:extLst>
                </p14:cNvPr>
                <p14:cNvContentPartPr/>
                <p14:nvPr/>
              </p14:nvContentPartPr>
              <p14:xfrm>
                <a:off x="1863115" y="6160150"/>
                <a:ext cx="315720" cy="262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5FD29C-F521-9631-B891-8C38E59B70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54475" y="6151510"/>
                  <a:ext cx="3333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FABE71-FEB2-1BDA-BF7C-EA5E068E8F13}"/>
                    </a:ext>
                  </a:extLst>
                </p14:cNvPr>
                <p14:cNvContentPartPr/>
                <p14:nvPr/>
              </p14:nvContentPartPr>
              <p14:xfrm>
                <a:off x="2383315" y="5855590"/>
                <a:ext cx="298080" cy="259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FABE71-FEB2-1BDA-BF7C-EA5E068E8F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74315" y="5846950"/>
                  <a:ext cx="315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C9D80E-F0DF-D11F-2C9B-0C2EC700F40B}"/>
                    </a:ext>
                  </a:extLst>
                </p14:cNvPr>
                <p14:cNvContentPartPr/>
                <p14:nvPr/>
              </p14:nvContentPartPr>
              <p14:xfrm>
                <a:off x="2814595" y="5766670"/>
                <a:ext cx="248760" cy="496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C9D80E-F0DF-D11F-2C9B-0C2EC700F40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05595" y="5757670"/>
                  <a:ext cx="26640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77BF8E-5564-EA02-1811-059A9A1DC95B}"/>
                    </a:ext>
                  </a:extLst>
                </p14:cNvPr>
                <p14:cNvContentPartPr/>
                <p14:nvPr/>
              </p14:nvContentPartPr>
              <p14:xfrm>
                <a:off x="2886955" y="5572630"/>
                <a:ext cx="16920" cy="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77BF8E-5564-EA02-1811-059A9A1DC95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877955" y="5563630"/>
                  <a:ext cx="34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892716-173A-5E9E-01FD-5E12550B801B}"/>
                    </a:ext>
                  </a:extLst>
                </p14:cNvPr>
                <p14:cNvContentPartPr/>
                <p14:nvPr/>
              </p14:nvContentPartPr>
              <p14:xfrm>
                <a:off x="3047515" y="5606470"/>
                <a:ext cx="137160" cy="138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892716-173A-5E9E-01FD-5E12550B801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38515" y="5597830"/>
                  <a:ext cx="154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2DDA8B-4092-C125-845F-F964C5E02FC8}"/>
                    </a:ext>
                  </a:extLst>
                </p14:cNvPr>
                <p14:cNvContentPartPr/>
                <p14:nvPr/>
              </p14:nvContentPartPr>
              <p14:xfrm>
                <a:off x="3239035" y="5402350"/>
                <a:ext cx="304560" cy="217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2DDA8B-4092-C125-845F-F964C5E02F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30395" y="5393350"/>
                  <a:ext cx="322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09487C-9BC8-99D0-9F90-66544A4D1C0D}"/>
                    </a:ext>
                  </a:extLst>
                </p14:cNvPr>
                <p14:cNvContentPartPr/>
                <p14:nvPr/>
              </p14:nvContentPartPr>
              <p14:xfrm>
                <a:off x="3665275" y="5132710"/>
                <a:ext cx="98640" cy="212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09487C-9BC8-99D0-9F90-66544A4D1C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56635" y="5123710"/>
                  <a:ext cx="116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BB77804-D5ED-87FA-EB1F-17A8125D09F0}"/>
                    </a:ext>
                  </a:extLst>
                </p14:cNvPr>
                <p14:cNvContentPartPr/>
                <p14:nvPr/>
              </p14:nvContentPartPr>
              <p14:xfrm>
                <a:off x="3648715" y="5087350"/>
                <a:ext cx="156600" cy="33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B77804-D5ED-87FA-EB1F-17A8125D09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40075" y="5078710"/>
                  <a:ext cx="1742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E15A1D-443C-BA1E-7BC6-3449408F84A8}"/>
                    </a:ext>
                  </a:extLst>
                </p14:cNvPr>
                <p14:cNvContentPartPr/>
                <p14:nvPr/>
              </p14:nvContentPartPr>
              <p14:xfrm>
                <a:off x="3692275" y="4865590"/>
                <a:ext cx="30240" cy="79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E15A1D-443C-BA1E-7BC6-3449408F84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83275" y="4856590"/>
                  <a:ext cx="47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172DC4-2402-6E59-305A-C8B1E0145656}"/>
                    </a:ext>
                  </a:extLst>
                </p14:cNvPr>
                <p14:cNvContentPartPr/>
                <p14:nvPr/>
              </p14:nvContentPartPr>
              <p14:xfrm>
                <a:off x="3768955" y="4813750"/>
                <a:ext cx="67680" cy="93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172DC4-2402-6E59-305A-C8B1E014565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59955" y="4804750"/>
                  <a:ext cx="85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325F01E-3513-7662-A40C-74D85C36A92C}"/>
                    </a:ext>
                  </a:extLst>
                </p14:cNvPr>
                <p14:cNvContentPartPr/>
                <p14:nvPr/>
              </p14:nvContentPartPr>
              <p14:xfrm>
                <a:off x="2191435" y="5875750"/>
                <a:ext cx="50400" cy="54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325F01E-3513-7662-A40C-74D85C36A92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82435" y="5867110"/>
                  <a:ext cx="68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4F7377A-CB1A-4F74-C34E-28C664A66D9E}"/>
                    </a:ext>
                  </a:extLst>
                </p14:cNvPr>
                <p14:cNvContentPartPr/>
                <p14:nvPr/>
              </p14:nvContentPartPr>
              <p14:xfrm>
                <a:off x="2259475" y="5865310"/>
                <a:ext cx="39600" cy="43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4F7377A-CB1A-4F74-C34E-28C664A66D9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50835" y="5856670"/>
                  <a:ext cx="57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3AACC7-FE46-4483-FC6A-D09402796425}"/>
                    </a:ext>
                  </a:extLst>
                </p14:cNvPr>
                <p14:cNvContentPartPr/>
                <p14:nvPr/>
              </p14:nvContentPartPr>
              <p14:xfrm>
                <a:off x="2364235" y="5248630"/>
                <a:ext cx="2083320" cy="1249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3AACC7-FE46-4483-FC6A-D094027964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55235" y="5239630"/>
                  <a:ext cx="2100960" cy="12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3740F85-C80A-24C7-08E0-1F44F8C8C614}"/>
              </a:ext>
            </a:extLst>
          </p:cNvPr>
          <p:cNvGrpSpPr/>
          <p:nvPr/>
        </p:nvGrpSpPr>
        <p:grpSpPr>
          <a:xfrm>
            <a:off x="5026435" y="5428630"/>
            <a:ext cx="1829520" cy="1159560"/>
            <a:chOff x="5026435" y="5428630"/>
            <a:chExt cx="182952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3C5976-9AA7-5521-F6E9-708C33C3D221}"/>
                    </a:ext>
                  </a:extLst>
                </p14:cNvPr>
                <p14:cNvContentPartPr/>
                <p14:nvPr/>
              </p14:nvContentPartPr>
              <p14:xfrm>
                <a:off x="5026435" y="5627350"/>
                <a:ext cx="56880" cy="506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3C5976-9AA7-5521-F6E9-708C33C3D22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17795" y="5618350"/>
                  <a:ext cx="745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0094B3-1651-81AE-30F1-3ECF4AD6C20C}"/>
                    </a:ext>
                  </a:extLst>
                </p14:cNvPr>
                <p14:cNvContentPartPr/>
                <p14:nvPr/>
              </p14:nvContentPartPr>
              <p14:xfrm>
                <a:off x="5208955" y="5588110"/>
                <a:ext cx="203040" cy="675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0094B3-1651-81AE-30F1-3ECF4AD6C20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99955" y="5579110"/>
                  <a:ext cx="22068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B912D3-088E-0500-5543-7C0B05E26A10}"/>
                    </a:ext>
                  </a:extLst>
                </p14:cNvPr>
                <p14:cNvContentPartPr/>
                <p14:nvPr/>
              </p14:nvContentPartPr>
              <p14:xfrm>
                <a:off x="5427115" y="5705110"/>
                <a:ext cx="128160" cy="27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B912D3-088E-0500-5543-7C0B05E26A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18475" y="5696110"/>
                  <a:ext cx="145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1F8F27-5657-6BEC-CFB3-B1C82C154893}"/>
                    </a:ext>
                  </a:extLst>
                </p14:cNvPr>
                <p14:cNvContentPartPr/>
                <p14:nvPr/>
              </p14:nvContentPartPr>
              <p14:xfrm>
                <a:off x="5646715" y="5640670"/>
                <a:ext cx="125280" cy="717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1F8F27-5657-6BEC-CFB3-B1C82C15489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637715" y="5632030"/>
                  <a:ext cx="14292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D24F420-705C-8819-43BE-B53150A02E90}"/>
                    </a:ext>
                  </a:extLst>
                </p14:cNvPr>
                <p14:cNvContentPartPr/>
                <p14:nvPr/>
              </p14:nvContentPartPr>
              <p14:xfrm>
                <a:off x="5826715" y="5941990"/>
                <a:ext cx="37800" cy="317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D24F420-705C-8819-43BE-B53150A02E9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818075" y="5933350"/>
                  <a:ext cx="55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8276F7-C0F3-D1EA-8FBE-AF10D16A9A94}"/>
                    </a:ext>
                  </a:extLst>
                </p14:cNvPr>
                <p14:cNvContentPartPr/>
                <p14:nvPr/>
              </p14:nvContentPartPr>
              <p14:xfrm>
                <a:off x="5821675" y="5952430"/>
                <a:ext cx="162360" cy="369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8276F7-C0F3-D1EA-8FBE-AF10D16A9A9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12675" y="5943430"/>
                  <a:ext cx="1800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B42F6B-6F49-4A1C-342F-CA1F8217582A}"/>
                    </a:ext>
                  </a:extLst>
                </p14:cNvPr>
                <p14:cNvContentPartPr/>
                <p14:nvPr/>
              </p14:nvContentPartPr>
              <p14:xfrm>
                <a:off x="5937595" y="5516470"/>
                <a:ext cx="114840" cy="1071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B42F6B-6F49-4A1C-342F-CA1F821758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928595" y="5507830"/>
                  <a:ext cx="13248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C2CF1F3-3192-5BBE-474B-3F7BDED4324A}"/>
                    </a:ext>
                  </a:extLst>
                </p14:cNvPr>
                <p14:cNvContentPartPr/>
                <p14:nvPr/>
              </p14:nvContentPartPr>
              <p14:xfrm>
                <a:off x="6169075" y="5602150"/>
                <a:ext cx="86040" cy="392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C2CF1F3-3192-5BBE-474B-3F7BDED4324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60435" y="5593150"/>
                  <a:ext cx="1036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0A6AEA-8BC0-6FEC-75FC-5939E3B640E1}"/>
                    </a:ext>
                  </a:extLst>
                </p14:cNvPr>
                <p14:cNvContentPartPr/>
                <p14:nvPr/>
              </p14:nvContentPartPr>
              <p14:xfrm>
                <a:off x="6341515" y="5428630"/>
                <a:ext cx="219600" cy="76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0A6AEA-8BC0-6FEC-75FC-5939E3B640E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32515" y="5419630"/>
                  <a:ext cx="23724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F0990C-4EB8-E774-D245-EFF2309951ED}"/>
                    </a:ext>
                  </a:extLst>
                </p14:cNvPr>
                <p14:cNvContentPartPr/>
                <p14:nvPr/>
              </p14:nvContentPartPr>
              <p14:xfrm>
                <a:off x="6563275" y="5718430"/>
                <a:ext cx="28080" cy="242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F0990C-4EB8-E774-D245-EFF2309951E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54635" y="5709790"/>
                  <a:ext cx="45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602AD0C-81B7-2AFC-487F-E38959980A5C}"/>
                    </a:ext>
                  </a:extLst>
                </p14:cNvPr>
                <p14:cNvContentPartPr/>
                <p14:nvPr/>
              </p14:nvContentPartPr>
              <p14:xfrm>
                <a:off x="6504955" y="5737150"/>
                <a:ext cx="209520" cy="233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602AD0C-81B7-2AFC-487F-E38959980A5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95955" y="5728150"/>
                  <a:ext cx="227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92B168-9FD9-CE96-8E8C-C54BC16653E1}"/>
                    </a:ext>
                  </a:extLst>
                </p14:cNvPr>
                <p14:cNvContentPartPr/>
                <p14:nvPr/>
              </p14:nvContentPartPr>
              <p14:xfrm>
                <a:off x="6669835" y="5456710"/>
                <a:ext cx="186120" cy="829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92B168-9FD9-CE96-8E8C-C54BC16653E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61195" y="5447710"/>
                  <a:ext cx="203760" cy="84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60496A0-E510-12A0-D822-017C54D42DB0}"/>
              </a:ext>
            </a:extLst>
          </p:cNvPr>
          <p:cNvGrpSpPr/>
          <p:nvPr/>
        </p:nvGrpSpPr>
        <p:grpSpPr>
          <a:xfrm>
            <a:off x="7092475" y="5747590"/>
            <a:ext cx="183960" cy="100800"/>
            <a:chOff x="7092475" y="5747590"/>
            <a:chExt cx="183960" cy="1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4C7E76-7F4A-0437-A0EE-7E8A13B8FD69}"/>
                    </a:ext>
                  </a:extLst>
                </p14:cNvPr>
                <p14:cNvContentPartPr/>
                <p14:nvPr/>
              </p14:nvContentPartPr>
              <p14:xfrm>
                <a:off x="7092475" y="5747590"/>
                <a:ext cx="11232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4C7E76-7F4A-0437-A0EE-7E8A13B8FD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83835" y="5738590"/>
                  <a:ext cx="129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E24AB5B-8E00-6F49-AE00-56DC63F8EBB5}"/>
                    </a:ext>
                  </a:extLst>
                </p14:cNvPr>
                <p14:cNvContentPartPr/>
                <p14:nvPr/>
              </p14:nvContentPartPr>
              <p14:xfrm>
                <a:off x="7096075" y="5819950"/>
                <a:ext cx="180360" cy="28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E24AB5B-8E00-6F49-AE00-56DC63F8EB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87075" y="5810950"/>
                  <a:ext cx="1980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E02F8EC-566B-60DC-6E41-A84966C24072}"/>
              </a:ext>
            </a:extLst>
          </p:cNvPr>
          <p:cNvGrpSpPr/>
          <p:nvPr/>
        </p:nvGrpSpPr>
        <p:grpSpPr>
          <a:xfrm>
            <a:off x="7514035" y="5155390"/>
            <a:ext cx="1150920" cy="882000"/>
            <a:chOff x="7514035" y="5155390"/>
            <a:chExt cx="1150920" cy="88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897301-484F-5256-069B-E0D312D42749}"/>
                    </a:ext>
                  </a:extLst>
                </p14:cNvPr>
                <p14:cNvContentPartPr/>
                <p14:nvPr/>
              </p14:nvContentPartPr>
              <p14:xfrm>
                <a:off x="7514035" y="5365270"/>
                <a:ext cx="87480" cy="44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897301-484F-5256-069B-E0D312D4274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05395" y="5356270"/>
                  <a:ext cx="1051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39BF58-4DE9-A05A-4FDB-7C1C08E10E64}"/>
                    </a:ext>
                  </a:extLst>
                </p14:cNvPr>
                <p14:cNvContentPartPr/>
                <p14:nvPr/>
              </p14:nvContentPartPr>
              <p14:xfrm>
                <a:off x="7701235" y="5243230"/>
                <a:ext cx="243000" cy="79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39BF58-4DE9-A05A-4FDB-7C1C08E10E6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92235" y="5234590"/>
                  <a:ext cx="26064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837387-FABE-A7A6-0BA1-006F3F6D05B6}"/>
                    </a:ext>
                  </a:extLst>
                </p14:cNvPr>
                <p14:cNvContentPartPr/>
                <p14:nvPr/>
              </p14:nvContentPartPr>
              <p14:xfrm>
                <a:off x="7894915" y="5408830"/>
                <a:ext cx="189720" cy="302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837387-FABE-A7A6-0BA1-006F3F6D05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85915" y="5400190"/>
                  <a:ext cx="2073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E5D102-2A4F-312D-226E-D820A3DB9910}"/>
                    </a:ext>
                  </a:extLst>
                </p14:cNvPr>
                <p14:cNvContentPartPr/>
                <p14:nvPr/>
              </p14:nvContentPartPr>
              <p14:xfrm>
                <a:off x="8199835" y="5692510"/>
                <a:ext cx="59040" cy="26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E5D102-2A4F-312D-226E-D820A3DB991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90835" y="5683870"/>
                  <a:ext cx="76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DE87CB-3879-B128-827F-6E2970D5DF1B}"/>
                    </a:ext>
                  </a:extLst>
                </p14:cNvPr>
                <p14:cNvContentPartPr/>
                <p14:nvPr/>
              </p14:nvContentPartPr>
              <p14:xfrm>
                <a:off x="8438155" y="5411710"/>
                <a:ext cx="27720" cy="277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DE87CB-3879-B128-827F-6E2970D5DF1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29515" y="5403070"/>
                  <a:ext cx="45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72A7B2-1510-FAD4-A3E9-BFC1A15F87CE}"/>
                    </a:ext>
                  </a:extLst>
                </p14:cNvPr>
                <p14:cNvContentPartPr/>
                <p14:nvPr/>
              </p14:nvContentPartPr>
              <p14:xfrm>
                <a:off x="8397115" y="5409190"/>
                <a:ext cx="193680" cy="29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72A7B2-1510-FAD4-A3E9-BFC1A15F87C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88475" y="5400550"/>
                  <a:ext cx="211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5E23EF-D15F-9880-C1A6-2763AC8EA53E}"/>
                    </a:ext>
                  </a:extLst>
                </p14:cNvPr>
                <p14:cNvContentPartPr/>
                <p14:nvPr/>
              </p14:nvContentPartPr>
              <p14:xfrm>
                <a:off x="8514115" y="5155390"/>
                <a:ext cx="150840" cy="87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5E23EF-D15F-9880-C1A6-2763AC8EA5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05115" y="5146390"/>
                  <a:ext cx="168480" cy="89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EE99677-2727-F2CA-A657-4DCDBAAC6409}"/>
              </a:ext>
            </a:extLst>
          </p:cNvPr>
          <p:cNvGrpSpPr/>
          <p:nvPr/>
        </p:nvGrpSpPr>
        <p:grpSpPr>
          <a:xfrm>
            <a:off x="8912635" y="5443750"/>
            <a:ext cx="149400" cy="174600"/>
            <a:chOff x="8912635" y="5443750"/>
            <a:chExt cx="14940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4B057A-A620-96DA-6702-9F1DD1695C5E}"/>
                    </a:ext>
                  </a:extLst>
                </p14:cNvPr>
                <p14:cNvContentPartPr/>
                <p14:nvPr/>
              </p14:nvContentPartPr>
              <p14:xfrm>
                <a:off x="8939635" y="5443750"/>
                <a:ext cx="108720" cy="28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4B057A-A620-96DA-6702-9F1DD1695C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930635" y="5434750"/>
                  <a:ext cx="126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88D15C-841E-C130-BC3E-EC0AE311CEA1}"/>
                    </a:ext>
                  </a:extLst>
                </p14:cNvPr>
                <p14:cNvContentPartPr/>
                <p14:nvPr/>
              </p14:nvContentPartPr>
              <p14:xfrm>
                <a:off x="8912635" y="5563270"/>
                <a:ext cx="149400" cy="55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88D15C-841E-C130-BC3E-EC0AE311CEA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903635" y="5554270"/>
                  <a:ext cx="1670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440DEF8-A471-48E4-24C7-FA243A171396}"/>
              </a:ext>
            </a:extLst>
          </p:cNvPr>
          <p:cNvGrpSpPr/>
          <p:nvPr/>
        </p:nvGrpSpPr>
        <p:grpSpPr>
          <a:xfrm>
            <a:off x="9283435" y="4924630"/>
            <a:ext cx="1840680" cy="1141920"/>
            <a:chOff x="9283435" y="4924630"/>
            <a:chExt cx="1840680" cy="11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887395-1446-9DC2-A740-92B4C1263106}"/>
                    </a:ext>
                  </a:extLst>
                </p14:cNvPr>
                <p14:cNvContentPartPr/>
                <p14:nvPr/>
              </p14:nvContentPartPr>
              <p14:xfrm>
                <a:off x="9283435" y="5241070"/>
                <a:ext cx="115920" cy="28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887395-1446-9DC2-A740-92B4C126310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74795" y="5232430"/>
                  <a:ext cx="133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FFE93E-FCC5-AF46-179B-C830BD6EA2CD}"/>
                    </a:ext>
                  </a:extLst>
                </p14:cNvPr>
                <p14:cNvContentPartPr/>
                <p14:nvPr/>
              </p14:nvContentPartPr>
              <p14:xfrm>
                <a:off x="9314755" y="5165470"/>
                <a:ext cx="224640" cy="63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FFE93E-FCC5-AF46-179B-C830BD6EA2C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306115" y="5156830"/>
                  <a:ext cx="24228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C14C15-7C19-6587-7B4C-032CBB0F1D7C}"/>
                    </a:ext>
                  </a:extLst>
                </p14:cNvPr>
                <p14:cNvContentPartPr/>
                <p14:nvPr/>
              </p14:nvContentPartPr>
              <p14:xfrm>
                <a:off x="9685915" y="4967830"/>
                <a:ext cx="282960" cy="852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C14C15-7C19-6587-7B4C-032CBB0F1D7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677275" y="4958830"/>
                  <a:ext cx="30060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330434-08F5-2CEE-D5C8-5E2F7BDEBD11}"/>
                    </a:ext>
                  </a:extLst>
                </p14:cNvPr>
                <p14:cNvContentPartPr/>
                <p14:nvPr/>
              </p14:nvContentPartPr>
              <p14:xfrm>
                <a:off x="9778795" y="5266990"/>
                <a:ext cx="28080" cy="381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330434-08F5-2CEE-D5C8-5E2F7BDEBD1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769795" y="5258350"/>
                  <a:ext cx="457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7B3987-4885-28BC-22A5-4515FA623F24}"/>
                    </a:ext>
                  </a:extLst>
                </p14:cNvPr>
                <p14:cNvContentPartPr/>
                <p14:nvPr/>
              </p14:nvContentPartPr>
              <p14:xfrm>
                <a:off x="9724075" y="5278870"/>
                <a:ext cx="145440" cy="355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7B3987-4885-28BC-22A5-4515FA623F2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15435" y="5269870"/>
                  <a:ext cx="163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01A719A-5641-E7EB-5710-41C6FED1CC37}"/>
                    </a:ext>
                  </a:extLst>
                </p14:cNvPr>
                <p14:cNvContentPartPr/>
                <p14:nvPr/>
              </p14:nvContentPartPr>
              <p14:xfrm>
                <a:off x="9899755" y="5158270"/>
                <a:ext cx="189000" cy="836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01A719A-5641-E7EB-5710-41C6FED1CC3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891115" y="5149630"/>
                  <a:ext cx="2066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658EB8-395C-D2AA-1986-844B85594812}"/>
                    </a:ext>
                  </a:extLst>
                </p14:cNvPr>
                <p14:cNvContentPartPr/>
                <p14:nvPr/>
              </p14:nvContentPartPr>
              <p14:xfrm>
                <a:off x="10029355" y="5453470"/>
                <a:ext cx="208080" cy="331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658EB8-395C-D2AA-1986-844B8559481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020715" y="5444470"/>
                  <a:ext cx="2257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569655-C861-9485-0DB2-3E5A94B2B8F3}"/>
                    </a:ext>
                  </a:extLst>
                </p14:cNvPr>
                <p14:cNvContentPartPr/>
                <p14:nvPr/>
              </p14:nvContentPartPr>
              <p14:xfrm>
                <a:off x="10171555" y="5063230"/>
                <a:ext cx="100800" cy="1003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569655-C861-9485-0DB2-3E5A94B2B8F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162555" y="5054230"/>
                  <a:ext cx="11844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00A7D5-AC95-5ACA-643F-73BC9A84C124}"/>
                    </a:ext>
                  </a:extLst>
                </p14:cNvPr>
                <p14:cNvContentPartPr/>
                <p14:nvPr/>
              </p14:nvContentPartPr>
              <p14:xfrm>
                <a:off x="10449475" y="5180230"/>
                <a:ext cx="100080" cy="349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00A7D5-AC95-5ACA-643F-73BC9A84C12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40475" y="5171230"/>
                  <a:ext cx="117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7852FC-43E8-1DE2-F589-BABE6040EE1E}"/>
                    </a:ext>
                  </a:extLst>
                </p14:cNvPr>
                <p14:cNvContentPartPr/>
                <p14:nvPr/>
              </p14:nvContentPartPr>
              <p14:xfrm>
                <a:off x="10655035" y="4963870"/>
                <a:ext cx="212400" cy="712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7852FC-43E8-1DE2-F589-BABE6040EE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46395" y="4954870"/>
                  <a:ext cx="23004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1746620-DE97-2FA2-2955-494E69A62593}"/>
                    </a:ext>
                  </a:extLst>
                </p14:cNvPr>
                <p14:cNvContentPartPr/>
                <p14:nvPr/>
              </p14:nvContentPartPr>
              <p14:xfrm>
                <a:off x="10810915" y="5112910"/>
                <a:ext cx="192600" cy="356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1746620-DE97-2FA2-2955-494E69A6259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802275" y="5103910"/>
                  <a:ext cx="2102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FC3990-D14E-2E0E-499E-FCB10CEDD759}"/>
                    </a:ext>
                  </a:extLst>
                </p14:cNvPr>
                <p14:cNvContentPartPr/>
                <p14:nvPr/>
              </p14:nvContentPartPr>
              <p14:xfrm>
                <a:off x="10984075" y="4924630"/>
                <a:ext cx="140040" cy="824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FC3990-D14E-2E0E-499E-FCB10CEDD75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75075" y="4915630"/>
                  <a:ext cx="157680" cy="8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09D4FC8-FAD8-CC02-1CC7-D293B9D2E67E}"/>
                    </a:ext>
                  </a:extLst>
                </p14:cNvPr>
                <p14:cNvContentPartPr/>
                <p14:nvPr/>
              </p14:nvContentPartPr>
              <p14:xfrm>
                <a:off x="10469995" y="5106430"/>
                <a:ext cx="156960" cy="448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09D4FC8-FAD8-CC02-1CC7-D293B9D2E67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60995" y="5097430"/>
                  <a:ext cx="174600" cy="46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416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3DADB-54FB-A164-D50A-45216957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2FB2-B691-41C1-72DE-C5E4EE30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Features of Bayesian learning 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DA0375E2-8015-70A1-37A0-BC49124F5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305D58E4-76F5-AF37-D2F2-22A857F838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44514-00C5-A848-676D-1E8984A91B35}"/>
              </a:ext>
            </a:extLst>
          </p:cNvPr>
          <p:cNvSpPr txBox="1"/>
          <p:nvPr/>
        </p:nvSpPr>
        <p:spPr>
          <a:xfrm>
            <a:off x="554477" y="1051933"/>
            <a:ext cx="110408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Prior knowledge can be combined with observed data to determine the final probability of a hypothesis.</a:t>
            </a: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Prior knowledge is provided by asserting</a:t>
            </a: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         prior probability for each candidate hypothesis, and</a:t>
            </a: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         probability distribution over observed data for each possible hypothesis.</a:t>
            </a:r>
          </a:p>
          <a:p>
            <a:pPr marL="285750" indent="-28575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New instances can be classified by combining the predictions of multiple hypothesis, weighted by their probabilities.</a:t>
            </a:r>
            <a:endParaRPr lang="en-IN" sz="2400" dirty="0">
              <a:solidFill>
                <a:prstClr val="black"/>
              </a:solidFill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92BE5FC-C5F3-329A-66CF-BD85160CBE82}"/>
                  </a:ext>
                </a:extLst>
              </p14:cNvPr>
              <p14:cNvContentPartPr/>
              <p14:nvPr/>
            </p14:nvContentPartPr>
            <p14:xfrm>
              <a:off x="1570075" y="3157390"/>
              <a:ext cx="6518880" cy="28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92BE5FC-C5F3-329A-66CF-BD85160CBE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1075" y="3148750"/>
                <a:ext cx="653652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F90EC4F6-585E-311E-FBE0-ECDEF2DE645B}"/>
              </a:ext>
            </a:extLst>
          </p:cNvPr>
          <p:cNvGrpSpPr/>
          <p:nvPr/>
        </p:nvGrpSpPr>
        <p:grpSpPr>
          <a:xfrm>
            <a:off x="1513195" y="3153430"/>
            <a:ext cx="9958680" cy="3445200"/>
            <a:chOff x="1513195" y="3153430"/>
            <a:chExt cx="9958680" cy="344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70B452-76F4-136A-457C-3B24C2192C07}"/>
                    </a:ext>
                  </a:extLst>
                </p14:cNvPr>
                <p14:cNvContentPartPr/>
                <p14:nvPr/>
              </p14:nvContentPartPr>
              <p14:xfrm>
                <a:off x="3365395" y="5453110"/>
                <a:ext cx="111960" cy="457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70B452-76F4-136A-457C-3B24C2192C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6755" y="5444470"/>
                  <a:ext cx="1296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5E7524-24D9-FBF4-3166-8877AB2C6E3D}"/>
                    </a:ext>
                  </a:extLst>
                </p14:cNvPr>
                <p14:cNvContentPartPr/>
                <p14:nvPr/>
              </p14:nvContentPartPr>
              <p14:xfrm>
                <a:off x="3376555" y="5380750"/>
                <a:ext cx="138600" cy="329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5E7524-24D9-FBF4-3166-8877AB2C6E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67555" y="5371750"/>
                  <a:ext cx="1562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AB30D3-E8EA-8581-48DF-1454581EF883}"/>
                    </a:ext>
                  </a:extLst>
                </p14:cNvPr>
                <p14:cNvContentPartPr/>
                <p14:nvPr/>
              </p14:nvContentPartPr>
              <p14:xfrm>
                <a:off x="3634675" y="5270230"/>
                <a:ext cx="275400" cy="62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AB30D3-E8EA-8581-48DF-1454581EF8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5675" y="5261230"/>
                  <a:ext cx="29304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EF8F5C-60AD-F56E-ADC1-0E5C9042F53C}"/>
                    </a:ext>
                  </a:extLst>
                </p14:cNvPr>
                <p14:cNvContentPartPr/>
                <p14:nvPr/>
              </p14:nvContentPartPr>
              <p14:xfrm>
                <a:off x="3767875" y="5506390"/>
                <a:ext cx="243720" cy="263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EF8F5C-60AD-F56E-ADC1-0E5C9042F5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58875" y="5497390"/>
                  <a:ext cx="261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671700-3ACF-E623-391E-0BF4EF90F2DA}"/>
                    </a:ext>
                  </a:extLst>
                </p14:cNvPr>
                <p14:cNvContentPartPr/>
                <p14:nvPr/>
              </p14:nvContentPartPr>
              <p14:xfrm>
                <a:off x="3817555" y="5259430"/>
                <a:ext cx="345960" cy="86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671700-3ACF-E623-391E-0BF4EF90F2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08555" y="5250790"/>
                  <a:ext cx="36360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810D3C-91FF-930F-C30E-8635BB4FD189}"/>
                    </a:ext>
                  </a:extLst>
                </p14:cNvPr>
                <p14:cNvContentPartPr/>
                <p14:nvPr/>
              </p14:nvContentPartPr>
              <p14:xfrm>
                <a:off x="4416955" y="5509270"/>
                <a:ext cx="102960" cy="4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810D3C-91FF-930F-C30E-8635BB4FD1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07955" y="5500630"/>
                  <a:ext cx="120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4B6F9E-3381-0C0B-74D5-355C87E2A4FA}"/>
                    </a:ext>
                  </a:extLst>
                </p14:cNvPr>
                <p14:cNvContentPartPr/>
                <p14:nvPr/>
              </p14:nvContentPartPr>
              <p14:xfrm>
                <a:off x="4501915" y="5531230"/>
                <a:ext cx="138960" cy="8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4B6F9E-3381-0C0B-74D5-355C87E2A4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92915" y="5522230"/>
                  <a:ext cx="156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FB2A08-F5F6-958E-BBCA-6D76676E318A}"/>
                    </a:ext>
                  </a:extLst>
                </p14:cNvPr>
                <p14:cNvContentPartPr/>
                <p14:nvPr/>
              </p14:nvContentPartPr>
              <p14:xfrm>
                <a:off x="4818715" y="5124430"/>
                <a:ext cx="182160" cy="77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FB2A08-F5F6-958E-BBCA-6D76676E31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10075" y="5115430"/>
                  <a:ext cx="19980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3C931D-612E-D8A2-54F6-120FE193B58B}"/>
                    </a:ext>
                  </a:extLst>
                </p14:cNvPr>
                <p14:cNvContentPartPr/>
                <p14:nvPr/>
              </p14:nvContentPartPr>
              <p14:xfrm>
                <a:off x="4841395" y="5192470"/>
                <a:ext cx="66960" cy="178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3C931D-612E-D8A2-54F6-120FE193B5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2395" y="5183470"/>
                  <a:ext cx="84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ADC2C7-A49C-63ED-2A42-E7E9CB8EE461}"/>
                    </a:ext>
                  </a:extLst>
                </p14:cNvPr>
                <p14:cNvContentPartPr/>
                <p14:nvPr/>
              </p14:nvContentPartPr>
              <p14:xfrm>
                <a:off x="5025715" y="5241070"/>
                <a:ext cx="105480" cy="115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ADC2C7-A49C-63ED-2A42-E7E9CB8EE4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16715" y="5232430"/>
                  <a:ext cx="123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95752A7-B3C5-3DDB-49F0-D13E389CC4D9}"/>
                    </a:ext>
                  </a:extLst>
                </p14:cNvPr>
                <p14:cNvContentPartPr/>
                <p14:nvPr/>
              </p14:nvContentPartPr>
              <p14:xfrm>
                <a:off x="5285275" y="5273470"/>
                <a:ext cx="30240" cy="143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95752A7-B3C5-3DDB-49F0-D13E389CC4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76635" y="5264470"/>
                  <a:ext cx="47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24229B-A97C-9095-1076-34DF7CA27873}"/>
                    </a:ext>
                  </a:extLst>
                </p14:cNvPr>
                <p14:cNvContentPartPr/>
                <p14:nvPr/>
              </p14:nvContentPartPr>
              <p14:xfrm>
                <a:off x="5230555" y="5039470"/>
                <a:ext cx="31320" cy="20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24229B-A97C-9095-1076-34DF7CA278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21555" y="5030470"/>
                  <a:ext cx="48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6750D9F-BE91-02EA-6EAC-13F8611CCB84}"/>
                    </a:ext>
                  </a:extLst>
                </p14:cNvPr>
                <p14:cNvContentPartPr/>
                <p14:nvPr/>
              </p14:nvContentPartPr>
              <p14:xfrm>
                <a:off x="5404435" y="5202910"/>
                <a:ext cx="109080" cy="41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6750D9F-BE91-02EA-6EAC-13F8611CCB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95795" y="5194270"/>
                  <a:ext cx="12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DD41F8-681D-1F97-D936-E6A616986688}"/>
                    </a:ext>
                  </a:extLst>
                </p14:cNvPr>
                <p14:cNvContentPartPr/>
                <p14:nvPr/>
              </p14:nvContentPartPr>
              <p14:xfrm>
                <a:off x="5619715" y="5068270"/>
                <a:ext cx="146520" cy="13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DD41F8-681D-1F97-D936-E6A6169866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11075" y="5059630"/>
                  <a:ext cx="164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41CAF6-D534-D4C3-800B-3AD12C0ACDD7}"/>
                    </a:ext>
                  </a:extLst>
                </p14:cNvPr>
                <p14:cNvContentPartPr/>
                <p14:nvPr/>
              </p14:nvContentPartPr>
              <p14:xfrm>
                <a:off x="6139555" y="4536190"/>
                <a:ext cx="40680" cy="13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41CAF6-D534-D4C3-800B-3AD12C0ACD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30555" y="4527550"/>
                  <a:ext cx="58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E3F513-981E-BEBF-464E-D30F46AD150C}"/>
                    </a:ext>
                  </a:extLst>
                </p14:cNvPr>
                <p14:cNvContentPartPr/>
                <p14:nvPr/>
              </p14:nvContentPartPr>
              <p14:xfrm>
                <a:off x="6153955" y="4604590"/>
                <a:ext cx="343440" cy="911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E3F513-981E-BEBF-464E-D30F46AD15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44955" y="4595950"/>
                  <a:ext cx="36108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86D55C-AD8B-A7E1-1057-41D3E8EBC619}"/>
                    </a:ext>
                  </a:extLst>
                </p14:cNvPr>
                <p14:cNvContentPartPr/>
                <p14:nvPr/>
              </p14:nvContentPartPr>
              <p14:xfrm>
                <a:off x="6363115" y="4682350"/>
                <a:ext cx="199080" cy="27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86D55C-AD8B-A7E1-1057-41D3E8EBC6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54115" y="4673350"/>
                  <a:ext cx="216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88A984-9918-F4CC-E1C1-8932BD5C5307}"/>
                    </a:ext>
                  </a:extLst>
                </p14:cNvPr>
                <p14:cNvContentPartPr/>
                <p14:nvPr/>
              </p14:nvContentPartPr>
              <p14:xfrm>
                <a:off x="6653635" y="4409830"/>
                <a:ext cx="316800" cy="478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88A984-9918-F4CC-E1C1-8932BD5C53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44995" y="4401190"/>
                  <a:ext cx="3344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1EF968-B6E3-F2D6-E542-A4509B5C84BC}"/>
                    </a:ext>
                  </a:extLst>
                </p14:cNvPr>
                <p14:cNvContentPartPr/>
                <p14:nvPr/>
              </p14:nvContentPartPr>
              <p14:xfrm>
                <a:off x="7067995" y="4333510"/>
                <a:ext cx="417600" cy="39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1EF968-B6E3-F2D6-E542-A4509B5C84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58995" y="4324510"/>
                  <a:ext cx="4352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C24350-3CBC-003E-7BAB-4387B9402E14}"/>
                    </a:ext>
                  </a:extLst>
                </p14:cNvPr>
                <p14:cNvContentPartPr/>
                <p14:nvPr/>
              </p14:nvContentPartPr>
              <p14:xfrm>
                <a:off x="7563715" y="4549870"/>
                <a:ext cx="16920" cy="46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C24350-3CBC-003E-7BAB-4387B9402E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55075" y="4540870"/>
                  <a:ext cx="34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9951B5-AC54-C52D-E461-8AA3C88632A1}"/>
                    </a:ext>
                  </a:extLst>
                </p14:cNvPr>
                <p14:cNvContentPartPr/>
                <p14:nvPr/>
              </p14:nvContentPartPr>
              <p14:xfrm>
                <a:off x="7582795" y="3999790"/>
                <a:ext cx="986760" cy="67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9951B5-AC54-C52D-E461-8AA3C88632A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74155" y="3990790"/>
                  <a:ext cx="100440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07F186-D177-31E0-627D-DA89C0AD8D16}"/>
                    </a:ext>
                  </a:extLst>
                </p14:cNvPr>
                <p14:cNvContentPartPr/>
                <p14:nvPr/>
              </p14:nvContentPartPr>
              <p14:xfrm>
                <a:off x="8131075" y="4174030"/>
                <a:ext cx="99720" cy="65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07F186-D177-31E0-627D-DA89C0AD8D1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22435" y="4165030"/>
                  <a:ext cx="117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BCA3EFE-6E8C-EC9C-C150-84B07A8DE179}"/>
                    </a:ext>
                  </a:extLst>
                </p14:cNvPr>
                <p14:cNvContentPartPr/>
                <p14:nvPr/>
              </p14:nvContentPartPr>
              <p14:xfrm>
                <a:off x="7702675" y="4362310"/>
                <a:ext cx="36720" cy="13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BCA3EFE-6E8C-EC9C-C150-84B07A8DE1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93675" y="4353670"/>
                  <a:ext cx="54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88CAED-6E34-331D-9812-24DE786EEA92}"/>
                    </a:ext>
                  </a:extLst>
                </p14:cNvPr>
                <p14:cNvContentPartPr/>
                <p14:nvPr/>
              </p14:nvContentPartPr>
              <p14:xfrm>
                <a:off x="7341235" y="4428550"/>
                <a:ext cx="19080" cy="20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88CAED-6E34-331D-9812-24DE786EEA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32595" y="4419910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307631E-335B-075D-7C16-3587F95A0C9E}"/>
                    </a:ext>
                  </a:extLst>
                </p14:cNvPr>
                <p14:cNvContentPartPr/>
                <p14:nvPr/>
              </p14:nvContentPartPr>
              <p14:xfrm>
                <a:off x="5111395" y="6280390"/>
                <a:ext cx="185760" cy="31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307631E-335B-075D-7C16-3587F95A0C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02755" y="6271750"/>
                  <a:ext cx="2034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D78114-B18E-7B75-EDF0-A7B3DC5BD426}"/>
                    </a:ext>
                  </a:extLst>
                </p14:cNvPr>
                <p14:cNvContentPartPr/>
                <p14:nvPr/>
              </p14:nvContentPartPr>
              <p14:xfrm>
                <a:off x="5103115" y="6191470"/>
                <a:ext cx="147600" cy="26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D78114-B18E-7B75-EDF0-A7B3DC5BD42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94475" y="6182470"/>
                  <a:ext cx="165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DDB6A5C-A32B-16FF-9887-3C802E964443}"/>
                    </a:ext>
                  </a:extLst>
                </p14:cNvPr>
                <p14:cNvContentPartPr/>
                <p14:nvPr/>
              </p14:nvContentPartPr>
              <p14:xfrm>
                <a:off x="5428195" y="5891230"/>
                <a:ext cx="369000" cy="689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DDB6A5C-A32B-16FF-9887-3C802E9644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19195" y="5882590"/>
                  <a:ext cx="38664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5F0C6C-B920-4D13-4753-FCA0ED83A9E2}"/>
                    </a:ext>
                  </a:extLst>
                </p14:cNvPr>
                <p14:cNvContentPartPr/>
                <p14:nvPr/>
              </p14:nvContentPartPr>
              <p14:xfrm>
                <a:off x="5543395" y="6052870"/>
                <a:ext cx="216360" cy="21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5F0C6C-B920-4D13-4753-FCA0ED83A9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34755" y="6043870"/>
                  <a:ext cx="234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2ACCB3-F710-3209-67DC-8A2F7F8EFB4F}"/>
                    </a:ext>
                  </a:extLst>
                </p14:cNvPr>
                <p14:cNvContentPartPr/>
                <p14:nvPr/>
              </p14:nvContentPartPr>
              <p14:xfrm>
                <a:off x="5719075" y="5758750"/>
                <a:ext cx="223920" cy="77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2ACCB3-F710-3209-67DC-8A2F7F8EFB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10075" y="5750110"/>
                  <a:ext cx="24156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6B51FF-C998-066A-F6B2-A61816D60072}"/>
                    </a:ext>
                  </a:extLst>
                </p14:cNvPr>
                <p14:cNvContentPartPr/>
                <p14:nvPr/>
              </p14:nvContentPartPr>
              <p14:xfrm>
                <a:off x="5937595" y="6017590"/>
                <a:ext cx="156960" cy="270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6B51FF-C998-066A-F6B2-A61816D600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28955" y="6008950"/>
                  <a:ext cx="174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790F58F-AA03-81CF-164F-25FECE6A8938}"/>
                    </a:ext>
                  </a:extLst>
                </p14:cNvPr>
                <p14:cNvContentPartPr/>
                <p14:nvPr/>
              </p14:nvContentPartPr>
              <p14:xfrm>
                <a:off x="5890075" y="5986270"/>
                <a:ext cx="252720" cy="384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790F58F-AA03-81CF-164F-25FECE6A89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81075" y="5977630"/>
                  <a:ext cx="2703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46982FC-383A-766A-A4A7-4103771DF44B}"/>
                    </a:ext>
                  </a:extLst>
                </p14:cNvPr>
                <p14:cNvContentPartPr/>
                <p14:nvPr/>
              </p14:nvContentPartPr>
              <p14:xfrm>
                <a:off x="5924995" y="5722750"/>
                <a:ext cx="372960" cy="71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46982FC-383A-766A-A4A7-4103771DF4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16355" y="5713750"/>
                  <a:ext cx="39060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6228BE-3646-5860-2E64-44AE506AC07D}"/>
                    </a:ext>
                  </a:extLst>
                </p14:cNvPr>
                <p14:cNvContentPartPr/>
                <p14:nvPr/>
              </p14:nvContentPartPr>
              <p14:xfrm>
                <a:off x="6389755" y="5799070"/>
                <a:ext cx="97560" cy="75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6228BE-3646-5860-2E64-44AE506AC0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1115" y="5790430"/>
                  <a:ext cx="115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F938F1-3F2C-B4FC-0669-1EF48CABB22D}"/>
                    </a:ext>
                  </a:extLst>
                </p14:cNvPr>
                <p14:cNvContentPartPr/>
                <p14:nvPr/>
              </p14:nvContentPartPr>
              <p14:xfrm>
                <a:off x="6454195" y="5782510"/>
                <a:ext cx="148320" cy="14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F938F1-3F2C-B4FC-0669-1EF48CABB2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45195" y="5773870"/>
                  <a:ext cx="165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119463A-E8F0-34AA-D878-00E99389832C}"/>
                    </a:ext>
                  </a:extLst>
                </p14:cNvPr>
                <p14:cNvContentPartPr/>
                <p14:nvPr/>
              </p14:nvContentPartPr>
              <p14:xfrm>
                <a:off x="6858115" y="5490550"/>
                <a:ext cx="211320" cy="47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119463A-E8F0-34AA-D878-00E99389832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49475" y="5481910"/>
                  <a:ext cx="2289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148B85-7E51-38C1-BF25-AFA0DFAE6AFE}"/>
                    </a:ext>
                  </a:extLst>
                </p14:cNvPr>
                <p14:cNvContentPartPr/>
                <p14:nvPr/>
              </p14:nvContentPartPr>
              <p14:xfrm>
                <a:off x="6876475" y="5406310"/>
                <a:ext cx="106920" cy="303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148B85-7E51-38C1-BF25-AFA0DFAE6A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67475" y="5397310"/>
                  <a:ext cx="124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9C9E42-5EEB-729B-8655-F5E0477DB69E}"/>
                    </a:ext>
                  </a:extLst>
                </p14:cNvPr>
                <p14:cNvContentPartPr/>
                <p14:nvPr/>
              </p14:nvContentPartPr>
              <p14:xfrm>
                <a:off x="7110115" y="5356990"/>
                <a:ext cx="172440" cy="76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9C9E42-5EEB-729B-8655-F5E0477DB69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01115" y="5348350"/>
                  <a:ext cx="190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BA28ED-AE60-33A5-F52F-E794A6E90FDF}"/>
                    </a:ext>
                  </a:extLst>
                </p14:cNvPr>
                <p14:cNvContentPartPr/>
                <p14:nvPr/>
              </p14:nvContentPartPr>
              <p14:xfrm>
                <a:off x="7333675" y="5244310"/>
                <a:ext cx="150120" cy="195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BA28ED-AE60-33A5-F52F-E794A6E90F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25035" y="5235670"/>
                  <a:ext cx="167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D65C176-F3CD-7D4C-7683-367BB8D905A7}"/>
                    </a:ext>
                  </a:extLst>
                </p14:cNvPr>
                <p14:cNvContentPartPr/>
                <p14:nvPr/>
              </p14:nvContentPartPr>
              <p14:xfrm>
                <a:off x="7534915" y="4980430"/>
                <a:ext cx="142200" cy="509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D65C176-F3CD-7D4C-7683-367BB8D905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25915" y="4971430"/>
                  <a:ext cx="1598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01CBDA-13B2-87BB-AEB2-63A7B0676969}"/>
                    </a:ext>
                  </a:extLst>
                </p14:cNvPr>
                <p14:cNvContentPartPr/>
                <p14:nvPr/>
              </p14:nvContentPartPr>
              <p14:xfrm>
                <a:off x="7511875" y="5136670"/>
                <a:ext cx="117360" cy="65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01CBDA-13B2-87BB-AEB2-63A7B067696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03235" y="5128030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CDEF53-61F6-C52F-3ABF-5202801EC8F2}"/>
                    </a:ext>
                  </a:extLst>
                </p14:cNvPr>
                <p14:cNvContentPartPr/>
                <p14:nvPr/>
              </p14:nvContentPartPr>
              <p14:xfrm>
                <a:off x="7690075" y="4940110"/>
                <a:ext cx="436320" cy="322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CDEF53-61F6-C52F-3ABF-5202801EC8F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81435" y="4931110"/>
                  <a:ext cx="45396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E2ED36-851F-ECEA-45A2-88CC98D8B75A}"/>
                    </a:ext>
                  </a:extLst>
                </p14:cNvPr>
                <p14:cNvContentPartPr/>
                <p14:nvPr/>
              </p14:nvContentPartPr>
              <p14:xfrm>
                <a:off x="8213875" y="4986550"/>
                <a:ext cx="23040" cy="62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E2ED36-851F-ECEA-45A2-88CC98D8B7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05235" y="4977910"/>
                  <a:ext cx="4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72860E-6207-1D4B-76C5-672CCFCD155F}"/>
                    </a:ext>
                  </a:extLst>
                </p14:cNvPr>
                <p14:cNvContentPartPr/>
                <p14:nvPr/>
              </p14:nvContentPartPr>
              <p14:xfrm>
                <a:off x="8138275" y="4740310"/>
                <a:ext cx="6480" cy="21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72860E-6207-1D4B-76C5-672CCFCD15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29635" y="4731310"/>
                  <a:ext cx="24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1C2400-A617-0B4C-72AB-F484EB1532AF}"/>
                    </a:ext>
                  </a:extLst>
                </p14:cNvPr>
                <p14:cNvContentPartPr/>
                <p14:nvPr/>
              </p14:nvContentPartPr>
              <p14:xfrm>
                <a:off x="8300995" y="4839670"/>
                <a:ext cx="112320" cy="48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1C2400-A617-0B4C-72AB-F484EB1532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91995" y="4830670"/>
                  <a:ext cx="129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B5CF0E-0CAB-9526-0787-0093380399DC}"/>
                    </a:ext>
                  </a:extLst>
                </p14:cNvPr>
                <p14:cNvContentPartPr/>
                <p14:nvPr/>
              </p14:nvContentPartPr>
              <p14:xfrm>
                <a:off x="8435635" y="4634830"/>
                <a:ext cx="187200" cy="19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B5CF0E-0CAB-9526-0787-0093380399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26995" y="4625830"/>
                  <a:ext cx="204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07BFCC-97A1-24E3-26B7-13CD9553D0F6}"/>
                    </a:ext>
                  </a:extLst>
                </p14:cNvPr>
                <p14:cNvContentPartPr/>
                <p14:nvPr/>
              </p14:nvContentPartPr>
              <p14:xfrm>
                <a:off x="7536715" y="6010390"/>
                <a:ext cx="268920" cy="444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07BFCC-97A1-24E3-26B7-13CD9553D0F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28075" y="6001390"/>
                  <a:ext cx="2865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28DCEC-77F2-D024-D3C5-A4CAB48A60A2}"/>
                    </a:ext>
                  </a:extLst>
                </p14:cNvPr>
                <p14:cNvContentPartPr/>
                <p14:nvPr/>
              </p14:nvContentPartPr>
              <p14:xfrm>
                <a:off x="7542115" y="5993110"/>
                <a:ext cx="131040" cy="223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28DCEC-77F2-D024-D3C5-A4CAB48A60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33115" y="5984470"/>
                  <a:ext cx="148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7B3A89-3369-0E10-1FF9-2062134DA2B8}"/>
                    </a:ext>
                  </a:extLst>
                </p14:cNvPr>
                <p14:cNvContentPartPr/>
                <p14:nvPr/>
              </p14:nvContentPartPr>
              <p14:xfrm>
                <a:off x="7719235" y="5870350"/>
                <a:ext cx="92160" cy="151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7B3A89-3369-0E10-1FF9-2062134DA2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0595" y="5861350"/>
                  <a:ext cx="109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8B53A9-6102-F1A9-4349-B09A0A4B8719}"/>
                    </a:ext>
                  </a:extLst>
                </p14:cNvPr>
                <p14:cNvContentPartPr/>
                <p14:nvPr/>
              </p14:nvContentPartPr>
              <p14:xfrm>
                <a:off x="7914355" y="5457430"/>
                <a:ext cx="363960" cy="448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8B53A9-6102-F1A9-4349-B09A0A4B871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05715" y="5448790"/>
                  <a:ext cx="38160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4F26D46-3CAE-00E0-6B0B-31B9DCD576FF}"/>
                    </a:ext>
                  </a:extLst>
                </p14:cNvPr>
                <p14:cNvContentPartPr/>
                <p14:nvPr/>
              </p14:nvContentPartPr>
              <p14:xfrm>
                <a:off x="8335915" y="5174110"/>
                <a:ext cx="457200" cy="485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4F26D46-3CAE-00E0-6B0B-31B9DCD576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26915" y="5165110"/>
                  <a:ext cx="4748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A78DB82-69AA-6398-23D3-1BC9CD078EEC}"/>
                    </a:ext>
                  </a:extLst>
                </p14:cNvPr>
                <p14:cNvContentPartPr/>
                <p14:nvPr/>
              </p14:nvContentPartPr>
              <p14:xfrm>
                <a:off x="8792395" y="5356990"/>
                <a:ext cx="19080" cy="69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A78DB82-69AA-6398-23D3-1BC9CD078E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83755" y="5348350"/>
                  <a:ext cx="36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A7E83F0-F1F7-2E58-C6F7-EB85EF0213D8}"/>
                    </a:ext>
                  </a:extLst>
                </p14:cNvPr>
                <p14:cNvContentPartPr/>
                <p14:nvPr/>
              </p14:nvContentPartPr>
              <p14:xfrm>
                <a:off x="8694115" y="4750390"/>
                <a:ext cx="912960" cy="614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A7E83F0-F1F7-2E58-C6F7-EB85EF0213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85115" y="4741750"/>
                  <a:ext cx="93060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D47205-9050-E9C5-2C49-A38263D5F79C}"/>
                    </a:ext>
                  </a:extLst>
                </p14:cNvPr>
                <p14:cNvContentPartPr/>
                <p14:nvPr/>
              </p14:nvContentPartPr>
              <p14:xfrm>
                <a:off x="9110275" y="4766950"/>
                <a:ext cx="149400" cy="51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D47205-9050-E9C5-2C49-A38263D5F7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01635" y="4758310"/>
                  <a:ext cx="167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91D2006-0D39-6374-D2E7-8B2C5042176E}"/>
                    </a:ext>
                  </a:extLst>
                </p14:cNvPr>
                <p14:cNvContentPartPr/>
                <p14:nvPr/>
              </p14:nvContentPartPr>
              <p14:xfrm>
                <a:off x="8866915" y="4932910"/>
                <a:ext cx="26280" cy="20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91D2006-0D39-6374-D2E7-8B2C504217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58275" y="4923910"/>
                  <a:ext cx="43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37A7E-E22D-A1A5-AE89-BAD4F1122115}"/>
                    </a:ext>
                  </a:extLst>
                </p14:cNvPr>
                <p14:cNvContentPartPr/>
                <p14:nvPr/>
              </p14:nvContentPartPr>
              <p14:xfrm>
                <a:off x="8608435" y="5170870"/>
                <a:ext cx="16920" cy="29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37A7E-E22D-A1A5-AE89-BAD4F112211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99435" y="5161870"/>
                  <a:ext cx="34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D88E5E-3279-CE23-E0B7-4F0115FE9586}"/>
                    </a:ext>
                  </a:extLst>
                </p14:cNvPr>
                <p14:cNvContentPartPr/>
                <p14:nvPr/>
              </p14:nvContentPartPr>
              <p14:xfrm>
                <a:off x="1513195" y="3662470"/>
                <a:ext cx="9007200" cy="239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D88E5E-3279-CE23-E0B7-4F0115FE95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04555" y="3653830"/>
                  <a:ext cx="9024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B56094-725D-AC8B-4F3C-0F9E404FA63E}"/>
                    </a:ext>
                  </a:extLst>
                </p14:cNvPr>
                <p14:cNvContentPartPr/>
                <p14:nvPr/>
              </p14:nvContentPartPr>
              <p14:xfrm>
                <a:off x="10719115" y="3312910"/>
                <a:ext cx="92160" cy="476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B56094-725D-AC8B-4F3C-0F9E404FA6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10115" y="3303910"/>
                  <a:ext cx="10980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F99331-7EDA-0B34-55A1-2C8F2E2F8606}"/>
                    </a:ext>
                  </a:extLst>
                </p14:cNvPr>
                <p14:cNvContentPartPr/>
                <p14:nvPr/>
              </p14:nvContentPartPr>
              <p14:xfrm>
                <a:off x="10908835" y="3205270"/>
                <a:ext cx="222480" cy="670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F99331-7EDA-0B34-55A1-2C8F2E2F86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00195" y="3196630"/>
                  <a:ext cx="24012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0A31BD6-F07C-01E2-E395-918B08FEACB8}"/>
                    </a:ext>
                  </a:extLst>
                </p14:cNvPr>
                <p14:cNvContentPartPr/>
                <p14:nvPr/>
              </p14:nvContentPartPr>
              <p14:xfrm>
                <a:off x="11050315" y="3401830"/>
                <a:ext cx="21240" cy="198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0A31BD6-F07C-01E2-E395-918B08FEAC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41315" y="3392830"/>
                  <a:ext cx="388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A0B70EC-CABF-94FB-8026-2844A7EFC691}"/>
                    </a:ext>
                  </a:extLst>
                </p14:cNvPr>
                <p14:cNvContentPartPr/>
                <p14:nvPr/>
              </p14:nvContentPartPr>
              <p14:xfrm>
                <a:off x="11029435" y="3352150"/>
                <a:ext cx="142920" cy="311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A0B70EC-CABF-94FB-8026-2844A7EFC69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20795" y="3343150"/>
                  <a:ext cx="1605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3609A9-5522-F476-A455-698A3C7D4E13}"/>
                    </a:ext>
                  </a:extLst>
                </p14:cNvPr>
                <p14:cNvContentPartPr/>
                <p14:nvPr/>
              </p14:nvContentPartPr>
              <p14:xfrm>
                <a:off x="11099995" y="3184390"/>
                <a:ext cx="215640" cy="781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3609A9-5522-F476-A455-698A3C7D4E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90995" y="3175390"/>
                  <a:ext cx="23328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3DCF613-112F-268B-1282-382724AC7E2D}"/>
                    </a:ext>
                  </a:extLst>
                </p14:cNvPr>
                <p14:cNvContentPartPr/>
                <p14:nvPr/>
              </p14:nvContentPartPr>
              <p14:xfrm>
                <a:off x="11177755" y="3536470"/>
                <a:ext cx="183960" cy="319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3DCF613-112F-268B-1282-382724AC7E2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69115" y="3527830"/>
                  <a:ext cx="2016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1091B88-1965-651C-BF29-7D4CE59BD232}"/>
                    </a:ext>
                  </a:extLst>
                </p14:cNvPr>
                <p14:cNvContentPartPr/>
                <p14:nvPr/>
              </p14:nvContentPartPr>
              <p14:xfrm>
                <a:off x="11274955" y="3153430"/>
                <a:ext cx="196920" cy="992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1091B88-1965-651C-BF29-7D4CE59BD23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65955" y="3144430"/>
                  <a:ext cx="214560" cy="10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8641BA7-7A3F-7C70-6BE0-100448968CB1}"/>
              </a:ext>
            </a:extLst>
          </p:cNvPr>
          <p:cNvGrpSpPr/>
          <p:nvPr/>
        </p:nvGrpSpPr>
        <p:grpSpPr>
          <a:xfrm>
            <a:off x="8332315" y="2624230"/>
            <a:ext cx="613080" cy="905040"/>
            <a:chOff x="8332315" y="2624230"/>
            <a:chExt cx="61308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7922732-9DB4-7D25-262C-BAC6B5B3C74C}"/>
                    </a:ext>
                  </a:extLst>
                </p14:cNvPr>
                <p14:cNvContentPartPr/>
                <p14:nvPr/>
              </p14:nvContentPartPr>
              <p14:xfrm>
                <a:off x="8332315" y="2697670"/>
                <a:ext cx="52920" cy="428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7922732-9DB4-7D25-262C-BAC6B5B3C74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23315" y="2688670"/>
                  <a:ext cx="705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8038FF2-0273-763E-EBF3-D7C75675EA46}"/>
                    </a:ext>
                  </a:extLst>
                </p14:cNvPr>
                <p14:cNvContentPartPr/>
                <p14:nvPr/>
              </p14:nvContentPartPr>
              <p14:xfrm>
                <a:off x="8495035" y="2637190"/>
                <a:ext cx="232560" cy="669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8038FF2-0273-763E-EBF3-D7C75675EA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86395" y="2628190"/>
                  <a:ext cx="2502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9EA47C3-2A89-B07F-4633-BD89433AFE56}"/>
                    </a:ext>
                  </a:extLst>
                </p14:cNvPr>
                <p14:cNvContentPartPr/>
                <p14:nvPr/>
              </p14:nvContentPartPr>
              <p14:xfrm>
                <a:off x="8645875" y="2857150"/>
                <a:ext cx="160560" cy="258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9EA47C3-2A89-B07F-4633-BD89433AFE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36875" y="2848510"/>
                  <a:ext cx="178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31F009E-2D24-84AD-CDEF-4B31F39B3A45}"/>
                    </a:ext>
                  </a:extLst>
                </p14:cNvPr>
                <p14:cNvContentPartPr/>
                <p14:nvPr/>
              </p14:nvContentPartPr>
              <p14:xfrm>
                <a:off x="8771875" y="2624230"/>
                <a:ext cx="173520" cy="90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31F009E-2D24-84AD-CDEF-4B31F39B3A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62875" y="2615590"/>
                  <a:ext cx="191160" cy="92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876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884A7-5D22-867E-F9D8-587061F0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31AE-6D1A-9C45-DDC6-C0D976D1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Choosing hypothesis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6D5D8E1-6710-609D-0469-371FC88A34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ABA2266D-C643-4DB3-F332-74535FFC6D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683D99-DC4C-8D78-8B9A-D8CA123ED036}"/>
              </a:ext>
            </a:extLst>
          </p:cNvPr>
          <p:cNvGrpSpPr/>
          <p:nvPr/>
        </p:nvGrpSpPr>
        <p:grpSpPr>
          <a:xfrm>
            <a:off x="891323" y="1089764"/>
            <a:ext cx="11040893" cy="5017187"/>
            <a:chOff x="650449" y="2139964"/>
            <a:chExt cx="10199803" cy="504266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ECCAEE-7AA5-86FB-69BF-97F5B9C660B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50449" y="2139964"/>
              <a:ext cx="10199803" cy="5042662"/>
            </a:xfrm>
            <a:prstGeom prst="rect">
              <a:avLst/>
            </a:prstGeom>
            <a:blipFill>
              <a:blip r:embed="rId2"/>
              <a:stretch>
                <a:fillRect l="-956" t="-967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D30CA5-63DF-4182-2DF7-2523E4622EFE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319835" y="3193718"/>
              <a:ext cx="463588" cy="276999"/>
            </a:xfrm>
            <a:prstGeom prst="rect">
              <a:avLst/>
            </a:prstGeom>
            <a:blipFill>
              <a:blip r:embed="rId3"/>
              <a:stretch>
                <a:fillRect l="-11842" r="-11842" b="-8889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9AB4A8-3E90-31DA-B373-0A723F314247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440078" y="3912984"/>
              <a:ext cx="463588" cy="276999"/>
            </a:xfrm>
            <a:prstGeom prst="rect">
              <a:avLst/>
            </a:prstGeom>
            <a:blipFill>
              <a:blip r:embed="rId4"/>
              <a:stretch>
                <a:fillRect l="-11842" r="-11842" b="-8889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27D8B0-5986-C570-EC26-76BF33B4BC5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684544" y="4779784"/>
              <a:ext cx="463588" cy="276999"/>
            </a:xfrm>
            <a:prstGeom prst="rect">
              <a:avLst/>
            </a:prstGeom>
            <a:blipFill>
              <a:blip r:embed="rId5"/>
              <a:stretch>
                <a:fillRect l="-11842" r="-11842" b="-6522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pic>
          <p:nvPicPr>
            <p:cNvPr id="78856" name="Picture 11">
              <a:extLst>
                <a:ext uri="{FF2B5EF4-FFF2-40B4-BE49-F238E27FC236}">
                  <a16:creationId xmlns:a16="http://schemas.microsoft.com/office/drawing/2014/main" id="{AEE16628-DC60-4BF3-EBEA-CA3F4FA634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0425" y="5499100"/>
              <a:ext cx="2871788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C173A5-CA69-CF21-DD3C-B96A16FFCAA3}"/>
                  </a:ext>
                </a:extLst>
              </p14:cNvPr>
              <p14:cNvContentPartPr/>
              <p14:nvPr/>
            </p14:nvContentPartPr>
            <p14:xfrm>
              <a:off x="750355" y="1983430"/>
              <a:ext cx="435168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C173A5-CA69-CF21-DD3C-B96A16FFCA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1355" y="1965430"/>
                <a:ext cx="4369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5021A60-C9C6-F056-1B62-F2B3296F31F2}"/>
                  </a:ext>
                </a:extLst>
              </p14:cNvPr>
              <p14:cNvContentPartPr/>
              <p14:nvPr/>
            </p14:nvContentPartPr>
            <p14:xfrm>
              <a:off x="5668315" y="2361430"/>
              <a:ext cx="2697480" cy="211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5021A60-C9C6-F056-1B62-F2B3296F31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59675" y="2352430"/>
                <a:ext cx="27151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F97B7F-CBB6-B379-F679-3EBE39FA91FD}"/>
                  </a:ext>
                </a:extLst>
              </p14:cNvPr>
              <p14:cNvContentPartPr/>
              <p14:nvPr/>
            </p14:nvContentPartPr>
            <p14:xfrm>
              <a:off x="6394795" y="1782190"/>
              <a:ext cx="2103480" cy="762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F97B7F-CBB6-B379-F679-3EBE39FA91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6155" y="1773550"/>
                <a:ext cx="212112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8FCEC6B-38B2-F18E-9C09-AF00B3E8EE08}"/>
                  </a:ext>
                </a:extLst>
              </p14:cNvPr>
              <p14:cNvContentPartPr/>
              <p14:nvPr/>
            </p14:nvContentPartPr>
            <p14:xfrm>
              <a:off x="7395595" y="2375110"/>
              <a:ext cx="1576800" cy="884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8FCEC6B-38B2-F18E-9C09-AF00B3E8EE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86595" y="2366110"/>
                <a:ext cx="1594440" cy="9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2D6C7CB-C5CF-8517-CA25-3EDDB42AA486}"/>
                  </a:ext>
                </a:extLst>
              </p14:cNvPr>
              <p14:cNvContentPartPr/>
              <p14:nvPr/>
            </p14:nvContentPartPr>
            <p14:xfrm>
              <a:off x="7775035" y="2910070"/>
              <a:ext cx="704520" cy="306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2D6C7CB-C5CF-8517-CA25-3EDDB42AA48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66035" y="2901070"/>
                <a:ext cx="7221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CDAD03-A32E-105E-55BD-4E4BBBDC6160}"/>
                  </a:ext>
                </a:extLst>
              </p14:cNvPr>
              <p14:cNvContentPartPr/>
              <p14:nvPr/>
            </p14:nvContentPartPr>
            <p14:xfrm>
              <a:off x="7181755" y="4158190"/>
              <a:ext cx="12600" cy="16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CDAD03-A32E-105E-55BD-4E4BBBDC61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73115" y="4149550"/>
                <a:ext cx="3024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B36F78B-D034-FEAB-6399-849374D1B785}"/>
              </a:ext>
            </a:extLst>
          </p:cNvPr>
          <p:cNvGrpSpPr/>
          <p:nvPr/>
        </p:nvGrpSpPr>
        <p:grpSpPr>
          <a:xfrm>
            <a:off x="8647315" y="3205990"/>
            <a:ext cx="711720" cy="781920"/>
            <a:chOff x="8647315" y="3205990"/>
            <a:chExt cx="711720" cy="78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4F2927E-45CF-3775-9A6E-F8ED44913F5B}"/>
                    </a:ext>
                  </a:extLst>
                </p14:cNvPr>
                <p14:cNvContentPartPr/>
                <p14:nvPr/>
              </p14:nvContentPartPr>
              <p14:xfrm>
                <a:off x="8647315" y="3205990"/>
                <a:ext cx="711720" cy="781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4F2927E-45CF-3775-9A6E-F8ED44913F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38675" y="3197350"/>
                  <a:ext cx="72936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DAD7E2-9790-A40D-943C-AE70E111C673}"/>
                    </a:ext>
                  </a:extLst>
                </p14:cNvPr>
                <p14:cNvContentPartPr/>
                <p14:nvPr/>
              </p14:nvContentPartPr>
              <p14:xfrm>
                <a:off x="8822635" y="3267190"/>
                <a:ext cx="330480" cy="24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DAD7E2-9790-A40D-943C-AE70E111C67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13635" y="3258190"/>
                  <a:ext cx="34812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130D7C8-9CBD-DD36-5F98-5399CF33B4BE}"/>
                  </a:ext>
                </a:extLst>
              </p14:cNvPr>
              <p14:cNvContentPartPr/>
              <p14:nvPr/>
            </p14:nvContentPartPr>
            <p14:xfrm>
              <a:off x="7245475" y="4255750"/>
              <a:ext cx="3713040" cy="275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130D7C8-9CBD-DD36-5F98-5399CF33B4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36475" y="4246750"/>
                <a:ext cx="3730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754D435-9038-9238-9111-BACC040621B9}"/>
                  </a:ext>
                </a:extLst>
              </p14:cNvPr>
              <p14:cNvContentPartPr/>
              <p14:nvPr/>
            </p14:nvContentPartPr>
            <p14:xfrm>
              <a:off x="4909795" y="4588750"/>
              <a:ext cx="876600" cy="745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754D435-9038-9238-9111-BACC040621B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00795" y="4580110"/>
                <a:ext cx="894240" cy="76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6CBB1CF-B584-1278-A761-31448166A1E9}"/>
                  </a:ext>
                </a:extLst>
              </p14:cNvPr>
              <p14:cNvContentPartPr/>
              <p14:nvPr/>
            </p14:nvContentPartPr>
            <p14:xfrm>
              <a:off x="5452315" y="1894870"/>
              <a:ext cx="862560" cy="716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CBB1CF-B584-1278-A761-31448166A1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43315" y="1885870"/>
                <a:ext cx="880200" cy="73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C9C45DD-EED7-0F1E-7033-0A78908814CB}"/>
              </a:ext>
            </a:extLst>
          </p:cNvPr>
          <p:cNvGrpSpPr/>
          <p:nvPr/>
        </p:nvGrpSpPr>
        <p:grpSpPr>
          <a:xfrm>
            <a:off x="4940035" y="5368870"/>
            <a:ext cx="3521520" cy="269640"/>
            <a:chOff x="4940035" y="5368870"/>
            <a:chExt cx="352152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3889E4-0CD0-D525-3036-8DEB2C35E5DD}"/>
                    </a:ext>
                  </a:extLst>
                </p14:cNvPr>
                <p14:cNvContentPartPr/>
                <p14:nvPr/>
              </p14:nvContentPartPr>
              <p14:xfrm>
                <a:off x="5246035" y="5495230"/>
                <a:ext cx="758160" cy="43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3889E4-0CD0-D525-3036-8DEB2C35E5D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39915" y="5489110"/>
                  <a:ext cx="770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6499285-1498-E6D4-C2B3-6E7D8BED4726}"/>
                    </a:ext>
                  </a:extLst>
                </p14:cNvPr>
                <p14:cNvContentPartPr/>
                <p14:nvPr/>
              </p14:nvContentPartPr>
              <p14:xfrm>
                <a:off x="4940035" y="5368870"/>
                <a:ext cx="1882800" cy="269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6499285-1498-E6D4-C2B3-6E7D8BED472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33915" y="5362750"/>
                  <a:ext cx="1895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EA9459-1AC6-AF56-CFB0-9F9081F3ED4E}"/>
                    </a:ext>
                  </a:extLst>
                </p14:cNvPr>
                <p14:cNvContentPartPr/>
                <p14:nvPr/>
              </p14:nvContentPartPr>
              <p14:xfrm>
                <a:off x="5366275" y="5413510"/>
                <a:ext cx="3095280" cy="194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EA9459-1AC6-AF56-CFB0-9F9081F3ED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60155" y="5407390"/>
                  <a:ext cx="3107520" cy="20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7077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AD0F-728C-41D5-FF23-09E37B5C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-324000">
              <a:defRPr/>
            </a:pPr>
            <a:r>
              <a:rPr lang="en-US" dirty="0"/>
              <a:t>Bayes Theorem: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5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6D88A0DE-8548-47FD-0C12-32E9ABBE7C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C47885A6-50A3-8DD9-E78F-95014AC686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5E69A96-BABD-81BF-0DA8-D3D5C58E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1493838"/>
            <a:ext cx="10972800" cy="45259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If the weather is sunny, Then the player will play or not?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      i.e., Play /sunny = Yes or No.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Note: If we know P(Yes/Sunny) and P(No/Sunny)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then we can answer the question asked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6CA116-236D-1FF0-60E0-1034ACAF2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07501"/>
              </p:ext>
            </p:extLst>
          </p:nvPr>
        </p:nvGraphicFramePr>
        <p:xfrm>
          <a:off x="8496300" y="976313"/>
          <a:ext cx="2882900" cy="5562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Weather 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Play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66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51F3-EEBE-B705-F186-D2F151C0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4" y="160569"/>
            <a:ext cx="10091906" cy="76436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</a:rPr>
              <a:t>Steps to Apply Bayes Theorem</a:t>
            </a:r>
            <a:endParaRPr lang="en-IN" dirty="0">
              <a:latin typeface="+mn-lt"/>
            </a:endParaRP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7474B15B-5D9E-CC40-0AED-DC8EB14B52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1431E8E6-7869-0E97-E080-D34B6A9CE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6303B2C-A40A-0EB6-AFF8-5F43F6DB7062}"/>
              </a:ext>
            </a:extLst>
          </p:cNvPr>
          <p:cNvSpPr txBox="1">
            <a:spLocks/>
          </p:cNvSpPr>
          <p:nvPr/>
        </p:nvSpPr>
        <p:spPr>
          <a:xfrm>
            <a:off x="398834" y="1126192"/>
            <a:ext cx="11667474" cy="5412721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Step1: View or Collect “raw”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Step2: Convert long data into frequency table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Step3: Row and Column sums to get Probabilities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Weather Probabilities: Sunny =5/14,Rainy=5/14,Overcast= 4/14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Play Probabilities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No =5/14</a:t>
            </a: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Yes =9/14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210BC9-D41A-BB53-2786-6EFAAB82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28942"/>
              </p:ext>
            </p:extLst>
          </p:nvPr>
        </p:nvGraphicFramePr>
        <p:xfrm>
          <a:off x="904775" y="2127581"/>
          <a:ext cx="4661592" cy="162858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55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147">
                <a:tc>
                  <a:txBody>
                    <a:bodyPr/>
                    <a:lstStyle/>
                    <a:p>
                      <a:r>
                        <a:rPr lang="en-IN" sz="1800" dirty="0"/>
                        <a:t>Weather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</a:t>
                      </a:r>
                    </a:p>
                  </a:txBody>
                  <a:tcPr marL="91445" marR="9144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47">
                <a:tc>
                  <a:txBody>
                    <a:bodyPr/>
                    <a:lstStyle/>
                    <a:p>
                      <a:r>
                        <a:rPr lang="en-IN" sz="1800" dirty="0"/>
                        <a:t>Sunny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L="91445" marR="9144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47">
                <a:tc>
                  <a:txBody>
                    <a:bodyPr/>
                    <a:lstStyle/>
                    <a:p>
                      <a:r>
                        <a:rPr lang="en-IN" sz="1800" dirty="0"/>
                        <a:t>Overcast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4</a:t>
                      </a:r>
                    </a:p>
                  </a:txBody>
                  <a:tcPr marL="91445" marR="9144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147">
                <a:tc>
                  <a:txBody>
                    <a:bodyPr/>
                    <a:lstStyle/>
                    <a:p>
                      <a:r>
                        <a:rPr lang="en-IN" sz="1800" dirty="0"/>
                        <a:t>Rainy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L="91445" marR="91445" marT="45700" marB="4570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45" marR="9144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6CA116-236D-1FF0-60E0-1034ACAF2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768184"/>
              </p:ext>
            </p:extLst>
          </p:nvPr>
        </p:nvGraphicFramePr>
        <p:xfrm>
          <a:off x="8496300" y="976313"/>
          <a:ext cx="2882900" cy="5562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Weather 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Play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Sunny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Overcast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Rainy</a:t>
                      </a:r>
                    </a:p>
                  </a:txBody>
                  <a:tcPr marL="91452" marR="91452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marL="91452" marR="91452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24B6E37-DE42-CD26-39A3-C9057081F645}"/>
                  </a:ext>
                </a:extLst>
              </p14:cNvPr>
              <p14:cNvContentPartPr/>
              <p14:nvPr/>
            </p14:nvContentPartPr>
            <p14:xfrm>
              <a:off x="8494675" y="2430190"/>
              <a:ext cx="2005200" cy="441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24B6E37-DE42-CD26-39A3-C9057081F6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88555" y="2424070"/>
                <a:ext cx="201744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672B8E5-86EB-F3DD-BF42-DFF1AB5C9180}"/>
                  </a:ext>
                </a:extLst>
              </p14:cNvPr>
              <p14:cNvContentPartPr/>
              <p14:nvPr/>
            </p14:nvContentPartPr>
            <p14:xfrm>
              <a:off x="8363995" y="4310830"/>
              <a:ext cx="2085120" cy="381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672B8E5-86EB-F3DD-BF42-DFF1AB5C91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57875" y="4304710"/>
                <a:ext cx="2097360" cy="3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C7C2655-6FDF-CF14-8ADC-6BF6B6CF151C}"/>
              </a:ext>
            </a:extLst>
          </p:cNvPr>
          <p:cNvGrpSpPr/>
          <p:nvPr/>
        </p:nvGrpSpPr>
        <p:grpSpPr>
          <a:xfrm>
            <a:off x="730195" y="1367110"/>
            <a:ext cx="10061640" cy="5356080"/>
            <a:chOff x="730195" y="1367110"/>
            <a:chExt cx="10061640" cy="535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2EE3B9-45A4-6DBD-3465-7089D52299EC}"/>
                    </a:ext>
                  </a:extLst>
                </p14:cNvPr>
                <p14:cNvContentPartPr/>
                <p14:nvPr/>
              </p14:nvContentPartPr>
              <p14:xfrm>
                <a:off x="790675" y="2490670"/>
                <a:ext cx="1013040" cy="582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2EE3B9-45A4-6DBD-3465-7089D52299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4555" y="2484550"/>
                  <a:ext cx="102528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3ECCC8-1D74-346F-589C-CADC86CE5A12}"/>
                    </a:ext>
                  </a:extLst>
                </p14:cNvPr>
                <p14:cNvContentPartPr/>
                <p14:nvPr/>
              </p14:nvContentPartPr>
              <p14:xfrm>
                <a:off x="1838275" y="1607230"/>
                <a:ext cx="6677280" cy="1043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3ECCC8-1D74-346F-589C-CADC86CE5A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32155" y="1601110"/>
                  <a:ext cx="668952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B4609C-07ED-CF77-CE4B-B0338281EFFB}"/>
                    </a:ext>
                  </a:extLst>
                </p14:cNvPr>
                <p14:cNvContentPartPr/>
                <p14:nvPr/>
              </p14:nvContentPartPr>
              <p14:xfrm>
                <a:off x="8245915" y="1575910"/>
                <a:ext cx="258120" cy="23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B4609C-07ED-CF77-CE4B-B0338281EF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39795" y="1569790"/>
                  <a:ext cx="27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9AAD7E-4719-278E-2C3F-8E0BC7645FC1}"/>
                    </a:ext>
                  </a:extLst>
                </p14:cNvPr>
                <p14:cNvContentPartPr/>
                <p14:nvPr/>
              </p14:nvContentPartPr>
              <p14:xfrm>
                <a:off x="9376675" y="1489150"/>
                <a:ext cx="48960" cy="14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9AAD7E-4719-278E-2C3F-8E0BC7645F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70555" y="1483030"/>
                  <a:ext cx="61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1AA6B5A-0966-5030-8D9F-4A7B4FA7F435}"/>
                    </a:ext>
                  </a:extLst>
                </p14:cNvPr>
                <p14:cNvContentPartPr/>
                <p14:nvPr/>
              </p14:nvContentPartPr>
              <p14:xfrm>
                <a:off x="9342115" y="1367110"/>
                <a:ext cx="111600" cy="48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1AA6B5A-0966-5030-8D9F-4A7B4FA7F4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5995" y="1360990"/>
                  <a:ext cx="1238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AB2A22-83BD-F090-BAC9-84832FB8D944}"/>
                    </a:ext>
                  </a:extLst>
                </p14:cNvPr>
                <p14:cNvContentPartPr/>
                <p14:nvPr/>
              </p14:nvContentPartPr>
              <p14:xfrm>
                <a:off x="9198115" y="1403110"/>
                <a:ext cx="260280" cy="345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AB2A22-83BD-F090-BAC9-84832FB8D9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91995" y="1396990"/>
                  <a:ext cx="2725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5F04780-9EC4-EA5B-F276-68530B295F25}"/>
                    </a:ext>
                  </a:extLst>
                </p14:cNvPr>
                <p14:cNvContentPartPr/>
                <p14:nvPr/>
              </p14:nvContentPartPr>
              <p14:xfrm>
                <a:off x="730195" y="2521990"/>
                <a:ext cx="4287600" cy="50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5F04780-9EC4-EA5B-F276-68530B295F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075" y="2515870"/>
                  <a:ext cx="42998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E27C86-3469-00DA-C550-53EBD2F7CB0A}"/>
                    </a:ext>
                  </a:extLst>
                </p14:cNvPr>
                <p14:cNvContentPartPr/>
                <p14:nvPr/>
              </p14:nvContentPartPr>
              <p14:xfrm>
                <a:off x="6002755" y="2258470"/>
                <a:ext cx="178560" cy="25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E27C86-3469-00DA-C550-53EBD2F7CB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96635" y="2252350"/>
                  <a:ext cx="190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6464A61-1CDD-E23E-C44C-5C5FF7BD925B}"/>
                    </a:ext>
                  </a:extLst>
                </p14:cNvPr>
                <p14:cNvContentPartPr/>
                <p14:nvPr/>
              </p14:nvContentPartPr>
              <p14:xfrm>
                <a:off x="5896195" y="2620270"/>
                <a:ext cx="418680" cy="19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6464A61-1CDD-E23E-C44C-5C5FF7BD92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90075" y="2614150"/>
                  <a:ext cx="430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D2E6873-A753-721A-4978-16D703F4008D}"/>
                    </a:ext>
                  </a:extLst>
                </p14:cNvPr>
                <p14:cNvContentPartPr/>
                <p14:nvPr/>
              </p14:nvContentPartPr>
              <p14:xfrm>
                <a:off x="6040195" y="2714590"/>
                <a:ext cx="127080" cy="49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D2E6873-A753-721A-4978-16D703F400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34075" y="2708470"/>
                  <a:ext cx="139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109C25D-BA2C-2356-B955-19BF06C4361B}"/>
                    </a:ext>
                  </a:extLst>
                </p14:cNvPr>
                <p14:cNvContentPartPr/>
                <p14:nvPr/>
              </p14:nvContentPartPr>
              <p14:xfrm>
                <a:off x="6022915" y="2759230"/>
                <a:ext cx="176040" cy="16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109C25D-BA2C-2356-B955-19BF06C436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16795" y="2753110"/>
                  <a:ext cx="188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FD0164-3609-3E7A-D523-4BB00E3A53AE}"/>
                    </a:ext>
                  </a:extLst>
                </p14:cNvPr>
                <p14:cNvContentPartPr/>
                <p14:nvPr/>
              </p14:nvContentPartPr>
              <p14:xfrm>
                <a:off x="6613675" y="2547190"/>
                <a:ext cx="79200" cy="7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FD0164-3609-3E7A-D523-4BB00E3A53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07555" y="2541070"/>
                  <a:ext cx="91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084C71-15F4-9104-D609-1662D6408A2B}"/>
                    </a:ext>
                  </a:extLst>
                </p14:cNvPr>
                <p14:cNvContentPartPr/>
                <p14:nvPr/>
              </p14:nvContentPartPr>
              <p14:xfrm>
                <a:off x="6563995" y="2584270"/>
                <a:ext cx="156600" cy="88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084C71-15F4-9104-D609-1662D6408A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57875" y="2578150"/>
                  <a:ext cx="168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5B422E-5947-9CAE-9009-81B91B774CE7}"/>
                    </a:ext>
                  </a:extLst>
                </p14:cNvPr>
                <p14:cNvContentPartPr/>
                <p14:nvPr/>
              </p14:nvContentPartPr>
              <p14:xfrm>
                <a:off x="6870715" y="2268910"/>
                <a:ext cx="117000" cy="395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5B422E-5947-9CAE-9009-81B91B774C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4595" y="2262790"/>
                  <a:ext cx="1292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3F5AEF-0C08-9BFD-6209-8A8785C9967D}"/>
                    </a:ext>
                  </a:extLst>
                </p14:cNvPr>
                <p14:cNvContentPartPr/>
                <p14:nvPr/>
              </p14:nvContentPartPr>
              <p14:xfrm>
                <a:off x="6998515" y="2219950"/>
                <a:ext cx="279000" cy="572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3F5AEF-0C08-9BFD-6209-8A8785C996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2395" y="2213830"/>
                  <a:ext cx="2912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8B03DF-574A-91A9-701E-EC0DEFEFAB3F}"/>
                    </a:ext>
                  </a:extLst>
                </p14:cNvPr>
                <p14:cNvContentPartPr/>
                <p14:nvPr/>
              </p14:nvContentPartPr>
              <p14:xfrm>
                <a:off x="7183915" y="2329750"/>
                <a:ext cx="104040" cy="113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88B03DF-574A-91A9-701E-EC0DEFEFAB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77795" y="2323630"/>
                  <a:ext cx="116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FAC56D-D5CD-E1AF-A74B-C1E26DFBB9EF}"/>
                    </a:ext>
                  </a:extLst>
                </p14:cNvPr>
                <p14:cNvContentPartPr/>
                <p14:nvPr/>
              </p14:nvContentPartPr>
              <p14:xfrm>
                <a:off x="7228555" y="2298430"/>
                <a:ext cx="164880" cy="325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FAC56D-D5CD-E1AF-A74B-C1E26DFBB9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22435" y="2292310"/>
                  <a:ext cx="1771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EDEE6E7-91A6-8679-CD58-34BDD027FA47}"/>
                    </a:ext>
                  </a:extLst>
                </p14:cNvPr>
                <p14:cNvContentPartPr/>
                <p14:nvPr/>
              </p14:nvContentPartPr>
              <p14:xfrm>
                <a:off x="7435555" y="2415790"/>
                <a:ext cx="254160" cy="179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EDEE6E7-91A6-8679-CD58-34BDD027FA4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29435" y="2409670"/>
                  <a:ext cx="266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B10DE1-7A61-C102-790A-15FA65D0250B}"/>
                    </a:ext>
                  </a:extLst>
                </p14:cNvPr>
                <p14:cNvContentPartPr/>
                <p14:nvPr/>
              </p14:nvContentPartPr>
              <p14:xfrm>
                <a:off x="7089595" y="2630710"/>
                <a:ext cx="745560" cy="51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B10DE1-7A61-C102-790A-15FA65D025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83475" y="2624590"/>
                  <a:ext cx="757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1A6249-AEA6-93E8-8547-C418BA37FF46}"/>
                    </a:ext>
                  </a:extLst>
                </p14:cNvPr>
                <p14:cNvContentPartPr/>
                <p14:nvPr/>
              </p14:nvContentPartPr>
              <p14:xfrm>
                <a:off x="7146475" y="2796670"/>
                <a:ext cx="181440" cy="246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1A6249-AEA6-93E8-8547-C418BA37FF4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40355" y="2790550"/>
                  <a:ext cx="193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B714E1-FEC5-E299-D901-7FE071653240}"/>
                    </a:ext>
                  </a:extLst>
                </p14:cNvPr>
                <p14:cNvContentPartPr/>
                <p14:nvPr/>
              </p14:nvContentPartPr>
              <p14:xfrm>
                <a:off x="7349515" y="2896030"/>
                <a:ext cx="764640" cy="176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B714E1-FEC5-E299-D901-7FE0716532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43395" y="2889910"/>
                  <a:ext cx="776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3A81034-D9F0-0295-A82C-0B31120D9C6E}"/>
                    </a:ext>
                  </a:extLst>
                </p14:cNvPr>
                <p14:cNvContentPartPr/>
                <p14:nvPr/>
              </p14:nvContentPartPr>
              <p14:xfrm>
                <a:off x="7944595" y="2177470"/>
                <a:ext cx="236520" cy="1164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3A81034-D9F0-0295-A82C-0B31120D9C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38475" y="2171350"/>
                  <a:ext cx="248760" cy="11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A9F2B1-2AA3-B0F7-3B5B-8C947611CBD4}"/>
                    </a:ext>
                  </a:extLst>
                </p14:cNvPr>
                <p14:cNvContentPartPr/>
                <p14:nvPr/>
              </p14:nvContentPartPr>
              <p14:xfrm>
                <a:off x="6183835" y="3295270"/>
                <a:ext cx="243360" cy="230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A9F2B1-2AA3-B0F7-3B5B-8C947611CB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77715" y="3289150"/>
                  <a:ext cx="255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DC8FAF-9F75-0A73-9A85-3879FAE2FD8E}"/>
                    </a:ext>
                  </a:extLst>
                </p14:cNvPr>
                <p14:cNvContentPartPr/>
                <p14:nvPr/>
              </p14:nvContentPartPr>
              <p14:xfrm>
                <a:off x="6056755" y="3650590"/>
                <a:ext cx="447480" cy="20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DC8FAF-9F75-0A73-9A85-3879FAE2FD8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50635" y="3644470"/>
                  <a:ext cx="459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08025F-7464-FBC6-A71B-B46E481558CD}"/>
                    </a:ext>
                  </a:extLst>
                </p14:cNvPr>
                <p14:cNvContentPartPr/>
                <p14:nvPr/>
              </p14:nvContentPartPr>
              <p14:xfrm>
                <a:off x="6281395" y="3742750"/>
                <a:ext cx="103680" cy="3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08025F-7464-FBC6-A71B-B46E481558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75275" y="3736630"/>
                  <a:ext cx="115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EABCFC-73EC-0509-03EB-52847C9390FA}"/>
                    </a:ext>
                  </a:extLst>
                </p14:cNvPr>
                <p14:cNvContentPartPr/>
                <p14:nvPr/>
              </p14:nvContentPartPr>
              <p14:xfrm>
                <a:off x="6264475" y="3734470"/>
                <a:ext cx="127800" cy="225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EABCFC-73EC-0509-03EB-52847C9390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58355" y="3728350"/>
                  <a:ext cx="140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9263B4-D208-44F8-5CBE-99819AC0E9C8}"/>
                    </a:ext>
                  </a:extLst>
                </p14:cNvPr>
                <p14:cNvContentPartPr/>
                <p14:nvPr/>
              </p14:nvContentPartPr>
              <p14:xfrm>
                <a:off x="6696835" y="3618550"/>
                <a:ext cx="68400" cy="19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9263B4-D208-44F8-5CBE-99819AC0E9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90715" y="3612430"/>
                  <a:ext cx="80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1DE1B3-B181-96C8-6C66-2E83E57EC244}"/>
                    </a:ext>
                  </a:extLst>
                </p14:cNvPr>
                <p14:cNvContentPartPr/>
                <p14:nvPr/>
              </p14:nvContentPartPr>
              <p14:xfrm>
                <a:off x="6730315" y="3678310"/>
                <a:ext cx="105840" cy="53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1DE1B3-B181-96C8-6C66-2E83E57EC2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24195" y="3672190"/>
                  <a:ext cx="118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3614B13-1B0A-607B-E9A9-106EB71A7C88}"/>
                    </a:ext>
                  </a:extLst>
                </p14:cNvPr>
                <p14:cNvContentPartPr/>
                <p14:nvPr/>
              </p14:nvContentPartPr>
              <p14:xfrm>
                <a:off x="6950635" y="3318670"/>
                <a:ext cx="132120" cy="41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3614B13-1B0A-607B-E9A9-106EB71A7C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44515" y="3312550"/>
                  <a:ext cx="14436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397C3C-14E1-A776-A166-0840A6535259}"/>
                    </a:ext>
                  </a:extLst>
                </p14:cNvPr>
                <p14:cNvContentPartPr/>
                <p14:nvPr/>
              </p14:nvContentPartPr>
              <p14:xfrm>
                <a:off x="7169155" y="3295630"/>
                <a:ext cx="254160" cy="59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1397C3C-14E1-A776-A166-0840A65352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3035" y="3289510"/>
                  <a:ext cx="26640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36A6A4-DC5F-BCE5-9AAA-75C4ED100671}"/>
                    </a:ext>
                  </a:extLst>
                </p14:cNvPr>
                <p14:cNvContentPartPr/>
                <p14:nvPr/>
              </p14:nvContentPartPr>
              <p14:xfrm>
                <a:off x="7354195" y="3383470"/>
                <a:ext cx="223200" cy="26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36A6A4-DC5F-BCE5-9AAA-75C4ED1006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48075" y="3377350"/>
                  <a:ext cx="235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AB93AD-7640-6CDE-E34D-1BC182F126CA}"/>
                    </a:ext>
                  </a:extLst>
                </p14:cNvPr>
                <p14:cNvContentPartPr/>
                <p14:nvPr/>
              </p14:nvContentPartPr>
              <p14:xfrm>
                <a:off x="7634275" y="3487870"/>
                <a:ext cx="129240" cy="9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AB93AD-7640-6CDE-E34D-1BC182F126C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28155" y="3481750"/>
                  <a:ext cx="141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650F498-5066-7002-8B4E-949D29CC73D2}"/>
                    </a:ext>
                  </a:extLst>
                </p14:cNvPr>
                <p14:cNvContentPartPr/>
                <p14:nvPr/>
              </p14:nvContentPartPr>
              <p14:xfrm>
                <a:off x="7287595" y="3685870"/>
                <a:ext cx="659880" cy="48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650F498-5066-7002-8B4E-949D29CC73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81475" y="3679750"/>
                  <a:ext cx="672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D47089-8F3A-71A8-00D3-3BBA5A7C166B}"/>
                    </a:ext>
                  </a:extLst>
                </p14:cNvPr>
                <p14:cNvContentPartPr/>
                <p14:nvPr/>
              </p14:nvContentPartPr>
              <p14:xfrm>
                <a:off x="7341235" y="3820150"/>
                <a:ext cx="133920" cy="227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D47089-8F3A-71A8-00D3-3BBA5A7C166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35115" y="3814030"/>
                  <a:ext cx="146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8FB6E7-CA0F-66F3-638E-B012B8C5EB0C}"/>
                    </a:ext>
                  </a:extLst>
                </p14:cNvPr>
                <p14:cNvContentPartPr/>
                <p14:nvPr/>
              </p14:nvContentPartPr>
              <p14:xfrm>
                <a:off x="7461475" y="3893950"/>
                <a:ext cx="821520" cy="203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8FB6E7-CA0F-66F3-638E-B012B8C5EB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55355" y="3887830"/>
                  <a:ext cx="833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6C64ED-FA9E-E721-8EFC-71765C3EA09C}"/>
                    </a:ext>
                  </a:extLst>
                </p14:cNvPr>
                <p14:cNvContentPartPr/>
                <p14:nvPr/>
              </p14:nvContentPartPr>
              <p14:xfrm>
                <a:off x="8127115" y="3340990"/>
                <a:ext cx="213120" cy="1047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6C64ED-FA9E-E721-8EFC-71765C3EA0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20995" y="3334870"/>
                  <a:ext cx="22536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7518ADE-7735-5572-F97D-33D1F0DE97B6}"/>
                    </a:ext>
                  </a:extLst>
                </p14:cNvPr>
                <p14:cNvContentPartPr/>
                <p14:nvPr/>
              </p14:nvContentPartPr>
              <p14:xfrm>
                <a:off x="4926355" y="5508550"/>
                <a:ext cx="13680" cy="29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7518ADE-7735-5572-F97D-33D1F0DE97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20235" y="5502430"/>
                  <a:ext cx="25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4161F58-7582-BF95-6F18-575830847CE8}"/>
                    </a:ext>
                  </a:extLst>
                </p14:cNvPr>
                <p14:cNvContentPartPr/>
                <p14:nvPr/>
              </p14:nvContentPartPr>
              <p14:xfrm>
                <a:off x="4905475" y="5417110"/>
                <a:ext cx="111960" cy="18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4161F58-7582-BF95-6F18-575830847C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99355" y="5410990"/>
                  <a:ext cx="124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B1C663C-CF30-3A0E-1AA4-77ADE4F3CB04}"/>
                    </a:ext>
                  </a:extLst>
                </p14:cNvPr>
                <p14:cNvContentPartPr/>
                <p14:nvPr/>
              </p14:nvContentPartPr>
              <p14:xfrm>
                <a:off x="5145955" y="5323510"/>
                <a:ext cx="261000" cy="57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B1C663C-CF30-3A0E-1AA4-77ADE4F3CB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39835" y="5317390"/>
                  <a:ext cx="27324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067636-DCA0-A033-2924-B3FE44DD96AF}"/>
                    </a:ext>
                  </a:extLst>
                </p14:cNvPr>
                <p14:cNvContentPartPr/>
                <p14:nvPr/>
              </p14:nvContentPartPr>
              <p14:xfrm>
                <a:off x="5339275" y="5448790"/>
                <a:ext cx="145440" cy="346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067636-DCA0-A033-2924-B3FE44DD96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33155" y="5442670"/>
                  <a:ext cx="1576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25011B-F594-2337-2529-DC24F2D95DDA}"/>
                    </a:ext>
                  </a:extLst>
                </p14:cNvPr>
                <p14:cNvContentPartPr/>
                <p14:nvPr/>
              </p14:nvContentPartPr>
              <p14:xfrm>
                <a:off x="5484715" y="5536630"/>
                <a:ext cx="1019880" cy="217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25011B-F594-2337-2529-DC24F2D95DD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78595" y="5530510"/>
                  <a:ext cx="103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8A5C46-2605-2A5C-A6C2-D22F88E463FE}"/>
                    </a:ext>
                  </a:extLst>
                </p14:cNvPr>
                <p14:cNvContentPartPr/>
                <p14:nvPr/>
              </p14:nvContentPartPr>
              <p14:xfrm>
                <a:off x="6464635" y="5185630"/>
                <a:ext cx="126000" cy="985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8A5C46-2605-2A5C-A6C2-D22F88E463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58515" y="5179510"/>
                  <a:ext cx="138240" cy="9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D9D692-DC38-4186-3F2C-55C29CEBBD30}"/>
                    </a:ext>
                  </a:extLst>
                </p14:cNvPr>
                <p14:cNvContentPartPr/>
                <p14:nvPr/>
              </p14:nvContentPartPr>
              <p14:xfrm>
                <a:off x="6764875" y="5523310"/>
                <a:ext cx="97920" cy="20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D9D692-DC38-4186-3F2C-55C29CEBBD3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58755" y="5517190"/>
                  <a:ext cx="110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48A4987-46D9-3B4F-FB86-879CDF286B9E}"/>
                    </a:ext>
                  </a:extLst>
                </p14:cNvPr>
                <p14:cNvContentPartPr/>
                <p14:nvPr/>
              </p14:nvContentPartPr>
              <p14:xfrm>
                <a:off x="6740755" y="5581270"/>
                <a:ext cx="148320" cy="61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48A4987-46D9-3B4F-FB86-879CDF286B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34635" y="5575150"/>
                  <a:ext cx="160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B7EAE1-8A89-B513-1538-EA82383D37DF}"/>
                    </a:ext>
                  </a:extLst>
                </p14:cNvPr>
                <p14:cNvContentPartPr/>
                <p14:nvPr/>
              </p14:nvContentPartPr>
              <p14:xfrm>
                <a:off x="7236835" y="5305510"/>
                <a:ext cx="149400" cy="15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B7EAE1-8A89-B513-1538-EA82383D37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30715" y="5299390"/>
                  <a:ext cx="161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249175-DA40-514C-46BB-FE09713A2943}"/>
                    </a:ext>
                  </a:extLst>
                </p14:cNvPr>
                <p14:cNvContentPartPr/>
                <p14:nvPr/>
              </p14:nvContentPartPr>
              <p14:xfrm>
                <a:off x="7196155" y="5304430"/>
                <a:ext cx="179280" cy="284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249175-DA40-514C-46BB-FE09713A29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90035" y="5298310"/>
                  <a:ext cx="191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DFCD63-93D0-B388-EE1C-87270FE5B275}"/>
                    </a:ext>
                  </a:extLst>
                </p14:cNvPr>
                <p14:cNvContentPartPr/>
                <p14:nvPr/>
              </p14:nvContentPartPr>
              <p14:xfrm>
                <a:off x="7167715" y="5699350"/>
                <a:ext cx="410400" cy="7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DFCD63-93D0-B388-EE1C-87270FE5B2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61595" y="5693230"/>
                  <a:ext cx="422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7755F54-A9A0-4DE9-2DE9-A9F22FF52DE7}"/>
                    </a:ext>
                  </a:extLst>
                </p14:cNvPr>
                <p14:cNvContentPartPr/>
                <p14:nvPr/>
              </p14:nvContentPartPr>
              <p14:xfrm>
                <a:off x="7164475" y="5840830"/>
                <a:ext cx="113760" cy="294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7755F54-A9A0-4DE9-2DE9-A9F22FF52D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58355" y="5834710"/>
                  <a:ext cx="126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37D83C-40E6-C429-3B8C-CDF578B186EF}"/>
                    </a:ext>
                  </a:extLst>
                </p14:cNvPr>
                <p14:cNvContentPartPr/>
                <p14:nvPr/>
              </p14:nvContentPartPr>
              <p14:xfrm>
                <a:off x="7304515" y="5865670"/>
                <a:ext cx="218160" cy="18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37D83C-40E6-C429-3B8C-CDF578B186E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98395" y="5859550"/>
                  <a:ext cx="23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925729-706B-37A3-6394-1B04E6F88105}"/>
                    </a:ext>
                  </a:extLst>
                </p14:cNvPr>
                <p14:cNvContentPartPr/>
                <p14:nvPr/>
              </p14:nvContentPartPr>
              <p14:xfrm>
                <a:off x="7398115" y="5903830"/>
                <a:ext cx="84240" cy="398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925729-706B-37A3-6394-1B04E6F881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91995" y="5897710"/>
                  <a:ext cx="964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2F1CF1-7598-0D69-D4D9-0E9735654F92}"/>
                    </a:ext>
                  </a:extLst>
                </p14:cNvPr>
                <p14:cNvContentPartPr/>
                <p14:nvPr/>
              </p14:nvContentPartPr>
              <p14:xfrm>
                <a:off x="7045315" y="5644270"/>
                <a:ext cx="567720" cy="84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2F1CF1-7598-0D69-D4D9-0E9735654F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39195" y="5638150"/>
                  <a:ext cx="579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960046-887E-557B-9801-34C7CC21BCCD}"/>
                    </a:ext>
                  </a:extLst>
                </p14:cNvPr>
                <p14:cNvContentPartPr/>
                <p14:nvPr/>
              </p14:nvContentPartPr>
              <p14:xfrm>
                <a:off x="4045435" y="5037670"/>
                <a:ext cx="130320" cy="46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960046-887E-557B-9801-34C7CC21BC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39315" y="5031550"/>
                  <a:ext cx="14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98EFB55-20B9-AD4C-F052-0894EA6D6308}"/>
                    </a:ext>
                  </a:extLst>
                </p14:cNvPr>
                <p14:cNvContentPartPr/>
                <p14:nvPr/>
              </p14:nvContentPartPr>
              <p14:xfrm>
                <a:off x="5208955" y="4986910"/>
                <a:ext cx="246600" cy="67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98EFB55-20B9-AD4C-F052-0894EA6D630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02835" y="4980790"/>
                  <a:ext cx="258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E02F389-FE76-6C47-1F40-A809C7B0671F}"/>
                    </a:ext>
                  </a:extLst>
                </p14:cNvPr>
                <p14:cNvContentPartPr/>
                <p14:nvPr/>
              </p14:nvContentPartPr>
              <p14:xfrm>
                <a:off x="6867115" y="4990150"/>
                <a:ext cx="258120" cy="77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E02F389-FE76-6C47-1F40-A809C7B067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60995" y="4984030"/>
                  <a:ext cx="270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9836DA-9223-26AD-EA8B-699D0C3406D0}"/>
                    </a:ext>
                  </a:extLst>
                </p14:cNvPr>
                <p14:cNvContentPartPr/>
                <p14:nvPr/>
              </p14:nvContentPartPr>
              <p14:xfrm>
                <a:off x="3248035" y="6123070"/>
                <a:ext cx="127800" cy="477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9836DA-9223-26AD-EA8B-699D0C3406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41915" y="6116950"/>
                  <a:ext cx="1400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C85097-1046-518B-FBBC-20EA022110C6}"/>
                    </a:ext>
                  </a:extLst>
                </p14:cNvPr>
                <p14:cNvContentPartPr/>
                <p14:nvPr/>
              </p14:nvContentPartPr>
              <p14:xfrm>
                <a:off x="3539635" y="6051070"/>
                <a:ext cx="209160" cy="551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C85097-1046-518B-FBBC-20EA022110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33515" y="6044950"/>
                  <a:ext cx="2214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0EDB0D-B398-63B6-3E4D-33F4FDBEA520}"/>
                    </a:ext>
                  </a:extLst>
                </p14:cNvPr>
                <p14:cNvContentPartPr/>
                <p14:nvPr/>
              </p14:nvContentPartPr>
              <p14:xfrm>
                <a:off x="3678235" y="6196870"/>
                <a:ext cx="67320" cy="38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0EDB0D-B398-63B6-3E4D-33F4FDBEA5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72115" y="6190750"/>
                  <a:ext cx="795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F4948F-3E69-43CC-5287-BB80DDC30E41}"/>
                    </a:ext>
                  </a:extLst>
                </p14:cNvPr>
                <p14:cNvContentPartPr/>
                <p14:nvPr/>
              </p14:nvContentPartPr>
              <p14:xfrm>
                <a:off x="3787675" y="6173110"/>
                <a:ext cx="63360" cy="309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F4948F-3E69-43CC-5287-BB80DDC30E4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81555" y="6166990"/>
                  <a:ext cx="75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FF282BF-FC9D-AC1D-939B-759935FF8225}"/>
                    </a:ext>
                  </a:extLst>
                </p14:cNvPr>
                <p14:cNvContentPartPr/>
                <p14:nvPr/>
              </p14:nvContentPartPr>
              <p14:xfrm>
                <a:off x="3892075" y="6321430"/>
                <a:ext cx="307800" cy="375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FF282BF-FC9D-AC1D-939B-759935FF82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85955" y="6315310"/>
                  <a:ext cx="3200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B21876C-AAC1-8207-C70B-5270D964472C}"/>
                    </a:ext>
                  </a:extLst>
                </p14:cNvPr>
                <p14:cNvContentPartPr/>
                <p14:nvPr/>
              </p14:nvContentPartPr>
              <p14:xfrm>
                <a:off x="4398235" y="6196870"/>
                <a:ext cx="40680" cy="316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B21876C-AAC1-8207-C70B-5270D96447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92115" y="6190750"/>
                  <a:ext cx="52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58BD5EE-D6AB-FFC5-17D2-4AE39FBFA223}"/>
                    </a:ext>
                  </a:extLst>
                </p14:cNvPr>
                <p14:cNvContentPartPr/>
                <p14:nvPr/>
              </p14:nvContentPartPr>
              <p14:xfrm>
                <a:off x="4432435" y="6313150"/>
                <a:ext cx="99720" cy="28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58BD5EE-D6AB-FFC5-17D2-4AE39FBFA2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26315" y="6307030"/>
                  <a:ext cx="111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6B27F79-F176-5052-6480-AA1775A01B68}"/>
                    </a:ext>
                  </a:extLst>
                </p14:cNvPr>
                <p14:cNvContentPartPr/>
                <p14:nvPr/>
              </p14:nvContentPartPr>
              <p14:xfrm>
                <a:off x="4533955" y="6349150"/>
                <a:ext cx="616320" cy="126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6B27F79-F176-5052-6480-AA1775A01B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27835" y="6343030"/>
                  <a:ext cx="628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3EAB983-BDC6-CA1D-204E-58230EABCF5F}"/>
                    </a:ext>
                  </a:extLst>
                </p14:cNvPr>
                <p14:cNvContentPartPr/>
                <p14:nvPr/>
              </p14:nvContentPartPr>
              <p14:xfrm>
                <a:off x="5169355" y="6288310"/>
                <a:ext cx="110160" cy="193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3EAB983-BDC6-CA1D-204E-58230EABCF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63235" y="6282190"/>
                  <a:ext cx="122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23A1811-DB97-FC30-A63B-0D730B1AA980}"/>
                    </a:ext>
                  </a:extLst>
                </p14:cNvPr>
                <p14:cNvContentPartPr/>
                <p14:nvPr/>
              </p14:nvContentPartPr>
              <p14:xfrm>
                <a:off x="5393275" y="6336910"/>
                <a:ext cx="82800" cy="30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23A1811-DB97-FC30-A63B-0D730B1AA98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87155" y="6330790"/>
                  <a:ext cx="95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5691561-CAA5-776F-5778-4BF3FE5A61C5}"/>
                    </a:ext>
                  </a:extLst>
                </p14:cNvPr>
                <p14:cNvContentPartPr/>
                <p14:nvPr/>
              </p14:nvContentPartPr>
              <p14:xfrm>
                <a:off x="5401195" y="6408190"/>
                <a:ext cx="136080" cy="47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5691561-CAA5-776F-5778-4BF3FE5A61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95075" y="6402070"/>
                  <a:ext cx="148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D834A6B-75C0-1B8E-8B35-C1FC80F2A73F}"/>
                    </a:ext>
                  </a:extLst>
                </p14:cNvPr>
                <p14:cNvContentPartPr/>
                <p14:nvPr/>
              </p14:nvContentPartPr>
              <p14:xfrm>
                <a:off x="5580475" y="6319270"/>
                <a:ext cx="108720" cy="370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D834A6B-75C0-1B8E-8B35-C1FC80F2A73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74355" y="6313150"/>
                  <a:ext cx="1209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B3EE93-70B6-1999-31AA-942581FFE4ED}"/>
                    </a:ext>
                  </a:extLst>
                </p14:cNvPr>
                <p14:cNvContentPartPr/>
                <p14:nvPr/>
              </p14:nvContentPartPr>
              <p14:xfrm>
                <a:off x="5792515" y="6314950"/>
                <a:ext cx="223920" cy="195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B3EE93-70B6-1999-31AA-942581FFE4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86395" y="6308830"/>
                  <a:ext cx="236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A1AC4F-A9BF-34FA-02E4-036E92634188}"/>
                    </a:ext>
                  </a:extLst>
                </p14:cNvPr>
                <p14:cNvContentPartPr/>
                <p14:nvPr/>
              </p14:nvContentPartPr>
              <p14:xfrm>
                <a:off x="5938675" y="6053230"/>
                <a:ext cx="209160" cy="669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A1AC4F-A9BF-34FA-02E4-036E926341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32555" y="6047110"/>
                  <a:ext cx="22140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03316ED-6D9F-33C1-5DE9-E7943D2370E5}"/>
                    </a:ext>
                  </a:extLst>
                </p14:cNvPr>
                <p14:cNvContentPartPr/>
                <p14:nvPr/>
              </p14:nvContentPartPr>
              <p14:xfrm>
                <a:off x="10505635" y="1808830"/>
                <a:ext cx="286200" cy="141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03316ED-6D9F-33C1-5DE9-E7943D2370E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99515" y="1802710"/>
                  <a:ext cx="298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955825B-95F7-F3BC-742E-DAF8F7225559}"/>
                    </a:ext>
                  </a:extLst>
                </p14:cNvPr>
                <p14:cNvContentPartPr/>
                <p14:nvPr/>
              </p14:nvContentPartPr>
              <p14:xfrm>
                <a:off x="10578355" y="2272150"/>
                <a:ext cx="15840" cy="5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955825B-95F7-F3BC-742E-DAF8F722555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572235" y="2266030"/>
                  <a:ext cx="280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68207FD-59C2-99FF-190D-7DF8069ECBEB}"/>
                    </a:ext>
                  </a:extLst>
                </p14:cNvPr>
                <p14:cNvContentPartPr/>
                <p14:nvPr/>
              </p14:nvContentPartPr>
              <p14:xfrm>
                <a:off x="10445875" y="5722750"/>
                <a:ext cx="6480" cy="1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68207FD-59C2-99FF-190D-7DF8069ECB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39755" y="5716630"/>
                  <a:ext cx="187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8F95E98-8001-B62E-1A56-1D7FB5902A1A}"/>
                    </a:ext>
                  </a:extLst>
                </p14:cNvPr>
                <p14:cNvContentPartPr/>
                <p14:nvPr/>
              </p14:nvContentPartPr>
              <p14:xfrm>
                <a:off x="10447675" y="6053230"/>
                <a:ext cx="648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8F95E98-8001-B62E-1A56-1D7FB5902A1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41555" y="6047110"/>
                  <a:ext cx="1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EA60ED-2B55-4DB5-CD75-B00BB01BCD7D}"/>
                    </a:ext>
                  </a:extLst>
                </p14:cNvPr>
                <p14:cNvContentPartPr/>
                <p14:nvPr/>
              </p14:nvContentPartPr>
              <p14:xfrm>
                <a:off x="758635" y="5903110"/>
                <a:ext cx="1387440" cy="609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EA60ED-2B55-4DB5-CD75-B00BB01BCD7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2515" y="5896990"/>
                  <a:ext cx="13996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C31D08-4D39-62B3-F817-D3F08677B591}"/>
                    </a:ext>
                  </a:extLst>
                </p14:cNvPr>
                <p14:cNvContentPartPr/>
                <p14:nvPr/>
              </p14:nvContentPartPr>
              <p14:xfrm>
                <a:off x="794995" y="5410990"/>
                <a:ext cx="1497960" cy="570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C31D08-4D39-62B3-F817-D3F08677B5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88875" y="5404870"/>
                  <a:ext cx="15102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A6EA31-CE98-2971-38DC-34D3FD080D3B}"/>
                    </a:ext>
                  </a:extLst>
                </p14:cNvPr>
                <p14:cNvContentPartPr/>
                <p14:nvPr/>
              </p14:nvContentPartPr>
              <p14:xfrm>
                <a:off x="9195235" y="2503990"/>
                <a:ext cx="163800" cy="434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A6EA31-CE98-2971-38DC-34D3FD080D3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189115" y="2497870"/>
                  <a:ext cx="1760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F2CE01-4C20-F95D-971B-1E22BAE017F6}"/>
                    </a:ext>
                  </a:extLst>
                </p14:cNvPr>
                <p14:cNvContentPartPr/>
                <p14:nvPr/>
              </p14:nvContentPartPr>
              <p14:xfrm>
                <a:off x="9295675" y="2664910"/>
                <a:ext cx="231120" cy="13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F2CE01-4C20-F95D-971B-1E22BAE017F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289555" y="2658790"/>
                  <a:ext cx="243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D769E5-5F9D-7790-9719-90D27C4EC6FA}"/>
                    </a:ext>
                  </a:extLst>
                </p14:cNvPr>
                <p14:cNvContentPartPr/>
                <p14:nvPr/>
              </p14:nvContentPartPr>
              <p14:xfrm>
                <a:off x="9427075" y="2546110"/>
                <a:ext cx="83160" cy="425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D769E5-5F9D-7790-9719-90D27C4EC6F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20955" y="2539990"/>
                  <a:ext cx="954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0B2244-5EE8-94FD-16A2-87919FA719DE}"/>
                    </a:ext>
                  </a:extLst>
                </p14:cNvPr>
                <p14:cNvContentPartPr/>
                <p14:nvPr/>
              </p14:nvContentPartPr>
              <p14:xfrm>
                <a:off x="9191275" y="2883430"/>
                <a:ext cx="207360" cy="39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0B2244-5EE8-94FD-16A2-87919FA719D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85155" y="2877310"/>
                  <a:ext cx="2196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2FB615-B102-CC63-131D-3370AFA9BBF4}"/>
                    </a:ext>
                  </a:extLst>
                </p14:cNvPr>
                <p14:cNvContentPartPr/>
                <p14:nvPr/>
              </p14:nvContentPartPr>
              <p14:xfrm>
                <a:off x="9353635" y="2987110"/>
                <a:ext cx="189360" cy="137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2FB615-B102-CC63-131D-3370AFA9BB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47515" y="2980990"/>
                  <a:ext cx="201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CA41F2-C7AF-60AE-821F-03B42EBCB52D}"/>
                    </a:ext>
                  </a:extLst>
                </p14:cNvPr>
                <p14:cNvContentPartPr/>
                <p14:nvPr/>
              </p14:nvContentPartPr>
              <p14:xfrm>
                <a:off x="9469555" y="2880190"/>
                <a:ext cx="154080" cy="523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CA41F2-C7AF-60AE-821F-03B42EBCB52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463435" y="2874070"/>
                  <a:ext cx="16632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29BBB1-CEF2-B5F4-55F2-FABE1A5BEBA9}"/>
                    </a:ext>
                  </a:extLst>
                </p14:cNvPr>
                <p14:cNvContentPartPr/>
                <p14:nvPr/>
              </p14:nvContentPartPr>
              <p14:xfrm>
                <a:off x="9450835" y="3103030"/>
                <a:ext cx="89640" cy="70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29BBB1-CEF2-B5F4-55F2-FABE1A5BEBA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444715" y="3096910"/>
                  <a:ext cx="101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8410BD7-7D4A-8D38-13C3-5DDE28837732}"/>
                    </a:ext>
                  </a:extLst>
                </p14:cNvPr>
                <p14:cNvContentPartPr/>
                <p14:nvPr/>
              </p14:nvContentPartPr>
              <p14:xfrm>
                <a:off x="10463155" y="2619550"/>
                <a:ext cx="10800" cy="8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8410BD7-7D4A-8D38-13C3-5DDE2883773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457035" y="2613430"/>
                  <a:ext cx="23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2BF1914-58C9-BA19-0598-A324B51959B7}"/>
                    </a:ext>
                  </a:extLst>
                </p14:cNvPr>
                <p14:cNvContentPartPr/>
                <p14:nvPr/>
              </p14:nvContentPartPr>
              <p14:xfrm>
                <a:off x="10476835" y="3095830"/>
                <a:ext cx="15840" cy="12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2BF1914-58C9-BA19-0598-A324B51959B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470715" y="3089710"/>
                  <a:ext cx="28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E8A34F-D9DC-B30A-2B0C-740108235FA9}"/>
                    </a:ext>
                  </a:extLst>
                </p14:cNvPr>
                <p14:cNvContentPartPr/>
                <p14:nvPr/>
              </p14:nvContentPartPr>
              <p14:xfrm>
                <a:off x="10498435" y="3367990"/>
                <a:ext cx="26280" cy="11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E8A34F-D9DC-B30A-2B0C-740108235FA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492315" y="3361870"/>
                  <a:ext cx="3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A5692B9-AAAA-BAF3-6819-88B5B4741CF9}"/>
                    </a:ext>
                  </a:extLst>
                </p14:cNvPr>
                <p14:cNvContentPartPr/>
                <p14:nvPr/>
              </p14:nvContentPartPr>
              <p14:xfrm>
                <a:off x="9196315" y="4376710"/>
                <a:ext cx="221760" cy="420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A5692B9-AAAA-BAF3-6819-88B5B4741CF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190195" y="4370590"/>
                  <a:ext cx="2340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BDB59-000A-C0F8-21F9-5F9DC0AD6B2A}"/>
                    </a:ext>
                  </a:extLst>
                </p14:cNvPr>
                <p14:cNvContentPartPr/>
                <p14:nvPr/>
              </p14:nvContentPartPr>
              <p14:xfrm>
                <a:off x="9361915" y="4459150"/>
                <a:ext cx="157680" cy="165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BDB59-000A-C0F8-21F9-5F9DC0AD6B2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55795" y="4453030"/>
                  <a:ext cx="16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8F651B-A787-0136-ABAA-3B1CAF399F1F}"/>
                    </a:ext>
                  </a:extLst>
                </p14:cNvPr>
                <p14:cNvContentPartPr/>
                <p14:nvPr/>
              </p14:nvContentPartPr>
              <p14:xfrm>
                <a:off x="9445795" y="4465270"/>
                <a:ext cx="72000" cy="245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8F651B-A787-0136-ABAA-3B1CAF399F1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439675" y="4459150"/>
                  <a:ext cx="84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8BCBD7-1917-E00D-B422-83A70C083585}"/>
                    </a:ext>
                  </a:extLst>
                </p14:cNvPr>
                <p14:cNvContentPartPr/>
                <p14:nvPr/>
              </p14:nvContentPartPr>
              <p14:xfrm>
                <a:off x="9492235" y="4342870"/>
                <a:ext cx="100080" cy="621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8BCBD7-1917-E00D-B422-83A70C08358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486115" y="4336750"/>
                  <a:ext cx="11232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4988FB-4C19-AF9F-7D11-EF8BBEA39F20}"/>
                    </a:ext>
                  </a:extLst>
                </p14:cNvPr>
                <p14:cNvContentPartPr/>
                <p14:nvPr/>
              </p14:nvContentPartPr>
              <p14:xfrm>
                <a:off x="9287755" y="5085190"/>
                <a:ext cx="140760" cy="37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4988FB-4C19-AF9F-7D11-EF8BBEA39F2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81635" y="5079070"/>
                  <a:ext cx="1530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15B0D67-C222-B59A-F959-C5A99961D9EA}"/>
                    </a:ext>
                  </a:extLst>
                </p14:cNvPr>
                <p14:cNvContentPartPr/>
                <p14:nvPr/>
              </p14:nvContentPartPr>
              <p14:xfrm>
                <a:off x="9443635" y="5174110"/>
                <a:ext cx="129600" cy="28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15B0D67-C222-B59A-F959-C5A99961D9E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437515" y="5167990"/>
                  <a:ext cx="141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881DB49-04D1-156E-4FC0-272E3014BF83}"/>
                    </a:ext>
                  </a:extLst>
                </p14:cNvPr>
                <p14:cNvContentPartPr/>
                <p14:nvPr/>
              </p14:nvContentPartPr>
              <p14:xfrm>
                <a:off x="9430315" y="5129830"/>
                <a:ext cx="92880" cy="190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881DB49-04D1-156E-4FC0-272E3014BF8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424195" y="5123710"/>
                  <a:ext cx="105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25EAD5-6726-74C2-2094-0EBF1F92F04F}"/>
                    </a:ext>
                  </a:extLst>
                </p14:cNvPr>
                <p14:cNvContentPartPr/>
                <p14:nvPr/>
              </p14:nvContentPartPr>
              <p14:xfrm>
                <a:off x="9535795" y="5071870"/>
                <a:ext cx="127080" cy="43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25EAD5-6726-74C2-2094-0EBF1F92F04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529675" y="5065750"/>
                  <a:ext cx="1393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2C7DAC-6745-853E-097D-D3DF20C0FBBC}"/>
                    </a:ext>
                  </a:extLst>
                </p14:cNvPr>
                <p14:cNvContentPartPr/>
                <p14:nvPr/>
              </p14:nvContentPartPr>
              <p14:xfrm>
                <a:off x="10504555" y="4583350"/>
                <a:ext cx="12960" cy="10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2C7DAC-6745-853E-097D-D3DF20C0FBB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98435" y="4577230"/>
                  <a:ext cx="25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879EEC0-290F-7A2D-CC81-691547527747}"/>
                    </a:ext>
                  </a:extLst>
                </p14:cNvPr>
                <p14:cNvContentPartPr/>
                <p14:nvPr/>
              </p14:nvContentPartPr>
              <p14:xfrm>
                <a:off x="10484035" y="4927870"/>
                <a:ext cx="11520" cy="7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879EEC0-290F-7A2D-CC81-69154752774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77915" y="4921750"/>
                  <a:ext cx="23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A87EB6-4110-536A-0203-6B3C9E16F24F}"/>
                    </a:ext>
                  </a:extLst>
                </p14:cNvPr>
                <p14:cNvContentPartPr/>
                <p14:nvPr/>
              </p14:nvContentPartPr>
              <p14:xfrm>
                <a:off x="8407555" y="2811790"/>
                <a:ext cx="2116440" cy="492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A87EB6-4110-536A-0203-6B3C9E16F24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01435" y="2805670"/>
                  <a:ext cx="2128680" cy="50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A1A394B-8EF4-653A-6AAB-F6762521AF2A}"/>
              </a:ext>
            </a:extLst>
          </p:cNvPr>
          <p:cNvGrpSpPr/>
          <p:nvPr/>
        </p:nvGrpSpPr>
        <p:grpSpPr>
          <a:xfrm>
            <a:off x="3926275" y="2429830"/>
            <a:ext cx="636840" cy="1914840"/>
            <a:chOff x="3926275" y="2429830"/>
            <a:chExt cx="636840" cy="19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7A01891-4B77-8701-D766-76FF2F8F95A7}"/>
                    </a:ext>
                  </a:extLst>
                </p14:cNvPr>
                <p14:cNvContentPartPr/>
                <p14:nvPr/>
              </p14:nvContentPartPr>
              <p14:xfrm>
                <a:off x="3992515" y="2470510"/>
                <a:ext cx="388440" cy="1463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7A01891-4B77-8701-D766-76FF2F8F95A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986395" y="2464390"/>
                  <a:ext cx="400680" cy="14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E565F5F-EBC9-152F-88A2-241A3C15630B}"/>
                    </a:ext>
                  </a:extLst>
                </p14:cNvPr>
                <p14:cNvContentPartPr/>
                <p14:nvPr/>
              </p14:nvContentPartPr>
              <p14:xfrm>
                <a:off x="3940675" y="4035790"/>
                <a:ext cx="108000" cy="3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E565F5F-EBC9-152F-88A2-241A3C15630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934555" y="4029670"/>
                  <a:ext cx="120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A731A70-1719-1ECC-0F23-8A120D0CB029}"/>
                    </a:ext>
                  </a:extLst>
                </p14:cNvPr>
                <p14:cNvContentPartPr/>
                <p14:nvPr/>
              </p14:nvContentPartPr>
              <p14:xfrm>
                <a:off x="3926275" y="4135870"/>
                <a:ext cx="127800" cy="75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A731A70-1719-1ECC-0F23-8A120D0CB02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920155" y="4129750"/>
                  <a:ext cx="140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5D18829-9FB1-E43A-2225-1DABCC8DD96B}"/>
                    </a:ext>
                  </a:extLst>
                </p14:cNvPr>
                <p14:cNvContentPartPr/>
                <p14:nvPr/>
              </p14:nvContentPartPr>
              <p14:xfrm>
                <a:off x="4131475" y="4042270"/>
                <a:ext cx="172080" cy="302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5D18829-9FB1-E43A-2225-1DABCC8DD96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25355" y="4036150"/>
                  <a:ext cx="184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179D164-0453-5B74-B5FF-7CE0EE244C26}"/>
                    </a:ext>
                  </a:extLst>
                </p14:cNvPr>
                <p14:cNvContentPartPr/>
                <p14:nvPr/>
              </p14:nvContentPartPr>
              <p14:xfrm>
                <a:off x="4043275" y="2429830"/>
                <a:ext cx="519840" cy="34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179D164-0453-5B74-B5FF-7CE0EE244C2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037155" y="2423710"/>
                  <a:ext cx="532080" cy="4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422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4C33-B466-6F3C-6034-DC77531A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/>
          <a:lstStyle/>
          <a:p>
            <a:pPr algn="l"/>
            <a:r>
              <a:rPr lang="en-IN" dirty="0">
                <a:latin typeface="+mn-lt"/>
              </a:rPr>
              <a:t>continuation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DE3FFB12-8950-F7A5-23BB-CFB3869E6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D4539DAE-5781-C28C-1F07-B0C1DDC39B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00587F-2234-6ED7-865B-B357CB412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513334"/>
              </p:ext>
            </p:extLst>
          </p:nvPr>
        </p:nvGraphicFramePr>
        <p:xfrm>
          <a:off x="84840" y="1012023"/>
          <a:ext cx="6633448" cy="296067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47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5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3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291">
                <a:tc>
                  <a:txBody>
                    <a:bodyPr/>
                    <a:lstStyle/>
                    <a:p>
                      <a:r>
                        <a:rPr lang="en-IN" sz="1600" dirty="0"/>
                        <a:t>Weather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Yes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Row</a:t>
                      </a:r>
                    </a:p>
                    <a:p>
                      <a:r>
                        <a:rPr lang="en-IN" sz="1600" dirty="0"/>
                        <a:t>Total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09">
                <a:tc>
                  <a:txBody>
                    <a:bodyPr/>
                    <a:lstStyle/>
                    <a:p>
                      <a:r>
                        <a:rPr lang="en-IN" sz="1600" dirty="0"/>
                        <a:t>Sunny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P(sunny)= 5/14</a:t>
                      </a:r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517">
                <a:tc>
                  <a:txBody>
                    <a:bodyPr/>
                    <a:lstStyle/>
                    <a:p>
                      <a:r>
                        <a:rPr lang="en-IN" sz="1600" dirty="0"/>
                        <a:t>Overcast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P(overcast)=4/14</a:t>
                      </a:r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09">
                <a:tc>
                  <a:txBody>
                    <a:bodyPr/>
                    <a:lstStyle/>
                    <a:p>
                      <a:r>
                        <a:rPr lang="en-IN" sz="1600" dirty="0"/>
                        <a:t>Rainy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P(Rainy)= 5/14</a:t>
                      </a:r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291">
                <a:tc>
                  <a:txBody>
                    <a:bodyPr/>
                    <a:lstStyle/>
                    <a:p>
                      <a:r>
                        <a:rPr lang="en-IN" sz="1600" dirty="0"/>
                        <a:t>Column Total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9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14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291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P(no)=5/14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P(yes)=9/14</a:t>
                      </a:r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2" marR="91452" marT="45702" marB="45702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91452" marR="91452" marT="45702" marB="4570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B3FF9E4B-E697-4666-8E42-29407AE24BB7}"/>
              </a:ext>
            </a:extLst>
          </p:cNvPr>
          <p:cNvGrpSpPr/>
          <p:nvPr/>
        </p:nvGrpSpPr>
        <p:grpSpPr>
          <a:xfrm>
            <a:off x="321013" y="4059784"/>
            <a:ext cx="11575915" cy="2491845"/>
            <a:chOff x="315913" y="4386263"/>
            <a:chExt cx="11391123" cy="1771650"/>
          </a:xfrm>
        </p:grpSpPr>
        <p:sp>
          <p:nvSpPr>
            <p:cNvPr id="90159" name="TextBox 4">
              <a:extLst>
                <a:ext uri="{FF2B5EF4-FFF2-40B4-BE49-F238E27FC236}">
                  <a16:creationId xmlns:a16="http://schemas.microsoft.com/office/drawing/2014/main" id="{9D1DEA4E-E274-E235-988E-76C6B6DE8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913" y="4386263"/>
              <a:ext cx="635793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413"/>
                </a:spcBef>
                <a:buClr>
                  <a:srgbClr val="000000"/>
                </a:buClr>
                <a:buSzPct val="45000"/>
                <a:buFont typeface="Wingdings" panose="05000000000000000000" pitchFamily="2" charset="2"/>
                <a:buChar char="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</a:rPr>
                <a:t>Step4: Apply Probabilities from frequency table to Bayes Theorem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1FFA37-3F1E-D082-22B1-6331EC43268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975496" y="4699955"/>
              <a:ext cx="7731540" cy="919611"/>
            </a:xfrm>
            <a:prstGeom prst="rect">
              <a:avLst/>
            </a:prstGeom>
            <a:blipFill>
              <a:blip r:embed="rId2"/>
              <a:stretch>
                <a:fillRect l="-631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FB98D6-6446-AE0F-7D3B-2F35BCED16D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53862" y="4871060"/>
              <a:ext cx="3686394" cy="577402"/>
            </a:xfrm>
            <a:prstGeom prst="rect">
              <a:avLst/>
            </a:prstGeom>
            <a:blipFill>
              <a:blip r:embed="rId3"/>
              <a:stretch>
                <a:fillRect l="-1322" b="-2105"/>
              </a:stretch>
            </a:blipFill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noFill/>
                  <a:effectLst/>
                  <a:uLnTx/>
                  <a:uFillTx/>
                  <a:latin typeface="Calibri" panose="020F0502020204030204" pitchFamily="34" charset="0"/>
                </a:rPr>
                <a:t> </a:t>
              </a:r>
            </a:p>
          </p:txBody>
        </p:sp>
        <p:sp>
          <p:nvSpPr>
            <p:cNvPr id="90162" name="TextBox 11">
              <a:extLst>
                <a:ext uri="{FF2B5EF4-FFF2-40B4-BE49-F238E27FC236}">
                  <a16:creationId xmlns:a16="http://schemas.microsoft.com/office/drawing/2014/main" id="{FE66CC59-8A57-3F74-5851-C573577DF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0025" y="5788025"/>
              <a:ext cx="69310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1413"/>
                </a:spcBef>
                <a:buClr>
                  <a:srgbClr val="000000"/>
                </a:buClr>
                <a:buSzPct val="45000"/>
                <a:buFont typeface="Wingdings" panose="05000000000000000000" pitchFamily="2" charset="2"/>
                <a:buChar char="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P( Yes | Sunny) &gt; P( No | Sunny) . Hence, The Player will play the game.</a:t>
              </a:r>
              <a:endParaRPr kumimoji="0" lang="en-I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AC7DA1-E4F6-B175-7BA6-E3428CF89072}"/>
                  </a:ext>
                </a:extLst>
              </p14:cNvPr>
              <p14:cNvContentPartPr/>
              <p14:nvPr/>
            </p14:nvContentPartPr>
            <p14:xfrm>
              <a:off x="4715395" y="1558630"/>
              <a:ext cx="1683360" cy="432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AC7DA1-E4F6-B175-7BA6-E3428CF890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09275" y="1552510"/>
                <a:ext cx="16956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4980E6-E05F-F7B2-D25E-88A02ECE2BE5}"/>
                  </a:ext>
                </a:extLst>
              </p14:cNvPr>
              <p14:cNvContentPartPr/>
              <p14:nvPr/>
            </p14:nvContentPartPr>
            <p14:xfrm>
              <a:off x="85795" y="1891630"/>
              <a:ext cx="805680" cy="55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4980E6-E05F-F7B2-D25E-88A02ECE2B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75" y="1885510"/>
                <a:ext cx="8179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5B1E0E-3D7D-510C-3C5B-19BB475139A2}"/>
                  </a:ext>
                </a:extLst>
              </p14:cNvPr>
              <p14:cNvContentPartPr/>
              <p14:nvPr/>
            </p14:nvContentPartPr>
            <p14:xfrm>
              <a:off x="4254595" y="1638190"/>
              <a:ext cx="270000" cy="1853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5B1E0E-3D7D-510C-3C5B-19BB475139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48475" y="1632070"/>
                <a:ext cx="282240" cy="18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ED58A7-7EC3-36B6-F47E-50A18F62D0E7}"/>
                  </a:ext>
                </a:extLst>
              </p14:cNvPr>
              <p14:cNvContentPartPr/>
              <p14:nvPr/>
            </p14:nvContentPartPr>
            <p14:xfrm>
              <a:off x="5949475" y="2307790"/>
              <a:ext cx="565920" cy="37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ED58A7-7EC3-36B6-F47E-50A18F62D0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43355" y="2301670"/>
                <a:ext cx="5781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27FA21E-E273-BE60-F10B-1AD60846EF23}"/>
                  </a:ext>
                </a:extLst>
              </p14:cNvPr>
              <p14:cNvContentPartPr/>
              <p14:nvPr/>
            </p14:nvContentPartPr>
            <p14:xfrm>
              <a:off x="5716915" y="2767510"/>
              <a:ext cx="577080" cy="184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27FA21E-E273-BE60-F10B-1AD60846EF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10795" y="2761390"/>
                <a:ext cx="5893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C2405B-DF40-EDEF-892E-D83575FD7E36}"/>
                  </a:ext>
                </a:extLst>
              </p14:cNvPr>
              <p14:cNvContentPartPr/>
              <p14:nvPr/>
            </p14:nvContentPartPr>
            <p14:xfrm>
              <a:off x="526795" y="5529070"/>
              <a:ext cx="1404000" cy="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C2405B-DF40-EDEF-892E-D83575FD7E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0675" y="5516830"/>
                <a:ext cx="14162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639FEE4-288A-E415-6DD3-7214C5712617}"/>
              </a:ext>
            </a:extLst>
          </p:cNvPr>
          <p:cNvGrpSpPr/>
          <p:nvPr/>
        </p:nvGrpSpPr>
        <p:grpSpPr>
          <a:xfrm>
            <a:off x="1945915" y="4284190"/>
            <a:ext cx="2138400" cy="916560"/>
            <a:chOff x="1945915" y="4284190"/>
            <a:chExt cx="2138400" cy="91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AB08B9-2848-1A41-8408-184E91D21FAF}"/>
                    </a:ext>
                  </a:extLst>
                </p14:cNvPr>
                <p14:cNvContentPartPr/>
                <p14:nvPr/>
              </p14:nvContentPartPr>
              <p14:xfrm>
                <a:off x="2025475" y="4718710"/>
                <a:ext cx="2058840" cy="48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AB08B9-2848-1A41-8408-184E91D21F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19355" y="4712590"/>
                  <a:ext cx="20710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BB6520-C10D-3FD2-DAC3-D4DE25827A52}"/>
                    </a:ext>
                  </a:extLst>
                </p14:cNvPr>
                <p14:cNvContentPartPr/>
                <p14:nvPr/>
              </p14:nvContentPartPr>
              <p14:xfrm>
                <a:off x="1945915" y="4348270"/>
                <a:ext cx="52200" cy="359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BB6520-C10D-3FD2-DAC3-D4DE25827A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39795" y="4342150"/>
                  <a:ext cx="644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D14097-E4FD-223E-7E29-09CFB555FC75}"/>
                    </a:ext>
                  </a:extLst>
                </p14:cNvPr>
                <p14:cNvContentPartPr/>
                <p14:nvPr/>
              </p14:nvContentPartPr>
              <p14:xfrm>
                <a:off x="2131675" y="4284190"/>
                <a:ext cx="143640" cy="39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D14097-E4FD-223E-7E29-09CFB555FC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5555" y="4278070"/>
                  <a:ext cx="155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B89C7C-45D8-D27E-310B-DD1EC7BDEEDA}"/>
                    </a:ext>
                  </a:extLst>
                </p14:cNvPr>
                <p14:cNvContentPartPr/>
                <p14:nvPr/>
              </p14:nvContentPartPr>
              <p14:xfrm>
                <a:off x="2229235" y="4407310"/>
                <a:ext cx="122760" cy="21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B89C7C-45D8-D27E-310B-DD1EC7BDEE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3115" y="4401190"/>
                  <a:ext cx="135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3BCEE68-ED08-190B-24CA-88E69B905352}"/>
                    </a:ext>
                  </a:extLst>
                </p14:cNvPr>
                <p14:cNvContentPartPr/>
                <p14:nvPr/>
              </p14:nvContentPartPr>
              <p14:xfrm>
                <a:off x="2383675" y="4495150"/>
                <a:ext cx="777960" cy="200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3BCEE68-ED08-190B-24CA-88E69B9053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7555" y="4489030"/>
                  <a:ext cx="790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307CED-B258-7C47-5D11-30CC146082AE}"/>
                    </a:ext>
                  </a:extLst>
                </p14:cNvPr>
                <p14:cNvContentPartPr/>
                <p14:nvPr/>
              </p14:nvContentPartPr>
              <p14:xfrm>
                <a:off x="3193315" y="4674430"/>
                <a:ext cx="70920" cy="146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307CED-B258-7C47-5D11-30CC146082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87195" y="4668310"/>
                  <a:ext cx="83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90F578-DAD8-4D27-0E51-B3D95B37DD8D}"/>
                    </a:ext>
                  </a:extLst>
                </p14:cNvPr>
                <p14:cNvContentPartPr/>
                <p14:nvPr/>
              </p14:nvContentPartPr>
              <p14:xfrm>
                <a:off x="3352075" y="4459150"/>
                <a:ext cx="109800" cy="327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90F578-DAD8-4D27-0E51-B3D95B37DD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45955" y="4453030"/>
                  <a:ext cx="1220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EDB5D0-98D1-4FCE-E09A-60A3FE822552}"/>
                    </a:ext>
                  </a:extLst>
                </p14:cNvPr>
                <p14:cNvContentPartPr/>
                <p14:nvPr/>
              </p14:nvContentPartPr>
              <p14:xfrm>
                <a:off x="3541075" y="4487230"/>
                <a:ext cx="195480" cy="11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EDB5D0-98D1-4FCE-E09A-60A3FE8225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34955" y="4481110"/>
                  <a:ext cx="207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50B4A3-50BE-E897-7198-B59359500062}"/>
                    </a:ext>
                  </a:extLst>
                </p14:cNvPr>
                <p14:cNvContentPartPr/>
                <p14:nvPr/>
              </p14:nvContentPartPr>
              <p14:xfrm>
                <a:off x="3716035" y="4288150"/>
                <a:ext cx="164160" cy="621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50B4A3-50BE-E897-7198-B593595000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9915" y="4282030"/>
                  <a:ext cx="176400" cy="6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6CEEEBA-DA06-BF49-F0A0-98BE14985227}"/>
              </a:ext>
            </a:extLst>
          </p:cNvPr>
          <p:cNvGrpSpPr/>
          <p:nvPr/>
        </p:nvGrpSpPr>
        <p:grpSpPr>
          <a:xfrm>
            <a:off x="5178715" y="4303270"/>
            <a:ext cx="815040" cy="789120"/>
            <a:chOff x="5178715" y="4303270"/>
            <a:chExt cx="815040" cy="78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E113CA6-59E2-82C3-E99E-D0BD8490A4B0}"/>
                    </a:ext>
                  </a:extLst>
                </p14:cNvPr>
                <p14:cNvContentPartPr/>
                <p14:nvPr/>
              </p14:nvContentPartPr>
              <p14:xfrm>
                <a:off x="5443675" y="4411990"/>
                <a:ext cx="154440" cy="18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E113CA6-59E2-82C3-E99E-D0BD8490A4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37555" y="4405870"/>
                  <a:ext cx="166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E5A9DD-AD15-F615-7790-698FFEA6FBE0}"/>
                    </a:ext>
                  </a:extLst>
                </p14:cNvPr>
                <p14:cNvContentPartPr/>
                <p14:nvPr/>
              </p14:nvContentPartPr>
              <p14:xfrm>
                <a:off x="5351515" y="4571830"/>
                <a:ext cx="333720" cy="10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E5A9DD-AD15-F615-7790-698FFEA6FB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45395" y="4565710"/>
                  <a:ext cx="34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33767-38D1-6DBF-0DB0-CF0C0BE38BEC}"/>
                    </a:ext>
                  </a:extLst>
                </p14:cNvPr>
                <p14:cNvContentPartPr/>
                <p14:nvPr/>
              </p14:nvContentPartPr>
              <p14:xfrm>
                <a:off x="5433595" y="4705390"/>
                <a:ext cx="54360" cy="13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33767-38D1-6DBF-0DB0-CF0C0BE38BE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7475" y="4699270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F5D221-F6E4-B168-98B7-A2B4CA91C416}"/>
                    </a:ext>
                  </a:extLst>
                </p14:cNvPr>
                <p14:cNvContentPartPr/>
                <p14:nvPr/>
              </p14:nvContentPartPr>
              <p14:xfrm>
                <a:off x="5436475" y="4665070"/>
                <a:ext cx="56160" cy="120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F5D221-F6E4-B168-98B7-A2B4CA91C4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0355" y="4658950"/>
                  <a:ext cx="68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2A1058-F912-D209-87E9-99DA8F31A4C1}"/>
                    </a:ext>
                  </a:extLst>
                </p14:cNvPr>
                <p14:cNvContentPartPr/>
                <p14:nvPr/>
              </p14:nvContentPartPr>
              <p14:xfrm>
                <a:off x="5442595" y="4684510"/>
                <a:ext cx="14760" cy="233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2A1058-F912-D209-87E9-99DA8F31A4C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36475" y="4678390"/>
                  <a:ext cx="27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1A3D64-076D-6679-93EA-1CC890FABA58}"/>
                    </a:ext>
                  </a:extLst>
                </p14:cNvPr>
                <p14:cNvContentPartPr/>
                <p14:nvPr/>
              </p14:nvContentPartPr>
              <p14:xfrm>
                <a:off x="5529715" y="4693870"/>
                <a:ext cx="157680" cy="16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1A3D64-076D-6679-93EA-1CC890FABA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23595" y="4687750"/>
                  <a:ext cx="169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C8B93A-3FD5-20DB-7C76-2DBE29A6FB74}"/>
                    </a:ext>
                  </a:extLst>
                </p14:cNvPr>
                <p14:cNvContentPartPr/>
                <p14:nvPr/>
              </p14:nvContentPartPr>
              <p14:xfrm>
                <a:off x="5586595" y="4751830"/>
                <a:ext cx="26280" cy="256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C8B93A-3FD5-20DB-7C76-2DBE29A6FB7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80475" y="4745710"/>
                  <a:ext cx="38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AEC4A6-35E5-BB44-7801-80504C2981F3}"/>
                    </a:ext>
                  </a:extLst>
                </p14:cNvPr>
                <p14:cNvContentPartPr/>
                <p14:nvPr/>
              </p14:nvContentPartPr>
              <p14:xfrm>
                <a:off x="5178715" y="4303270"/>
                <a:ext cx="815040" cy="789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AEC4A6-35E5-BB44-7801-80504C2981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72595" y="4297150"/>
                  <a:ext cx="827280" cy="80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F1F8C42-D427-5699-DFC3-9D5082F7279F}"/>
                  </a:ext>
                </a:extLst>
              </p14:cNvPr>
              <p14:cNvContentPartPr/>
              <p14:nvPr/>
            </p14:nvContentPartPr>
            <p14:xfrm>
              <a:off x="4212835" y="4480750"/>
              <a:ext cx="332640" cy="839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F1F8C42-D427-5699-DFC3-9D5082F727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06715" y="4474630"/>
                <a:ext cx="344880" cy="85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D47A94F-F8E7-8D6F-0570-1BE25B3198AD}"/>
                  </a:ext>
                </a:extLst>
              </p14:cNvPr>
              <p14:cNvContentPartPr/>
              <p14:nvPr/>
            </p14:nvContentPartPr>
            <p14:xfrm>
              <a:off x="2634235" y="5380390"/>
              <a:ext cx="759960" cy="169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D47A94F-F8E7-8D6F-0570-1BE25B3198A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28115" y="5374270"/>
                <a:ext cx="77220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F99DB06E-0D44-9479-FC2F-7D3818E25401}"/>
              </a:ext>
            </a:extLst>
          </p:cNvPr>
          <p:cNvGrpSpPr/>
          <p:nvPr/>
        </p:nvGrpSpPr>
        <p:grpSpPr>
          <a:xfrm>
            <a:off x="7871875" y="1470430"/>
            <a:ext cx="2320560" cy="1486800"/>
            <a:chOff x="7871875" y="1470430"/>
            <a:chExt cx="2320560" cy="14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0A1108-C9F8-CC21-4630-4EE3C60A32ED}"/>
                    </a:ext>
                  </a:extLst>
                </p14:cNvPr>
                <p14:cNvContentPartPr/>
                <p14:nvPr/>
              </p14:nvContentPartPr>
              <p14:xfrm>
                <a:off x="8101915" y="1851310"/>
                <a:ext cx="225000" cy="335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0A1108-C9F8-CC21-4630-4EE3C60A32E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95795" y="1845190"/>
                  <a:ext cx="2372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6EF073E-3A9E-BE4C-6D10-D2C6DE38059E}"/>
                    </a:ext>
                  </a:extLst>
                </p14:cNvPr>
                <p14:cNvContentPartPr/>
                <p14:nvPr/>
              </p14:nvContentPartPr>
              <p14:xfrm>
                <a:off x="8010835" y="2370790"/>
                <a:ext cx="443520" cy="21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6EF073E-3A9E-BE4C-6D10-D2C6DE3805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04715" y="2364670"/>
                  <a:ext cx="455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6FD54F-4DAE-2722-C52E-34532C8946DC}"/>
                    </a:ext>
                  </a:extLst>
                </p14:cNvPr>
                <p14:cNvContentPartPr/>
                <p14:nvPr/>
              </p14:nvContentPartPr>
              <p14:xfrm>
                <a:off x="8230075" y="2502910"/>
                <a:ext cx="213120" cy="19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6FD54F-4DAE-2722-C52E-34532C8946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23955" y="2496790"/>
                  <a:ext cx="22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3DBA2B-0655-EFC7-2AB3-793B61184EA5}"/>
                    </a:ext>
                  </a:extLst>
                </p14:cNvPr>
                <p14:cNvContentPartPr/>
                <p14:nvPr/>
              </p14:nvContentPartPr>
              <p14:xfrm>
                <a:off x="8258155" y="2500390"/>
                <a:ext cx="204480" cy="28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3DBA2B-0655-EFC7-2AB3-793B61184E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52035" y="2494270"/>
                  <a:ext cx="216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9FDC373-3EEB-8234-F637-A3070B52119F}"/>
                    </a:ext>
                  </a:extLst>
                </p14:cNvPr>
                <p14:cNvContentPartPr/>
                <p14:nvPr/>
              </p14:nvContentPartPr>
              <p14:xfrm>
                <a:off x="8889955" y="2336230"/>
                <a:ext cx="116640" cy="25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9FDC373-3EEB-8234-F637-A3070B521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83835" y="2330110"/>
                  <a:ext cx="128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0C3509F-E708-D314-8B11-3C4A1A74F61E}"/>
                    </a:ext>
                  </a:extLst>
                </p14:cNvPr>
                <p14:cNvContentPartPr/>
                <p14:nvPr/>
              </p14:nvContentPartPr>
              <p14:xfrm>
                <a:off x="8912635" y="2410390"/>
                <a:ext cx="168120" cy="58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0C3509F-E708-D314-8B11-3C4A1A74F6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06515" y="2404270"/>
                  <a:ext cx="180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2DC106A-192F-2CA4-8C31-032E88E393CA}"/>
                    </a:ext>
                  </a:extLst>
                </p14:cNvPr>
                <p14:cNvContentPartPr/>
                <p14:nvPr/>
              </p14:nvContentPartPr>
              <p14:xfrm>
                <a:off x="9365515" y="2053270"/>
                <a:ext cx="237960" cy="26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DC106A-192F-2CA4-8C31-032E88E393C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59395" y="2047150"/>
                  <a:ext cx="250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3E19B6-0D02-4305-5202-F0C6EABE5F1B}"/>
                    </a:ext>
                  </a:extLst>
                </p14:cNvPr>
                <p14:cNvContentPartPr/>
                <p14:nvPr/>
              </p14:nvContentPartPr>
              <p14:xfrm>
                <a:off x="9764755" y="2156590"/>
                <a:ext cx="9720" cy="19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3E19B6-0D02-4305-5202-F0C6EABE5F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8635" y="2150470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821838-E4A5-ED7F-F7A5-9940D27A2BD1}"/>
                    </a:ext>
                  </a:extLst>
                </p14:cNvPr>
                <p14:cNvContentPartPr/>
                <p14:nvPr/>
              </p14:nvContentPartPr>
              <p14:xfrm>
                <a:off x="9882115" y="2040670"/>
                <a:ext cx="180000" cy="328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821838-E4A5-ED7F-F7A5-9940D27A2B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75995" y="2034550"/>
                  <a:ext cx="192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F513CC-1845-9F82-0AEE-31FB0CADEF1E}"/>
                    </a:ext>
                  </a:extLst>
                </p14:cNvPr>
                <p14:cNvContentPartPr/>
                <p14:nvPr/>
              </p14:nvContentPartPr>
              <p14:xfrm>
                <a:off x="9872395" y="2230390"/>
                <a:ext cx="93240" cy="10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F513CC-1845-9F82-0AEE-31FB0CADEF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66275" y="2224270"/>
                  <a:ext cx="105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A1B1C9-5E4D-A6FD-0D44-ADB3F3F8A0A2}"/>
                    </a:ext>
                  </a:extLst>
                </p14:cNvPr>
                <p14:cNvContentPartPr/>
                <p14:nvPr/>
              </p14:nvContentPartPr>
              <p14:xfrm>
                <a:off x="7871875" y="1470430"/>
                <a:ext cx="2320560" cy="1486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A1B1C9-5E4D-A6FD-0D44-ADB3F3F8A0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65755" y="1464310"/>
                  <a:ext cx="2332800" cy="149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7216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EFFF-5403-374B-EFBB-8CA3B657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DB86-BA6C-C510-8C0F-7CB5A606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+mn-lt"/>
              </a:rPr>
              <a:t>Bayesian Learning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FFBAD9B-BDED-C49D-60CC-8DCB4AC72C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0F0F4933-11A7-4BD2-AA7C-7FFC2E4F8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F4FBDDC-03EA-334D-C93B-1744757B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72" y="924933"/>
            <a:ext cx="11529013" cy="5457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Naive Bayes is a set of simple and efficient machine learning algorithms for solving a variety of classification and regression problems.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b="1" kern="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Naive Bayes assumes conditional independence where Bayes theorem does not. This means the relationship between all input features are independent.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Bayesian learning algorithms that calculate explicit probabilities for hypotheses, such as the Naive Bayes classifier, are among the most practical approaches to certain types of learning problems.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en-US" sz="2200" u="sng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0" indent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en-US" sz="2200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Problem of learning to classify text documents such as electronic news articles.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For such learning tasks, the Naive Bayes classifier is among the most effective known algorithms.</a:t>
            </a:r>
            <a:endParaRPr lang="en-IN" altLang="en-US" sz="2200" kern="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49FFB9B6-E598-087F-FBBC-AAF6376DFC43}"/>
              </a:ext>
            </a:extLst>
          </p:cNvPr>
          <p:cNvSpPr/>
          <p:nvPr/>
        </p:nvSpPr>
        <p:spPr>
          <a:xfrm>
            <a:off x="620835" y="4627093"/>
            <a:ext cx="1389992" cy="490192"/>
          </a:xfrm>
          <a:prstGeom prst="flowChartTerminator">
            <a:avLst/>
          </a:prstGeom>
          <a:solidFill>
            <a:srgbClr val="1C15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en-US" sz="1800" kern="0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Example: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C571AF3-4D1A-8B55-3142-35B565EB9DCD}"/>
                  </a:ext>
                </a:extLst>
              </p14:cNvPr>
              <p14:cNvContentPartPr/>
              <p14:nvPr/>
            </p14:nvContentPartPr>
            <p14:xfrm>
              <a:off x="4608475" y="3488950"/>
              <a:ext cx="6244560" cy="137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C571AF3-4D1A-8B55-3142-35B565EB9D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2355" y="3482830"/>
                <a:ext cx="62568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4C4599-5403-CFD8-4F19-E655FCA93D66}"/>
                  </a:ext>
                </a:extLst>
              </p14:cNvPr>
              <p14:cNvContentPartPr/>
              <p14:nvPr/>
            </p14:nvContentPartPr>
            <p14:xfrm>
              <a:off x="809395" y="3975670"/>
              <a:ext cx="10686240" cy="127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4C4599-5403-CFD8-4F19-E655FCA93D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275" y="3969550"/>
                <a:ext cx="10698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74BB581-FBFB-D62D-E5D2-E2CBD816E2B8}"/>
                  </a:ext>
                </a:extLst>
              </p14:cNvPr>
              <p14:cNvContentPartPr/>
              <p14:nvPr/>
            </p14:nvContentPartPr>
            <p14:xfrm>
              <a:off x="527515" y="4491190"/>
              <a:ext cx="1486080" cy="100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74BB581-FBFB-D62D-E5D2-E2CBD816E2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1395" y="4485070"/>
                <a:ext cx="1498320" cy="1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6503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406400" y="1493838"/>
                <a:ext cx="10972800" cy="4525963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Courier New" panose="02070309020205020404" pitchFamily="49" charset="0"/>
                  <a:buChar char="o"/>
                </a:pPr>
                <a:r>
                  <a:rPr lang="en-US" dirty="0"/>
                  <a:t>In Naive Bayes, we classify data based on conditional probabilities:</a:t>
                </a:r>
              </a:p>
              <a:p>
                <a:pPr mar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dirty="0"/>
                  <a:t>·  C: Class label (hypothesis).</a:t>
                </a:r>
              </a:p>
              <a:p>
                <a:pPr mar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dirty="0"/>
                  <a:t>·  X: Feature vector (evidence).</a:t>
                </a:r>
              </a:p>
              <a:p>
                <a:pPr mar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IN" dirty="0"/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Courier New" panose="02070309020205020404" pitchFamily="49" charset="0"/>
                  <a:buChar char="o"/>
                </a:pPr>
                <a:r>
                  <a:rPr lang="en-IN" dirty="0"/>
                  <a:t>The sum of probabilities over all possible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​ is </a:t>
                </a:r>
                <a:r>
                  <a:rPr lang="en-IN" b="1" dirty="0"/>
                  <a:t>always 1</a:t>
                </a:r>
                <a:r>
                  <a:rPr lang="en-IN" dirty="0"/>
                  <a:t>:</a:t>
                </a:r>
              </a:p>
              <a:p>
                <a:pPr marL="0" indent="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  <a:p>
                <a:pPr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 typeface="Courier New" panose="02070309020205020404" pitchFamily="49" charset="0"/>
                  <a:buChar char="o"/>
                </a:pPr>
                <a:r>
                  <a:rPr lang="en-IN" dirty="0"/>
                  <a:t>This is because the Naive Bayes classifier calculates probabilities for a set of mutually exclusive and exhaustive classes. The denominator P(X) normalizes the probabilities, ensuring they sum to 1.</a:t>
                </a:r>
              </a:p>
              <a:p>
                <a:pPr fontAlgn="auto">
                  <a:spcAft>
                    <a:spcPts val="0"/>
                  </a:spcAft>
                </a:pPr>
                <a:endParaRPr lang="en-IN" dirty="0"/>
              </a:p>
              <a:p>
                <a:pPr fontAlgn="auto">
                  <a:spcAft>
                    <a:spcPts val="0"/>
                  </a:spcAft>
                </a:pPr>
                <a:endParaRPr lang="en-IN" dirty="0"/>
              </a:p>
              <a:p>
                <a:pPr fontAlgn="auto"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493838"/>
                <a:ext cx="10972800" cy="4525963"/>
              </a:xfrm>
              <a:prstGeom prst="rect">
                <a:avLst/>
              </a:prstGeom>
              <a:blipFill>
                <a:blip r:embed="rId2"/>
                <a:stretch>
                  <a:fillRect l="-611" t="-6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ADEBE4-EF21-E494-4DDF-1FE34EC02BD5}"/>
                  </a:ext>
                </a:extLst>
              </p14:cNvPr>
              <p14:cNvContentPartPr/>
              <p14:nvPr/>
            </p14:nvContentPartPr>
            <p14:xfrm>
              <a:off x="5159275" y="1838350"/>
              <a:ext cx="2749680" cy="5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ADEBE4-EF21-E494-4DDF-1FE34EC02B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3155" y="1832230"/>
                <a:ext cx="27619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1540C9-1C99-FBBD-73BD-1CA1C55CA915}"/>
                  </a:ext>
                </a:extLst>
              </p14:cNvPr>
              <p14:cNvContentPartPr/>
              <p14:nvPr/>
            </p14:nvContentPartPr>
            <p14:xfrm>
              <a:off x="4496515" y="2522350"/>
              <a:ext cx="1012680" cy="8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1540C9-1C99-FBBD-73BD-1CA1C55CA9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90395" y="2516230"/>
                <a:ext cx="10249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8B8267-44A0-53DE-D745-CF3B8DF10048}"/>
                  </a:ext>
                </a:extLst>
              </p14:cNvPr>
              <p14:cNvContentPartPr/>
              <p14:nvPr/>
            </p14:nvContentPartPr>
            <p14:xfrm>
              <a:off x="6694315" y="2645470"/>
              <a:ext cx="27360" cy="20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8B8267-44A0-53DE-D745-CF3B8DF100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88195" y="2639350"/>
                <a:ext cx="396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B0A898-A6B8-71CF-C56A-5EE80D9421ED}"/>
                  </a:ext>
                </a:extLst>
              </p14:cNvPr>
              <p14:cNvContentPartPr/>
              <p14:nvPr/>
            </p14:nvContentPartPr>
            <p14:xfrm>
              <a:off x="1015315" y="2923750"/>
              <a:ext cx="242496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B0A898-A6B8-71CF-C56A-5EE80D9421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9195" y="2911510"/>
                <a:ext cx="2437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EAEE2F-FFF0-EF2E-52CC-D809EF4AFB54}"/>
                  </a:ext>
                </a:extLst>
              </p14:cNvPr>
              <p14:cNvContentPartPr/>
              <p14:nvPr/>
            </p14:nvContentPartPr>
            <p14:xfrm>
              <a:off x="718315" y="3312910"/>
              <a:ext cx="292932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EAEE2F-FFF0-EF2E-52CC-D809EF4AFB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2195" y="3300670"/>
                <a:ext cx="29415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5D4B807A-BBE6-94BE-DFA3-64AA6CF0A0EE}"/>
              </a:ext>
            </a:extLst>
          </p:cNvPr>
          <p:cNvGrpSpPr/>
          <p:nvPr/>
        </p:nvGrpSpPr>
        <p:grpSpPr>
          <a:xfrm>
            <a:off x="328795" y="4826350"/>
            <a:ext cx="10436040" cy="2010600"/>
            <a:chOff x="328795" y="4826350"/>
            <a:chExt cx="10436040" cy="20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55B3DA-B21D-77E1-1979-C44D4D062762}"/>
                    </a:ext>
                  </a:extLst>
                </p14:cNvPr>
                <p14:cNvContentPartPr/>
                <p14:nvPr/>
              </p14:nvContentPartPr>
              <p14:xfrm>
                <a:off x="4186195" y="5111110"/>
                <a:ext cx="657864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55B3DA-B21D-77E1-1979-C44D4D06276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80075" y="5104990"/>
                  <a:ext cx="6590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9E9A8B-A8CF-FBD0-280C-5B713A33FDD1}"/>
                    </a:ext>
                  </a:extLst>
                </p14:cNvPr>
                <p14:cNvContentPartPr/>
                <p14:nvPr/>
              </p14:nvContentPartPr>
              <p14:xfrm>
                <a:off x="707515" y="5440870"/>
                <a:ext cx="2247120" cy="11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9E9A8B-A8CF-FBD0-280C-5B713A33FDD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1395" y="5434750"/>
                  <a:ext cx="2259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607B73-0B85-1946-8CFA-2B30AD668CE6}"/>
                    </a:ext>
                  </a:extLst>
                </p14:cNvPr>
                <p14:cNvContentPartPr/>
                <p14:nvPr/>
              </p14:nvContentPartPr>
              <p14:xfrm>
                <a:off x="328795" y="4826350"/>
                <a:ext cx="316080" cy="941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607B73-0B85-1946-8CFA-2B30AD668CE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2675" y="4820230"/>
                  <a:ext cx="328320" cy="9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60EC27-040C-C17A-38A5-2DAEB5B54E02}"/>
                    </a:ext>
                  </a:extLst>
                </p14:cNvPr>
                <p14:cNvContentPartPr/>
                <p14:nvPr/>
              </p14:nvContentPartPr>
              <p14:xfrm>
                <a:off x="624715" y="5826430"/>
                <a:ext cx="190080" cy="55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60EC27-040C-C17A-38A5-2DAEB5B54E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8595" y="5820310"/>
                  <a:ext cx="2023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0B9BDC-361A-9B43-74A0-5EDDD3E6A44A}"/>
                    </a:ext>
                  </a:extLst>
                </p14:cNvPr>
                <p14:cNvContentPartPr/>
                <p14:nvPr/>
              </p14:nvContentPartPr>
              <p14:xfrm>
                <a:off x="818755" y="6161950"/>
                <a:ext cx="460440" cy="189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0B9BDC-361A-9B43-74A0-5EDDD3E6A4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2635" y="6155830"/>
                  <a:ext cx="472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88BA6E-5D93-308A-DEA7-CAF4A1005F3C}"/>
                    </a:ext>
                  </a:extLst>
                </p14:cNvPr>
                <p14:cNvContentPartPr/>
                <p14:nvPr/>
              </p14:nvContentPartPr>
              <p14:xfrm>
                <a:off x="1288555" y="6089590"/>
                <a:ext cx="155160" cy="18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88BA6E-5D93-308A-DEA7-CAF4A1005F3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82435" y="6083470"/>
                  <a:ext cx="167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ABCCB0-ADA3-958F-000A-AB5E7E538002}"/>
                    </a:ext>
                  </a:extLst>
                </p14:cNvPr>
                <p14:cNvContentPartPr/>
                <p14:nvPr/>
              </p14:nvContentPartPr>
              <p14:xfrm>
                <a:off x="1763755" y="5960350"/>
                <a:ext cx="262440" cy="876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ABCCB0-ADA3-958F-000A-AB5E7E5380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57635" y="5954230"/>
                  <a:ext cx="27468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CBD69A-3419-2494-B4E8-3A8DDA3D2057}"/>
                    </a:ext>
                  </a:extLst>
                </p14:cNvPr>
                <p14:cNvContentPartPr/>
                <p14:nvPr/>
              </p14:nvContentPartPr>
              <p14:xfrm>
                <a:off x="2391235" y="6034510"/>
                <a:ext cx="41400" cy="322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CBD69A-3419-2494-B4E8-3A8DDA3D205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85115" y="6028390"/>
                  <a:ext cx="536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11818E-4561-9592-B9E8-55250903CCEB}"/>
                    </a:ext>
                  </a:extLst>
                </p14:cNvPr>
                <p14:cNvContentPartPr/>
                <p14:nvPr/>
              </p14:nvContentPartPr>
              <p14:xfrm>
                <a:off x="2398435" y="6011830"/>
                <a:ext cx="380160" cy="431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11818E-4561-9592-B9E8-55250903CCE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92315" y="6005710"/>
                  <a:ext cx="3924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FD178B-46B1-7C58-2669-7871E9D2A906}"/>
                    </a:ext>
                  </a:extLst>
                </p14:cNvPr>
                <p14:cNvContentPartPr/>
                <p14:nvPr/>
              </p14:nvContentPartPr>
              <p14:xfrm>
                <a:off x="2788675" y="5939830"/>
                <a:ext cx="631800" cy="463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FD178B-46B1-7C58-2669-7871E9D2A9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82555" y="5933710"/>
                  <a:ext cx="6440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E4FAB9-3804-4D71-92FA-49A1F49CEFFF}"/>
                    </a:ext>
                  </a:extLst>
                </p14:cNvPr>
                <p14:cNvContentPartPr/>
                <p14:nvPr/>
              </p14:nvContentPartPr>
              <p14:xfrm>
                <a:off x="3745195" y="5981590"/>
                <a:ext cx="61560" cy="664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E4FAB9-3804-4D71-92FA-49A1F49CEFF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39075" y="5975470"/>
                  <a:ext cx="7380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4CA4EF-C543-4EE1-BD23-4258BD862001}"/>
                    </a:ext>
                  </a:extLst>
                </p14:cNvPr>
                <p14:cNvContentPartPr/>
                <p14:nvPr/>
              </p14:nvContentPartPr>
              <p14:xfrm>
                <a:off x="3975955" y="5923270"/>
                <a:ext cx="621720" cy="519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4CA4EF-C543-4EE1-BD23-4258BD8620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69835" y="5917150"/>
                  <a:ext cx="63396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19683D-DE4F-F619-97D6-53E924E3BBBB}"/>
                    </a:ext>
                  </a:extLst>
                </p14:cNvPr>
                <p14:cNvContentPartPr/>
                <p14:nvPr/>
              </p14:nvContentPartPr>
              <p14:xfrm>
                <a:off x="4739515" y="5933710"/>
                <a:ext cx="438480" cy="397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19683D-DE4F-F619-97D6-53E924E3BBB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33395" y="5927590"/>
                  <a:ext cx="4507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318842-EF06-A0F3-7870-7D744F377E28}"/>
                    </a:ext>
                  </a:extLst>
                </p14:cNvPr>
                <p14:cNvContentPartPr/>
                <p14:nvPr/>
              </p14:nvContentPartPr>
              <p14:xfrm>
                <a:off x="5280235" y="6269590"/>
                <a:ext cx="29520" cy="83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318842-EF06-A0F3-7870-7D744F377E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74115" y="6263470"/>
                  <a:ext cx="41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F60F8-6E5E-A3B1-3B06-5D659BD5C901}"/>
                    </a:ext>
                  </a:extLst>
                </p14:cNvPr>
                <p14:cNvContentPartPr/>
                <p14:nvPr/>
              </p14:nvContentPartPr>
              <p14:xfrm>
                <a:off x="5357635" y="5793670"/>
                <a:ext cx="868680" cy="846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F60F8-6E5E-A3B1-3B06-5D659BD5C9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51515" y="5787550"/>
                  <a:ext cx="88092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BB029D-6E72-FFB7-F5C4-3FACC379A401}"/>
                    </a:ext>
                  </a:extLst>
                </p14:cNvPr>
                <p14:cNvContentPartPr/>
                <p14:nvPr/>
              </p14:nvContentPartPr>
              <p14:xfrm>
                <a:off x="5923195" y="5840830"/>
                <a:ext cx="178560" cy="21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BB029D-6E72-FFB7-F5C4-3FACC379A40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917075" y="5834710"/>
                  <a:ext cx="190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370738-3FD4-E0D7-4528-7DBB03F5AA69}"/>
                    </a:ext>
                  </a:extLst>
                </p14:cNvPr>
                <p14:cNvContentPartPr/>
                <p14:nvPr/>
              </p14:nvContentPartPr>
              <p14:xfrm>
                <a:off x="5475715" y="5891590"/>
                <a:ext cx="65520" cy="21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370738-3FD4-E0D7-4528-7DBB03F5AA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69595" y="5885470"/>
                  <a:ext cx="77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BFC6E4-225A-708A-8461-A08AACCC9EB9}"/>
                    </a:ext>
                  </a:extLst>
                </p14:cNvPr>
                <p14:cNvContentPartPr/>
                <p14:nvPr/>
              </p14:nvContentPartPr>
              <p14:xfrm>
                <a:off x="4991515" y="5879350"/>
                <a:ext cx="59400" cy="2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BFC6E4-225A-708A-8461-A08AACCC9EB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85395" y="5873230"/>
                  <a:ext cx="716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3E46B31-4A61-5396-CE9F-FC0C6CAB6FB1}"/>
              </a:ext>
            </a:extLst>
          </p:cNvPr>
          <p:cNvGrpSpPr/>
          <p:nvPr/>
        </p:nvGrpSpPr>
        <p:grpSpPr>
          <a:xfrm>
            <a:off x="7534915" y="2889550"/>
            <a:ext cx="3071520" cy="2299680"/>
            <a:chOff x="7534915" y="2889550"/>
            <a:chExt cx="3071520" cy="22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D63F22-4445-47D1-EE79-6F5C1F34A3E8}"/>
                    </a:ext>
                  </a:extLst>
                </p14:cNvPr>
                <p14:cNvContentPartPr/>
                <p14:nvPr/>
              </p14:nvContentPartPr>
              <p14:xfrm>
                <a:off x="7536715" y="4673350"/>
                <a:ext cx="27000" cy="17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D63F22-4445-47D1-EE79-6F5C1F34A3E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30595" y="4667230"/>
                  <a:ext cx="39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79D539-14A6-284F-F544-9EC9780B4D13}"/>
                    </a:ext>
                  </a:extLst>
                </p14:cNvPr>
                <p14:cNvContentPartPr/>
                <p14:nvPr/>
              </p14:nvContentPartPr>
              <p14:xfrm>
                <a:off x="7647595" y="4679470"/>
                <a:ext cx="180360" cy="98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79D539-14A6-284F-F544-9EC9780B4D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41475" y="4673350"/>
                  <a:ext cx="192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D3CEA2-F6A1-0494-845B-FB8EF04FEEAD}"/>
                    </a:ext>
                  </a:extLst>
                </p14:cNvPr>
                <p14:cNvContentPartPr/>
                <p14:nvPr/>
              </p14:nvContentPartPr>
              <p14:xfrm>
                <a:off x="7719235" y="4769470"/>
                <a:ext cx="168120" cy="79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D3CEA2-F6A1-0494-845B-FB8EF04FEEA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13115" y="4763350"/>
                  <a:ext cx="180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7D4B4C-3321-9EE4-32D4-5DD059EC526E}"/>
                    </a:ext>
                  </a:extLst>
                </p14:cNvPr>
                <p14:cNvContentPartPr/>
                <p14:nvPr/>
              </p14:nvContentPartPr>
              <p14:xfrm>
                <a:off x="8025595" y="4685590"/>
                <a:ext cx="37800" cy="18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7D4B4C-3321-9EE4-32D4-5DD059EC52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19475" y="4679470"/>
                  <a:ext cx="50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FFC879-FF08-AA16-FEAB-050DED7FA736}"/>
                    </a:ext>
                  </a:extLst>
                </p14:cNvPr>
                <p14:cNvContentPartPr/>
                <p14:nvPr/>
              </p14:nvContentPartPr>
              <p14:xfrm>
                <a:off x="7686115" y="3997270"/>
                <a:ext cx="456120" cy="513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FFC879-FF08-AA16-FEAB-050DED7FA73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79995" y="3991150"/>
                  <a:ext cx="46836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B18584-4FE6-2453-53EA-D346F5EC064A}"/>
                    </a:ext>
                  </a:extLst>
                </p14:cNvPr>
                <p14:cNvContentPartPr/>
                <p14:nvPr/>
              </p14:nvContentPartPr>
              <p14:xfrm>
                <a:off x="7534915" y="4452670"/>
                <a:ext cx="51120" cy="55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B18584-4FE6-2453-53EA-D346F5EC064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28795" y="4446550"/>
                  <a:ext cx="63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F4B9CB-69D5-269D-9624-DE3E04C3393A}"/>
                    </a:ext>
                  </a:extLst>
                </p14:cNvPr>
                <p14:cNvContentPartPr/>
                <p14:nvPr/>
              </p14:nvContentPartPr>
              <p14:xfrm>
                <a:off x="7795195" y="3806830"/>
                <a:ext cx="221400" cy="27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F4B9CB-69D5-269D-9624-DE3E04C3393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89075" y="3800710"/>
                  <a:ext cx="233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3E2C8E-C10A-75BF-BB74-81D9BA3078ED}"/>
                    </a:ext>
                  </a:extLst>
                </p14:cNvPr>
                <p14:cNvContentPartPr/>
                <p14:nvPr/>
              </p14:nvContentPartPr>
              <p14:xfrm>
                <a:off x="8375515" y="3887830"/>
                <a:ext cx="130320" cy="502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3E2C8E-C10A-75BF-BB74-81D9BA3078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69395" y="3881710"/>
                  <a:ext cx="1425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6B5E26-4D74-831E-7CD0-B4DED4D48175}"/>
                    </a:ext>
                  </a:extLst>
                </p14:cNvPr>
                <p14:cNvContentPartPr/>
                <p14:nvPr/>
              </p14:nvContentPartPr>
              <p14:xfrm>
                <a:off x="8609155" y="3846790"/>
                <a:ext cx="260280" cy="580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6B5E26-4D74-831E-7CD0-B4DED4D481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03035" y="3840670"/>
                  <a:ext cx="2725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69E99B-1118-1D5C-81EF-17CFB66536E8}"/>
                    </a:ext>
                  </a:extLst>
                </p14:cNvPr>
                <p14:cNvContentPartPr/>
                <p14:nvPr/>
              </p14:nvContentPartPr>
              <p14:xfrm>
                <a:off x="8826235" y="3952630"/>
                <a:ext cx="172440" cy="33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69E99B-1118-1D5C-81EF-17CFB66536E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20115" y="3946510"/>
                  <a:ext cx="1846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AF6EA7A-A1E1-2126-D39B-D5C2CF9B7A51}"/>
                    </a:ext>
                  </a:extLst>
                </p14:cNvPr>
                <p14:cNvContentPartPr/>
                <p14:nvPr/>
              </p14:nvContentPartPr>
              <p14:xfrm>
                <a:off x="8781235" y="4057750"/>
                <a:ext cx="226800" cy="194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AF6EA7A-A1E1-2126-D39B-D5C2CF9B7A5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75115" y="4051630"/>
                  <a:ext cx="239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175FE0-7354-3515-56AE-C3530D96BAA1}"/>
                    </a:ext>
                  </a:extLst>
                </p14:cNvPr>
                <p14:cNvContentPartPr/>
                <p14:nvPr/>
              </p14:nvContentPartPr>
              <p14:xfrm>
                <a:off x="8995075" y="3928870"/>
                <a:ext cx="178560" cy="700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175FE0-7354-3515-56AE-C3530D96BAA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88955" y="3922750"/>
                  <a:ext cx="19080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E0FDA8-440D-9D63-1C37-3AECA30EB079}"/>
                    </a:ext>
                  </a:extLst>
                </p14:cNvPr>
                <p14:cNvContentPartPr/>
                <p14:nvPr/>
              </p14:nvContentPartPr>
              <p14:xfrm>
                <a:off x="9125035" y="4199950"/>
                <a:ext cx="256680" cy="20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E0FDA8-440D-9D63-1C37-3AECA30EB0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18915" y="4193830"/>
                  <a:ext cx="268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8CB4D4-5D8C-17E4-0F1C-8D6A3C9455BC}"/>
                    </a:ext>
                  </a:extLst>
                </p14:cNvPr>
                <p14:cNvContentPartPr/>
                <p14:nvPr/>
              </p14:nvContentPartPr>
              <p14:xfrm>
                <a:off x="9491875" y="4010590"/>
                <a:ext cx="75240" cy="22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8CB4D4-5D8C-17E4-0F1C-8D6A3C9455B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85755" y="4004470"/>
                  <a:ext cx="87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973621-3445-A9E6-BF6A-18CCF4E17688}"/>
                    </a:ext>
                  </a:extLst>
                </p14:cNvPr>
                <p14:cNvContentPartPr/>
                <p14:nvPr/>
              </p14:nvContentPartPr>
              <p14:xfrm>
                <a:off x="9364075" y="3838870"/>
                <a:ext cx="133200" cy="684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973621-3445-A9E6-BF6A-18CCF4E1768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57955" y="3832750"/>
                  <a:ext cx="14544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8C7EAD-72FD-99DD-F802-88960D0266E9}"/>
                    </a:ext>
                  </a:extLst>
                </p14:cNvPr>
                <p14:cNvContentPartPr/>
                <p14:nvPr/>
              </p14:nvContentPartPr>
              <p14:xfrm>
                <a:off x="9652075" y="3915190"/>
                <a:ext cx="88200" cy="406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8C7EAD-72FD-99DD-F802-88960D0266E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45955" y="3909070"/>
                  <a:ext cx="1004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259F437-C6E1-AB4D-E376-7DB274AB63FD}"/>
                    </a:ext>
                  </a:extLst>
                </p14:cNvPr>
                <p14:cNvContentPartPr/>
                <p14:nvPr/>
              </p14:nvContentPartPr>
              <p14:xfrm>
                <a:off x="9812995" y="3818350"/>
                <a:ext cx="214920" cy="522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259F437-C6E1-AB4D-E376-7DB274AB63F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06875" y="3812230"/>
                  <a:ext cx="2271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99D45C-B1C2-B707-30C1-5A423244B69C}"/>
                    </a:ext>
                  </a:extLst>
                </p14:cNvPr>
                <p14:cNvContentPartPr/>
                <p14:nvPr/>
              </p14:nvContentPartPr>
              <p14:xfrm>
                <a:off x="10053475" y="3985390"/>
                <a:ext cx="223920" cy="239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99D45C-B1C2-B707-30C1-5A423244B6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47355" y="3979270"/>
                  <a:ext cx="236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7E22A5E-BF6A-2AD1-EBFE-CBC8E88271D8}"/>
                    </a:ext>
                  </a:extLst>
                </p14:cNvPr>
                <p14:cNvContentPartPr/>
                <p14:nvPr/>
              </p14:nvContentPartPr>
              <p14:xfrm>
                <a:off x="10256155" y="3791350"/>
                <a:ext cx="187920" cy="687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7E22A5E-BF6A-2AD1-EBFE-CBC8E88271D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50035" y="3785230"/>
                  <a:ext cx="2001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357737-6A0A-6A7A-8945-73D7355A3B67}"/>
                    </a:ext>
                  </a:extLst>
                </p14:cNvPr>
                <p14:cNvContentPartPr/>
                <p14:nvPr/>
              </p14:nvContentPartPr>
              <p14:xfrm>
                <a:off x="8225395" y="4471750"/>
                <a:ext cx="2046600" cy="74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357737-6A0A-6A7A-8945-73D7355A3B6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19275" y="4465630"/>
                  <a:ext cx="205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CBABAD-6051-EA15-D537-65FA3CDA4997}"/>
                    </a:ext>
                  </a:extLst>
                </p14:cNvPr>
                <p14:cNvContentPartPr/>
                <p14:nvPr/>
              </p14:nvContentPartPr>
              <p14:xfrm>
                <a:off x="9031075" y="4582630"/>
                <a:ext cx="90000" cy="455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CBABAD-6051-EA15-D537-65FA3CDA49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24955" y="4576510"/>
                  <a:ext cx="10224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7220D5-5CD8-415B-3C2B-2A082B8DFA38}"/>
                    </a:ext>
                  </a:extLst>
                </p14:cNvPr>
                <p14:cNvContentPartPr/>
                <p14:nvPr/>
              </p14:nvContentPartPr>
              <p14:xfrm>
                <a:off x="9246715" y="4582270"/>
                <a:ext cx="246240" cy="455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07220D5-5CD8-415B-3C2B-2A082B8DFA3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40595" y="4576150"/>
                  <a:ext cx="258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A933E8-773F-133A-A576-25E1AA4AB2CF}"/>
                    </a:ext>
                  </a:extLst>
                </p14:cNvPr>
                <p14:cNvContentPartPr/>
                <p14:nvPr/>
              </p14:nvContentPartPr>
              <p14:xfrm>
                <a:off x="9474955" y="4623670"/>
                <a:ext cx="196560" cy="327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A933E8-773F-133A-A576-25E1AA4AB2C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68835" y="4617550"/>
                  <a:ext cx="2088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B4DDA3-1838-1F51-5FC7-BF1A46441D1D}"/>
                    </a:ext>
                  </a:extLst>
                </p14:cNvPr>
                <p14:cNvContentPartPr/>
                <p14:nvPr/>
              </p14:nvContentPartPr>
              <p14:xfrm>
                <a:off x="9440395" y="4714750"/>
                <a:ext cx="199080" cy="194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B4DDA3-1838-1F51-5FC7-BF1A46441D1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34275" y="4708630"/>
                  <a:ext cx="211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E918F9-646D-0519-D94C-B6C6CF5B35D3}"/>
                    </a:ext>
                  </a:extLst>
                </p14:cNvPr>
                <p14:cNvContentPartPr/>
                <p14:nvPr/>
              </p14:nvContentPartPr>
              <p14:xfrm>
                <a:off x="9529675" y="4595590"/>
                <a:ext cx="225720" cy="593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E918F9-646D-0519-D94C-B6C6CF5B35D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23555" y="4589470"/>
                  <a:ext cx="23796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D7AA9C-3FFD-2D39-36B7-DFA95DFAA3E9}"/>
                    </a:ext>
                  </a:extLst>
                </p14:cNvPr>
                <p14:cNvContentPartPr/>
                <p14:nvPr/>
              </p14:nvContentPartPr>
              <p14:xfrm>
                <a:off x="7976635" y="3638350"/>
                <a:ext cx="2629800" cy="873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D7AA9C-3FFD-2D39-36B7-DFA95DFAA3E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70515" y="3632230"/>
                  <a:ext cx="264204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9141D6-A086-764A-4579-207DA99451AB}"/>
                    </a:ext>
                  </a:extLst>
                </p14:cNvPr>
                <p14:cNvContentPartPr/>
                <p14:nvPr/>
              </p14:nvContentPartPr>
              <p14:xfrm>
                <a:off x="9289195" y="2894950"/>
                <a:ext cx="138240" cy="500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9141D6-A086-764A-4579-207DA99451A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83075" y="2888830"/>
                  <a:ext cx="1504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FDA066-8571-B899-026A-DEACD608F4A2}"/>
                    </a:ext>
                  </a:extLst>
                </p14:cNvPr>
                <p14:cNvContentPartPr/>
                <p14:nvPr/>
              </p14:nvContentPartPr>
              <p14:xfrm>
                <a:off x="9495115" y="2889550"/>
                <a:ext cx="275760" cy="600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FDA066-8571-B899-026A-DEACD608F4A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88995" y="2883430"/>
                  <a:ext cx="2880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29F7999-0855-7265-09A7-32DC188670D2}"/>
                    </a:ext>
                  </a:extLst>
                </p14:cNvPr>
                <p14:cNvContentPartPr/>
                <p14:nvPr/>
              </p14:nvContentPartPr>
              <p14:xfrm>
                <a:off x="9672595" y="3086470"/>
                <a:ext cx="212400" cy="225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29F7999-0855-7265-09A7-32DC188670D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66475" y="3080350"/>
                  <a:ext cx="224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1F6F15-B92E-5BA8-3B03-50F5DCA60609}"/>
                    </a:ext>
                  </a:extLst>
                </p14:cNvPr>
                <p14:cNvContentPartPr/>
                <p14:nvPr/>
              </p14:nvContentPartPr>
              <p14:xfrm>
                <a:off x="9946195" y="3001150"/>
                <a:ext cx="266040" cy="377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1F6F15-B92E-5BA8-3B03-50F5DCA6060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40075" y="2995030"/>
                  <a:ext cx="2782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2DDCC9-16F2-2B5F-08AC-6FB6E97CC52B}"/>
                    </a:ext>
                  </a:extLst>
                </p14:cNvPr>
                <p14:cNvContentPartPr/>
                <p14:nvPr/>
              </p14:nvContentPartPr>
              <p14:xfrm>
                <a:off x="10345435" y="3046150"/>
                <a:ext cx="238320" cy="325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2DDCC9-16F2-2B5F-08AC-6FB6E97CC52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39315" y="3040030"/>
                  <a:ext cx="250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D0FEC9C-614A-1950-8170-0E2A2F20E425}"/>
                    </a:ext>
                  </a:extLst>
                </p14:cNvPr>
                <p14:cNvContentPartPr/>
                <p14:nvPr/>
              </p14:nvContentPartPr>
              <p14:xfrm>
                <a:off x="10304035" y="3059470"/>
                <a:ext cx="206280" cy="250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D0FEC9C-614A-1950-8170-0E2A2F20E42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297915" y="3053350"/>
                  <a:ext cx="2185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3F69BB-2D91-0BF6-AC2A-0A6C1476CFEC}"/>
                    </a:ext>
                  </a:extLst>
                </p14:cNvPr>
                <p14:cNvContentPartPr/>
                <p14:nvPr/>
              </p14:nvContentPartPr>
              <p14:xfrm>
                <a:off x="10454155" y="2922670"/>
                <a:ext cx="145800" cy="683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3F69BB-2D91-0BF6-AC2A-0A6C1476CFE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48035" y="2916550"/>
                  <a:ext cx="15804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BCA8D9-5384-4AA1-062E-F7F977330CAE}"/>
                    </a:ext>
                  </a:extLst>
                </p14:cNvPr>
                <p14:cNvContentPartPr/>
                <p14:nvPr/>
              </p14:nvContentPartPr>
              <p14:xfrm>
                <a:off x="9873835" y="3439270"/>
                <a:ext cx="9000" cy="124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BCA8D9-5384-4AA1-062E-F7F977330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67715" y="3433150"/>
                  <a:ext cx="21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2CB14E-FCB9-B9E6-FC36-834B664D7575}"/>
                    </a:ext>
                  </a:extLst>
                </p14:cNvPr>
                <p14:cNvContentPartPr/>
                <p14:nvPr/>
              </p14:nvContentPartPr>
              <p14:xfrm>
                <a:off x="9853675" y="3322270"/>
                <a:ext cx="25560" cy="23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2CB14E-FCB9-B9E6-FC36-834B664D757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847555" y="3316150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AA1276-FE30-1DAA-538F-68056DA1285F}"/>
                    </a:ext>
                  </a:extLst>
                </p14:cNvPr>
                <p14:cNvContentPartPr/>
                <p14:nvPr/>
              </p14:nvContentPartPr>
              <p14:xfrm>
                <a:off x="9365155" y="4384630"/>
                <a:ext cx="7560" cy="133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AA1276-FE30-1DAA-538F-68056DA1285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359035" y="4378510"/>
                  <a:ext cx="19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63429F-C2FD-BD4F-7DF5-0D2DBDDBB36C}"/>
                    </a:ext>
                  </a:extLst>
                </p14:cNvPr>
                <p14:cNvContentPartPr/>
                <p14:nvPr/>
              </p14:nvContentPartPr>
              <p14:xfrm>
                <a:off x="9373435" y="4252870"/>
                <a:ext cx="2520" cy="9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63429F-C2FD-BD4F-7DF5-0D2DBDDBB36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7315" y="4246750"/>
                  <a:ext cx="14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CD83DA-42DE-EE65-F13E-08580597920C}"/>
                    </a:ext>
                  </a:extLst>
                </p14:cNvPr>
                <p14:cNvContentPartPr/>
                <p14:nvPr/>
              </p14:nvContentPartPr>
              <p14:xfrm>
                <a:off x="10296835" y="4229110"/>
                <a:ext cx="25200" cy="12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CD83DA-42DE-EE65-F13E-08580597920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290715" y="4222990"/>
                  <a:ext cx="37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F709BC-8D1E-6E2E-9EF7-6B5DDF764B95}"/>
                    </a:ext>
                  </a:extLst>
                </p14:cNvPr>
                <p14:cNvContentPartPr/>
                <p14:nvPr/>
              </p14:nvContentPartPr>
              <p14:xfrm>
                <a:off x="10304035" y="4100950"/>
                <a:ext cx="9720" cy="13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F709BC-8D1E-6E2E-9EF7-6B5DDF764B9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97915" y="4094830"/>
                  <a:ext cx="21960" cy="2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73404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0FB3-B7C8-9F72-2DDE-F4D8C73D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8E55-995E-CF58-3C93-19368097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Generative Model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A4F1812C-B5E6-6723-0696-FF0821B386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38309AC9-97EC-63CF-888A-FD78CFB428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60AB4E1-5946-A62B-5737-FEDEBDD80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71" y="942471"/>
            <a:ext cx="10611217" cy="271513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altLang="en-US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Build model to estimate the posterior probability P(Y | X) by estimating 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altLang="en-US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likelihood of data given target (hypothesis) P(X | Y) 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altLang="en-US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Prior probabilities over target P(Y) </a:t>
            </a:r>
          </a:p>
          <a:p>
            <a:pPr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altLang="en-US" kern="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In general, for a specific class Y=ck,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DA4E16-DFF4-A3DD-09FC-133F3113240F}"/>
              </a:ext>
            </a:extLst>
          </p:cNvPr>
          <p:cNvGrpSpPr>
            <a:grpSpLocks/>
          </p:cNvGrpSpPr>
          <p:nvPr/>
        </p:nvGrpSpPr>
        <p:grpSpPr bwMode="auto">
          <a:xfrm>
            <a:off x="952663" y="3367618"/>
            <a:ext cx="10106025" cy="2775831"/>
            <a:chOff x="1526162" y="3240479"/>
            <a:chExt cx="9039117" cy="2415749"/>
          </a:xfrm>
        </p:grpSpPr>
        <p:pic>
          <p:nvPicPr>
            <p:cNvPr id="77829" name="Picture 4">
              <a:extLst>
                <a:ext uri="{FF2B5EF4-FFF2-40B4-BE49-F238E27FC236}">
                  <a16:creationId xmlns:a16="http://schemas.microsoft.com/office/drawing/2014/main" id="{19D21D10-3083-0090-4FC0-138A6B7EA5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6162" y="4448354"/>
              <a:ext cx="4366638" cy="84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30" name="Picture 6">
              <a:extLst>
                <a:ext uri="{FF2B5EF4-FFF2-40B4-BE49-F238E27FC236}">
                  <a16:creationId xmlns:a16="http://schemas.microsoft.com/office/drawing/2014/main" id="{1BF4B267-5E17-5BD9-612B-267DEE4315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3120" y="3240479"/>
              <a:ext cx="3452159" cy="2415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15060" y="5954366"/>
                <a:ext cx="3694496" cy="6690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060" y="5954366"/>
                <a:ext cx="3694496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5EAEB08-FF01-D226-2C18-FDBFB954A028}"/>
              </a:ext>
            </a:extLst>
          </p:cNvPr>
          <p:cNvGrpSpPr/>
          <p:nvPr/>
        </p:nvGrpSpPr>
        <p:grpSpPr>
          <a:xfrm>
            <a:off x="7313155" y="4527190"/>
            <a:ext cx="1030680" cy="469800"/>
            <a:chOff x="7313155" y="4527190"/>
            <a:chExt cx="103068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FFFE52-7FB7-4531-6A76-60E0EDAEDA09}"/>
                    </a:ext>
                  </a:extLst>
                </p14:cNvPr>
                <p14:cNvContentPartPr/>
                <p14:nvPr/>
              </p14:nvContentPartPr>
              <p14:xfrm>
                <a:off x="7313155" y="4527190"/>
                <a:ext cx="1030680" cy="46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FFFE52-7FB7-4531-6A76-60E0EDAEDA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07035" y="4521070"/>
                  <a:ext cx="10429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FE3D8C-D8A2-DEE6-1BD2-58313E10652C}"/>
                    </a:ext>
                  </a:extLst>
                </p14:cNvPr>
                <p14:cNvContentPartPr/>
                <p14:nvPr/>
              </p14:nvContentPartPr>
              <p14:xfrm>
                <a:off x="8082475" y="4568950"/>
                <a:ext cx="211680" cy="87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FE3D8C-D8A2-DEE6-1BD2-58313E1065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76355" y="4562830"/>
                  <a:ext cx="22392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229D001-CA53-C56A-6138-20B71C3E55CE}"/>
                  </a:ext>
                </a:extLst>
              </p14:cNvPr>
              <p14:cNvContentPartPr/>
              <p14:nvPr/>
            </p14:nvContentPartPr>
            <p14:xfrm>
              <a:off x="9551275" y="4366630"/>
              <a:ext cx="563400" cy="374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229D001-CA53-C56A-6138-20B71C3E55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45155" y="4360510"/>
                <a:ext cx="5756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8F6713E-51A9-75AC-2B09-2CD8C90DF7E2}"/>
                  </a:ext>
                </a:extLst>
              </p14:cNvPr>
              <p14:cNvContentPartPr/>
              <p14:nvPr/>
            </p14:nvContentPartPr>
            <p14:xfrm>
              <a:off x="8999395" y="4714390"/>
              <a:ext cx="678600" cy="374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8F6713E-51A9-75AC-2B09-2CD8C90DF7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93275" y="4708270"/>
                <a:ext cx="6908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0AC2C49-516D-A036-95D9-B65B534B81C7}"/>
                  </a:ext>
                </a:extLst>
              </p14:cNvPr>
              <p14:cNvContentPartPr/>
              <p14:nvPr/>
            </p14:nvContentPartPr>
            <p14:xfrm>
              <a:off x="7666315" y="3892150"/>
              <a:ext cx="900720" cy="11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0AC2C49-516D-A036-95D9-B65B534B81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60195" y="3886030"/>
                <a:ext cx="912960" cy="1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048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5A98-6866-167A-05E9-5B701D4C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B531-7B32-49C2-743B-4398BD4B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69"/>
            <a:ext cx="10160000" cy="764364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latin typeface="+mn-lt"/>
              </a:rPr>
              <a:t>Conditional Independence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94E04EBF-76B4-6BC9-CE73-F02AB58887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252B0A26-4CDA-0F54-3F29-BBE89811E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275772" y="1208088"/>
                <a:ext cx="10972800" cy="4525963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b="1" dirty="0">
                    <a:highlight>
                      <a:srgbClr val="00FF00"/>
                    </a:highlight>
                  </a:rPr>
                  <a:t>Naive Bayes assumes conditional independence where Bayes theorem does not. This means the relationship between all input features are independent.</a:t>
                </a:r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endParaRPr lang="en-US" b="1" dirty="0"/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b="1" dirty="0"/>
                  <a:t>Definition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conditionally independent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, if the probability distribution governing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independent of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given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dirty="0"/>
              </a:p>
              <a:p>
                <a:pPr fontAlgn="auto">
                  <a:spcAft>
                    <a:spcPts val="0"/>
                  </a:spcAft>
                </a:pPr>
                <a:endParaRPr lang="en-US" dirty="0"/>
              </a:p>
              <a:p>
                <a:pPr marL="0" indent="0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</a:pPr>
                <a:endParaRPr lang="en-US" i="1" dirty="0"/>
              </a:p>
              <a:p>
                <a:pPr marL="0" indent="0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</a:pPr>
                <a:endParaRPr lang="en-US" b="1" dirty="0"/>
              </a:p>
              <a:p>
                <a:pPr marL="0" indent="0" fontAlgn="auto">
                  <a:spcAft>
                    <a:spcPts val="0"/>
                  </a:spcAft>
                </a:pPr>
                <a:r>
                  <a:rPr lang="en-US" b="1" dirty="0"/>
                  <a:t>Example: 1. </a:t>
                </a:r>
                <a14:m>
                  <m:oMath xmlns:m="http://schemas.openxmlformats.org/officeDocument/2006/math">
                    <m:r>
                      <a:rPr lang="en-US" b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Thunder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Rain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Lightning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Thunder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Lightning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</a:pPr>
                <a:r>
                  <a:rPr lang="en-US" dirty="0"/>
                  <a:t>                  2.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𝑓𝑙𝑢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fever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blood</m:t>
                        </m:r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test</m:t>
                        </m:r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flu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𝑓𝑙𝑢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blood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test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for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flu</m:t>
                        </m:r>
                      </m:e>
                    </m:d>
                  </m:oMath>
                </a14:m>
                <a:r>
                  <a:rPr lang="en-US" dirty="0"/>
                  <a:t>                 </a:t>
                </a:r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72" y="1208088"/>
                <a:ext cx="10972800" cy="4525963"/>
              </a:xfrm>
              <a:prstGeom prst="rect">
                <a:avLst/>
              </a:prstGeom>
              <a:blipFill>
                <a:blip r:embed="rId2"/>
                <a:stretch>
                  <a:fillRect l="-611" t="-22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8F7B9F-6C3C-E592-5511-EA9D71617062}"/>
                  </a:ext>
                </a:extLst>
              </p14:cNvPr>
              <p14:cNvContentPartPr/>
              <p14:nvPr/>
            </p14:nvContentPartPr>
            <p14:xfrm>
              <a:off x="2080555" y="2452870"/>
              <a:ext cx="822924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8F7B9F-6C3C-E592-5511-EA9D716170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4435" y="2440630"/>
                <a:ext cx="82414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8597F22-E7E2-30A6-FDA3-2C0BDE3484A5}"/>
                  </a:ext>
                </a:extLst>
              </p14:cNvPr>
              <p14:cNvContentPartPr/>
              <p14:nvPr/>
            </p14:nvContentPartPr>
            <p14:xfrm>
              <a:off x="669355" y="2762110"/>
              <a:ext cx="7475400" cy="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8597F22-E7E2-30A6-FDA3-2C0BDE3484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235" y="2749870"/>
                <a:ext cx="7487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0D48E0-06B0-4994-216C-8E6508C91184}"/>
                  </a:ext>
                </a:extLst>
              </p14:cNvPr>
              <p14:cNvContentPartPr/>
              <p14:nvPr/>
            </p14:nvContentPartPr>
            <p14:xfrm>
              <a:off x="2751235" y="3535390"/>
              <a:ext cx="673200" cy="12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0D48E0-06B0-4994-216C-8E6508C911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5115" y="3529270"/>
                <a:ext cx="6854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8A5EF9-B4A0-EECD-AE99-81C461A51DF1}"/>
                  </a:ext>
                </a:extLst>
              </p14:cNvPr>
              <p14:cNvContentPartPr/>
              <p14:nvPr/>
            </p14:nvContentPartPr>
            <p14:xfrm>
              <a:off x="3327595" y="3488950"/>
              <a:ext cx="1086480" cy="50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8A5EF9-B4A0-EECD-AE99-81C461A51D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21475" y="3482830"/>
                <a:ext cx="10987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B60DEA-9269-D53A-E177-3F4024F179E5}"/>
                  </a:ext>
                </a:extLst>
              </p14:cNvPr>
              <p14:cNvContentPartPr/>
              <p14:nvPr/>
            </p14:nvContentPartPr>
            <p14:xfrm>
              <a:off x="3496435" y="3117430"/>
              <a:ext cx="961200" cy="516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B60DEA-9269-D53A-E177-3F4024F179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90315" y="3111310"/>
                <a:ext cx="973440" cy="52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2614F0F-18B8-4931-0530-D85E054A492B}"/>
              </a:ext>
            </a:extLst>
          </p:cNvPr>
          <p:cNvGrpSpPr/>
          <p:nvPr/>
        </p:nvGrpSpPr>
        <p:grpSpPr>
          <a:xfrm>
            <a:off x="2272435" y="4562830"/>
            <a:ext cx="2932560" cy="427320"/>
            <a:chOff x="2272435" y="4562830"/>
            <a:chExt cx="29325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8CFA62-2519-B67B-03F5-B231C83B3207}"/>
                    </a:ext>
                  </a:extLst>
                </p14:cNvPr>
                <p14:cNvContentPartPr/>
                <p14:nvPr/>
              </p14:nvContentPartPr>
              <p14:xfrm>
                <a:off x="2284315" y="4604950"/>
                <a:ext cx="20880" cy="385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8CFA62-2519-B67B-03F5-B231C83B32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78195" y="4598830"/>
                  <a:ext cx="331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006738-22AA-6CEA-84BD-2B04FAD0CE61}"/>
                    </a:ext>
                  </a:extLst>
                </p14:cNvPr>
                <p14:cNvContentPartPr/>
                <p14:nvPr/>
              </p14:nvContentPartPr>
              <p14:xfrm>
                <a:off x="2272435" y="4562830"/>
                <a:ext cx="1054800" cy="396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006738-22AA-6CEA-84BD-2B04FAD0CE6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66315" y="4556710"/>
                  <a:ext cx="10670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569189-35B2-D274-0BA0-7F4F7994938D}"/>
                    </a:ext>
                  </a:extLst>
                </p14:cNvPr>
                <p14:cNvContentPartPr/>
                <p14:nvPr/>
              </p14:nvContentPartPr>
              <p14:xfrm>
                <a:off x="3447115" y="4897990"/>
                <a:ext cx="1757880" cy="86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569189-35B2-D274-0BA0-7F4F799493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40995" y="4891870"/>
                  <a:ext cx="177012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F22E8BC-5BA8-CFC6-8D09-668C0108144C}"/>
                  </a:ext>
                </a:extLst>
              </p14:cNvPr>
              <p14:cNvContentPartPr/>
              <p14:nvPr/>
            </p14:nvContentPartPr>
            <p14:xfrm>
              <a:off x="2207995" y="5272030"/>
              <a:ext cx="364320" cy="43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F22E8BC-5BA8-CFC6-8D09-668C0108144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01875" y="5265910"/>
                <a:ext cx="3765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0A730A5-C66A-9C67-A991-F2E76C05F347}"/>
                  </a:ext>
                </a:extLst>
              </p14:cNvPr>
              <p14:cNvContentPartPr/>
              <p14:nvPr/>
            </p14:nvContentPartPr>
            <p14:xfrm>
              <a:off x="2752315" y="5282830"/>
              <a:ext cx="625680" cy="111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0A730A5-C66A-9C67-A991-F2E76C05F3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46195" y="5276710"/>
                <a:ext cx="63792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A7761B6-ED6A-38AA-CA4A-B0A9AF7C4169}"/>
              </a:ext>
            </a:extLst>
          </p:cNvPr>
          <p:cNvGrpSpPr/>
          <p:nvPr/>
        </p:nvGrpSpPr>
        <p:grpSpPr>
          <a:xfrm>
            <a:off x="3457195" y="5294350"/>
            <a:ext cx="2069640" cy="837720"/>
            <a:chOff x="3457195" y="5294350"/>
            <a:chExt cx="2069640" cy="83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0FAAD4-91F5-16C9-FE95-675D94FCB2A1}"/>
                    </a:ext>
                  </a:extLst>
                </p14:cNvPr>
                <p14:cNvContentPartPr/>
                <p14:nvPr/>
              </p14:nvContentPartPr>
              <p14:xfrm>
                <a:off x="3457195" y="5294350"/>
                <a:ext cx="2069640" cy="51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0FAAD4-91F5-16C9-FE95-675D94FCB2A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51075" y="5288230"/>
                  <a:ext cx="2081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C007D5-4583-CFFB-9862-0907F5D7E4E6}"/>
                    </a:ext>
                  </a:extLst>
                </p14:cNvPr>
                <p14:cNvContentPartPr/>
                <p14:nvPr/>
              </p14:nvContentPartPr>
              <p14:xfrm>
                <a:off x="4416955" y="5411350"/>
                <a:ext cx="25920" cy="720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C007D5-4583-CFFB-9862-0907F5D7E4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10835" y="5405230"/>
                  <a:ext cx="381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983963-BCDD-29D3-5395-131FD12D67A9}"/>
                    </a:ext>
                  </a:extLst>
                </p14:cNvPr>
                <p14:cNvContentPartPr/>
                <p14:nvPr/>
              </p14:nvContentPartPr>
              <p14:xfrm>
                <a:off x="4319755" y="5361670"/>
                <a:ext cx="233280" cy="250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983963-BCDD-29D3-5395-131FD12D67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13635" y="5355550"/>
                  <a:ext cx="245520" cy="26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7735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5B58-1A72-080A-8545-A6CA3AF7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DCAE-9F64-2053-C624-F224F4D8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Applying Conditional Independence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5B1FB1CF-BB56-5A82-2E17-6D0760CE1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0C7FF95E-E59B-EC04-988C-0C3B9485F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/>
              <p:cNvSpPr txBox="1">
                <a:spLocks/>
              </p:cNvSpPr>
              <p:nvPr/>
            </p:nvSpPr>
            <p:spPr>
              <a:xfrm>
                <a:off x="486306" y="924934"/>
                <a:ext cx="10972800" cy="401671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n-US" b="1" dirty="0"/>
                  <a:t>Naïve Bayes assumes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are conditionally independent given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n-US" dirty="0"/>
                  <a:t>e.g.,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n-US" dirty="0"/>
                  <a:t>                    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n-US" dirty="0"/>
                  <a:t>General form: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⋯,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06" y="924934"/>
                <a:ext cx="10972800" cy="4016718"/>
              </a:xfrm>
              <a:prstGeom prst="rect">
                <a:avLst/>
              </a:prstGeom>
              <a:blipFill>
                <a:blip r:embed="rId2"/>
                <a:stretch>
                  <a:fillRect l="-1444" t="-1821" b="-48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7" y="5147850"/>
            <a:ext cx="8673193" cy="15814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CDCF31-CBE5-A72D-20F8-750191B3DDFF}"/>
                  </a:ext>
                </a:extLst>
              </p14:cNvPr>
              <p14:cNvContentPartPr/>
              <p14:nvPr/>
            </p14:nvContentPartPr>
            <p14:xfrm>
              <a:off x="2868235" y="1480510"/>
              <a:ext cx="360000" cy="636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CDCF31-CBE5-A72D-20F8-750191B3DD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2115" y="1474390"/>
                <a:ext cx="372240" cy="64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51A78B-8866-2661-C662-AF525BA19B96}"/>
                  </a:ext>
                </a:extLst>
              </p14:cNvPr>
              <p14:cNvContentPartPr/>
              <p14:nvPr/>
            </p14:nvContentPartPr>
            <p14:xfrm>
              <a:off x="3032755" y="3015910"/>
              <a:ext cx="3708360" cy="142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51A78B-8866-2661-C662-AF525BA19B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6635" y="3009790"/>
                <a:ext cx="3720600" cy="1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801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Naive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"/>
              <p:cNvSpPr txBox="1">
                <a:spLocks/>
              </p:cNvSpPr>
              <p:nvPr/>
            </p:nvSpPr>
            <p:spPr>
              <a:xfrm>
                <a:off x="381906" y="924933"/>
                <a:ext cx="109728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sz="2800" b="1" dirty="0"/>
                  <a:t>Bayes rule:</a:t>
                </a:r>
              </a:p>
              <a:p>
                <a:pPr marL="0" indent="0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beg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,⋯, 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800" dirty="0"/>
                              <m:t> </m:t>
                            </m:r>
                          </m:e>
                        </m:nary>
                      </m:den>
                    </m:f>
                  </m:oMath>
                </a14:m>
                <a:endParaRPr lang="en-US" sz="2800" dirty="0"/>
              </a:p>
              <a:p>
                <a:pPr marL="0" indent="0" fontAlgn="auto">
                  <a:spcAft>
                    <a:spcPts val="0"/>
                  </a:spcAft>
                </a:pPr>
                <a:endParaRPr lang="en-US" sz="2800" dirty="0"/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sz="2800" b="1" dirty="0"/>
                  <a:t>Assume conditional independence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800" b="1" dirty="0"/>
                  <a:t>’s:</a:t>
                </a:r>
              </a:p>
              <a:p>
                <a:pPr marL="0" indent="0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sz="2800" dirty="0"/>
              </a:p>
              <a:p>
                <a:pPr fontAlgn="auto"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n-US" sz="2800" b="1" dirty="0"/>
                  <a:t>Pick the most probable (MAP)  Y</a:t>
                </a:r>
              </a:p>
              <a:p>
                <a:pPr marL="0" indent="0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800" dirty="0"/>
              </a:p>
              <a:p>
                <a:pPr marL="0" indent="0" fontAlgn="auto">
                  <a:spcAft>
                    <a:spcPts val="0"/>
                  </a:spcAft>
                </a:pPr>
                <a:r>
                  <a:rPr lang="en-US" sz="2800" dirty="0">
                    <a:ea typeface="ＭＳ Ｐゴシック" panose="020B0600070205080204" pitchFamily="34" charset="-128"/>
                  </a:rPr>
                  <a:t>New point is classified to </a:t>
                </a:r>
                <a:r>
                  <a:rPr lang="en-US" sz="2800" dirty="0" err="1">
                    <a:ea typeface="ＭＳ Ｐゴシック" panose="020B0600070205080204" pitchFamily="34" charset="-128"/>
                  </a:rPr>
                  <a:t>Y</a:t>
                </a:r>
                <a:r>
                  <a:rPr lang="en-US" sz="2800" baseline="-25000" dirty="0" err="1">
                    <a:ea typeface="ＭＳ Ｐゴシック" panose="020B0600070205080204" pitchFamily="34" charset="-128"/>
                  </a:rPr>
                  <a:t>k</a:t>
                </a:r>
                <a:r>
                  <a:rPr lang="en-US" sz="2800" dirty="0">
                    <a:ea typeface="ＭＳ Ｐゴシック" panose="020B0600070205080204" pitchFamily="34" charset="-128"/>
                  </a:rPr>
                  <a:t> if  P(</a:t>
                </a:r>
                <a:r>
                  <a:rPr lang="en-US" sz="2800" dirty="0" err="1">
                    <a:ea typeface="ＭＳ Ｐゴシック" panose="020B0600070205080204" pitchFamily="34" charset="-128"/>
                  </a:rPr>
                  <a:t>Y</a:t>
                </a:r>
                <a:r>
                  <a:rPr lang="en-US" sz="2800" baseline="-25000" dirty="0" err="1">
                    <a:ea typeface="ＭＳ Ｐゴシック" panose="020B0600070205080204" pitchFamily="34" charset="-128"/>
                  </a:rPr>
                  <a:t>k</a:t>
                </a:r>
                <a:r>
                  <a:rPr lang="en-US" sz="2800" dirty="0">
                    <a:ea typeface="ＭＳ Ｐゴシック" panose="020B0600070205080204" pitchFamily="34" charset="-128"/>
                  </a:rPr>
                  <a:t>) </a:t>
                </a:r>
                <a:r>
                  <a:rPr lang="en-US" sz="2800" dirty="0">
                    <a:ea typeface="ＭＳ Ｐゴシック" panose="020B0600070205080204" pitchFamily="34" charset="-128"/>
                    <a:sym typeface="Symbol" panose="05050102010706020507" pitchFamily="18" charset="2"/>
                  </a:rPr>
                  <a:t></a:t>
                </a:r>
                <a:r>
                  <a:rPr lang="en-US" sz="2800" dirty="0">
                    <a:ea typeface="ＭＳ Ｐゴシック" panose="020B0600070205080204" pitchFamily="34" charset="-128"/>
                  </a:rPr>
                  <a:t> P(X</a:t>
                </a:r>
                <a:r>
                  <a:rPr lang="en-US" sz="2800" baseline="-25000" dirty="0">
                    <a:ea typeface="ＭＳ Ｐゴシック" panose="020B0600070205080204" pitchFamily="34" charset="-128"/>
                  </a:rPr>
                  <a:t>i</a:t>
                </a:r>
                <a:r>
                  <a:rPr lang="en-US" sz="2800" dirty="0">
                    <a:ea typeface="ＭＳ Ｐゴシック" panose="020B0600070205080204" pitchFamily="34" charset="-128"/>
                  </a:rPr>
                  <a:t>| </a:t>
                </a:r>
                <a:r>
                  <a:rPr lang="en-US" sz="2800" dirty="0" err="1">
                    <a:ea typeface="ＭＳ Ｐゴシック" panose="020B0600070205080204" pitchFamily="34" charset="-128"/>
                  </a:rPr>
                  <a:t>Y</a:t>
                </a:r>
                <a:r>
                  <a:rPr lang="en-US" sz="2800" baseline="-25000" dirty="0" err="1">
                    <a:ea typeface="ＭＳ Ｐゴシック" panose="020B0600070205080204" pitchFamily="34" charset="-128"/>
                  </a:rPr>
                  <a:t>k</a:t>
                </a:r>
                <a:r>
                  <a:rPr lang="en-US" sz="2800" dirty="0">
                    <a:ea typeface="ＭＳ Ｐゴシック" panose="020B0600070205080204" pitchFamily="34" charset="-128"/>
                  </a:rPr>
                  <a:t>)  is maximal.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06" y="924933"/>
                <a:ext cx="10972800" cy="4525963"/>
              </a:xfrm>
              <a:prstGeom prst="rect">
                <a:avLst/>
              </a:prstGeom>
              <a:blipFill>
                <a:blip r:embed="rId2"/>
                <a:stretch>
                  <a:fillRect l="-1000" t="-1348" b="-21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845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1: </a:t>
            </a:r>
            <a:endParaRPr lang="en-IN" dirty="0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/>
        </p:nvGraphicFramePr>
        <p:xfrm>
          <a:off x="6172200" y="1493838"/>
          <a:ext cx="5207000" cy="481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63045318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59555659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77704710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810662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5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58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4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17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23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22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5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6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6471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50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73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1676400"/>
            <a:ext cx="5105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+mn-lt"/>
                <a:cs typeface="Times New Roman" panose="02020603050405020304" pitchFamily="18" charset="0"/>
              </a:rPr>
              <a:t>Suppose we got the new message with the words ‘</a:t>
            </a:r>
            <a:r>
              <a:rPr lang="en-US" sz="2400" b="1" dirty="0">
                <a:latin typeface="+mn-lt"/>
                <a:cs typeface="Times New Roman" panose="02020603050405020304" pitchFamily="18" charset="0"/>
              </a:rPr>
              <a:t>Dear Friend</a:t>
            </a:r>
            <a:r>
              <a:rPr lang="en-US" sz="2400" dirty="0">
                <a:latin typeface="+mn-lt"/>
                <a:cs typeface="Times New Roman" panose="02020603050405020304" pitchFamily="18" charset="0"/>
              </a:rPr>
              <a:t>’, Decide whether this new message is a normal or spam message?</a:t>
            </a:r>
          </a:p>
          <a:p>
            <a:pPr algn="just"/>
            <a:endParaRPr lang="en-US" sz="2400" dirty="0"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+mn-lt"/>
                <a:cs typeface="Times New Roman" panose="02020603050405020304" pitchFamily="18" charset="0"/>
              </a:rPr>
              <a:t>i.e. Normal/ Dear, Friend = Yes or No</a:t>
            </a:r>
          </a:p>
          <a:p>
            <a:pPr algn="just"/>
            <a:endParaRPr lang="en-US" sz="2400" dirty="0"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+mn-lt"/>
                <a:cs typeface="Times New Roman" panose="02020603050405020304" pitchFamily="18" charset="0"/>
              </a:rPr>
              <a:t>Note if we know P (Normal/ Dear, Friend ) and P(Spam/ Dear, Friend ) then we can answer the question asked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613F3D-F6B0-E3D1-6F75-D5A436BA8710}"/>
              </a:ext>
            </a:extLst>
          </p:cNvPr>
          <p:cNvGrpSpPr/>
          <p:nvPr/>
        </p:nvGrpSpPr>
        <p:grpSpPr>
          <a:xfrm>
            <a:off x="6088795" y="1827550"/>
            <a:ext cx="2070720" cy="1221840"/>
            <a:chOff x="6088795" y="1827550"/>
            <a:chExt cx="2070720" cy="12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B3559A-FD1D-38A0-0CCA-8477222A5B7A}"/>
                    </a:ext>
                  </a:extLst>
                </p14:cNvPr>
                <p14:cNvContentPartPr/>
                <p14:nvPr/>
              </p14:nvContentPartPr>
              <p14:xfrm>
                <a:off x="6111475" y="1867150"/>
                <a:ext cx="784800" cy="410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B3559A-FD1D-38A0-0CCA-8477222A5B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05355" y="1861030"/>
                  <a:ext cx="797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37E032-ABEF-6728-8067-9EA36802F981}"/>
                    </a:ext>
                  </a:extLst>
                </p14:cNvPr>
                <p14:cNvContentPartPr/>
                <p14:nvPr/>
              </p14:nvContentPartPr>
              <p14:xfrm>
                <a:off x="7457155" y="1827550"/>
                <a:ext cx="702360" cy="47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37E032-ABEF-6728-8067-9EA36802F9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51035" y="1821430"/>
                  <a:ext cx="7146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C4732A-641F-C675-FC5E-A7ED3C78F987}"/>
                    </a:ext>
                  </a:extLst>
                </p14:cNvPr>
                <p14:cNvContentPartPr/>
                <p14:nvPr/>
              </p14:nvContentPartPr>
              <p14:xfrm>
                <a:off x="6169435" y="2303110"/>
                <a:ext cx="876960" cy="235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C4732A-641F-C675-FC5E-A7ED3C78F9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63315" y="2296990"/>
                  <a:ext cx="8892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50895A-24C7-0346-4886-0C47ECFE5587}"/>
                    </a:ext>
                  </a:extLst>
                </p14:cNvPr>
                <p14:cNvContentPartPr/>
                <p14:nvPr/>
              </p14:nvContentPartPr>
              <p14:xfrm>
                <a:off x="7533115" y="2309950"/>
                <a:ext cx="499680" cy="293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50895A-24C7-0346-4886-0C47ECFE55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26995" y="2303830"/>
                  <a:ext cx="5119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8E76C4-C677-AD2D-D8F2-42E70391C489}"/>
                    </a:ext>
                  </a:extLst>
                </p14:cNvPr>
                <p14:cNvContentPartPr/>
                <p14:nvPr/>
              </p14:nvContentPartPr>
              <p14:xfrm>
                <a:off x="6088795" y="2661670"/>
                <a:ext cx="968040" cy="366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8E76C4-C677-AD2D-D8F2-42E70391C4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82675" y="2655550"/>
                  <a:ext cx="980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C77BA1-C8E9-552C-B4B0-F02A6D31C605}"/>
                    </a:ext>
                  </a:extLst>
                </p14:cNvPr>
                <p14:cNvContentPartPr/>
                <p14:nvPr/>
              </p14:nvContentPartPr>
              <p14:xfrm>
                <a:off x="7435195" y="2592190"/>
                <a:ext cx="563760" cy="45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C77BA1-C8E9-552C-B4B0-F02A6D31C60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29075" y="2586070"/>
                  <a:ext cx="576000" cy="46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957D90-41D8-3C8B-2519-A76EA19FA0FC}"/>
              </a:ext>
            </a:extLst>
          </p:cNvPr>
          <p:cNvGrpSpPr/>
          <p:nvPr/>
        </p:nvGrpSpPr>
        <p:grpSpPr>
          <a:xfrm>
            <a:off x="11394835" y="1541710"/>
            <a:ext cx="522000" cy="4771440"/>
            <a:chOff x="11394835" y="1541710"/>
            <a:chExt cx="522000" cy="47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DC0B10-8809-F682-A2B9-EAA105E24C93}"/>
                    </a:ext>
                  </a:extLst>
                </p14:cNvPr>
                <p14:cNvContentPartPr/>
                <p14:nvPr/>
              </p14:nvContentPartPr>
              <p14:xfrm>
                <a:off x="11394835" y="1541710"/>
                <a:ext cx="191880" cy="4771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DC0B10-8809-F682-A2B9-EAA105E24C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388715" y="1535590"/>
                  <a:ext cx="204120" cy="47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34CEC2-8132-971D-A464-57F41ECB8A54}"/>
                    </a:ext>
                  </a:extLst>
                </p14:cNvPr>
                <p14:cNvContentPartPr/>
                <p14:nvPr/>
              </p14:nvContentPartPr>
              <p14:xfrm>
                <a:off x="11682835" y="3920590"/>
                <a:ext cx="47880" cy="288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34CEC2-8132-971D-A464-57F41ECB8A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76715" y="3914470"/>
                  <a:ext cx="601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C21B9B-6500-B6D8-BCE2-420BC1F14DC5}"/>
                    </a:ext>
                  </a:extLst>
                </p14:cNvPr>
                <p14:cNvContentPartPr/>
                <p14:nvPr/>
              </p14:nvContentPartPr>
              <p14:xfrm>
                <a:off x="11699035" y="3966310"/>
                <a:ext cx="217800" cy="199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C21B9B-6500-B6D8-BCE2-420BC1F14D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92915" y="3960190"/>
                  <a:ext cx="23004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CB23A67-F271-95E4-5E24-BEA87D671EA9}"/>
              </a:ext>
            </a:extLst>
          </p:cNvPr>
          <p:cNvGrpSpPr/>
          <p:nvPr/>
        </p:nvGrpSpPr>
        <p:grpSpPr>
          <a:xfrm>
            <a:off x="462715" y="1640350"/>
            <a:ext cx="5715360" cy="5276520"/>
            <a:chOff x="462715" y="1640350"/>
            <a:chExt cx="5715360" cy="52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8AC761-B7CC-B44E-BD32-28677D8690C2}"/>
                    </a:ext>
                  </a:extLst>
                </p14:cNvPr>
                <p14:cNvContentPartPr/>
                <p14:nvPr/>
              </p14:nvContentPartPr>
              <p14:xfrm>
                <a:off x="5768755" y="1640350"/>
                <a:ext cx="409320" cy="4838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8AC761-B7CC-B44E-BD32-28677D8690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2635" y="1634230"/>
                  <a:ext cx="421560" cy="48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5E7CE2-82EF-57DB-B315-2287CC9EF200}"/>
                    </a:ext>
                  </a:extLst>
                </p14:cNvPr>
                <p14:cNvContentPartPr/>
                <p14:nvPr/>
              </p14:nvContentPartPr>
              <p14:xfrm>
                <a:off x="4632235" y="5951710"/>
                <a:ext cx="89280" cy="228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5E7CE2-82EF-57DB-B315-2287CC9EF2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6115" y="5945590"/>
                  <a:ext cx="101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24D17E-C568-0CD0-3E81-8DD9DB8174A2}"/>
                    </a:ext>
                  </a:extLst>
                </p14:cNvPr>
                <p14:cNvContentPartPr/>
                <p14:nvPr/>
              </p14:nvContentPartPr>
              <p14:xfrm>
                <a:off x="4775155" y="5907430"/>
                <a:ext cx="213480" cy="24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24D17E-C568-0CD0-3E81-8DD9DB8174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69035" y="5901310"/>
                  <a:ext cx="225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BD05CD-9835-17C1-3E2B-81C2A3FC03D9}"/>
                    </a:ext>
                  </a:extLst>
                </p14:cNvPr>
                <p14:cNvContentPartPr/>
                <p14:nvPr/>
              </p14:nvContentPartPr>
              <p14:xfrm>
                <a:off x="462715" y="5489830"/>
                <a:ext cx="94680" cy="434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BD05CD-9835-17C1-3E2B-81C2A3FC03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6595" y="5483710"/>
                  <a:ext cx="1069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7B3DCF-6B24-44A0-8570-DB854BBF7787}"/>
                    </a:ext>
                  </a:extLst>
                </p14:cNvPr>
                <p14:cNvContentPartPr/>
                <p14:nvPr/>
              </p14:nvContentPartPr>
              <p14:xfrm>
                <a:off x="632635" y="5394430"/>
                <a:ext cx="237960" cy="66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7B3DCF-6B24-44A0-8570-DB854BBF77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6515" y="5388310"/>
                  <a:ext cx="25020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011EB2-60B3-2CD0-723C-ED9270A9E622}"/>
                    </a:ext>
                  </a:extLst>
                </p14:cNvPr>
                <p14:cNvContentPartPr/>
                <p14:nvPr/>
              </p14:nvContentPartPr>
              <p14:xfrm>
                <a:off x="775195" y="5534470"/>
                <a:ext cx="237960" cy="297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011EB2-60B3-2CD0-723C-ED9270A9E62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9075" y="5528350"/>
                  <a:ext cx="250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C1A6A09-94BC-6217-D6DD-59852D00D25F}"/>
                    </a:ext>
                  </a:extLst>
                </p14:cNvPr>
                <p14:cNvContentPartPr/>
                <p14:nvPr/>
              </p14:nvContentPartPr>
              <p14:xfrm>
                <a:off x="1062115" y="5760190"/>
                <a:ext cx="119880" cy="77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C1A6A09-94BC-6217-D6DD-59852D00D25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5995" y="5754070"/>
                  <a:ext cx="132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BDB5E2-225B-0E4A-102A-EEC843FEC203}"/>
                    </a:ext>
                  </a:extLst>
                </p14:cNvPr>
                <p14:cNvContentPartPr/>
                <p14:nvPr/>
              </p14:nvContentPartPr>
              <p14:xfrm>
                <a:off x="1249315" y="5703310"/>
                <a:ext cx="132840" cy="120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BDB5E2-225B-0E4A-102A-EEC843FEC2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3195" y="5697190"/>
                  <a:ext cx="145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A8EC07-B44D-CDD4-E7EF-BBF41EF0C32C}"/>
                    </a:ext>
                  </a:extLst>
                </p14:cNvPr>
                <p14:cNvContentPartPr/>
                <p14:nvPr/>
              </p14:nvContentPartPr>
              <p14:xfrm>
                <a:off x="1405555" y="5704390"/>
                <a:ext cx="257040" cy="136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A8EC07-B44D-CDD4-E7EF-BBF41EF0C3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99435" y="5698270"/>
                  <a:ext cx="269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44BB8D1-A057-9E10-8645-A59137DF5083}"/>
                    </a:ext>
                  </a:extLst>
                </p14:cNvPr>
                <p14:cNvContentPartPr/>
                <p14:nvPr/>
              </p14:nvContentPartPr>
              <p14:xfrm>
                <a:off x="1755475" y="5408470"/>
                <a:ext cx="296280" cy="48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44BB8D1-A057-9E10-8645-A59137DF508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49355" y="5402350"/>
                  <a:ext cx="3085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D944846-9E26-F379-B75A-77D3079E7537}"/>
                    </a:ext>
                  </a:extLst>
                </p14:cNvPr>
                <p14:cNvContentPartPr/>
                <p14:nvPr/>
              </p14:nvContentPartPr>
              <p14:xfrm>
                <a:off x="2221315" y="5678470"/>
                <a:ext cx="46800" cy="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D944846-9E26-F379-B75A-77D3079E75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15195" y="5672350"/>
                  <a:ext cx="59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A83B45-5E12-7D52-02B9-4CFE6106076C}"/>
                    </a:ext>
                  </a:extLst>
                </p14:cNvPr>
                <p14:cNvContentPartPr/>
                <p14:nvPr/>
              </p14:nvContentPartPr>
              <p14:xfrm>
                <a:off x="2206915" y="5708350"/>
                <a:ext cx="142200" cy="53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A83B45-5E12-7D52-02B9-4CFE610607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0795" y="5702230"/>
                  <a:ext cx="154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804C937-A4C2-DDDF-1CC3-4EFA220DFC89}"/>
                    </a:ext>
                  </a:extLst>
                </p14:cNvPr>
                <p14:cNvContentPartPr/>
                <p14:nvPr/>
              </p14:nvContentPartPr>
              <p14:xfrm>
                <a:off x="2466115" y="5581630"/>
                <a:ext cx="203040" cy="395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804C937-A4C2-DDDF-1CC3-4EFA220DFC8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59995" y="5575510"/>
                  <a:ext cx="2152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FFFE75-A6F3-670C-DE39-D94C04A825E4}"/>
                    </a:ext>
                  </a:extLst>
                </p14:cNvPr>
                <p14:cNvContentPartPr/>
                <p14:nvPr/>
              </p14:nvContentPartPr>
              <p14:xfrm>
                <a:off x="2732155" y="5586310"/>
                <a:ext cx="227160" cy="146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FFFE75-A6F3-670C-DE39-D94C04A825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26035" y="5580190"/>
                  <a:ext cx="239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8C87189-F73B-BD6A-3B84-C5085C1137C4}"/>
                    </a:ext>
                  </a:extLst>
                </p14:cNvPr>
                <p14:cNvContentPartPr/>
                <p14:nvPr/>
              </p14:nvContentPartPr>
              <p14:xfrm>
                <a:off x="2993515" y="5372830"/>
                <a:ext cx="233280" cy="762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8C87189-F73B-BD6A-3B84-C5085C1137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87395" y="5366710"/>
                  <a:ext cx="24552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988698-72C0-8AFE-9E27-4C4134362442}"/>
                    </a:ext>
                  </a:extLst>
                </p14:cNvPr>
                <p14:cNvContentPartPr/>
                <p14:nvPr/>
              </p14:nvContentPartPr>
              <p14:xfrm>
                <a:off x="3252355" y="5603950"/>
                <a:ext cx="30240" cy="32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988698-72C0-8AFE-9E27-4C41343624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46235" y="5597830"/>
                  <a:ext cx="42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70B9E6-9D33-A827-20C7-DD3DFE59B063}"/>
                    </a:ext>
                  </a:extLst>
                </p14:cNvPr>
                <p14:cNvContentPartPr/>
                <p14:nvPr/>
              </p14:nvContentPartPr>
              <p14:xfrm>
                <a:off x="3194395" y="5655430"/>
                <a:ext cx="126720" cy="294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70B9E6-9D33-A827-20C7-DD3DFE59B0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8275" y="5649310"/>
                  <a:ext cx="1389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203EEF-B31D-B87C-CD1C-E46DD2BD0E7A}"/>
                    </a:ext>
                  </a:extLst>
                </p14:cNvPr>
                <p14:cNvContentPartPr/>
                <p14:nvPr/>
              </p14:nvContentPartPr>
              <p14:xfrm>
                <a:off x="3397435" y="5770630"/>
                <a:ext cx="123480" cy="13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203EEF-B31D-B87C-CD1C-E46DD2BD0E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91315" y="5764510"/>
                  <a:ext cx="135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CE7D696-E4A7-8581-7ED9-6C50F89ED7B6}"/>
                    </a:ext>
                  </a:extLst>
                </p14:cNvPr>
                <p14:cNvContentPartPr/>
                <p14:nvPr/>
              </p14:nvContentPartPr>
              <p14:xfrm>
                <a:off x="3573115" y="5783950"/>
                <a:ext cx="437040" cy="108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CE7D696-E4A7-8581-7ED9-6C50F89ED7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66995" y="5777830"/>
                  <a:ext cx="4492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9409752-398C-6703-3612-4DA764E3D6CC}"/>
                    </a:ext>
                  </a:extLst>
                </p14:cNvPr>
                <p14:cNvContentPartPr/>
                <p14:nvPr/>
              </p14:nvContentPartPr>
              <p14:xfrm>
                <a:off x="3978115" y="5966110"/>
                <a:ext cx="33480" cy="170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9409752-398C-6703-3612-4DA764E3D6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71995" y="5959990"/>
                  <a:ext cx="45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BFCA01-B6A9-865F-F946-5373236BE0EE}"/>
                    </a:ext>
                  </a:extLst>
                </p14:cNvPr>
                <p14:cNvContentPartPr/>
                <p14:nvPr/>
              </p14:nvContentPartPr>
              <p14:xfrm>
                <a:off x="4198075" y="5674510"/>
                <a:ext cx="15840" cy="184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BFCA01-B6A9-865F-F946-5373236BE0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91955" y="5668390"/>
                  <a:ext cx="28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84126A-9283-D6D7-CB59-3E6F38F24DA0}"/>
                    </a:ext>
                  </a:extLst>
                </p14:cNvPr>
                <p14:cNvContentPartPr/>
                <p14:nvPr/>
              </p14:nvContentPartPr>
              <p14:xfrm>
                <a:off x="4142635" y="5534470"/>
                <a:ext cx="131760" cy="21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84126A-9283-D6D7-CB59-3E6F38F24D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6515" y="5528350"/>
                  <a:ext cx="144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A7BE9A-E8AA-4830-EF95-38C70D217213}"/>
                    </a:ext>
                  </a:extLst>
                </p14:cNvPr>
                <p14:cNvContentPartPr/>
                <p14:nvPr/>
              </p14:nvContentPartPr>
              <p14:xfrm>
                <a:off x="4113475" y="5670190"/>
                <a:ext cx="128880" cy="38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A7BE9A-E8AA-4830-EF95-38C70D2172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07355" y="5664070"/>
                  <a:ext cx="141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374FE2-03D9-9E67-287E-8A45BBE3D3BC}"/>
                    </a:ext>
                  </a:extLst>
                </p14:cNvPr>
                <p14:cNvContentPartPr/>
                <p14:nvPr/>
              </p14:nvContentPartPr>
              <p14:xfrm>
                <a:off x="4300675" y="5697910"/>
                <a:ext cx="128880" cy="75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374FE2-03D9-9E67-287E-8A45BBE3D3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94555" y="5691790"/>
                  <a:ext cx="141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B2C513F-1E72-BC23-40A4-9CE7831404B2}"/>
                    </a:ext>
                  </a:extLst>
                </p14:cNvPr>
                <p14:cNvContentPartPr/>
                <p14:nvPr/>
              </p14:nvContentPartPr>
              <p14:xfrm>
                <a:off x="4473835" y="5719870"/>
                <a:ext cx="18000" cy="138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B2C513F-1E72-BC23-40A4-9CE7831404B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67715" y="5713750"/>
                  <a:ext cx="30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1B056D-CC59-B09B-8717-0C31BB8B7943}"/>
                    </a:ext>
                  </a:extLst>
                </p14:cNvPr>
                <p14:cNvContentPartPr/>
                <p14:nvPr/>
              </p14:nvContentPartPr>
              <p14:xfrm>
                <a:off x="4501915" y="5585230"/>
                <a:ext cx="23040" cy="1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1B056D-CC59-B09B-8717-0C31BB8B79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95795" y="5579110"/>
                  <a:ext cx="35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4A84C5-2136-EF8F-F3B3-3FAEC6F928E3}"/>
                    </a:ext>
                  </a:extLst>
                </p14:cNvPr>
                <p14:cNvContentPartPr/>
                <p14:nvPr/>
              </p14:nvContentPartPr>
              <p14:xfrm>
                <a:off x="4601275" y="5720590"/>
                <a:ext cx="296640" cy="80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4A84C5-2136-EF8F-F3B3-3FAEC6F928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95155" y="5714470"/>
                  <a:ext cx="308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B916BB-ED8B-D565-1E94-7F4708452E0A}"/>
                    </a:ext>
                  </a:extLst>
                </p14:cNvPr>
                <p14:cNvContentPartPr/>
                <p14:nvPr/>
              </p14:nvContentPartPr>
              <p14:xfrm>
                <a:off x="4975675" y="5447710"/>
                <a:ext cx="140400" cy="407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B916BB-ED8B-D565-1E94-7F4708452E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9555" y="5441590"/>
                  <a:ext cx="1526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F72A82-C8A7-504D-DD21-F205D9010E86}"/>
                    </a:ext>
                  </a:extLst>
                </p14:cNvPr>
                <p14:cNvContentPartPr/>
                <p14:nvPr/>
              </p14:nvContentPartPr>
              <p14:xfrm>
                <a:off x="5029675" y="5338990"/>
                <a:ext cx="141120" cy="662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F72A82-C8A7-504D-DD21-F205D9010E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23555" y="5332870"/>
                  <a:ext cx="15336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A17881-29FB-DB65-073C-75AC70B50152}"/>
                    </a:ext>
                  </a:extLst>
                </p14:cNvPr>
                <p14:cNvContentPartPr/>
                <p14:nvPr/>
              </p14:nvContentPartPr>
              <p14:xfrm>
                <a:off x="4164595" y="5583070"/>
                <a:ext cx="23400" cy="226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A17881-29FB-DB65-073C-75AC70B501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58475" y="5576950"/>
                  <a:ext cx="35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A8A72E-324F-4805-2B38-45299E49D78E}"/>
                    </a:ext>
                  </a:extLst>
                </p14:cNvPr>
                <p14:cNvContentPartPr/>
                <p14:nvPr/>
              </p14:nvContentPartPr>
              <p14:xfrm>
                <a:off x="4135435" y="5517550"/>
                <a:ext cx="140400" cy="50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A8A72E-324F-4805-2B38-45299E49D7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29315" y="5511430"/>
                  <a:ext cx="152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E611B66-9BFB-4754-1D73-3E21DF63DD3E}"/>
                    </a:ext>
                  </a:extLst>
                </p14:cNvPr>
                <p14:cNvContentPartPr/>
                <p14:nvPr/>
              </p14:nvContentPartPr>
              <p14:xfrm>
                <a:off x="4132195" y="5682430"/>
                <a:ext cx="63360" cy="12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E611B66-9BFB-4754-1D73-3E21DF63DD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26075" y="5676310"/>
                  <a:ext cx="75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D150700-D52D-BFA3-933E-B34DB2621AD0}"/>
                    </a:ext>
                  </a:extLst>
                </p14:cNvPr>
                <p14:cNvContentPartPr/>
                <p14:nvPr/>
              </p14:nvContentPartPr>
              <p14:xfrm>
                <a:off x="1116835" y="6331510"/>
                <a:ext cx="28080" cy="330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D150700-D52D-BFA3-933E-B34DB2621A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10715" y="6325390"/>
                  <a:ext cx="403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24097-BDDD-5CF7-9A58-618A369C0E95}"/>
                    </a:ext>
                  </a:extLst>
                </p14:cNvPr>
                <p14:cNvContentPartPr/>
                <p14:nvPr/>
              </p14:nvContentPartPr>
              <p14:xfrm>
                <a:off x="1114675" y="6261310"/>
                <a:ext cx="97560" cy="187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24097-BDDD-5CF7-9A58-618A369C0E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8555" y="6255190"/>
                  <a:ext cx="109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C064FB-E9F0-F9B7-EED2-56F3FFE396E8}"/>
                    </a:ext>
                  </a:extLst>
                </p14:cNvPr>
                <p14:cNvContentPartPr/>
                <p14:nvPr/>
              </p14:nvContentPartPr>
              <p14:xfrm>
                <a:off x="1318795" y="6213430"/>
                <a:ext cx="225000" cy="528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C064FB-E9F0-F9B7-EED2-56F3FFE396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12675" y="6207310"/>
                  <a:ext cx="23724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9FCBB9B-D1CB-DA18-E5A1-0DEAA22A68C9}"/>
                    </a:ext>
                  </a:extLst>
                </p14:cNvPr>
                <p14:cNvContentPartPr/>
                <p14:nvPr/>
              </p14:nvContentPartPr>
              <p14:xfrm>
                <a:off x="1451635" y="6256990"/>
                <a:ext cx="248040" cy="286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9FCBB9B-D1CB-DA18-E5A1-0DEAA22A68C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45515" y="6250870"/>
                  <a:ext cx="260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AA4437-EA28-1A4E-0507-DB7C98E40261}"/>
                    </a:ext>
                  </a:extLst>
                </p14:cNvPr>
                <p14:cNvContentPartPr/>
                <p14:nvPr/>
              </p14:nvContentPartPr>
              <p14:xfrm>
                <a:off x="1759435" y="6452830"/>
                <a:ext cx="84600" cy="71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AA4437-EA28-1A4E-0507-DB7C98E402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53315" y="6446710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2B5A3E-48DE-0EB9-B547-43018FDE2E51}"/>
                    </a:ext>
                  </a:extLst>
                </p14:cNvPr>
                <p14:cNvContentPartPr/>
                <p14:nvPr/>
              </p14:nvContentPartPr>
              <p14:xfrm>
                <a:off x="1900555" y="6438790"/>
                <a:ext cx="104400" cy="8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2B5A3E-48DE-0EB9-B547-43018FDE2E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94435" y="6432670"/>
                  <a:ext cx="116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4C6A5D0-4110-8E30-6D10-72810F270F23}"/>
                    </a:ext>
                  </a:extLst>
                </p14:cNvPr>
                <p14:cNvContentPartPr/>
                <p14:nvPr/>
              </p14:nvContentPartPr>
              <p14:xfrm>
                <a:off x="2046355" y="6423670"/>
                <a:ext cx="255960" cy="165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4C6A5D0-4110-8E30-6D10-72810F270F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40235" y="6417550"/>
                  <a:ext cx="268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364299-FA48-C222-816F-104E2886C1B2}"/>
                    </a:ext>
                  </a:extLst>
                </p14:cNvPr>
                <p14:cNvContentPartPr/>
                <p14:nvPr/>
              </p14:nvContentPartPr>
              <p14:xfrm>
                <a:off x="2346595" y="6100390"/>
                <a:ext cx="291240" cy="45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364299-FA48-C222-816F-104E2886C1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40475" y="6094270"/>
                  <a:ext cx="3034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7A4B1A-542A-DD62-60B8-9EDE6406AE45}"/>
                    </a:ext>
                  </a:extLst>
                </p14:cNvPr>
                <p14:cNvContentPartPr/>
                <p14:nvPr/>
              </p14:nvContentPartPr>
              <p14:xfrm>
                <a:off x="2814595" y="6375070"/>
                <a:ext cx="95760" cy="11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7A4B1A-542A-DD62-60B8-9EDE6406AE4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08475" y="6368950"/>
                  <a:ext cx="10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7F9EDB-174E-1EEB-0CDC-1C28916B0AE1}"/>
                    </a:ext>
                  </a:extLst>
                </p14:cNvPr>
                <p14:cNvContentPartPr/>
                <p14:nvPr/>
              </p14:nvContentPartPr>
              <p14:xfrm>
                <a:off x="2862115" y="6418630"/>
                <a:ext cx="102960" cy="35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7F9EDB-174E-1EEB-0CDC-1C28916B0A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55995" y="6412510"/>
                  <a:ext cx="115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9515D9-4E6B-86EC-8D74-DB0C6E33F5DC}"/>
                    </a:ext>
                  </a:extLst>
                </p14:cNvPr>
                <p14:cNvContentPartPr/>
                <p14:nvPr/>
              </p14:nvContentPartPr>
              <p14:xfrm>
                <a:off x="3073075" y="6233230"/>
                <a:ext cx="230040" cy="26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9515D9-4E6B-86EC-8D74-DB0C6E33F5D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66955" y="6227110"/>
                  <a:ext cx="242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BDE189-1F9F-50B0-2465-57926262699F}"/>
                    </a:ext>
                  </a:extLst>
                </p14:cNvPr>
                <p14:cNvContentPartPr/>
                <p14:nvPr/>
              </p14:nvContentPartPr>
              <p14:xfrm>
                <a:off x="3434515" y="6382270"/>
                <a:ext cx="77400" cy="60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BDE189-1F9F-50B0-2465-5792626269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28395" y="6376150"/>
                  <a:ext cx="89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3823E67-D5AA-DD81-3E84-BE02F82DD4FD}"/>
                    </a:ext>
                  </a:extLst>
                </p14:cNvPr>
                <p14:cNvContentPartPr/>
                <p14:nvPr/>
              </p14:nvContentPartPr>
              <p14:xfrm>
                <a:off x="3484195" y="6210550"/>
                <a:ext cx="263160" cy="706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3823E67-D5AA-DD81-3E84-BE02F82DD4F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78075" y="6204430"/>
                  <a:ext cx="27540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9EEFBC-ADE1-8D81-42F6-991EEAFF81A7}"/>
                    </a:ext>
                  </a:extLst>
                </p14:cNvPr>
                <p14:cNvContentPartPr/>
                <p14:nvPr/>
              </p14:nvContentPartPr>
              <p14:xfrm>
                <a:off x="3734395" y="6474722"/>
                <a:ext cx="38160" cy="310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9EEFBC-ADE1-8D81-42F6-991EEAFF81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28275" y="6468602"/>
                  <a:ext cx="504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6487718-46FD-B39C-C981-039807ECFDA1}"/>
                    </a:ext>
                  </a:extLst>
                </p14:cNvPr>
                <p14:cNvContentPartPr/>
                <p14:nvPr/>
              </p14:nvContentPartPr>
              <p14:xfrm>
                <a:off x="3733675" y="6467522"/>
                <a:ext cx="185400" cy="32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6487718-46FD-B39C-C981-039807ECFD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27555" y="6461402"/>
                  <a:ext cx="1976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F640D8-F6E0-8DF6-BE8B-E772721D59D4}"/>
                    </a:ext>
                  </a:extLst>
                </p14:cNvPr>
                <p14:cNvContentPartPr/>
                <p14:nvPr/>
              </p14:nvContentPartPr>
              <p14:xfrm>
                <a:off x="3992155" y="6621242"/>
                <a:ext cx="132120" cy="98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F640D8-F6E0-8DF6-BE8B-E772721D59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86035" y="6615122"/>
                  <a:ext cx="144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B1A0F0-2DC2-8A64-7D4C-70EF75E0C187}"/>
                    </a:ext>
                  </a:extLst>
                </p14:cNvPr>
                <p14:cNvContentPartPr/>
                <p14:nvPr/>
              </p14:nvContentPartPr>
              <p14:xfrm>
                <a:off x="4163155" y="6541322"/>
                <a:ext cx="498240" cy="14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B1A0F0-2DC2-8A64-7D4C-70EF75E0C1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57035" y="6535202"/>
                  <a:ext cx="510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D35B325-B6BF-501B-B0B8-BFFDD9E41FF4}"/>
                    </a:ext>
                  </a:extLst>
                </p14:cNvPr>
                <p14:cNvContentPartPr/>
                <p14:nvPr/>
              </p14:nvContentPartPr>
              <p14:xfrm>
                <a:off x="4626115" y="6664442"/>
                <a:ext cx="48960" cy="173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D35B325-B6BF-501B-B0B8-BFFDD9E41FF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19995" y="6658322"/>
                  <a:ext cx="61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045B58D-B191-0D43-3FC5-D221B54BD877}"/>
                    </a:ext>
                  </a:extLst>
                </p14:cNvPr>
                <p14:cNvContentPartPr/>
                <p14:nvPr/>
              </p14:nvContentPartPr>
              <p14:xfrm>
                <a:off x="4864435" y="6366362"/>
                <a:ext cx="25920" cy="324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045B58D-B191-0D43-3FC5-D221B54BD8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58315" y="6360242"/>
                  <a:ext cx="38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610E72-3E18-CF50-AB2E-091FD8745B69}"/>
                    </a:ext>
                  </a:extLst>
                </p14:cNvPr>
                <p14:cNvContentPartPr/>
                <p14:nvPr/>
              </p14:nvContentPartPr>
              <p14:xfrm>
                <a:off x="4861915" y="6250442"/>
                <a:ext cx="137880" cy="24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610E72-3E18-CF50-AB2E-091FD8745B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55795" y="6244322"/>
                  <a:ext cx="15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2D524DF-BA9E-D6BF-AD94-CEBC26E8BD50}"/>
                    </a:ext>
                  </a:extLst>
                </p14:cNvPr>
                <p14:cNvContentPartPr/>
                <p14:nvPr/>
              </p14:nvContentPartPr>
              <p14:xfrm>
                <a:off x="4847515" y="6464642"/>
                <a:ext cx="130680" cy="36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2D524DF-BA9E-D6BF-AD94-CEBC26E8BD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1395" y="6458522"/>
                  <a:ext cx="142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65A53E-1164-C27A-FB5D-7339B4FBF632}"/>
                    </a:ext>
                  </a:extLst>
                </p14:cNvPr>
                <p14:cNvContentPartPr/>
                <p14:nvPr/>
              </p14:nvContentPartPr>
              <p14:xfrm>
                <a:off x="4967755" y="6503162"/>
                <a:ext cx="175320" cy="9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65A53E-1164-C27A-FB5D-7339B4FBF63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61635" y="6497042"/>
                  <a:ext cx="187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B70FE38-9202-147A-7918-11E07F04CC86}"/>
                    </a:ext>
                  </a:extLst>
                </p14:cNvPr>
                <p14:cNvContentPartPr/>
                <p14:nvPr/>
              </p14:nvContentPartPr>
              <p14:xfrm>
                <a:off x="5194195" y="6536282"/>
                <a:ext cx="20160" cy="88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B70FE38-9202-147A-7918-11E07F04CC8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88075" y="6530162"/>
                  <a:ext cx="32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0D40F5-478A-3C0E-1BB9-1C1EEE09D184}"/>
                    </a:ext>
                  </a:extLst>
                </p14:cNvPr>
                <p14:cNvContentPartPr/>
                <p14:nvPr/>
              </p14:nvContentPartPr>
              <p14:xfrm>
                <a:off x="5206795" y="6369602"/>
                <a:ext cx="34560" cy="6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0D40F5-478A-3C0E-1BB9-1C1EEE09D18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200675" y="6363482"/>
                  <a:ext cx="46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6DA6117-B8EA-3848-620D-71EBADD16D0F}"/>
                    </a:ext>
                  </a:extLst>
                </p14:cNvPr>
                <p14:cNvContentPartPr/>
                <p14:nvPr/>
              </p14:nvContentPartPr>
              <p14:xfrm>
                <a:off x="5271955" y="6498842"/>
                <a:ext cx="364680" cy="105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6DA6117-B8EA-3848-620D-71EBADD16D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65835" y="6492722"/>
                  <a:ext cx="376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B35D058-8169-FFE0-7925-DC6620BC0361}"/>
                    </a:ext>
                  </a:extLst>
                </p14:cNvPr>
                <p14:cNvContentPartPr/>
                <p14:nvPr/>
              </p14:nvContentPartPr>
              <p14:xfrm>
                <a:off x="5644195" y="6260882"/>
                <a:ext cx="163800" cy="338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B35D058-8169-FFE0-7925-DC6620BC03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38075" y="6254762"/>
                  <a:ext cx="1760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E5C4E3-F709-834D-E6DC-FD2481949BD6}"/>
                    </a:ext>
                  </a:extLst>
                </p14:cNvPr>
                <p14:cNvContentPartPr/>
                <p14:nvPr/>
              </p14:nvContentPartPr>
              <p14:xfrm>
                <a:off x="5720155" y="6062162"/>
                <a:ext cx="126720" cy="715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E5C4E3-F709-834D-E6DC-FD2481949BD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14035" y="6056042"/>
                  <a:ext cx="138960" cy="72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859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1: Solution </a:t>
            </a:r>
            <a:endParaRPr lang="en-IN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152400" y="1493838"/>
            <a:ext cx="6629400" cy="512032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b="1" i="1" dirty="0">
                <a:cs typeface="Times New Roman" panose="02020603050405020304" pitchFamily="18" charset="0"/>
              </a:rPr>
              <a:t>Step 1- View or collect “raw” data.</a:t>
            </a:r>
            <a:endParaRPr lang="en-US" dirty="0">
              <a:cs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b="1" i="1" dirty="0">
                <a:cs typeface="Times New Roman" panose="02020603050405020304" pitchFamily="18" charset="0"/>
              </a:rPr>
              <a:t>Step 2 - Convert long data to a frequency table</a:t>
            </a:r>
            <a:endParaRPr lang="en-US" dirty="0">
              <a:cs typeface="Times New Roman" panose="02020603050405020304" pitchFamily="18" charset="0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>
                <a:cs typeface="Times New Roman" panose="02020603050405020304" pitchFamily="18" charset="0"/>
              </a:rPr>
              <a:t>                                 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                       normal  spam 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Row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Total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word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Dear                      8          2          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10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Friend                   5          1            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6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Lunch                   3          0            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3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Money                  1          4             </a:t>
            </a: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5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Column Total      17         7            24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b="1" i="1" dirty="0">
                <a:cs typeface="Times New Roman" panose="02020603050405020304" pitchFamily="18" charset="0"/>
              </a:rPr>
              <a:t>Step 3 - Row and column sums to get probabilities</a:t>
            </a:r>
          </a:p>
          <a:p>
            <a:pPr fontAlgn="auto"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630110"/>
              </p:ext>
            </p:extLst>
          </p:nvPr>
        </p:nvGraphicFramePr>
        <p:xfrm>
          <a:off x="6858000" y="1493838"/>
          <a:ext cx="5207000" cy="481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63045318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59555659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77704710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810662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5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58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4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17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23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22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5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6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6471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50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73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6FE584-5A2E-9EBF-6110-198BE10389B4}"/>
                  </a:ext>
                </a:extLst>
              </p14:cNvPr>
              <p14:cNvContentPartPr/>
              <p14:nvPr/>
            </p14:nvContentPartPr>
            <p14:xfrm>
              <a:off x="113155" y="3650590"/>
              <a:ext cx="954360" cy="37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6FE584-5A2E-9EBF-6110-198BE10389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035" y="3644470"/>
                <a:ext cx="96660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7084C6-8A6D-B058-8F42-774332A56DAF}"/>
                  </a:ext>
                </a:extLst>
              </p14:cNvPr>
              <p14:cNvContentPartPr/>
              <p14:nvPr/>
            </p14:nvContentPartPr>
            <p14:xfrm>
              <a:off x="7519795" y="1959310"/>
              <a:ext cx="475920" cy="19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7084C6-8A6D-B058-8F42-774332A56D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13675" y="1953190"/>
                <a:ext cx="488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EE04262-EA4B-3E10-E3BB-A203E1D0C762}"/>
                  </a:ext>
                </a:extLst>
              </p14:cNvPr>
              <p14:cNvContentPartPr/>
              <p14:nvPr/>
            </p14:nvContentPartPr>
            <p14:xfrm>
              <a:off x="7497115" y="2728990"/>
              <a:ext cx="506880" cy="178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EE04262-EA4B-3E10-E3BB-A203E1D0C7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0995" y="2722870"/>
                <a:ext cx="5191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DB898B-F5DE-25F2-2352-62EDDB959929}"/>
                  </a:ext>
                </a:extLst>
              </p14:cNvPr>
              <p14:cNvContentPartPr/>
              <p14:nvPr/>
            </p14:nvContentPartPr>
            <p14:xfrm>
              <a:off x="7532395" y="3125710"/>
              <a:ext cx="403920" cy="131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DB898B-F5DE-25F2-2352-62EDDB9599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26275" y="3119590"/>
                <a:ext cx="416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C3A9C1-BC84-5C9C-A53D-76BCEE262C4D}"/>
                  </a:ext>
                </a:extLst>
              </p14:cNvPr>
              <p14:cNvContentPartPr/>
              <p14:nvPr/>
            </p14:nvContentPartPr>
            <p14:xfrm>
              <a:off x="7513315" y="3493270"/>
              <a:ext cx="475560" cy="173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C3A9C1-BC84-5C9C-A53D-76BCEE262C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07195" y="3487150"/>
                <a:ext cx="4878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380F84-A610-1CBD-7755-E44AAD8D0E38}"/>
                  </a:ext>
                </a:extLst>
              </p14:cNvPr>
              <p14:cNvContentPartPr/>
              <p14:nvPr/>
            </p14:nvContentPartPr>
            <p14:xfrm>
              <a:off x="7506835" y="5229910"/>
              <a:ext cx="340560" cy="131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380F84-A610-1CBD-7755-E44AAD8D0E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00715" y="5223790"/>
                <a:ext cx="352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ACF8AB8-740C-93D4-B5A9-AC61F53439EA}"/>
                  </a:ext>
                </a:extLst>
              </p14:cNvPr>
              <p14:cNvContentPartPr/>
              <p14:nvPr/>
            </p14:nvContentPartPr>
            <p14:xfrm>
              <a:off x="10158955" y="2678590"/>
              <a:ext cx="484200" cy="217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ACF8AB8-740C-93D4-B5A9-AC61F53439E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152835" y="2672470"/>
                <a:ext cx="4964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065776-3BF1-798F-0DA7-11BE43C61EFB}"/>
                  </a:ext>
                </a:extLst>
              </p14:cNvPr>
              <p14:cNvContentPartPr/>
              <p14:nvPr/>
            </p14:nvContentPartPr>
            <p14:xfrm>
              <a:off x="10099915" y="3827710"/>
              <a:ext cx="401400" cy="165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065776-3BF1-798F-0DA7-11BE43C61EF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93795" y="3821590"/>
                <a:ext cx="4136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4148E5B-7934-5F6C-0B50-B131F04175C6}"/>
                  </a:ext>
                </a:extLst>
              </p14:cNvPr>
              <p14:cNvContentPartPr/>
              <p14:nvPr/>
            </p14:nvContentPartPr>
            <p14:xfrm>
              <a:off x="10050235" y="4204270"/>
              <a:ext cx="414360" cy="175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4148E5B-7934-5F6C-0B50-B131F04175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44115" y="4198150"/>
                <a:ext cx="4266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2DE67E-952D-8332-7C1C-FADDAC7189D2}"/>
                  </a:ext>
                </a:extLst>
              </p14:cNvPr>
              <p14:cNvContentPartPr/>
              <p14:nvPr/>
            </p14:nvContentPartPr>
            <p14:xfrm>
              <a:off x="10100275" y="4537630"/>
              <a:ext cx="480960" cy="180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2DE67E-952D-8332-7C1C-FADDAC7189D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094155" y="4531510"/>
                <a:ext cx="4932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AEBE63-2117-1641-5D70-23A2112AFDB7}"/>
                  </a:ext>
                </a:extLst>
              </p14:cNvPr>
              <p14:cNvContentPartPr/>
              <p14:nvPr/>
            </p14:nvContentPartPr>
            <p14:xfrm>
              <a:off x="10197475" y="4865950"/>
              <a:ext cx="652680" cy="267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AEBE63-2117-1641-5D70-23A2112AFDB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91355" y="4859830"/>
                <a:ext cx="66492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BC5D8-A291-30AB-B90B-048AA6307AB5}"/>
              </a:ext>
            </a:extLst>
          </p:cNvPr>
          <p:cNvGrpSpPr/>
          <p:nvPr/>
        </p:nvGrpSpPr>
        <p:grpSpPr>
          <a:xfrm>
            <a:off x="1556395" y="3767590"/>
            <a:ext cx="1003320" cy="1223640"/>
            <a:chOff x="1556395" y="3767590"/>
            <a:chExt cx="1003320" cy="122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7D9EA2-3030-02EA-1498-6267708C4539}"/>
                    </a:ext>
                  </a:extLst>
                </p14:cNvPr>
                <p14:cNvContentPartPr/>
                <p14:nvPr/>
              </p14:nvContentPartPr>
              <p14:xfrm>
                <a:off x="1556395" y="3857590"/>
                <a:ext cx="829800" cy="36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7D9EA2-3030-02EA-1498-6267708C45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50275" y="3851470"/>
                  <a:ext cx="842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6E7966-A09B-F1EB-FE6B-CCCD7CE273EA}"/>
                    </a:ext>
                  </a:extLst>
                </p14:cNvPr>
                <p14:cNvContentPartPr/>
                <p14:nvPr/>
              </p14:nvContentPartPr>
              <p14:xfrm>
                <a:off x="2204755" y="3838150"/>
                <a:ext cx="258120" cy="287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6E7966-A09B-F1EB-FE6B-CCCD7CE273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98635" y="3832030"/>
                  <a:ext cx="270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EC3CA4-50B7-F344-61F7-1D0133D3731F}"/>
                    </a:ext>
                  </a:extLst>
                </p14:cNvPr>
                <p14:cNvContentPartPr/>
                <p14:nvPr/>
              </p14:nvContentPartPr>
              <p14:xfrm>
                <a:off x="2190355" y="3767590"/>
                <a:ext cx="369360" cy="322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EC3CA4-50B7-F344-61F7-1D0133D373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84235" y="3761470"/>
                  <a:ext cx="381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D6DF3C-F399-919C-AD4C-1AD024583454}"/>
                    </a:ext>
                  </a:extLst>
                </p14:cNvPr>
                <p14:cNvContentPartPr/>
                <p14:nvPr/>
              </p14:nvContentPartPr>
              <p14:xfrm>
                <a:off x="1701475" y="4186630"/>
                <a:ext cx="734400" cy="48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D6DF3C-F399-919C-AD4C-1AD0245834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95355" y="4180510"/>
                  <a:ext cx="746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AD3173-78EB-71E2-3D6C-9F54E6DD7BFD}"/>
                    </a:ext>
                  </a:extLst>
                </p14:cNvPr>
                <p14:cNvContentPartPr/>
                <p14:nvPr/>
              </p14:nvContentPartPr>
              <p14:xfrm>
                <a:off x="2221315" y="4128670"/>
                <a:ext cx="257400" cy="156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AD3173-78EB-71E2-3D6C-9F54E6DD7B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5195" y="4122550"/>
                  <a:ext cx="269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5A0A3F-95F0-A2AC-5605-DCA7309FC5FE}"/>
                    </a:ext>
                  </a:extLst>
                </p14:cNvPr>
                <p14:cNvContentPartPr/>
                <p14:nvPr/>
              </p14:nvContentPartPr>
              <p14:xfrm>
                <a:off x="1742155" y="4455910"/>
                <a:ext cx="698040" cy="5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5A0A3F-95F0-A2AC-5605-DCA7309FC5F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36035" y="4449790"/>
                  <a:ext cx="710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A7535A-2E43-966D-7EFE-9F4F4FDAD45D}"/>
                    </a:ext>
                  </a:extLst>
                </p14:cNvPr>
                <p14:cNvContentPartPr/>
                <p14:nvPr/>
              </p14:nvContentPartPr>
              <p14:xfrm>
                <a:off x="2268835" y="4345030"/>
                <a:ext cx="223560" cy="263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A7535A-2E43-966D-7EFE-9F4F4FDAD4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62715" y="4338910"/>
                  <a:ext cx="235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D73140-2087-5138-CB35-1A369036811E}"/>
                    </a:ext>
                  </a:extLst>
                </p14:cNvPr>
                <p14:cNvContentPartPr/>
                <p14:nvPr/>
              </p14:nvContentPartPr>
              <p14:xfrm>
                <a:off x="1712995" y="4843990"/>
                <a:ext cx="645480" cy="64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D73140-2087-5138-CB35-1A36903681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06875" y="4837870"/>
                  <a:ext cx="657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088FB5-733D-3E45-C266-01ACFDF30515}"/>
                    </a:ext>
                  </a:extLst>
                </p14:cNvPr>
                <p14:cNvContentPartPr/>
                <p14:nvPr/>
              </p14:nvContentPartPr>
              <p14:xfrm>
                <a:off x="2163355" y="4726270"/>
                <a:ext cx="291960" cy="264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088FB5-733D-3E45-C266-01ACFDF305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7235" y="4720150"/>
                  <a:ext cx="30420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DCB8951-812F-C083-BE3C-C003826B6574}"/>
                  </a:ext>
                </a:extLst>
              </p14:cNvPr>
              <p14:cNvContentPartPr/>
              <p14:nvPr/>
            </p14:nvContentPartPr>
            <p14:xfrm>
              <a:off x="4551955" y="3917710"/>
              <a:ext cx="587880" cy="99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DCB8951-812F-C083-BE3C-C003826B657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45835" y="3911590"/>
                <a:ext cx="600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3F23321-7F57-A320-7F45-D39B6F3DF281}"/>
                  </a:ext>
                </a:extLst>
              </p14:cNvPr>
              <p14:cNvContentPartPr/>
              <p14:nvPr/>
            </p14:nvContentPartPr>
            <p14:xfrm>
              <a:off x="4793155" y="4255030"/>
              <a:ext cx="288720" cy="105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3F23321-7F57-A320-7F45-D39B6F3DF28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87035" y="4248910"/>
                <a:ext cx="30096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AB87CBF-B3F7-8E04-F553-F7BC5785BDA3}"/>
              </a:ext>
            </a:extLst>
          </p:cNvPr>
          <p:cNvGrpSpPr/>
          <p:nvPr/>
        </p:nvGrpSpPr>
        <p:grpSpPr>
          <a:xfrm>
            <a:off x="4591915" y="4565350"/>
            <a:ext cx="461880" cy="145800"/>
            <a:chOff x="4591915" y="4565350"/>
            <a:chExt cx="461880" cy="14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54CA4BE-87D1-5702-D831-D56E9AF9A558}"/>
                    </a:ext>
                  </a:extLst>
                </p14:cNvPr>
                <p14:cNvContentPartPr/>
                <p14:nvPr/>
              </p14:nvContentPartPr>
              <p14:xfrm>
                <a:off x="4631155" y="4696030"/>
                <a:ext cx="5400" cy="1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54CA4BE-87D1-5702-D831-D56E9AF9A5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25035" y="4689910"/>
                  <a:ext cx="17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4D47ED-32B4-9A73-BCD0-15D762D004EA}"/>
                    </a:ext>
                  </a:extLst>
                </p14:cNvPr>
                <p14:cNvContentPartPr/>
                <p14:nvPr/>
              </p14:nvContentPartPr>
              <p14:xfrm>
                <a:off x="4591915" y="4565350"/>
                <a:ext cx="461880" cy="145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4D47ED-32B4-9A73-BCD0-15D762D004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85795" y="4559230"/>
                  <a:ext cx="4741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59BFE5E-933E-D0A9-A8A1-948DBF80B3B1}"/>
                  </a:ext>
                </a:extLst>
              </p14:cNvPr>
              <p14:cNvContentPartPr/>
              <p14:nvPr/>
            </p14:nvContentPartPr>
            <p14:xfrm>
              <a:off x="4776235" y="4924990"/>
              <a:ext cx="264240" cy="89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59BFE5E-933E-D0A9-A8A1-948DBF80B3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70115" y="4918870"/>
                <a:ext cx="2764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3B875B4-F213-0DAC-2C3E-FBF31982E4FA}"/>
                  </a:ext>
                </a:extLst>
              </p14:cNvPr>
              <p14:cNvContentPartPr/>
              <p14:nvPr/>
            </p14:nvContentPartPr>
            <p14:xfrm>
              <a:off x="4543315" y="5043790"/>
              <a:ext cx="606960" cy="396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3B875B4-F213-0DAC-2C3E-FBF31982E4F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37195" y="5037670"/>
                <a:ext cx="619200" cy="4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099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Solution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84935" y="1515303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Play</a:t>
            </a:r>
            <a:br>
              <a:rPr lang="en-US" dirty="0"/>
            </a:br>
            <a:r>
              <a:rPr lang="en-US" dirty="0"/>
              <a:t>                     normal  spam  </a:t>
            </a:r>
            <a:r>
              <a:rPr lang="en-US" dirty="0">
                <a:solidFill>
                  <a:srgbClr val="FF0000"/>
                </a:solidFill>
              </a:rPr>
              <a:t>Row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Total</a:t>
            </a:r>
            <a:br>
              <a:rPr lang="en-US" dirty="0"/>
            </a:br>
            <a:r>
              <a:rPr lang="en-US" dirty="0"/>
              <a:t>word</a:t>
            </a:r>
            <a:br>
              <a:rPr lang="en-US" dirty="0"/>
            </a:br>
            <a:r>
              <a:rPr lang="en-US" dirty="0"/>
              <a:t>Dear                8          2              </a:t>
            </a:r>
            <a:r>
              <a:rPr lang="en-US" dirty="0">
                <a:solidFill>
                  <a:srgbClr val="FF0000"/>
                </a:solidFill>
              </a:rPr>
              <a:t>10   </a:t>
            </a:r>
            <a:br>
              <a:rPr lang="en-US" dirty="0"/>
            </a:br>
            <a:r>
              <a:rPr lang="en-US" dirty="0"/>
              <a:t>Friend              5          1               </a:t>
            </a:r>
            <a:r>
              <a:rPr lang="en-US" dirty="0">
                <a:solidFill>
                  <a:srgbClr val="FF0000"/>
                </a:solidFill>
              </a:rPr>
              <a:t>6</a:t>
            </a:r>
            <a:br>
              <a:rPr lang="en-US" dirty="0"/>
            </a:br>
            <a:r>
              <a:rPr lang="en-US" dirty="0"/>
              <a:t>Lunch              3          0               </a:t>
            </a:r>
            <a:r>
              <a:rPr lang="en-US" dirty="0">
                <a:solidFill>
                  <a:srgbClr val="FF0000"/>
                </a:solidFill>
              </a:rPr>
              <a:t>3</a:t>
            </a:r>
            <a:br>
              <a:rPr lang="en-US" dirty="0"/>
            </a:br>
            <a:r>
              <a:rPr lang="en-US" dirty="0"/>
              <a:t>Money             1          4              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  <a:p>
            <a:r>
              <a:rPr lang="en-US" dirty="0">
                <a:solidFill>
                  <a:srgbClr val="FF0000"/>
                </a:solidFill>
              </a:rPr>
              <a:t>Column Total   17       7            24</a:t>
            </a:r>
          </a:p>
          <a:p>
            <a:endParaRPr lang="en-US" b="1" i="1" spc="-5" dirty="0">
              <a:solidFill>
                <a:srgbClr val="FF0000"/>
              </a:solidFill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4 - Apply probabilities from frequency table to </a:t>
            </a:r>
            <a:r>
              <a:rPr lang="en-US" b="1" i="1" spc="-5" dirty="0" err="1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Navie</a:t>
            </a:r>
            <a:r>
              <a:rPr lang="en-US" b="1" i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Bayes theorem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4884" y="4707213"/>
                <a:ext cx="10414005" cy="72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 (N/ D, F 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, 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/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)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D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,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/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0.098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0.11</m:t>
                        </m:r>
                      </m:den>
                    </m:f>
                  </m:oMath>
                </a14:m>
                <a:r>
                  <a:rPr lang="en-US" dirty="0"/>
                  <a:t> =0.891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84" y="4707213"/>
                <a:ext cx="10414005" cy="727059"/>
              </a:xfrm>
              <a:prstGeom prst="rect">
                <a:avLst/>
              </a:prstGeom>
              <a:blipFill>
                <a:blip r:embed="rId2"/>
                <a:stretch>
                  <a:fillRect l="-4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54884" y="5549866"/>
                <a:ext cx="10405990" cy="72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 (S/ D, F 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, 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/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 )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D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,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/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D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 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F</m:t>
                        </m:r>
                        <m:r>
                          <m:rPr>
                            <m:nor/>
                          </m:rPr>
                          <a:rPr lang="en-US" dirty="0"/>
                          <m:t>/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).</m:t>
                        </m:r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0.012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0.11</m:t>
                        </m:r>
                      </m:den>
                    </m:f>
                  </m:oMath>
                </a14:m>
                <a:r>
                  <a:rPr lang="en-US" dirty="0"/>
                  <a:t> =0.109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84" y="5549866"/>
                <a:ext cx="10405990" cy="727059"/>
              </a:xfrm>
              <a:prstGeom prst="rect">
                <a:avLst/>
              </a:prstGeom>
              <a:blipFill>
                <a:blip r:embed="rId3"/>
                <a:stretch>
                  <a:fillRect l="-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217775" y="1700678"/>
            <a:ext cx="4983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 P (N/ D, F ) &gt; P (S/ D, F ) , we can decide that Dear Friend is Normal   message.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6CEC8E-8561-CB2E-9953-E886D5333A8D}"/>
                  </a:ext>
                </a:extLst>
              </p14:cNvPr>
              <p14:cNvContentPartPr/>
              <p14:nvPr/>
            </p14:nvContentPartPr>
            <p14:xfrm>
              <a:off x="1486915" y="4696030"/>
              <a:ext cx="1053360" cy="466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6CEC8E-8561-CB2E-9953-E886D5333A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0795" y="4689910"/>
                <a:ext cx="1065600" cy="47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7C4784A-B39A-9D94-9A8E-8048791D2D1C}"/>
              </a:ext>
            </a:extLst>
          </p:cNvPr>
          <p:cNvGrpSpPr/>
          <p:nvPr/>
        </p:nvGrpSpPr>
        <p:grpSpPr>
          <a:xfrm>
            <a:off x="4091875" y="4661470"/>
            <a:ext cx="1478520" cy="448560"/>
            <a:chOff x="4091875" y="4661470"/>
            <a:chExt cx="147852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A0AC6F8-40BB-A678-1D43-1456F85502BA}"/>
                    </a:ext>
                  </a:extLst>
                </p14:cNvPr>
                <p14:cNvContentPartPr/>
                <p14:nvPr/>
              </p14:nvContentPartPr>
              <p14:xfrm>
                <a:off x="4091875" y="4661470"/>
                <a:ext cx="800640" cy="448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A0AC6F8-40BB-A678-1D43-1456F85502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85755" y="4655350"/>
                  <a:ext cx="81288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2A1AEE-3B3C-9E9C-8E33-9B389DD87DF4}"/>
                    </a:ext>
                  </a:extLst>
                </p14:cNvPr>
                <p14:cNvContentPartPr/>
                <p14:nvPr/>
              </p14:nvContentPartPr>
              <p14:xfrm>
                <a:off x="4922035" y="4759750"/>
                <a:ext cx="648360" cy="348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2A1AEE-3B3C-9E9C-8E33-9B389DD87D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15915" y="4753630"/>
                  <a:ext cx="6606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CB0595-012F-13F7-8091-0963E4998772}"/>
                    </a:ext>
                  </a:extLst>
                </p14:cNvPr>
                <p14:cNvContentPartPr/>
                <p14:nvPr/>
              </p14:nvContentPartPr>
              <p14:xfrm>
                <a:off x="4521355" y="4733470"/>
                <a:ext cx="292320" cy="53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CB0595-012F-13F7-8091-0963E49987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15235" y="4727350"/>
                  <a:ext cx="30456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5D80783-1918-A53B-A212-A12826A50B7E}"/>
                  </a:ext>
                </a:extLst>
              </p14:cNvPr>
              <p14:cNvContentPartPr/>
              <p14:nvPr/>
            </p14:nvContentPartPr>
            <p14:xfrm>
              <a:off x="1844035" y="5049910"/>
              <a:ext cx="951120" cy="398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5D80783-1918-A53B-A212-A12826A50B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7915" y="5043790"/>
                <a:ext cx="96336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39A6D7B-3097-C454-1D88-ED31C28E9742}"/>
                  </a:ext>
                </a:extLst>
              </p14:cNvPr>
              <p14:cNvContentPartPr/>
              <p14:nvPr/>
            </p14:nvContentPartPr>
            <p14:xfrm>
              <a:off x="5656075" y="2669590"/>
              <a:ext cx="50040" cy="434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39A6D7B-3097-C454-1D88-ED31C28E974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49955" y="2663470"/>
                <a:ext cx="6228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2194A12-08A7-C369-0729-7DF4F012D33A}"/>
                  </a:ext>
                </a:extLst>
              </p14:cNvPr>
              <p14:cNvContentPartPr/>
              <p14:nvPr/>
            </p14:nvContentPartPr>
            <p14:xfrm>
              <a:off x="5868115" y="2593630"/>
              <a:ext cx="241200" cy="599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2194A12-08A7-C369-0729-7DF4F012D3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61995" y="2587510"/>
                <a:ext cx="25344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EC98AE2-E062-864A-795E-E3D64698DF0C}"/>
                  </a:ext>
                </a:extLst>
              </p14:cNvPr>
              <p14:cNvContentPartPr/>
              <p14:nvPr/>
            </p14:nvContentPartPr>
            <p14:xfrm>
              <a:off x="6130555" y="2736550"/>
              <a:ext cx="21600" cy="288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EC98AE2-E062-864A-795E-E3D64698DF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24435" y="2730430"/>
                <a:ext cx="338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39D8AC2-B8B4-DF98-BEF0-D678E44CAD11}"/>
                  </a:ext>
                </a:extLst>
              </p14:cNvPr>
              <p14:cNvContentPartPr/>
              <p14:nvPr/>
            </p14:nvContentPartPr>
            <p14:xfrm>
              <a:off x="6120835" y="2739430"/>
              <a:ext cx="109080" cy="262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39D8AC2-B8B4-DF98-BEF0-D678E44CAD1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14715" y="2733310"/>
                <a:ext cx="12132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A696E50-02CF-C56E-3678-E24CD896A21A}"/>
                  </a:ext>
                </a:extLst>
              </p14:cNvPr>
              <p14:cNvContentPartPr/>
              <p14:nvPr/>
            </p14:nvContentPartPr>
            <p14:xfrm>
              <a:off x="6268795" y="3055870"/>
              <a:ext cx="86400" cy="215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A696E50-02CF-C56E-3678-E24CD896A2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62675" y="3049750"/>
                <a:ext cx="986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16A9341-C239-D7A0-3239-B2AEFB1CA838}"/>
                  </a:ext>
                </a:extLst>
              </p14:cNvPr>
              <p14:cNvContentPartPr/>
              <p14:nvPr/>
            </p14:nvContentPartPr>
            <p14:xfrm>
              <a:off x="6517555" y="2777950"/>
              <a:ext cx="28080" cy="3056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16A9341-C239-D7A0-3239-B2AEFB1CA83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11435" y="2771830"/>
                <a:ext cx="4032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59EFD76-A150-F7C8-94C5-6FC3902542FF}"/>
                  </a:ext>
                </a:extLst>
              </p14:cNvPr>
              <p14:cNvContentPartPr/>
              <p14:nvPr/>
            </p14:nvContentPartPr>
            <p14:xfrm>
              <a:off x="6551395" y="2738710"/>
              <a:ext cx="127080" cy="270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59EFD76-A150-F7C8-94C5-6FC3902542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45275" y="2732590"/>
                <a:ext cx="139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E72EFF8-4A26-72AD-B64A-A2C05829AC0B}"/>
                  </a:ext>
                </a:extLst>
              </p14:cNvPr>
              <p14:cNvContentPartPr/>
              <p14:nvPr/>
            </p14:nvContentPartPr>
            <p14:xfrm>
              <a:off x="6487315" y="2923750"/>
              <a:ext cx="200160" cy="63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E72EFF8-4A26-72AD-B64A-A2C05829AC0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81195" y="2917630"/>
                <a:ext cx="212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1AEA97E-0F47-D734-34D7-EC4D13079568}"/>
                  </a:ext>
                </a:extLst>
              </p14:cNvPr>
              <p14:cNvContentPartPr/>
              <p14:nvPr/>
            </p14:nvContentPartPr>
            <p14:xfrm>
              <a:off x="6675595" y="2522350"/>
              <a:ext cx="129600" cy="842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1AEA97E-0F47-D734-34D7-EC4D1307956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69475" y="2516230"/>
                <a:ext cx="141840" cy="85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51D007-C0E3-F9AA-DFCE-B822A291501F}"/>
                  </a:ext>
                </a:extLst>
              </p14:cNvPr>
              <p14:cNvContentPartPr/>
              <p14:nvPr/>
            </p14:nvContentPartPr>
            <p14:xfrm>
              <a:off x="7084555" y="2850310"/>
              <a:ext cx="107280" cy="38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51D007-C0E3-F9AA-DFCE-B822A291501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78435" y="2844190"/>
                <a:ext cx="119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075E04D-9EDD-DC5E-D476-05128C3A6FCF}"/>
                  </a:ext>
                </a:extLst>
              </p14:cNvPr>
              <p14:cNvContentPartPr/>
              <p14:nvPr/>
            </p14:nvContentPartPr>
            <p14:xfrm>
              <a:off x="7080235" y="2943550"/>
              <a:ext cx="162000" cy="47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075E04D-9EDD-DC5E-D476-05128C3A6FC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74115" y="2937430"/>
                <a:ext cx="174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292E348-6C6B-CA63-F1E2-63376A43D86D}"/>
                  </a:ext>
                </a:extLst>
              </p14:cNvPr>
              <p14:cNvContentPartPr/>
              <p14:nvPr/>
            </p14:nvContentPartPr>
            <p14:xfrm>
              <a:off x="7469035" y="2465110"/>
              <a:ext cx="1707480" cy="910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292E348-6C6B-CA63-F1E2-63376A43D86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62915" y="2458990"/>
                <a:ext cx="1719720" cy="9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3ED0CA6-E627-BBF2-837D-6EDAC3E154BF}"/>
                  </a:ext>
                </a:extLst>
              </p14:cNvPr>
              <p14:cNvContentPartPr/>
              <p14:nvPr/>
            </p14:nvContentPartPr>
            <p14:xfrm>
              <a:off x="3225715" y="5294350"/>
              <a:ext cx="1437120" cy="121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3ED0CA6-E627-BBF2-837D-6EDAC3E154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19595" y="5288230"/>
                <a:ext cx="144936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2F64F4F-6FE0-5289-FE39-FD8B257492C3}"/>
              </a:ext>
            </a:extLst>
          </p:cNvPr>
          <p:cNvGrpSpPr/>
          <p:nvPr/>
        </p:nvGrpSpPr>
        <p:grpSpPr>
          <a:xfrm>
            <a:off x="7556515" y="2503990"/>
            <a:ext cx="2806200" cy="1855080"/>
            <a:chOff x="7556515" y="2503990"/>
            <a:chExt cx="2806200" cy="18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5D6261-564C-8D8E-8D24-67F1727D09DD}"/>
                    </a:ext>
                  </a:extLst>
                </p14:cNvPr>
                <p14:cNvContentPartPr/>
                <p14:nvPr/>
              </p14:nvContentPartPr>
              <p14:xfrm>
                <a:off x="7556515" y="2587510"/>
                <a:ext cx="43200" cy="472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5D6261-564C-8D8E-8D24-67F1727D09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50395" y="2581390"/>
                  <a:ext cx="554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410E99-56AC-2E52-2648-8B7B96FC487D}"/>
                    </a:ext>
                  </a:extLst>
                </p14:cNvPr>
                <p14:cNvContentPartPr/>
                <p14:nvPr/>
              </p14:nvContentPartPr>
              <p14:xfrm>
                <a:off x="7659115" y="2519470"/>
                <a:ext cx="325080" cy="747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410E99-56AC-2E52-2648-8B7B96FC48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2995" y="2513350"/>
                  <a:ext cx="33732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EF4667-7C12-5039-90C5-49D3BE4C1B80}"/>
                    </a:ext>
                  </a:extLst>
                </p14:cNvPr>
                <p14:cNvContentPartPr/>
                <p14:nvPr/>
              </p14:nvContentPartPr>
              <p14:xfrm>
                <a:off x="7940635" y="2762830"/>
                <a:ext cx="15840" cy="22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EF4667-7C12-5039-90C5-49D3BE4C1B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34515" y="2756710"/>
                  <a:ext cx="28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72246B-7479-7468-422B-066D32523661}"/>
                    </a:ext>
                  </a:extLst>
                </p14:cNvPr>
                <p14:cNvContentPartPr/>
                <p14:nvPr/>
              </p14:nvContentPartPr>
              <p14:xfrm>
                <a:off x="7934515" y="2742670"/>
                <a:ext cx="107280" cy="303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72246B-7479-7468-422B-066D325236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8395" y="2736550"/>
                  <a:ext cx="119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244428-EB92-766D-2DCA-6F8634F57279}"/>
                    </a:ext>
                  </a:extLst>
                </p14:cNvPr>
                <p14:cNvContentPartPr/>
                <p14:nvPr/>
              </p14:nvContentPartPr>
              <p14:xfrm>
                <a:off x="8092195" y="3013390"/>
                <a:ext cx="91080" cy="226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244428-EB92-766D-2DCA-6F8634F572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6075" y="3007270"/>
                  <a:ext cx="103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B95C2B-6BDD-7601-ED00-9A7F13B7FEC7}"/>
                    </a:ext>
                  </a:extLst>
                </p14:cNvPr>
                <p14:cNvContentPartPr/>
                <p14:nvPr/>
              </p14:nvContentPartPr>
              <p14:xfrm>
                <a:off x="8390995" y="2714230"/>
                <a:ext cx="25560" cy="290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B95C2B-6BDD-7601-ED00-9A7F13B7FE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84875" y="2708110"/>
                  <a:ext cx="378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81EC09-3739-509F-E928-4B5D31B3A509}"/>
                    </a:ext>
                  </a:extLst>
                </p14:cNvPr>
                <p14:cNvContentPartPr/>
                <p14:nvPr/>
              </p14:nvContentPartPr>
              <p14:xfrm>
                <a:off x="8393875" y="2692990"/>
                <a:ext cx="148320" cy="30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81EC09-3739-509F-E928-4B5D31B3A5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87755" y="2686870"/>
                  <a:ext cx="160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32BE5C-3266-75C5-3374-1875CC2EBE1C}"/>
                    </a:ext>
                  </a:extLst>
                </p14:cNvPr>
                <p14:cNvContentPartPr/>
                <p14:nvPr/>
              </p14:nvContentPartPr>
              <p14:xfrm>
                <a:off x="8375515" y="2876230"/>
                <a:ext cx="156600" cy="53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32BE5C-3266-75C5-3374-1875CC2EBE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69395" y="2870110"/>
                  <a:ext cx="168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7AE5A7-3071-915A-5542-B49833318B57}"/>
                    </a:ext>
                  </a:extLst>
                </p14:cNvPr>
                <p14:cNvContentPartPr/>
                <p14:nvPr/>
              </p14:nvContentPartPr>
              <p14:xfrm>
                <a:off x="8505475" y="2690830"/>
                <a:ext cx="265680" cy="74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7AE5A7-3071-915A-5542-B49833318B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99355" y="2684710"/>
                  <a:ext cx="27792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91F762-D386-F356-0CBF-3D267CFBBBA9}"/>
                    </a:ext>
                  </a:extLst>
                </p14:cNvPr>
                <p14:cNvContentPartPr/>
                <p14:nvPr/>
              </p14:nvContentPartPr>
              <p14:xfrm>
                <a:off x="8791675" y="3016990"/>
                <a:ext cx="230400" cy="19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91F762-D386-F356-0CBF-3D267CFBBB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85555" y="3010870"/>
                  <a:ext cx="24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DFE4A4-7BF7-0642-45BB-29345C757B32}"/>
                    </a:ext>
                  </a:extLst>
                </p14:cNvPr>
                <p14:cNvContentPartPr/>
                <p14:nvPr/>
              </p14:nvContentPartPr>
              <p14:xfrm>
                <a:off x="8950075" y="2561590"/>
                <a:ext cx="108360" cy="864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DFE4A4-7BF7-0642-45BB-29345C757B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43955" y="2555470"/>
                  <a:ext cx="12060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68CAC0-6769-20F5-3EFA-74ECD6F293F7}"/>
                    </a:ext>
                  </a:extLst>
                </p14:cNvPr>
                <p14:cNvContentPartPr/>
                <p14:nvPr/>
              </p14:nvContentPartPr>
              <p14:xfrm>
                <a:off x="9159955" y="2595790"/>
                <a:ext cx="96840" cy="397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68CAC0-6769-20F5-3EFA-74ECD6F293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53835" y="2589670"/>
                  <a:ext cx="1090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3E4349D-DC89-696E-653B-2971D06905B2}"/>
                    </a:ext>
                  </a:extLst>
                </p14:cNvPr>
                <p14:cNvContentPartPr/>
                <p14:nvPr/>
              </p14:nvContentPartPr>
              <p14:xfrm>
                <a:off x="9353635" y="2503990"/>
                <a:ext cx="272520" cy="605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3E4349D-DC89-696E-653B-2971D06905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47515" y="2497870"/>
                  <a:ext cx="28476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E0EAAF-0E55-9C82-221B-18E47A909CA1}"/>
                    </a:ext>
                  </a:extLst>
                </p14:cNvPr>
                <p14:cNvContentPartPr/>
                <p14:nvPr/>
              </p14:nvContentPartPr>
              <p14:xfrm>
                <a:off x="9482155" y="2765350"/>
                <a:ext cx="128160" cy="16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E0EAAF-0E55-9C82-221B-18E47A909C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76035" y="2759230"/>
                  <a:ext cx="140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5CF017-20BC-226E-03E2-284C4BDD104E}"/>
                    </a:ext>
                  </a:extLst>
                </p14:cNvPr>
                <p14:cNvContentPartPr/>
                <p14:nvPr/>
              </p14:nvContentPartPr>
              <p14:xfrm>
                <a:off x="9478555" y="2741590"/>
                <a:ext cx="125640" cy="272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5CF017-20BC-226E-03E2-284C4BDD10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72435" y="2735470"/>
                  <a:ext cx="137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FEB7A1-C69C-8B04-23F5-1E452C38B886}"/>
                    </a:ext>
                  </a:extLst>
                </p14:cNvPr>
                <p14:cNvContentPartPr/>
                <p14:nvPr/>
              </p14:nvContentPartPr>
              <p14:xfrm>
                <a:off x="9625795" y="2521270"/>
                <a:ext cx="124200" cy="747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FEB7A1-C69C-8B04-23F5-1E452C38B8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19675" y="2515150"/>
                  <a:ext cx="13644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84C1B3-0722-E939-ADA5-0FB68F1AE4EB}"/>
                    </a:ext>
                  </a:extLst>
                </p14:cNvPr>
                <p14:cNvContentPartPr/>
                <p14:nvPr/>
              </p14:nvContentPartPr>
              <p14:xfrm>
                <a:off x="9195235" y="2619910"/>
                <a:ext cx="93240" cy="166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84C1B3-0722-E939-ADA5-0FB68F1AE4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89115" y="2613790"/>
                  <a:ext cx="105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3C7BBD-5B3C-4C7C-ED43-7C612212DDDA}"/>
                    </a:ext>
                  </a:extLst>
                </p14:cNvPr>
                <p14:cNvContentPartPr/>
                <p14:nvPr/>
              </p14:nvContentPartPr>
              <p14:xfrm>
                <a:off x="7807435" y="3771550"/>
                <a:ext cx="260280" cy="32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3C7BBD-5B3C-4C7C-ED43-7C612212DD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01315" y="3765430"/>
                  <a:ext cx="272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640B430-3435-1290-F17A-1459925AD1D1}"/>
                    </a:ext>
                  </a:extLst>
                </p14:cNvPr>
                <p14:cNvContentPartPr/>
                <p14:nvPr/>
              </p14:nvContentPartPr>
              <p14:xfrm>
                <a:off x="7920835" y="3644470"/>
                <a:ext cx="39600" cy="303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640B430-3435-1290-F17A-1459925AD1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14715" y="3638350"/>
                  <a:ext cx="518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49F3C9-1F16-CB60-1289-78CAD9DDC83D}"/>
                    </a:ext>
                  </a:extLst>
                </p14:cNvPr>
                <p14:cNvContentPartPr/>
                <p14:nvPr/>
              </p14:nvContentPartPr>
              <p14:xfrm>
                <a:off x="8251315" y="3674350"/>
                <a:ext cx="29520" cy="334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49F3C9-1F16-CB60-1289-78CAD9DDC8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45195" y="3668230"/>
                  <a:ext cx="417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9C43B3-1222-0461-D4FA-B591F321FB4F}"/>
                    </a:ext>
                  </a:extLst>
                </p14:cNvPr>
                <p14:cNvContentPartPr/>
                <p14:nvPr/>
              </p14:nvContentPartPr>
              <p14:xfrm>
                <a:off x="8262475" y="3544390"/>
                <a:ext cx="68760" cy="20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9C43B3-1222-0461-D4FA-B591F321FB4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56355" y="3538270"/>
                  <a:ext cx="81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4AB1D5-84B7-DDE8-31A7-06A1730C6153}"/>
                    </a:ext>
                  </a:extLst>
                </p14:cNvPr>
                <p14:cNvContentPartPr/>
                <p14:nvPr/>
              </p14:nvContentPartPr>
              <p14:xfrm>
                <a:off x="8389555" y="3533590"/>
                <a:ext cx="200520" cy="626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4AB1D5-84B7-DDE8-31A7-06A1730C61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83435" y="3527470"/>
                  <a:ext cx="21276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23DA2B-C9E8-65D1-891A-475B26A91E06}"/>
                    </a:ext>
                  </a:extLst>
                </p14:cNvPr>
                <p14:cNvContentPartPr/>
                <p14:nvPr/>
              </p14:nvContentPartPr>
              <p14:xfrm>
                <a:off x="8572795" y="3674350"/>
                <a:ext cx="19080" cy="241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23DA2B-C9E8-65D1-891A-475B26A91E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66675" y="3668230"/>
                  <a:ext cx="31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7A07FD5-C7B3-4877-AB7F-E2BD0E24511E}"/>
                    </a:ext>
                  </a:extLst>
                </p14:cNvPr>
                <p14:cNvContentPartPr/>
                <p14:nvPr/>
              </p14:nvContentPartPr>
              <p14:xfrm>
                <a:off x="8559475" y="3633670"/>
                <a:ext cx="109080" cy="279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7A07FD5-C7B3-4877-AB7F-E2BD0E2451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53355" y="3627550"/>
                  <a:ext cx="1213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DCDC66-2FE6-903A-92DA-8C4E694F4BB2}"/>
                    </a:ext>
                  </a:extLst>
                </p14:cNvPr>
                <p14:cNvContentPartPr/>
                <p14:nvPr/>
              </p14:nvContentPartPr>
              <p14:xfrm>
                <a:off x="8679715" y="4018150"/>
                <a:ext cx="51120" cy="151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DCDC66-2FE6-903A-92DA-8C4E694F4BB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73595" y="4012030"/>
                  <a:ext cx="63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EC8A625-A746-550B-03AD-619D9317CD82}"/>
                    </a:ext>
                  </a:extLst>
                </p14:cNvPr>
                <p14:cNvContentPartPr/>
                <p14:nvPr/>
              </p14:nvContentPartPr>
              <p14:xfrm>
                <a:off x="8983195" y="3592630"/>
                <a:ext cx="21600" cy="290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EC8A625-A746-550B-03AD-619D9317CD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7075" y="3586510"/>
                  <a:ext cx="338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2AFAC4-8B6C-1FB7-C971-3E913E169709}"/>
                    </a:ext>
                  </a:extLst>
                </p14:cNvPr>
                <p14:cNvContentPartPr/>
                <p14:nvPr/>
              </p14:nvContentPartPr>
              <p14:xfrm>
                <a:off x="9013075" y="3520990"/>
                <a:ext cx="115200" cy="24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2AFAC4-8B6C-1FB7-C971-3E913E1697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06955" y="3514870"/>
                  <a:ext cx="127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A2980C-B955-4688-7C7D-8E7EA8CD80E4}"/>
                    </a:ext>
                  </a:extLst>
                </p14:cNvPr>
                <p14:cNvContentPartPr/>
                <p14:nvPr/>
              </p14:nvContentPartPr>
              <p14:xfrm>
                <a:off x="8975635" y="3677590"/>
                <a:ext cx="164880" cy="42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A2980C-B955-4688-7C7D-8E7EA8CD80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69515" y="3671470"/>
                  <a:ext cx="177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AA2EE80-77EC-E9C4-8A2F-502452FE4771}"/>
                    </a:ext>
                  </a:extLst>
                </p14:cNvPr>
                <p14:cNvContentPartPr/>
                <p14:nvPr/>
              </p14:nvContentPartPr>
              <p14:xfrm>
                <a:off x="9074275" y="3467350"/>
                <a:ext cx="233280" cy="779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AA2EE80-77EC-E9C4-8A2F-502452FE47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68155" y="3461230"/>
                  <a:ext cx="2455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D5503E-C081-C83B-6DF4-EB999B1C5DB3}"/>
                    </a:ext>
                  </a:extLst>
                </p14:cNvPr>
                <p14:cNvContentPartPr/>
                <p14:nvPr/>
              </p14:nvContentPartPr>
              <p14:xfrm>
                <a:off x="9301075" y="3714310"/>
                <a:ext cx="206280" cy="259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D5503E-C081-C83B-6DF4-EB999B1C5D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94955" y="3708190"/>
                  <a:ext cx="218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5688E7-F9FF-FE1D-6F4B-78F757DCB4A8}"/>
                    </a:ext>
                  </a:extLst>
                </p14:cNvPr>
                <p14:cNvContentPartPr/>
                <p14:nvPr/>
              </p14:nvContentPartPr>
              <p14:xfrm>
                <a:off x="9445795" y="3416230"/>
                <a:ext cx="209880" cy="942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5688E7-F9FF-FE1D-6F4B-78F757DCB4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39675" y="3410110"/>
                  <a:ext cx="222120" cy="9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B4F68D7-4A64-2E71-30DD-73618C4E2CD9}"/>
                    </a:ext>
                  </a:extLst>
                </p14:cNvPr>
                <p14:cNvContentPartPr/>
                <p14:nvPr/>
              </p14:nvContentPartPr>
              <p14:xfrm>
                <a:off x="9792475" y="3448270"/>
                <a:ext cx="58680" cy="402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B4F68D7-4A64-2E71-30DD-73618C4E2C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86355" y="3442150"/>
                  <a:ext cx="709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3690C97-885E-5FF3-C443-484B20E5794F}"/>
                    </a:ext>
                  </a:extLst>
                </p14:cNvPr>
                <p14:cNvContentPartPr/>
                <p14:nvPr/>
              </p14:nvContentPartPr>
              <p14:xfrm>
                <a:off x="9954115" y="3328030"/>
                <a:ext cx="268200" cy="692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3690C97-885E-5FF3-C443-484B20E579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47995" y="3321910"/>
                  <a:ext cx="2804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6A5AB5-1DC4-4616-3C7C-641CFDE54EC6}"/>
                    </a:ext>
                  </a:extLst>
                </p14:cNvPr>
                <p14:cNvContentPartPr/>
                <p14:nvPr/>
              </p14:nvContentPartPr>
              <p14:xfrm>
                <a:off x="10120795" y="3528190"/>
                <a:ext cx="176400" cy="312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6A5AB5-1DC4-4616-3C7C-641CFDE54E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14675" y="3522070"/>
                  <a:ext cx="188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FA5999-F08D-3161-321B-CC8F7A2EA09A}"/>
                    </a:ext>
                  </a:extLst>
                </p14:cNvPr>
                <p14:cNvContentPartPr/>
                <p14:nvPr/>
              </p14:nvContentPartPr>
              <p14:xfrm>
                <a:off x="10221955" y="3349270"/>
                <a:ext cx="140760" cy="788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FA5999-F08D-3161-321B-CC8F7A2EA0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15835" y="3343150"/>
                  <a:ext cx="15300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86F69B-B85D-A3C7-5C39-B9BA057A5BC5}"/>
                    </a:ext>
                  </a:extLst>
                </p14:cNvPr>
                <p14:cNvContentPartPr/>
                <p14:nvPr/>
              </p14:nvContentPartPr>
              <p14:xfrm>
                <a:off x="8214955" y="4146310"/>
                <a:ext cx="15840" cy="31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86F69B-B85D-A3C7-5C39-B9BA057A5B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08835" y="4140190"/>
                  <a:ext cx="28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65E4C1-F5B4-B2BF-1E30-BACF4D8B5362}"/>
                    </a:ext>
                  </a:extLst>
                </p14:cNvPr>
                <p14:cNvContentPartPr/>
                <p14:nvPr/>
              </p14:nvContentPartPr>
              <p14:xfrm>
                <a:off x="8210635" y="4051630"/>
                <a:ext cx="1516680" cy="186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65E4C1-F5B4-B2BF-1E30-BACF4D8B53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04515" y="4045510"/>
                  <a:ext cx="152892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BF27406-8967-4894-CFD7-DD29708CD2FA}"/>
                  </a:ext>
                </a:extLst>
              </p14:cNvPr>
              <p14:cNvContentPartPr/>
              <p14:nvPr/>
            </p14:nvContentPartPr>
            <p14:xfrm>
              <a:off x="5276995" y="5335390"/>
              <a:ext cx="1288080" cy="1746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BF27406-8967-4894-CFD7-DD29708CD2F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270875" y="5329270"/>
                <a:ext cx="1300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128C80B-288C-6CC2-AC25-CD4D2CD1954B}"/>
                  </a:ext>
                </a:extLst>
              </p14:cNvPr>
              <p14:cNvContentPartPr/>
              <p14:nvPr/>
            </p14:nvContentPartPr>
            <p14:xfrm>
              <a:off x="1767715" y="3442510"/>
              <a:ext cx="1958040" cy="4258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128C80B-288C-6CC2-AC25-CD4D2CD1954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761595" y="3436390"/>
                <a:ext cx="1970280" cy="43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E741B3B3-FA21-BF85-A330-A9BDF66E55FE}"/>
              </a:ext>
            </a:extLst>
          </p:cNvPr>
          <p:cNvGrpSpPr/>
          <p:nvPr/>
        </p:nvGrpSpPr>
        <p:grpSpPr>
          <a:xfrm>
            <a:off x="1637755" y="2260270"/>
            <a:ext cx="1070640" cy="1650960"/>
            <a:chOff x="1637755" y="2260270"/>
            <a:chExt cx="1070640" cy="165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202CB7C-FC3E-F5F4-4523-FA1F9B955D54}"/>
                    </a:ext>
                  </a:extLst>
                </p14:cNvPr>
                <p14:cNvContentPartPr/>
                <p14:nvPr/>
              </p14:nvContentPartPr>
              <p14:xfrm>
                <a:off x="1637755" y="2260270"/>
                <a:ext cx="61560" cy="1650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202CB7C-FC3E-F5F4-4523-FA1F9B955D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31635" y="2254150"/>
                  <a:ext cx="73800" cy="16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5529B0-DA07-BF2B-6CA9-7469160B8937}"/>
                    </a:ext>
                  </a:extLst>
                </p14:cNvPr>
                <p14:cNvContentPartPr/>
                <p14:nvPr/>
              </p14:nvContentPartPr>
              <p14:xfrm>
                <a:off x="1649275" y="2314270"/>
                <a:ext cx="547560" cy="1580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5529B0-DA07-BF2B-6CA9-7469160B89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43155" y="2308150"/>
                  <a:ext cx="559800" cy="15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323CEAF-AF0A-3299-1ABF-414E6FE8B902}"/>
                    </a:ext>
                  </a:extLst>
                </p14:cNvPr>
                <p14:cNvContentPartPr/>
                <p14:nvPr/>
              </p14:nvContentPartPr>
              <p14:xfrm>
                <a:off x="1871395" y="2621710"/>
                <a:ext cx="6480" cy="21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323CEAF-AF0A-3299-1ABF-414E6FE8B90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65275" y="2615590"/>
                  <a:ext cx="18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B8B2C87-39BC-0EB8-79F7-C07477E5F2D0}"/>
                    </a:ext>
                  </a:extLst>
                </p14:cNvPr>
                <p14:cNvContentPartPr/>
                <p14:nvPr/>
              </p14:nvContentPartPr>
              <p14:xfrm>
                <a:off x="1678795" y="2631790"/>
                <a:ext cx="338040" cy="344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B8B2C87-39BC-0EB8-79F7-C07477E5F2D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72675" y="2625670"/>
                  <a:ext cx="3502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3418433-AB25-8B17-0AF9-F0DABF649767}"/>
                    </a:ext>
                  </a:extLst>
                </p14:cNvPr>
                <p14:cNvContentPartPr/>
                <p14:nvPr/>
              </p14:nvContentPartPr>
              <p14:xfrm>
                <a:off x="2286475" y="2355310"/>
                <a:ext cx="421920" cy="1480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3418433-AB25-8B17-0AF9-F0DABF64976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80355" y="2349190"/>
                  <a:ext cx="434160" cy="149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50CD834-F75D-8758-CDF4-D59406E60A28}"/>
                  </a:ext>
                </a:extLst>
              </p14:cNvPr>
              <p14:cNvContentPartPr/>
              <p14:nvPr/>
            </p14:nvContentPartPr>
            <p14:xfrm>
              <a:off x="10158955" y="5305870"/>
              <a:ext cx="537840" cy="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50CD834-F75D-8758-CDF4-D59406E60A2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152835" y="5293630"/>
                <a:ext cx="550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E1B8DE1-5AFE-042B-7744-133550D5F4EC}"/>
                  </a:ext>
                </a:extLst>
              </p14:cNvPr>
              <p14:cNvContentPartPr/>
              <p14:nvPr/>
            </p14:nvContentPartPr>
            <p14:xfrm>
              <a:off x="9955915" y="5996350"/>
              <a:ext cx="528480" cy="90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1B8DE1-5AFE-042B-7744-133550D5F4E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49795" y="5990230"/>
                <a:ext cx="5407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7750C69-B810-ECDE-C1ED-149E2EBAAEF6}"/>
                  </a:ext>
                </a:extLst>
              </p14:cNvPr>
              <p14:cNvContentPartPr/>
              <p14:nvPr/>
            </p14:nvContentPartPr>
            <p14:xfrm>
              <a:off x="3518102" y="4730995"/>
              <a:ext cx="2669986" cy="37935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7750C69-B810-ECDE-C1ED-149E2EBAAEF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511982" y="4724876"/>
                <a:ext cx="2682225" cy="391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61EFEEA-F38A-64F7-1D6D-41CBD9E293B1}"/>
                  </a:ext>
                </a:extLst>
              </p14:cNvPr>
              <p14:cNvContentPartPr/>
              <p14:nvPr/>
            </p14:nvContentPartPr>
            <p14:xfrm>
              <a:off x="3968755" y="5552110"/>
              <a:ext cx="2038320" cy="429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61EFEEA-F38A-64F7-1D6D-41CBD9E293B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62635" y="5545990"/>
                <a:ext cx="2050560" cy="4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12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1: Continued </a:t>
            </a:r>
            <a:endParaRPr lang="en-IN" dirty="0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/>
        </p:nvGraphicFramePr>
        <p:xfrm>
          <a:off x="6172200" y="1493838"/>
          <a:ext cx="5207000" cy="481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63045318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59555659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77704710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810662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45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58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0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4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170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23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22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5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6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26471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50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73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1676400"/>
            <a:ext cx="5105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got the new message contains the word ‘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 Money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Decide whether this new message is a normal or spam message?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2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Solution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84935" y="151530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Play</a:t>
            </a:r>
            <a:br>
              <a:rPr lang="en-US" dirty="0"/>
            </a:br>
            <a:r>
              <a:rPr lang="en-US" dirty="0"/>
              <a:t>                     normal  spam  </a:t>
            </a:r>
            <a:r>
              <a:rPr lang="en-US" dirty="0">
                <a:solidFill>
                  <a:srgbClr val="FF0000"/>
                </a:solidFill>
              </a:rPr>
              <a:t>Row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Total</a:t>
            </a:r>
            <a:br>
              <a:rPr lang="en-US" dirty="0"/>
            </a:br>
            <a:r>
              <a:rPr lang="en-US" dirty="0"/>
              <a:t>word</a:t>
            </a:r>
            <a:br>
              <a:rPr lang="en-US" dirty="0"/>
            </a:br>
            <a:r>
              <a:rPr lang="en-US" dirty="0"/>
              <a:t>Dear                8          2              </a:t>
            </a:r>
            <a:r>
              <a:rPr lang="en-US" dirty="0">
                <a:solidFill>
                  <a:srgbClr val="FF0000"/>
                </a:solidFill>
              </a:rPr>
              <a:t>10   </a:t>
            </a:r>
            <a:br>
              <a:rPr lang="en-US" dirty="0"/>
            </a:br>
            <a:r>
              <a:rPr lang="en-US" dirty="0"/>
              <a:t>Friend              5          1               </a:t>
            </a:r>
            <a:r>
              <a:rPr lang="en-US" dirty="0">
                <a:solidFill>
                  <a:srgbClr val="FF0000"/>
                </a:solidFill>
              </a:rPr>
              <a:t>6</a:t>
            </a:r>
            <a:br>
              <a:rPr lang="en-US" dirty="0"/>
            </a:br>
            <a:r>
              <a:rPr lang="en-US" dirty="0"/>
              <a:t>Lunch              3          0               </a:t>
            </a:r>
            <a:r>
              <a:rPr lang="en-US" dirty="0">
                <a:solidFill>
                  <a:srgbClr val="FF0000"/>
                </a:solidFill>
              </a:rPr>
              <a:t>3</a:t>
            </a:r>
            <a:br>
              <a:rPr lang="en-US" dirty="0"/>
            </a:br>
            <a:r>
              <a:rPr lang="en-US" dirty="0"/>
              <a:t>Money              1          4              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  <a:p>
            <a:r>
              <a:rPr lang="en-US" dirty="0">
                <a:solidFill>
                  <a:srgbClr val="FF0000"/>
                </a:solidFill>
              </a:rPr>
              <a:t>Column Total        17        7       24</a:t>
            </a:r>
          </a:p>
          <a:p>
            <a:endParaRPr lang="en-US" b="1" i="1" spc="-5" dirty="0">
              <a:solidFill>
                <a:srgbClr val="FF0000"/>
              </a:solidFill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4 - Apply probabilities from frequency table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4884" y="4707213"/>
                <a:ext cx="5154873" cy="560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P(N). P(L/N). P(M/N)</a:t>
                </a:r>
                <a:r>
                  <a:rPr lang="en-US" baseline="30000" dirty="0"/>
                  <a:t>4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0.0000015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84" y="4707213"/>
                <a:ext cx="5154873" cy="560410"/>
              </a:xfrm>
              <a:prstGeom prst="rect">
                <a:avLst/>
              </a:prstGeom>
              <a:blipFill>
                <a:blip r:embed="rId2"/>
                <a:stretch>
                  <a:fillRect l="-946" r="-355"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6217775" y="1700678"/>
            <a:ext cx="49836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can observe that we have to classify any message with Lunch as Normal message, no matter how many times we see the word Money and that’s the problem.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3811" y="5466061"/>
                <a:ext cx="3952621" cy="560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P(S). P(L/S). P(M/S)</a:t>
                </a:r>
                <a:r>
                  <a:rPr lang="en-US" baseline="30000" dirty="0"/>
                  <a:t>4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11" y="5466061"/>
                <a:ext cx="3952621" cy="560410"/>
              </a:xfrm>
              <a:prstGeom prst="rect">
                <a:avLst/>
              </a:prstGeom>
              <a:blipFill>
                <a:blip r:embed="rId3"/>
                <a:stretch>
                  <a:fillRect l="-1235" r="-772"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705600" y="3178006"/>
            <a:ext cx="4495800" cy="117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FF0000"/>
                </a:solidFill>
              </a:rPr>
              <a:t>Issue with Naïve Bayes classifier: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FF0000"/>
                </a:solidFill>
              </a:rPr>
              <a:t>will not be able to classify as Normal or Spam!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934" y="4819678"/>
            <a:ext cx="55205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To work around this problem add 1 count to the frequency table to each word.  </a:t>
            </a:r>
            <a:r>
              <a:rPr lang="en-US" b="1" dirty="0">
                <a:solidFill>
                  <a:srgbClr val="FF0000"/>
                </a:solidFill>
              </a:rPr>
              <a:t>(Laplace smoothing)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4BAA58B-AD99-96F2-64CE-310858F31C14}"/>
                  </a:ext>
                </a:extLst>
              </p14:cNvPr>
              <p14:cNvContentPartPr/>
              <p14:nvPr/>
            </p14:nvContentPartPr>
            <p14:xfrm>
              <a:off x="1913875" y="4459870"/>
              <a:ext cx="257040" cy="223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4BAA58B-AD99-96F2-64CE-310858F31C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7755" y="4453750"/>
                <a:ext cx="26928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12F55BE7-5550-6A7D-24FA-A935BF7F2F33}"/>
              </a:ext>
            </a:extLst>
          </p:cNvPr>
          <p:cNvGrpSpPr/>
          <p:nvPr/>
        </p:nvGrpSpPr>
        <p:grpSpPr>
          <a:xfrm>
            <a:off x="293875" y="4229470"/>
            <a:ext cx="3476520" cy="1135800"/>
            <a:chOff x="293875" y="4229470"/>
            <a:chExt cx="3476520" cy="11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8ADC35-69FD-3E19-CC61-8D0D1383D620}"/>
                    </a:ext>
                  </a:extLst>
                </p14:cNvPr>
                <p14:cNvContentPartPr/>
                <p14:nvPr/>
              </p14:nvContentPartPr>
              <p14:xfrm>
                <a:off x="2681035" y="4690990"/>
                <a:ext cx="5400" cy="8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8ADC35-69FD-3E19-CC61-8D0D1383D6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74915" y="4684870"/>
                  <a:ext cx="176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91B72B-44F8-4DAB-B740-FE950065B43B}"/>
                    </a:ext>
                  </a:extLst>
                </p14:cNvPr>
                <p14:cNvContentPartPr/>
                <p14:nvPr/>
              </p14:nvContentPartPr>
              <p14:xfrm>
                <a:off x="691315" y="4379590"/>
                <a:ext cx="87840" cy="32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91B72B-44F8-4DAB-B740-FE950065B4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195" y="4373470"/>
                  <a:ext cx="1000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23796E-E069-5AAC-4B06-C81FB199BAB4}"/>
                    </a:ext>
                  </a:extLst>
                </p14:cNvPr>
                <p14:cNvContentPartPr/>
                <p14:nvPr/>
              </p14:nvContentPartPr>
              <p14:xfrm>
                <a:off x="858715" y="4310830"/>
                <a:ext cx="194400" cy="469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23796E-E069-5AAC-4B06-C81FB199BA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2595" y="4304710"/>
                  <a:ext cx="2066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6182DD-3FD3-5E45-A46D-4B29D312BF3D}"/>
                    </a:ext>
                  </a:extLst>
                </p14:cNvPr>
                <p14:cNvContentPartPr/>
                <p14:nvPr/>
              </p14:nvContentPartPr>
              <p14:xfrm>
                <a:off x="1025755" y="4427470"/>
                <a:ext cx="178560" cy="199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6182DD-3FD3-5E45-A46D-4B29D312BF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9635" y="4421350"/>
                  <a:ext cx="190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7313BA-B2D2-08FD-21DD-929661C79D98}"/>
                    </a:ext>
                  </a:extLst>
                </p14:cNvPr>
                <p14:cNvContentPartPr/>
                <p14:nvPr/>
              </p14:nvContentPartPr>
              <p14:xfrm>
                <a:off x="1277395" y="4620430"/>
                <a:ext cx="63360" cy="20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7313BA-B2D2-08FD-21DD-929661C79D9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1275" y="4614310"/>
                  <a:ext cx="75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B1B8FBC-46A2-DD5C-2B4A-5DAA612E15C6}"/>
                    </a:ext>
                  </a:extLst>
                </p14:cNvPr>
                <p14:cNvContentPartPr/>
                <p14:nvPr/>
              </p14:nvContentPartPr>
              <p14:xfrm>
                <a:off x="1478995" y="4465630"/>
                <a:ext cx="173160" cy="18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B1B8FBC-46A2-DD5C-2B4A-5DAA612E15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72875" y="4459510"/>
                  <a:ext cx="185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316EE3-C913-B43B-26A5-2E0884E0AC51}"/>
                    </a:ext>
                  </a:extLst>
                </p14:cNvPr>
                <p14:cNvContentPartPr/>
                <p14:nvPr/>
              </p14:nvContentPartPr>
              <p14:xfrm>
                <a:off x="1728475" y="4672270"/>
                <a:ext cx="75960" cy="25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316EE3-C913-B43B-26A5-2E0884E0AC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22355" y="4666150"/>
                  <a:ext cx="88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4B7DAB-FF56-204A-9B89-ECD6425319A1}"/>
                    </a:ext>
                  </a:extLst>
                </p14:cNvPr>
                <p14:cNvContentPartPr/>
                <p14:nvPr/>
              </p14:nvContentPartPr>
              <p14:xfrm>
                <a:off x="2222755" y="4702150"/>
                <a:ext cx="80640" cy="217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4B7DAB-FF56-204A-9B89-ECD6425319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16635" y="4696030"/>
                  <a:ext cx="92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49C2D4-B068-DEDD-BF8D-3E52D29F79F4}"/>
                    </a:ext>
                  </a:extLst>
                </p14:cNvPr>
                <p14:cNvContentPartPr/>
                <p14:nvPr/>
              </p14:nvContentPartPr>
              <p14:xfrm>
                <a:off x="2373595" y="4462030"/>
                <a:ext cx="227160" cy="262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49C2D4-B068-DEDD-BF8D-3E52D29F79F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67475" y="4455910"/>
                  <a:ext cx="239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7B21DD-70B1-60F8-3FD7-388156757434}"/>
                    </a:ext>
                  </a:extLst>
                </p14:cNvPr>
                <p14:cNvContentPartPr/>
                <p14:nvPr/>
              </p14:nvContentPartPr>
              <p14:xfrm>
                <a:off x="2633155" y="4717630"/>
                <a:ext cx="59400" cy="195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7B21DD-70B1-60F8-3FD7-3881567574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7035" y="4711510"/>
                  <a:ext cx="71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F2370A-BFF6-901C-BCF6-32192C2881C7}"/>
                    </a:ext>
                  </a:extLst>
                </p14:cNvPr>
                <p14:cNvContentPartPr/>
                <p14:nvPr/>
              </p14:nvContentPartPr>
              <p14:xfrm>
                <a:off x="2817475" y="4464190"/>
                <a:ext cx="228960" cy="20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F2370A-BFF6-901C-BCF6-32192C2881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11355" y="4458070"/>
                  <a:ext cx="241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78C9AE-1F13-E394-5D80-D9252DA5A209}"/>
                    </a:ext>
                  </a:extLst>
                </p14:cNvPr>
                <p14:cNvContentPartPr/>
                <p14:nvPr/>
              </p14:nvContentPartPr>
              <p14:xfrm>
                <a:off x="3049315" y="4673350"/>
                <a:ext cx="101880" cy="258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78C9AE-1F13-E394-5D80-D9252DA5A2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43195" y="4667230"/>
                  <a:ext cx="114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6A12E6-AE43-639C-6507-2DA896395018}"/>
                    </a:ext>
                  </a:extLst>
                </p14:cNvPr>
                <p14:cNvContentPartPr/>
                <p14:nvPr/>
              </p14:nvContentPartPr>
              <p14:xfrm>
                <a:off x="3195115" y="4477510"/>
                <a:ext cx="231480" cy="200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6A12E6-AE43-639C-6507-2DA8963950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88995" y="4471390"/>
                  <a:ext cx="243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F6ABBF-8F5C-678E-77BA-7BD8897F6BC0}"/>
                    </a:ext>
                  </a:extLst>
                </p14:cNvPr>
                <p14:cNvContentPartPr/>
                <p14:nvPr/>
              </p14:nvContentPartPr>
              <p14:xfrm>
                <a:off x="3473395" y="4234510"/>
                <a:ext cx="82080" cy="681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F6ABBF-8F5C-678E-77BA-7BD8897F6B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67275" y="4228390"/>
                  <a:ext cx="9432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5AF757-452E-8E67-7226-9C346DA53DB7}"/>
                    </a:ext>
                  </a:extLst>
                </p14:cNvPr>
                <p14:cNvContentPartPr/>
                <p14:nvPr/>
              </p14:nvContentPartPr>
              <p14:xfrm>
                <a:off x="316195" y="4229470"/>
                <a:ext cx="3454200" cy="583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5AF757-452E-8E67-7226-9C346DA53D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0075" y="4223350"/>
                  <a:ext cx="346644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2626654-3D28-8A4B-27BE-100B18291F19}"/>
                    </a:ext>
                  </a:extLst>
                </p14:cNvPr>
                <p14:cNvContentPartPr/>
                <p14:nvPr/>
              </p14:nvContentPartPr>
              <p14:xfrm>
                <a:off x="293875" y="4840390"/>
                <a:ext cx="2248560" cy="524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2626654-3D28-8A4B-27BE-100B18291F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755" y="4834270"/>
                  <a:ext cx="2260800" cy="53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6EBA637-12D5-BDB3-C317-B48EDA4D7EC2}"/>
                  </a:ext>
                </a:extLst>
              </p14:cNvPr>
              <p14:cNvContentPartPr/>
              <p14:nvPr/>
            </p14:nvContentPartPr>
            <p14:xfrm>
              <a:off x="4440715" y="5115430"/>
              <a:ext cx="1135080" cy="104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6EBA637-12D5-BDB3-C317-B48EDA4D7EC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34595" y="5109310"/>
                <a:ext cx="11473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646294C-D7A2-43FA-F8AD-FFC002396BEF}"/>
                  </a:ext>
                </a:extLst>
              </p14:cNvPr>
              <p14:cNvContentPartPr/>
              <p14:nvPr/>
            </p14:nvContentPartPr>
            <p14:xfrm>
              <a:off x="2432635" y="6085270"/>
              <a:ext cx="1614240" cy="792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646294C-D7A2-43FA-F8AD-FFC002396BE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26515" y="6079150"/>
                <a:ext cx="16264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0E05E1E-EC76-2F43-AA3E-C53FF480AAEA}"/>
                  </a:ext>
                </a:extLst>
              </p14:cNvPr>
              <p14:cNvContentPartPr/>
              <p14:nvPr/>
            </p14:nvContentPartPr>
            <p14:xfrm>
              <a:off x="213955" y="5523310"/>
              <a:ext cx="2186280" cy="542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0E05E1E-EC76-2F43-AA3E-C53FF480AAE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7835" y="5517190"/>
                <a:ext cx="219852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EB2CD84-ED9B-0430-9D6F-1BDE3062EC22}"/>
                  </a:ext>
                </a:extLst>
              </p14:cNvPr>
              <p14:cNvContentPartPr/>
              <p14:nvPr/>
            </p14:nvContentPartPr>
            <p14:xfrm>
              <a:off x="4023835" y="5890870"/>
              <a:ext cx="299880" cy="10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EB2CD84-ED9B-0430-9D6F-1BDE3062EC2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17715" y="5884750"/>
                <a:ext cx="3121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C62FC6-C15F-A946-B65C-93943D5F3E9E}"/>
                  </a:ext>
                </a:extLst>
              </p14:cNvPr>
              <p14:cNvContentPartPr/>
              <p14:nvPr/>
            </p14:nvContentPartPr>
            <p14:xfrm>
              <a:off x="9284155" y="5140270"/>
              <a:ext cx="1839240" cy="94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C62FC6-C15F-A946-B65C-93943D5F3E9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278035" y="5134150"/>
                <a:ext cx="1851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4B60C72-BB6E-E799-280B-A0333AA8846E}"/>
                  </a:ext>
                </a:extLst>
              </p14:cNvPr>
              <p14:cNvContentPartPr/>
              <p14:nvPr/>
            </p14:nvContentPartPr>
            <p14:xfrm>
              <a:off x="6588835" y="5420710"/>
              <a:ext cx="2895120" cy="153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4B60C72-BB6E-E799-280B-A0333AA884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82715" y="5414590"/>
                <a:ext cx="29073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507135D-B7E9-F68F-6673-6646448D330E}"/>
                  </a:ext>
                </a:extLst>
              </p14:cNvPr>
              <p14:cNvContentPartPr/>
              <p14:nvPr/>
            </p14:nvContentPartPr>
            <p14:xfrm>
              <a:off x="266875" y="1559350"/>
              <a:ext cx="3854880" cy="22572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507135D-B7E9-F68F-6673-6646448D330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0755" y="1553230"/>
                <a:ext cx="3867120" cy="22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0E7F6DC-12F8-E3DF-ED4D-CDE3E0E1B0B1}"/>
                  </a:ext>
                </a:extLst>
              </p14:cNvPr>
              <p14:cNvContentPartPr/>
              <p14:nvPr/>
            </p14:nvContentPartPr>
            <p14:xfrm>
              <a:off x="1952035" y="3441790"/>
              <a:ext cx="493560" cy="385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0E7F6DC-12F8-E3DF-ED4D-CDE3E0E1B0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45915" y="3435670"/>
                <a:ext cx="505800" cy="39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49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Solution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84935" y="151530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Play</a:t>
            </a:r>
            <a:br>
              <a:rPr lang="en-US" dirty="0"/>
            </a:br>
            <a:r>
              <a:rPr lang="en-US" dirty="0"/>
              <a:t>                     normal  spam  </a:t>
            </a:r>
            <a:r>
              <a:rPr lang="en-US" dirty="0">
                <a:solidFill>
                  <a:srgbClr val="FF0000"/>
                </a:solidFill>
              </a:rPr>
              <a:t>Row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Total</a:t>
            </a:r>
            <a:br>
              <a:rPr lang="en-US" dirty="0"/>
            </a:br>
            <a:r>
              <a:rPr lang="en-US" dirty="0"/>
              <a:t>word</a:t>
            </a:r>
            <a:br>
              <a:rPr lang="en-US" dirty="0"/>
            </a:br>
            <a:r>
              <a:rPr lang="en-US" dirty="0"/>
              <a:t>Dear                8+1          2+1              </a:t>
            </a:r>
            <a:r>
              <a:rPr lang="en-US" dirty="0">
                <a:solidFill>
                  <a:srgbClr val="FF0000"/>
                </a:solidFill>
              </a:rPr>
              <a:t>12   </a:t>
            </a:r>
            <a:br>
              <a:rPr lang="en-US" dirty="0"/>
            </a:br>
            <a:r>
              <a:rPr lang="en-US" dirty="0"/>
              <a:t>Friend              5+1          1+1               </a:t>
            </a:r>
            <a:r>
              <a:rPr lang="en-US" dirty="0">
                <a:solidFill>
                  <a:srgbClr val="FF0000"/>
                </a:solidFill>
              </a:rPr>
              <a:t>8</a:t>
            </a:r>
            <a:br>
              <a:rPr lang="en-US" dirty="0"/>
            </a:br>
            <a:r>
              <a:rPr lang="en-US" dirty="0"/>
              <a:t>Lunch              3+1          0+1               </a:t>
            </a:r>
            <a:r>
              <a:rPr lang="en-US" dirty="0">
                <a:solidFill>
                  <a:srgbClr val="FF0000"/>
                </a:solidFill>
              </a:rPr>
              <a:t>5</a:t>
            </a:r>
            <a:br>
              <a:rPr lang="en-US" dirty="0"/>
            </a:br>
            <a:r>
              <a:rPr lang="en-US" dirty="0"/>
              <a:t>Money              1+1          4+1              </a:t>
            </a:r>
            <a:r>
              <a:rPr lang="en-US" dirty="0">
                <a:solidFill>
                  <a:srgbClr val="FF0000"/>
                </a:solidFill>
              </a:rPr>
              <a:t>7</a:t>
            </a:r>
          </a:p>
          <a:p>
            <a:r>
              <a:rPr lang="en-US" dirty="0">
                <a:solidFill>
                  <a:srgbClr val="FF0000"/>
                </a:solidFill>
              </a:rPr>
              <a:t>Column Total     21            11              32</a:t>
            </a:r>
          </a:p>
          <a:p>
            <a:endParaRPr lang="en-US" b="1" i="1" spc="-5" dirty="0">
              <a:solidFill>
                <a:srgbClr val="FF0000"/>
              </a:solidFill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spc="-5" dirty="0">
                <a:solidFill>
                  <a:srgbClr val="292929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4 - Apply probabilities from frequency table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54884" y="4707213"/>
                <a:ext cx="4920834" cy="560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P(N). P(L/N). P(M/N)</a:t>
                </a:r>
                <a:r>
                  <a:rPr lang="en-US" baseline="30000" dirty="0"/>
                  <a:t>4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0.00001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84" y="4707213"/>
                <a:ext cx="4920834" cy="560410"/>
              </a:xfrm>
              <a:prstGeom prst="rect">
                <a:avLst/>
              </a:prstGeom>
              <a:blipFill>
                <a:blip r:embed="rId2"/>
                <a:stretch>
                  <a:fillRect l="-991" r="-496"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3811" y="5466061"/>
                <a:ext cx="4790992" cy="560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P(S). P(L/S). P(M/S)</a:t>
                </a:r>
                <a:r>
                  <a:rPr lang="en-US" baseline="30000" dirty="0"/>
                  <a:t>4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0.00133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11" y="5466061"/>
                <a:ext cx="4790992" cy="560410"/>
              </a:xfrm>
              <a:prstGeom prst="rect">
                <a:avLst/>
              </a:prstGeom>
              <a:blipFill>
                <a:blip r:embed="rId3"/>
                <a:stretch>
                  <a:fillRect l="-1018" r="-509" b="-5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217775" y="1700678"/>
            <a:ext cx="49836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As P (S/ L, M</a:t>
            </a:r>
            <a:r>
              <a:rPr lang="en-US" baseline="30000" dirty="0"/>
              <a:t>4</a:t>
            </a:r>
            <a:r>
              <a:rPr lang="en-US" dirty="0"/>
              <a:t> ) &gt; P (N/ L, M</a:t>
            </a:r>
            <a:r>
              <a:rPr lang="en-US" baseline="30000" dirty="0"/>
              <a:t>4</a:t>
            </a:r>
            <a:r>
              <a:rPr lang="en-US" dirty="0"/>
              <a:t> ) , we can decide that </a:t>
            </a:r>
            <a:r>
              <a:rPr lang="en-US" b="1" dirty="0"/>
              <a:t>Lunch Money </a:t>
            </a:r>
            <a:r>
              <a:rPr lang="en-US" b="1" dirty="0" err="1"/>
              <a:t>Money</a:t>
            </a:r>
            <a:r>
              <a:rPr lang="en-US" b="1" dirty="0"/>
              <a:t> </a:t>
            </a:r>
            <a:r>
              <a:rPr lang="en-US" b="1" dirty="0" err="1"/>
              <a:t>Money</a:t>
            </a:r>
            <a:r>
              <a:rPr lang="en-US" b="1" dirty="0"/>
              <a:t> </a:t>
            </a:r>
            <a:r>
              <a:rPr lang="en-US" b="1" dirty="0" err="1"/>
              <a:t>Money</a:t>
            </a:r>
            <a:r>
              <a:rPr lang="en-US" b="1" dirty="0"/>
              <a:t> is Spam</a:t>
            </a:r>
            <a:r>
              <a:rPr lang="en-US" dirty="0"/>
              <a:t>   message.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C20E11-D9DC-806C-2965-F01A2903A191}"/>
                  </a:ext>
                </a:extLst>
              </p14:cNvPr>
              <p14:cNvContentPartPr/>
              <p14:nvPr/>
            </p14:nvContentPartPr>
            <p14:xfrm>
              <a:off x="1849075" y="3441790"/>
              <a:ext cx="414720" cy="385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C20E11-D9DC-806C-2965-F01A2903A1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2955" y="3435670"/>
                <a:ext cx="42696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09C18B-D511-FF86-8A0A-45D2B4CA01F2}"/>
                  </a:ext>
                </a:extLst>
              </p14:cNvPr>
              <p14:cNvContentPartPr/>
              <p14:nvPr/>
            </p14:nvContentPartPr>
            <p14:xfrm>
              <a:off x="1967515" y="2389510"/>
              <a:ext cx="284040" cy="1119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09C18B-D511-FF86-8A0A-45D2B4CA01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1395" y="2383390"/>
                <a:ext cx="296280" cy="11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0624207-E54D-98F3-5A07-D124587FB54C}"/>
              </a:ext>
            </a:extLst>
          </p:cNvPr>
          <p:cNvGrpSpPr/>
          <p:nvPr/>
        </p:nvGrpSpPr>
        <p:grpSpPr>
          <a:xfrm>
            <a:off x="2764915" y="2390590"/>
            <a:ext cx="387000" cy="1460160"/>
            <a:chOff x="2764915" y="2390590"/>
            <a:chExt cx="387000" cy="14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498C6D-404B-F39C-CE26-638DD0C22E1D}"/>
                    </a:ext>
                  </a:extLst>
                </p14:cNvPr>
                <p14:cNvContentPartPr/>
                <p14:nvPr/>
              </p14:nvContentPartPr>
              <p14:xfrm>
                <a:off x="2849515" y="2390590"/>
                <a:ext cx="302400" cy="1066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498C6D-404B-F39C-CE26-638DD0C22E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43395" y="2384470"/>
                  <a:ext cx="314640" cy="10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FB6410-CF87-F2F2-F2D5-7A29478F1BE0}"/>
                    </a:ext>
                  </a:extLst>
                </p14:cNvPr>
                <p14:cNvContentPartPr/>
                <p14:nvPr/>
              </p14:nvContentPartPr>
              <p14:xfrm>
                <a:off x="2764915" y="3467350"/>
                <a:ext cx="359640" cy="383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FB6410-CF87-F2F2-F2D5-7A29478F1B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58795" y="3461230"/>
                  <a:ext cx="371880" cy="39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AAA3414-8D52-6C52-08EE-36C3BAA49B08}"/>
                  </a:ext>
                </a:extLst>
              </p14:cNvPr>
              <p14:cNvContentPartPr/>
              <p14:nvPr/>
            </p14:nvContentPartPr>
            <p14:xfrm>
              <a:off x="4263595" y="5198590"/>
              <a:ext cx="983880" cy="63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AAA3414-8D52-6C52-08EE-36C3BAA49B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57475" y="5192470"/>
                <a:ext cx="9961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CB9652F-AEFE-689B-86D8-AB343C1C6AD1}"/>
                  </a:ext>
                </a:extLst>
              </p14:cNvPr>
              <p14:cNvContentPartPr/>
              <p14:nvPr/>
            </p14:nvContentPartPr>
            <p14:xfrm>
              <a:off x="4163155" y="5978710"/>
              <a:ext cx="1054440" cy="111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CB9652F-AEFE-689B-86D8-AB343C1C6A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57035" y="5972590"/>
                <a:ext cx="10666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791BAAE-1950-80BA-7F3F-BD5E6E9AEAA1}"/>
                  </a:ext>
                </a:extLst>
              </p14:cNvPr>
              <p14:cNvContentPartPr/>
              <p14:nvPr/>
            </p14:nvContentPartPr>
            <p14:xfrm>
              <a:off x="6472915" y="1633150"/>
              <a:ext cx="1225080" cy="520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791BAAE-1950-80BA-7F3F-BD5E6E9AEAA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66795" y="1627030"/>
                <a:ext cx="123732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CB791B-F133-ACF6-7AF8-D7D5884C6373}"/>
                  </a:ext>
                </a:extLst>
              </p14:cNvPr>
              <p14:cNvContentPartPr/>
              <p14:nvPr/>
            </p14:nvContentPartPr>
            <p14:xfrm>
              <a:off x="7853515" y="1614430"/>
              <a:ext cx="1187640" cy="477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CB791B-F133-ACF6-7AF8-D7D5884C637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47395" y="1608310"/>
                <a:ext cx="1199880" cy="48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6229F31-D1E5-0DB0-22A3-0D69984B6308}"/>
              </a:ext>
            </a:extLst>
          </p:cNvPr>
          <p:cNvGrpSpPr/>
          <p:nvPr/>
        </p:nvGrpSpPr>
        <p:grpSpPr>
          <a:xfrm>
            <a:off x="6268795" y="2245150"/>
            <a:ext cx="5387760" cy="2922120"/>
            <a:chOff x="6268795" y="2245150"/>
            <a:chExt cx="5387760" cy="29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07C2B3-3C55-5807-7560-817CCA0169A4}"/>
                    </a:ext>
                  </a:extLst>
                </p14:cNvPr>
                <p14:cNvContentPartPr/>
                <p14:nvPr/>
              </p14:nvContentPartPr>
              <p14:xfrm>
                <a:off x="6313435" y="2245150"/>
                <a:ext cx="3312720" cy="88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07C2B3-3C55-5807-7560-817CCA0169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07315" y="2239030"/>
                  <a:ext cx="3324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99B690-712A-3D0F-9F84-FB71C28BC75C}"/>
                    </a:ext>
                  </a:extLst>
                </p14:cNvPr>
                <p14:cNvContentPartPr/>
                <p14:nvPr/>
              </p14:nvContentPartPr>
              <p14:xfrm>
                <a:off x="9893995" y="2329750"/>
                <a:ext cx="996120" cy="3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99B690-712A-3D0F-9F84-FB71C28BC7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87875" y="2323630"/>
                  <a:ext cx="1008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636F5C-0EFD-74CA-1F36-2BD3EB2748EF}"/>
                    </a:ext>
                  </a:extLst>
                </p14:cNvPr>
                <p14:cNvContentPartPr/>
                <p14:nvPr/>
              </p14:nvContentPartPr>
              <p14:xfrm>
                <a:off x="6268795" y="2901790"/>
                <a:ext cx="96840" cy="62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636F5C-0EFD-74CA-1F36-2BD3EB2748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62675" y="2895670"/>
                  <a:ext cx="10908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0C9681-6281-7495-BAAB-33A28DF4D18B}"/>
                    </a:ext>
                  </a:extLst>
                </p14:cNvPr>
                <p14:cNvContentPartPr/>
                <p14:nvPr/>
              </p14:nvContentPartPr>
              <p14:xfrm>
                <a:off x="6516475" y="2802790"/>
                <a:ext cx="269280" cy="877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0C9681-6281-7495-BAAB-33A28DF4D1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10355" y="2796670"/>
                  <a:ext cx="28152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6509D8-7C01-40F5-7313-3282AB55F4C4}"/>
                    </a:ext>
                  </a:extLst>
                </p14:cNvPr>
                <p14:cNvContentPartPr/>
                <p14:nvPr/>
              </p14:nvContentPartPr>
              <p14:xfrm>
                <a:off x="6736075" y="3028510"/>
                <a:ext cx="185040" cy="44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6509D8-7C01-40F5-7313-3282AB55F4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9955" y="3022390"/>
                  <a:ext cx="1972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EA23004-A431-F2DD-51B6-14485BCF43C8}"/>
                    </a:ext>
                  </a:extLst>
                </p14:cNvPr>
                <p14:cNvContentPartPr/>
                <p14:nvPr/>
              </p14:nvContentPartPr>
              <p14:xfrm>
                <a:off x="6995995" y="2878390"/>
                <a:ext cx="180000" cy="999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EA23004-A431-F2DD-51B6-14485BCF43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9875" y="2872270"/>
                  <a:ext cx="19224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12B5403-18BA-9620-6F8A-6D6267F096BF}"/>
                    </a:ext>
                  </a:extLst>
                </p14:cNvPr>
                <p14:cNvContentPartPr/>
                <p14:nvPr/>
              </p14:nvContentPartPr>
              <p14:xfrm>
                <a:off x="7156195" y="3177550"/>
                <a:ext cx="266760" cy="252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12B5403-18BA-9620-6F8A-6D6267F096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50075" y="3171430"/>
                  <a:ext cx="279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EA35EF-63EF-41FB-EE62-005DB4636A60}"/>
                    </a:ext>
                  </a:extLst>
                </p14:cNvPr>
                <p14:cNvContentPartPr/>
                <p14:nvPr/>
              </p14:nvContentPartPr>
              <p14:xfrm>
                <a:off x="7410715" y="3545830"/>
                <a:ext cx="101880" cy="305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EA35EF-63EF-41FB-EE62-005DB4636A6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04595" y="3539710"/>
                  <a:ext cx="1141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8B9E9F-4CF1-96ED-033F-8D52BD4C1096}"/>
                    </a:ext>
                  </a:extLst>
                </p14:cNvPr>
                <p14:cNvContentPartPr/>
                <p14:nvPr/>
              </p14:nvContentPartPr>
              <p14:xfrm>
                <a:off x="7621675" y="3099790"/>
                <a:ext cx="328680" cy="29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8B9E9F-4CF1-96ED-033F-8D52BD4C10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5555" y="3093670"/>
                  <a:ext cx="340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FF69D2-2422-A2A1-80F9-2192333C70A2}"/>
                    </a:ext>
                  </a:extLst>
                </p14:cNvPr>
                <p14:cNvContentPartPr/>
                <p14:nvPr/>
              </p14:nvContentPartPr>
              <p14:xfrm>
                <a:off x="8009035" y="3502630"/>
                <a:ext cx="31320" cy="120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FF69D2-2422-A2A1-80F9-2192333C70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02915" y="3496510"/>
                  <a:ext cx="43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9B4B23-CE5A-D3F9-21FD-D500D82F1404}"/>
                    </a:ext>
                  </a:extLst>
                </p14:cNvPr>
                <p14:cNvContentPartPr/>
                <p14:nvPr/>
              </p14:nvContentPartPr>
              <p14:xfrm>
                <a:off x="8224315" y="3029590"/>
                <a:ext cx="357480" cy="329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9B4B23-CE5A-D3F9-21FD-D500D82F14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18195" y="3023470"/>
                  <a:ext cx="3697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9FFB4A-713C-8222-2A47-398D7FDA9675}"/>
                    </a:ext>
                  </a:extLst>
                </p14:cNvPr>
                <p14:cNvContentPartPr/>
                <p14:nvPr/>
              </p14:nvContentPartPr>
              <p14:xfrm>
                <a:off x="8684035" y="3460150"/>
                <a:ext cx="66600" cy="184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9FFB4A-713C-8222-2A47-398D7FDA96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77915" y="3454030"/>
                  <a:ext cx="78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E95519-4AF3-E80E-469B-5584B9FE6C01}"/>
                    </a:ext>
                  </a:extLst>
                </p14:cNvPr>
                <p14:cNvContentPartPr/>
                <p14:nvPr/>
              </p14:nvContentPartPr>
              <p14:xfrm>
                <a:off x="8908315" y="3052270"/>
                <a:ext cx="320400" cy="339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E95519-4AF3-E80E-469B-5584B9FE6C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02195" y="3046150"/>
                  <a:ext cx="332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40A590-50D5-AB86-ABC6-7CEEE8321546}"/>
                    </a:ext>
                  </a:extLst>
                </p14:cNvPr>
                <p14:cNvContentPartPr/>
                <p14:nvPr/>
              </p14:nvContentPartPr>
              <p14:xfrm>
                <a:off x="9327715" y="3457990"/>
                <a:ext cx="39600" cy="11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340A590-50D5-AB86-ABC6-7CEEE83215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1595" y="3451870"/>
                  <a:ext cx="51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9B243A-AAE0-3A89-634E-A8F8E396F282}"/>
                    </a:ext>
                  </a:extLst>
                </p14:cNvPr>
                <p14:cNvContentPartPr/>
                <p14:nvPr/>
              </p14:nvContentPartPr>
              <p14:xfrm>
                <a:off x="9555235" y="3033190"/>
                <a:ext cx="343080" cy="330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9B243A-AAE0-3A89-634E-A8F8E396F28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49115" y="3027070"/>
                  <a:ext cx="3553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371E478-82FC-409D-9416-1A3BC0ED03B9}"/>
                    </a:ext>
                  </a:extLst>
                </p14:cNvPr>
                <p14:cNvContentPartPr/>
                <p14:nvPr/>
              </p14:nvContentPartPr>
              <p14:xfrm>
                <a:off x="9839275" y="2537830"/>
                <a:ext cx="232560" cy="1220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371E478-82FC-409D-9416-1A3BC0ED03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33155" y="2531710"/>
                  <a:ext cx="244800" cy="12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824AE5-FCEF-2095-17D9-8164073848C0}"/>
                    </a:ext>
                  </a:extLst>
                </p14:cNvPr>
                <p14:cNvContentPartPr/>
                <p14:nvPr/>
              </p14:nvContentPartPr>
              <p14:xfrm>
                <a:off x="7562275" y="4321270"/>
                <a:ext cx="212760" cy="147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824AE5-FCEF-2095-17D9-8164073848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56155" y="4315150"/>
                  <a:ext cx="225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9EF4E4-B8F0-EC9E-B218-3DBBC002CA32}"/>
                    </a:ext>
                  </a:extLst>
                </p14:cNvPr>
                <p14:cNvContentPartPr/>
                <p14:nvPr/>
              </p14:nvContentPartPr>
              <p14:xfrm>
                <a:off x="8102995" y="4050910"/>
                <a:ext cx="92160" cy="52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9EF4E4-B8F0-EC9E-B218-3DBBC002CA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96875" y="4044790"/>
                  <a:ext cx="1044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1AEA16-21C4-F5D6-A26D-5EEB03F88ADA}"/>
                    </a:ext>
                  </a:extLst>
                </p14:cNvPr>
                <p14:cNvContentPartPr/>
                <p14:nvPr/>
              </p14:nvContentPartPr>
              <p14:xfrm>
                <a:off x="8306395" y="3994030"/>
                <a:ext cx="220680" cy="833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1AEA16-21C4-F5D6-A26D-5EEB03F88A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00275" y="3987910"/>
                  <a:ext cx="23292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9A3EB85-3231-13FF-2FD6-BC8C84AC82AF}"/>
                    </a:ext>
                  </a:extLst>
                </p14:cNvPr>
                <p14:cNvContentPartPr/>
                <p14:nvPr/>
              </p14:nvContentPartPr>
              <p14:xfrm>
                <a:off x="8491795" y="4141270"/>
                <a:ext cx="300240" cy="357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9A3EB85-3231-13FF-2FD6-BC8C84AC82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85675" y="4135150"/>
                  <a:ext cx="3124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BFB8954-7304-B407-1E2C-E80D2BE3E9C0}"/>
                    </a:ext>
                  </a:extLst>
                </p14:cNvPr>
                <p14:cNvContentPartPr/>
                <p14:nvPr/>
              </p14:nvContentPartPr>
              <p14:xfrm>
                <a:off x="8833795" y="4040830"/>
                <a:ext cx="219960" cy="1025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BFB8954-7304-B407-1E2C-E80D2BE3E9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27675" y="4034710"/>
                  <a:ext cx="23220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20CD69-2F83-A990-B8FE-6CCA79FCCF5B}"/>
                    </a:ext>
                  </a:extLst>
                </p14:cNvPr>
                <p14:cNvContentPartPr/>
                <p14:nvPr/>
              </p14:nvContentPartPr>
              <p14:xfrm>
                <a:off x="8964115" y="4449790"/>
                <a:ext cx="222480" cy="262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20CD69-2F83-A990-B8FE-6CCA79FCCF5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57995" y="4443670"/>
                  <a:ext cx="2347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FB458E-D4B4-492D-120E-788D90FF55A1}"/>
                    </a:ext>
                  </a:extLst>
                </p14:cNvPr>
                <p14:cNvContentPartPr/>
                <p14:nvPr/>
              </p14:nvContentPartPr>
              <p14:xfrm>
                <a:off x="9179755" y="4846150"/>
                <a:ext cx="102960" cy="321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FB458E-D4B4-492D-120E-788D90FF55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73635" y="4840030"/>
                  <a:ext cx="1152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EA7ECC-1FCF-CBC6-B562-19D968A957B2}"/>
                    </a:ext>
                  </a:extLst>
                </p14:cNvPr>
                <p14:cNvContentPartPr/>
                <p14:nvPr/>
              </p14:nvContentPartPr>
              <p14:xfrm>
                <a:off x="9356875" y="4392910"/>
                <a:ext cx="317160" cy="354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EA7ECC-1FCF-CBC6-B562-19D968A957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50755" y="4386790"/>
                  <a:ext cx="329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4FDA0B-BA79-94A0-B94E-9C00849C18BB}"/>
                    </a:ext>
                  </a:extLst>
                </p14:cNvPr>
                <p14:cNvContentPartPr/>
                <p14:nvPr/>
              </p14:nvContentPartPr>
              <p14:xfrm>
                <a:off x="9741715" y="4851190"/>
                <a:ext cx="48960" cy="15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4FDA0B-BA79-94A0-B94E-9C00849C18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35595" y="4845070"/>
                  <a:ext cx="61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7D0546-3DF0-C9C3-2BC5-9B9239C8F72C}"/>
                    </a:ext>
                  </a:extLst>
                </p14:cNvPr>
                <p14:cNvContentPartPr/>
                <p14:nvPr/>
              </p14:nvContentPartPr>
              <p14:xfrm>
                <a:off x="9942595" y="4397950"/>
                <a:ext cx="360720" cy="335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7D0546-3DF0-C9C3-2BC5-9B9239C8F7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36475" y="4391830"/>
                  <a:ext cx="372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51BBFE-82DC-7CE6-ED26-094E7DBA5873}"/>
                    </a:ext>
                  </a:extLst>
                </p14:cNvPr>
                <p14:cNvContentPartPr/>
                <p14:nvPr/>
              </p14:nvContentPartPr>
              <p14:xfrm>
                <a:off x="10378555" y="4799710"/>
                <a:ext cx="85320" cy="20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51BBFE-82DC-7CE6-ED26-094E7DBA58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72435" y="4793590"/>
                  <a:ext cx="97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E2DBCF-509B-C90A-2826-15381FEAC3B8}"/>
                    </a:ext>
                  </a:extLst>
                </p14:cNvPr>
                <p14:cNvContentPartPr/>
                <p14:nvPr/>
              </p14:nvContentPartPr>
              <p14:xfrm>
                <a:off x="10603195" y="4327390"/>
                <a:ext cx="342000" cy="301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E2DBCF-509B-C90A-2826-15381FEAC3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97075" y="4321270"/>
                  <a:ext cx="354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F3C21-4F8A-9EC6-5F5E-1191114B50ED}"/>
                    </a:ext>
                  </a:extLst>
                </p14:cNvPr>
                <p14:cNvContentPartPr/>
                <p14:nvPr/>
              </p14:nvContentPartPr>
              <p14:xfrm>
                <a:off x="10953835" y="4786030"/>
                <a:ext cx="74880" cy="183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F3C21-4F8A-9EC6-5F5E-1191114B50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47715" y="4779910"/>
                  <a:ext cx="87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CE99B1-1971-2933-BF8E-A16824457DAC}"/>
                    </a:ext>
                  </a:extLst>
                </p14:cNvPr>
                <p14:cNvContentPartPr/>
                <p14:nvPr/>
              </p14:nvContentPartPr>
              <p14:xfrm>
                <a:off x="11156875" y="4296430"/>
                <a:ext cx="293040" cy="35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CE99B1-1971-2933-BF8E-A16824457D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50755" y="4290310"/>
                  <a:ext cx="305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B3E783-D8CA-A872-53CC-772DD0AA80E5}"/>
                    </a:ext>
                  </a:extLst>
                </p14:cNvPr>
                <p14:cNvContentPartPr/>
                <p14:nvPr/>
              </p14:nvContentPartPr>
              <p14:xfrm>
                <a:off x="11376475" y="3689830"/>
                <a:ext cx="280080" cy="136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B3E783-D8CA-A872-53CC-772DD0AA80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70355" y="3683710"/>
                  <a:ext cx="292320" cy="137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634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E8AD-EAC2-5658-146F-DF77C16A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F939-9329-A511-5947-D12AEF94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Example :2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29EFCA0-ED0C-F89F-E707-4FBC6B5F1E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51DDA8FF-276C-7B70-669F-73D5C5C17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FE2D586-9FBF-888E-2DE3-6C70CEFFB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41353"/>
            <a:ext cx="3789575" cy="322899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feature of 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 = (Outlook is Sunny ,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is Hot,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Humidity is Normal, 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Windy is False), 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the player will </a:t>
            </a:r>
          </a:p>
          <a:p>
            <a:pPr fontAlgn="base">
              <a:spcAft>
                <a:spcPct val="0"/>
              </a:spcAft>
            </a:pPr>
            <a:r>
              <a:rPr lang="en-IN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 or not?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7DB47A-5AFE-9565-79B4-D7E8FB98E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565373"/>
              </p:ext>
            </p:extLst>
          </p:nvPr>
        </p:nvGraphicFramePr>
        <p:xfrm>
          <a:off x="4289064" y="1033032"/>
          <a:ext cx="6598895" cy="57609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119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7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129">
                <a:tc>
                  <a:txBody>
                    <a:bodyPr/>
                    <a:lstStyle/>
                    <a:p>
                      <a:r>
                        <a:rPr lang="en-IN" sz="1800" dirty="0"/>
                        <a:t>S. No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Outlook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Temp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Humidity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Windy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Play Tennis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Rainy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Hot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2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Rainy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Hot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3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Overcast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Hot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 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4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Sunny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5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Sunny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Cool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6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Sunny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Cool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7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Overcast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Cool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8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Rainy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9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Rainy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Cool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10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Sunny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11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Rainy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12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Overcast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13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Overcast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Hot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Normal 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False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Yes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9221">
                <a:tc>
                  <a:txBody>
                    <a:bodyPr/>
                    <a:lstStyle/>
                    <a:p>
                      <a:r>
                        <a:rPr lang="en-IN" sz="1800" b="1" dirty="0"/>
                        <a:t>14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Sunny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Mild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High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True</a:t>
                      </a:r>
                    </a:p>
                  </a:txBody>
                  <a:tcPr marL="91433" marR="91433" marT="45726" marB="45726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No</a:t>
                      </a:r>
                    </a:p>
                  </a:txBody>
                  <a:tcPr marL="91433" marR="91433" marT="45726" marB="45726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558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D48B-8489-FE25-A0DC-2A17EAD7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C4D9-A00A-8E68-ED9C-1B594DE4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Example 2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8E0ADF2-91FC-A1FC-6555-1E08871937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5921F4BD-536E-3B92-95E4-D8CFEAB0C0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CF4A9E6-A8A7-7B16-7C87-2942A1E6D3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976658"/>
              </p:ext>
            </p:extLst>
          </p:nvPr>
        </p:nvGraphicFramePr>
        <p:xfrm>
          <a:off x="122647" y="1021711"/>
          <a:ext cx="4241800" cy="1828800"/>
        </p:xfrm>
        <a:graphic>
          <a:graphicData uri="http://schemas.openxmlformats.org/drawingml/2006/table">
            <a:tbl>
              <a:tblPr firstRow="1" bandRow="1"/>
              <a:tblGrid>
                <a:gridCol w="1295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2/9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5/14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4/9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4/14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5/14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3E539E35-326F-03D3-63AE-DD110B81E6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804152"/>
              </p:ext>
            </p:extLst>
          </p:nvPr>
        </p:nvGraphicFramePr>
        <p:xfrm>
          <a:off x="7038679" y="1021711"/>
          <a:ext cx="3703639" cy="1828800"/>
        </p:xfrm>
        <a:graphic>
          <a:graphicData uri="http://schemas.openxmlformats.org/drawingml/2006/table">
            <a:tbl>
              <a:tblPr firstRow="1" bandRow="1"/>
              <a:tblGrid>
                <a:gridCol w="101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2/9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4/14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4/9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6/14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4/14</a:t>
                      </a:r>
                    </a:p>
                  </a:txBody>
                  <a:tcPr marL="91439" marR="91439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B741464-BD8F-5B91-B289-386652730C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952642"/>
              </p:ext>
            </p:extLst>
          </p:nvPr>
        </p:nvGraphicFramePr>
        <p:xfrm>
          <a:off x="188635" y="3915185"/>
          <a:ext cx="4241800" cy="1371600"/>
        </p:xfrm>
        <a:graphic>
          <a:graphicData uri="http://schemas.openxmlformats.org/drawingml/2006/table">
            <a:tbl>
              <a:tblPr firstRow="1" bandRow="1"/>
              <a:tblGrid>
                <a:gridCol w="164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7/14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6/9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1/5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7/14</a:t>
                      </a:r>
                    </a:p>
                  </a:txBody>
                  <a:tcPr marL="91434" marR="91434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F6CF92BE-1CC4-4AE7-B412-A8901BBCF3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1740677"/>
              </p:ext>
            </p:extLst>
          </p:nvPr>
        </p:nvGraphicFramePr>
        <p:xfrm>
          <a:off x="7121231" y="3818953"/>
          <a:ext cx="3621087" cy="1371600"/>
        </p:xfrm>
        <a:graphic>
          <a:graphicData uri="http://schemas.openxmlformats.org/drawingml/2006/table">
            <a:tbl>
              <a:tblPr firstRow="1" bandRow="1"/>
              <a:tblGrid>
                <a:gridCol w="1225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6/14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6/9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8/14</a:t>
                      </a:r>
                    </a:p>
                  </a:txBody>
                  <a:tcPr marL="91430" marR="9143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256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94E6-7ED8-0329-1B10-2A053BAF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BEF6-9A81-4A46-E7D3-A138BA66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2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D1AB3864-9F28-30AD-E004-F1C4E6F746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1C3079F3-A119-8396-ABDE-73434A88D7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95AF6DB9-7C22-A7CF-736F-8AA09D1890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0672" y="1234912"/>
                <a:ext cx="10972800" cy="4841451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IN" dirty="0"/>
                  <a:t>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𝑌𝑒𝑠</m:t>
                        </m:r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IN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𝑁𝑜</m:t>
                        </m:r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</a:rPr>
                      <m:t>=5/14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auto">
                  <a:spcAft>
                    <a:spcPts val="0"/>
                  </a:spcAft>
                </a:pPr>
                <a:endParaRPr lang="en-IN" dirty="0"/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95AF6DB9-7C22-A7CF-736F-8AA09D189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72" y="1234912"/>
                <a:ext cx="10972800" cy="4841451"/>
              </a:xfrm>
              <a:prstGeom prst="rect">
                <a:avLst/>
              </a:prstGeo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555B9C-47CA-D593-14F3-051F84314D2E}"/>
                  </a:ext>
                </a:extLst>
              </p:cNvPr>
              <p:cNvSpPr txBox="1"/>
              <p:nvPr/>
            </p:nvSpPr>
            <p:spPr>
              <a:xfrm>
                <a:off x="620185" y="2293704"/>
                <a:ext cx="11226194" cy="388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Today = (Sunny, Hot, Normal, False) 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Today = X, Sunny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  <a:p>
                <a:r>
                  <a:rPr lang="en-IN" sz="2400" dirty="0"/>
                  <a:t>P(Yes/ 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𝑌𝑒𝑠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𝑌𝑒𝑠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𝑌𝑒𝑠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𝑌𝑒𝑠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𝑦𝑒𝑠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𝑦𝑒𝑠</m:t>
                                </m:r>
                              </m:den>
                            </m:f>
                          </m:e>
                        </m:d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𝑦𝑒𝑠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𝑦𝑒𝑠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𝑌𝑒𝑠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IN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IN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𝑦𝑒𝑠</m:t>
                            </m:r>
                          </m:den>
                        </m:f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𝑦𝑒𝑠</m:t>
                            </m:r>
                          </m:den>
                        </m:f>
                      </m:e>
                    </m:d>
                    <m:r>
                      <a:rPr lang="en-IN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𝑦𝑒𝑠</m:t>
                            </m:r>
                          </m:den>
                        </m:f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𝑦𝑒𝑠</m:t>
                            </m:r>
                          </m:den>
                        </m:f>
                      </m:e>
                    </m:d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𝑌𝑒𝑠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IN" dirty="0"/>
                  <a:t> =0.021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 for P(No/X) </a:t>
                </a:r>
              </a:p>
              <a:p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IN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</m:t>
                            </m:r>
                          </m:den>
                        </m:f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</m:t>
                            </m:r>
                          </m:den>
                        </m:f>
                      </m:e>
                    </m:d>
                    <m:r>
                      <a:rPr lang="en-IN" sz="24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</m:t>
                            </m:r>
                          </m:den>
                        </m:f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</m:t>
                            </m:r>
                          </m:den>
                        </m:f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𝑛𝑜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=0.005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P( Yes/X) &gt; P(No/X) . Hence, Player will play Tennis.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555B9C-47CA-D593-14F3-051F8431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85" y="2293704"/>
                <a:ext cx="11226194" cy="3888950"/>
              </a:xfrm>
              <a:prstGeom prst="rect">
                <a:avLst/>
              </a:prstGeom>
              <a:blipFill>
                <a:blip r:embed="rId3"/>
                <a:stretch>
                  <a:fillRect l="-869" t="-1254" b="-26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3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DCA5-377A-1B78-5C59-E2079229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9ACC-603F-1AA9-B3F7-A9A1702B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Example:3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315FB5FC-F73B-3603-8B22-002FB5BDFC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7AB7283C-EBF2-89D0-E934-5093E412DE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731D0-D651-712F-7018-70D0E85E88D7}"/>
              </a:ext>
            </a:extLst>
          </p:cNvPr>
          <p:cNvSpPr txBox="1"/>
          <p:nvPr/>
        </p:nvSpPr>
        <p:spPr>
          <a:xfrm>
            <a:off x="122464" y="810633"/>
            <a:ext cx="50863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Estimate Conditional Probability of each attributes {colour, legs, height, smelly} for the species classes:             { S1, S2 } using the data given in the table.</a:t>
            </a:r>
          </a:p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Using these probabilities in the table estimate the probabilities values for the </a:t>
            </a:r>
          </a:p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instance – { Colour =Green , Legs = 2, Height = Tall and Smelly= No}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438EB8A-7A1D-DD51-0FD6-CDAB9CBD0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702189"/>
              </p:ext>
            </p:extLst>
          </p:nvPr>
        </p:nvGraphicFramePr>
        <p:xfrm>
          <a:off x="5429250" y="1208314"/>
          <a:ext cx="6667277" cy="4598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2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Colour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Legs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Height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Smelly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Species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White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Short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Green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Tall 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Green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Short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4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White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3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Short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S1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5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Green 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Short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S2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6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White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Tall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S2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7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White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Tall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No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S2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931">
                <a:tc>
                  <a:txBody>
                    <a:bodyPr/>
                    <a:lstStyle/>
                    <a:p>
                      <a:r>
                        <a:rPr lang="en-IN" sz="1800" dirty="0"/>
                        <a:t>8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White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Short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Yes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S2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974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9129-A37A-B076-B6A9-FA6FD46D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1019-5399-ECC5-54AE-40F968EB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Example 3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658A1133-4D66-51EA-0525-37854531BC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B85513C3-F0AC-E9BC-7FA6-58E133EA7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AD001FD-19F4-90D1-0527-6FE48F524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1493838"/>
            <a:ext cx="10972800" cy="45259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P(S1)=   , P(S2)=   ,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CE844-6EC9-FC5D-974B-E756133673C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91530" y="1507668"/>
            <a:ext cx="181139" cy="51937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84C18-8CD4-7B79-8249-B3F643B85F2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07121" y="1507668"/>
            <a:ext cx="181139" cy="51937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noFill/>
                <a:effectLst/>
                <a:uLnTx/>
                <a:uFillTx/>
              </a:rPr>
              <a:t> 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6B8EA7B-BA76-5E95-3CEE-061E884DE6B7}"/>
              </a:ext>
            </a:extLst>
          </p:cNvPr>
          <p:cNvGraphicFramePr>
            <a:graphicFrameLocks noGrp="1"/>
          </p:cNvGraphicFramePr>
          <p:nvPr/>
        </p:nvGraphicFramePr>
        <p:xfrm>
          <a:off x="558800" y="2225675"/>
          <a:ext cx="3598863" cy="1112838"/>
        </p:xfrm>
        <a:graphic>
          <a:graphicData uri="http://schemas.openxmlformats.org/drawingml/2006/table">
            <a:tbl>
              <a:tblPr firstRow="1" bandRow="1"/>
              <a:tblGrid>
                <a:gridCol w="119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Colour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S1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S2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White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     2/4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 3/4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Green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     2/4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1/4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A0AF824-0491-BB33-E84E-BCABDE640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498853"/>
              </p:ext>
            </p:extLst>
          </p:nvPr>
        </p:nvGraphicFramePr>
        <p:xfrm>
          <a:off x="7394281" y="1814280"/>
          <a:ext cx="3598863" cy="1112838"/>
        </p:xfrm>
        <a:graphic>
          <a:graphicData uri="http://schemas.openxmlformats.org/drawingml/2006/table">
            <a:tbl>
              <a:tblPr firstRow="1" bandRow="1"/>
              <a:tblGrid>
                <a:gridCol w="119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Legs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S1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S2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2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¼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4/4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3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¾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0/4</a:t>
                      </a:r>
                    </a:p>
                  </a:txBody>
                  <a:tcPr marL="91451" marR="91451" marT="45733" marB="45733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DE80EEB-EA7F-78D8-BD9D-2CC6D54ED8E9}"/>
              </a:ext>
            </a:extLst>
          </p:cNvPr>
          <p:cNvGraphicFramePr>
            <a:graphicFrameLocks noGrp="1"/>
          </p:cNvGraphicFramePr>
          <p:nvPr/>
        </p:nvGraphicFramePr>
        <p:xfrm>
          <a:off x="627063" y="3757613"/>
          <a:ext cx="3597276" cy="1111251"/>
        </p:xfrm>
        <a:graphic>
          <a:graphicData uri="http://schemas.openxmlformats.org/drawingml/2006/table">
            <a:tbl>
              <a:tblPr firstRow="1" bandRow="1"/>
              <a:tblGrid>
                <a:gridCol w="119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Height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S1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S2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Tall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¾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2/4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Short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¼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2/4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FC4DAB-9CD7-0868-70B1-FCE5C66CB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195534"/>
              </p:ext>
            </p:extLst>
          </p:nvPr>
        </p:nvGraphicFramePr>
        <p:xfrm>
          <a:off x="7395868" y="3510401"/>
          <a:ext cx="3597276" cy="1111251"/>
        </p:xfrm>
        <a:graphic>
          <a:graphicData uri="http://schemas.openxmlformats.org/drawingml/2006/table">
            <a:tbl>
              <a:tblPr firstRow="1" bandRow="1"/>
              <a:tblGrid>
                <a:gridCol w="119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Smelly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S1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S2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Yes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¾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¼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No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¼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DejaVu Sans"/>
                          <a:cs typeface="DejaVu Sans"/>
                        </a:defRPr>
                      </a:lvl9pPr>
                    </a:lstStyle>
                    <a:p>
                      <a:r>
                        <a:rPr lang="en-IN" sz="1800" dirty="0"/>
                        <a:t>3/4</a:t>
                      </a:r>
                    </a:p>
                  </a:txBody>
                  <a:tcPr marL="91411" marR="91411" marT="45668" marB="4566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68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B54E-5181-B772-19DD-AB231193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16DD-45CA-EB2A-A7F4-1164C7DE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3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C0B281F6-FFC2-7982-BFE3-C7838E203B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D6F3CBB7-6D24-7B5E-1C89-DBA9E6F093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EF39D-ACB8-32E3-F9EF-01F449B0E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9553"/>
            <a:ext cx="10973751" cy="45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94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6435-01A5-64DF-A87C-2914DEE1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B8E3-8E21-A1B9-48A2-1D234186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Naïve Bayes for Text Classification</a:t>
            </a:r>
            <a:endParaRPr lang="en-IN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37AD05C-7E3D-B1A9-4EF2-4BECA731E3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BA598256-0A8C-C548-87F9-964E43281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0355" name="Picture 2">
            <a:extLst>
              <a:ext uri="{FF2B5EF4-FFF2-40B4-BE49-F238E27FC236}">
                <a16:creationId xmlns:a16="http://schemas.microsoft.com/office/drawing/2014/main" id="{D959ABE2-8039-F13D-53DA-51878BE85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3" t="20732" r="19046" b="11777"/>
          <a:stretch/>
        </p:blipFill>
        <p:spPr bwMode="auto">
          <a:xfrm>
            <a:off x="103695" y="1114719"/>
            <a:ext cx="9898144" cy="5664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DEF823-C39C-B274-0391-24226E1B2859}"/>
                  </a:ext>
                </a:extLst>
              </p14:cNvPr>
              <p14:cNvContentPartPr/>
              <p14:nvPr/>
            </p14:nvContentPartPr>
            <p14:xfrm>
              <a:off x="4459435" y="2360710"/>
              <a:ext cx="1104120" cy="635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DEF823-C39C-B274-0391-24226E1B28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3315" y="2354590"/>
                <a:ext cx="1116360" cy="64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1A126105-1D63-6E6F-E3B5-609403FDA829}"/>
              </a:ext>
            </a:extLst>
          </p:cNvPr>
          <p:cNvGrpSpPr/>
          <p:nvPr/>
        </p:nvGrpSpPr>
        <p:grpSpPr>
          <a:xfrm>
            <a:off x="4907635" y="1715590"/>
            <a:ext cx="6178320" cy="1964160"/>
            <a:chOff x="4907635" y="1715590"/>
            <a:chExt cx="6178320" cy="19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2B4802-333F-E0CC-B723-7E360EDDA4C4}"/>
                    </a:ext>
                  </a:extLst>
                </p14:cNvPr>
                <p14:cNvContentPartPr/>
                <p14:nvPr/>
              </p14:nvContentPartPr>
              <p14:xfrm>
                <a:off x="6535555" y="2163430"/>
                <a:ext cx="1785600" cy="112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2B4802-333F-E0CC-B723-7E360EDDA4C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29435" y="2157310"/>
                  <a:ext cx="179784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9F74DF-2C5C-47B1-B35D-0E51BCAEA6AB}"/>
                    </a:ext>
                  </a:extLst>
                </p14:cNvPr>
                <p14:cNvContentPartPr/>
                <p14:nvPr/>
              </p14:nvContentPartPr>
              <p14:xfrm>
                <a:off x="8396035" y="1774990"/>
                <a:ext cx="132840" cy="42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9F74DF-2C5C-47B1-B35D-0E51BCAEA6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89915" y="1768870"/>
                  <a:ext cx="1450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810021-CC13-28E6-D55D-13A3E42A175D}"/>
                    </a:ext>
                  </a:extLst>
                </p14:cNvPr>
                <p14:cNvContentPartPr/>
                <p14:nvPr/>
              </p14:nvContentPartPr>
              <p14:xfrm>
                <a:off x="8655235" y="1715590"/>
                <a:ext cx="307440" cy="616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810021-CC13-28E6-D55D-13A3E42A175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49115" y="1709470"/>
                  <a:ext cx="3196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813D06F-47F0-BC0C-27DD-4F80188047D9}"/>
                    </a:ext>
                  </a:extLst>
                </p14:cNvPr>
                <p14:cNvContentPartPr/>
                <p14:nvPr/>
              </p14:nvContentPartPr>
              <p14:xfrm>
                <a:off x="8910835" y="1826470"/>
                <a:ext cx="120960" cy="334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813D06F-47F0-BC0C-27DD-4F80188047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04715" y="1820350"/>
                  <a:ext cx="1332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56E73B-0F64-77B6-7474-5F29D63346F2}"/>
                    </a:ext>
                  </a:extLst>
                </p14:cNvPr>
                <p14:cNvContentPartPr/>
                <p14:nvPr/>
              </p14:nvContentPartPr>
              <p14:xfrm>
                <a:off x="9044755" y="1767430"/>
                <a:ext cx="253080" cy="846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56E73B-0F64-77B6-7474-5F29D63346F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38635" y="1761310"/>
                  <a:ext cx="26532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9396CC-9417-3F13-68F3-DDCD9F7BC0D7}"/>
                    </a:ext>
                  </a:extLst>
                </p14:cNvPr>
                <p14:cNvContentPartPr/>
                <p14:nvPr/>
              </p14:nvContentPartPr>
              <p14:xfrm>
                <a:off x="9256075" y="2145430"/>
                <a:ext cx="205560" cy="16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9396CC-9417-3F13-68F3-DDCD9F7BC0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49955" y="2139310"/>
                  <a:ext cx="217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0C1DD5D-DCBE-C9DA-C641-7ADA764B53CE}"/>
                    </a:ext>
                  </a:extLst>
                </p14:cNvPr>
                <p14:cNvContentPartPr/>
                <p14:nvPr/>
              </p14:nvContentPartPr>
              <p14:xfrm>
                <a:off x="9365875" y="1718830"/>
                <a:ext cx="138600" cy="863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0C1DD5D-DCBE-C9DA-C641-7ADA764B53C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59755" y="1712710"/>
                  <a:ext cx="15084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5E843B-6690-DDA1-4791-79A338135142}"/>
                    </a:ext>
                  </a:extLst>
                </p14:cNvPr>
                <p14:cNvContentPartPr/>
                <p14:nvPr/>
              </p14:nvContentPartPr>
              <p14:xfrm>
                <a:off x="9022435" y="2904310"/>
                <a:ext cx="79920" cy="3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5E843B-6690-DDA1-4791-79A3381351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16315" y="2898190"/>
                  <a:ext cx="92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BD1E84-A453-1400-55EC-11AF7F41B7DC}"/>
                    </a:ext>
                  </a:extLst>
                </p14:cNvPr>
                <p14:cNvContentPartPr/>
                <p14:nvPr/>
              </p14:nvContentPartPr>
              <p14:xfrm>
                <a:off x="9034675" y="3013030"/>
                <a:ext cx="141120" cy="4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BD1E84-A453-1400-55EC-11AF7F41B7D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28555" y="3006910"/>
                  <a:ext cx="153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C70C70-FB6D-5220-24BA-A7BF1BEA13B9}"/>
                    </a:ext>
                  </a:extLst>
                </p14:cNvPr>
                <p14:cNvContentPartPr/>
                <p14:nvPr/>
              </p14:nvContentPartPr>
              <p14:xfrm>
                <a:off x="9440755" y="2792350"/>
                <a:ext cx="6480" cy="230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C70C70-FB6D-5220-24BA-A7BF1BEA13B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34635" y="2786230"/>
                  <a:ext cx="18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F8C391-C77D-F041-F523-8FEF4787C630}"/>
                    </a:ext>
                  </a:extLst>
                </p14:cNvPr>
                <p14:cNvContentPartPr/>
                <p14:nvPr/>
              </p14:nvContentPartPr>
              <p14:xfrm>
                <a:off x="9549835" y="2776870"/>
                <a:ext cx="36000" cy="290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F8C391-C77D-F041-F523-8FEF4787C6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43715" y="2770750"/>
                  <a:ext cx="48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FAD5DD-1E5E-1C19-9B44-16F9F61B3E9A}"/>
                    </a:ext>
                  </a:extLst>
                </p14:cNvPr>
                <p14:cNvContentPartPr/>
                <p14:nvPr/>
              </p14:nvContentPartPr>
              <p14:xfrm>
                <a:off x="9204595" y="2688310"/>
                <a:ext cx="540000" cy="139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FAD5DD-1E5E-1C19-9B44-16F9F61B3E9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98475" y="2682190"/>
                  <a:ext cx="552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03F864-23BD-D8A2-ACE4-0F3D28C388AF}"/>
                    </a:ext>
                  </a:extLst>
                </p14:cNvPr>
                <p14:cNvContentPartPr/>
                <p14:nvPr/>
              </p14:nvContentPartPr>
              <p14:xfrm>
                <a:off x="9185155" y="3209590"/>
                <a:ext cx="120240" cy="354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03F864-23BD-D8A2-ACE4-0F3D28C388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79035" y="3203470"/>
                  <a:ext cx="132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06AFF3-31F6-F1FB-6D92-5F040F7E0E2F}"/>
                    </a:ext>
                  </a:extLst>
                </p14:cNvPr>
                <p14:cNvContentPartPr/>
                <p14:nvPr/>
              </p14:nvContentPartPr>
              <p14:xfrm>
                <a:off x="9125755" y="3360790"/>
                <a:ext cx="170280" cy="34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06AFF3-31F6-F1FB-6D92-5F040F7E0E2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19635" y="3354670"/>
                  <a:ext cx="182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3E75A4-F0DC-69FC-49AA-A0417CBF6455}"/>
                    </a:ext>
                  </a:extLst>
                </p14:cNvPr>
                <p14:cNvContentPartPr/>
                <p14:nvPr/>
              </p14:nvContentPartPr>
              <p14:xfrm>
                <a:off x="9347515" y="3515950"/>
                <a:ext cx="27360" cy="150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3E75A4-F0DC-69FC-49AA-A0417CBF645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41395" y="3509830"/>
                  <a:ext cx="39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FEC994-7D74-3F37-0BEE-39B6C915491C}"/>
                    </a:ext>
                  </a:extLst>
                </p14:cNvPr>
                <p14:cNvContentPartPr/>
                <p14:nvPr/>
              </p14:nvContentPartPr>
              <p14:xfrm>
                <a:off x="9347515" y="3260350"/>
                <a:ext cx="43920" cy="33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FEC994-7D74-3F37-0BEE-39B6C915491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1395" y="3254230"/>
                  <a:ext cx="56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5FEA60-1697-AB74-55C9-33FCE9B6FA97}"/>
                    </a:ext>
                  </a:extLst>
                </p14:cNvPr>
                <p14:cNvContentPartPr/>
                <p14:nvPr/>
              </p14:nvContentPartPr>
              <p14:xfrm>
                <a:off x="9545515" y="3297790"/>
                <a:ext cx="166680" cy="21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5FEA60-1697-AB74-55C9-33FCE9B6FA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39395" y="3291670"/>
                  <a:ext cx="178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CF8C09-AD04-0C7B-97BB-A453BC1C6E93}"/>
                    </a:ext>
                  </a:extLst>
                </p14:cNvPr>
                <p14:cNvContentPartPr/>
                <p14:nvPr/>
              </p14:nvContentPartPr>
              <p14:xfrm>
                <a:off x="9614635" y="3338830"/>
                <a:ext cx="97560" cy="11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CF8C09-AD04-0C7B-97BB-A453BC1C6E9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08515" y="3332710"/>
                  <a:ext cx="109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9AF8BA-9192-8DBC-8857-A9E23D949223}"/>
                    </a:ext>
                  </a:extLst>
                </p14:cNvPr>
                <p14:cNvContentPartPr/>
                <p14:nvPr/>
              </p14:nvContentPartPr>
              <p14:xfrm>
                <a:off x="9798595" y="3147310"/>
                <a:ext cx="209520" cy="356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9AF8BA-9192-8DBC-8857-A9E23D9492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92475" y="3141190"/>
                  <a:ext cx="221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859B1E-59CA-A18C-4D4E-F4C7937EE3E1}"/>
                    </a:ext>
                  </a:extLst>
                </p14:cNvPr>
                <p14:cNvContentPartPr/>
                <p14:nvPr/>
              </p14:nvContentPartPr>
              <p14:xfrm>
                <a:off x="9959155" y="2463670"/>
                <a:ext cx="81360" cy="46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859B1E-59CA-A18C-4D4E-F4C7937EE3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53035" y="2457550"/>
                  <a:ext cx="936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CCAC60-B096-5E9B-F283-122C1428C79F}"/>
                    </a:ext>
                  </a:extLst>
                </p14:cNvPr>
                <p14:cNvContentPartPr/>
                <p14:nvPr/>
              </p14:nvContentPartPr>
              <p14:xfrm>
                <a:off x="10178395" y="2366110"/>
                <a:ext cx="268920" cy="73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CCAC60-B096-5E9B-F283-122C1428C7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72275" y="2359990"/>
                  <a:ext cx="28116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B482EA-547B-BA22-6E48-A07D59CAF677}"/>
                    </a:ext>
                  </a:extLst>
                </p14:cNvPr>
                <p14:cNvContentPartPr/>
                <p14:nvPr/>
              </p14:nvContentPartPr>
              <p14:xfrm>
                <a:off x="10368115" y="2470510"/>
                <a:ext cx="138240" cy="341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B482EA-547B-BA22-6E48-A07D59CAF6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61995" y="2464390"/>
                  <a:ext cx="1504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F9F265-9D13-5ECB-F8BA-7B2D025B1A36}"/>
                    </a:ext>
                  </a:extLst>
                </p14:cNvPr>
                <p14:cNvContentPartPr/>
                <p14:nvPr/>
              </p14:nvContentPartPr>
              <p14:xfrm>
                <a:off x="10284235" y="2627470"/>
                <a:ext cx="149040" cy="23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F9F265-9D13-5ECB-F8BA-7B2D025B1A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278115" y="2621350"/>
                  <a:ext cx="161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650561-C5A8-9DDD-FB51-544AB3D83A2C}"/>
                    </a:ext>
                  </a:extLst>
                </p14:cNvPr>
                <p14:cNvContentPartPr/>
                <p14:nvPr/>
              </p14:nvContentPartPr>
              <p14:xfrm>
                <a:off x="10520395" y="2776870"/>
                <a:ext cx="39600" cy="151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650561-C5A8-9DDD-FB51-544AB3D83A2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14275" y="2770750"/>
                  <a:ext cx="51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307037A-FAF5-B4E9-90CF-6F995B431347}"/>
                    </a:ext>
                  </a:extLst>
                </p14:cNvPr>
                <p14:cNvContentPartPr/>
                <p14:nvPr/>
              </p14:nvContentPartPr>
              <p14:xfrm>
                <a:off x="10587715" y="2538910"/>
                <a:ext cx="11880" cy="2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307037A-FAF5-B4E9-90CF-6F995B43134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581595" y="2532790"/>
                  <a:ext cx="24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71844E-503A-835D-0E0E-710FE2B12F19}"/>
                    </a:ext>
                  </a:extLst>
                </p14:cNvPr>
                <p14:cNvContentPartPr/>
                <p14:nvPr/>
              </p14:nvContentPartPr>
              <p14:xfrm>
                <a:off x="10603195" y="2478790"/>
                <a:ext cx="253800" cy="95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71844E-503A-835D-0E0E-710FE2B12F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97075" y="2472670"/>
                  <a:ext cx="266040" cy="9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CFC831-1678-503B-8536-4A5FC0AA9B3E}"/>
                    </a:ext>
                  </a:extLst>
                </p14:cNvPr>
                <p14:cNvContentPartPr/>
                <p14:nvPr/>
              </p14:nvContentPartPr>
              <p14:xfrm>
                <a:off x="10854115" y="2906110"/>
                <a:ext cx="200880" cy="13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CFC831-1678-503B-8536-4A5FC0AA9B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847995" y="2899990"/>
                  <a:ext cx="213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5414A5-0827-8F45-67CC-E52F94E5CB1E}"/>
                    </a:ext>
                  </a:extLst>
                </p14:cNvPr>
                <p14:cNvContentPartPr/>
                <p14:nvPr/>
              </p14:nvContentPartPr>
              <p14:xfrm>
                <a:off x="10800835" y="2351350"/>
                <a:ext cx="285120" cy="1032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5414A5-0827-8F45-67CC-E52F94E5CB1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794715" y="2345230"/>
                  <a:ext cx="29736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ABAEAE-023D-A09F-AE6C-60DDD3282256}"/>
                    </a:ext>
                  </a:extLst>
                </p14:cNvPr>
                <p14:cNvContentPartPr/>
                <p14:nvPr/>
              </p14:nvContentPartPr>
              <p14:xfrm>
                <a:off x="4907635" y="3558430"/>
                <a:ext cx="4009320" cy="121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ABAEAE-023D-A09F-AE6C-60DDD328225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01515" y="3552310"/>
                  <a:ext cx="40215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C7C2B1A-5841-5D2C-327B-B33B2992665F}"/>
                  </a:ext>
                </a:extLst>
              </p14:cNvPr>
              <p14:cNvContentPartPr/>
              <p14:nvPr/>
            </p14:nvContentPartPr>
            <p14:xfrm>
              <a:off x="1945915" y="4355470"/>
              <a:ext cx="54360" cy="66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C7C2B1A-5841-5D2C-327B-B33B2992665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939795" y="4349350"/>
                <a:ext cx="666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BE909F6-C801-C178-6980-5197766E4D19}"/>
                  </a:ext>
                </a:extLst>
              </p14:cNvPr>
              <p14:cNvContentPartPr/>
              <p14:nvPr/>
            </p14:nvContentPartPr>
            <p14:xfrm>
              <a:off x="1184875" y="3958030"/>
              <a:ext cx="596520" cy="1220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BE909F6-C801-C178-6980-5197766E4D1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78755" y="3951910"/>
                <a:ext cx="6087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56BB2DF-4FEA-73EC-E160-FE3EE0ABD96A}"/>
                  </a:ext>
                </a:extLst>
              </p14:cNvPr>
              <p14:cNvContentPartPr/>
              <p14:nvPr/>
            </p14:nvContentPartPr>
            <p14:xfrm>
              <a:off x="5201035" y="3863710"/>
              <a:ext cx="551160" cy="533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56BB2DF-4FEA-73EC-E160-FE3EE0ABD96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194915" y="3857590"/>
                <a:ext cx="563400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7C35E7A-F649-CAEA-B370-B7DDCB96B31C}"/>
                  </a:ext>
                </a:extLst>
              </p14:cNvPr>
              <p14:cNvContentPartPr/>
              <p14:nvPr/>
            </p14:nvContentPartPr>
            <p14:xfrm>
              <a:off x="5290315" y="4276630"/>
              <a:ext cx="342000" cy="4744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7C35E7A-F649-CAEA-B370-B7DDCB96B31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284195" y="4270510"/>
                <a:ext cx="354240" cy="48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6781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CDC7-F871-1B2A-501C-62819DDA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B94C-5B6C-70AF-B7E6-FC930F7C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4: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883ADBA-8380-D0A8-33D6-080EFC9B0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D905E8B8-FC29-00FE-7CF1-F32655BE9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1379" name="Picture 2">
            <a:extLst>
              <a:ext uri="{FF2B5EF4-FFF2-40B4-BE49-F238E27FC236}">
                <a16:creationId xmlns:a16="http://schemas.microsoft.com/office/drawing/2014/main" id="{19A7C1AA-DE5C-1809-4DCA-C9D8D13C47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" t="20756" r="16572" b="11341"/>
          <a:stretch/>
        </p:blipFill>
        <p:spPr bwMode="auto">
          <a:xfrm>
            <a:off x="103694" y="1008667"/>
            <a:ext cx="11076496" cy="5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9087000" y="1219020"/>
              <a:ext cx="1866960" cy="1530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5000" y="1075020"/>
                <a:ext cx="20109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538D4F-3250-2B23-6809-5244E52A79FF}"/>
                  </a:ext>
                </a:extLst>
              </p14:cNvPr>
              <p14:cNvContentPartPr/>
              <p14:nvPr/>
            </p14:nvContentPartPr>
            <p14:xfrm>
              <a:off x="2132395" y="4778830"/>
              <a:ext cx="6209280" cy="13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538D4F-3250-2B23-6809-5244E52A79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6275" y="4772710"/>
                <a:ext cx="622152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08402D-C3A0-6E1C-F7BE-15F9E981E5CF}"/>
              </a:ext>
            </a:extLst>
          </p:cNvPr>
          <p:cNvGrpSpPr/>
          <p:nvPr/>
        </p:nvGrpSpPr>
        <p:grpSpPr>
          <a:xfrm>
            <a:off x="2438755" y="5994190"/>
            <a:ext cx="649440" cy="596880"/>
            <a:chOff x="2438755" y="5994190"/>
            <a:chExt cx="649440" cy="5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67681-7199-A231-E4FC-1AF6428155B4}"/>
                    </a:ext>
                  </a:extLst>
                </p14:cNvPr>
                <p14:cNvContentPartPr/>
                <p14:nvPr/>
              </p14:nvContentPartPr>
              <p14:xfrm>
                <a:off x="2438755" y="6094270"/>
                <a:ext cx="129960" cy="428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67681-7199-A231-E4FC-1AF6428155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32635" y="6088150"/>
                  <a:ext cx="1422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E166C1-2839-62A4-4111-755DC90071D9}"/>
                    </a:ext>
                  </a:extLst>
                </p14:cNvPr>
                <p14:cNvContentPartPr/>
                <p14:nvPr/>
              </p14:nvContentPartPr>
              <p14:xfrm>
                <a:off x="2695795" y="5994190"/>
                <a:ext cx="194760" cy="596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E166C1-2839-62A4-4111-755DC90071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89675" y="5988070"/>
                  <a:ext cx="2070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ABE3C4-7936-5F1E-BFA0-1BB2F0F9E78D}"/>
                    </a:ext>
                  </a:extLst>
                </p14:cNvPr>
                <p14:cNvContentPartPr/>
                <p14:nvPr/>
              </p14:nvContentPartPr>
              <p14:xfrm>
                <a:off x="2912875" y="6155110"/>
                <a:ext cx="175320" cy="400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ABE3C4-7936-5F1E-BFA0-1BB2F0F9E7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06755" y="6148990"/>
                  <a:ext cx="1875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1E0F82-AC93-D500-5E6B-308CEF708E06}"/>
                    </a:ext>
                  </a:extLst>
                </p14:cNvPr>
                <p14:cNvContentPartPr/>
                <p14:nvPr/>
              </p14:nvContentPartPr>
              <p14:xfrm>
                <a:off x="2965435" y="6340870"/>
                <a:ext cx="92520" cy="1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1E0F82-AC93-D500-5E6B-308CEF708E0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59315" y="6334750"/>
                  <a:ext cx="1047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5C48AC-12F3-DF88-C3A6-8A8D08FB1748}"/>
              </a:ext>
            </a:extLst>
          </p:cNvPr>
          <p:cNvGrpSpPr/>
          <p:nvPr/>
        </p:nvGrpSpPr>
        <p:grpSpPr>
          <a:xfrm>
            <a:off x="3357835" y="6302710"/>
            <a:ext cx="601560" cy="394560"/>
            <a:chOff x="3357835" y="6302710"/>
            <a:chExt cx="6015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E8EE322-DF57-1CE1-DCF0-59567C811B0F}"/>
                    </a:ext>
                  </a:extLst>
                </p14:cNvPr>
                <p14:cNvContentPartPr/>
                <p14:nvPr/>
              </p14:nvContentPartPr>
              <p14:xfrm>
                <a:off x="3357835" y="6302710"/>
                <a:ext cx="100080" cy="172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E8EE322-DF57-1CE1-DCF0-59567C811B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51715" y="6296590"/>
                  <a:ext cx="112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EE31F9-C700-DEF4-9235-B1959408F01D}"/>
                    </a:ext>
                  </a:extLst>
                </p14:cNvPr>
                <p14:cNvContentPartPr/>
                <p14:nvPr/>
              </p14:nvContentPartPr>
              <p14:xfrm>
                <a:off x="3475555" y="6376150"/>
                <a:ext cx="483840" cy="32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EE31F9-C700-DEF4-9235-B1959408F0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69435" y="6370030"/>
                  <a:ext cx="49608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4F72B7A-AFF1-3F03-2708-4967E6A9C53C}"/>
                  </a:ext>
                </a:extLst>
              </p14:cNvPr>
              <p14:cNvContentPartPr/>
              <p14:nvPr/>
            </p14:nvContentPartPr>
            <p14:xfrm>
              <a:off x="4281595" y="6133510"/>
              <a:ext cx="535680" cy="335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4F72B7A-AFF1-3F03-2708-4967E6A9C53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75475" y="6127390"/>
                <a:ext cx="5479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6F8377E-5BA9-FE91-A3B9-533C274E0C3D}"/>
                  </a:ext>
                </a:extLst>
              </p14:cNvPr>
              <p14:cNvContentPartPr/>
              <p14:nvPr/>
            </p14:nvContentPartPr>
            <p14:xfrm>
              <a:off x="4927075" y="6305590"/>
              <a:ext cx="27720" cy="149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6F8377E-5BA9-FE91-A3B9-533C274E0C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20955" y="6299470"/>
                <a:ext cx="399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4EB4CBB-A109-A088-AF1B-8139BF9FDD23}"/>
                  </a:ext>
                </a:extLst>
              </p14:cNvPr>
              <p14:cNvContentPartPr/>
              <p14:nvPr/>
            </p14:nvContentPartPr>
            <p14:xfrm>
              <a:off x="5021395" y="6334750"/>
              <a:ext cx="129600" cy="144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4EB4CBB-A109-A088-AF1B-8139BF9FDD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15275" y="6328630"/>
                <a:ext cx="1418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B99B222-D8AD-2ADA-4151-7454223B2006}"/>
                  </a:ext>
                </a:extLst>
              </p14:cNvPr>
              <p14:cNvContentPartPr/>
              <p14:nvPr/>
            </p14:nvContentPartPr>
            <p14:xfrm>
              <a:off x="5357995" y="6268510"/>
              <a:ext cx="210600" cy="558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B99B222-D8AD-2ADA-4151-7454223B20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51875" y="6262390"/>
                <a:ext cx="22284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6AB3F1-2579-9958-60A5-DDDE09141FB8}"/>
                  </a:ext>
                </a:extLst>
              </p14:cNvPr>
              <p14:cNvContentPartPr/>
              <p14:nvPr/>
            </p14:nvContentPartPr>
            <p14:xfrm>
              <a:off x="5664715" y="6305590"/>
              <a:ext cx="726840" cy="140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6AB3F1-2579-9958-60A5-DDDE09141FB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658595" y="6299470"/>
                <a:ext cx="7390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B5547BF-5F02-343B-3AA5-0C09426DCED7}"/>
                  </a:ext>
                </a:extLst>
              </p14:cNvPr>
              <p14:cNvContentPartPr/>
              <p14:nvPr/>
            </p14:nvContentPartPr>
            <p14:xfrm>
              <a:off x="6472915" y="6027310"/>
              <a:ext cx="134640" cy="752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B5547BF-5F02-343B-3AA5-0C09426DCED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66795" y="6021190"/>
                <a:ext cx="146880" cy="76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E976832-09B4-4E8A-B4D1-FCEE7B1D7D81}"/>
                  </a:ext>
                </a:extLst>
              </p14:cNvPr>
              <p14:cNvContentPartPr/>
              <p14:nvPr/>
            </p14:nvContentPartPr>
            <p14:xfrm>
              <a:off x="6707635" y="6326110"/>
              <a:ext cx="106920" cy="225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E976832-09B4-4E8A-B4D1-FCEE7B1D7D8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01515" y="6319990"/>
                <a:ext cx="1191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B875B4-F738-02BD-C539-C25489584FA6}"/>
                  </a:ext>
                </a:extLst>
              </p14:cNvPr>
              <p14:cNvContentPartPr/>
              <p14:nvPr/>
            </p14:nvContentPartPr>
            <p14:xfrm>
              <a:off x="6787555" y="6224950"/>
              <a:ext cx="67680" cy="590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B875B4-F738-02BD-C539-C25489584FA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81435" y="6218830"/>
                <a:ext cx="7992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E077E6C-6E4F-593B-8BB3-AD12821474CC}"/>
                  </a:ext>
                </a:extLst>
              </p14:cNvPr>
              <p14:cNvContentPartPr/>
              <p14:nvPr/>
            </p14:nvContentPartPr>
            <p14:xfrm>
              <a:off x="6826795" y="6385510"/>
              <a:ext cx="60120" cy="111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E077E6C-6E4F-593B-8BB3-AD12821474C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20675" y="6379390"/>
                <a:ext cx="723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98CE167-2AF7-DE57-587A-0986EA3B8065}"/>
                  </a:ext>
                </a:extLst>
              </p14:cNvPr>
              <p14:cNvContentPartPr/>
              <p14:nvPr/>
            </p14:nvContentPartPr>
            <p14:xfrm>
              <a:off x="6959275" y="6397750"/>
              <a:ext cx="124200" cy="102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98CE167-2AF7-DE57-587A-0986EA3B806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53155" y="6391630"/>
                <a:ext cx="1364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9B2E6A5-E43C-1D60-88F3-A11D82387469}"/>
                  </a:ext>
                </a:extLst>
              </p14:cNvPr>
              <p14:cNvContentPartPr/>
              <p14:nvPr/>
            </p14:nvContentPartPr>
            <p14:xfrm>
              <a:off x="7155835" y="6377950"/>
              <a:ext cx="218160" cy="131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9B2E6A5-E43C-1D60-88F3-A11D8238746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149715" y="6371830"/>
                <a:ext cx="2304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BF33E76-3368-837E-5A33-A54997E7E09A}"/>
                  </a:ext>
                </a:extLst>
              </p14:cNvPr>
              <p14:cNvContentPartPr/>
              <p14:nvPr/>
            </p14:nvContentPartPr>
            <p14:xfrm>
              <a:off x="7445635" y="6203350"/>
              <a:ext cx="18000" cy="343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BF33E76-3368-837E-5A33-A54997E7E09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439515" y="6197230"/>
                <a:ext cx="3024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F435608-A41C-3496-E1BF-BE186AB0D429}"/>
                  </a:ext>
                </a:extLst>
              </p14:cNvPr>
              <p14:cNvContentPartPr/>
              <p14:nvPr/>
            </p14:nvContentPartPr>
            <p14:xfrm>
              <a:off x="7478755" y="6330790"/>
              <a:ext cx="161640" cy="174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F435608-A41C-3496-E1BF-BE186AB0D42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472635" y="6324670"/>
                <a:ext cx="1738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B4709D3-23A8-89E4-C1A5-4DD9CA043ECB}"/>
                  </a:ext>
                </a:extLst>
              </p14:cNvPr>
              <p14:cNvContentPartPr/>
              <p14:nvPr/>
            </p14:nvContentPartPr>
            <p14:xfrm>
              <a:off x="7597915" y="6090310"/>
              <a:ext cx="183600" cy="609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B4709D3-23A8-89E4-C1A5-4DD9CA043EC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591795" y="6084190"/>
                <a:ext cx="19584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63668E3-53B7-1EDC-8701-60BFA5F7C2C5}"/>
                  </a:ext>
                </a:extLst>
              </p14:cNvPr>
              <p14:cNvContentPartPr/>
              <p14:nvPr/>
            </p14:nvContentPartPr>
            <p14:xfrm>
              <a:off x="8012995" y="6247630"/>
              <a:ext cx="115200" cy="27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63668E3-53B7-1EDC-8701-60BFA5F7C2C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006875" y="6241510"/>
                <a:ext cx="1274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5F67874-17A0-DF33-BDBE-E3A8860F8F77}"/>
                  </a:ext>
                </a:extLst>
              </p14:cNvPr>
              <p14:cNvContentPartPr/>
              <p14:nvPr/>
            </p14:nvContentPartPr>
            <p14:xfrm>
              <a:off x="7998595" y="6262390"/>
              <a:ext cx="200160" cy="36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5F67874-17A0-DF33-BDBE-E3A8860F8F7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992475" y="6256270"/>
                <a:ext cx="212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546FC35-C1F3-3091-227A-263DCF9B13B4}"/>
                  </a:ext>
                </a:extLst>
              </p14:cNvPr>
              <p14:cNvContentPartPr/>
              <p14:nvPr/>
            </p14:nvContentPartPr>
            <p14:xfrm>
              <a:off x="7952875" y="6270670"/>
              <a:ext cx="286560" cy="36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546FC35-C1F3-3091-227A-263DCF9B13B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946755" y="6264550"/>
                <a:ext cx="2988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EC3D556-E8D6-3B1D-1C4E-D7BB408CC61F}"/>
                  </a:ext>
                </a:extLst>
              </p14:cNvPr>
              <p14:cNvContentPartPr/>
              <p14:nvPr/>
            </p14:nvContentPartPr>
            <p14:xfrm>
              <a:off x="7924075" y="6391630"/>
              <a:ext cx="23040" cy="16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EC3D556-E8D6-3B1D-1C4E-D7BB408CC61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917955" y="6385510"/>
                <a:ext cx="352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82D564F-108A-46BF-5B86-5BBD2BF26DFD}"/>
                  </a:ext>
                </a:extLst>
              </p14:cNvPr>
              <p14:cNvContentPartPr/>
              <p14:nvPr/>
            </p14:nvContentPartPr>
            <p14:xfrm>
              <a:off x="7940635" y="6377230"/>
              <a:ext cx="312840" cy="68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82D564F-108A-46BF-5B86-5BBD2BF26DF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934515" y="6371110"/>
                <a:ext cx="32508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393" name="Group 101392">
            <a:extLst>
              <a:ext uri="{FF2B5EF4-FFF2-40B4-BE49-F238E27FC236}">
                <a16:creationId xmlns:a16="http://schemas.microsoft.com/office/drawing/2014/main" id="{04409517-8550-477F-C815-EBEEAB6BC851}"/>
              </a:ext>
            </a:extLst>
          </p:cNvPr>
          <p:cNvGrpSpPr/>
          <p:nvPr/>
        </p:nvGrpSpPr>
        <p:grpSpPr>
          <a:xfrm>
            <a:off x="8464795" y="4769470"/>
            <a:ext cx="3614760" cy="2019960"/>
            <a:chOff x="8464795" y="4769470"/>
            <a:chExt cx="3614760" cy="20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047E51-0FA3-A458-465C-8119CCE91E3C}"/>
                    </a:ext>
                  </a:extLst>
                </p14:cNvPr>
                <p14:cNvContentPartPr/>
                <p14:nvPr/>
              </p14:nvContentPartPr>
              <p14:xfrm>
                <a:off x="8464795" y="6006430"/>
                <a:ext cx="51840" cy="437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047E51-0FA3-A458-465C-8119CCE91E3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58675" y="6000310"/>
                  <a:ext cx="640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59BC9A-5F45-0B1D-C20B-55E5AD221AA1}"/>
                    </a:ext>
                  </a:extLst>
                </p14:cNvPr>
                <p14:cNvContentPartPr/>
                <p14:nvPr/>
              </p14:nvContentPartPr>
              <p14:xfrm>
                <a:off x="8620315" y="5996350"/>
                <a:ext cx="205920" cy="516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59BC9A-5F45-0B1D-C20B-55E5AD221A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14195" y="5990230"/>
                  <a:ext cx="21816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82E55F3-B763-F25A-D182-7A1956F85CD3}"/>
                    </a:ext>
                  </a:extLst>
                </p14:cNvPr>
                <p14:cNvContentPartPr/>
                <p14:nvPr/>
              </p14:nvContentPartPr>
              <p14:xfrm>
                <a:off x="8825515" y="6089590"/>
                <a:ext cx="149400" cy="320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82E55F3-B763-F25A-D182-7A1956F85CD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19395" y="6083470"/>
                  <a:ext cx="1616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ECA14C-F21E-AB7F-FDD8-77D6B80E3527}"/>
                    </a:ext>
                  </a:extLst>
                </p14:cNvPr>
                <p14:cNvContentPartPr/>
                <p14:nvPr/>
              </p14:nvContentPartPr>
              <p14:xfrm>
                <a:off x="8847475" y="6212710"/>
                <a:ext cx="105840" cy="1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ECA14C-F21E-AB7F-FDD8-77D6B80E35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41355" y="6206590"/>
                  <a:ext cx="11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2FA080-897F-03B3-CC55-A9B34E24E1C7}"/>
                    </a:ext>
                  </a:extLst>
                </p14:cNvPr>
                <p14:cNvContentPartPr/>
                <p14:nvPr/>
              </p14:nvContentPartPr>
              <p14:xfrm>
                <a:off x="8987515" y="6039550"/>
                <a:ext cx="102600" cy="724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2FA080-897F-03B3-CC55-A9B34E24E1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81395" y="6033430"/>
                  <a:ext cx="11484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004D20-6DD0-749C-DB80-F95A2332E3D0}"/>
                    </a:ext>
                  </a:extLst>
                </p14:cNvPr>
                <p14:cNvContentPartPr/>
                <p14:nvPr/>
              </p14:nvContentPartPr>
              <p14:xfrm>
                <a:off x="9096955" y="6363190"/>
                <a:ext cx="117360" cy="190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004D20-6DD0-749C-DB80-F95A2332E3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90835" y="6357070"/>
                  <a:ext cx="129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9A744A-4B30-0A76-FB62-6401CBCE1E02}"/>
                    </a:ext>
                  </a:extLst>
                </p14:cNvPr>
                <p14:cNvContentPartPr/>
                <p14:nvPr/>
              </p14:nvContentPartPr>
              <p14:xfrm>
                <a:off x="9248155" y="6265270"/>
                <a:ext cx="86040" cy="524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9A744A-4B30-0A76-FB62-6401CBCE1E0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42035" y="6259150"/>
                  <a:ext cx="982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4616BD-A4E8-98F5-640A-A08F2FDD1B4C}"/>
                    </a:ext>
                  </a:extLst>
                </p14:cNvPr>
                <p14:cNvContentPartPr/>
                <p14:nvPr/>
              </p14:nvContentPartPr>
              <p14:xfrm>
                <a:off x="9386755" y="6416470"/>
                <a:ext cx="95760" cy="73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4616BD-A4E8-98F5-640A-A08F2FDD1B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80635" y="6410350"/>
                  <a:ext cx="108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B403AC-3432-FE6A-0591-D9FD333184B6}"/>
                    </a:ext>
                  </a:extLst>
                </p14:cNvPr>
                <p14:cNvContentPartPr/>
                <p14:nvPr/>
              </p14:nvContentPartPr>
              <p14:xfrm>
                <a:off x="9499435" y="6357790"/>
                <a:ext cx="175320" cy="129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B403AC-3432-FE6A-0591-D9FD333184B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93315" y="6351670"/>
                  <a:ext cx="187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29838C-2454-AF17-A3FF-A9758DAADA57}"/>
                    </a:ext>
                  </a:extLst>
                </p14:cNvPr>
                <p14:cNvContentPartPr/>
                <p14:nvPr/>
              </p14:nvContentPartPr>
              <p14:xfrm>
                <a:off x="9741715" y="6232150"/>
                <a:ext cx="42840" cy="255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29838C-2454-AF17-A3FF-A9758DAADA5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35595" y="6226030"/>
                  <a:ext cx="55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879786-F95B-75B8-C1FD-ACAAB84E2307}"/>
                    </a:ext>
                  </a:extLst>
                </p14:cNvPr>
                <p14:cNvContentPartPr/>
                <p14:nvPr/>
              </p14:nvContentPartPr>
              <p14:xfrm>
                <a:off x="9730555" y="6329710"/>
                <a:ext cx="165960" cy="176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879786-F95B-75B8-C1FD-ACAAB84E230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24435" y="6323590"/>
                  <a:ext cx="178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621542D-C99D-0CE9-FB6F-E8A86348E3FA}"/>
                    </a:ext>
                  </a:extLst>
                </p14:cNvPr>
                <p14:cNvContentPartPr/>
                <p14:nvPr/>
              </p14:nvContentPartPr>
              <p14:xfrm>
                <a:off x="9856555" y="5884390"/>
                <a:ext cx="119520" cy="801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621542D-C99D-0CE9-FB6F-E8A86348E3F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50435" y="5878270"/>
                  <a:ext cx="13176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786838-5722-AC3A-EF06-D706FFCC2FAA}"/>
                    </a:ext>
                  </a:extLst>
                </p14:cNvPr>
                <p14:cNvContentPartPr/>
                <p14:nvPr/>
              </p14:nvContentPartPr>
              <p14:xfrm>
                <a:off x="10046275" y="5926870"/>
                <a:ext cx="117000" cy="37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786838-5722-AC3A-EF06-D706FFCC2F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40155" y="5920750"/>
                  <a:ext cx="1292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CE3318-2ED2-751E-050B-EAECC5EB13F9}"/>
                    </a:ext>
                  </a:extLst>
                </p14:cNvPr>
                <p14:cNvContentPartPr/>
                <p14:nvPr/>
              </p14:nvContentPartPr>
              <p14:xfrm>
                <a:off x="10230235" y="5797630"/>
                <a:ext cx="229320" cy="680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CE3318-2ED2-751E-050B-EAECC5EB13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24115" y="5791510"/>
                  <a:ext cx="24156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75C6E6-85C4-3DFC-92B1-AA56F4881B31}"/>
                    </a:ext>
                  </a:extLst>
                </p14:cNvPr>
                <p14:cNvContentPartPr/>
                <p14:nvPr/>
              </p14:nvContentPartPr>
              <p14:xfrm>
                <a:off x="10348315" y="5981590"/>
                <a:ext cx="127440" cy="20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75C6E6-85C4-3DFC-92B1-AA56F4881B3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42195" y="5975470"/>
                  <a:ext cx="139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2E54EEC-37DE-2819-FF93-66215441AE21}"/>
                    </a:ext>
                  </a:extLst>
                </p14:cNvPr>
                <p14:cNvContentPartPr/>
                <p14:nvPr/>
              </p14:nvContentPartPr>
              <p14:xfrm>
                <a:off x="10486915" y="6076270"/>
                <a:ext cx="350280" cy="12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2E54EEC-37DE-2819-FF93-66215441AE2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80795" y="6070150"/>
                  <a:ext cx="362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4BBB1B-838C-1150-6A32-F43B81BF5FAE}"/>
                    </a:ext>
                  </a:extLst>
                </p14:cNvPr>
                <p14:cNvContentPartPr/>
                <p14:nvPr/>
              </p14:nvContentPartPr>
              <p14:xfrm>
                <a:off x="10876435" y="6070870"/>
                <a:ext cx="159840" cy="36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4BBB1B-838C-1150-6A32-F43B81BF5FA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70315" y="6064750"/>
                  <a:ext cx="1720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B026D3-36BF-E712-B5E9-699BE1739BF0}"/>
                    </a:ext>
                  </a:extLst>
                </p14:cNvPr>
                <p14:cNvContentPartPr/>
                <p14:nvPr/>
              </p14:nvContentPartPr>
              <p14:xfrm>
                <a:off x="10959235" y="6013990"/>
                <a:ext cx="151560" cy="530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B026D3-36BF-E712-B5E9-699BE1739B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953115" y="6007870"/>
                  <a:ext cx="16380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7E6E2C-14B3-CC3E-FAE2-9984EC447821}"/>
                    </a:ext>
                  </a:extLst>
                </p14:cNvPr>
                <p14:cNvContentPartPr/>
                <p14:nvPr/>
              </p14:nvContentPartPr>
              <p14:xfrm>
                <a:off x="11069035" y="6346990"/>
                <a:ext cx="89280" cy="23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7E6E2C-14B3-CC3E-FAE2-9984EC4478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62915" y="6340870"/>
                  <a:ext cx="101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F7709F-09D9-76E2-5054-27C1AC7B870A}"/>
                    </a:ext>
                  </a:extLst>
                </p14:cNvPr>
                <p14:cNvContentPartPr/>
                <p14:nvPr/>
              </p14:nvContentPartPr>
              <p14:xfrm>
                <a:off x="11173435" y="6403150"/>
                <a:ext cx="88560" cy="333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F7709F-09D9-76E2-5054-27C1AC7B870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67315" y="6397030"/>
                  <a:ext cx="1008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184164-D6B3-1366-5127-CE7468F90EB6}"/>
                    </a:ext>
                  </a:extLst>
                </p14:cNvPr>
                <p14:cNvContentPartPr/>
                <p14:nvPr/>
              </p14:nvContentPartPr>
              <p14:xfrm>
                <a:off x="11289355" y="6394870"/>
                <a:ext cx="110160" cy="6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184164-D6B3-1366-5127-CE7468F90EB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83235" y="6388750"/>
                  <a:ext cx="122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9DC800-9D4D-0EE5-7028-F285A63F0957}"/>
                    </a:ext>
                  </a:extLst>
                </p14:cNvPr>
                <p14:cNvContentPartPr/>
                <p14:nvPr/>
              </p14:nvContentPartPr>
              <p14:xfrm>
                <a:off x="11419675" y="6377230"/>
                <a:ext cx="137880" cy="102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9DC800-9D4D-0EE5-7028-F285A63F095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413555" y="6371110"/>
                  <a:ext cx="150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91AED6-88AC-2F0F-64DE-BB4D8D35F144}"/>
                    </a:ext>
                  </a:extLst>
                </p14:cNvPr>
                <p14:cNvContentPartPr/>
                <p14:nvPr/>
              </p14:nvContentPartPr>
              <p14:xfrm>
                <a:off x="11598595" y="6229270"/>
                <a:ext cx="42840" cy="29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91AED6-88AC-2F0F-64DE-BB4D8D35F14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592475" y="6223150"/>
                  <a:ext cx="55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01A591-C447-AE4C-3890-334FAEF168C8}"/>
                    </a:ext>
                  </a:extLst>
                </p14:cNvPr>
                <p14:cNvContentPartPr/>
                <p14:nvPr/>
              </p14:nvContentPartPr>
              <p14:xfrm>
                <a:off x="11595715" y="6321790"/>
                <a:ext cx="142920" cy="164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01A591-C447-AE4C-3890-334FAEF168C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589595" y="6315670"/>
                  <a:ext cx="15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F82B652-EB5E-190A-8A26-BC5374B40B91}"/>
                    </a:ext>
                  </a:extLst>
                </p14:cNvPr>
                <p14:cNvContentPartPr/>
                <p14:nvPr/>
              </p14:nvContentPartPr>
              <p14:xfrm>
                <a:off x="11659795" y="6132790"/>
                <a:ext cx="160920" cy="492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F82B652-EB5E-190A-8A26-BC5374B40B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53675" y="6126670"/>
                  <a:ext cx="1731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13AA496-AD04-D01B-0C38-17296CA94AD6}"/>
                    </a:ext>
                  </a:extLst>
                </p14:cNvPr>
                <p14:cNvContentPartPr/>
                <p14:nvPr/>
              </p14:nvContentPartPr>
              <p14:xfrm>
                <a:off x="11517595" y="5675230"/>
                <a:ext cx="303480" cy="949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13AA496-AD04-D01B-0C38-17296CA94AD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11475" y="5669110"/>
                  <a:ext cx="315720" cy="9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1377" name="Ink 101376">
                  <a:extLst>
                    <a:ext uri="{FF2B5EF4-FFF2-40B4-BE49-F238E27FC236}">
                      <a16:creationId xmlns:a16="http://schemas.microsoft.com/office/drawing/2014/main" id="{06224446-45BF-2ADB-4EBA-9C41445C7719}"/>
                    </a:ext>
                  </a:extLst>
                </p14:cNvPr>
                <p14:cNvContentPartPr/>
                <p14:nvPr/>
              </p14:nvContentPartPr>
              <p14:xfrm>
                <a:off x="11128075" y="4788190"/>
                <a:ext cx="87120" cy="447480"/>
              </p14:xfrm>
            </p:contentPart>
          </mc:Choice>
          <mc:Fallback>
            <p:pic>
              <p:nvPicPr>
                <p:cNvPr id="101377" name="Ink 101376">
                  <a:extLst>
                    <a:ext uri="{FF2B5EF4-FFF2-40B4-BE49-F238E27FC236}">
                      <a16:creationId xmlns:a16="http://schemas.microsoft.com/office/drawing/2014/main" id="{06224446-45BF-2ADB-4EBA-9C41445C771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21955" y="4782070"/>
                  <a:ext cx="993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1378" name="Ink 101377">
                  <a:extLst>
                    <a:ext uri="{FF2B5EF4-FFF2-40B4-BE49-F238E27FC236}">
                      <a16:creationId xmlns:a16="http://schemas.microsoft.com/office/drawing/2014/main" id="{9B58F580-E6C0-DFA4-FCE7-3D1419AAA1F5}"/>
                    </a:ext>
                  </a:extLst>
                </p14:cNvPr>
                <p14:cNvContentPartPr/>
                <p14:nvPr/>
              </p14:nvContentPartPr>
              <p14:xfrm>
                <a:off x="11375755" y="4773790"/>
                <a:ext cx="94680" cy="414360"/>
              </p14:xfrm>
            </p:contentPart>
          </mc:Choice>
          <mc:Fallback>
            <p:pic>
              <p:nvPicPr>
                <p:cNvPr id="101378" name="Ink 101377">
                  <a:extLst>
                    <a:ext uri="{FF2B5EF4-FFF2-40B4-BE49-F238E27FC236}">
                      <a16:creationId xmlns:a16="http://schemas.microsoft.com/office/drawing/2014/main" id="{9B58F580-E6C0-DFA4-FCE7-3D1419AAA1F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369635" y="4767670"/>
                  <a:ext cx="106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1380" name="Ink 101379">
                  <a:extLst>
                    <a:ext uri="{FF2B5EF4-FFF2-40B4-BE49-F238E27FC236}">
                      <a16:creationId xmlns:a16="http://schemas.microsoft.com/office/drawing/2014/main" id="{9FAD329E-BF6A-2937-7B08-0E881F41E878}"/>
                    </a:ext>
                  </a:extLst>
                </p14:cNvPr>
                <p14:cNvContentPartPr/>
                <p14:nvPr/>
              </p14:nvContentPartPr>
              <p14:xfrm>
                <a:off x="11429395" y="4769470"/>
                <a:ext cx="405360" cy="341640"/>
              </p14:xfrm>
            </p:contentPart>
          </mc:Choice>
          <mc:Fallback>
            <p:pic>
              <p:nvPicPr>
                <p:cNvPr id="101380" name="Ink 101379">
                  <a:extLst>
                    <a:ext uri="{FF2B5EF4-FFF2-40B4-BE49-F238E27FC236}">
                      <a16:creationId xmlns:a16="http://schemas.microsoft.com/office/drawing/2014/main" id="{9FAD329E-BF6A-2937-7B08-0E881F41E87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23275" y="4763350"/>
                  <a:ext cx="417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1381" name="Ink 101380">
                  <a:extLst>
                    <a:ext uri="{FF2B5EF4-FFF2-40B4-BE49-F238E27FC236}">
                      <a16:creationId xmlns:a16="http://schemas.microsoft.com/office/drawing/2014/main" id="{8AB97CCB-02CD-38F5-676B-9DBFA1C1E223}"/>
                    </a:ext>
                  </a:extLst>
                </p14:cNvPr>
                <p14:cNvContentPartPr/>
                <p14:nvPr/>
              </p14:nvContentPartPr>
              <p14:xfrm>
                <a:off x="11806315" y="4905550"/>
                <a:ext cx="52920" cy="149760"/>
              </p14:xfrm>
            </p:contentPart>
          </mc:Choice>
          <mc:Fallback>
            <p:pic>
              <p:nvPicPr>
                <p:cNvPr id="101381" name="Ink 101380">
                  <a:extLst>
                    <a:ext uri="{FF2B5EF4-FFF2-40B4-BE49-F238E27FC236}">
                      <a16:creationId xmlns:a16="http://schemas.microsoft.com/office/drawing/2014/main" id="{8AB97CCB-02CD-38F5-676B-9DBFA1C1E22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800195" y="4899430"/>
                  <a:ext cx="65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1382" name="Ink 101381">
                  <a:extLst>
                    <a:ext uri="{FF2B5EF4-FFF2-40B4-BE49-F238E27FC236}">
                      <a16:creationId xmlns:a16="http://schemas.microsoft.com/office/drawing/2014/main" id="{60AC48D2-035D-5FA5-5540-2605CA7A2C95}"/>
                    </a:ext>
                  </a:extLst>
                </p14:cNvPr>
                <p14:cNvContentPartPr/>
                <p14:nvPr/>
              </p14:nvContentPartPr>
              <p14:xfrm>
                <a:off x="11913595" y="4972510"/>
                <a:ext cx="164880" cy="86400"/>
              </p14:xfrm>
            </p:contentPart>
          </mc:Choice>
          <mc:Fallback>
            <p:pic>
              <p:nvPicPr>
                <p:cNvPr id="101382" name="Ink 101381">
                  <a:extLst>
                    <a:ext uri="{FF2B5EF4-FFF2-40B4-BE49-F238E27FC236}">
                      <a16:creationId xmlns:a16="http://schemas.microsoft.com/office/drawing/2014/main" id="{60AC48D2-035D-5FA5-5540-2605CA7A2C9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907475" y="4966390"/>
                  <a:ext cx="177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1383" name="Ink 101382">
                  <a:extLst>
                    <a:ext uri="{FF2B5EF4-FFF2-40B4-BE49-F238E27FC236}">
                      <a16:creationId xmlns:a16="http://schemas.microsoft.com/office/drawing/2014/main" id="{B543918A-DF97-33A0-98DD-0AED567DFEDB}"/>
                    </a:ext>
                  </a:extLst>
                </p14:cNvPr>
                <p14:cNvContentPartPr/>
                <p14:nvPr/>
              </p14:nvContentPartPr>
              <p14:xfrm>
                <a:off x="11350555" y="5169070"/>
                <a:ext cx="373680" cy="56520"/>
              </p14:xfrm>
            </p:contentPart>
          </mc:Choice>
          <mc:Fallback>
            <p:pic>
              <p:nvPicPr>
                <p:cNvPr id="101383" name="Ink 101382">
                  <a:extLst>
                    <a:ext uri="{FF2B5EF4-FFF2-40B4-BE49-F238E27FC236}">
                      <a16:creationId xmlns:a16="http://schemas.microsoft.com/office/drawing/2014/main" id="{B543918A-DF97-33A0-98DD-0AED567DFED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344435" y="5162950"/>
                  <a:ext cx="385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1384" name="Ink 101383">
                  <a:extLst>
                    <a:ext uri="{FF2B5EF4-FFF2-40B4-BE49-F238E27FC236}">
                      <a16:creationId xmlns:a16="http://schemas.microsoft.com/office/drawing/2014/main" id="{83F04647-4C8D-4CE4-74CF-E0CE1FEA0B79}"/>
                    </a:ext>
                  </a:extLst>
                </p14:cNvPr>
                <p14:cNvContentPartPr/>
                <p14:nvPr/>
              </p14:nvContentPartPr>
              <p14:xfrm>
                <a:off x="11393755" y="5257990"/>
                <a:ext cx="101880" cy="260280"/>
              </p14:xfrm>
            </p:contentPart>
          </mc:Choice>
          <mc:Fallback>
            <p:pic>
              <p:nvPicPr>
                <p:cNvPr id="101384" name="Ink 101383">
                  <a:extLst>
                    <a:ext uri="{FF2B5EF4-FFF2-40B4-BE49-F238E27FC236}">
                      <a16:creationId xmlns:a16="http://schemas.microsoft.com/office/drawing/2014/main" id="{83F04647-4C8D-4CE4-74CF-E0CE1FEA0B7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387635" y="5251870"/>
                  <a:ext cx="114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1385" name="Ink 101384">
                  <a:extLst>
                    <a:ext uri="{FF2B5EF4-FFF2-40B4-BE49-F238E27FC236}">
                      <a16:creationId xmlns:a16="http://schemas.microsoft.com/office/drawing/2014/main" id="{6CC03FDB-72D6-6291-C8B3-D81E917A80E6}"/>
                    </a:ext>
                  </a:extLst>
                </p14:cNvPr>
                <p14:cNvContentPartPr/>
                <p14:nvPr/>
              </p14:nvContentPartPr>
              <p14:xfrm>
                <a:off x="11445235" y="5247910"/>
                <a:ext cx="77040" cy="500400"/>
              </p14:xfrm>
            </p:contentPart>
          </mc:Choice>
          <mc:Fallback>
            <p:pic>
              <p:nvPicPr>
                <p:cNvPr id="101385" name="Ink 101384">
                  <a:extLst>
                    <a:ext uri="{FF2B5EF4-FFF2-40B4-BE49-F238E27FC236}">
                      <a16:creationId xmlns:a16="http://schemas.microsoft.com/office/drawing/2014/main" id="{6CC03FDB-72D6-6291-C8B3-D81E917A80E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439115" y="5241790"/>
                  <a:ext cx="8928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1386" name="Ink 101385">
                  <a:extLst>
                    <a:ext uri="{FF2B5EF4-FFF2-40B4-BE49-F238E27FC236}">
                      <a16:creationId xmlns:a16="http://schemas.microsoft.com/office/drawing/2014/main" id="{27948EA6-AEEA-722A-1A64-D1130C022096}"/>
                    </a:ext>
                  </a:extLst>
                </p14:cNvPr>
                <p14:cNvContentPartPr/>
                <p14:nvPr/>
              </p14:nvContentPartPr>
              <p14:xfrm>
                <a:off x="11570875" y="5354470"/>
                <a:ext cx="103680" cy="74520"/>
              </p14:xfrm>
            </p:contentPart>
          </mc:Choice>
          <mc:Fallback>
            <p:pic>
              <p:nvPicPr>
                <p:cNvPr id="101386" name="Ink 101385">
                  <a:extLst>
                    <a:ext uri="{FF2B5EF4-FFF2-40B4-BE49-F238E27FC236}">
                      <a16:creationId xmlns:a16="http://schemas.microsoft.com/office/drawing/2014/main" id="{27948EA6-AEEA-722A-1A64-D1130C02209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64755" y="5348350"/>
                  <a:ext cx="115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1387" name="Ink 101386">
                  <a:extLst>
                    <a:ext uri="{FF2B5EF4-FFF2-40B4-BE49-F238E27FC236}">
                      <a16:creationId xmlns:a16="http://schemas.microsoft.com/office/drawing/2014/main" id="{CB573351-8D63-E133-36A9-FEE8A236CBE2}"/>
                    </a:ext>
                  </a:extLst>
                </p14:cNvPr>
                <p14:cNvContentPartPr/>
                <p14:nvPr/>
              </p14:nvContentPartPr>
              <p14:xfrm>
                <a:off x="11711635" y="5334670"/>
                <a:ext cx="14760" cy="16920"/>
              </p14:xfrm>
            </p:contentPart>
          </mc:Choice>
          <mc:Fallback>
            <p:pic>
              <p:nvPicPr>
                <p:cNvPr id="101387" name="Ink 101386">
                  <a:extLst>
                    <a:ext uri="{FF2B5EF4-FFF2-40B4-BE49-F238E27FC236}">
                      <a16:creationId xmlns:a16="http://schemas.microsoft.com/office/drawing/2014/main" id="{CB573351-8D63-E133-36A9-FEE8A236CBE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705515" y="5328550"/>
                  <a:ext cx="27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1388" name="Ink 101387">
                  <a:extLst>
                    <a:ext uri="{FF2B5EF4-FFF2-40B4-BE49-F238E27FC236}">
                      <a16:creationId xmlns:a16="http://schemas.microsoft.com/office/drawing/2014/main" id="{8059458D-4F40-CDB6-8475-78710131C793}"/>
                    </a:ext>
                  </a:extLst>
                </p14:cNvPr>
                <p14:cNvContentPartPr/>
                <p14:nvPr/>
              </p14:nvContentPartPr>
              <p14:xfrm>
                <a:off x="11692195" y="5310910"/>
                <a:ext cx="148320" cy="117720"/>
              </p14:xfrm>
            </p:contentPart>
          </mc:Choice>
          <mc:Fallback>
            <p:pic>
              <p:nvPicPr>
                <p:cNvPr id="101388" name="Ink 101387">
                  <a:extLst>
                    <a:ext uri="{FF2B5EF4-FFF2-40B4-BE49-F238E27FC236}">
                      <a16:creationId xmlns:a16="http://schemas.microsoft.com/office/drawing/2014/main" id="{8059458D-4F40-CDB6-8475-78710131C79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686075" y="5304790"/>
                  <a:ext cx="160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389" name="Ink 101388">
                  <a:extLst>
                    <a:ext uri="{FF2B5EF4-FFF2-40B4-BE49-F238E27FC236}">
                      <a16:creationId xmlns:a16="http://schemas.microsoft.com/office/drawing/2014/main" id="{56E1DCE0-4759-167D-3967-F0A679341E44}"/>
                    </a:ext>
                  </a:extLst>
                </p14:cNvPr>
                <p14:cNvContentPartPr/>
                <p14:nvPr/>
              </p14:nvContentPartPr>
              <p14:xfrm>
                <a:off x="11885875" y="5205430"/>
                <a:ext cx="21600" cy="287280"/>
              </p14:xfrm>
            </p:contentPart>
          </mc:Choice>
          <mc:Fallback>
            <p:pic>
              <p:nvPicPr>
                <p:cNvPr id="101389" name="Ink 101388">
                  <a:extLst>
                    <a:ext uri="{FF2B5EF4-FFF2-40B4-BE49-F238E27FC236}">
                      <a16:creationId xmlns:a16="http://schemas.microsoft.com/office/drawing/2014/main" id="{56E1DCE0-4759-167D-3967-F0A679341E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879755" y="5199310"/>
                  <a:ext cx="33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390" name="Ink 101389">
                  <a:extLst>
                    <a:ext uri="{FF2B5EF4-FFF2-40B4-BE49-F238E27FC236}">
                      <a16:creationId xmlns:a16="http://schemas.microsoft.com/office/drawing/2014/main" id="{ABA95D47-2269-D1D8-AE5A-87CC4972B6F3}"/>
                    </a:ext>
                  </a:extLst>
                </p14:cNvPr>
                <p14:cNvContentPartPr/>
                <p14:nvPr/>
              </p14:nvContentPartPr>
              <p14:xfrm>
                <a:off x="11870035" y="5308030"/>
                <a:ext cx="103680" cy="158400"/>
              </p14:xfrm>
            </p:contentPart>
          </mc:Choice>
          <mc:Fallback>
            <p:pic>
              <p:nvPicPr>
                <p:cNvPr id="101390" name="Ink 101389">
                  <a:extLst>
                    <a:ext uri="{FF2B5EF4-FFF2-40B4-BE49-F238E27FC236}">
                      <a16:creationId xmlns:a16="http://schemas.microsoft.com/office/drawing/2014/main" id="{ABA95D47-2269-D1D8-AE5A-87CC4972B6F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863915" y="5301910"/>
                  <a:ext cx="115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1391" name="Ink 101390">
                  <a:extLst>
                    <a:ext uri="{FF2B5EF4-FFF2-40B4-BE49-F238E27FC236}">
                      <a16:creationId xmlns:a16="http://schemas.microsoft.com/office/drawing/2014/main" id="{D27F9FBB-6A06-EE74-D2C2-4A1C734741E4}"/>
                    </a:ext>
                  </a:extLst>
                </p14:cNvPr>
                <p14:cNvContentPartPr/>
                <p14:nvPr/>
              </p14:nvContentPartPr>
              <p14:xfrm>
                <a:off x="11941675" y="4771630"/>
                <a:ext cx="137880" cy="897840"/>
              </p14:xfrm>
            </p:contentPart>
          </mc:Choice>
          <mc:Fallback>
            <p:pic>
              <p:nvPicPr>
                <p:cNvPr id="101391" name="Ink 101390">
                  <a:extLst>
                    <a:ext uri="{FF2B5EF4-FFF2-40B4-BE49-F238E27FC236}">
                      <a16:creationId xmlns:a16="http://schemas.microsoft.com/office/drawing/2014/main" id="{D27F9FBB-6A06-EE74-D2C2-4A1C734741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935555" y="4765510"/>
                  <a:ext cx="15012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1392" name="Ink 101391">
                  <a:extLst>
                    <a:ext uri="{FF2B5EF4-FFF2-40B4-BE49-F238E27FC236}">
                      <a16:creationId xmlns:a16="http://schemas.microsoft.com/office/drawing/2014/main" id="{C8AB798F-55EB-9490-4EF8-2F8A496109B2}"/>
                    </a:ext>
                  </a:extLst>
                </p14:cNvPr>
                <p14:cNvContentPartPr/>
                <p14:nvPr/>
              </p14:nvContentPartPr>
              <p14:xfrm>
                <a:off x="11601115" y="5219830"/>
                <a:ext cx="322920" cy="11880"/>
              </p14:xfrm>
            </p:contentPart>
          </mc:Choice>
          <mc:Fallback>
            <p:pic>
              <p:nvPicPr>
                <p:cNvPr id="101392" name="Ink 101391">
                  <a:extLst>
                    <a:ext uri="{FF2B5EF4-FFF2-40B4-BE49-F238E27FC236}">
                      <a16:creationId xmlns:a16="http://schemas.microsoft.com/office/drawing/2014/main" id="{C8AB798F-55EB-9490-4EF8-2F8A496109B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594995" y="5213710"/>
                  <a:ext cx="335160" cy="2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4650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741C-F5A4-2E6B-78BB-0DDE5952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CA206-BEB6-6204-1D76-1B8D7F6C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4 Solution: Apply Laplace smoothing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06DEB4F-155A-6CEF-971B-3134FEE6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A6C8289C-DB8C-0139-D4B9-1A93EAE8C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09964"/>
              </p:ext>
            </p:extLst>
          </p:nvPr>
        </p:nvGraphicFramePr>
        <p:xfrm>
          <a:off x="2505075" y="400579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190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009970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62905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P(Word/Sport)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P(Word/Not Sport)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8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7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77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0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736935"/>
                  </a:ext>
                </a:extLst>
              </a:tr>
            </a:tbl>
          </a:graphicData>
        </a:graphic>
      </p:graphicFrame>
      <p:graphicFrame>
        <p:nvGraphicFramePr>
          <p:cNvPr id="7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145331"/>
              </p:ext>
            </p:extLst>
          </p:nvPr>
        </p:nvGraphicFramePr>
        <p:xfrm>
          <a:off x="3429000" y="1232653"/>
          <a:ext cx="441960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Text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Tag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“A great game”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5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“The election was over”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Not 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“Very clean match”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“A clean but forgettable game”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“It was a close election”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Not 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1FCC825-13D1-64DB-6B08-BDBCB56BCF94}"/>
                  </a:ext>
                </a:extLst>
              </p14:cNvPr>
              <p14:cNvContentPartPr/>
              <p14:nvPr/>
            </p14:nvContentPartPr>
            <p14:xfrm>
              <a:off x="3450355" y="2908270"/>
              <a:ext cx="3121920" cy="34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1FCC825-13D1-64DB-6B08-BDBCB56BCF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4235" y="2902150"/>
                <a:ext cx="313416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4953B68-CB4E-71C9-F842-9CCC62B5767B}"/>
              </a:ext>
            </a:extLst>
          </p:cNvPr>
          <p:cNvGrpSpPr/>
          <p:nvPr/>
        </p:nvGrpSpPr>
        <p:grpSpPr>
          <a:xfrm>
            <a:off x="2881555" y="1663390"/>
            <a:ext cx="3074760" cy="1724400"/>
            <a:chOff x="2881555" y="1663390"/>
            <a:chExt cx="3074760" cy="172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A836C3-AC0C-36A8-83AE-BE1D93139B37}"/>
                    </a:ext>
                  </a:extLst>
                </p14:cNvPr>
                <p14:cNvContentPartPr/>
                <p14:nvPr/>
              </p14:nvContentPartPr>
              <p14:xfrm>
                <a:off x="3348835" y="1663390"/>
                <a:ext cx="1863720" cy="434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A836C3-AC0C-36A8-83AE-BE1D93139B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42715" y="1657270"/>
                  <a:ext cx="18759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987ACF-43F2-1957-93BC-8F2810DAC518}"/>
                    </a:ext>
                  </a:extLst>
                </p14:cNvPr>
                <p14:cNvContentPartPr/>
                <p14:nvPr/>
              </p14:nvContentPartPr>
              <p14:xfrm>
                <a:off x="3337675" y="2417590"/>
                <a:ext cx="2114640" cy="56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987ACF-43F2-1957-93BC-8F2810DAC51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31555" y="2411470"/>
                  <a:ext cx="212688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D025D6-4B7A-50B4-D052-9531187DF6C5}"/>
                    </a:ext>
                  </a:extLst>
                </p14:cNvPr>
                <p14:cNvContentPartPr/>
                <p14:nvPr/>
              </p14:nvContentPartPr>
              <p14:xfrm>
                <a:off x="2936635" y="1751950"/>
                <a:ext cx="204840" cy="276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D025D6-4B7A-50B4-D052-9531187DF6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0515" y="1745830"/>
                  <a:ext cx="217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080A63-6A5F-AF1C-630B-C94312537138}"/>
                    </a:ext>
                  </a:extLst>
                </p14:cNvPr>
                <p14:cNvContentPartPr/>
                <p14:nvPr/>
              </p14:nvContentPartPr>
              <p14:xfrm>
                <a:off x="2881555" y="2560510"/>
                <a:ext cx="183600" cy="291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080A63-6A5F-AF1C-630B-C943125371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75435" y="2554390"/>
                  <a:ext cx="195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6D831C-92E0-A603-5575-D4F41B74B21A}"/>
                    </a:ext>
                  </a:extLst>
                </p14:cNvPr>
                <p14:cNvContentPartPr/>
                <p14:nvPr/>
              </p14:nvContentPartPr>
              <p14:xfrm>
                <a:off x="3443875" y="2107270"/>
                <a:ext cx="2512440" cy="36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6D831C-92E0-A603-5575-D4F41B74B2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37755" y="2101150"/>
                  <a:ext cx="25246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FDE41F-181B-A270-C887-9CFE765623B8}"/>
                    </a:ext>
                  </a:extLst>
                </p14:cNvPr>
                <p14:cNvContentPartPr/>
                <p14:nvPr/>
              </p14:nvContentPartPr>
              <p14:xfrm>
                <a:off x="2971915" y="3063790"/>
                <a:ext cx="157680" cy="56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FDE41F-181B-A270-C887-9CFE765623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5795" y="3057670"/>
                  <a:ext cx="169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E0935A-CB6F-6A10-0E3D-C983C95631FA}"/>
                    </a:ext>
                  </a:extLst>
                </p14:cNvPr>
                <p14:cNvContentPartPr/>
                <p14:nvPr/>
              </p14:nvContentPartPr>
              <p14:xfrm>
                <a:off x="2962555" y="3096550"/>
                <a:ext cx="126360" cy="291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E0935A-CB6F-6A10-0E3D-C983C95631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56435" y="3090430"/>
                  <a:ext cx="138600" cy="30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CC4D46-3280-B8B1-4301-EAF2C82BD412}"/>
                  </a:ext>
                </a:extLst>
              </p14:cNvPr>
              <p14:cNvContentPartPr/>
              <p14:nvPr/>
            </p14:nvContentPartPr>
            <p14:xfrm>
              <a:off x="3303115" y="3226150"/>
              <a:ext cx="2583360" cy="609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CC4D46-3280-B8B1-4301-EAF2C82BD4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96995" y="3220030"/>
                <a:ext cx="259560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8E28A1-BA1E-5B9E-4C59-2DAB80B4A830}"/>
                  </a:ext>
                </a:extLst>
              </p14:cNvPr>
              <p14:cNvContentPartPr/>
              <p14:nvPr/>
            </p14:nvContentPartPr>
            <p14:xfrm>
              <a:off x="8206675" y="4463830"/>
              <a:ext cx="186840" cy="203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8E28A1-BA1E-5B9E-4C59-2DAB80B4A8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00555" y="4457710"/>
                <a:ext cx="199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E0D82BB-A346-E2B9-9E46-D054C91DFAF8}"/>
                  </a:ext>
                </a:extLst>
              </p14:cNvPr>
              <p14:cNvContentPartPr/>
              <p14:nvPr/>
            </p14:nvContentPartPr>
            <p14:xfrm>
              <a:off x="8178595" y="4807990"/>
              <a:ext cx="235440" cy="331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E0D82BB-A346-E2B9-9E46-D054C91DFA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72475" y="4801870"/>
                <a:ext cx="2476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6EC01FA-6D1C-A180-66A2-ABA61DDA0DBF}"/>
                  </a:ext>
                </a:extLst>
              </p14:cNvPr>
              <p14:cNvContentPartPr/>
              <p14:nvPr/>
            </p14:nvContentPartPr>
            <p14:xfrm>
              <a:off x="5450875" y="4419550"/>
              <a:ext cx="323280" cy="358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6EC01FA-6D1C-A180-66A2-ABA61DDA0DB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44755" y="4413430"/>
                <a:ext cx="335520" cy="3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8723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4 Solution:</a:t>
            </a:r>
          </a:p>
        </p:txBody>
      </p:sp>
      <p:graphicFrame>
        <p:nvGraphicFramePr>
          <p:cNvPr id="5" name="Content Placeholder 7"/>
          <p:cNvGraphicFramePr>
            <a:graphicFrameLocks/>
          </p:cNvGraphicFramePr>
          <p:nvPr/>
        </p:nvGraphicFramePr>
        <p:xfrm>
          <a:off x="609600" y="1066800"/>
          <a:ext cx="441960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Text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Tag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“A great game”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5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“The election was over”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Not 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“Very clean match”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“A clean but forgettable game”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96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“It was a close election”</a:t>
                      </a:r>
                    </a:p>
                  </a:txBody>
                  <a:tcPr marL="114300" marR="114300" marT="76200" marB="5715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Not sports</a:t>
                      </a:r>
                    </a:p>
                  </a:txBody>
                  <a:tcPr marL="114300" marR="114300" marT="76200" marB="571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10200" y="1351038"/>
            <a:ext cx="518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2B3E51"/>
                </a:solidFill>
                <a:latin typeface="Open Sans"/>
              </a:rPr>
              <a:t>Which tag does the sentence </a:t>
            </a:r>
            <a:r>
              <a:rPr lang="en-US" sz="1600" i="1" dirty="0">
                <a:solidFill>
                  <a:srgbClr val="2B3E51"/>
                </a:solidFill>
                <a:latin typeface="&amp;quot"/>
              </a:rPr>
              <a:t>A very close game</a:t>
            </a:r>
            <a:r>
              <a:rPr lang="en-US" sz="1600" dirty="0">
                <a:solidFill>
                  <a:srgbClr val="2B3E51"/>
                </a:solidFill>
                <a:latin typeface="Open Sans"/>
              </a:rPr>
              <a:t> belong to? i.e. P(sports|</a:t>
            </a:r>
            <a:r>
              <a:rPr lang="en-US" sz="1600" i="1" dirty="0">
                <a:solidFill>
                  <a:srgbClr val="2B3E51"/>
                </a:solidFill>
                <a:latin typeface="&amp;quot"/>
              </a:rPr>
              <a:t> A very close game</a:t>
            </a:r>
            <a:r>
              <a:rPr lang="en-US" sz="1600" dirty="0">
                <a:solidFill>
                  <a:srgbClr val="2B3E51"/>
                </a:solidFill>
                <a:latin typeface="Open Sans"/>
              </a:rPr>
              <a:t>)</a:t>
            </a:r>
            <a:endParaRPr lang="en-US" sz="1600" dirty="0">
              <a:solidFill>
                <a:prstClr val="black"/>
              </a:solidFill>
              <a:latin typeface="Tahoma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0" y="1981200"/>
            <a:ext cx="362010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2B3E51"/>
                </a:solidFill>
                <a:latin typeface="Open Sans"/>
              </a:rPr>
              <a:t>Using Bayes Theorem:</a:t>
            </a:r>
          </a:p>
          <a:p>
            <a:pPr eaLnBrk="1" hangingPunct="1">
              <a:defRPr/>
            </a:pPr>
            <a:endParaRPr lang="en-US" sz="1200" b="1" dirty="0">
              <a:solidFill>
                <a:srgbClr val="2B3E51"/>
              </a:solidFill>
              <a:latin typeface="Open Sans"/>
            </a:endParaRPr>
          </a:p>
          <a:p>
            <a:pPr eaLnBrk="1" hangingPunct="1">
              <a:defRPr/>
            </a:pPr>
            <a:r>
              <a:rPr lang="en-US" sz="1200" b="1" dirty="0">
                <a:solidFill>
                  <a:srgbClr val="2B3E51"/>
                </a:solidFill>
                <a:latin typeface="Open Sans"/>
              </a:rPr>
              <a:t>P(sports|</a:t>
            </a:r>
            <a:r>
              <a:rPr lang="en-US" sz="1200" b="1" i="1" dirty="0">
                <a:solidFill>
                  <a:srgbClr val="2B3E51"/>
                </a:solidFill>
                <a:latin typeface="&amp;quot"/>
              </a:rPr>
              <a:t> A very close game</a:t>
            </a:r>
            <a:r>
              <a:rPr lang="en-US" sz="1200" b="1" dirty="0">
                <a:solidFill>
                  <a:srgbClr val="2B3E51"/>
                </a:solidFill>
                <a:latin typeface="Open Sans"/>
              </a:rPr>
              <a:t>)</a:t>
            </a:r>
          </a:p>
          <a:p>
            <a:pPr eaLnBrk="1" hangingPunct="1">
              <a:defRPr/>
            </a:pPr>
            <a:endParaRPr lang="en-US" sz="1200" b="1" dirty="0">
              <a:solidFill>
                <a:srgbClr val="2B3E51"/>
              </a:solidFill>
              <a:latin typeface="Open Sans"/>
            </a:endParaRPr>
          </a:p>
          <a:p>
            <a:pPr eaLnBrk="1" hangingPunct="1">
              <a:defRPr/>
            </a:pPr>
            <a:r>
              <a:rPr lang="en-US" sz="1200" b="1" dirty="0">
                <a:solidFill>
                  <a:srgbClr val="2B3E51"/>
                </a:solidFill>
                <a:latin typeface="Open Sans"/>
              </a:rPr>
              <a:t>= P(</a:t>
            </a:r>
            <a:r>
              <a:rPr lang="en-US" sz="1200" b="1" i="1" dirty="0">
                <a:solidFill>
                  <a:srgbClr val="2B3E51"/>
                </a:solidFill>
                <a:latin typeface="&amp;quot"/>
              </a:rPr>
              <a:t>A very close game| </a:t>
            </a:r>
            <a:r>
              <a:rPr lang="en-US" sz="1200" b="1" dirty="0">
                <a:solidFill>
                  <a:srgbClr val="2B3E51"/>
                </a:solidFill>
                <a:latin typeface="Open Sans"/>
              </a:rPr>
              <a:t>sports) P(sports)</a:t>
            </a:r>
          </a:p>
          <a:p>
            <a:pPr eaLnBrk="1" hangingPunct="1">
              <a:defRPr/>
            </a:pPr>
            <a:r>
              <a:rPr lang="en-US" sz="1200" b="1" dirty="0">
                <a:solidFill>
                  <a:prstClr val="black"/>
                </a:solidFill>
                <a:latin typeface="Tahoma" charset="0"/>
              </a:rPr>
              <a:t>   ----------------------------------------------</a:t>
            </a:r>
          </a:p>
          <a:p>
            <a:pPr eaLnBrk="1" hangingPunct="1">
              <a:defRPr/>
            </a:pPr>
            <a:r>
              <a:rPr lang="en-US" sz="1200" b="1" dirty="0">
                <a:solidFill>
                  <a:prstClr val="black"/>
                </a:solidFill>
                <a:latin typeface="Tahoma" charset="0"/>
              </a:rPr>
              <a:t>	</a:t>
            </a:r>
            <a:r>
              <a:rPr lang="en-US" sz="1200" b="1" dirty="0">
                <a:solidFill>
                  <a:srgbClr val="2B3E51"/>
                </a:solidFill>
                <a:latin typeface="Open Sans"/>
              </a:rPr>
              <a:t>P(</a:t>
            </a:r>
            <a:r>
              <a:rPr lang="en-US" sz="1200" b="1" i="1" dirty="0">
                <a:solidFill>
                  <a:srgbClr val="2B3E51"/>
                </a:solidFill>
                <a:latin typeface="&amp;quot"/>
              </a:rPr>
              <a:t>A very close game)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4044427"/>
            <a:ext cx="83800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prstClr val="black"/>
                </a:solidFill>
                <a:latin typeface="Tahoma" charset="0"/>
              </a:rPr>
              <a:t>We assume that every word in a sentence is </a:t>
            </a:r>
            <a:r>
              <a:rPr lang="en-US" sz="1600" b="1" dirty="0">
                <a:solidFill>
                  <a:prstClr val="black"/>
                </a:solidFill>
                <a:latin typeface="Tahoma" charset="0"/>
              </a:rPr>
              <a:t>independent</a:t>
            </a:r>
            <a:r>
              <a:rPr lang="en-US" sz="1600" dirty="0">
                <a:solidFill>
                  <a:prstClr val="black"/>
                </a:solidFill>
                <a:latin typeface="Tahoma" charset="0"/>
              </a:rPr>
              <a:t> of the other 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4602" y="5909846"/>
            <a:ext cx="90571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prstClr val="black"/>
                </a:solidFill>
                <a:latin typeface="Tahoma" charset="0"/>
              </a:rPr>
              <a:t>“close” doesn’t appear in sentences of sports tag, So P(close | sports) = 0, which makes product 0</a:t>
            </a:r>
            <a:r>
              <a:rPr lang="en-US" sz="1600" dirty="0">
                <a:solidFill>
                  <a:srgbClr val="2B3E51"/>
                </a:solidFill>
                <a:latin typeface="Open Sans"/>
              </a:rPr>
              <a:t> </a:t>
            </a:r>
            <a:endParaRPr lang="en-US" sz="1600" dirty="0">
              <a:solidFill>
                <a:prstClr val="black"/>
              </a:solidFill>
              <a:latin typeface="Tahom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455BE8-0D89-BF41-9C57-64414376AF32}"/>
              </a:ext>
            </a:extLst>
          </p:cNvPr>
          <p:cNvGrpSpPr/>
          <p:nvPr/>
        </p:nvGrpSpPr>
        <p:grpSpPr>
          <a:xfrm>
            <a:off x="1676400" y="4614480"/>
            <a:ext cx="534600" cy="258120"/>
            <a:chOff x="284915" y="4472823"/>
            <a:chExt cx="53460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2CC6C7-6C78-4B46-B600-97AD08CF3C10}"/>
                    </a:ext>
                  </a:extLst>
                </p14:cNvPr>
                <p14:cNvContentPartPr/>
                <p14:nvPr/>
              </p14:nvContentPartPr>
              <p14:xfrm>
                <a:off x="297155" y="4523223"/>
                <a:ext cx="25560" cy="132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12CC6C7-6C78-4B46-B600-97AD08CF3C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4555" y="4511672"/>
                  <a:ext cx="46440" cy="1530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C0A3D6-5D34-834B-955C-F970CD0244E3}"/>
                    </a:ext>
                  </a:extLst>
                </p14:cNvPr>
                <p14:cNvContentPartPr/>
                <p14:nvPr/>
              </p14:nvContentPartPr>
              <p14:xfrm>
                <a:off x="284915" y="4523223"/>
                <a:ext cx="107280" cy="6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8C0A3D6-5D34-834B-955C-F970CD0244E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5555" y="4513447"/>
                  <a:ext cx="126000" cy="825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6354807-4C7F-004D-B237-173D3FD59F2C}"/>
                    </a:ext>
                  </a:extLst>
                </p14:cNvPr>
                <p14:cNvContentPartPr/>
                <p14:nvPr/>
              </p14:nvContentPartPr>
              <p14:xfrm>
                <a:off x="517475" y="4472823"/>
                <a:ext cx="119880" cy="25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6354807-4C7F-004D-B237-173D3FD59F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7395" y="4463103"/>
                  <a:ext cx="139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134133-750F-4E4C-85DD-CF4F63EE5F41}"/>
                    </a:ext>
                  </a:extLst>
                </p14:cNvPr>
                <p14:cNvContentPartPr/>
                <p14:nvPr/>
              </p14:nvContentPartPr>
              <p14:xfrm>
                <a:off x="712235" y="4523223"/>
                <a:ext cx="10728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9134133-750F-4E4C-85DD-CF4F63EE5F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235" y="4513503"/>
                  <a:ext cx="126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018F74-3EB7-BC49-A798-B59594F98C36}"/>
                    </a:ext>
                  </a:extLst>
                </p14:cNvPr>
                <p14:cNvContentPartPr/>
                <p14:nvPr/>
              </p14:nvContentPartPr>
              <p14:xfrm>
                <a:off x="762635" y="4604943"/>
                <a:ext cx="50760" cy="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C018F74-3EB7-BC49-A798-B59594F98C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3995" y="4595943"/>
                  <a:ext cx="684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5C0543-FA5A-9F4B-8F68-51393C36FD2C}"/>
              </a:ext>
            </a:extLst>
          </p:cNvPr>
          <p:cNvGrpSpPr/>
          <p:nvPr/>
        </p:nvGrpSpPr>
        <p:grpSpPr>
          <a:xfrm>
            <a:off x="2418000" y="4677480"/>
            <a:ext cx="560160" cy="182880"/>
            <a:chOff x="1026515" y="4535823"/>
            <a:chExt cx="56016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D4B383-64C1-1640-929A-62A0604A1B44}"/>
                    </a:ext>
                  </a:extLst>
                </p14:cNvPr>
                <p14:cNvContentPartPr/>
                <p14:nvPr/>
              </p14:nvContentPartPr>
              <p14:xfrm>
                <a:off x="1026515" y="4561023"/>
                <a:ext cx="50760" cy="69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0D4B383-64C1-1640-929A-62A0604A1B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6795" y="4551353"/>
                  <a:ext cx="69120" cy="87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8501C07-DBDE-E94F-AEA2-864BE3665AFD}"/>
                    </a:ext>
                  </a:extLst>
                </p14:cNvPr>
                <p14:cNvContentPartPr/>
                <p14:nvPr/>
              </p14:nvContentPartPr>
              <p14:xfrm>
                <a:off x="1095635" y="4535823"/>
                <a:ext cx="19080" cy="9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8501C07-DBDE-E94F-AEA2-864BE3665A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7355" y="4526103"/>
                  <a:ext cx="37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83B9FA-102A-4240-92D7-45DB09BA1F1D}"/>
                    </a:ext>
                  </a:extLst>
                </p14:cNvPr>
                <p14:cNvContentPartPr/>
                <p14:nvPr/>
              </p14:nvContentPartPr>
              <p14:xfrm>
                <a:off x="1202555" y="4554543"/>
                <a:ext cx="63360" cy="7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D83B9FA-102A-4240-92D7-45DB09BA1F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92779" y="4545183"/>
                  <a:ext cx="81825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B450D9-6BD1-624A-92E2-F156EF25627F}"/>
                    </a:ext>
                  </a:extLst>
                </p14:cNvPr>
                <p14:cNvContentPartPr/>
                <p14:nvPr/>
              </p14:nvContentPartPr>
              <p14:xfrm>
                <a:off x="1309475" y="4549143"/>
                <a:ext cx="100800" cy="75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CB450D9-6BD1-624A-92E2-F156EF2562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00475" y="4540503"/>
                  <a:ext cx="118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47E5292-05F2-B04F-A626-28E1AC3146E4}"/>
                    </a:ext>
                  </a:extLst>
                </p14:cNvPr>
                <p14:cNvContentPartPr/>
                <p14:nvPr/>
              </p14:nvContentPartPr>
              <p14:xfrm>
                <a:off x="1479395" y="4548423"/>
                <a:ext cx="107280" cy="17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47E5292-05F2-B04F-A626-28E1AC3146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69315" y="4539043"/>
                  <a:ext cx="126720" cy="18976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E0F791E-76AA-9C4F-81AF-A71874BC2CCE}"/>
              </a:ext>
            </a:extLst>
          </p:cNvPr>
          <p:cNvGrpSpPr/>
          <p:nvPr/>
        </p:nvGrpSpPr>
        <p:grpSpPr>
          <a:xfrm>
            <a:off x="3222960" y="4609080"/>
            <a:ext cx="270720" cy="175680"/>
            <a:chOff x="1831475" y="4467423"/>
            <a:chExt cx="27072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0023ED-8362-7048-AEA8-1184B1016EAF}"/>
                    </a:ext>
                  </a:extLst>
                </p14:cNvPr>
                <p14:cNvContentPartPr/>
                <p14:nvPr/>
              </p14:nvContentPartPr>
              <p14:xfrm>
                <a:off x="1831475" y="4554543"/>
                <a:ext cx="119880" cy="88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F0023ED-8362-7048-AEA8-1184B1016E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1395" y="4545145"/>
                  <a:ext cx="138240" cy="1084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5CAF0E-B8B1-314C-ABAD-3D7A61A6D9E9}"/>
                    </a:ext>
                  </a:extLst>
                </p14:cNvPr>
                <p14:cNvContentPartPr/>
                <p14:nvPr/>
              </p14:nvContentPartPr>
              <p14:xfrm>
                <a:off x="1969715" y="4467423"/>
                <a:ext cx="12960" cy="16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95CAF0E-B8B1-314C-ABAD-3D7A61A6D9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59275" y="4457724"/>
                  <a:ext cx="31680" cy="1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3C8483-1265-9B47-B519-59A745BAC762}"/>
                    </a:ext>
                  </a:extLst>
                </p14:cNvPr>
                <p14:cNvContentPartPr/>
                <p14:nvPr/>
              </p14:nvContentPartPr>
              <p14:xfrm>
                <a:off x="2045315" y="4548423"/>
                <a:ext cx="56880" cy="82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93C8483-1265-9B47-B519-59A745BAC7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36315" y="4538703"/>
                  <a:ext cx="7596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1D59FB-EA7C-A240-B277-A4D390B4ED1A}"/>
              </a:ext>
            </a:extLst>
          </p:cNvPr>
          <p:cNvGrpSpPr/>
          <p:nvPr/>
        </p:nvGrpSpPr>
        <p:grpSpPr>
          <a:xfrm>
            <a:off x="3575040" y="4683960"/>
            <a:ext cx="207720" cy="82080"/>
            <a:chOff x="2183555" y="4542303"/>
            <a:chExt cx="207720" cy="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9E37046-0239-F747-9A35-41188AF7DC8C}"/>
                    </a:ext>
                  </a:extLst>
                </p14:cNvPr>
                <p14:cNvContentPartPr/>
                <p14:nvPr/>
              </p14:nvContentPartPr>
              <p14:xfrm>
                <a:off x="2183555" y="4542303"/>
                <a:ext cx="75960" cy="8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9E37046-0239-F747-9A35-41188AF7DC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74195" y="4532943"/>
                  <a:ext cx="95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50C3DE-602D-2442-A1D5-115E35A6287B}"/>
                    </a:ext>
                  </a:extLst>
                </p14:cNvPr>
                <p14:cNvContentPartPr/>
                <p14:nvPr/>
              </p14:nvContentPartPr>
              <p14:xfrm>
                <a:off x="2309195" y="4554543"/>
                <a:ext cx="82080" cy="63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850C3DE-602D-2442-A1D5-115E35A628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99835" y="4545183"/>
                  <a:ext cx="10008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CF8E30-AFA1-CC4F-8785-73774AD62308}"/>
              </a:ext>
            </a:extLst>
          </p:cNvPr>
          <p:cNvGrpSpPr/>
          <p:nvPr/>
        </p:nvGrpSpPr>
        <p:grpSpPr>
          <a:xfrm>
            <a:off x="1713840" y="5123880"/>
            <a:ext cx="119880" cy="166680"/>
            <a:chOff x="322355" y="4982223"/>
            <a:chExt cx="11988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7A99ED-505F-064D-AC9F-BBFE96E6643A}"/>
                    </a:ext>
                  </a:extLst>
                </p14:cNvPr>
                <p14:cNvContentPartPr/>
                <p14:nvPr/>
              </p14:nvContentPartPr>
              <p14:xfrm>
                <a:off x="322355" y="5007423"/>
                <a:ext cx="19080" cy="141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67A99ED-505F-064D-AC9F-BBFE96E664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3715" y="4996983"/>
                  <a:ext cx="363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C1F9AF-7709-054D-A8F5-0F852BB07CA5}"/>
                    </a:ext>
                  </a:extLst>
                </p14:cNvPr>
                <p14:cNvContentPartPr/>
                <p14:nvPr/>
              </p14:nvContentPartPr>
              <p14:xfrm>
                <a:off x="328835" y="4982223"/>
                <a:ext cx="113400" cy="82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1C1F9AF-7709-054D-A8F5-0F852BB07C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505" y="4972143"/>
                  <a:ext cx="132061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3C97E11-964E-374D-8DCA-B2479EA24BBD}"/>
              </a:ext>
            </a:extLst>
          </p:cNvPr>
          <p:cNvGrpSpPr/>
          <p:nvPr/>
        </p:nvGrpSpPr>
        <p:grpSpPr>
          <a:xfrm>
            <a:off x="2047200" y="5067360"/>
            <a:ext cx="943200" cy="264240"/>
            <a:chOff x="655715" y="4925703"/>
            <a:chExt cx="94320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F073DF-61F2-DB4D-99A3-FC6BBFA4A32D}"/>
                    </a:ext>
                  </a:extLst>
                </p14:cNvPr>
                <p14:cNvContentPartPr/>
                <p14:nvPr/>
              </p14:nvContentPartPr>
              <p14:xfrm>
                <a:off x="655715" y="4925703"/>
                <a:ext cx="113400" cy="264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EF073DF-61F2-DB4D-99A3-FC6BBFA4A3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6743" y="4916715"/>
                  <a:ext cx="130266" cy="281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157A17-AC43-B647-B636-CE42F4ED2684}"/>
                    </a:ext>
                  </a:extLst>
                </p14:cNvPr>
                <p14:cNvContentPartPr/>
                <p14:nvPr/>
              </p14:nvContentPartPr>
              <p14:xfrm>
                <a:off x="819155" y="4982223"/>
                <a:ext cx="126000" cy="119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9157A17-AC43-B647-B636-CE42F4ED26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0875" y="4973196"/>
                  <a:ext cx="142200" cy="137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EE223D-CBBE-8544-AC85-0CF683043358}"/>
                    </a:ext>
                  </a:extLst>
                </p14:cNvPr>
                <p14:cNvContentPartPr/>
                <p14:nvPr/>
              </p14:nvContentPartPr>
              <p14:xfrm>
                <a:off x="869555" y="5057823"/>
                <a:ext cx="69480" cy="6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4EE223D-CBBE-8544-AC85-0CF6830433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0195" y="5048956"/>
                  <a:ext cx="87120" cy="23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DDC5AF-A2C1-6B49-A50F-69166DA74268}"/>
                    </a:ext>
                  </a:extLst>
                </p14:cNvPr>
                <p14:cNvContentPartPr/>
                <p14:nvPr/>
              </p14:nvContentPartPr>
              <p14:xfrm>
                <a:off x="1058195" y="5007423"/>
                <a:ext cx="82080" cy="63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EDDC5AF-A2C1-6B49-A50F-69166DA7426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8835" y="4997703"/>
                  <a:ext cx="99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4165E9C-67B3-BF4E-AB96-E3D7EB4CEF5C}"/>
                    </a:ext>
                  </a:extLst>
                </p14:cNvPr>
                <p14:cNvContentPartPr/>
                <p14:nvPr/>
              </p14:nvContentPartPr>
              <p14:xfrm>
                <a:off x="1152515" y="4988703"/>
                <a:ext cx="25560" cy="69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4165E9C-67B3-BF4E-AB96-E3D7EB4CEF5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43875" y="4979343"/>
                  <a:ext cx="43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0BD84F8-443D-C543-9552-7E76924D218D}"/>
                    </a:ext>
                  </a:extLst>
                </p14:cNvPr>
                <p14:cNvContentPartPr/>
                <p14:nvPr/>
              </p14:nvContentPartPr>
              <p14:xfrm>
                <a:off x="1259435" y="5013543"/>
                <a:ext cx="63360" cy="69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0BD84F8-443D-C543-9552-7E76924D21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50075" y="5004543"/>
                  <a:ext cx="81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79D2DB-5B8E-3A44-B37A-E8557D2B87C2}"/>
                    </a:ext>
                  </a:extLst>
                </p14:cNvPr>
                <p14:cNvContentPartPr/>
                <p14:nvPr/>
              </p14:nvContentPartPr>
              <p14:xfrm>
                <a:off x="1347275" y="5000943"/>
                <a:ext cx="82080" cy="75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379D2DB-5B8E-3A44-B37A-E8557D2B87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37915" y="4991943"/>
                  <a:ext cx="100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D07F67-D60C-2140-AD50-3548134F7BC1}"/>
                    </a:ext>
                  </a:extLst>
                </p14:cNvPr>
                <p14:cNvContentPartPr/>
                <p14:nvPr/>
              </p14:nvContentPartPr>
              <p14:xfrm>
                <a:off x="1510715" y="4982223"/>
                <a:ext cx="88200" cy="145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17D07F67-D60C-2140-AD50-3548134F7B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01355" y="4972840"/>
                  <a:ext cx="106920" cy="16456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1180AB-1536-F447-B9FB-EF36ED7BD957}"/>
              </a:ext>
            </a:extLst>
          </p:cNvPr>
          <p:cNvGrpSpPr/>
          <p:nvPr/>
        </p:nvGrpSpPr>
        <p:grpSpPr>
          <a:xfrm>
            <a:off x="3222960" y="5073480"/>
            <a:ext cx="578520" cy="157680"/>
            <a:chOff x="1831475" y="4931823"/>
            <a:chExt cx="57852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9693AA-4D7C-EA45-A411-0FF7E37D84C3}"/>
                    </a:ext>
                  </a:extLst>
                </p14:cNvPr>
                <p14:cNvContentPartPr/>
                <p14:nvPr/>
              </p14:nvContentPartPr>
              <p14:xfrm>
                <a:off x="1831475" y="4982223"/>
                <a:ext cx="138600" cy="107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89693AA-4D7C-EA45-A411-0FF7E37D84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1395" y="4972831"/>
                  <a:ext cx="157320" cy="127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E730C4-3BB8-5C4B-8874-5546F4ECE390}"/>
                    </a:ext>
                  </a:extLst>
                </p14:cNvPr>
                <p14:cNvContentPartPr/>
                <p14:nvPr/>
              </p14:nvContentPartPr>
              <p14:xfrm>
                <a:off x="1988435" y="4931823"/>
                <a:ext cx="50760" cy="15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4E730C4-3BB8-5C4B-8874-5546F4ECE3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355" y="4922103"/>
                  <a:ext cx="69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1DA263-A585-DF43-80BA-FEF0F79A0BC1}"/>
                    </a:ext>
                  </a:extLst>
                </p14:cNvPr>
                <p14:cNvContentPartPr/>
                <p14:nvPr/>
              </p14:nvContentPartPr>
              <p14:xfrm>
                <a:off x="2082755" y="4988703"/>
                <a:ext cx="69480" cy="63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31DA263-A585-DF43-80BA-FEF0F79A0B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73395" y="4979343"/>
                  <a:ext cx="88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B897AE-076A-A045-BC94-0DF7E1F6F937}"/>
                    </a:ext>
                  </a:extLst>
                </p14:cNvPr>
                <p14:cNvContentPartPr/>
                <p14:nvPr/>
              </p14:nvContentPartPr>
              <p14:xfrm>
                <a:off x="2227475" y="4982223"/>
                <a:ext cx="61920" cy="8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3B897AE-076A-A045-BC94-0DF7E1F6F9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18060" y="4972863"/>
                  <a:ext cx="80387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D64275-F4FC-224B-B880-BF81BF55E1B5}"/>
                    </a:ext>
                  </a:extLst>
                </p14:cNvPr>
                <p14:cNvContentPartPr/>
                <p14:nvPr/>
              </p14:nvContentPartPr>
              <p14:xfrm>
                <a:off x="2340515" y="4988703"/>
                <a:ext cx="69480" cy="88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0D64275-F4FC-224B-B880-BF81BF55E1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31155" y="4979703"/>
                  <a:ext cx="889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90EACE-E684-314E-8D52-AE339706729A}"/>
              </a:ext>
            </a:extLst>
          </p:cNvPr>
          <p:cNvGrpSpPr/>
          <p:nvPr/>
        </p:nvGrpSpPr>
        <p:grpSpPr>
          <a:xfrm>
            <a:off x="3964920" y="4444920"/>
            <a:ext cx="6281280" cy="811440"/>
            <a:chOff x="2573435" y="4303263"/>
            <a:chExt cx="6281280" cy="81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8AFAC1-A9D0-2E48-8AE8-AEE38486B562}"/>
                    </a:ext>
                  </a:extLst>
                </p14:cNvPr>
                <p14:cNvContentPartPr/>
                <p14:nvPr/>
              </p14:nvContentPartPr>
              <p14:xfrm>
                <a:off x="2573435" y="4535823"/>
                <a:ext cx="100800" cy="145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38AFAC1-A9D0-2E48-8AE8-AEE38486B5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65515" y="4526801"/>
                  <a:ext cx="118080" cy="163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CFD578-DDF5-0C4C-AD36-CFB0F2DC577B}"/>
                    </a:ext>
                  </a:extLst>
                </p14:cNvPr>
                <p14:cNvContentPartPr/>
                <p14:nvPr/>
              </p14:nvContentPartPr>
              <p14:xfrm>
                <a:off x="2742995" y="4535823"/>
                <a:ext cx="113400" cy="75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16CFD578-DDF5-0C4C-AD36-CFB0F2DC57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33995" y="4526418"/>
                  <a:ext cx="130680" cy="93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59EDD6-EA05-0D4A-80BB-D0B469C45FD5}"/>
                    </a:ext>
                  </a:extLst>
                </p14:cNvPr>
                <p14:cNvContentPartPr/>
                <p14:nvPr/>
              </p14:nvContentPartPr>
              <p14:xfrm>
                <a:off x="2906435" y="4523223"/>
                <a:ext cx="182520" cy="82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459EDD6-EA05-0D4A-80BB-D0B469C45F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7795" y="4514223"/>
                  <a:ext cx="200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2CA0F6-434D-7B4A-80E3-B54BBFCB970C}"/>
                    </a:ext>
                  </a:extLst>
                </p14:cNvPr>
                <p14:cNvContentPartPr/>
                <p14:nvPr/>
              </p14:nvContentPartPr>
              <p14:xfrm>
                <a:off x="3158075" y="4529703"/>
                <a:ext cx="75960" cy="7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62CA0F6-434D-7B4A-80E3-B54BBFCB97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48355" y="4520343"/>
                  <a:ext cx="95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39C420-DB76-1F44-8EEC-F8646148B712}"/>
                    </a:ext>
                  </a:extLst>
                </p14:cNvPr>
                <p14:cNvContentPartPr/>
                <p14:nvPr/>
              </p14:nvContentPartPr>
              <p14:xfrm>
                <a:off x="3277595" y="4416303"/>
                <a:ext cx="119880" cy="258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B39C420-DB76-1F44-8EEC-F8646148B7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68595" y="4406943"/>
                  <a:ext cx="138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EC5B7E-7248-754E-A00D-5799CDAF3509}"/>
                    </a:ext>
                  </a:extLst>
                </p14:cNvPr>
                <p14:cNvContentPartPr/>
                <p14:nvPr/>
              </p14:nvContentPartPr>
              <p14:xfrm>
                <a:off x="3528875" y="4535823"/>
                <a:ext cx="6948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2EC5B7E-7248-754E-A00D-5799CDAF35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19515" y="4526463"/>
                  <a:ext cx="86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A8C6072-862B-F64E-BAFF-22CF9457F35C}"/>
                    </a:ext>
                  </a:extLst>
                </p14:cNvPr>
                <p14:cNvContentPartPr/>
                <p14:nvPr/>
              </p14:nvContentPartPr>
              <p14:xfrm>
                <a:off x="3547595" y="4586223"/>
                <a:ext cx="69480" cy="6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A8C6072-862B-F64E-BAFF-22CF9457F3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38235" y="4577356"/>
                  <a:ext cx="87120" cy="23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3261F05-18DE-A648-AE13-606843A3E2BC}"/>
                    </a:ext>
                  </a:extLst>
                </p14:cNvPr>
                <p14:cNvContentPartPr/>
                <p14:nvPr/>
              </p14:nvContentPartPr>
              <p14:xfrm>
                <a:off x="3811835" y="4479303"/>
                <a:ext cx="25560" cy="107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3261F05-18DE-A648-AE13-606843A3E2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02835" y="4470303"/>
                  <a:ext cx="42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167EE0-0909-B745-B9AC-2787725BDBFF}"/>
                    </a:ext>
                  </a:extLst>
                </p14:cNvPr>
                <p14:cNvContentPartPr/>
                <p14:nvPr/>
              </p14:nvContentPartPr>
              <p14:xfrm>
                <a:off x="3811835" y="4460583"/>
                <a:ext cx="119880" cy="82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1167EE0-0909-B745-B9AC-2787725BDBF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02475" y="4450863"/>
                  <a:ext cx="138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1D4ABE7-5FA7-E246-AAE2-589471F8E7BF}"/>
                    </a:ext>
                  </a:extLst>
                </p14:cNvPr>
                <p14:cNvContentPartPr/>
                <p14:nvPr/>
              </p14:nvContentPartPr>
              <p14:xfrm>
                <a:off x="4013075" y="4454103"/>
                <a:ext cx="69480" cy="145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1D4ABE7-5FA7-E246-AAE2-589471F8E7B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03355" y="4444720"/>
                  <a:ext cx="88200" cy="162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B7AD55-EF06-074B-ABCB-984CD52531DF}"/>
                    </a:ext>
                  </a:extLst>
                </p14:cNvPr>
                <p14:cNvContentPartPr/>
                <p14:nvPr/>
              </p14:nvContentPartPr>
              <p14:xfrm>
                <a:off x="4119995" y="4460583"/>
                <a:ext cx="126000" cy="119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8B7AD55-EF06-074B-ABCB-984CD52531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10662" y="4450863"/>
                  <a:ext cx="14359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5C4BACA-79E6-894D-A7B4-FB4EA2F20173}"/>
                    </a:ext>
                  </a:extLst>
                </p14:cNvPr>
                <p14:cNvContentPartPr/>
                <p14:nvPr/>
              </p14:nvContentPartPr>
              <p14:xfrm>
                <a:off x="4157795" y="4523223"/>
                <a:ext cx="88560" cy="6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5C4BACA-79E6-894D-A7B4-FB4EA2F201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48795" y="4513863"/>
                  <a:ext cx="106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751E91-9D97-124D-ACE6-D7C0398990A3}"/>
                    </a:ext>
                  </a:extLst>
                </p14:cNvPr>
                <p14:cNvContentPartPr/>
                <p14:nvPr/>
              </p14:nvContentPartPr>
              <p14:xfrm>
                <a:off x="4283435" y="4441503"/>
                <a:ext cx="69480" cy="176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8751E91-9D97-124D-ACE6-D7C0398990A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74075" y="4432143"/>
                  <a:ext cx="8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7FC9F53-8199-834D-8BB7-4D23578862A2}"/>
                    </a:ext>
                  </a:extLst>
                </p14:cNvPr>
                <p14:cNvContentPartPr/>
                <p14:nvPr/>
              </p14:nvContentPartPr>
              <p14:xfrm>
                <a:off x="4578995" y="4485423"/>
                <a:ext cx="12960" cy="94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7FC9F53-8199-834D-8BB7-4D23578862A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9635" y="4476063"/>
                  <a:ext cx="30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3C5139-8430-624C-9248-C42F0C743E99}"/>
                    </a:ext>
                  </a:extLst>
                </p14:cNvPr>
                <p14:cNvContentPartPr/>
                <p14:nvPr/>
              </p14:nvContentPartPr>
              <p14:xfrm>
                <a:off x="4578995" y="4454103"/>
                <a:ext cx="100080" cy="75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73C5139-8430-624C-9248-C42F0C743E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70027" y="4444698"/>
                  <a:ext cx="118015" cy="94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E8A9465-1C11-F441-A212-9E6A4F6BDB81}"/>
                    </a:ext>
                  </a:extLst>
                </p14:cNvPr>
                <p14:cNvContentPartPr/>
                <p14:nvPr/>
              </p14:nvContentPartPr>
              <p14:xfrm>
                <a:off x="4748555" y="4428903"/>
                <a:ext cx="107280" cy="151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E8A9465-1C11-F441-A212-9E6A4F6BDB8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38835" y="4419543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78EB37-F51A-F048-99E2-9D4EEF674B63}"/>
                    </a:ext>
                  </a:extLst>
                </p14:cNvPr>
                <p14:cNvContentPartPr/>
                <p14:nvPr/>
              </p14:nvContentPartPr>
              <p14:xfrm>
                <a:off x="4886795" y="4472823"/>
                <a:ext cx="88560" cy="6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178EB37-F51A-F048-99E2-9D4EEF674B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77758" y="4463463"/>
                  <a:ext cx="105911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36B1027-65CA-C343-B0E1-CA6F7A1B02FE}"/>
                    </a:ext>
                  </a:extLst>
                </p14:cNvPr>
                <p14:cNvContentPartPr/>
                <p14:nvPr/>
              </p14:nvContentPartPr>
              <p14:xfrm>
                <a:off x="4974995" y="4447983"/>
                <a:ext cx="44280" cy="94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36B1027-65CA-C343-B0E1-CA6F7A1B02F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66425" y="4439343"/>
                  <a:ext cx="61421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744B48-7B9A-0B4E-A6F3-2F94E078090D}"/>
                    </a:ext>
                  </a:extLst>
                </p14:cNvPr>
                <p14:cNvContentPartPr/>
                <p14:nvPr/>
              </p14:nvContentPartPr>
              <p14:xfrm>
                <a:off x="5081915" y="4460583"/>
                <a:ext cx="75960" cy="75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A744B48-7B9A-0B4E-A6F3-2F94E07809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72555" y="4451583"/>
                  <a:ext cx="936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B309DC-A16C-4849-82D3-30109CCBAFD5}"/>
                    </a:ext>
                  </a:extLst>
                </p14:cNvPr>
                <p14:cNvContentPartPr/>
                <p14:nvPr/>
              </p14:nvContentPartPr>
              <p14:xfrm>
                <a:off x="5169755" y="4466703"/>
                <a:ext cx="100800" cy="63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BB309DC-A16C-4849-82D3-30109CCBAFD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60395" y="4457343"/>
                  <a:ext cx="118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DC404CD-004E-1E40-BD4B-6979B0BAF1EB}"/>
                    </a:ext>
                  </a:extLst>
                </p14:cNvPr>
                <p14:cNvContentPartPr/>
                <p14:nvPr/>
              </p14:nvContentPartPr>
              <p14:xfrm>
                <a:off x="5314475" y="4454103"/>
                <a:ext cx="94680" cy="126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DC404CD-004E-1E40-BD4B-6979B0BAF1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05115" y="4444383"/>
                  <a:ext cx="113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AB09063-59D8-CE47-AB20-0F6128C5D07F}"/>
                    </a:ext>
                  </a:extLst>
                </p14:cNvPr>
                <p14:cNvContentPartPr/>
                <p14:nvPr/>
              </p14:nvContentPartPr>
              <p14:xfrm>
                <a:off x="5433995" y="4416303"/>
                <a:ext cx="113400" cy="176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AB09063-59D8-CE47-AB20-0F6128C5D0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24665" y="4406583"/>
                  <a:ext cx="132061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CAFDDA-0AFA-AB45-AD38-A3DE8EB0FF87}"/>
                    </a:ext>
                  </a:extLst>
                </p14:cNvPr>
                <p14:cNvContentPartPr/>
                <p14:nvPr/>
              </p14:nvContentPartPr>
              <p14:xfrm>
                <a:off x="5748275" y="4441503"/>
                <a:ext cx="19080" cy="107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9CAFDDA-0AFA-AB45-AD38-A3DE8EB0FF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38735" y="4431783"/>
                  <a:ext cx="36747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BA0340-C17C-2C4E-8230-D6CC8C796A63}"/>
                    </a:ext>
                  </a:extLst>
                </p14:cNvPr>
                <p14:cNvContentPartPr/>
                <p14:nvPr/>
              </p14:nvContentPartPr>
              <p14:xfrm>
                <a:off x="5742155" y="4428903"/>
                <a:ext cx="94680" cy="69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FBA0340-C17C-2C4E-8230-D6CC8C796A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32795" y="4419543"/>
                  <a:ext cx="113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81BF8A2-D431-FB4B-9F94-E2E6B90C0856}"/>
                    </a:ext>
                  </a:extLst>
                </p14:cNvPr>
                <p14:cNvContentPartPr/>
                <p14:nvPr/>
              </p14:nvContentPartPr>
              <p14:xfrm>
                <a:off x="5943035" y="4397583"/>
                <a:ext cx="82080" cy="151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81BF8A2-D431-FB4B-9F94-E2E6B90C085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33315" y="4388245"/>
                  <a:ext cx="100440" cy="169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03D04CA-2976-5545-AF2F-2120FE98733F}"/>
                    </a:ext>
                  </a:extLst>
                </p14:cNvPr>
                <p14:cNvContentPartPr/>
                <p14:nvPr/>
              </p14:nvContentPartPr>
              <p14:xfrm>
                <a:off x="6112955" y="4460583"/>
                <a:ext cx="107280" cy="82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03D04CA-2976-5545-AF2F-2120FE9873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02875" y="4451223"/>
                  <a:ext cx="126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C0D2C26-A2E2-024C-92F1-D747541DD465}"/>
                    </a:ext>
                  </a:extLst>
                </p14:cNvPr>
                <p14:cNvContentPartPr/>
                <p14:nvPr/>
              </p14:nvContentPartPr>
              <p14:xfrm>
                <a:off x="6263795" y="4366263"/>
                <a:ext cx="38160" cy="157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C0D2C26-A2E2-024C-92F1-D747541DD4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55073" y="4357263"/>
                  <a:ext cx="55605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0C2DFCD-6DED-0546-BE42-269EA02AD67B}"/>
                    </a:ext>
                  </a:extLst>
                </p14:cNvPr>
                <p14:cNvContentPartPr/>
                <p14:nvPr/>
              </p14:nvContentPartPr>
              <p14:xfrm>
                <a:off x="6339395" y="4454103"/>
                <a:ext cx="88560" cy="75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0C2DFCD-6DED-0546-BE42-269EA02AD6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30035" y="4444337"/>
                  <a:ext cx="108000" cy="94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7B6BD7-9359-D940-9F7F-0C065AAF47EE}"/>
                    </a:ext>
                  </a:extLst>
                </p14:cNvPr>
                <p14:cNvContentPartPr/>
                <p14:nvPr/>
              </p14:nvContentPartPr>
              <p14:xfrm>
                <a:off x="6483755" y="4422783"/>
                <a:ext cx="63360" cy="100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27B6BD7-9359-D940-9F7F-0C065AAF47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75066" y="4413456"/>
                  <a:ext cx="81463" cy="119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B238F2-F1D9-3847-9AC0-524DE7841157}"/>
                    </a:ext>
                  </a:extLst>
                </p14:cNvPr>
                <p14:cNvContentPartPr/>
                <p14:nvPr/>
              </p14:nvContentPartPr>
              <p14:xfrm>
                <a:off x="6603275" y="4447983"/>
                <a:ext cx="88560" cy="75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5B238F2-F1D9-3847-9AC0-524DE78411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93877" y="4438623"/>
                  <a:ext cx="106272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F4DF55D-C101-254D-A3B7-CE84FA00C7FE}"/>
                    </a:ext>
                  </a:extLst>
                </p14:cNvPr>
                <p14:cNvContentPartPr/>
                <p14:nvPr/>
              </p14:nvContentPartPr>
              <p14:xfrm>
                <a:off x="6741515" y="4403703"/>
                <a:ext cx="82080" cy="163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F4DF55D-C101-254D-A3B7-CE84FA00C7F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32515" y="4394703"/>
                  <a:ext cx="1004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053802-E6B9-5D44-A880-91AB47CF5711}"/>
                    </a:ext>
                  </a:extLst>
                </p14:cNvPr>
                <p14:cNvContentPartPr/>
                <p14:nvPr/>
              </p14:nvContentPartPr>
              <p14:xfrm>
                <a:off x="7018355" y="4403703"/>
                <a:ext cx="6480" cy="12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2053802-E6B9-5D44-A880-91AB47CF57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09488" y="4394343"/>
                  <a:ext cx="24556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92ECB0E-F8DD-7E4C-B41E-B09666C9156C}"/>
                    </a:ext>
                  </a:extLst>
                </p14:cNvPr>
                <p14:cNvContentPartPr/>
                <p14:nvPr/>
              </p14:nvContentPartPr>
              <p14:xfrm>
                <a:off x="6999275" y="4384983"/>
                <a:ext cx="107280" cy="63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92ECB0E-F8DD-7E4C-B41E-B09666C915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89915" y="4375623"/>
                  <a:ext cx="126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85AB7F0-C238-1749-B532-B7C76638BED0}"/>
                    </a:ext>
                  </a:extLst>
                </p14:cNvPr>
                <p14:cNvContentPartPr/>
                <p14:nvPr/>
              </p14:nvContentPartPr>
              <p14:xfrm>
                <a:off x="7225715" y="4303263"/>
                <a:ext cx="82080" cy="176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85AB7F0-C238-1749-B532-B7C76638BED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5995" y="4294263"/>
                  <a:ext cx="100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BAD607-4D8E-EF47-8EEC-78CCE906351E}"/>
                    </a:ext>
                  </a:extLst>
                </p14:cNvPr>
                <p14:cNvContentPartPr/>
                <p14:nvPr/>
              </p14:nvContentPartPr>
              <p14:xfrm>
                <a:off x="7414355" y="4347183"/>
                <a:ext cx="107280" cy="163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2BAD607-4D8E-EF47-8EEC-78CCE906351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04963" y="4337463"/>
                  <a:ext cx="126063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4F83CF3-137C-3442-A6CC-010BE2BA4634}"/>
                    </a:ext>
                  </a:extLst>
                </p14:cNvPr>
                <p14:cNvContentPartPr/>
                <p14:nvPr/>
              </p14:nvContentPartPr>
              <p14:xfrm>
                <a:off x="7621715" y="4366263"/>
                <a:ext cx="132480" cy="82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4F83CF3-137C-3442-A6CC-010BE2BA46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12355" y="4356543"/>
                  <a:ext cx="150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275223-E58C-0143-B055-B80DED5DC75E}"/>
                    </a:ext>
                  </a:extLst>
                </p14:cNvPr>
                <p14:cNvContentPartPr/>
                <p14:nvPr/>
              </p14:nvContentPartPr>
              <p14:xfrm>
                <a:off x="7810355" y="4353663"/>
                <a:ext cx="232920" cy="100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C275223-E58C-0143-B055-B80DED5DC7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0995" y="4344336"/>
                  <a:ext cx="251640" cy="118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EB2F3FF-E02D-E144-A8C2-FA352F993B10}"/>
                    </a:ext>
                  </a:extLst>
                </p14:cNvPr>
                <p14:cNvContentPartPr/>
                <p14:nvPr/>
              </p14:nvContentPartPr>
              <p14:xfrm>
                <a:off x="8105915" y="4372383"/>
                <a:ext cx="113400" cy="100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EB2F3FF-E02D-E144-A8C2-FA352F993B1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95835" y="4363023"/>
                  <a:ext cx="132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28AE73F-A658-8E4D-ABCA-88DA0705E6EE}"/>
                    </a:ext>
                  </a:extLst>
                </p14:cNvPr>
                <p14:cNvContentPartPr/>
                <p14:nvPr/>
              </p14:nvContentPartPr>
              <p14:xfrm>
                <a:off x="8162435" y="4303263"/>
                <a:ext cx="151200" cy="245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28AE73F-A658-8E4D-ABCA-88DA0705E6E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54515" y="4293917"/>
                  <a:ext cx="168480" cy="262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C0945E-7A43-B444-9206-791F6271CF7B}"/>
                    </a:ext>
                  </a:extLst>
                </p14:cNvPr>
                <p14:cNvContentPartPr/>
                <p14:nvPr/>
              </p14:nvContentPartPr>
              <p14:xfrm>
                <a:off x="2630675" y="4976103"/>
                <a:ext cx="112680" cy="138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EC0945E-7A43-B444-9206-791F6271CF7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21704" y="4966383"/>
                  <a:ext cx="130982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55FFD66-EEB1-F049-8CB8-8E3555075C5E}"/>
                    </a:ext>
                  </a:extLst>
                </p14:cNvPr>
                <p14:cNvContentPartPr/>
                <p14:nvPr/>
              </p14:nvContentPartPr>
              <p14:xfrm>
                <a:off x="2799515" y="4982223"/>
                <a:ext cx="119880" cy="7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55FFD66-EEB1-F049-8CB8-8E3555075C5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89795" y="4972457"/>
                  <a:ext cx="137520" cy="95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446C09A-05C6-6047-B594-06B497191613}"/>
                    </a:ext>
                  </a:extLst>
                </p14:cNvPr>
                <p14:cNvContentPartPr/>
                <p14:nvPr/>
              </p14:nvContentPartPr>
              <p14:xfrm>
                <a:off x="2950355" y="4976103"/>
                <a:ext cx="252000" cy="82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446C09A-05C6-6047-B594-06B4971916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40982" y="4966743"/>
                  <a:ext cx="271107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5885193-7262-F140-8D5B-DBCCC2E8DDA8}"/>
                    </a:ext>
                  </a:extLst>
                </p14:cNvPr>
                <p14:cNvContentPartPr/>
                <p14:nvPr/>
              </p14:nvContentPartPr>
              <p14:xfrm>
                <a:off x="3252395" y="4982223"/>
                <a:ext cx="63360" cy="75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5885193-7262-F140-8D5B-DBCCC2E8DD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42675" y="4972818"/>
                  <a:ext cx="82800" cy="954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503C542-A13F-0542-9920-BB85A964FC18}"/>
                    </a:ext>
                  </a:extLst>
                </p14:cNvPr>
                <p14:cNvContentPartPr/>
                <p14:nvPr/>
              </p14:nvContentPartPr>
              <p14:xfrm>
                <a:off x="3421955" y="4831383"/>
                <a:ext cx="38160" cy="283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503C542-A13F-0542-9920-BB85A964FC1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12506" y="4822023"/>
                  <a:ext cx="57058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5E501C4-B495-824D-979F-CA2B3508B329}"/>
                    </a:ext>
                  </a:extLst>
                </p14:cNvPr>
                <p14:cNvContentPartPr/>
                <p14:nvPr/>
              </p14:nvContentPartPr>
              <p14:xfrm>
                <a:off x="3541475" y="4925703"/>
                <a:ext cx="94680" cy="107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5E501C4-B495-824D-979F-CA2B3508B32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33163" y="4916703"/>
                  <a:ext cx="112026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58FF8C-20B4-3D41-9E9C-72FF0596985D}"/>
                    </a:ext>
                  </a:extLst>
                </p14:cNvPr>
                <p14:cNvContentPartPr/>
                <p14:nvPr/>
              </p14:nvContentPartPr>
              <p14:xfrm>
                <a:off x="3704915" y="4944423"/>
                <a:ext cx="25560" cy="151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258FF8C-20B4-3D41-9E9C-72FF0596985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95421" y="4935423"/>
                  <a:ext cx="43452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3FA361-BFD2-EC42-AC4D-15EA43115FFA}"/>
                    </a:ext>
                  </a:extLst>
                </p14:cNvPr>
                <p14:cNvContentPartPr/>
                <p14:nvPr/>
              </p14:nvContentPartPr>
              <p14:xfrm>
                <a:off x="3704915" y="4931823"/>
                <a:ext cx="88200" cy="69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03FA361-BFD2-EC42-AC4D-15EA43115FF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95555" y="4922463"/>
                  <a:ext cx="106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F7FD288-EAF7-1D43-BFD4-5C0481B78DC0}"/>
                    </a:ext>
                  </a:extLst>
                </p14:cNvPr>
                <p14:cNvContentPartPr/>
                <p14:nvPr/>
              </p14:nvContentPartPr>
              <p14:xfrm>
                <a:off x="3855755" y="4919223"/>
                <a:ext cx="94680" cy="82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F7FD288-EAF7-1D43-BFD4-5C0481B78D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46395" y="4909863"/>
                  <a:ext cx="113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78E6634-11D1-614D-9A9E-2ED93206E9A1}"/>
                    </a:ext>
                  </a:extLst>
                </p14:cNvPr>
                <p14:cNvContentPartPr/>
                <p14:nvPr/>
              </p14:nvContentPartPr>
              <p14:xfrm>
                <a:off x="3975275" y="4906623"/>
                <a:ext cx="82080" cy="87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178E6634-11D1-614D-9A9E-2ED93206E9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65915" y="4898703"/>
                  <a:ext cx="993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5E35294-8BCC-844F-A0E1-2500D82CB584}"/>
                    </a:ext>
                  </a:extLst>
                </p14:cNvPr>
                <p14:cNvContentPartPr/>
                <p14:nvPr/>
              </p14:nvContentPartPr>
              <p14:xfrm>
                <a:off x="4100915" y="4800063"/>
                <a:ext cx="44280" cy="182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5E35294-8BCC-844F-A0E1-2500D82CB5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91555" y="4790721"/>
                  <a:ext cx="62280" cy="200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DED1AC7-E5BE-FB4D-A763-0BDB1BD8EAD6}"/>
                    </a:ext>
                  </a:extLst>
                </p14:cNvPr>
                <p14:cNvContentPartPr/>
                <p14:nvPr/>
              </p14:nvContentPartPr>
              <p14:xfrm>
                <a:off x="4189115" y="4913103"/>
                <a:ext cx="82080" cy="100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DED1AC7-E5BE-FB4D-A763-0BDB1BD8EAD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80835" y="4903776"/>
                  <a:ext cx="99720" cy="119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01C126A-4781-8044-8D31-5036E0A2F058}"/>
                    </a:ext>
                  </a:extLst>
                </p14:cNvPr>
                <p14:cNvContentPartPr/>
                <p14:nvPr/>
              </p14:nvContentPartPr>
              <p14:xfrm>
                <a:off x="4138715" y="4869183"/>
                <a:ext cx="113400" cy="12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01C126A-4781-8044-8D31-5036E0A2F05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29355" y="4860543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6CB4CA0-93C9-F84B-A66F-D6A744B03CC0}"/>
                    </a:ext>
                  </a:extLst>
                </p14:cNvPr>
                <p14:cNvContentPartPr/>
                <p14:nvPr/>
              </p14:nvContentPartPr>
              <p14:xfrm>
                <a:off x="4314755" y="4787463"/>
                <a:ext cx="119880" cy="308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6CB4CA0-93C9-F84B-A66F-D6A744B03C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05367" y="4778103"/>
                  <a:ext cx="139017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6303AB7-A790-F94C-A4A6-4FA49C99B9DF}"/>
                    </a:ext>
                  </a:extLst>
                </p14:cNvPr>
                <p14:cNvContentPartPr/>
                <p14:nvPr/>
              </p14:nvContentPartPr>
              <p14:xfrm>
                <a:off x="4610315" y="4919223"/>
                <a:ext cx="69480" cy="6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6303AB7-A790-F94C-A4A6-4FA49C99B9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00645" y="4909503"/>
                  <a:ext cx="87387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B24AB23-5195-5D41-9943-23E7D628595C}"/>
                    </a:ext>
                  </a:extLst>
                </p14:cNvPr>
                <p14:cNvContentPartPr/>
                <p14:nvPr/>
              </p14:nvContentPartPr>
              <p14:xfrm>
                <a:off x="4610315" y="4976103"/>
                <a:ext cx="94680" cy="6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B24AB23-5195-5D41-9943-23E7D62859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00955" y="4966895"/>
                  <a:ext cx="112680" cy="2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AD5340-2B5B-4A46-BEEE-C260C9B24577}"/>
                    </a:ext>
                  </a:extLst>
                </p14:cNvPr>
                <p14:cNvContentPartPr/>
                <p14:nvPr/>
              </p14:nvContentPartPr>
              <p14:xfrm>
                <a:off x="4981115" y="4856583"/>
                <a:ext cx="19080" cy="145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6AD5340-2B5B-4A46-BEEE-C260C9B2457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71395" y="4847223"/>
                  <a:ext cx="37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5A69DE-F0DE-C64F-BA6E-0E7751FADC40}"/>
                    </a:ext>
                  </a:extLst>
                </p14:cNvPr>
                <p14:cNvContentPartPr/>
                <p14:nvPr/>
              </p14:nvContentPartPr>
              <p14:xfrm>
                <a:off x="4974995" y="4843983"/>
                <a:ext cx="94680" cy="69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A5A69DE-F0DE-C64F-BA6E-0E7751FADC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965635" y="4834623"/>
                  <a:ext cx="113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667B361-79BD-AD46-ADDC-33CD5E57FFA7}"/>
                    </a:ext>
                  </a:extLst>
                </p14:cNvPr>
                <p14:cNvContentPartPr/>
                <p14:nvPr/>
              </p14:nvContentPartPr>
              <p14:xfrm>
                <a:off x="5194955" y="4780983"/>
                <a:ext cx="82080" cy="214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667B361-79BD-AD46-ADDC-33CD5E57FF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85595" y="4771607"/>
                  <a:ext cx="100800" cy="232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148139-2AEB-EA45-B7AD-119FED9E9CEA}"/>
                    </a:ext>
                  </a:extLst>
                </p14:cNvPr>
                <p14:cNvContentPartPr/>
                <p14:nvPr/>
              </p14:nvContentPartPr>
              <p14:xfrm>
                <a:off x="5370995" y="4856583"/>
                <a:ext cx="113400" cy="63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0148139-2AEB-EA45-B7AD-119FED9E9CE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61995" y="4847943"/>
                  <a:ext cx="131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75B3603-14AB-FD4A-9BC8-39C11680BB0A}"/>
                    </a:ext>
                  </a:extLst>
                </p14:cNvPr>
                <p14:cNvContentPartPr/>
                <p14:nvPr/>
              </p14:nvContentPartPr>
              <p14:xfrm>
                <a:off x="5603555" y="4769103"/>
                <a:ext cx="31680" cy="226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75B3603-14AB-FD4A-9BC8-39C11680BB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94195" y="4759728"/>
                  <a:ext cx="50040" cy="244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B215D4-B2BC-9545-90EB-26174AA2438A}"/>
                    </a:ext>
                  </a:extLst>
                </p14:cNvPr>
                <p14:cNvContentPartPr/>
                <p14:nvPr/>
              </p14:nvContentPartPr>
              <p14:xfrm>
                <a:off x="5735675" y="4824903"/>
                <a:ext cx="81360" cy="100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3B215D4-B2BC-9545-90EB-26174AA243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26675" y="4815903"/>
                  <a:ext cx="99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AE03426-192E-5E47-BD22-AE09EA3410AA}"/>
                    </a:ext>
                  </a:extLst>
                </p14:cNvPr>
                <p14:cNvContentPartPr/>
                <p14:nvPr/>
              </p14:nvContentPartPr>
              <p14:xfrm>
                <a:off x="5886515" y="4859463"/>
                <a:ext cx="12960" cy="186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AE03426-192E-5E47-BD22-AE09EA3410A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6795" y="4849743"/>
                  <a:ext cx="32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2C6621B-37FD-A345-9A06-423E2FA49C99}"/>
                    </a:ext>
                  </a:extLst>
                </p14:cNvPr>
                <p14:cNvContentPartPr/>
                <p14:nvPr/>
              </p14:nvContentPartPr>
              <p14:xfrm>
                <a:off x="5886515" y="4862703"/>
                <a:ext cx="94680" cy="79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2C6621B-37FD-A345-9A06-423E2FA49C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78235" y="4853343"/>
                  <a:ext cx="111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625033-0F62-3745-A4F2-29A1CF0AB2CC}"/>
                    </a:ext>
                  </a:extLst>
                </p14:cNvPr>
                <p14:cNvContentPartPr/>
                <p14:nvPr/>
              </p14:nvContentPartPr>
              <p14:xfrm>
                <a:off x="6037355" y="4862703"/>
                <a:ext cx="88200" cy="7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A625033-0F62-3745-A4F2-29A1CF0AB2C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27995" y="4854022"/>
                  <a:ext cx="106920" cy="94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9871764-1F99-574D-B9CB-A78484D61D4A}"/>
                    </a:ext>
                  </a:extLst>
                </p14:cNvPr>
                <p14:cNvContentPartPr/>
                <p14:nvPr/>
              </p14:nvContentPartPr>
              <p14:xfrm>
                <a:off x="6144275" y="4850103"/>
                <a:ext cx="113400" cy="82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9871764-1F99-574D-B9CB-A78484D61D4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34915" y="4841463"/>
                  <a:ext cx="131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B2F23-F6C6-9E4A-8DFC-DD0E7585022D}"/>
                    </a:ext>
                  </a:extLst>
                </p14:cNvPr>
                <p14:cNvContentPartPr/>
                <p14:nvPr/>
              </p14:nvContentPartPr>
              <p14:xfrm>
                <a:off x="6307715" y="4743903"/>
                <a:ext cx="38160" cy="18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2BB2F23-F6C6-9E4A-8DFC-DD0E7585022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98355" y="4734524"/>
                  <a:ext cx="56160" cy="200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3025D50-9FB5-7645-8992-F91D9E6B4FA2}"/>
                    </a:ext>
                  </a:extLst>
                </p14:cNvPr>
                <p14:cNvContentPartPr/>
                <p14:nvPr/>
              </p14:nvContentPartPr>
              <p14:xfrm>
                <a:off x="6389435" y="4856583"/>
                <a:ext cx="82080" cy="100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13025D50-9FB5-7645-8992-F91D9E6B4FA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81515" y="4846898"/>
                  <a:ext cx="99360" cy="119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80F870-D2AF-304E-9C7F-201004FA6A4E}"/>
                    </a:ext>
                  </a:extLst>
                </p14:cNvPr>
                <p14:cNvContentPartPr/>
                <p14:nvPr/>
              </p14:nvContentPartPr>
              <p14:xfrm>
                <a:off x="6345515" y="4818783"/>
                <a:ext cx="88200" cy="19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A80F870-D2AF-304E-9C7F-201004FA6A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6155" y="4809950"/>
                  <a:ext cx="106560" cy="371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582A158-4737-D544-91B4-86CF9DA6EA34}"/>
                    </a:ext>
                  </a:extLst>
                </p14:cNvPr>
                <p14:cNvContentPartPr/>
                <p14:nvPr/>
              </p14:nvContentPartPr>
              <p14:xfrm>
                <a:off x="6534155" y="4755783"/>
                <a:ext cx="107280" cy="283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582A158-4737-D544-91B4-86CF9DA6EA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25125" y="4746783"/>
                  <a:ext cx="126063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98148F7-ADCF-D746-882B-720D7C459C65}"/>
                    </a:ext>
                  </a:extLst>
                </p14:cNvPr>
                <p14:cNvContentPartPr/>
                <p14:nvPr/>
              </p14:nvContentPartPr>
              <p14:xfrm>
                <a:off x="6867515" y="4824903"/>
                <a:ext cx="19080" cy="11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98148F7-ADCF-D746-882B-720D7C459C6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58328" y="4815543"/>
                  <a:ext cx="37453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3E7BFA-909E-144E-AD0A-64824C9D45EE}"/>
                    </a:ext>
                  </a:extLst>
                </p14:cNvPr>
                <p14:cNvContentPartPr/>
                <p14:nvPr/>
              </p14:nvContentPartPr>
              <p14:xfrm>
                <a:off x="6880115" y="4812663"/>
                <a:ext cx="93960" cy="94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B3E7BFA-909E-144E-AD0A-64824C9D45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1115" y="4803663"/>
                  <a:ext cx="111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3084F18-4E7D-B34A-9567-D8FB89DF4F64}"/>
                    </a:ext>
                  </a:extLst>
                </p14:cNvPr>
                <p14:cNvContentPartPr/>
                <p14:nvPr/>
              </p14:nvContentPartPr>
              <p14:xfrm>
                <a:off x="7062275" y="4749663"/>
                <a:ext cx="132480" cy="239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3084F18-4E7D-B34A-9567-D8FB89DF4F6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52168" y="4740303"/>
                  <a:ext cx="151612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27FD0A3-D50B-484A-AECD-3BA11974A2E0}"/>
                    </a:ext>
                  </a:extLst>
                </p14:cNvPr>
                <p14:cNvContentPartPr/>
                <p14:nvPr/>
              </p14:nvContentPartPr>
              <p14:xfrm>
                <a:off x="7294835" y="4812663"/>
                <a:ext cx="44280" cy="56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27FD0A3-D50B-484A-AECD-3BA11974A2E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85115" y="4802943"/>
                  <a:ext cx="62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40B2CE9-6142-5048-8D2A-EB1517110C4F}"/>
                    </a:ext>
                  </a:extLst>
                </p14:cNvPr>
                <p14:cNvContentPartPr/>
                <p14:nvPr/>
              </p14:nvContentPartPr>
              <p14:xfrm>
                <a:off x="7345235" y="4787463"/>
                <a:ext cx="56880" cy="94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40B2CE9-6142-5048-8D2A-EB1517110C4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35934" y="4778463"/>
                  <a:ext cx="75125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FE6C63-5BCD-4D48-AAEB-8282D3530DCB}"/>
                    </a:ext>
                  </a:extLst>
                </p14:cNvPr>
                <p14:cNvContentPartPr/>
                <p14:nvPr/>
              </p14:nvContentPartPr>
              <p14:xfrm>
                <a:off x="7433075" y="4793583"/>
                <a:ext cx="88560" cy="75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0FE6C63-5BCD-4D48-AAEB-8282D3530DC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23677" y="4784540"/>
                  <a:ext cx="106633" cy="9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4339C13-1D9E-5A4A-A701-2A97796E74E2}"/>
                    </a:ext>
                  </a:extLst>
                </p14:cNvPr>
                <p14:cNvContentPartPr/>
                <p14:nvPr/>
              </p14:nvContentPartPr>
              <p14:xfrm>
                <a:off x="7527395" y="4787463"/>
                <a:ext cx="145080" cy="75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4339C13-1D9E-5A4A-A701-2A97796E74E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518755" y="4778463"/>
                  <a:ext cx="162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C572DF-E920-D34D-87D6-6A966ADE6D71}"/>
                    </a:ext>
                  </a:extLst>
                </p14:cNvPr>
                <p14:cNvContentPartPr/>
                <p14:nvPr/>
              </p14:nvContentPartPr>
              <p14:xfrm>
                <a:off x="7709915" y="4774863"/>
                <a:ext cx="126000" cy="145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1C572DF-E920-D34D-87D6-6A966ADE6D7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701300" y="4765143"/>
                  <a:ext cx="144308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7A24719-660B-9441-8233-CA146916073B}"/>
                    </a:ext>
                  </a:extLst>
                </p14:cNvPr>
                <p14:cNvContentPartPr/>
                <p14:nvPr/>
              </p14:nvContentPartPr>
              <p14:xfrm>
                <a:off x="7929875" y="4661463"/>
                <a:ext cx="25560" cy="283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7A24719-660B-9441-8233-CA14691607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21112" y="4651743"/>
                  <a:ext cx="44182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2537BA6-B971-3B48-A08B-AD2020FFE1D1}"/>
                    </a:ext>
                  </a:extLst>
                </p14:cNvPr>
                <p14:cNvContentPartPr/>
                <p14:nvPr/>
              </p14:nvContentPartPr>
              <p14:xfrm>
                <a:off x="8030675" y="4762263"/>
                <a:ext cx="65880" cy="94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2537BA6-B971-3B48-A08B-AD2020FFE1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21315" y="4752543"/>
                  <a:ext cx="84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5760F88-A7EF-2B41-BFA2-628F0FDBB46E}"/>
                    </a:ext>
                  </a:extLst>
                </p14:cNvPr>
                <p14:cNvContentPartPr/>
                <p14:nvPr/>
              </p14:nvContentPartPr>
              <p14:xfrm>
                <a:off x="8137235" y="4768383"/>
                <a:ext cx="50760" cy="195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5760F88-A7EF-2B41-BFA2-628F0FDBB46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27875" y="4759023"/>
                  <a:ext cx="69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AE9E56F-FE19-F64B-9259-64262B0CC606}"/>
                    </a:ext>
                  </a:extLst>
                </p14:cNvPr>
                <p14:cNvContentPartPr/>
                <p14:nvPr/>
              </p14:nvContentPartPr>
              <p14:xfrm>
                <a:off x="8181515" y="4774863"/>
                <a:ext cx="88200" cy="63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AE9E56F-FE19-F64B-9259-64262B0CC60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72552" y="4765143"/>
                  <a:ext cx="106485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E681BE5-1D81-1944-B621-2A2536F563A8}"/>
                    </a:ext>
                  </a:extLst>
                </p14:cNvPr>
                <p14:cNvContentPartPr/>
                <p14:nvPr/>
              </p14:nvContentPartPr>
              <p14:xfrm>
                <a:off x="8319755" y="4755783"/>
                <a:ext cx="75960" cy="75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E681BE5-1D81-1944-B621-2A2536F563A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10395" y="4746740"/>
                  <a:ext cx="94680" cy="9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EA19FF0-DCF0-8A47-BE36-81AFC36BBF68}"/>
                    </a:ext>
                  </a:extLst>
                </p14:cNvPr>
                <p14:cNvContentPartPr/>
                <p14:nvPr/>
              </p14:nvContentPartPr>
              <p14:xfrm>
                <a:off x="8439275" y="4705743"/>
                <a:ext cx="100800" cy="132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EA19FF0-DCF0-8A47-BE36-81AFC36BBF6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30666" y="4697463"/>
                  <a:ext cx="1176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2C91B3B-C102-DF4D-BFDF-FA959254AEA8}"/>
                    </a:ext>
                  </a:extLst>
                </p14:cNvPr>
                <p14:cNvContentPartPr/>
                <p14:nvPr/>
              </p14:nvContentPartPr>
              <p14:xfrm>
                <a:off x="8596235" y="4611423"/>
                <a:ext cx="25560" cy="214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2C91B3B-C102-DF4D-BFDF-FA959254AEA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586875" y="4602423"/>
                  <a:ext cx="42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D8F08BA-167C-374E-830C-765C6540E718}"/>
                    </a:ext>
                  </a:extLst>
                </p14:cNvPr>
                <p14:cNvContentPartPr/>
                <p14:nvPr/>
              </p14:nvContentPartPr>
              <p14:xfrm>
                <a:off x="8640515" y="4743183"/>
                <a:ext cx="82080" cy="113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D8F08BA-167C-374E-830C-765C6540E71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32235" y="4733823"/>
                  <a:ext cx="99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52B57F0-8FE6-3447-899E-6F47B271924F}"/>
                    </a:ext>
                  </a:extLst>
                </p14:cNvPr>
                <p14:cNvContentPartPr/>
                <p14:nvPr/>
              </p14:nvContentPartPr>
              <p14:xfrm>
                <a:off x="8608835" y="4699263"/>
                <a:ext cx="69480" cy="6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952B57F0-8FE6-3447-899E-6F47B271924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599475" y="4690983"/>
                  <a:ext cx="87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7E6D900-FE12-2C4D-82F2-C580C179DFC3}"/>
                    </a:ext>
                  </a:extLst>
                </p14:cNvPr>
                <p14:cNvContentPartPr/>
                <p14:nvPr/>
              </p14:nvContentPartPr>
              <p14:xfrm>
                <a:off x="8709635" y="4648863"/>
                <a:ext cx="145080" cy="302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7E6D900-FE12-2C4D-82F2-C580C179DFC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0995" y="4640223"/>
                  <a:ext cx="1638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886D75A-6B35-5B46-82F3-066307C0B68D}"/>
                  </a:ext>
                </a:extLst>
              </p14:cNvPr>
              <p14:cNvContentPartPr/>
              <p14:nvPr/>
            </p14:nvContentPartPr>
            <p14:xfrm>
              <a:off x="4493040" y="5488560"/>
              <a:ext cx="88200" cy="1569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2886D75A-6B35-5B46-82F3-066307C0B68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484794" y="5479200"/>
                <a:ext cx="10541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59F7BFF-1D07-7B4A-842F-5296A9E90026}"/>
                  </a:ext>
                </a:extLst>
              </p14:cNvPr>
              <p14:cNvContentPartPr/>
              <p14:nvPr/>
            </p14:nvContentPartPr>
            <p14:xfrm>
              <a:off x="4738200" y="5457240"/>
              <a:ext cx="132480" cy="2077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59F7BFF-1D07-7B4A-842F-5296A9E9002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728840" y="5448600"/>
                <a:ext cx="1504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574FDAB-4AE6-C14E-A7EA-695286986069}"/>
                  </a:ext>
                </a:extLst>
              </p14:cNvPr>
              <p14:cNvContentPartPr/>
              <p14:nvPr/>
            </p14:nvContentPartPr>
            <p14:xfrm>
              <a:off x="3845400" y="5092560"/>
              <a:ext cx="56880" cy="946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A574FDAB-4AE6-C14E-A7EA-695286986069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836760" y="5084640"/>
                <a:ext cx="7380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F17F006-1491-8F42-98A4-A0D7DB1E0DB4}"/>
              </a:ext>
            </a:extLst>
          </p:cNvPr>
          <p:cNvGrpSpPr/>
          <p:nvPr/>
        </p:nvGrpSpPr>
        <p:grpSpPr>
          <a:xfrm>
            <a:off x="4914960" y="5360040"/>
            <a:ext cx="1791360" cy="330120"/>
            <a:chOff x="3523475" y="5218383"/>
            <a:chExt cx="179136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2CAD076-F4DA-4E47-82C9-F6BE30028F33}"/>
                    </a:ext>
                  </a:extLst>
                </p14:cNvPr>
                <p14:cNvContentPartPr/>
                <p14:nvPr/>
              </p14:nvContentPartPr>
              <p14:xfrm>
                <a:off x="3523475" y="5353023"/>
                <a:ext cx="163080" cy="94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2CAD076-F4DA-4E47-82C9-F6BE30028F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513755" y="5344023"/>
                  <a:ext cx="181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BA20604-CF98-CE48-B43A-F079E1CB10C0}"/>
                    </a:ext>
                  </a:extLst>
                </p14:cNvPr>
                <p14:cNvContentPartPr/>
                <p14:nvPr/>
              </p14:nvContentPartPr>
              <p14:xfrm>
                <a:off x="3692315" y="5290383"/>
                <a:ext cx="31680" cy="182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BA20604-CF98-CE48-B43A-F079E1CB10C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82235" y="5281041"/>
                  <a:ext cx="50040" cy="200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94075E0-5F94-7746-BDAD-D4237B21BD48}"/>
                    </a:ext>
                  </a:extLst>
                </p14:cNvPr>
                <p14:cNvContentPartPr/>
                <p14:nvPr/>
              </p14:nvContentPartPr>
              <p14:xfrm>
                <a:off x="3761435" y="5384703"/>
                <a:ext cx="82080" cy="63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94075E0-5F94-7746-BDAD-D4237B21BD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52435" y="5375343"/>
                  <a:ext cx="101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D8D71D2-D1E1-3441-BB69-FF6687964A3B}"/>
                    </a:ext>
                  </a:extLst>
                </p14:cNvPr>
                <p14:cNvContentPartPr/>
                <p14:nvPr/>
              </p14:nvContentPartPr>
              <p14:xfrm>
                <a:off x="3924875" y="5378223"/>
                <a:ext cx="60480" cy="82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D8D71D2-D1E1-3441-BB69-FF6687964A3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16235" y="5369223"/>
                  <a:ext cx="78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3BEB1DE-CDA8-664A-ACA2-9D8A95CA534D}"/>
                    </a:ext>
                  </a:extLst>
                </p14:cNvPr>
                <p14:cNvContentPartPr/>
                <p14:nvPr/>
              </p14:nvContentPartPr>
              <p14:xfrm>
                <a:off x="4050875" y="5378223"/>
                <a:ext cx="63360" cy="75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3BEB1DE-CDA8-664A-ACA2-9D8A95CA534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41515" y="5369180"/>
                  <a:ext cx="81720" cy="94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F41E415-D792-2646-AE3E-6008E5EF488E}"/>
                    </a:ext>
                  </a:extLst>
                </p14:cNvPr>
                <p14:cNvContentPartPr/>
                <p14:nvPr/>
              </p14:nvContentPartPr>
              <p14:xfrm>
                <a:off x="4220435" y="5239983"/>
                <a:ext cx="38160" cy="276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F41E415-D792-2646-AE3E-6008E5EF488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10259" y="5230263"/>
                  <a:ext cx="57058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D0334AD-7810-0A46-991C-BEA8E0EB48C2}"/>
                    </a:ext>
                  </a:extLst>
                </p14:cNvPr>
                <p14:cNvContentPartPr/>
                <p14:nvPr/>
              </p14:nvContentPartPr>
              <p14:xfrm>
                <a:off x="4365875" y="5302983"/>
                <a:ext cx="100080" cy="100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D0334AD-7810-0A46-991C-BEA8E0EB48C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56907" y="5293656"/>
                  <a:ext cx="118374" cy="119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AD09B45-A57F-3045-AA96-1B32C0217C1D}"/>
                    </a:ext>
                  </a:extLst>
                </p14:cNvPr>
                <p14:cNvContentPartPr/>
                <p14:nvPr/>
              </p14:nvContentPartPr>
              <p14:xfrm>
                <a:off x="4515995" y="5334303"/>
                <a:ext cx="31680" cy="182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AD09B45-A57F-3045-AA96-1B32C0217C1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07096" y="5325303"/>
                  <a:ext cx="48766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58F8E21-6D50-2044-BF84-D81471CC2C69}"/>
                    </a:ext>
                  </a:extLst>
                </p14:cNvPr>
                <p14:cNvContentPartPr/>
                <p14:nvPr/>
              </p14:nvContentPartPr>
              <p14:xfrm>
                <a:off x="4547315" y="5321703"/>
                <a:ext cx="94680" cy="5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658F8E21-6D50-2044-BF84-D81471CC2C6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37955" y="5312343"/>
                  <a:ext cx="113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5227BF-D5FB-B24A-A1C2-B8D2BD8DF219}"/>
                    </a:ext>
                  </a:extLst>
                </p14:cNvPr>
                <p14:cNvContentPartPr/>
                <p14:nvPr/>
              </p14:nvContentPartPr>
              <p14:xfrm>
                <a:off x="4679435" y="5321703"/>
                <a:ext cx="100800" cy="63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15227BF-D5FB-B24A-A1C2-B8D2BD8DF2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70075" y="5312652"/>
                  <a:ext cx="119520" cy="818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7A5DB75-532A-D342-9158-A64D27FAB9AF}"/>
                    </a:ext>
                  </a:extLst>
                </p14:cNvPr>
                <p14:cNvContentPartPr/>
                <p14:nvPr/>
              </p14:nvContentPartPr>
              <p14:xfrm>
                <a:off x="4836755" y="5277783"/>
                <a:ext cx="88560" cy="100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7A5DB75-532A-D342-9158-A64D27FAB9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27395" y="5269532"/>
                  <a:ext cx="106200" cy="118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B4ECEF6-7F67-ED4F-A973-DA4D44029E46}"/>
                    </a:ext>
                  </a:extLst>
                </p14:cNvPr>
                <p14:cNvContentPartPr/>
                <p14:nvPr/>
              </p14:nvContentPartPr>
              <p14:xfrm>
                <a:off x="4949795" y="5218383"/>
                <a:ext cx="63360" cy="185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1B4ECEF6-7F67-ED4F-A973-DA4D44029E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40382" y="5208682"/>
                  <a:ext cx="82187" cy="2044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3BF1037-1007-B340-9FCA-71C8EA98965D}"/>
                    </a:ext>
                  </a:extLst>
                </p14:cNvPr>
                <p14:cNvContentPartPr/>
                <p14:nvPr/>
              </p14:nvContentPartPr>
              <p14:xfrm>
                <a:off x="5012795" y="5328183"/>
                <a:ext cx="69480" cy="100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3BF1037-1007-B340-9FCA-71C8EA98965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04515" y="5318856"/>
                  <a:ext cx="87120" cy="118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9752EF6-2435-7146-81E8-40A746EC14E8}"/>
                    </a:ext>
                  </a:extLst>
                </p14:cNvPr>
                <p14:cNvContentPartPr/>
                <p14:nvPr/>
              </p14:nvContentPartPr>
              <p14:xfrm>
                <a:off x="4993715" y="5302983"/>
                <a:ext cx="113400" cy="12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9752EF6-2435-7146-81E8-40A746EC14E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984355" y="5293263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E3932E2-8659-B34E-9AE7-68924327892C}"/>
                    </a:ext>
                  </a:extLst>
                </p14:cNvPr>
                <p14:cNvContentPartPr/>
                <p14:nvPr/>
              </p14:nvContentPartPr>
              <p14:xfrm>
                <a:off x="5188835" y="5233863"/>
                <a:ext cx="126000" cy="314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E3932E2-8659-B34E-9AE7-6892432789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79475" y="5224503"/>
                  <a:ext cx="14544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E406BE0-A100-904B-BBD3-23EF859BBE50}"/>
              </a:ext>
            </a:extLst>
          </p:cNvPr>
          <p:cNvGrpSpPr/>
          <p:nvPr/>
        </p:nvGrpSpPr>
        <p:grpSpPr>
          <a:xfrm>
            <a:off x="6988920" y="5406840"/>
            <a:ext cx="1056600" cy="182520"/>
            <a:chOff x="5597435" y="5265183"/>
            <a:chExt cx="105660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2AB7F32-633A-074C-91E0-1D8111483315}"/>
                    </a:ext>
                  </a:extLst>
                </p14:cNvPr>
                <p14:cNvContentPartPr/>
                <p14:nvPr/>
              </p14:nvContentPartPr>
              <p14:xfrm>
                <a:off x="5610035" y="5302983"/>
                <a:ext cx="6480" cy="132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2AB7F32-633A-074C-91E0-1D811148331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01168" y="5293623"/>
                  <a:ext cx="23874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B40F102-71C3-694C-8F2C-739BB3EEFEBC}"/>
                    </a:ext>
                  </a:extLst>
                </p14:cNvPr>
                <p14:cNvContentPartPr/>
                <p14:nvPr/>
              </p14:nvContentPartPr>
              <p14:xfrm>
                <a:off x="5597435" y="5296503"/>
                <a:ext cx="113400" cy="69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B40F102-71C3-694C-8F2C-739BB3EEFEB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88105" y="5287143"/>
                  <a:ext cx="131702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3183EF8-91AE-DB4F-A268-98708F8DCD0C}"/>
                    </a:ext>
                  </a:extLst>
                </p14:cNvPr>
                <p14:cNvContentPartPr/>
                <p14:nvPr/>
              </p14:nvContentPartPr>
              <p14:xfrm>
                <a:off x="5817395" y="5265183"/>
                <a:ext cx="119880" cy="176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3183EF8-91AE-DB4F-A268-98708F8DCD0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07646" y="5256183"/>
                  <a:ext cx="138656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AC21B42-A862-2744-B6E4-45AB429C8711}"/>
                    </a:ext>
                  </a:extLst>
                </p14:cNvPr>
                <p14:cNvContentPartPr/>
                <p14:nvPr/>
              </p14:nvContentPartPr>
              <p14:xfrm>
                <a:off x="6043835" y="5296503"/>
                <a:ext cx="82080" cy="151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AC21B42-A862-2744-B6E4-45AB429C871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035555" y="5287503"/>
                  <a:ext cx="99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7794F39-C93A-D142-A847-5007C8B6D1A7}"/>
                    </a:ext>
                  </a:extLst>
                </p14:cNvPr>
                <p14:cNvContentPartPr/>
                <p14:nvPr/>
              </p14:nvContentPartPr>
              <p14:xfrm>
                <a:off x="6175955" y="5328183"/>
                <a:ext cx="107280" cy="63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47794F39-C93A-D142-A847-5007C8B6D1A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66595" y="5319183"/>
                  <a:ext cx="124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C359475-A951-4D4D-AD36-3423E11F750F}"/>
                    </a:ext>
                  </a:extLst>
                </p14:cNvPr>
                <p14:cNvContentPartPr/>
                <p14:nvPr/>
              </p14:nvContentPartPr>
              <p14:xfrm>
                <a:off x="6339395" y="5321703"/>
                <a:ext cx="195120" cy="82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C359475-A951-4D4D-AD36-3423E11F750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30052" y="5311623"/>
                  <a:ext cx="213806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4C90A7-2189-7548-ACC8-75B5B9DFEA93}"/>
                    </a:ext>
                  </a:extLst>
                </p14:cNvPr>
                <p14:cNvContentPartPr/>
                <p14:nvPr/>
              </p14:nvContentPartPr>
              <p14:xfrm>
                <a:off x="6597155" y="5302983"/>
                <a:ext cx="56880" cy="100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D04C90A7-2189-7548-ACC8-75B5B9DFEA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587075" y="5294015"/>
                  <a:ext cx="76680" cy="11945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9879F3E-F89B-114B-BB92-2ABED797E8F0}"/>
              </a:ext>
            </a:extLst>
          </p:cNvPr>
          <p:cNvGrpSpPr/>
          <p:nvPr/>
        </p:nvGrpSpPr>
        <p:grpSpPr>
          <a:xfrm>
            <a:off x="8196000" y="5262120"/>
            <a:ext cx="1018800" cy="452880"/>
            <a:chOff x="6804515" y="5120463"/>
            <a:chExt cx="10188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3B8474B-4411-2D49-ABE2-4D57D4BF3446}"/>
                    </a:ext>
                  </a:extLst>
                </p14:cNvPr>
                <p14:cNvContentPartPr/>
                <p14:nvPr/>
              </p14:nvContentPartPr>
              <p14:xfrm>
                <a:off x="6804515" y="5170863"/>
                <a:ext cx="25560" cy="226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3B8474B-4411-2D49-ABE2-4D57D4BF344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94795" y="5161143"/>
                  <a:ext cx="44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A77B92E-5CDD-1D4E-9CF6-E9DDB8C8D9C3}"/>
                    </a:ext>
                  </a:extLst>
                </p14:cNvPr>
                <p14:cNvContentPartPr/>
                <p14:nvPr/>
              </p14:nvContentPartPr>
              <p14:xfrm>
                <a:off x="6930155" y="5239983"/>
                <a:ext cx="88560" cy="119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AA77B92E-5CDD-1D4E-9CF6-E9DDB8C8D9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921118" y="5230956"/>
                  <a:ext cx="106995" cy="1372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70F291A-F2F3-304B-BFCA-FBE0A8A16A7E}"/>
                    </a:ext>
                  </a:extLst>
                </p14:cNvPr>
                <p14:cNvContentPartPr/>
                <p14:nvPr/>
              </p14:nvContentPartPr>
              <p14:xfrm>
                <a:off x="7068395" y="5261583"/>
                <a:ext cx="12960" cy="186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70F291A-F2F3-304B-BFCA-FBE0A8A16A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59755" y="5252583"/>
                  <a:ext cx="31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4699339-437D-BB4E-AFE2-58C3D4B5795F}"/>
                    </a:ext>
                  </a:extLst>
                </p14:cNvPr>
                <p14:cNvContentPartPr/>
                <p14:nvPr/>
              </p14:nvContentPartPr>
              <p14:xfrm>
                <a:off x="7080995" y="5271303"/>
                <a:ext cx="106560" cy="56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24699339-437D-BB4E-AFE2-58C3D4B5795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1635" y="5261943"/>
                  <a:ext cx="125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99737B6-5499-8F45-B265-E5E8938D24CA}"/>
                    </a:ext>
                  </a:extLst>
                </p14:cNvPr>
                <p14:cNvContentPartPr/>
                <p14:nvPr/>
              </p14:nvContentPartPr>
              <p14:xfrm>
                <a:off x="7244435" y="5265903"/>
                <a:ext cx="88560" cy="75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99737B6-5499-8F45-B265-E5E8938D24C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35037" y="5256543"/>
                  <a:ext cx="107718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5AC4D13-EEAD-E64A-B0CE-0FC685BF4048}"/>
                    </a:ext>
                  </a:extLst>
                </p14:cNvPr>
                <p14:cNvContentPartPr/>
                <p14:nvPr/>
              </p14:nvContentPartPr>
              <p14:xfrm>
                <a:off x="7376555" y="5258703"/>
                <a:ext cx="75960" cy="63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5AC4D13-EEAD-E64A-B0CE-0FC685BF404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367150" y="5250423"/>
                  <a:ext cx="93684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0E27A96-5F73-B54E-AF5B-BFD91C665674}"/>
                    </a:ext>
                  </a:extLst>
                </p14:cNvPr>
                <p14:cNvContentPartPr/>
                <p14:nvPr/>
              </p14:nvContentPartPr>
              <p14:xfrm>
                <a:off x="7502555" y="5126943"/>
                <a:ext cx="31680" cy="201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0E27A96-5F73-B54E-AF5B-BFD91C6656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93555" y="5117943"/>
                  <a:ext cx="48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F47DDF9-3F21-2549-B615-3FA0D5C98BB7}"/>
                    </a:ext>
                  </a:extLst>
                </p14:cNvPr>
                <p14:cNvContentPartPr/>
                <p14:nvPr/>
              </p14:nvContentPartPr>
              <p14:xfrm>
                <a:off x="7565195" y="5265183"/>
                <a:ext cx="75960" cy="10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CF47DDF9-3F21-2549-B615-3FA0D5C98BB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556514" y="5256215"/>
                  <a:ext cx="94046" cy="118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7D9D588-7D3A-254F-8BF3-B4AB0CEE3D60}"/>
                    </a:ext>
                  </a:extLst>
                </p14:cNvPr>
                <p14:cNvContentPartPr/>
                <p14:nvPr/>
              </p14:nvContentPartPr>
              <p14:xfrm>
                <a:off x="7539995" y="5196063"/>
                <a:ext cx="94680" cy="12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07D9D588-7D3A-254F-8BF3-B4AB0CEE3D6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530635" y="5187423"/>
                  <a:ext cx="112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6782D8F-7F4F-3548-A1B6-BBFEBDF78DFC}"/>
                    </a:ext>
                  </a:extLst>
                </p14:cNvPr>
                <p14:cNvContentPartPr/>
                <p14:nvPr/>
              </p14:nvContentPartPr>
              <p14:xfrm>
                <a:off x="7565195" y="5120463"/>
                <a:ext cx="258120" cy="452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6782D8F-7F4F-3548-A1B6-BBFEBDF78DF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556195" y="5111103"/>
                  <a:ext cx="276840" cy="47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65736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3C58-BFAD-3B27-FE8B-DC59A197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41B5-1A45-2CC6-1090-3C29487C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Example 4 Solution: Laplace smoothing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B6A8D12-AC9C-27E7-608D-291E8101C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7CABFF58-0A64-3E0F-9C49-6C8FD7DA20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2DC65-6A08-FB87-31D2-1185B22F8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24933"/>
            <a:ext cx="12039537" cy="57724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90E541-14FB-E041-2700-7005272C9A20}"/>
                  </a:ext>
                </a:extLst>
              </p14:cNvPr>
              <p14:cNvContentPartPr/>
              <p14:nvPr/>
            </p14:nvContentPartPr>
            <p14:xfrm>
              <a:off x="7491355" y="4728070"/>
              <a:ext cx="3715560" cy="9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90E541-14FB-E041-2700-7005272C9A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5235" y="4721950"/>
                <a:ext cx="37278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2F7BAB-3877-8E1F-C5F2-45D01FB0F184}"/>
                  </a:ext>
                </a:extLst>
              </p14:cNvPr>
              <p14:cNvContentPartPr/>
              <p14:nvPr/>
            </p14:nvContentPartPr>
            <p14:xfrm>
              <a:off x="1067155" y="5502430"/>
              <a:ext cx="10100520" cy="147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2F7BAB-3877-8E1F-C5F2-45D01FB0F1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1035" y="5496310"/>
                <a:ext cx="1011276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7A2339B-C6AF-2215-53F1-DCB514621062}"/>
              </a:ext>
            </a:extLst>
          </p:cNvPr>
          <p:cNvGrpSpPr/>
          <p:nvPr/>
        </p:nvGrpSpPr>
        <p:grpSpPr>
          <a:xfrm>
            <a:off x="838915" y="5801590"/>
            <a:ext cx="9801360" cy="706320"/>
            <a:chOff x="838915" y="5801590"/>
            <a:chExt cx="9801360" cy="70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AA57324-2D01-B7B8-11D8-F9ECB564D448}"/>
                    </a:ext>
                  </a:extLst>
                </p14:cNvPr>
                <p14:cNvContentPartPr/>
                <p14:nvPr/>
              </p14:nvContentPartPr>
              <p14:xfrm>
                <a:off x="838915" y="6191830"/>
                <a:ext cx="3606120" cy="164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AA57324-2D01-B7B8-11D8-F9ECB564D4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795" y="6185710"/>
                  <a:ext cx="3618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BC5C39-9009-B631-9576-1144FAF77016}"/>
                    </a:ext>
                  </a:extLst>
                </p14:cNvPr>
                <p14:cNvContentPartPr/>
                <p14:nvPr/>
              </p14:nvContentPartPr>
              <p14:xfrm>
                <a:off x="5098075" y="5950630"/>
                <a:ext cx="64440" cy="396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BC5C39-9009-B631-9576-1144FAF770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91955" y="5944510"/>
                  <a:ext cx="766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D33C56-D5B1-AFE8-FF82-0F18419D6A1A}"/>
                    </a:ext>
                  </a:extLst>
                </p14:cNvPr>
                <p14:cNvContentPartPr/>
                <p14:nvPr/>
              </p14:nvContentPartPr>
              <p14:xfrm>
                <a:off x="5237035" y="5931910"/>
                <a:ext cx="223920" cy="283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D33C56-D5B1-AFE8-FF82-0F18419D6A1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30915" y="5925790"/>
                  <a:ext cx="236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E0DF62-42D3-9FD2-DF82-2C7098DDC713}"/>
                    </a:ext>
                  </a:extLst>
                </p14:cNvPr>
                <p14:cNvContentPartPr/>
                <p14:nvPr/>
              </p14:nvContentPartPr>
              <p14:xfrm>
                <a:off x="5288875" y="6057190"/>
                <a:ext cx="86040" cy="359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E0DF62-42D3-9FD2-DF82-2C7098DDC71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82755" y="6051070"/>
                  <a:ext cx="98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E42AB0-B762-3CE1-8CEF-E0968A343AF7}"/>
                    </a:ext>
                  </a:extLst>
                </p14:cNvPr>
                <p14:cNvContentPartPr/>
                <p14:nvPr/>
              </p14:nvContentPartPr>
              <p14:xfrm>
                <a:off x="5676595" y="6097510"/>
                <a:ext cx="329760" cy="131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E42AB0-B762-3CE1-8CEF-E0968A343A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70475" y="6091390"/>
                  <a:ext cx="34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CE5597-F0E6-2701-0439-2C8E2E1A913D}"/>
                    </a:ext>
                  </a:extLst>
                </p14:cNvPr>
                <p14:cNvContentPartPr/>
                <p14:nvPr/>
              </p14:nvContentPartPr>
              <p14:xfrm>
                <a:off x="6083395" y="6131710"/>
                <a:ext cx="167040" cy="64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CE5597-F0E6-2701-0439-2C8E2E1A91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77275" y="6125590"/>
                  <a:ext cx="179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6E4779-1334-B2E9-CC89-5E66B484A0C3}"/>
                    </a:ext>
                  </a:extLst>
                </p14:cNvPr>
                <p14:cNvContentPartPr/>
                <p14:nvPr/>
              </p14:nvContentPartPr>
              <p14:xfrm>
                <a:off x="6345475" y="6075910"/>
                <a:ext cx="154800" cy="13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6E4779-1334-B2E9-CC89-5E66B484A0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39355" y="6069790"/>
                  <a:ext cx="167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10A24F-403E-D31E-BC24-E80E30A1AB23}"/>
                    </a:ext>
                  </a:extLst>
                </p14:cNvPr>
                <p14:cNvContentPartPr/>
                <p14:nvPr/>
              </p14:nvContentPartPr>
              <p14:xfrm>
                <a:off x="6531955" y="5882230"/>
                <a:ext cx="321120" cy="41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10A24F-403E-D31E-BC24-E80E30A1AB2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25835" y="5876110"/>
                  <a:ext cx="3333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C92901-BCBD-2A7C-2254-4977E0D7CBC9}"/>
                    </a:ext>
                  </a:extLst>
                </p14:cNvPr>
                <p14:cNvContentPartPr/>
                <p14:nvPr/>
              </p14:nvContentPartPr>
              <p14:xfrm>
                <a:off x="7187875" y="6043870"/>
                <a:ext cx="484920" cy="242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C92901-BCBD-2A7C-2254-4977E0D7CB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81755" y="6037750"/>
                  <a:ext cx="497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95C7AA-9FDE-FB2E-04C6-7D8313A40ABE}"/>
                    </a:ext>
                  </a:extLst>
                </p14:cNvPr>
                <p14:cNvContentPartPr/>
                <p14:nvPr/>
              </p14:nvContentPartPr>
              <p14:xfrm>
                <a:off x="7246915" y="5801590"/>
                <a:ext cx="12960" cy="36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95C7AA-9FDE-FB2E-04C6-7D8313A40A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40795" y="5795470"/>
                  <a:ext cx="25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E041C5-3D18-F145-C045-19609EF8E594}"/>
                    </a:ext>
                  </a:extLst>
                </p14:cNvPr>
                <p14:cNvContentPartPr/>
                <p14:nvPr/>
              </p14:nvContentPartPr>
              <p14:xfrm>
                <a:off x="7933435" y="6036670"/>
                <a:ext cx="204120" cy="199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E041C5-3D18-F145-C045-19609EF8E59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27315" y="6030550"/>
                  <a:ext cx="216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CB2D00-DD5B-F104-D29B-AAD33EB6955B}"/>
                    </a:ext>
                  </a:extLst>
                </p14:cNvPr>
                <p14:cNvContentPartPr/>
                <p14:nvPr/>
              </p14:nvContentPartPr>
              <p14:xfrm>
                <a:off x="8235115" y="6060430"/>
                <a:ext cx="153000" cy="10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CB2D00-DD5B-F104-D29B-AAD33EB6955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28995" y="6054310"/>
                  <a:ext cx="165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CFF85C-66F9-91AE-636C-1ABE85947B46}"/>
                    </a:ext>
                  </a:extLst>
                </p14:cNvPr>
                <p14:cNvContentPartPr/>
                <p14:nvPr/>
              </p14:nvContentPartPr>
              <p14:xfrm>
                <a:off x="8545075" y="6109030"/>
                <a:ext cx="182520" cy="142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CFF85C-66F9-91AE-636C-1ABE85947B4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38955" y="6102910"/>
                  <a:ext cx="194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670873-7E1F-5550-FA91-24F9D996CF85}"/>
                    </a:ext>
                  </a:extLst>
                </p14:cNvPr>
                <p14:cNvContentPartPr/>
                <p14:nvPr/>
              </p14:nvContentPartPr>
              <p14:xfrm>
                <a:off x="8794555" y="5818510"/>
                <a:ext cx="496800" cy="42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670873-7E1F-5550-FA91-24F9D996CF8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88435" y="5812390"/>
                  <a:ext cx="5090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AED2648-9E57-7437-DA86-EB8AC3BBD019}"/>
                    </a:ext>
                  </a:extLst>
                </p14:cNvPr>
                <p14:cNvContentPartPr/>
                <p14:nvPr/>
              </p14:nvContentPartPr>
              <p14:xfrm>
                <a:off x="9373435" y="5848030"/>
                <a:ext cx="421560" cy="46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AED2648-9E57-7437-DA86-EB8AC3BBD0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67315" y="5841910"/>
                  <a:ext cx="4338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7B458F-C7C9-01CD-0395-0CCA4B270AAD}"/>
                    </a:ext>
                  </a:extLst>
                </p14:cNvPr>
                <p14:cNvContentPartPr/>
                <p14:nvPr/>
              </p14:nvContentPartPr>
              <p14:xfrm>
                <a:off x="9758635" y="6086710"/>
                <a:ext cx="881640" cy="421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7B458F-C7C9-01CD-0395-0CCA4B270A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52515" y="6080590"/>
                  <a:ext cx="893880" cy="43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209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741C-F5A4-2E6B-78BB-0DDE5952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CA206-BEB6-6204-1D76-1B8D7F6C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4 Solution: Apply Laplace smoothing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F06DEB4F-155A-6CEF-971B-3134FEE6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A6C8289C-DB8C-0139-D4B9-1A93EAE8C9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4451" name="Picture 2">
            <a:extLst>
              <a:ext uri="{FF2B5EF4-FFF2-40B4-BE49-F238E27FC236}">
                <a16:creationId xmlns:a16="http://schemas.microsoft.com/office/drawing/2014/main" id="{A37C3D92-30AC-B3C2-635E-394836E61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6" t="21031" r="22294" b="10103"/>
          <a:stretch/>
        </p:blipFill>
        <p:spPr bwMode="auto">
          <a:xfrm>
            <a:off x="0" y="1067585"/>
            <a:ext cx="9321800" cy="561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923B5A-11B2-44BE-A33E-B8EDA6907539}"/>
                  </a:ext>
                </a:extLst>
              </p14:cNvPr>
              <p14:cNvContentPartPr/>
              <p14:nvPr/>
            </p14:nvContentPartPr>
            <p14:xfrm>
              <a:off x="4329475" y="1615510"/>
              <a:ext cx="480960" cy="46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923B5A-11B2-44BE-A33E-B8EDA69075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3355" y="1609390"/>
                <a:ext cx="4932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950120F-912A-088F-FD48-E47BCA25B6E1}"/>
                  </a:ext>
                </a:extLst>
              </p14:cNvPr>
              <p14:cNvContentPartPr/>
              <p14:nvPr/>
            </p14:nvContentPartPr>
            <p14:xfrm>
              <a:off x="3626755" y="1685350"/>
              <a:ext cx="244800" cy="415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950120F-912A-088F-FD48-E47BCA25B6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0635" y="1679230"/>
                <a:ext cx="257040" cy="4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493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780E-6C5D-CDAB-1A05-630D69A0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F4E3-B0C4-855F-B881-C7B7173A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86B5A83-0460-E95F-8D1A-A6F2877E2B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0767AF07-D735-2731-6BA5-C95CEDFB4C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60B0D37-CFFD-7EB1-087A-CEF44E5AED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" t="21718" r="24691" b="17663"/>
          <a:stretch/>
        </p:blipFill>
        <p:spPr bwMode="auto">
          <a:xfrm>
            <a:off x="0" y="924933"/>
            <a:ext cx="11950770" cy="5772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95518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80CC-A452-8E37-3888-47BF7850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18CA-C092-9930-D9E2-E22A2A8A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69989149-DEF8-D0A2-4691-E1A1B3C3D1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4D2A9937-38B3-12E3-39CC-11BD325AF0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7523" name="Picture 2">
            <a:extLst>
              <a:ext uri="{FF2B5EF4-FFF2-40B4-BE49-F238E27FC236}">
                <a16:creationId xmlns:a16="http://schemas.microsoft.com/office/drawing/2014/main" id="{A122906C-0F70-EA63-76D2-8E6636C0B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44" y="1051383"/>
            <a:ext cx="9028784" cy="5387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0205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6F47E-1B06-7122-9CAF-0858B7F4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3D77-047E-B8DB-1B37-C8D4CEAD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4CF21BBE-895E-8677-FCA6-23D1882B0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09780978-168B-5717-0A9E-BBE395B04F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8547" name="Picture 2">
            <a:extLst>
              <a:ext uri="{FF2B5EF4-FFF2-40B4-BE49-F238E27FC236}">
                <a16:creationId xmlns:a16="http://schemas.microsoft.com/office/drawing/2014/main" id="{3C7D42AE-E3F5-737C-E365-D4A4DADA7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17" y="1029494"/>
            <a:ext cx="9564281" cy="539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333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CF925-F1E1-A108-0DF2-D479BDCA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38CD-294C-4B62-7DCF-F83985D6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5CC67576-DD1F-B2FD-30EF-2F28B29655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A33B9B7F-B0F0-83A3-8437-F4365FC24D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9571" name="Picture 2">
            <a:extLst>
              <a:ext uri="{FF2B5EF4-FFF2-40B4-BE49-F238E27FC236}">
                <a16:creationId xmlns:a16="http://schemas.microsoft.com/office/drawing/2014/main" id="{79A1609D-6ED9-90B9-87A0-663EBE118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70" y="1009774"/>
            <a:ext cx="9995544" cy="534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696240" y="1622160"/>
              <a:ext cx="9573840" cy="4047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120" y="1616040"/>
                <a:ext cx="9584640" cy="40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0583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D76E-928C-9E1F-66EF-10A00260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8EAB-1BF7-1013-D45A-998E4CDB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46294B94-0F3D-2B61-E812-473FD4448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EAEE79CB-C64F-8F43-2641-B8EBE8EA1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0595" name="Picture 2">
            <a:extLst>
              <a:ext uri="{FF2B5EF4-FFF2-40B4-BE49-F238E27FC236}">
                <a16:creationId xmlns:a16="http://schemas.microsoft.com/office/drawing/2014/main" id="{A88F1493-4F5E-197A-EDB4-E5D511653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79" y="1072807"/>
            <a:ext cx="8670581" cy="564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207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FD80-40EA-B53B-4614-D998B381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BE9D-566A-E039-E36C-95B435E4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Example 5 Solution: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CFFDF952-BD0B-6FB8-143B-3AFB668C6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B7815741-C239-8ACE-D41D-C01A02419B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C6B60-10E3-B89E-3D80-BDA829B6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924933"/>
            <a:ext cx="5121729" cy="307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8E87-08F7-D3B4-6D58-51E7C04D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373" y="1144245"/>
            <a:ext cx="6350326" cy="20638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6E2F94-71D9-5BA1-3389-62390AFEC200}"/>
                  </a:ext>
                </a:extLst>
              </p14:cNvPr>
              <p14:cNvContentPartPr/>
              <p14:nvPr/>
            </p14:nvContentPartPr>
            <p14:xfrm>
              <a:off x="7102928" y="1829703"/>
              <a:ext cx="3429000" cy="1265464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6E2F94-71D9-5BA1-3389-62390AFEC2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4648" y="1821063"/>
                <a:ext cx="3447720" cy="1284185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5025" y="4057159"/>
            <a:ext cx="6324806" cy="195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27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171A-FD96-3E08-DFDB-7D95B186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48155-A27B-9915-D791-CF3D8910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Naïve Bayes Classifier Applications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57A2D901-EA29-65F0-BBF7-2357C1515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84ADA6E0-EA09-D34D-B186-218C2A7AAF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8787" name="Picture 2">
            <a:extLst>
              <a:ext uri="{FF2B5EF4-FFF2-40B4-BE49-F238E27FC236}">
                <a16:creationId xmlns:a16="http://schemas.microsoft.com/office/drawing/2014/main" id="{AB81BD52-36A7-479D-A0CD-C1439BD37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t="27491" r="17810" b="15464"/>
          <a:stretch/>
        </p:blipFill>
        <p:spPr bwMode="auto">
          <a:xfrm>
            <a:off x="160256" y="924932"/>
            <a:ext cx="11941488" cy="5334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841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D1C9-7676-8962-6D15-7EECB717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2CB9-483E-F9A6-9A59-1EE79804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Practical Issues of Bayesian learning</a:t>
            </a:r>
            <a:endParaRPr lang="en-IN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BFB7237F-7020-9A86-1E21-2D119A300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7F397A03-B76A-D5B8-9EF2-B0B797328B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9811" name="Picture 2">
            <a:extLst>
              <a:ext uri="{FF2B5EF4-FFF2-40B4-BE49-F238E27FC236}">
                <a16:creationId xmlns:a16="http://schemas.microsoft.com/office/drawing/2014/main" id="{B6D5BEF0-E3B7-DFE2-A7F1-0D92A61240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21718" r="9458" b="11890"/>
          <a:stretch/>
        </p:blipFill>
        <p:spPr bwMode="auto">
          <a:xfrm>
            <a:off x="130534" y="1084081"/>
            <a:ext cx="11537415" cy="489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83955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69F2-A1BC-3458-D6B3-79171605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DC7C-91DB-64B4-3159-419BC169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Practical Issues of Bayesian learning</a:t>
            </a:r>
            <a:endParaRPr lang="en-IN" dirty="0"/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2A2DE57C-8BBC-339F-D9F7-35AC01E2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 hidden="1">
            <a:extLst>
              <a:ext uri="{FF2B5EF4-FFF2-40B4-BE49-F238E27FC236}">
                <a16:creationId xmlns:a16="http://schemas.microsoft.com/office/drawing/2014/main" id="{FC27972E-EA32-8B58-015A-9137ACFC2F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883" name="Picture 2">
            <a:extLst>
              <a:ext uri="{FF2B5EF4-FFF2-40B4-BE49-F238E27FC236}">
                <a16:creationId xmlns:a16="http://schemas.microsoft.com/office/drawing/2014/main" id="{3C66FBB5-290C-1018-B8FA-6731B7E14E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7" t="22958" r="3891" b="21921"/>
          <a:stretch/>
        </p:blipFill>
        <p:spPr bwMode="auto">
          <a:xfrm>
            <a:off x="150827" y="1074655"/>
            <a:ext cx="11927137" cy="3959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8562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Glossary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2C24D-2091-7CD7-C5A5-9E2A86D9ECC0}"/>
              </a:ext>
            </a:extLst>
          </p:cNvPr>
          <p:cNvSpPr txBox="1"/>
          <p:nvPr/>
        </p:nvSpPr>
        <p:spPr>
          <a:xfrm>
            <a:off x="247453" y="924933"/>
            <a:ext cx="104048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Bayes theorem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MAP Hypothesis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ML Estimate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Naïve Bayes theorem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NB with Laplace correction</a:t>
            </a:r>
            <a:endParaRPr kumimoji="0" lang="en-IN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Practice Problems 1 </a:t>
            </a:r>
            <a:endParaRPr lang="en-IN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47F3B-BD0F-A283-B52D-2C25F2D7D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132" y="1097913"/>
            <a:ext cx="10972800" cy="45259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IN" altLang="en-US" ker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Two set of candidates are competing for the positions on the board of directors of a 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IN" altLang="en-US" ker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company. The probabilities that the first and the second sets will win are 0.6 and 0.4 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IN" altLang="en-US" ker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respectively. If the first set wins , the probability of introducing a new product is 0.8,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IN" altLang="en-US" ker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and the corresponding probability if the second set wins is 0.3. What is the probability</a:t>
            </a:r>
          </a:p>
          <a:p>
            <a:pPr algn="just" fontAlgn="base">
              <a:lnSpc>
                <a:spcPct val="150000"/>
              </a:lnSpc>
              <a:spcAft>
                <a:spcPct val="0"/>
              </a:spcAft>
            </a:pPr>
            <a:r>
              <a:rPr lang="en-IN" altLang="en-US" ker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that the product will be introduced?</a:t>
            </a:r>
            <a:endParaRPr lang="en-IN" altLang="en-US" kern="0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DE81B-CEBC-8EA8-91AA-298C8E32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B308-7456-A01E-F515-D8E1FB11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0CB57-8BC9-A2A5-51D6-8E10C448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2" y="962954"/>
            <a:ext cx="11912616" cy="49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453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3972-E7E1-83A4-6537-85023C4B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EC50-6C10-9FC7-F333-BCE7A512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Practice Problems 2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D02203-4030-6DCE-6947-E17F8074F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15" y="1063547"/>
            <a:ext cx="11821169" cy="47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81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023A-F974-9591-D6F4-75419F9D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B1CC-C645-B309-20F4-971E4BE3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D100B-8D9B-1B4F-D7E9-CF3D3C6FC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9" y="1022183"/>
            <a:ext cx="11473666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01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BC8F-9813-1C38-3080-C913BE75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EF60-E9F8-BCF6-FB59-B61C2FA1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Conti.. </a:t>
            </a:r>
            <a:endParaRPr lang="en-IN" sz="3200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FC09B92-35D0-FCF5-8D31-F2C00D831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593850"/>
            <a:ext cx="10972800" cy="4525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ct val="0"/>
              </a:spcAft>
            </a:pPr>
            <a:endParaRPr lang="en-IN" altLang="en-US" i="1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fontAlgn="base">
              <a:spcAft>
                <a:spcPct val="0"/>
              </a:spcAft>
            </a:pPr>
            <a:endParaRPr lang="en-IN" altLang="en-US" i="1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fontAlgn="base">
              <a:spcAft>
                <a:spcPct val="0"/>
              </a:spcAft>
            </a:pPr>
            <a:endParaRPr lang="en-IN" altLang="en-US" dirty="0">
              <a:solidFill>
                <a:srgbClr val="0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2585E5-9452-3D6F-738A-A4C7675E12E9}"/>
              </a:ext>
            </a:extLst>
          </p:cNvPr>
          <p:cNvCxnSpPr>
            <a:cxnSpLocks/>
          </p:cNvCxnSpPr>
          <p:nvPr/>
        </p:nvCxnSpPr>
        <p:spPr>
          <a:xfrm flipV="1">
            <a:off x="1820863" y="2414588"/>
            <a:ext cx="1490662" cy="698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50346-9B80-5B6D-A32B-5F9ECD896E82}"/>
              </a:ext>
            </a:extLst>
          </p:cNvPr>
          <p:cNvCxnSpPr>
            <a:cxnSpLocks/>
          </p:cNvCxnSpPr>
          <p:nvPr/>
        </p:nvCxnSpPr>
        <p:spPr>
          <a:xfrm flipV="1">
            <a:off x="1785938" y="3121025"/>
            <a:ext cx="1617662" cy="65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A58B4D-7B35-1E43-B122-CED5426571A9}"/>
              </a:ext>
            </a:extLst>
          </p:cNvPr>
          <p:cNvCxnSpPr/>
          <p:nvPr/>
        </p:nvCxnSpPr>
        <p:spPr>
          <a:xfrm>
            <a:off x="1835150" y="3205163"/>
            <a:ext cx="1211263" cy="7921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A73B93-315B-5CDD-6BD2-6D99F2408606}"/>
              </a:ext>
            </a:extLst>
          </p:cNvPr>
          <p:cNvSpPr txBox="1">
            <a:spLocks noChangeArrowheads="1"/>
          </p:cNvSpPr>
          <p:nvPr/>
        </p:nvSpPr>
        <p:spPr bwMode="auto">
          <a:xfrm rot="19707029">
            <a:off x="2027238" y="2493963"/>
            <a:ext cx="593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C7BE4-C67A-D930-BAD5-52570144A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9825" y="2782888"/>
            <a:ext cx="593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DE7174-6C97-0BB3-FF3C-B49360B91C15}"/>
              </a:ext>
            </a:extLst>
          </p:cNvPr>
          <p:cNvSpPr txBox="1">
            <a:spLocks noChangeArrowheads="1"/>
          </p:cNvSpPr>
          <p:nvPr/>
        </p:nvSpPr>
        <p:spPr bwMode="auto">
          <a:xfrm rot="2313177">
            <a:off x="1822450" y="3671888"/>
            <a:ext cx="593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0.40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0FE8D4-628C-83AE-8E0F-41042C1D416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223967" y="3151782"/>
            <a:ext cx="476797" cy="3693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18CA38-2F7D-B991-E1C0-1DBEFB7FA1E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57979" y="4185747"/>
            <a:ext cx="476797" cy="369332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 pitchFamily="34" charset="0"/>
              </a:rPr>
              <a:t> 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A91BC92-5735-CE94-062A-76DE4D8E1121}"/>
              </a:ext>
            </a:extLst>
          </p:cNvPr>
          <p:cNvCxnSpPr/>
          <p:nvPr/>
        </p:nvCxnSpPr>
        <p:spPr>
          <a:xfrm flipV="1">
            <a:off x="3725863" y="1838325"/>
            <a:ext cx="1360487" cy="466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F7E9CD-9064-16B0-9938-575923AB1122}"/>
              </a:ext>
            </a:extLst>
          </p:cNvPr>
          <p:cNvCxnSpPr/>
          <p:nvPr/>
        </p:nvCxnSpPr>
        <p:spPr>
          <a:xfrm>
            <a:off x="3700463" y="2347913"/>
            <a:ext cx="1512887" cy="347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3219EF-A35D-B236-1D5A-8C4C87494528}"/>
              </a:ext>
            </a:extLst>
          </p:cNvPr>
          <p:cNvCxnSpPr/>
          <p:nvPr/>
        </p:nvCxnSpPr>
        <p:spPr>
          <a:xfrm flipV="1">
            <a:off x="3700463" y="2695575"/>
            <a:ext cx="1446212" cy="425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A5B7C1-EDFB-2844-8117-AEEF866DB44C}"/>
              </a:ext>
            </a:extLst>
          </p:cNvPr>
          <p:cNvCxnSpPr/>
          <p:nvPr/>
        </p:nvCxnSpPr>
        <p:spPr>
          <a:xfrm>
            <a:off x="3725863" y="3121025"/>
            <a:ext cx="1525587" cy="555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2FE5BD-FF24-E1A9-BA23-9FB0E7577662}"/>
              </a:ext>
            </a:extLst>
          </p:cNvPr>
          <p:cNvCxnSpPr/>
          <p:nvPr/>
        </p:nvCxnSpPr>
        <p:spPr>
          <a:xfrm flipV="1">
            <a:off x="3760788" y="3736975"/>
            <a:ext cx="1385887" cy="633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9D78FB-6E0E-754E-3FB0-DAD45AA76594}"/>
              </a:ext>
            </a:extLst>
          </p:cNvPr>
          <p:cNvCxnSpPr/>
          <p:nvPr/>
        </p:nvCxnSpPr>
        <p:spPr>
          <a:xfrm>
            <a:off x="3798888" y="4370388"/>
            <a:ext cx="1263650" cy="644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817E8EA-EA77-184F-EB9F-C412D9794F9B}"/>
              </a:ext>
            </a:extLst>
          </p:cNvPr>
          <p:cNvSpPr txBox="1">
            <a:spLocks noChangeArrowheads="1"/>
          </p:cNvSpPr>
          <p:nvPr/>
        </p:nvSpPr>
        <p:spPr bwMode="auto">
          <a:xfrm rot="20556301">
            <a:off x="3963988" y="1700213"/>
            <a:ext cx="592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35B0BE-0EE3-D89B-A7CA-F22E9DAD0094}"/>
              </a:ext>
            </a:extLst>
          </p:cNvPr>
          <p:cNvSpPr txBox="1">
            <a:spLocks noChangeArrowheads="1"/>
          </p:cNvSpPr>
          <p:nvPr/>
        </p:nvSpPr>
        <p:spPr bwMode="auto">
          <a:xfrm rot="21012670">
            <a:off x="3732213" y="2628900"/>
            <a:ext cx="59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0.04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0DBCA7-C39E-0484-62C7-D5DDDFA61502}"/>
              </a:ext>
            </a:extLst>
          </p:cNvPr>
          <p:cNvSpPr txBox="1">
            <a:spLocks noChangeArrowheads="1"/>
          </p:cNvSpPr>
          <p:nvPr/>
        </p:nvSpPr>
        <p:spPr bwMode="auto">
          <a:xfrm rot="20091072">
            <a:off x="3811588" y="3844925"/>
            <a:ext cx="593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0.02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1DE8D0-7CC7-29E2-D625-224BEF7CF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1593850"/>
            <a:ext cx="296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31ACC0-A965-82DB-1D47-13CECEBDB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2695575"/>
            <a:ext cx="296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50A142-13F0-3C89-AB2F-9A813CF32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575" y="3565525"/>
            <a:ext cx="296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2171E8-8558-1528-AB25-524CA981D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4927600"/>
            <a:ext cx="296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0BE91-B731-9C25-2C9A-65C0164570E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39052" y="1531935"/>
            <a:ext cx="5617887" cy="4367671"/>
          </a:xfrm>
          <a:prstGeom prst="rect">
            <a:avLst/>
          </a:prstGeom>
          <a:blipFill>
            <a:blip r:embed="rId4"/>
            <a:stretch>
              <a:fillRect l="-868" t="-697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CA79FF-4020-B8FF-DB71-8E5DB0517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1630363"/>
            <a:ext cx="16684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TREE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1465F-7884-3C2D-8240-50DC61ED6557}"/>
              </a:ext>
            </a:extLst>
          </p:cNvPr>
          <p:cNvSpPr txBox="1"/>
          <p:nvPr/>
        </p:nvSpPr>
        <p:spPr>
          <a:xfrm>
            <a:off x="3298825" y="2155670"/>
            <a:ext cx="41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E1</a:t>
            </a:r>
          </a:p>
        </p:txBody>
      </p:sp>
    </p:spTree>
    <p:extLst>
      <p:ext uri="{BB962C8B-B14F-4D97-AF65-F5344CB8AC3E}">
        <p14:creationId xmlns:p14="http://schemas.microsoft.com/office/powerpoint/2010/main" val="221381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  <p:bldP spid="16" grpId="0"/>
      <p:bldP spid="16" grpId="1"/>
      <p:bldP spid="17" grpId="0"/>
      <p:bldP spid="17" grpId="1"/>
      <p:bldP spid="18" grpId="0"/>
      <p:bldP spid="18" grpId="1"/>
      <p:bldP spid="20" grpId="0" animBg="1"/>
      <p:bldP spid="21" grpId="0" animBg="1"/>
      <p:bldP spid="35" grpId="0"/>
      <p:bldP spid="35" grpId="1"/>
      <p:bldP spid="36" grpId="0"/>
      <p:bldP spid="36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 animBg="1"/>
      <p:bldP spid="44" grpId="0"/>
      <p:bldP spid="44" grpId="1"/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53C8-3A50-26AD-612B-B62A49F0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3EF2-6842-E784-D4A2-F169B3F4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Practice Problems 3 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DFB49-D8D4-CDC8-09EA-17BABE39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1" y="924933"/>
            <a:ext cx="11741914" cy="50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94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246B-B96C-D4CB-8CE1-A2607626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79E2-4A3A-E721-6A71-8006AC74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4864F-84D6-03CA-B618-29FE335A8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106840"/>
            <a:ext cx="11888230" cy="48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004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1C4F-21CE-FB66-0653-C1EE3344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C53B-0D0E-B126-A1EC-BF77324A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Practice Problems 4 </a:t>
            </a:r>
            <a:endParaRPr lang="en-IN" sz="3200" dirty="0"/>
          </a:p>
        </p:txBody>
      </p:sp>
      <p:sp>
        <p:nvSpPr>
          <p:cNvPr id="65538" name="Content Placeholder 1">
            <a:extLst>
              <a:ext uri="{FF2B5EF4-FFF2-40B4-BE49-F238E27FC236}">
                <a16:creationId xmlns:a16="http://schemas.microsoft.com/office/drawing/2014/main" id="{0AD94403-64EB-982D-54CA-71F5EAB25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06706"/>
            <a:ext cx="11665004" cy="504680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en-US" sz="2200" b="1">
                <a:solidFill>
                  <a:srgbClr val="EA3F26"/>
                </a:solidFill>
                <a:cs typeface="Times New Roman" panose="02020603050405020304" pitchFamily="18" charset="0"/>
              </a:rPr>
              <a:t>The chances that an academician, a business man and a politician becoming Vice Chancellor of an university are 0.5, 0.3 and 0.2 respectively. The probability that research work will be promoted in the university by these 3  gentlemen are respectively are 0.8, 0.6 and 0.4. It is found Research work has been promoted by the university.  What is the chance that an academician has become the VC?</a:t>
            </a:r>
          </a:p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IN" sz="2000" b="1" kern="0" spc="-15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pPr algn="just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endParaRPr lang="en-US" altLang="en-US" sz="20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40D44-8D0D-7B0E-932F-E1F01F6BF5AB}"/>
              </a:ext>
            </a:extLst>
          </p:cNvPr>
          <p:cNvGrpSpPr/>
          <p:nvPr/>
        </p:nvGrpSpPr>
        <p:grpSpPr>
          <a:xfrm>
            <a:off x="1389325" y="3917892"/>
            <a:ext cx="9278675" cy="2217394"/>
            <a:chOff x="1226182" y="3718646"/>
            <a:chExt cx="9388654" cy="242918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81215E-0390-EC8A-CD4A-F1BE48BE7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3354" y="3718646"/>
              <a:ext cx="9114310" cy="116443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378F33-76D0-6D3F-8BC3-279C3CA40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182" y="4977300"/>
              <a:ext cx="9388654" cy="11705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44772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2BE6-FBCE-554F-68D5-EEDD296F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CB87-A546-375B-577C-EE49468E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Conti..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F36EA-66F8-EFC8-4D35-63AA54C5D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6" t="19657" r="16418" b="4605"/>
          <a:stretch/>
        </p:blipFill>
        <p:spPr bwMode="auto">
          <a:xfrm>
            <a:off x="1338606" y="1043557"/>
            <a:ext cx="8700941" cy="519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024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CA166-5D3A-841D-FAAE-96FF9ED3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4C44-220F-AEBD-AEC8-CD22DE30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Practice Problems 5 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BFE4C-2C07-6429-9395-BBF9E7E9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" y="1076922"/>
            <a:ext cx="11462993" cy="52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229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9FA7-C434-D705-5AFD-34BBC607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916-9E74-D88C-47C5-22132D3B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 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3A324-A2DF-46DF-FD59-160934DD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0" y="1025733"/>
            <a:ext cx="12197762" cy="47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423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 6</a:t>
            </a:r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84E834F-523F-A558-86C5-77170C63DAF2}"/>
              </a:ext>
            </a:extLst>
          </p:cNvPr>
          <p:cNvSpPr txBox="1">
            <a:spLocks/>
          </p:cNvSpPr>
          <p:nvPr/>
        </p:nvSpPr>
        <p:spPr>
          <a:xfrm>
            <a:off x="406400" y="1493838"/>
            <a:ext cx="11415713" cy="4852987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Seventy percent of the light aircraft that disappear while in flight in a certain country are subsequently discovered. Of the aircraft that are discovered,60% have an emergency locator, whereas 90% of the aircraft not discovered do not have such a locator. Suppose that a light aircraft has disappeared. 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If it has an emergency locator, find the probability that it will not be discovered. 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(b) If it doesn’t have a locator, find the probability that it will be discovered</a:t>
            </a:r>
            <a:r>
              <a:rPr lang="en-US" sz="2000" dirty="0">
                <a:solidFill>
                  <a:sysClr val="windowText" lastClr="000000"/>
                </a:solidFill>
              </a:rPr>
              <a:t>.</a:t>
            </a:r>
            <a:endParaRPr lang="en-IN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9396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9FA7-C434-D705-5AFD-34BBC607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916-9E74-D88C-47C5-22132D3B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 </a:t>
            </a:r>
            <a:endParaRPr lang="en-IN" sz="3200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C852B8C-2931-84E8-3744-02F42A739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1573213"/>
            <a:ext cx="10972800" cy="45259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The tree diagram below shows the probability for the four disjoint options; 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 P(the flight is discovered and has a locator) 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                          = P(discovered)P(locator | discovered) 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                          = (.7)(.6) = .42.</a:t>
            </a:r>
            <a:endParaRPr lang="en-I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728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 7</a:t>
            </a:r>
            <a:endParaRPr lang="en-IN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153A14D-7324-883D-ECAA-22F85F92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2" y="1467202"/>
            <a:ext cx="10739887" cy="2343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413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</a:rPr>
              <a:t>Two firms V and W consider bidding on a road-building job, which may or may not be awarded depending on the amounts of the bids. Firm V submits a bid and the probability is 3/4 that it will get the job provided firm W does not bid. The probability is 3/4 that W will bid, and if it does, the probability that V will get the job is only 1/3. (a) what is the probability that V will get the job? (b) If V gets the job, what is the probability that W did not bid? </a:t>
            </a:r>
            <a:endParaRPr kumimoji="0" lang="en-I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6517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9FA7-C434-D705-5AFD-34BBC607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916-9E74-D88C-47C5-22132D3B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60569"/>
            <a:ext cx="7543800" cy="76436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Solution 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EA5E2-137A-4413-B6AB-7F848EFEBCC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86120" y="1847654"/>
            <a:ext cx="10824099" cy="3046988"/>
          </a:xfrm>
          <a:prstGeom prst="rect">
            <a:avLst/>
          </a:prstGeom>
          <a:blipFill>
            <a:blip r:embed="rId2"/>
            <a:stretch>
              <a:fillRect l="-845" t="-1600" b="-3600"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Calibri" panose="020F050202020403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944664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  <a:latin typeface="+mn-lt"/>
              </a:rPr>
              <a:t>Thank you  </a:t>
            </a:r>
            <a:endParaRPr lang="en-IN" sz="5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2" y="790372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52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M_Session_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9551dfe7ae6685899f3a6bf4cd9dc226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71fbf1ccf07ddaff14b871bd721e86b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62e0b61-37fe-427a-8d40-754df8cab5f8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LMS_Mappings xmlns="15d03a25-cda5-4943-9684-7d18d97bb3bc" xsi:nil="true"/>
    <Owner xmlns="15d03a25-cda5-4943-9684-7d18d97bb3bc">
      <UserInfo>
        <DisplayName/>
        <AccountId xsi:nil="true"/>
        <AccountType/>
      </UserInfo>
    </Owner>
    <TaxCatchAll xmlns="1abdae7a-7178-4d1e-9626-01799792f2da" xsi:nil="true"/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7C355D30-5EBE-4D0A-AE97-7DBCABCEF66F}"/>
</file>

<file path=customXml/itemProps2.xml><?xml version="1.0" encoding="utf-8"?>
<ds:datastoreItem xmlns:ds="http://schemas.openxmlformats.org/officeDocument/2006/customXml" ds:itemID="{4A950B5B-03B6-4AFE-A92C-CE387084EECA}"/>
</file>

<file path=customXml/itemProps3.xml><?xml version="1.0" encoding="utf-8"?>
<ds:datastoreItem xmlns:ds="http://schemas.openxmlformats.org/officeDocument/2006/customXml" ds:itemID="{1F827899-FBF0-4727-B7F1-65823FF49F8B}"/>
</file>

<file path=docProps/app.xml><?xml version="1.0" encoding="utf-8"?>
<Properties xmlns="http://schemas.openxmlformats.org/officeDocument/2006/extended-properties" xmlns:vt="http://schemas.openxmlformats.org/officeDocument/2006/docPropsVTypes">
  <TotalTime>8853</TotalTime>
  <Words>3496</Words>
  <Application>Microsoft Office PowerPoint</Application>
  <PresentationFormat>Widescreen</PresentationFormat>
  <Paragraphs>840</Paragraphs>
  <Slides>73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97" baseType="lpstr">
      <vt:lpstr>Georgia</vt:lpstr>
      <vt:lpstr>Cambria Math</vt:lpstr>
      <vt:lpstr>Helvetica Neue</vt:lpstr>
      <vt:lpstr>Calibri (Body</vt:lpstr>
      <vt:lpstr>Tahoma</vt:lpstr>
      <vt:lpstr>Calibri</vt:lpstr>
      <vt:lpstr>MS PGothic</vt:lpstr>
      <vt:lpstr>Helvetica Light</vt:lpstr>
      <vt:lpstr>Calibri Light</vt:lpstr>
      <vt:lpstr>&amp;quot</vt:lpstr>
      <vt:lpstr>Helvetica</vt:lpstr>
      <vt:lpstr>Times New Roman</vt:lpstr>
      <vt:lpstr>Ubuntu</vt:lpstr>
      <vt:lpstr>Cambria</vt:lpstr>
      <vt:lpstr>Wingdings</vt:lpstr>
      <vt:lpstr>Arial MT</vt:lpstr>
      <vt:lpstr>Open Sans</vt:lpstr>
      <vt:lpstr>Arial</vt:lpstr>
      <vt:lpstr>Courier New</vt:lpstr>
      <vt:lpstr>Office Theme</vt:lpstr>
      <vt:lpstr>2_Office Theme</vt:lpstr>
      <vt:lpstr>ISM_Session_3</vt:lpstr>
      <vt:lpstr>3_Office Theme</vt:lpstr>
      <vt:lpstr>Document</vt:lpstr>
      <vt:lpstr>Introduction  to Statistical Methods </vt:lpstr>
      <vt:lpstr>PowerPoint Presentation</vt:lpstr>
      <vt:lpstr>Revise</vt:lpstr>
      <vt:lpstr>Contact Session 4 </vt:lpstr>
      <vt:lpstr> BAYES THEOREM:   </vt:lpstr>
      <vt:lpstr>Proof:  </vt:lpstr>
      <vt:lpstr>Proof:(Continuation)</vt:lpstr>
      <vt:lpstr>Proof:(Continuation)</vt:lpstr>
      <vt:lpstr>PowerPoint Presentation</vt:lpstr>
      <vt:lpstr>Solution:</vt:lpstr>
      <vt:lpstr>Example:2</vt:lpstr>
      <vt:lpstr>Solution:</vt:lpstr>
      <vt:lpstr>Example:3</vt:lpstr>
      <vt:lpstr>Solution:</vt:lpstr>
      <vt:lpstr>Bayes' Theorem for Hypothesis</vt:lpstr>
      <vt:lpstr>Example 4</vt:lpstr>
      <vt:lpstr>Example 4: Solution</vt:lpstr>
      <vt:lpstr>Bayes Theorem</vt:lpstr>
      <vt:lpstr>Features of Bayesian learning </vt:lpstr>
      <vt:lpstr>Choosing hypothesis</vt:lpstr>
      <vt:lpstr>Bayes Theorem: Example : 5</vt:lpstr>
      <vt:lpstr>Steps to Apply Bayes Theorem</vt:lpstr>
      <vt:lpstr>continuation</vt:lpstr>
      <vt:lpstr>Bayesian Learning</vt:lpstr>
      <vt:lpstr>Naive Bayes Classifier</vt:lpstr>
      <vt:lpstr>Generative Model</vt:lpstr>
      <vt:lpstr>Conditional Independence</vt:lpstr>
      <vt:lpstr>Applying Conditional Independence</vt:lpstr>
      <vt:lpstr>Naive Bayes Classifier</vt:lpstr>
      <vt:lpstr>Example 1: </vt:lpstr>
      <vt:lpstr>Example 1: Solution </vt:lpstr>
      <vt:lpstr>Example 1: Solution </vt:lpstr>
      <vt:lpstr>Example 1: Continued </vt:lpstr>
      <vt:lpstr>Example 1: Solution </vt:lpstr>
      <vt:lpstr>Example 1: Solution </vt:lpstr>
      <vt:lpstr>Example :2</vt:lpstr>
      <vt:lpstr>Example 2 Solution:</vt:lpstr>
      <vt:lpstr>Example 2 Solution:</vt:lpstr>
      <vt:lpstr>Example:3</vt:lpstr>
      <vt:lpstr>Example 3 Solution:</vt:lpstr>
      <vt:lpstr>Example 3 Solution:</vt:lpstr>
      <vt:lpstr>Naïve Bayes for Text Classification</vt:lpstr>
      <vt:lpstr>Example 4:</vt:lpstr>
      <vt:lpstr>Example 4 Solution: Apply Laplace smoothing</vt:lpstr>
      <vt:lpstr>Example 4 Solution:</vt:lpstr>
      <vt:lpstr>Example 4 Solution: Laplace smoothing</vt:lpstr>
      <vt:lpstr>Example 4 Solution: Apply Laplace smoothing</vt:lpstr>
      <vt:lpstr>Example 5:</vt:lpstr>
      <vt:lpstr>Example 5 Solution:</vt:lpstr>
      <vt:lpstr>Example 5 Solution:</vt:lpstr>
      <vt:lpstr>Example 5 Solution:</vt:lpstr>
      <vt:lpstr>Example 5 Solution:</vt:lpstr>
      <vt:lpstr>Example 5 Solution:</vt:lpstr>
      <vt:lpstr>Naïve Bayes Classifier Applications</vt:lpstr>
      <vt:lpstr>Practical Issues of Bayesian learning</vt:lpstr>
      <vt:lpstr>Practical Issues of Bayesian learning</vt:lpstr>
      <vt:lpstr>Glossary</vt:lpstr>
      <vt:lpstr>Practice Problems 1 </vt:lpstr>
      <vt:lpstr>Solution </vt:lpstr>
      <vt:lpstr>Practice Problems 2 </vt:lpstr>
      <vt:lpstr>Solution</vt:lpstr>
      <vt:lpstr>Conti.. </vt:lpstr>
      <vt:lpstr>Practice Problems 3 </vt:lpstr>
      <vt:lpstr>Solution</vt:lpstr>
      <vt:lpstr>Practice Problems 4 </vt:lpstr>
      <vt:lpstr>Conti.. </vt:lpstr>
      <vt:lpstr>Practice Problems 5 </vt:lpstr>
      <vt:lpstr>Solution </vt:lpstr>
      <vt:lpstr>Practice Problems 6</vt:lpstr>
      <vt:lpstr>Solution </vt:lpstr>
      <vt:lpstr>Practice Problems 7</vt:lpstr>
      <vt:lpstr>Solution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M.Tech.(Data Science &amp; Engineering) Introduction to Statistical Methods</dc:title>
  <dc:creator>Lenovo</dc:creator>
  <cp:lastModifiedBy>Srinath Naidu .</cp:lastModifiedBy>
  <cp:revision>221</cp:revision>
  <dcterms:created xsi:type="dcterms:W3CDTF">2022-12-02T02:19:44Z</dcterms:created>
  <dcterms:modified xsi:type="dcterms:W3CDTF">2026-05-23T06:09:45Z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