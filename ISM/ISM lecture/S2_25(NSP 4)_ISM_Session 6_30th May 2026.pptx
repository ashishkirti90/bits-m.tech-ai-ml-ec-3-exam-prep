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8.xml" ContentType="application/vnd.openxmlformats-officedocument.presentationml.slideLayout+xml"/>
  <Override PartName="/ppt/slideLayouts/slideLayout2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34.xml" ContentType="application/vnd.openxmlformats-officedocument.presentationml.slideLayout+xml"/>
  <Override PartName="/ppt/notesSlides/notesSlide2.xml" ContentType="application/vnd.openxmlformats-officedocument.presentationml.notesSlide+xml"/>
  <Override PartName="/ppt/slideLayouts/slideLayout3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Slides/notesSlide1.xml" ContentType="application/vnd.openxmlformats-officedocument.presentationml.notesSl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26.xml" ContentType="application/vnd.openxmlformats-officedocument.presentationml.slideLayout+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128.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1319.xml" ContentType="application/inkml+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54" r:id="rId2"/>
    <p:sldMasterId id="2147483775" r:id="rId3"/>
  </p:sldMasterIdLst>
  <p:notesMasterIdLst>
    <p:notesMasterId r:id="rId73"/>
  </p:notesMasterIdLst>
  <p:sldIdLst>
    <p:sldId id="462" r:id="rId4"/>
    <p:sldId id="492" r:id="rId5"/>
    <p:sldId id="826" r:id="rId6"/>
    <p:sldId id="827" r:id="rId7"/>
    <p:sldId id="829" r:id="rId8"/>
    <p:sldId id="828" r:id="rId9"/>
    <p:sldId id="830" r:id="rId10"/>
    <p:sldId id="832" r:id="rId11"/>
    <p:sldId id="834" r:id="rId12"/>
    <p:sldId id="835" r:id="rId13"/>
    <p:sldId id="836" r:id="rId14"/>
    <p:sldId id="837" r:id="rId15"/>
    <p:sldId id="839" r:id="rId16"/>
    <p:sldId id="840" r:id="rId17"/>
    <p:sldId id="841" r:id="rId18"/>
    <p:sldId id="842" r:id="rId19"/>
    <p:sldId id="847" r:id="rId20"/>
    <p:sldId id="849" r:id="rId21"/>
    <p:sldId id="850" r:id="rId22"/>
    <p:sldId id="851" r:id="rId23"/>
    <p:sldId id="856" r:id="rId24"/>
    <p:sldId id="857" r:id="rId25"/>
    <p:sldId id="858" r:id="rId26"/>
    <p:sldId id="860" r:id="rId27"/>
    <p:sldId id="861" r:id="rId28"/>
    <p:sldId id="862" r:id="rId29"/>
    <p:sldId id="863" r:id="rId30"/>
    <p:sldId id="864" r:id="rId31"/>
    <p:sldId id="866" r:id="rId32"/>
    <p:sldId id="867" r:id="rId33"/>
    <p:sldId id="868" r:id="rId34"/>
    <p:sldId id="870" r:id="rId35"/>
    <p:sldId id="869" r:id="rId36"/>
    <p:sldId id="872" r:id="rId37"/>
    <p:sldId id="871" r:id="rId38"/>
    <p:sldId id="873" r:id="rId39"/>
    <p:sldId id="874" r:id="rId40"/>
    <p:sldId id="875" r:id="rId41"/>
    <p:sldId id="876" r:id="rId42"/>
    <p:sldId id="877" r:id="rId43"/>
    <p:sldId id="878" r:id="rId44"/>
    <p:sldId id="882" r:id="rId45"/>
    <p:sldId id="883" r:id="rId46"/>
    <p:sldId id="884" r:id="rId47"/>
    <p:sldId id="885" r:id="rId48"/>
    <p:sldId id="886" r:id="rId49"/>
    <p:sldId id="889" r:id="rId50"/>
    <p:sldId id="892" r:id="rId51"/>
    <p:sldId id="891" r:id="rId52"/>
    <p:sldId id="893" r:id="rId53"/>
    <p:sldId id="894" r:id="rId54"/>
    <p:sldId id="895" r:id="rId55"/>
    <p:sldId id="897" r:id="rId56"/>
    <p:sldId id="819" r:id="rId57"/>
    <p:sldId id="901" r:id="rId58"/>
    <p:sldId id="899" r:id="rId59"/>
    <p:sldId id="900" r:id="rId60"/>
    <p:sldId id="898" r:id="rId61"/>
    <p:sldId id="903" r:id="rId62"/>
    <p:sldId id="904" r:id="rId63"/>
    <p:sldId id="902" r:id="rId64"/>
    <p:sldId id="905" r:id="rId65"/>
    <p:sldId id="843" r:id="rId66"/>
    <p:sldId id="844" r:id="rId67"/>
    <p:sldId id="852" r:id="rId68"/>
    <p:sldId id="853" r:id="rId69"/>
    <p:sldId id="879" r:id="rId70"/>
    <p:sldId id="887" r:id="rId71"/>
    <p:sldId id="575"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276" autoAdjust="0"/>
  </p:normalViewPr>
  <p:slideViewPr>
    <p:cSldViewPr>
      <p:cViewPr varScale="1">
        <p:scale>
          <a:sx n="74" d="100"/>
          <a:sy n="74" d="100"/>
        </p:scale>
        <p:origin x="352" y="56"/>
      </p:cViewPr>
      <p:guideLst>
        <p:guide orient="horz" pos="2208"/>
        <p:guide pos="3840"/>
      </p:guideLst>
    </p:cSldViewPr>
  </p:slideViewPr>
  <p:notesTextViewPr>
    <p:cViewPr>
      <p:scale>
        <a:sx n="100" d="100"/>
        <a:sy n="100" d="100"/>
      </p:scale>
      <p:origin x="0" y="0"/>
    </p:cViewPr>
  </p:notesTextViewPr>
  <p:sorterViewPr>
    <p:cViewPr varScale="1">
      <p:scale>
        <a:sx n="100" d="100"/>
        <a:sy n="100" d="100"/>
      </p:scale>
      <p:origin x="0" y="-69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79" Type="http://schemas.openxmlformats.org/officeDocument/2006/relationships/customXml" Target="../customXml/item2.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customXml" Target="../customXml/item3.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customXml" Target="../customXml/item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8:03.660"/>
    </inkml:context>
    <inkml:brush xml:id="br0">
      <inkml:brushProperty name="width" value="0.035" units="cm"/>
      <inkml:brushProperty name="height" value="0.035" units="cm"/>
    </inkml:brush>
  </inkml:definitions>
  <inkml:trace contextRef="#ctx0" brushRef="#br0">80 259 5657,'-26'22'1766,"21"-18"1027,4-5-2601,0-1-1,0 1 1,0 0-1,0 0 1,0-1-1,0 1 1,-1 0 0,1 0-1,0 0 1,-1 0-1,1 0 1,-1 0-1,0 0 1,-8-4 8062,-3 2-8500,6-1 4218,17-3-1664,4 2-2145,-1 1-1,1 1 0,-1 0 0,1 0 0,0 2 0,0 0 0,17 0 0,16-1 122,739-31 1010,-368 21-1258,69 3 124,144-8-90,1020-35-27,-1542 50-68,759 7-49,-523-4 254,-149-5-110,236-6-118,-1 0 20,-197 5 130,66 1-101,719 34-11,-903-26-14,69 0-27,158-5 72,120-4-176,95-4 176,-76 4 31,-78 5-223,-164 2 9,244 5 5,123-2 117,-71-6 96,216-4-281,106 9 564,-654 5 23,48 1 189,-220-13-1892,-31 3 1178,0 0 0,1-1 1,-1 1-1,0 0 0,0-1 0,0 1 0,0-1 0,1 1 0,-1-1 0,0 0 0,0 1 1,0-1-1,0 0 0,0 0 0,0 1 0,0-1 0,-1 0 0,1 0 0,0 0 0,0 0 0,-1 0 1,2-2-1,-3-3-819,0 0 1,0 0 0,0 1-1,0-1 1,-1 0 0,0 1 0,0 0-1,-1-1 1,0 1 0,-4-7-1,-20-23-11107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8:04.980"/>
    </inkml:context>
    <inkml:brush xml:id="br0">
      <inkml:brushProperty name="width" value="0.035" units="cm"/>
      <inkml:brushProperty name="height" value="0.035" units="cm"/>
    </inkml:brush>
  </inkml:definitions>
  <inkml:trace contextRef="#ctx0" brushRef="#br0">0 89 9101,'29'-31'16881,"-14"26"-16086,-7 4-650,20-5 227,-1 2 1,1 2 0,0 0-1,41 3 1,-9 1 33,-49-2-327,563 4 1586,426 39-778,-524-24-619,-212-11-102,891 26 345,-125-19-511,-120-15 0,-596-1 0,-200-1 0,-77 2 0,-37 0 3,1 1 1,-1-1-1,1 0 0,-1 0 1,1 0-1,-1 0 0,1 0 1,-1 0-1,1 0 0,-1 0 1,0 0-1,1 0 0,-1 0 1,1 0-1,-1-1 0,1 1 1,-1 0-1,1 0 0,-1 0 1,1-1-1,-1 1 0,0 0 1,1-1-1,-1 1 0,0 0 1,1-1-1,-1 1 0,0 0 1,1-1-1,-1 1 0,0 0 1,1-1-1,-6-9-230,4 8-130,-14-35-2874,-10-26-8669,8 19-2278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8:23.246"/>
    </inkml:context>
    <inkml:brush xml:id="br0">
      <inkml:brushProperty name="width" value="0.035" units="cm"/>
      <inkml:brushProperty name="height" value="0.035" units="cm"/>
    </inkml:brush>
  </inkml:definitions>
  <inkml:trace contextRef="#ctx0" brushRef="#br0">26 1 5096,'-3'17'2129,"-8"-26"-1673,-1 1 468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8:25.974"/>
    </inkml:context>
    <inkml:brush xml:id="br0">
      <inkml:brushProperty name="width" value="0.035" units="cm"/>
      <inkml:brushProperty name="height" value="0.035" units="cm"/>
    </inkml:brush>
  </inkml:definitions>
  <inkml:trace contextRef="#ctx0" brushRef="#br0">29 268 5817,'-28'8'18135,"31"-7"-17706,14 0-21,-1-1 1,1-1-1,29-5 1,13-1 42,133-13 371,-141 15-751,135-10 259,233-20-147,12-1-58,-301 25-148,22-2 38,543-31 190,-690 43-205,198-12-12,-22 7 97,136-18-121,-199 13 21,42-1 52,-43 7-48,57-2 78,76 1-76,-202 6-23,116 3 47,46 4 38,-95-6 2,184 5 93,-230-4-115,108 5 41,-166-6-71,326 22 133,-156-15-107,143 1 55,-95-8 77,-11 0 23,-83-5-119,416 5 24,-293 5-69,-36-3-16,-76 1 11,46 3-3,126 5 9,87-7-103,-235-7 92,-67 2-11,984 17 93,-820-9-122,107 7 98,-8-12 27,-188-6-137,-1-3 26,-66 1 11,67-3-8,110-1 67,152-4-107,-207-4 158,74 0 21,-213 14-22,-69 2-57,-20 0-43,0 1 1,0 0 0,0 0 0,0 1 0,0-1-1,0 1 1,5 2 0,-7-2 0,0-2 25,31-1 51,-31 2-100,15-3 31,-2 3 2,-12 0 2,-1-1-9,17-4 42,0 2 0,0 0 0,0 1 0,40 1 0,-46 1-2,1 0-1,22-4 0,15 0 15,159-6-107,-69 14 50,241 11 18,-66 1-33,-170-15 108,485 7-65,-417-2-8,145 14-188,-216-14 128,-36 2 90,131-8 0,-94-2-107,303 2-6,-275-1 156,22 1-56,-120 3-80,235 12-88,-94-4 103,50 2 176,-179-11-212,15 2 152,233 1-246,-208-5 160,74-6-2,-48-5 129,-73 4-166,139 8-1,-175 0 93,-19-1 7,44 7 0,-45-4 120,38 1 0,-40-3 22,40 5 0,63 5 420,-49-2-59,-73-8-996,2-14-2308,-4 13 2610,-1-1 0,1 1 1,-1-1-1,0 1 0,1-1 0,-1 1 0,0-1 1,1 1-1,-1-1 0,0 0 0,0 1 0,1-1 0,-1 1 1,0-1-1,0 0 0,0 1 0,0-1 0,0 0 1,0 1-1,0-1 0,0-1 0,-3-2-879,0 0-1,-1 1 1,1-1-1,-1 1 1,0-1-1,-6-3 1,-5-6-3395,-12-13-7984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8:27.454"/>
    </inkml:context>
    <inkml:brush xml:id="br0">
      <inkml:brushProperty name="width" value="0.035" units="cm"/>
      <inkml:brushProperty name="height" value="0.035" units="cm"/>
    </inkml:brush>
  </inkml:definitions>
  <inkml:trace contextRef="#ctx0" brushRef="#br0">24 208 11477,'0'0'5151,"-3"0"-4123,-1 1-1600,-11 3 4360,14-1-1158,10 1-1544,-2-3-841,1 0 0,-1-1 0,0 1 0,1-2 1,-1 1-1,15-3 0,4 0 90,135-8 1140,207-7-85,-113 16-1008,265 5-15,146 12-78,99-31-311,-703 13 33,204-6 59,265-13-53,-332 13-61,129-8 39,-115 2 2,731-38-30,-665 52 91,399-8 34,-483 16 112,115-5 419,-167-7-471,-30 13-89,-2-11 713,-101 2-659,3 4 22,1 1-129,-9-1-4,17 2-42,-19-5-315,-5 0 133,1 0 1,-1-1-1,1 1 0,-1 0 0,1-1 0,-1 0 0,1 1 0,0-1 1,-1 0-1,1 0 0,-2-1 0,-8-5-582,-32-10-2244,-2-1-5338,2-3-6180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17.869"/>
    </inkml:context>
    <inkml:brush xml:id="br0">
      <inkml:brushProperty name="width" value="0.035" units="cm"/>
      <inkml:brushProperty name="height" value="0.035" units="cm"/>
    </inkml:brush>
  </inkml:definitions>
  <inkml:trace contextRef="#ctx0" brushRef="#br0">89 403 6453,'-7'4'727,"-12"3"11397,13-7-11488,-1-1 1,0 0-1,1-1 1,-1 1-1,1-1 1,-1-1-1,-8-3 1,13 5 798,6 1-1036,13 1-5,-9-1-234,-1 1 0,1-1-1,12-2 1,59-9 448,103-3-1,83 14-304,-115 2-179,744-35 118,-378-23 249,-35 13-258,1 33-207,-251 8-15,207-20 101,-332 15-136,506-35 7,477-25 91,-303 59 1587,-595 21-1222,95 2 175,-183-12-753,-103-3 94,0 0-1,1 0 0,-1 0 1,0-1-1,0 1 0,0 0 1,1 0-1,-1 0 0,0 0 0,0 0 1,0-1-1,0 1 0,1 0 1,-1 0-1,0 0 0,0-1 1,0 1-1,0 0 0,0 0 1,0-1-1,0 1 0,0 0 1,0 0-1,0-1 0,0 1 0,1 0 1,-2 0-1,1 0 0,0-1 1,0 1-1,0 0 0,0 0 1,0-1-1,0 1 0,0 0 1,0 0-1,0-1 0,0 1 1,0 0-1,0 0 0,-1-1 1,-3-9-1070,2 7 760,0 0 1,0 0-1,0 0 0,0 0 1,-1 0-1,1 0 1,-1 1-1,0-1 0,1 1 1,-1 0-1,-1 0 1,-4-3-1,-5-1-1422,-1 1-1,-14-4 0,-3-1-2420,-43-19-8272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0.734"/>
    </inkml:context>
    <inkml:brush xml:id="br0">
      <inkml:brushProperty name="width" value="0.035" units="cm"/>
      <inkml:brushProperty name="height" value="0.035" units="cm"/>
    </inkml:brush>
  </inkml:definitions>
  <inkml:trace contextRef="#ctx0" brushRef="#br0">324 3163 5256,'15'0'1029,"-17"0"-28,1 0-723,-1 1-1,0-1 1,0 0 0,0 1-1,1-1 1,-1 1 0,0 0-1,-6 4 9368,8-6-9608,1 0-1,-1 0 1,0 1-1,0-1 0,1 0 1,-1 0-1,0 0 0,1 1 1,-1-1-1,1 0 1,-1 1-1,1-1 0,0 1 1,-1-1-1,1 0 0,-1 1 1,2-1-1,-1 0 4,0 0 1,0 0-1,0 0 0,0 0 0,0 0 0,0 0 0,0 0 0,0 0 1,-1 0-1,1 0 0,0 0 0,0-2 0,7-44 392,-2 0 0,-2 0 0,-3-77 0,0 28-280,-17-419 442,-35 1 28,37 426-496,6 52-65,-1-41 0,-7-65 36,0-18-65,11 61-17,-1-51 32,8-24-13,10-41-10,-7 167-33,18-75 0,-2 12 16,-10 12 0,-13 67 86,2 29-93,-1 0 0,1 0 0,0 0 0,0 0 0,0 0 0,0 0 0,1-3 0,4-52 27,-5 49-28,0 0-1,0-1 0,2 1 1,-1 0-1,4-12 0,-4 19 109,-4-15-175,0 5 63,3 9 46,-1 2-135,-1 0 94,1-1 1,-1 1-1,1 0 1,-1 0-1,0 0 1,0 0-1,1 0 1,-1 1 0,0-1-1,0 0 1,0 1-1,0-1 1,-2 1-1,0 0-3,1 1 0,-1 0-1,1 0 1,-1 0 0,1 1 0,-1-1-1,1 1 1,0 0 0,0 0 0,0 0-1,0 0 1,0 0 0,-3 4 0,2-1 3,0 1 0,1-1 1,0 0-1,0 1 0,0 0 1,1-1-1,-3 11 1,-106 275 92,87-225-147,-6 15 44,10-28-31,14-33 46,7-18 11,2-9 11,29-78-27,-9 21-16,-5 19-4,4-12 20,35-63 0,-30 58 194,-23 51-73,0-1-1,1 1 1,1-1-1,11-15 1,-4 1 181,-11 20-251,-2 6-40,1 0 1,0-1-1,0 1 1,0-1 0,-1 1-1,1 0 1,0 0-1,0-1 1,0 1 0,0 0-1,-1 0 1,1 0-1,0 0 1,0 0-1,0 0 1,0 0 0,0 0-1,0 1 1,1-1 21,1 0 5,0 0 0,0 0 0,0 0-1,0 0 1,0 1 0,0 0 0,0-1 0,0 1 0,-1 0-1,1 0 1,0 1 0,0-1 0,-1 1 0,4 2 0,2 2 109,0 1 0,13 14 0,-13-12-57,19 19 300,136 157 983,-48-12-2011,-114-170 329,1-1 1,0 0 0,-1 0 0,1 0 0,0 0 0,0 0 0,1 0 0,-1-1 0,0 1 0,0-1 0,1 1 0,-1-1 0,1 0 0,3 1 0,-5-1 89,-1-1 155,0 0 0,0 0 0,0 0 0,0 0 0,0 0 0,0 0 0,0 0 0,1 0 0,-1 0 0,0 0 0,0 0 0,0 0 0,0 0 0,0 0 0,0 0 0,0 0 0,1 0 0,-1 0 0,0 0 0,0 0 0,0 0 0,0 0 0,0 0 0,0 0 0,0 0 0,0 0 0,1 0 0,-1 0 0,0 0 0,0 0 0,0 0 0,0-1 0,0 1 0,0 0 0,0 0 0,0 0 0,0 0 0,0 0 0,0 0 0,0 0 0,1 0 0,-1 0 0,0-1 1,0 1-1,0 0 0,0 0 0,0 0 0,0 0 0,0 0 0,0 0 0,0 0 0,0-1 0,0 1 0,0 0 0,0 0 0,0 0 0,6-19-6164,0-4-3674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2.220"/>
    </inkml:context>
    <inkml:brush xml:id="br0">
      <inkml:brushProperty name="width" value="0.035" units="cm"/>
      <inkml:brushProperty name="height" value="0.035" units="cm"/>
    </inkml:brush>
  </inkml:definitions>
  <inkml:trace contextRef="#ctx0" brushRef="#br0">320 2562 8213,'0'0'5258,"6"-9"-3099,-5 8-1738,0-1 0,0 1 0,-1-1-1,1 1 1,0-1 0,-1 0 0,1 1 0,-1-1 0,0 0-1,1-2 1,-5-33-90,0 5-63,8-213 265,1 62-360,-5 133-149,-5-233 63,-35-444-143,30 516-10,-15-201 82,20 328 42,-1-9 16,3 71-29,-1-31 0,-6 65-39,2 2 7,0 1-1,-9 25 1,2-4 89,-39 94-146,-12 54 95,53-141-88,-3 23 101,13-49 50,-1-1-1,-1 1 0,-10 26 1,14-41 491,10-11-218,1 1-228,1-13-59,-1 1 1,11-32-1,-7 15-33,11-34 30,27-130 1,-40 149-45,36-143-11,-43 175-72,9-27 9,-12 44 32,12 9 107,-11-5-83,0 1 0,0 0-1,0-1 1,0 1 0,-1 0-1,1 0 1,-1 1 0,0-1 0,1 0-1,-1 1 1,0-1 0,2 5-1,21 41 490,-18-34-314,7 18 180,-5-11-85,1-1-1,13 21 0,175 206 1523,-181-227-1788,-9-10-413,0 0-1,0-1 1,13 10-1,-20-19 208,0-1-1,0 1 1,0 0-1,-1-1 1,1 1-1,0 0 1,-1-1-1,1 1 1,0-1-1,-1 1 1,1-1-1,-1 0 1,1 1-1,0-1 1,-1 0-1,1 1 1,-1-1-1,0 0 1,1 1-1,-1-1 1,1-1-1,-1 2 16,0 0 139,1-2-333,0 0 0,0 0 0,0 0 0,0 0 0,0 0 0,0 0 0,-1-1-1,1-2 1,-4-16-6475,-5-5-3577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4.477"/>
    </inkml:context>
    <inkml:brush xml:id="br0">
      <inkml:brushProperty name="width" value="0.035" units="cm"/>
      <inkml:brushProperty name="height" value="0.035" units="cm"/>
    </inkml:brush>
  </inkml:definitions>
  <inkml:trace contextRef="#ctx0" brushRef="#br0">395 0 5733,'8'0'12413,"-16"4"-7752,-31 9-6475,18-6 2552,-256 107-336,267-110-62,0-1 0,0 0 0,-14 1 0,21-3 3008,7-1-2457,173 39 2932,-169-36-3748,-1-1 0,0 1 0,1 0 1,-1 1-1,-1 0 0,1 0 0,-1 1 0,12 9 0,-17-13-70,3 3-75,-1-1 0,0 0-1,0 1 1,0 0 0,-1 0-1,1 0 1,-1 0 0,0 0-1,0 0 1,-1 1 0,1-1-1,-1 1 1,0-1 0,0 1-1,0 0 1,-1-1 0,1 1-1,-1 0 1,0-1 0,-1 1-1,0 6 1,-1-2-506,1 0 0,-2 0 0,1 0 0,-1-1 0,-1 1 0,1-1 0,-1 0 0,-1 0 0,0 0 1,-5 7-1,-10 11-2135,-7 9-4839,2-13-3559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5.583"/>
    </inkml:context>
    <inkml:brush xml:id="br0">
      <inkml:brushProperty name="width" value="0.035" units="cm"/>
      <inkml:brushProperty name="height" value="0.035" units="cm"/>
    </inkml:brush>
  </inkml:definitions>
  <inkml:trace contextRef="#ctx0" brushRef="#br0">70 31 8117,'1'-4'-845,"2"-11"952,-2 4 6036,-7 18 515,-3 11-5635,-2 6-902,1 2 0,1-1-1,2 1 1,1 0 0,0 1-1,-2 42 1,6-33-12,2-1 1,0 1-1,3-1 0,11 57 1,-11-79 5,12 44 247,-14-54-333,0 1-1,1-1 0,-1 0 0,1 0 1,0 0-1,0 0 0,0 0 0,0 0 0,0-1 1,1 1-1,-1-1 0,1 1 0,3 1 0,-5-3-16,1-1 0,0 1 0,0-1 0,0 1 0,0-1 0,-1 0 0,1 1-1,0-1 1,0 0 0,0 0 0,0-1 0,0 1 0,0 0 0,-1-1-1,1 1 1,0-1 0,0 1 0,0-1 0,-1 0 0,1 0 0,0 0-1,-1 0 1,1 0 0,-1 0 0,1 0 0,-1 0 0,0-1 0,2-1-1,5-5-41,0 0 0,-1-1-1,8-11 1,-14 19 21,6-10-106,-1 0 0,0 0 0,-1 0-1,0-1 1,6-21 0,8-63-914,-1 7 293,-16 85 727,0 0-1,0-1 1,0 1-1,1 1 0,-1-1 1,1 0-1,0 1 1,4-5-1,-6 8 16,0 0 0,0 0 0,0-1-1,0 1 1,0 0 0,-1 0 0,1 0 0,0 0-1,0 0 1,0 1 0,0-1 0,0 0 0,0 0-1,-1 1 1,1-1 0,0 0 0,0 1-1,0-1 1,0 1 0,1 0 16,2 1 27,1-1 0,-1 2 0,0-1 0,1 0 0,-1 1 0,0 0-1,-1-1 1,8 8 0,-6-5 15,1 0-1,0 0 0,13 7 1,182 112 432,-147-103-2548,-30-12-761,-21-8 1191,1-3-289,0 1 2540,0 0 1,0 0-1,0 1 0,0-1 1,0 1-1,0-1 0,0 1 0,5 1 1,-5-1-300,10 0 328,-11 0-2,0 1-100,14 3-28,-10-2-354,1 0 0,0 0 0,-1 1 0,1-1 0,-1 2 0,0-1 0,0 1 0,9 6 0,-8-3-121,0-1 0,1-1 0,-1 0 0,1 0 0,0-1 0,1 0 0,10 3 1,-17-6-50,1 0 0,-1-1 0,1 1 0,0-1 1,-1 0-1,1 0 0,-1 0 0,1 0 0,-1-1 1,1 1-1,0-1 0,-1 0 0,0 0 0,1 0 1,-1-1-1,0 1 0,1-1 0,-1 0 0,0 0 1,0 0-1,-1 0 0,1 0 0,0-1 0,-1 1 1,1-1-1,-1 0 0,0 1 0,0-1 0,0 0 1,0 0-1,0-1 0,1-3 0,-3 4-37,1 1 1,-1-1-1,0 1 0,0 0 0,0-1 0,0 1 0,0-1 0,-1 1 0,1-1 0,-1 1 1,0-1-1,1 1 0,-1 0 0,0 0 0,-1-1 0,1 1 0,0 0 0,0 0 1,-1 0-1,0 0 0,-1-2 0,-3-2-152,0 0 0,0 0 0,0 0-1,0 1 1,-11-7 0,-4 2-890,-1 0 0,0 2 0,0 0 0,-1 2 0,0 0 0,-27-2 0,22 3-1056,2 1-1970,-2 4-1914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5.991"/>
    </inkml:context>
    <inkml:brush xml:id="br0">
      <inkml:brushProperty name="width" value="0.035" units="cm"/>
      <inkml:brushProperty name="height" value="0.035" units="cm"/>
    </inkml:brush>
  </inkml:definitions>
  <inkml:trace contextRef="#ctx0" brushRef="#br0">64 4 5665,'-4'-1'243,"1"1"1,-1 0 0,0 0 0,0 0 0,0 0 0,1 1 0,-1 0 0,-5 1 0,8-2-82,-1 1-1,1 0 0,0 0 1,-1 0-1,1 0 0,0 0 1,0 0-1,0 0 1,0 0-1,0 1 0,0-1 1,0 0-1,0 1 0,0-1 1,0 0-1,1 1 1,-1-1-1,0 1 0,1 0 1,0-1-1,-1 1 0,1 2 1,-3 8 678,3-9-67,0 0 70,0 0-878,0 0 389,0 1-1,0-1 1,0 0-1,0 0 1,1 0-1,-1 1 1,1-1-1,0 0 0,0 0 1,0 0-1,0 0 1,2 3-1,6 7 355,-9-13-690,0 0 1,0 1-1,0-1 0,1 0 1,-1 0-1,0 0 1,0 0-1,0 1 0,0-1 1,0 0-1,0 0 1,1 0-1,-1 0 0,0 0 1,0 0-1,0 1 1,0-1-1,1 0 0,-1 0 1,0 0-1,0 0 1,0 0-1,1 0 1,-1 0-1,0 0 0,0 0 1,0 0-1,1 0 1,-1 0-1,0 0 0,0 0 1,0 0-1,0 0 1,1 0-1,-1 0 0,0 0 1,0 0-1,29-6 679,-1 0 0,0-2 0,0-1 0,-1-1 0,32-17 1,-25 13-69,-23 11-382,0-2 0,0 0 0,0 0-1,11-8 1,-20 12-406,-24-2-2512,18 2 2383,1 0 1,-1 1-1,1-1 0,0 1 1,-1 0-1,1 0 1,-5 1-1,-13 1-944,-59 11-7367,62-9 504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6.182"/>
    </inkml:context>
    <inkml:brush xml:id="br0">
      <inkml:brushProperty name="width" value="0.035" units="cm"/>
      <inkml:brushProperty name="height" value="0.035" units="cm"/>
    </inkml:brush>
  </inkml:definitions>
  <inkml:trace contextRef="#ctx0" brushRef="#br0">75 9 13625,'-20'-9'10227,"19"12"-9109,-8 28-210,1 0 1,-6 54 0,2 68-448,7-65-583,3-31-653,7 72 0,-1-83-1171,-2 0 0,-9 85 0,6-121 1451,-2 6-2241,1 0 0,1 22-1,3-15-6222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6.307"/>
    </inkml:context>
    <inkml:brush xml:id="br0">
      <inkml:brushProperty name="width" value="0.035" units="cm"/>
      <inkml:brushProperty name="height" value="0.035" units="cm"/>
    </inkml:brush>
  </inkml:definitions>
  <inkml:trace contextRef="#ctx0" brushRef="#br0">0 73 14497,'17'-32'1872,"-2"29"-403,-1-2-357,12 2-356,0-3-476,0 0-456,-3 6-1004,-3-8-1137,3-1-2467,-6 20-3761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6.637"/>
    </inkml:context>
    <inkml:brush xml:id="br0">
      <inkml:brushProperty name="width" value="0.035" units="cm"/>
      <inkml:brushProperty name="height" value="0.035" units="cm"/>
    </inkml:brush>
  </inkml:definitions>
  <inkml:trace contextRef="#ctx0" brushRef="#br0">58 0 14797,'-6'15'2381,"0"14"-533,3-12-412,1 6-300,-1 0-240,3 3-152,0 2-172,0 10-340,-3 17-540,-3-18-352,0-3-920,-2 4-732,5-24-3401,-9 3-4772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6.777"/>
    </inkml:context>
    <inkml:brush xml:id="br0">
      <inkml:brushProperty name="width" value="0.035" units="cm"/>
      <inkml:brushProperty name="height" value="0.035" units="cm"/>
    </inkml:brush>
  </inkml:definitions>
  <inkml:trace contextRef="#ctx0" brushRef="#br0">44 26 15469,'-9'-26'1709,"3"41"111,-2 8-5885,-4 17-251,3-6-3317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7.216"/>
    </inkml:context>
    <inkml:brush xml:id="br0">
      <inkml:brushProperty name="width" value="0.035" units="cm"/>
      <inkml:brushProperty name="height" value="0.035" units="cm"/>
    </inkml:brush>
  </inkml:definitions>
  <inkml:trace contextRef="#ctx0" brushRef="#br0">1 7 8613,'1'2'1196,"1"0"-1030,-1 0 0,1 1 0,-1-1 0,1 1 0,-1-1 0,0 1 0,0 0 0,0-1 0,0 1 0,-1 0 0,1 0 0,-1-1 0,0 1 0,1 0 0,-1 4 0,-6 53 505,1-12-331,5 12 2826,4-61-2384,2 0-521,-1 0-98,0 0 0,-1-1 0,1 1 0,-1-1 0,0 0 0,1 0 0,-1 0 0,0-1 0,0 1 0,6-6 0,66-71 2426,-3 3 612,-32 37-1826,-35 38-1036,-1 4-327,1 1-1,-1-1 1,1 1 0,-1 0 0,0 0 0,-1 0 0,1 1-1,-1 0 1,0 0 0,0 0 0,0 0 0,-1 1 0,1-1-1,2 8 1,6 14-1352,15 55-1,-8-23-1360,-7-19-694,-6-12-1803,-6-26 4789,8 32-9382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7.419"/>
    </inkml:context>
    <inkml:brush xml:id="br0">
      <inkml:brushProperty name="width" value="0.035" units="cm"/>
      <inkml:brushProperty name="height" value="0.035" units="cm"/>
    </inkml:brush>
  </inkml:definitions>
  <inkml:trace contextRef="#ctx0" brushRef="#br0">168 4 13813,'-10'2'690,"-16"2"377,25-4-952,0 0 0,0 0 0,0 0 1,0 0-1,0 0 0,0-1 0,0 1 0,1 0 0,-1 0 0,0-1 1,0 1-1,0-1 0,0 1 0,0 0 0,1-1 0,-1 0 0,0 1 1,0-1-1,1 1 0,-1-1 0,1 0 0,-2-1 0,-7 17 2734,-7 20-1950,3 1 0,1 0 0,-15 76 1,19-65-735,-2 4-98,-6 95 0,16-97-622,2 0 0,2-1 0,2 1 0,19 75 0,-8-64-2836,-6-26-4099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7.672"/>
    </inkml:context>
    <inkml:brush xml:id="br0">
      <inkml:brushProperty name="width" value="0.035" units="cm"/>
      <inkml:brushProperty name="height" value="0.035" units="cm"/>
    </inkml:brush>
  </inkml:definitions>
  <inkml:trace contextRef="#ctx0" brushRef="#br0">1 46 14089,'1'-2'225,"0"0"0,1 0 0,-1 0 0,1-1 0,0 2 0,0-1 0,0 0 0,0 0 0,0 0 0,0 1 1,0 0-1,0-1 0,0 1 0,4-2 0,0 2 423,-1 0 1,1 0 0,0 1 0,0-1-1,8 2 1,-4-1-86,53-2 1898,-30 1-1562,49 3 0,-32 3-433,74 9 527,-110-11-981,0 0 0,0 0 0,0 2 1,0 0-1,-1 0 0,14 9 0,-24-13-287,-11 16-992,7-16 1129,-1 0-1,1 0 0,0 1 1,0-1-1,-1 0 1,1 0-1,-1 0 1,1 0-1,-1 0 1,1 0-1,-1-1 1,1 1-1,-1-1 0,0 1 1,1-1-1,-1 1 1,0-1-1,0 0 1,1 0-1,-1 0 1,-3 0-1,-42-4-2021,34 1 954,-1-1 1,0-1 0,1 0 0,0-1 0,0 0 0,1-1 0,0-1 0,0 0 0,-17-15-1,7-2-4731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7.893"/>
    </inkml:context>
    <inkml:brush xml:id="br0">
      <inkml:brushProperty name="width" value="0.035" units="cm"/>
      <inkml:brushProperty name="height" value="0.035" units="cm"/>
    </inkml:brush>
  </inkml:definitions>
  <inkml:trace contextRef="#ctx0" brushRef="#br0">115 1 12085,'-17'19'888,"8"-8"149,0 0 1,-10 16-1,15-20-590,0 0 0,0-1 0,1 1 0,-1 1 0,2-1 1,-1 0-1,1 1 0,-2 8 0,-24 258 2719,26-216-3793,3 1 1,13 98 0,-12-145-602,-1-1 0,0 23 1,-1-22-375,0-8-3445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8.526"/>
    </inkml:context>
    <inkml:brush xml:id="br0">
      <inkml:brushProperty name="width" value="0.035" units="cm"/>
      <inkml:brushProperty name="height" value="0.035" units="cm"/>
    </inkml:brush>
  </inkml:definitions>
  <inkml:trace contextRef="#ctx0" brushRef="#br0">1 193 13681,'2'-1'1911,"2"-4"-1284,0 1 0,1 1 0,0-1 0,0 1 0,0 0 0,0 0 0,0 0 0,1 1 0,0 0 0,9-3 0,-1 2-379,0 1-1,1 0 1,22 1 0,224 10 501,-227-14-830,-31 4 13,-2-3-142,-1 3 199,1-4-9,0 0-1,0 1 1,-1-1 0,0 0 0,0 1 0,0-1-1,-1 0 1,1 1 0,-1-1 0,0 1 0,0-1-1,-1 1 1,1-1 0,-1 1 0,-4-8-1,-30-49 510,34 59-309,0 3-132,-1 0-45,1 0 0,0 0 1,0 0-1,0 1 1,1-1-1,-1 0 0,0 1 1,0-1-1,1 1 1,-1 0-1,1-1 0,-1 1 1,-1 3-1,1 1 3,0 1-1,0 0 1,0-1-1,-1 9 1,-1 16 3,0 0 1,2 1-1,2-1 0,1 0 1,1 0-1,1 0 1,2 0-1,2 0 0,0-1 1,2 0-1,1 0 1,15 28-1,-20-47-1,1-1 0,0 0 0,0-1 0,1 1 0,0-2 0,1 1 0,0-1-1,16 13 1,-20-18-38,0 0-1,0 0 1,0-1 0,1 0-1,0 1 1,-1-2-1,1 1 1,0 0-1,0-1 1,0 0-1,0 0 1,0-1-1,0 1 1,0-1-1,0 0 1,0 0-1,0-1 1,0 1-1,0-1 1,0 0-1,0-1 1,6-2 0,-4 1-74,0-1 0,-1 1 1,0-1-1,1 0 1,-1-1-1,-1 0 1,1 0-1,-1 0 0,0-1 1,0 1-1,0-1 1,5-10-1,2-7-643,0 0 1,11-32-1,-15 32-135,-5 15 446,0 0 1,-1-1-1,-1 0 1,1 1-1,-1-15 0,2-6 492,-2 26 2399,7 20-1286,-4-9-777,0 0 1,0 0-1,1 0 1,0-1-1,1 1 1,0-1-1,0 0 1,0-1-1,1 0 1,0 0-1,0 0 1,10 5-1,-2-3 97,1 0 0,-1-2 0,1 0 0,1-1 0,24 5 0,9 1 392,49 19 0,-70-24-843,-22-5-108,-5-1-125,-4 2-226,-68 61-794,69-62 1113,1 0 1,0 1-1,0-1 0,0 1 1,0-1-1,0 1 1,0-1-1,0 1 0,0-1 1,1 1-1,-1-1 1,0 1-1,1-1 0,-1 0 1,1 1-1,0-1 1,-1 0-1,2 2 0,-2-3-76,1 2-62,0 0 0,1 0 0,-1-1 0,0 1 0,1-1 0,-1 1-1,0-1 1,1 1 0,0-1 0,-1 0 0,1 0 0,0 0 0,0 0 0,-1 0 0,1 0 0,0 0 0,0 0 0,0-1-1,0 1 1,0-1 0,0 0 0,3 1 0,3-1-1543,1 0 0,0 0 0,16-4 0,-18 3 214,39-6-7467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8.843"/>
    </inkml:context>
    <inkml:brush xml:id="br0">
      <inkml:brushProperty name="width" value="0.035" units="cm"/>
      <inkml:brushProperty name="height" value="0.035" units="cm"/>
    </inkml:brush>
  </inkml:definitions>
  <inkml:trace contextRef="#ctx0" brushRef="#br0">140 0 16562,'-5'2'367,"-1"0"0,0 1 1,0-1-1,1 1 1,-1 0-1,1 1 1,0-1-1,0 1 0,-7 7 1,1-2 484,9-8-701,0 0 0,0 1 0,0-1 1,0 1-1,1-1 0,-1 1 0,0 0 1,1 0-1,-1 0 0,-1 3 0,-2 8 175,1-1 0,0 1-1,1 0 1,-2 19 0,-1 3 239,-2 13-171,2-1-1,2 1 1,2 0 0,2-1-1,3 1 1,1 0 0,21 89 0,-21-125-259,1 0 1,0-1 0,14 23 0,-14-24-63,-3-8-56,0 0 0,-1-1 0,1 1 0,0 0 1,0 0-1,0-1 0,0 1 0,0-1 0,0 0 0,0 0 1,0 1-1,0-1 0,1-1 0,-1 1 0,1 0 1,-1 0-1,0-1 0,1 0 0,-1 1 0,1-1 0,-1 0 1,1 0-1,-1 0 0,1-1 0,-1 1 0,1 0 1,2-2-1,6 0 24,1-1 1,-1-1-1,22-9 0,-13 2 14,0-1 0,-1 0 0,24-21 0,-10 8-23,1-5-544,-32 29-43,-19 4-3050,8-1 2707,0 0 0,0 1 0,0 1 0,0-1 0,1 1 0,-10 6 0,-17 8-5733,9-7-2405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9.297"/>
    </inkml:context>
    <inkml:brush xml:id="br0">
      <inkml:brushProperty name="width" value="0.035" units="cm"/>
      <inkml:brushProperty name="height" value="0.035" units="cm"/>
    </inkml:brush>
  </inkml:definitions>
  <inkml:trace contextRef="#ctx0" brushRef="#br0">265 2 11293,'-10'0'-689,"4"-1"1673,0 1-1,0 0 1,0 0 0,0 1 0,0-1 0,0 2 0,0-1 0,0 0 0,-6 4 0,2 1-347,0 1 1,-16 15-1,-1 0-41,15-12-225,1 1 0,0 0 1,-14 19-1,14-18 147,-23 24 1,33-35-465,0 0 1,1 0-1,-1 0 1,0 0-1,1 1 1,-1-1-1,1 0 1,-1 1-1,1-1 1,0 0-1,-1 1 1,1 1-1,-4 7 497,22-9-109,-16-1-424,1 0 1,-1 1-1,1-1 1,0-1-1,-1 1 1,1 0-1,-1-1 1,1 1 0,0-1-1,-1 0 1,1 0-1,-1 1 1,4-3-1,3-2 14,2 1 41,-1-2-1,1 0 0,11-8 1,-10 5-91,1 0 1,-1 0 0,1 1-1,24-10 1,-34 17-241,-5 5-1401,1 1 1625,0-1-1,0 1 1,0-1 0,1 1 0,-1-1-1,1 1 1,0 0 0,1-1 0,-1 1-1,1-1 1,0 1 0,0-1 0,0 1-1,0-1 1,1 0 0,4 8 0,-5-8-7,1-1 1,0 1-1,0-1 1,0 0-1,0 0 1,0 0-1,1 0 1,0 0-1,-1 0 1,1 0-1,0-1 1,0 1 0,1-1-1,-1 0 1,0 0-1,1 0 1,-1-1-1,1 1 1,0-1-1,-1 0 1,6 1-1,15-1-947,0-1 0,45-5 0,-51 2-299,-1-1 0,0 0-1,0-1 1,30-14-1,-6-3-3400,2 6-2517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9.470"/>
    </inkml:context>
    <inkml:brush xml:id="br0">
      <inkml:brushProperty name="width" value="0.035" units="cm"/>
      <inkml:brushProperty name="height" value="0.035" units="cm"/>
    </inkml:brush>
  </inkml:definitions>
  <inkml:trace contextRef="#ctx0" brushRef="#br0">225 0 10725,'-24'7'1193,"1"-1"0,-27 2-1,48-7-1016,0-1 0,1 0 0,-1 1 0,0-1 0,1 1-1,-1 0 1,0-1 0,1 1 0,-1 0 0,1 0 0,-1 0-1,1 0 1,0 0 0,-1 0 0,1 1 0,0-1 0,0 0-1,0 1 1,0-1 0,0 0 0,0 1 0,0 0 0,-1 2-1,0 2 279,0 0 0,1 1 0,0-1-1,0 0 1,0 7 0,2 55 1965,-1 6-1281,0-67-1346,-1 0 0,0 1-1,-1-1 1,0 1 0,0-1-1,0 0 1,-6 11 0,5-14-408,0 1 0,0-1 0,-1 0 0,1 0-1,-1 0 1,-5 4 0,-14 7-6030,6-15-2548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9.692"/>
    </inkml:context>
    <inkml:brush xml:id="br0">
      <inkml:brushProperty name="width" value="0.035" units="cm"/>
      <inkml:brushProperty name="height" value="0.035" units="cm"/>
    </inkml:brush>
  </inkml:definitions>
  <inkml:trace contextRef="#ctx0" brushRef="#br0">138 1 18870,'-1'0'186,"0"0"0,0 0 1,0 1-1,0-1 0,0 0 1,0 1-1,0-1 1,0 1-1,0-1 0,0 1 1,0 0-1,0-1 0,0 1 1,0 0-1,0-1 0,1 1 1,-1 0-1,0 0 0,0 0 1,1 0-1,-1 0 0,1 0 1,-1 0-1,1 0 1,-1 0-1,1 0 0,-1 2 1,-6 33 385,6-27-130,-9 73 1034,-21 121-22,-31 194-1281,60-373-796,1 0 1,2 24-1,8 13-3415,-9-61 4000,0 0 0,0 0 0,0 0 0,0 0 0,0 0 0,0 1 0,0-1 0,0 0 0,0 0 0,0 0 0,0 0 0,0 0 0,0 0 0,0 0 0,0 0 0,0 1 0,0-1 0,0 0 0,0 0 0,0 0 0,0 0 0,0 0 0,0 0 0,0 0 0,0 0-1,0 0 1,0 1 0,0-1 0,1 0 0,-1 0 0,0 0 0,0 0 0,0 0 0,0 0 0,0 0 0,0 0 0,0 0 0,0 0 0,0 0 0,1 0 0,-1 0 0,0 0 0,0 0 0,0 0 0,0 0 0,0 0 0,0 0 0,0 0 0,1 0 0,-1 0 0,0 0 0,0 0 0,0 0 0,0 0 0,0 0-1,0 0 1,0 0 0,0 0 0,1 0 0,-1 0 0,0 0 0,0-1 0,0 1 0,0 0 0,50-25-8633,-23 3 499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29.896"/>
    </inkml:context>
    <inkml:brush xml:id="br0">
      <inkml:brushProperty name="width" value="0.035" units="cm"/>
      <inkml:brushProperty name="height" value="0.035" units="cm"/>
    </inkml:brush>
  </inkml:definitions>
  <inkml:trace contextRef="#ctx0" brushRef="#br0">121 1 6089,'-9'5'388,"0"0"495,-1 1 1,0-1-1,0 0 1,-1-1-1,-20 5 1,29-8-525,0 0 0,-1 0 1,1 0-1,0 0 0,0 0 1,0 0-1,0 1 0,0-1 0,0 1 1,-2 2-1,-2 1 4999,6-4-5255,1 0 0,-1 0 0,0 0 0,1 0 0,-1 0 0,0 0 0,1 0 0,-1 0 0,1 0 0,0-1 0,-1 1 0,1 0 1,0 0-1,-1-1 0,1 1 0,0 0 0,0-1 0,0 1 0,0 0 0,0-1 0,-1 0 0,1 1 0,0-1 0,2 1 0,22 6 610,4-5-203,52-3-1,-27 0-878,56 5-3216,-36 3-5018,-31-4-1252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0.370"/>
    </inkml:context>
    <inkml:brush xml:id="br0">
      <inkml:brushProperty name="width" value="0.035" units="cm"/>
      <inkml:brushProperty name="height" value="0.035" units="cm"/>
    </inkml:brush>
  </inkml:definitions>
  <inkml:trace contextRef="#ctx0" brushRef="#br0">214 346 17886,'1'2'363,"1"-1"1,0 0 0,-1 0-1,1 0 1,0 1 0,-1-1 0,1-1-1,0 1 1,0 0 0,0 0-1,0-1 1,0 1 0,0-1 0,0 0-1,0 1 1,0-1 0,0 0-1,0 0 1,0 0 0,0-1 0,0 1-1,0 0 1,0-1 0,2 0-1,25-1 1546,-44 17-2220,-3 3-210,0 0 1,-2-1-1,0-2 1,-1 0-1,-30 16 1,41-24 426,1-2 45,1-1 0,-1 0-1,-10 3 1,-13 6 407,22-8-135,-22 10 941,45-3-227,-7-10-808,0 1 0,0-1 0,0-1 1,1 1-1,-1-1 0,0 0 0,1 0 0,-1-1 1,10 0-1,5 1 123,32 2 691,88-8 0,-61 1-530,-40 3-1758,0-3 0,49-9 1,-88 12 1183,1 1 0,0 0 0,-1-1 0,1 1 0,0-1 0,-1 1 0,1-1 0,-1 0 0,1 0 1,-1 0-1,1 0 0,-1 0 0,0 0 0,1 0 0,-1 0 0,0 0 0,0 0 0,2-3 1,-2 1-132,-1 1 1,1-1-1,0 0 1,-1 0-1,1 1 0,-1-1 1,0 0-1,0 0 1,0 0-1,-1 0 1,1 1-1,-2-6 1,-12-85-2066,9 52 2981,-1 0 1,-3 1 0,-14-43-1,-5-16 2565,27 94-2946,0 0 1,1 0-1,0 0 1,0 0-1,0 0 1,1 0-1,-1 0 0,1 0 1,0 1-1,3-9 1,-3 12-150,-1-1 1,0 1-1,1-1 1,-1 1-1,1 0 1,0-1-1,-1 1 1,1 0-1,0 0 1,0-1-1,0 1 1,0 0-1,0 0 1,0 0-1,0 0 1,0 0-1,0 0 1,0 0-1,1 1 1,-1-1-1,0 0 1,1 1-1,-1-1 1,0 1-1,1-1 1,-1 1-1,1 0 1,-1-1-1,1 1 1,-1 0-1,0 0 1,1 0-1,-1 0 1,3 1-1,-2 0 22,1 0 0,-1 0-1,0 0 1,0 1-1,0-1 1,0 1-1,0-1 1,0 1-1,0 0 1,-1 0 0,1 0-1,-1 0 1,3 4-1,15 32 397,-14-27-349,10 26-75,-2 1 1,-1 1-1,10 63 0,-20-90-88,8 56-1318,-4 0 1,-5 136-1,-1-204 1316,-1 11-810,0-1 1,0 1-1,-1 0 0,-1-1 1,1 1-1,-6 11 0,-18 29-7713,5-20-3096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0.512"/>
    </inkml:context>
    <inkml:brush xml:id="br0">
      <inkml:brushProperty name="width" value="0.035" units="cm"/>
      <inkml:brushProperty name="height" value="0.035" units="cm"/>
    </inkml:brush>
  </inkml:definitions>
  <inkml:trace contextRef="#ctx0" brushRef="#br0">1 121 17178,'48'-37'2640,"-10"19"-296,8 1-172,-6 6-628,3-1-388,6 4-231,3 2-349,-6 3-572,-3 0-1048,-6 0-1037,-19 0-1779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1.504"/>
    </inkml:context>
    <inkml:brush xml:id="br0">
      <inkml:brushProperty name="width" value="0.035" units="cm"/>
      <inkml:brushProperty name="height" value="0.035" units="cm"/>
    </inkml:brush>
  </inkml:definitions>
  <inkml:trace contextRef="#ctx0" brushRef="#br0">29 250 6541,'-1'0'607,"0"1"0,0-1 0,1 0 0,-1 1 1,0-1-1,1 0 0,-1 1 0,0-1 0,1 1 1,-1-1-1,0 1 0,1 0 0,-1-1 0,1 1 1,-1 0-1,1-1 0,-1 1 0,1 1 0,-8 19 3079,3 29-5380,4-36 2984,-2 34 548,21-52-1435,-16 4-386,0-1 1,0 0-1,0 0 0,0 0 0,0 0 0,0 0 0,0 0 1,0-1-1,-1 1 0,1-1 0,0 1 0,-1-1 0,1 0 1,1-3-1,15-28 89,-13 22-78,36-74 159,22-39-48,-49 103-141,-12 19-4,3 8 2,0 0 0,-1 0 1,0 1-1,0-1 1,0 1-1,4 12 1,-5-12 6,-1-1 0,2 1 0,-1-1 0,1 0 1,0 0-1,0 0 0,10 10 0,-11-12-2,1-1 0,-1 0 1,1 0-1,0 0 0,0 0 0,0-1 0,1 0 0,-1 0 0,0 0 0,1 0 0,0-1 0,-1 1 0,1-1 1,0 0-1,0-1 0,-1 1 0,1-1 0,0 0 0,0 0 0,0-1 0,0 1 0,-1-1 0,1 0 1,0 0-1,-1-1 0,1 1 0,-1-1 0,1 0 0,-1 0 0,6-4 0,13-8-3,-1 0 0,31-26 0,-42 30 25,-1 0-1,0 0 1,0-1 0,-1-1-1,0 1 1,8-16-1,4-3 269,-19 28-236,1-1 0,-1 0-1,0-1 1,0 1 0,0 0 0,0 0 0,0-1 0,2-6-1,-5 21-44,0 1-1,1-1 1,1 1 0,0-1-1,0 1 1,1-1-1,0 0 1,1 0-1,1 0 1,0 0-1,0 0 1,1-1-1,0 1 1,11 14 0,-11-19 16,-1 1 1,2-1 0,-1 0 0,1 0 0,0-1 0,0 1 0,1-1 0,-1-1 0,1 1-1,0-1 1,0 0 0,1-1 0,-1 0 0,1 0 0,0-1 0,-1 1 0,1-2 0,0 1-1,0-1 1,1 0 0,12-1 0,-11-1-44,0 0 0,0-1 1,0-1-1,0 1 0,-1-1 0,1-1 0,-1 0 1,0 0-1,0-1 0,0 0 0,-1 0 0,0-1 1,0 0-1,0-1 0,-1 0 0,0 0 0,0 0 1,6-9-1,4-14-1,-15 28 186,-2 5-320,1 1 140,0 7-49,0 0-1,1 0 1,1 0-1,0-1 1,0 1-1,1-1 1,0 0-1,8 15 1,-8-20-917,0 0 0,1 0 1,-1 0-1,1 0 0,0-1 0,1 0 1,10 7-1,-10-7-322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1.863"/>
    </inkml:context>
    <inkml:brush xml:id="br0">
      <inkml:brushProperty name="width" value="0.035" units="cm"/>
      <inkml:brushProperty name="height" value="0.035" units="cm"/>
    </inkml:brush>
  </inkml:definitions>
  <inkml:trace contextRef="#ctx0" brushRef="#br0">304 1 12237,'-33'4'2443,"-44"8"463,62-9-2928,0 1 0,0 0 0,0 1 0,1 1 0,-24 13 0,22-11 21,11-5 215,0-1 1,0 1-1,1 0 1,-1 0-1,-7 7 1,-17 14 1939,41-14-21,-2-5-1593,1 0 1,-1 0-1,1-2 1,12 4-1,16 6 416,-25-8-673,9 3 422,39 21 0,-57-26-655,0-1 0,-1 1 1,1 0-1,-1 0 0,0 1 1,0-1-1,0 1 0,-1 0 1,1 0-1,-1 0 0,0 0 1,0 1-1,0-1 0,3 8 1,-6-8-195,1 1 0,0-1 0,-1 1 0,0-1 0,0 1 0,0-1 0,-1 1 0,0-1 0,1 1 1,-2-1-1,1 0 0,-2 5 0,1-5-233,0 0 1,0 0 0,0 0-1,-1-1 1,1 1 0,-1-1-1,0 0 1,0 1 0,0-1-1,0-1 1,-5 4-1,-40 21-8171,13-11-2665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2.273"/>
    </inkml:context>
    <inkml:brush xml:id="br0">
      <inkml:brushProperty name="width" value="0.035" units="cm"/>
      <inkml:brushProperty name="height" value="0.035" units="cm"/>
    </inkml:brush>
  </inkml:definitions>
  <inkml:trace contextRef="#ctx0" brushRef="#br0">276 21 10837,'24'-17'1851,"-20"14"3275,-18 9-3914,-19 10-2064,-46 17 0,4-3-181,41-16 1184,26-11 323,1-1 0,0 2-1,0-1 1,0 1 0,0 0-1,-11 8 1,18-11-410,-1-1 0,1 0 0,0 0 0,-1 0 0,1 0 0,-1 0 0,1 1 0,0-1 0,-1 0 0,1 0 0,0 1 1,0-1-1,-1 0 0,1 0 0,0 1 0,-1-1 0,1 0 0,0 1 0,0-1 0,0 1 0,-1-1 0,1 0 0,0 1 0,0-1 0,0 0 0,0 1 0,0-1 1,0 1-1,0-1 0,0 0 0,0 1 0,0-1 0,0 1 0,0-1 0,0 0 0,0 1 0,0-1 0,0 1 0,0-1 0,1 0 0,-1 1 0,0-1 0,0 0 0,0 1 1,1-1-1,-1 0 0,0 1 0,0-1 0,1 0 0,-1 1 0,0-1 0,1 0 0,-1 0 0,0 1 0,1-1 0,-1 0 0,0 0 0,1 0 0,-1 0 0,1 1 0,2 1-242,4 2 491,-1 0 0,1-1-1,1 1 1,-1-1-1,0-1 1,1 0-1,-1 0 1,1 0-1,9 0 1,29 8 577,-7 5-331,-37-14-536,1 0 0,-1 0 0,0 0 0,1 1 0,-1-1-1,0 1 1,0 0 0,0-1 0,0 1 0,0 0 0,-1 0 0,1 0 0,0 0-1,1 4 1,-2-4-181,0 1 0,-1 0 0,1 0 0,-1 0 0,1 1 1,-1-1-1,0 0 0,0 0 0,0 0 0,-1 0 0,1 0 0,-1 0 0,0 0 0,1 0 0,-1 0 0,-1 0 0,1-1 0,0 1 0,-1 0 0,1-1 0,-1 1 0,0-1 0,0 1 0,-4 3 0,-4 3-1899,0 0 0,-1-1-1,0 0 1,-16 8 0,26-15 1755,-37 22-10580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2.861"/>
    </inkml:context>
    <inkml:brush xml:id="br0">
      <inkml:brushProperty name="width" value="0.035" units="cm"/>
      <inkml:brushProperty name="height" value="0.035" units="cm"/>
    </inkml:brush>
  </inkml:definitions>
  <inkml:trace contextRef="#ctx0" brushRef="#br0">108 98 11693,'1'-2'2180,"0"-1"-1681,1 0 0,-1 1-1,1 0 1,0-1 0,-1 1-1,1 0 1,0 0 0,0 0-1,1 0 1,-1 0 0,0 0 0,5-2-1,36-16 3704,-41 19-4156,22-10 1145,-10 5-526,-1 0 1,23-6-1,-34 12-271,-33-2-1398,-16 1 469,16 4 279,15-2 185,0 1 1,1 0-1,-22 6 1,34-7 54,0 0 0,0 0 0,-1-1-1,1 0 1,0 1 0,-1-1 0,-3-1 0,5 1 18,0 0-1,0 0 1,-1 0 0,1 0-1,0 0 1,0 0 0,0 1-1,-1-1 1,1 1-1,-3 1 1,-16 16 813,22-16-712,-1 0 0,1 0 0,0 0 0,1-1-1,-1 1 1,0 0 0,0-1 0,1 1 0,-1-1-1,1 1 1,2 1 0,11 7 190,1-1-1,0-1 1,1 0 0,33 10-1,76 14 541,-69-19-594,-53-12-220,164 45-3867,-167-46 3617,1 0 0,-1-1 0,1 1 1,-1-1-1,1 0 0,-1 0 0,1 1 0,-1-1 0,0 0 0,0 0 0,1 0 0,-1 0 0,0-1 0,0 1 0,0 0 0,0 0 0,1-3 0,3-25-1150,-4 20 1465,0 1 1,1-1 0,0 1-1,0-1 1,1 1 0,0 0 0,0 0-1,1 0 1,0 0 0,1 1-1,6-10 1,-6 12 189,1-1-1,0 1 1,0 0 0,0 0-1,1 1 1,-1 0 0,1 0-1,0 1 1,0-1 0,0 2-1,1-1 1,-1 1-1,12-2 1,-15 3-180,1 0-1,-1 0 1,0 1 0,0 0-1,1 0 1,-1 0-1,0 0 1,0 1 0,1-1-1,-1 1 1,0 0-1,0 1 1,0-1 0,0 1-1,0-1 1,0 1 0,-1 0-1,1 1 1,0-1-1,-1 1 1,0-1 0,0 1-1,1 0 1,-2 0-1,1 1 1,3 3 0,-4-3-60,0 1 1,0-1 0,-1 1-1,0 0 1,1 0 0,-1 0-1,-1 0 1,1-1-1,-1 1 1,0 0 0,0 0-1,0 0 1,-1 0 0,-2 9-1,1-4-285,0-1 0,-1 0 0,-1 0-1,1 0 1,-2 0 0,-8 14 0,9-18-362,1 0 0,-2-1 0,1 1 0,0-1 0,-1 0 0,0 0-1,-9 5 1,-18 8-6851,31-16 7061,-16 9-11191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3.173"/>
    </inkml:context>
    <inkml:brush xml:id="br0">
      <inkml:brushProperty name="width" value="0.035" units="cm"/>
      <inkml:brushProperty name="height" value="0.035" units="cm"/>
    </inkml:brush>
  </inkml:definitions>
  <inkml:trace contextRef="#ctx0" brushRef="#br0">55 4 13097,'-17'4'1327,"17"-6"801,8-3 5739,-9 7-7690,0 0 1,0 0-1,0 0 0,0 0 1,0 1-1,0-1 0,1 0 0,-1 1 1,1-1-1,0 0 0,0 4 1,-1-2 32,-10 83 762,-14 160-606,24-219-864,2-1 0,1 1 0,1-1 1,7 28-1,3-2-3570,3-2-4844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3.801"/>
    </inkml:context>
    <inkml:brush xml:id="br0">
      <inkml:brushProperty name="width" value="0.035" units="cm"/>
      <inkml:brushProperty name="height" value="0.035" units="cm"/>
    </inkml:brush>
  </inkml:definitions>
  <inkml:trace contextRef="#ctx0" brushRef="#br0">1 141 12601,'0'0'1766,"3"-1"-76,9-3-858,-1 0 0,1 1 1,0 0-1,0 1 0,18-1 1,66 3 500,-57 0-890,-14 1-420,0 2 0,35 7 0,-7-1-526,-15-9 124,-37 0 372,-1-1 0,1 1 0,0 0 0,-1-1-1,1 1 1,-1-1 0,1 1 0,-1-1 0,1 1 0,-1-1 0,0 1 0,1-1 0,-1 0-1,0 1 1,1-1 0,-1 0 0,0 1 0,0-1 0,0 0 0,1 1 0,-1-2-1,2-11-16,-2 9 60,0 0 0,0 1 0,-1-1 1,1 0-1,-1 1 0,0-1 0,0 1 0,0-1 0,-2-3 0,2 5 21,-17-31 700,17 31-201,1-2-73,-9-33 1389,-7 49-1613,13-10-244,0 1 0,1-1 0,0 1 0,-1 0 0,1-1 0,0 1 0,1 0 0,-1 0 0,0 1 0,1-1 0,-2 6 0,-10 44 38,8-26-18,-3 2 7,2 2-1,0-1 0,2 1 0,2 0 0,2 59 0,1-66-41,5 29 41,-5-49-49,0-1 1,0 1 0,1-1-1,-1 1 1,1-1-1,-1 1 1,1-1 0,1 0-1,-1 0 1,0 0 0,6 5-1,-4-4 11,0-1 0,0 0 1,0 0-1,1 0 0,-1-1 0,1 0 0,0 0 0,0 0 0,0 0 1,0-1-1,0 1 0,0-1 0,9 0 0,-3-1-18,0 0-1,-1-1 1,1 0 0,0-1-1,17-5 1,6-5-412,0-1-1,-1-2 1,39-25 0,-30 17-533,30-24-1059,-71 46 1761,0 4-362,2 1 959,-1 0-1,1 1 0,0-1 1,0 0-1,0-1 0,0 1 1,1-1-1,-1 1 0,8 4 1,-9-7-341,1 1 837,82-5 2632,-65-1-2942,-19 3-493,0 0-1,0 1 0,1-1 0,-1 1 0,0 0 0,0-1 0,1 1 0,-1 0 1,0 0-1,1 0 0,-1 0 0,0 0 0,1 0 0,1 0 0,26 3-97,-26-3-10,-7 30-236,1 11-211,3-39 458,1 1-1,-1-1 0,1 1 1,-1-1-1,1 0 0,0 0 1,0 1-1,0-1 0,0 0 1,0 0-1,0 0 0,1 0 1,-1 0-1,1 0 1,2 2-1,0 0-251,0 0 0,0-1 0,0 1 0,1-1 0,-1 0 0,1-1 0,0 1 0,0-1 0,0 0 0,0 0 0,0 0 0,1-1 0,-1 0 0,0 0 0,1 0 0,9 0 0,-5-2-1220,-1-1-1,0 0 0,16-5 0,-8 2-1731,17-4-6618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4.226"/>
    </inkml:context>
    <inkml:brush xml:id="br0">
      <inkml:brushProperty name="width" value="0.035" units="cm"/>
      <inkml:brushProperty name="height" value="0.035" units="cm"/>
    </inkml:brush>
  </inkml:definitions>
  <inkml:trace contextRef="#ctx0" brushRef="#br0">179 0 7321,'-4'1'85,"-53"5"3584,53-5-3289,-1 0 1,1 0-1,-1 1 1,1-1 0,0 1-1,0 0 1,-1 0-1,1 1 1,-6 4 0,-10 5 1440,18-10-1614,-1-1 1,0 0-1,1 1 0,0 0 0,-1-1 0,1 1 1,0 0-1,0 0 0,-3 3 0,-1 2 514,-7 8 159,9-6 2556,5-2-3010,0-1 0,1 0 0,0 0 0,-1 0 0,2 0 0,5 11 0,-7-15-325,0 1 1,1-1-1,0 0 0,-1 1 1,1-1-1,0 0 0,0 0 1,0-1-1,0 1 0,5 3 0,4 4 194,0 0-38,-1 1 0,0 0 1,-1 1-1,0 0 0,13 23 1,-19-29-288,0 1 1,0 0 0,-1 0 0,0 0-1,0 0 1,0 0 0,-1 1 0,0-1 0,0 1-1,-1-1 1,0 1 0,0-1 0,0 0-1,-1 1 1,-2 8 0,0-4-769,0-1 0,-1 1 0,0-1-1,-12 19 1,13-23-261,0-1-1,-1 0 1,0 0-1,0-1 1,0 1 0,-1-1-1,0 0 1,0 0-1,-10 6 1,-14-1-10650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5.089"/>
    </inkml:context>
    <inkml:brush xml:id="br0">
      <inkml:brushProperty name="width" value="0.035" units="cm"/>
      <inkml:brushProperty name="height" value="0.035" units="cm"/>
    </inkml:brush>
  </inkml:definitions>
  <inkml:trace contextRef="#ctx0" brushRef="#br0">200 0 9209,'-7'23'882,"7"-19"-723,-1-1 0,0 0 1,0 1-1,0-1 0,0 0 0,-1 1 1,1-1-1,-1 0 0,0 0 0,0 0 1,0 0-1,0-1 0,-5 6 0,-1-1 251,0 0-1,1 1 1,-1 1-1,2-1 0,-1 1 1,1 0-1,-6 12 1,-31 74 2731,14-28-1106,24-55-1574,0 1 0,1-1 1,0 1-1,1 0 0,-2 20 0,-1 0 514,5-26-743,0 0 0,1 0 0,0 0 0,1 0 0,-1 0 1,1 0-1,1 0 0,-1 0 0,1 0 0,4 10 0,-1-4 29,1-1-1,0-1 0,1 1 1,12 16-1,51 50 1099,-24-29-669,13 8-3094,-58-57 2351,-1 1 1,0-1-1,1 0 1,-1 0-1,0 1 1,1-1-1,-1 0 1,0 0-1,1 0 1,-1 0-1,0 1 1,1-1-1,-1 0 1,1 0-1,-1 0 1,0 0-1,1 0 1,-1 0-1,1 0 1,-1 0-1,0 0 1,1 0-1,-1 0 1,1 0-1,-1-1 1,0 1-1,1 0 1,-1 0 0,0 0-1,1 0 1,-1-1-1,0 1 1,1 0-1,-1-1 1,15-17-1574,12-38-992,-17 35 1662,-2 4 882,2 0 0,0 0-1,1 1 1,15-18 0,-24 33 141,0-1 0,0 1 1,0-1-1,0 1 0,0 0 1,1 0-1,-1 0 0,4-2 0,0 1 93,-5 1-136,0 1 0,0 0 1,0-1-1,0 1 0,0 0 0,1 0 1,-1 0-1,0 0 0,0 0 1,0 0-1,0 0 0,0 0 1,0 0-1,0 0 0,0 1 1,0-1-1,0 0 0,1 1 0,3 1 56,10 2 104,-1 0 0,1 1 0,-1 1 0,0 0 0,21 14 1,-15-8-123,8 7 84,-23-15-116,1-1 1,-1 1-1,0-1 1,11 5-1,-4-2-21,-9-4 18,17 1-20,-8-2-12,0 0-1,0-1 1,1 0-1,-1-1 1,0 0-1,0-1 1,20-5 0,9-2 24,137-27 980,-171 36-916,-1-1 0,1 1 1,-1 0-1,1 1 0,-1 0 0,1 0 1,-1 0-1,0 1 0,7 2 0,-4-2-15,0 1 0,0-1 1,0-1-1,12 1 0,-18-2-36,0 0 1,0 0 0,0 0 0,0 0 0,1 1-1,-1-1 1,0 1 0,0 0 0,0 0-1,0 0 1,0 0 0,0 1 0,-1-1 0,1 1-1,0-1 1,-1 1 0,1 0 0,3 5-1,-5-7-44,0 1 0,-1 0-1,1-1 1,-1 1 0,1 0-1,-1 0 1,1-1 0,-1 1-1,0 0 1,1 0 0,-1 0-1,0-1 1,0 1 0,0 0-1,0 0 1,0 0 0,1 0-1,-1 0 1,-1 0 0,1 0-1,0-1 1,0 1 0,0 0-1,0 0 1,-1 0 0,1 0-1,0-1 1,-1 1 0,1 0 0,-1 0-1,1 0 1,-1-1 0,1 1-1,-1 0 1,1-1 0,-1 1-1,0-1 1,1 1 0,-2 0-1,-1 2-100,0-1-1,0 0 1,0 0 0,0 0-1,0-1 1,0 1-1,-1-1 1,1 0-1,-1 1 1,-3-1 0,-9 1-421,0-1 1,-30-1-1,8-1-66,23 0 412,0 0-1,0-1 1,1 0-1,-1-1 1,-17-7-1,-70-32 134,97 40 102,0-1 0,0 1 1,0-2-1,1 1 0,-1 0 0,1-1 1,-5-5-1,8 8-15,0 0 0,0 0 0,0-1 0,0 1-1,0 0 1,0-1 0,1 1 0,-1-1 0,0 1 0,1-1 0,-1 1 0,1-1-1,-1 0 1,1 1 0,0-1 0,0 1 0,0-1 0,0 0 0,0 1 0,0-1 0,0 0-1,1 1 1,-1-1 0,0 1 0,1-1 0,0 0 0,-1 1 0,1-1 0,1-2-1,5-5 159,1-1 0,-1 1 0,2 1-1,-1-1 1,1 1 0,0 1 0,1 0 0,0 0-1,11-5 1,17-8 453,48-17 0,-50 23-334,2-3-266,0-1 1,44-28-1,-61 31-287,-1 0 0,-1 0 0,0-2-1,-1-1 1,16-19 0,-10 2-109,-19 26 395,1 1-1,0 0 1,0 0 0,0 1 0,14-13 0,-18 19 31,-1-1 0,1 1 1,-1 0-1,1 0 0,0 0 0,-1 0 1,1 1-1,0-1 0,0 0 0,-1 1 0,1-1 1,0 1-1,0-1 0,0 1 0,0 0 1,0 0-1,-1 0 0,1 0 0,0 0 1,0 0-1,0 1 0,0-1 0,0 1 1,-1-1-1,1 1 0,0 0 0,0-1 0,-1 1 1,1 0-1,-1 0 0,1 0 0,-1 1 1,1-1-1,-1 0 0,1 0 0,-1 1 1,0-1-1,0 1 0,0-1 0,0 1 1,0 0-1,1 2 0,4 8 40,0-1 0,-2 2 0,1-1 0,4 22 0,-9-32-79,7 39 3,-1 0 1,-3 0-1,-1 0 1,-5 62-1,1-36-870,1-37-528,-7 46 0,-6-25-2016,11-43 1946,0-1 0,-1 1 0,0-1 0,-6 8 0,-16 14-9886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5.247"/>
    </inkml:context>
    <inkml:brush xml:id="br0">
      <inkml:brushProperty name="width" value="0.035" units="cm"/>
      <inkml:brushProperty name="height" value="0.035" units="cm"/>
    </inkml:brush>
  </inkml:definitions>
  <inkml:trace contextRef="#ctx0" brushRef="#br0">0 216 17406,'23'-31'2516,"17"25"-140,1-8-176,-7 5-280,1 0-383,2 4-313,3-1-192,6-3-228,-6 1-160,1 5-432,-21 3-520,6-9-612,2 1-1016,-25-24-1185,0 0-207,-11 21-3241,-18-12-6136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8.406"/>
    </inkml:context>
    <inkml:brush xml:id="br0">
      <inkml:brushProperty name="width" value="0.035" units="cm"/>
      <inkml:brushProperty name="height" value="0.035" units="cm"/>
    </inkml:brush>
  </inkml:definitions>
  <inkml:trace contextRef="#ctx0" brushRef="#br0">323 1 6401,'-19'7'2038,"15"-6"1646,-25-7 556,24 7-4044,1 0-1,0 1 1,-1-1 0,1 1 0,0 1-1,0-1 1,0 0 0,-5 6 0,-30 27 734,26-22-543,0 1-56,1 0 0,0 1 0,1 0 0,-10 20 0,8-13 41,3-1 388,0 1-1,-7 24 0,14-38-594,2-5-40,0 0 1,1 0-1,-1 0 0,0 0 0,1 0 1,0 0-1,-1 0 0,1 0 1,1 0-1,-1 0 0,0 0 0,1 1 1,0 2-1,0-4-62,-1-1 1,1 0-1,0 1 1,0-1-1,0 1 1,-1-1-1,1 0 1,0 1 0,1-1-1,-1 0 1,0 0-1,0 0 1,0 0-1,1 0 1,-1 0-1,1 0 1,-1 0-1,0-1 1,1 1-1,-1-1 1,1 1-1,0-1 1,-1 1-1,3-1 1,9 1 161,0 0 0,0-1 0,0-1 0,0 0 0,0-1 0,0 0 0,22-7 0,-8-1 124,0 0 0,39-21 0,-63 30-350,-1-1-1,0 1 0,1 0 0,-1-1 0,0 1 0,1-1 0,-1 1 1,0-1-1,0 0 0,0 0 0,0 0 0,-1 0 0,1-1 1,-1 1-1,1 0 0,-1-1 0,0 1 0,0-1 0,0 1 0,0-1 1,0 0-1,0 1 0,-1-1 0,0 0 0,1 1 0,-1-1 0,0 0 1,0 0-1,0 1 0,-1-1 0,1 0 0,-1 1 0,1-1 1,-1 0-1,0 1 0,0-1 0,-1-2 0,-2-2-259,0 0-1,-1 0 0,0 1 1,0 0-1,0-1 1,0 2-1,-1-1 1,0 1-1,-1 0 1,1 0-1,-13-7 0,-3 2-1194,0 2 0,-1 0 0,0 1-1,0 1 1,-1 1 0,-40-3 0,17 2-3845,9 0-3113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8.579"/>
    </inkml:context>
    <inkml:brush xml:id="br0">
      <inkml:brushProperty name="width" value="0.035" units="cm"/>
      <inkml:brushProperty name="height" value="0.035" units="cm"/>
    </inkml:brush>
  </inkml:definitions>
  <inkml:trace contextRef="#ctx0" brushRef="#br0">89 24 14461,'-29'-15'3933,"18"21"-2581,-3 3 1164,-1-12-5984,-2 0 1320,14-14-11514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9.007"/>
    </inkml:context>
    <inkml:brush xml:id="br0">
      <inkml:brushProperty name="width" value="0.035" units="cm"/>
      <inkml:brushProperty name="height" value="0.035" units="cm"/>
    </inkml:brush>
  </inkml:definitions>
  <inkml:trace contextRef="#ctx0" brushRef="#br0">222 1 11933,'-20'0'6795,"17"1"-6155,-5 1-449,0 1 0,0 1 1,1-1-1,0 1 0,0 0 1,0 1-1,0 0 0,0 0 0,1 0 1,0 1-1,-8 10 0,-16 13 348,24-24-366,-1 1 1,1-1-1,1 1 0,-1 1 0,1-1 0,0 1 0,-5 11 0,1-1 260,6-13-312,1 1 0,0-1 1,0 0-1,0 0 1,1 1-1,-1-1 1,1 1-1,0 0 1,0 7-1,1-5 57,0 0 0,0 0 0,1-1 0,0 1 0,0 0 0,1-1 0,0 1 0,4 10 0,-4-13-128,0-1 0,0-1 0,0 1 0,0 0 0,0 0 0,1-1 0,-1 1 0,1-1 0,0 0 0,0 0 0,-1 0 0,1 0-1,1 0 1,-1-1 0,0 1 0,0-1 0,1 0 0,5 1 0,7 1-37,0-1 0,0-1 0,-1-1 0,1 0 0,0-1 1,0-1-1,0 0 0,-1-1 0,1-1 0,-1 0 0,0-1 0,0-1 0,23-11 0,-2-6-1205,-35 22 1126,-1 0 0,0 1-1,1-1 1,-1 0-1,0 1 1,1-1-1,-1 0 1,0 1-1,0-1 1,0 0 0,0 0-1,1 1 1,-1-1-1,0 0 1,0 1-1,0-1 1,-1 0-1,1 0 1,0 1-1,0-1 1,0 0 0,0 0-1,-1 1 1,1-2-1,-1 1-186,1 0 169,0 0-1,0 0 1,-1 0-1,1 0 1,0 1-1,-1-1 1,1 0-1,-1 0 1,1 0 0,-1 1-1,1-1 1,-1 0-1,1 0 1,-1 1-1,0-1 1,1 1-1,-1-1 1,0 0-1,0 1 1,1-1-1,-1 1 1,-1-1-1,-28-6-1385,17 6 490,-1 1-1,-23 2 1,-115 10-9095,117-7 4626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39.910"/>
    </inkml:context>
    <inkml:brush xml:id="br0">
      <inkml:brushProperty name="width" value="0.035" units="cm"/>
      <inkml:brushProperty name="height" value="0.035" units="cm"/>
    </inkml:brush>
  </inkml:definitions>
  <inkml:trace contextRef="#ctx0" brushRef="#br0">69 49 10229,'16'-2'1633,"-21"5"65,1-2-1274,1 0 0,0 0 0,0 0 0,-1 1 1,1-1-1,0 1 0,0 0 0,0 0 0,1 0 0,-1 1 1,-4 4-1,3 1-2,1 0-1,1 0 1,-1 1 0,1-1 0,1 1 0,-1-1 0,1 1 0,1 0 0,0-1 0,1 12 0,-1-17-299,0 1 0,1 0 1,-1 0-1,1 0 1,0 0-1,0-1 1,1 1-1,-1-1 1,1 1-1,-1-1 1,1 1-1,0-1 1,1 0-1,-1 0 1,0 0-1,1 0 1,0 0-1,0 0 1,0-1-1,0 0 1,0 1-1,0-1 1,0 0-1,1 0 1,-1-1-1,6 3 0,8-1 58,-1 0-1,1-1 0,0 0 0,0-1 0,0-1 0,0-1 1,0-1-1,30-5 0,-25 1-78,1 0-1,-1-1 1,0-1 0,-1-1-1,38-22 1,-54 29-123,-1-1-1,0 0 1,0 0-1,-1 0 1,1-1 0,-1 1-1,1-1 1,-1 0 0,0 0-1,0 0 1,3-8 0,-5 10-35,0 0 1,-1 0 0,1 0 0,-1 0-1,1 0 1,-1 0 0,0 0 0,0 0-1,0 0 1,0 0 0,0 0 0,0 1-1,-1-1 1,1 0 0,-1 0 0,1 0-1,-1 0 1,0 0 0,0 0 0,1 1 0,-1-1-1,-1 0 1,1 1 0,0-1 0,0 1-1,0-1 1,-1 1 0,1-1 0,-1 1-1,-2-2 1,-7-5-280,-1 0 1,0 1-1,-1 0 0,1 1 1,-1 0-1,-1 1 0,1 1 0,-23-5 1,-10 1-1589,-62-2 1,27 4-1982,14 1-3023,42 7 712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40.112"/>
    </inkml:context>
    <inkml:brush xml:id="br0">
      <inkml:brushProperty name="width" value="0.035" units="cm"/>
      <inkml:brushProperty name="height" value="0.035" units="cm"/>
    </inkml:brush>
  </inkml:definitions>
  <inkml:trace contextRef="#ctx0" brushRef="#br0">29 50 15841,'-15'-18'2809,"1"4"3227,23 5-4728,2 1 1049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40.517"/>
    </inkml:context>
    <inkml:brush xml:id="br0">
      <inkml:brushProperty name="width" value="0.035" units="cm"/>
      <inkml:brushProperty name="height" value="0.035" units="cm"/>
    </inkml:brush>
  </inkml:definitions>
  <inkml:trace contextRef="#ctx0" brushRef="#br0">188 3 13025,'8'-3'1860,"-16"3"-564,6 0-1083,-1 0 3449,-18 16-2501,4 1-924,1 1 0,1 1 1,1 0-1,0 1 0,-17 36 0,16-28 270,-8 22 808,11-19-247,11-30-1012,1 0-1,-1 0 1,1 0-1,-1 1 1,1-1-1,0 0 1,-1 0 0,1 1-1,0-1 1,0 0-1,0 0 1,0 1-1,0-1 1,0 0-1,0 0 1,1 1-1,-1-1 1,0 0-1,1 0 1,-1 0-1,1 1 1,-1-1-1,1 0 1,0 0-1,-1 0 1,1 0-1,0 0 1,0 0-1,0 0 1,-1 0 0,1 0-1,0-1 1,0 1-1,0 0 1,1 0-1,-1-1 1,0 1-1,0-1 1,0 1-1,2 0 1,7 2 161,-1 0 0,1-1 0,0 0 0,12 1-1,-15-2-164,29 1 281,0-1-1,40-3 0,-41-1-354,1 3 0,55 5 0,-74-3-835,0 0-1,21-1 1,-36-1 414,0 0 0,-1-1 1,1 1-1,0-1 0,0 1 1,0-1-1,0 1 0,0-1 1,0 0-1,-1 0 0,1 0 1,0 0-1,-1 0 0,1 0 1,-1-1-1,1 1 0,-1-1 0,0 1 1,2-3-1,3-2-4246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40.747"/>
    </inkml:context>
    <inkml:brush xml:id="br0">
      <inkml:brushProperty name="width" value="0.035" units="cm"/>
      <inkml:brushProperty name="height" value="0.035" units="cm"/>
    </inkml:brush>
  </inkml:definitions>
  <inkml:trace contextRef="#ctx0" brushRef="#br0">129 0 12837,'0'5'689,"1"0"-1,-1-1 1,0 1 0,0 0-1,-1 7 1,-13 47 828,5-25-1027,-71 412 3411,70-352-3290,3-16-3319,-2-30-6519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45.166"/>
    </inkml:context>
    <inkml:brush xml:id="br0">
      <inkml:brushProperty name="width" value="0.035" units="cm"/>
      <inkml:brushProperty name="height" value="0.035" units="cm"/>
    </inkml:brush>
  </inkml:definitions>
  <inkml:trace contextRef="#ctx0" brushRef="#br0">58 41 9321,'16'29'4202,"-15"-27"-2448,-19-18 2137,12 7 670,-9-15-2855,14 22-570,-20-17-148,19 17-956,0 5-926,1 0 432,-1 0 1,1 0-1,0 0 0,0 0 1,0 0-1,-1 4 0,2-6-70,-1 2-2799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53.599"/>
    </inkml:context>
    <inkml:brush xml:id="br0">
      <inkml:brushProperty name="width" value="0.035" units="cm"/>
      <inkml:brushProperty name="height" value="0.035" units="cm"/>
    </inkml:brush>
  </inkml:definitions>
  <inkml:trace contextRef="#ctx0" brushRef="#br0">188 158 5312,'10'-3'953,"-11"3"-178,-17 12 10599,17-12-11306,-1-1 0,1 1-1,-1 0 1,1 0-1,-1 0 1,1-1 0,-1 2-1,1-1 1,-1 0-1,-2 1 1,0-1 51,-4 0 63,-1 0 0,1 1 0,0 0-1,-1 0 1,1 0 0,0 1 0,0 1 0,0 0-1,0 0 1,1 0 0,-1 1 0,-11 7 0,17-9 1440,-1-3-1290,-28-1 483,28 2 987,6 1-1722,9 3-65,0 0 0,0-1 0,0 0 0,1-1 0,17 1 0,72-1 38,-28-2 120,314 28 184,-72-12-375,-171-10-32,138 10 214,-59-4-212,59 6-24,-220-14 120,98-6 1,-48 0-17,309-18-278,-274 12 299,58-5 26,1 6-20,-61 6-2,110-13-308,-44 4 338,12 0-41,34 1-8,-36 2-1,43-16-214,87-4 239,-64 12-81,171-3 378,-197-1 86,-208 13-271,5 2 46,-35 4-89,39-8 0,-36 6-105,-22 2-308,1 0 1,-1 0 0,0-1-1,10-2 1,-15 3 236,0 0 0,1-1-1,-1 1 1,0 0 0,1 0-1,-1 0 1,0 0 0,0-1 0,1 1-1,-1 0 1,0 0 0,0 0 0,1-1-1,-1 1 1,0 0 0,0 0-1,0-1 1,1 1 0,-1 0 0,0-1-1,0 1 1,0 0 0,0-1 0,0 1-1,0 0 1,0 0 0,0-1 0,0 0-1,-9-12-1660,0 5 41,0 1-1,-1 1 1,1 0 0,-1 0 0,-18-7-1,-29-12-9313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49:55.859"/>
    </inkml:context>
    <inkml:brush xml:id="br0">
      <inkml:brushProperty name="width" value="0.035" units="cm"/>
      <inkml:brushProperty name="height" value="0.035" units="cm"/>
    </inkml:brush>
  </inkml:definitions>
  <inkml:trace contextRef="#ctx0" brushRef="#br0">87 87 5925,'-21'29'14124,"2"-28"-12443,-13-1 3569,20-1-4685,9 1-18,7 0 34,60 1 1244,105-5 411,97-27-2202,118-11-28,-1 23-13,-129 8 7,-206 8 0,-41 2 0,27 4 0,12 5 0,-8-7 0,-21 2 0,-7-3 0,-17-3 0,6 2 0,0 0-1,-1 0 1,0 0-1,0 0 0,0 0 1,-1 1-1,1-1 0,0 0 1,0 1-1,-3-1 0,-6 6-145,0-1-256,-15 1-2691,23-4 1188,-14-13-4152,5 0-799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0.020"/>
    </inkml:context>
    <inkml:brush xml:id="br0">
      <inkml:brushProperty name="width" value="0.035" units="cm"/>
      <inkml:brushProperty name="height" value="0.035" units="cm"/>
    </inkml:brush>
  </inkml:definitions>
  <inkml:trace contextRef="#ctx0" brushRef="#br0">0 0 20908,'2367'0'0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2.680"/>
    </inkml:context>
    <inkml:brush xml:id="br0">
      <inkml:brushProperty name="width" value="0.035" units="cm"/>
      <inkml:brushProperty name="height" value="0.035" units="cm"/>
    </inkml:brush>
  </inkml:definitions>
  <inkml:trace contextRef="#ctx0" brushRef="#br0">24 6 10901,'-23'-6'10912,"23"9"-9684,1 11-558,1 1-1,0-1 0,1 0 0,1 0 0,8 20 1,4 18 96,104 441 1821,-90-335-2808,5 23-2433,-3-63-3452,-29-110 1696,-1-3 2066,0-1-56,4 11-6891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2.964"/>
    </inkml:context>
    <inkml:brush xml:id="br0">
      <inkml:brushProperty name="width" value="0.035" units="cm"/>
      <inkml:brushProperty name="height" value="0.035" units="cm"/>
    </inkml:brush>
  </inkml:definitions>
  <inkml:trace contextRef="#ctx0" brushRef="#br0">0 168 8673,'1'-2'393,"1"0"1,-1 0-1,0 0 1,1 1-1,-1-1 1,1 0-1,0 1 1,-1-1-1,1 1 1,0-1-1,0 1 0,0 0 1,0-1-1,0 1 1,0 0-1,0 1 1,1-1-1,-1 0 1,3 0-1,-1 0-256,6-3 861,0-1 1,0 0-1,-1 0 1,1-1-1,14-12 1,-13 9-221,0 1 0,21-11 0,-4 7 400,1 2 1,0 0-1,0 2 1,1 1-1,49-4 1,-75 10-1123,1 0 1,-1 1-1,1 0 0,-1 0 1,1 0-1,-1 1 0,0 0 1,6 1-1,-9-2-48,1 1 0,0 0 0,-1 0 0,1 0 0,-1 0 0,1 0 0,-1 0 0,1 0 0,-1 0 0,0 1 0,1-1 1,-1 0-1,0 1 0,0-1 0,0 1 0,0 0 0,0-1 0,-1 1 0,1 0 0,0-1 0,-1 1 0,1 2 0,1 6-144,-1-1 1,-1 1-1,0 0 0,0-1 0,0 1 1,-1 0-1,-1-1 0,0 1 1,-6 18-1,-3 4-908,-24 47 1,28-64 230,-1 1 0,0-1 1,-1-1-1,-1 0 0,0 0 1,-1-1-1,-1 0 0,0-1 0,0 0 1,-1-1-1,-1-1 0,0 0 1,-29 16-1,40-25 316,1 0 0,-1 0 0,1 0 0,-1 0 0,0-1 0,1 1 0,-1-1 0,0 0 0,0 0 0,1 0 0,-1 0 0,0 0-1,0 0 1,-3-2 0,4 2 244,-24-5-6999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3.343"/>
    </inkml:context>
    <inkml:brush xml:id="br0">
      <inkml:brushProperty name="width" value="0.035" units="cm"/>
      <inkml:brushProperty name="height" value="0.035" units="cm"/>
    </inkml:brush>
  </inkml:definitions>
  <inkml:trace contextRef="#ctx0" brushRef="#br0">649 6 6601,'-19'-3'420,"0"1"221,2 1 2874,15 2-3356,0 0-1,0 0 1,0 0 0,0 1-1,0-1 1,0 0-1,1 1 1,-4 3 0,-4 2 413,-46 25 2682,-62 41 164,83-47-2851,2 1-1,1 2 1,1 1 0,2 1-1,1 1 1,2 2 0,1 0-1,1 2 1,2 1 0,2 0-1,1 1 1,2 1-1,2 1 1,1 0 0,-11 68-1,18-69-305,2 1 0,1-1 1,3 1-1,1 0 0,1-1 0,3 1 0,1-1 0,2 0 0,1 0 0,29 71 0,-27-84-518,2-1 0,1 0 0,0-2 0,2 1 0,1-2 0,38 40 0,-38-46-547,1 0 0,0-2 0,1 0 0,1-1 0,0-2 0,1 0 0,0 0 1,0-2-1,24 7 0,22 2-6330,1-1-4697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3.831"/>
    </inkml:context>
    <inkml:brush xml:id="br0">
      <inkml:brushProperty name="width" value="0.035" units="cm"/>
      <inkml:brushProperty name="height" value="0.035" units="cm"/>
    </inkml:brush>
  </inkml:definitions>
  <inkml:trace contextRef="#ctx0" brushRef="#br0">100 165 5489,'3'14'16232,"-6"-15"-15634,-20-8 664,21 8-567,1 4-63,-7 25 620,8-25-658,6 14 541,-4-14-1017,0 1-1,0-1 1,0 0-1,1 1 1,-1-1 0,1-1-1,0 1 1,0 0-1,0-1 1,0 1-1,0-1 1,1 0-1,-1 0 1,5 1 0,50 21 857,-58-24-969,33 9 381,0-2 0,0-1 0,1-1 0,49 0 1,-26-1-191,-28-4-197,-23-3 0,-1 0 0,-3 2 0,9-7 0,-11 7 1,1-1-1,-1 0 1,0 0-1,0 1 1,0-1-1,0 0 1,0 0 0,0 1-1,-1-1 1,1 0-1,-1 1 1,1-1-1,-1 0 1,1 1 0,-1-1-1,-2-2 1,-19-27-50,13 21-74,-2 1 0,1 1-1,-1-1 1,-1 2 0,1-1-1,-1 2 1,0 0 0,-25-9-1,-5 2-685,-63-11 0,-5-1-1645,100 23 1620,0-1 0,1-1 0,-1 0 0,-16-10 0,25 13 467,-1 0 0,0 0-1,0 0 1,1 0 0,-1 0 0,1-1 0,-1 1 0,1-1-1,-1 1 1,1-1 0,0 0 0,0 0 0,0 1 0,0-1 0,0 0-1,0 0 1,0 0 0,1 0 0,-1 0 0,1 0 0,-1 0 0,1 0-1,0 0 1,0 0 0,0 0 0,0 0 0,0 0 0,0 0-1,1 0 1,-1-1 0,1-1 0,13-14-8276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4.111"/>
    </inkml:context>
    <inkml:brush xml:id="br0">
      <inkml:brushProperty name="width" value="0.035" units="cm"/>
      <inkml:brushProperty name="height" value="0.035" units="cm"/>
    </inkml:brush>
  </inkml:definitions>
  <inkml:trace contextRef="#ctx0" brushRef="#br0">0 0 17370,'0'34'4858,"0"-34"-4806,0 0 1,0 1-1,0-1 1,0 0-1,0 0 1,0 0-1,0 0 1,0 1-1,0-1 0,0 0 1,0 0-1,0 0 1,0 0-1,0 0 1,0 1-1,0-1 1,1 0-1,-1 0 0,0 0 1,0 0-1,0 0 1,0 1-1,0-1 1,0 0-1,0 0 1,0 0-1,1 0 0,-1 0 1,0 0-1,0 0 1,0 0-1,0 1 1,0-1-1,1 0 1,-1 0-1,0 0 0,0 0 1,0 0-1,0 0 1,1 0-1,15 8 310,0 1 0,0 1 0,-1 0 0,0 1 0,0 0 0,-2 2 0,1-1 1,-1 2-1,-1 0 0,-1 0 0,0 1 0,14 26 0,0 6 558,-2 1 1,-3 0-1,19 66 1,-8 0-921,-4 1 0,-6 1 0,9 159 0,-22-71 0,-20 224 0,-69 187-1815,33-408-3810,9-75-3767,15-56-3559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4.488"/>
    </inkml:context>
    <inkml:brush xml:id="br0">
      <inkml:brushProperty name="width" value="0.035" units="cm"/>
      <inkml:brushProperty name="height" value="0.035" units="cm"/>
    </inkml:brush>
  </inkml:definitions>
  <inkml:trace contextRef="#ctx0" brushRef="#br0">17 98 11981,'-6'-6'946,"-5"-5"6229,14 9-4127,6-7-1612,-3 5-981,0 0-1,1 1 1,-1 0 0,1 0-1,0 1 1,0 0-1,0 0 1,0 0 0,0 1-1,7-1 1,14-3 597,-9 1-436,37-8 30,83-8 0,-119 20-1875,-15 0-892,-8 1-819,-40 16-8226,5 2-941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4.646"/>
    </inkml:context>
    <inkml:brush xml:id="br0">
      <inkml:brushProperty name="width" value="0.035" units="cm"/>
      <inkml:brushProperty name="height" value="0.035" units="cm"/>
    </inkml:brush>
  </inkml:definitions>
  <inkml:trace contextRef="#ctx0" brushRef="#br0">1 84 20518,'86'-15'2952,"-51"6"-296,5-2-483,-5-1-453,-1 4-320,3-1-284,-2 3-884,2-2-232,-19 8 0,7-3-1252,1 0-952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5.214"/>
    </inkml:context>
    <inkml:brush xml:id="br0">
      <inkml:brushProperty name="width" value="0.035" units="cm"/>
      <inkml:brushProperty name="height" value="0.035" units="cm"/>
    </inkml:brush>
  </inkml:definitions>
  <inkml:trace contextRef="#ctx0" brushRef="#br0">44 6 12753,'0'0'83,"0"1"0,0-1 0,-1 0 0,1 0 1,0 0-1,0 0 0,-1 0 0,1 0 0,0 1 0,0-1 0,-1 0 0,1 0 0,0 0 0,0 0 0,-1 0 0,1 0 0,0 0 1,0 0-1,-1 0 0,1 0 0,0 0 0,-1 0 0,1 0 0,0 0 0,0-1 0,-1 1 0,1 0 0,0 0 0,0 0 0,-1 0 1,1 0-1,0-1 0,0 1 0,0 0 0,-1 0 0,1 0 0,0 0 0,0-1 0,0 1 0,-1 0 0,-6-5 5148,-5 20-2639,11-13-2440,-1 1 0,0 0 0,1 0 0,-1 0 0,1 0 0,0 0 0,0 0 0,0 0 0,0 1 0,1-1 0,-1 6 0,3 37 520,-1-27-402,7 174 1447,24 337 422,-23-443-2209,-6-37-968,3-1 0,2 1 0,23 79 0,-23-104-72,4 13-3304,-1-16-3688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5.461"/>
    </inkml:context>
    <inkml:brush xml:id="br0">
      <inkml:brushProperty name="width" value="0.035" units="cm"/>
      <inkml:brushProperty name="height" value="0.035" units="cm"/>
    </inkml:brush>
  </inkml:definitions>
  <inkml:trace contextRef="#ctx0" brushRef="#br0">38 127 14545,'-11'1'462,"-3"-2"1567,18-14 1088,-1 7-2124,3-8 196,-5 12-900,0-1-1,1 1 1,-1 0-1,1 0 1,0 0-1,0 0 1,0 0-1,1 0 1,0 1-1,-1-1 0,1 1 1,0-1-1,0 1 1,1 0-1,-1 0 1,1 1-1,4-3 1,-3 1-48,1 1 0,0 1-1,0-1 1,0 1 0,0 0 0,0 1 0,10-2 0,-13 2-188,-1 1 0,1 0 0,-1 1 0,1-1 0,-1 0 0,1 1 0,-1-1 0,1 1-1,-1 0 1,1 0 0,-1 0 0,0 0 0,0 0 0,1 1 0,-1-1 0,0 1 0,0-1 0,0 1 0,-1 0 0,1 0 0,0 0 0,1 2 0,3 5 10,0 1 0,-1-1 0,0 1 0,-1 0 0,0 0 0,0 1 0,-1-1 0,-1 1 1,0 0-1,0 0 0,-1 0 0,0 0 0,-1 0 0,-1 0 0,-2 17 0,0-4-294,-2 0-1,-1-1 1,0 0 0,-2 0-1,-1 0 1,-13 24 0,14-31-500,-1 0 0,-1-1 0,-1 0 0,0 0 0,-1-1 0,0 0 0,-19 14 1,30-27 304,-1 0 0,0-1 0,1 1 1,-1 0-1,0-1 0,0 0 1,0 1-1,0-1 0,1 0 1,-1 0-1,0 0 0,0 0 1,0 0-1,0 0 0,0-1 1,1 1-1,-1-1 0,0 1 0,0-1 1,1 0-1,-1 1 0,0-1 1,1 0-1,-1 0 0,1 0 1,-3-3-1,4 4 378,-13-11-9642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5.993"/>
    </inkml:context>
    <inkml:brush xml:id="br0">
      <inkml:brushProperty name="width" value="0.035" units="cm"/>
      <inkml:brushProperty name="height" value="0.035" units="cm"/>
    </inkml:brush>
  </inkml:definitions>
  <inkml:trace contextRef="#ctx0" brushRef="#br0">235 84 5328,'-14'-8'476,"11"6"-162,-1 0-1,1 1 0,0-1 1,0-1-1,0 1 1,-4-4 4215,-10 6-2947,8-1-995,0 1-1,0 0 1,0 0-1,0 1 0,0 1 1,0-1-1,0 2 0,1-1 1,-1 1-1,-9 4 1,13-3-307,-1-1 0,1 1 0,0 0 1,0 0-1,0 0 0,1 1 1,-1 0-1,1 0 0,0 0 1,1 0-1,-1 0 0,-3 9 0,6-12-133,0 1-1,-1 0 0,1-1 1,0 1-1,1 0 0,-1 0 1,0 0-1,1 0 0,-1 0 0,1 0 1,0 0-1,0 0 0,0 0 1,1 0-1,-1 0 0,1 0 0,0 0 1,-1 0-1,1-1 0,0 1 1,1 0-1,-1 0 0,0-1 1,1 1-1,0-1 0,-1 1 0,1-1 1,0 0-1,4 4 0,8 6 315,0 0-1,1-1 1,1-1-1,0 0 1,0-1-1,1 0 1,0-2-1,24 8 1,-26-11-403,90 23 182,-90-25-233,0 0 1,0 0-1,0-2 1,1 0-1,17-2 1,-24 1-8,-3 0 0,0 1 0,0-1 0,0 0 0,0-1 0,-1 0 0,1 0 0,0 0 0,6-4 0,14-11 0,-25 16 0,1 0 0,-1-1 0,0 1 0,0-1 1,0 1-1,0-1 0,0 1 0,0-1 0,0 0 0,0 1 0,-1-1 0,1 0 0,-1 1 0,1-1 1,-1 0-1,0 0 0,0 0 0,0 0 0,0 1 0,0-1 0,0-2 0,-8-36-8,7 37 5,-2-7-149,-1 1 0,0 0 0,-1 0 0,0 0 0,0 1 0,-1 0 0,0 0 0,0 0 0,-9-8 0,1 4-413,1 0 0,-1 0 0,-1 1 0,-19-10 0,6 7-326,-1 1-1,-1 2 0,0 1 1,-38-8-1,44 13-916,-45-4 0,8 9-7103,45 2 467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6.715"/>
    </inkml:context>
    <inkml:brush xml:id="br0">
      <inkml:brushProperty name="width" value="0.035" units="cm"/>
      <inkml:brushProperty name="height" value="0.035" units="cm"/>
    </inkml:brush>
  </inkml:definitions>
  <inkml:trace contextRef="#ctx0" brushRef="#br0">334 0 6101,'0'1'125,"1"1"1,-1-1 0,0 0 0,0 0 0,0 0 0,0 0 0,0 0 0,0 1 0,0-1-1,0 0 1,0 0 0,0 0 0,-1 0 0,1 0 0,0 0 0,-1 0 0,1 0 0,-1 0-1,1 0 1,-1 0 0,0 0 0,1 0 0,-1 0 0,0 0 0,0 0 0,0-1 0,0 1-1,1 0 1,-1 0 0,0-1 0,0 1 0,0-1 0,0 1 0,0-1 0,-1 1 0,1-1-1,0 0 1,0 0 0,0 1 0,0-1 0,0 0 0,-2 0 0,0-1 349,1 1 1,-1-1-1,0 1 1,1-1 0,-1 0-1,1 0 1,-4-2-1,-19-6 1521,18 9-1771,0 0 1,0 1 0,0 0-1,0 0 1,0 0 0,0 1-1,1 0 1,-1 0 0,1 1-1,-1 0 1,-8 5 0,6-3-122,1 1 0,-1 0 0,1 1 0,0 0 0,1 0 0,-1 0 0,-5 10 0,5-7-6,2 1 0,-1-1-1,2 1 1,-1 1 0,1-1 0,-6 22-1,9-24-32,0 0 0,1-1-1,0 1 1,0 0-1,1 0 1,0 0-1,0 0 1,1 0 0,0 0-1,3 9 1,-2-13-6,0 1 1,1-1-1,-1 0 1,1 0-1,0 0 0,0 0 1,0 0-1,1-1 1,0 0-1,0 0 1,0 0-1,0 0 1,1 0-1,-1-1 1,1 0-1,9 5 0,-11-7-62,0 1 0,0-1 0,0 0 0,0 0 0,0 0 0,1 0 0,-1-1 0,0 1 0,1-1 0,-1 0 0,0 0 0,1 0 0,-1 0 0,0-1 0,1 1 0,-1-1 0,0 0 0,0 0 0,0 0 0,1-1 0,-1 1-1,0-1 1,-1 1 0,1-1 0,0 0 0,0 0 0,-1 0 0,1-1 0,3-3 0,4-7-99,-1-1-1,0 0 1,-1 0 0,0-1-1,-1 0 1,-1 0 0,8-28-1,-8 17 629,0 1 0,-2-1 0,-1-1 1,0-28-1,-3 52 364,-1 3-846,-1 0-1,0 1 1,1-1-1,-1 0 1,1 1-1,-1 0 1,1-1-1,0 1 1,-1 0-1,1 0 1,0 0-1,-1 0 1,1 0-1,0 0 0,0 0 1,-2 3-1,-14 20 103,8-3-34,1 0 0,-10 42 0,3-10 9,-97 365 1057,70-247-763,-9 87 387,50-255-796,-3 25 238,-1 35 0,5-57-162,0 0 1,0 0-1,1 1 0,-1-1 0,1 0 0,1 0 1,-1 0-1,1 0 0,0 0 0,0 0 0,7 10 1,-8-14-39,1 0 0,0-1 0,0 1 0,-1-1 0,1 1 0,0-1 0,1 0 0,-1 0 0,0 0 0,0 0 0,0 0 0,1 0 0,-1 0 0,0-1 0,1 1 0,-1-1 0,1 0 1,-1 0-1,0 0 0,1 0 0,-1 0 0,5-1 0,4-1 74,-1 0 0,0-1 1,1 0-1,9-5 0,23-14-97,-1-1 0,-1-2-1,55-44 1,-35 25-29,-42 31-981,-1-1 1,0-1-1,-1-1 0,-1 0 0,19-24 1,-31 35 526,-1 0 0,0 0 0,0 0-1,-1 0 1,1-1 0,-1 1 0,0-1 0,0 0 0,-1 1 0,0-1 0,1-8 0,-2 10 167,0 0 0,-1 0 0,0 0 1,1 0-1,-1 0 0,0 0 0,-1 0 0,1 1 0,-1-1 1,0 0-1,0 1 0,0-1 0,0 1 0,0 0 0,-1-1 1,0 1-1,1 0 0,-5-3 0,-18-14-12409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7.994"/>
    </inkml:context>
    <inkml:brush xml:id="br0">
      <inkml:brushProperty name="width" value="0.035" units="cm"/>
      <inkml:brushProperty name="height" value="0.035" units="cm"/>
    </inkml:brush>
  </inkml:definitions>
  <inkml:trace contextRef="#ctx0" brushRef="#br0">44 11 9245,'10'-9'1469,"-10"9"-1445,0 0 1,0 0-1,0 0 0,0 0 0,0 0 0,0 0 0,0 0 0,0 0 0,-1 0 1,1 0-1,0 0 0,0 0 0,0 0 0,0 0 0,0 0 0,0 0 1,0 0-1,0 0 0,0 0 0,0 0 0,0 0 0,0 0 0,0 0 0,0 0 1,0 0-1,0 0 0,0 0 0,0 0 0,-1 0 0,1 0 0,0 0 1,0 0-1,0 0 0,0 0 0,0 0 0,0 0 0,0 0 0,0 0 0,0 0 1,0-1-1,0 1 0,0 0 0,0 0 0,0 0 0,0 0 0,0 0 0,0 0 1,0 0-1,0 0 0,0 0 0,0 0 0,0 0 0,0 0 0,0 0 1,0 0-1,0 0 0,0 0 0,0 0 0,0-1 0,0 1 0,0 0 0,0 0 1,-22 11 6391,19-10-4891,1 0-1379,1-1 0,0 0 0,-1 1 0,1-1 0,0 1 0,-1 0 1,1-1-1,0 1 0,0 0 0,-1 0 0,1 0 0,0 0 0,0 0 0,0 0 0,0 0 0,0 0 0,0 0 1,1 1-1,-1-1 0,0 0 0,1 1 0,-1-1 0,0 2 0,0 2 103,1-1-1,0 1 1,0-1 0,1 1 0,-1-1-1,1 1 1,1 5 0,66 492 5238,-66-413-5814,0-2-2106,7-29-3607,-3-39-1203,2-1-4889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8.213"/>
    </inkml:context>
    <inkml:brush xml:id="br0">
      <inkml:brushProperty name="width" value="0.035" units="cm"/>
      <inkml:brushProperty name="height" value="0.035" units="cm"/>
    </inkml:brush>
  </inkml:definitions>
  <inkml:trace contextRef="#ctx0" brushRef="#br0">0 1 18342,'0'0'2767,"4"1"-100,246 58 6324,-228-54-8991,-2 0 0,37 4 0,-24-5-431,-30-4-2098,-9 0-2356,-23-4-3365,-17-6-5438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8.744"/>
    </inkml:context>
    <inkml:brush xml:id="br0">
      <inkml:brushProperty name="width" value="0.035" units="cm"/>
      <inkml:brushProperty name="height" value="0.035" units="cm"/>
    </inkml:brush>
  </inkml:definitions>
  <inkml:trace contextRef="#ctx0" brushRef="#br0">77 1 6693,'-38'9'1515,"30"-7"4874,0 13-4295,-14 39 2023,22-53-4045,0 0 0,0 0-1,0 0 1,-1 0 0,1 0 0,1 0 0,-1 0-1,0 0 1,0 0 0,0 0 0,0-1 0,1 1 0,-1 0-1,0 0 1,1 0 0,-1 0 0,1 0 0,-1 0-1,1-1 1,0 2 0,1 1 195,1 4 45,0-1 0,0 1 0,1-1-1,0 1 1,0-1 0,1-1 0,0 1 0,0-1-1,0 1 1,0-1 0,1-1 0,12 9-1,2-2 443,1 0-1,38 13 0,-36-15-234,17 5 452,1-2 1,81 13 0,-75-20-754,80 0 1,-122-5-219,-1-1 0,0 1 0,1-1 0,-1 0 0,1 0 0,-1 0 0,0-1 0,0 1 0,0-1 0,0 0 0,0 0 0,0-1 0,0 1 0,-1-1 0,1 0 0,-1 0 0,4-4 0,-5 5-9,-1 1 0,0-1 0,0 0 0,0 0-1,0 0 1,0 1 0,-1-1 0,1 0 0,0 0 0,-1 0 0,1 0 0,-1 0 0,0 0-1,0 0 1,0 0 0,0-1 0,0 1 0,-1-3 0,-9-30-509,9 34 480,-3-8-198,0 1 1,-1 0-1,-1 0 1,1 0 0,-1 0-1,-1 1 1,1 0 0,-16-12-1,8 8-221,-1 0 1,0 1-1,-30-14 0,21 14-141,0 1 0,0 2 0,-1 0 0,0 2 0,0 0 0,0 2 0,-1 1 0,1 1 0,-1 1 0,-31 4 0,50-3-472,0 0-1,0 0 1,1 1 0,-1 0-1,0 0 1,-10 6 0,10-4-1292,-9 4-6314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9.548"/>
    </inkml:context>
    <inkml:brush xml:id="br0">
      <inkml:brushProperty name="width" value="0.035" units="cm"/>
      <inkml:brushProperty name="height" value="0.035" units="cm"/>
    </inkml:brush>
  </inkml:definitions>
  <inkml:trace contextRef="#ctx0" brushRef="#br0">6 81 14393,'-1'-2'303,"0"0"0,0 0 0,0 0-1,1-1 1,-1 1 0,1 0 0,-1-1-1,1 1 1,0 0 0,0-1 0,0 1-1,0 0 1,1-1 0,-1 1-1,1-4 1,0 5-96,0-1 1,0 1-1,-1-1 0,1 1 0,0 0 0,0 0 0,0-1 1,0 1-1,1 0 0,-1 0 0,0 0 0,0 0 1,1 0-1,-1 0 0,0 0 0,1 1 0,-1-1 0,1 0 1,-1 1-1,1-1 0,-1 1 0,1 0 0,3-1 1,115-8 6293,-20 1-5556,-96 8-1953,-36 10-14797,-11 3 3946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09.691"/>
    </inkml:context>
    <inkml:brush xml:id="br0">
      <inkml:brushProperty name="width" value="0.035" units="cm"/>
      <inkml:brushProperty name="height" value="0.035" units="cm"/>
    </inkml:brush>
  </inkml:definitions>
  <inkml:trace contextRef="#ctx0" brushRef="#br0">1 159 18058,'40'-23'2708,"-3"17"-100,-2 1-288,2-4-507,-2 0-257,2 4-372,3-4-244,1 0-360,-24 6-664,9-5-572,3 2-1056,-12-11-1081,0-3-1739,-8 5-1965,-1 1-6012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0.446"/>
    </inkml:context>
    <inkml:brush xml:id="br0">
      <inkml:brushProperty name="width" value="0.035" units="cm"/>
      <inkml:brushProperty name="height" value="0.035" units="cm"/>
    </inkml:brush>
  </inkml:definitions>
  <inkml:trace contextRef="#ctx0" brushRef="#br0">379 9 12429,'0'0'9374,"-4"-1"-8816,-8-1-388,0 0-1,0 0 0,0 1 1,0 0-1,0 1 0,0 1 1,0 0-1,0 0 0,0 1 1,0 1-1,0 0 0,1 0 0,-1 1 1,1 1-1,0 0 0,0 1 1,1 0-1,-14 9 0,5 0 135,-1 0 230,1 0 0,-25 27-1,40-37-440,0-1-1,1 0 1,-1 1-1,1-1 1,0 1 0,0 0-1,1 0 1,0 1-1,-1-1 1,2 0-1,-1 1 1,1-1-1,0 1 1,0-1 0,0 1-1,0 7 1,2-8-36,0 0 0,-1-1 0,1 1 1,1 0-1,-1-1 0,1 1 0,0-1 1,0 1-1,0-1 0,0 0 1,1 0-1,0 0 0,4 4 0,-5-5-44,0-1 0,1 0 0,-1 1 0,1-1 0,-1-1-1,1 1 1,0 0 0,0-1 0,0 1 0,0-1 0,0 0-1,0 0 1,0 0 0,0 0 0,1-1 0,-1 1 0,0-1 0,1 0-1,-1 0 1,5 0 0,4-2-164,0 0 0,-1-1 0,1 0 0,-1-1 0,0 0 0,0-1-1,0 0 1,0-1 0,-1 0 0,0 0 0,11-10 0,-6 2-134,-1 0 0,0-1 0,-1 0 0,-1-1 0,17-31-1,-26 44 246,2-5 100,1-1-1,-1 0 1,0 1-1,-1-1 1,0-1-1,-1 1 1,0-1-1,0 1 1,-1-1-1,1-12 1,-3 20 1789,-15 16-1093,9-6-659,1 0 0,-1 1 0,1 0 1,1 0-1,0 0 0,0 1 0,1 0 0,0-1 0,-1 14 0,-3 1 77,-107 471 1624,59-44-1798,51-419 0,3-19 0,-1 0 0,2 25 0,1-35 0,2 11 0,-2-13 0,0-1 0,1 1 0,-1-1 0,0 1 0,0-1 0,0 0 0,0 1 0,1-1 0,-1 0 0,0 0 0,0 0 0,1 0 0,-1 0 0,0 0 0,0 0 0,0-1 0,2 1 0,23-8 0,-9-1 0,0-1 0,0 0 0,-1-2 0,0 0 0,15-15 0,10-8 0,244-172 0,-228 175 0,-35 20 0,-20 8 0,0 0 0,-2 4 0,0 0 0,0 0 0,0 0 0,0 0 0,1-1 0,-1 1 0,0 0 0,0 0 0,0 0 0,0-1 0,0 1 0,0 0 0,1 0 0,-1-1 0,0 1 0,0 0 0,0 0 0,0-1 0,0 1 0,0 0 0,0 0 0,0-1 0,0 1 0,0 0 0,0-1 0,0 1 0,0 0 0,-1 0 0,1 0 0,0-1 0,0 1 0,0 0 0,0 0 0,0-1 0,0 1 0,-1 0 0,1 0 0,0 0 0,0-1 0,0 1 0,-1 0 0,1 0 0,0 0 0,0 0 0,0 0 0,-1-1 0,1 1 0,0 0 0,0 0 0,-1 0 0,1 0 0,0 0 0,0 0 0,-1 0 0,-9-1 0,-27 1 40,24 4-151,6-1-205,3-2-1187,-13-4-3341,1-1 564,6-3-2620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1.124"/>
    </inkml:context>
    <inkml:brush xml:id="br0">
      <inkml:brushProperty name="width" value="0.035" units="cm"/>
      <inkml:brushProperty name="height" value="0.035" units="cm"/>
    </inkml:brush>
  </inkml:definitions>
  <inkml:trace contextRef="#ctx0" brushRef="#br0">73 3 13569,'-34'-2'2772,"25"5"509,3 6-2646,6-8-153,-3 5-29,0-1 0,0 1 0,1 0 0,-1 0 0,1 0 0,1 1 0,-1-1 0,0 11 0,0 55 698,2-49-695,26 587 1957,1-414-4441,7-69-6316,-27-110 2435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1.408"/>
    </inkml:context>
    <inkml:brush xml:id="br0">
      <inkml:brushProperty name="width" value="0.035" units="cm"/>
      <inkml:brushProperty name="height" value="0.035" units="cm"/>
    </inkml:brush>
  </inkml:definitions>
  <inkml:trace contextRef="#ctx0" brushRef="#br0">1 230 15489,'4'-14'794,"0"0"-1,1 1 0,1 0 0,1 0 1,0 0-1,0 1 0,1 0 0,10-11 1,-4 10 317,1 1 0,0 1 1,1 1-1,0 0 0,1 1 1,35-14-1,-46 20-1007,1 1-1,0-1 1,-1 1 0,1 1-1,0 0 1,0 0 0,1 0 0,-1 0-1,0 1 1,0 1 0,0-1-1,0 1 1,10 2 0,-13-2-68,-1 1 0,1-1 0,0 1 1,0 0-1,-1-1 0,0 2 1,1-1-1,-1 0 0,0 1 1,0-1-1,0 1 0,0 0 0,0 0 1,-1 0-1,0 0 0,1 1 1,-1-1-1,0 1 0,0-1 1,-1 1-1,1 0 0,-1-1 0,0 1 1,1 5-1,0 10-36,-1-1 0,-1 1 0,0 0 0,-2-1 0,-6 35 0,3-23 0,-2 15-462,-2-1 0,-1-1 0,-3 1-1,-2-2 1,-1 0 0,-2-1 0,-46 75 0,57-105 15,-1-1 0,0 0-1,0 0 1,-11 9 0,16-17 288,1 0 0,-1 0 0,1 0 0,-1-1 0,1 1 0,-1-1 1,0 1-1,0-1 0,0 0 0,-4 1 0,5-2 71,1 0 0,-1 0 0,0 0 1,1 0-1,-1 0 0,1-1 0,-1 1 0,1 0 0,-1-1 1,1 1-1,-1-1 0,1 0 0,-1 1 0,1-1 0,0 0 1,-1 0-1,1 0 0,0 0 0,0 0 0,0 0 0,-2-2 0,1 0-112,0 0 0,0 0 0,0 0 0,1 0 0,-1 0 0,1 0 0,0-1 0,0 1-1,0 0 1,1-1 0,-1 1 0,1 0 0,-1-1 0,2-6 0,-1 2-334,1-1 0,0 0 1,1 1-1,5-16 1,7-16-3781,28-54 1,-16 50-1560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1.816"/>
    </inkml:context>
    <inkml:brush xml:id="br0">
      <inkml:brushProperty name="width" value="0.035" units="cm"/>
      <inkml:brushProperty name="height" value="0.035" units="cm"/>
    </inkml:brush>
  </inkml:definitions>
  <inkml:trace contextRef="#ctx0" brushRef="#br0">517 30 10589,'-1'-1'197,"1"-1"1,-1 1-1,0-1 1,1 1-1,-1-1 0,0 1 1,0-1-1,0 1 1,0 0-1,0-1 1,0 1-1,-1 0 0,1 0 1,0 0-1,0 0 1,-1 0-1,1 0 1,-1 0-1,1 1 0,-1-1 1,-2 0-1,-4-3 498,1 4 605,-31 14 852,17-8-1365,1 2 1,0 0 0,0 1-1,-35 23 1,26-11-44,2 1 1,0 2-1,-26 30 1,37-35-419,1 0 0,1 2 0,1-1 0,1 2 1,-15 33-1,13-16-11,1 0-1,2 1 1,1 0 0,3 1-1,1 0 1,2 0 0,2 0-1,3 54 1,2-56-244,2 0-1,1-1 1,2 0-1,1 0 0,2-1 1,2 0-1,1-1 1,37 67-1,-42-89-314,1 1 0,0-1-1,1-1 1,1 0 0,0 0 0,1-1-1,18 14 1,-19-18-612,0-1 1,0 0-1,0-1 0,1 0 1,0-1-1,0-1 0,0 0 1,1 0-1,21 2 0,14-1-5970,2-4-4271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2.149"/>
    </inkml:context>
    <inkml:brush xml:id="br0">
      <inkml:brushProperty name="width" value="0.035" units="cm"/>
      <inkml:brushProperty name="height" value="0.035" units="cm"/>
    </inkml:brush>
  </inkml:definitions>
  <inkml:trace contextRef="#ctx0" brushRef="#br0">61 0 10673,'-11'6'6343,"3"-1"-3531,7-5-2740,0 0 0,1 0 0,-1 1 0,0-1 0,1 0 0,-1 0 0,0 0 0,1 1-1,-1-1 1,0 0 0,1 1 0,-1-1 0,1 1 0,-1-1 0,1 1 0,-1-1 0,1 1 0,-1-1 0,1 1 0,-1-1 0,1 1 0,0-1-1,-1 1 1,1 0 0,0-1 0,-1 1 0,1 0 0,0-1 0,0 2 0,-10 117 3235,-1 17-744,6-33-1596,19-127-3858,-13 18 2345,0 0-1,0-1 0,0 1 1,0-1-1,-1 1 1,0-1-1,-1 1 0,1-1 1,-1 1-1,-3-8 0,-2-29-5908,7-2-4025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2.400"/>
    </inkml:context>
    <inkml:brush xml:id="br0">
      <inkml:brushProperty name="width" value="0.035" units="cm"/>
      <inkml:brushProperty name="height" value="0.035" units="cm"/>
    </inkml:brush>
  </inkml:definitions>
  <inkml:trace contextRef="#ctx0" brushRef="#br0">1 4 18906,'3'-1'556,"0"0"0,0 1 0,0-1 0,0 1-1,0-1 1,1 1 0,-1 0 0,0 0 0,0 1 0,0-1 0,1 0 0,-1 1 0,0 0 0,0 0 0,0 0 0,0 0 0,3 2 0,9 5 867,28 17 0,-37-21-1106,5 4-248,1 1 1,-1 1-1,0 0 1,-1 1-1,-1 0 1,1 1 0,-2-1-1,14 26 1,-3-2-48,-2 1-1,12 40 1,-8-9-22,-2 1 0,-4 1 0,-3 0 0,5 93 0,-20 283 0,-8-295-342,-6-1 0,-53 213 0,18-188-5491,12-63-3637,9-36-3984</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2.916"/>
    </inkml:context>
    <inkml:brush xml:id="br0">
      <inkml:brushProperty name="width" value="0.035" units="cm"/>
      <inkml:brushProperty name="height" value="0.035" units="cm"/>
    </inkml:brush>
  </inkml:definitions>
  <inkml:trace contextRef="#ctx0" brushRef="#br0">12 55 13273,'1'8'2650,"-5"-12"-493,-4-12 1372,7 14-1118,79-5 4847,-31 2-6054,208-21-919,-255 26-285,4-1-46,0 1-1,-1-1 1,1 1 0,0-1-1,0 1 1,0 0-1,0 1 1,0-1 0,-1 1-1,8 1 1,-11-1-17,8 2-1657,-11-3-277,1 0 1594,0 0 0,0 0 1,0 0-1,0 0 0,0 0 1,0 0-1,0 1 0,0-1 1,0 1-1,0-1 0,1 1 1,-1 0-1,0 0 0,-2 1 1,-17 20-6898,-4 2-4853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3.058"/>
    </inkml:context>
    <inkml:brush xml:id="br0">
      <inkml:brushProperty name="width" value="0.035" units="cm"/>
      <inkml:brushProperty name="height" value="0.035" units="cm"/>
    </inkml:brush>
  </inkml:definitions>
  <inkml:trace contextRef="#ctx0" brushRef="#br0">1 144 19810,'46'-5'3012,"-18"-16"-228,1 7-503,-3 2-393,9 4-384,-1-4-304,1 1-912,-1 2-288,-20 6 0,7-5 0,5-1-2048,-21-5-1172,4-4-469,-29 21-17137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3.612"/>
    </inkml:context>
    <inkml:brush xml:id="br0">
      <inkml:brushProperty name="width" value="0.035" units="cm"/>
      <inkml:brushProperty name="height" value="0.035" units="cm"/>
    </inkml:brush>
  </inkml:definitions>
  <inkml:trace contextRef="#ctx0" brushRef="#br0">40 14 12985,'-10'-12'1771,"10"11"-1713,0 1 0,0 0-1,-1 0 1,1 0 0,0 0 0,0 0-1,-1 0 1,1 0 0,0 0-1,0 0 1,-1 0 0,1 0-1,0 0 1,0 0 0,0 0-1,-1 0 1,1 0 0,0 0 0,0 0-1,-1 0 1,1 0 0,0 0-1,0 0 1,0 0 0,-1 1-1,1-1 1,0 0 0,0 0 0,0 0-1,-1 0 1,1 1 0,0-1-1,-12 27 3253,10-21-2899,0 1 639,0 0 0,1 0 0,-2 15-1,3-9-435,0 1 0,3 16 0,0 3 213,8 400 4344,-9-315-4838,0-13-1012,24 152 0,-7-134-4208,-12-69-7090,-4-34 430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3.882"/>
    </inkml:context>
    <inkml:brush xml:id="br0">
      <inkml:brushProperty name="width" value="0.035" units="cm"/>
      <inkml:brushProperty name="height" value="0.035" units="cm"/>
    </inkml:brush>
  </inkml:definitions>
  <inkml:trace contextRef="#ctx0" brushRef="#br0">23 38 14961,'-22'-2'2494,"25"-2"1028,16-15-913,-15 17-2249,-1 0 1,1 1-1,0-1 0,-1 1 0,1 0 0,0 0 0,0 0 1,-1 0-1,9 0 0,33 2 1527,-36-1-1591,2 2 151,1-1 0,-1 1 0,0 1 0,0 0 0,12 4 1,-9-2-154,-9-3-282,0-1 1,0 1-1,0 0 0,-1 1 0,1-1 0,-1 1 0,1 0 0,-1 0 0,0 1 0,0-1 1,0 1-1,0 0 0,-1 0 0,0 0 0,0 0 0,0 1 0,0-1 0,0 1 0,-1 0 1,0 0-1,0 0 0,0 0 0,-1 0 0,0 0 0,0 0 0,0 1 0,-1-1 0,1 0 1,-1 6-1,-1 5-6,-1 0 0,0 0 0,-1 0 0,0 0 0,-2 0 1,0-1-1,0 0 0,-10 17 0,-64 119-2302,72-137 1517,0-1 0,-1 0 0,-1-1 0,-11 14 0,15-21-46,0 0 0,0 0 1,-1-1-1,-9 7 0,11-8-336,-1-1-1,1 0 1,-1 0 0,0 0 0,0-1-1,0 1 1,-6 0 0,-11-1-9017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4.355"/>
    </inkml:context>
    <inkml:brush xml:id="br0">
      <inkml:brushProperty name="width" value="0.035" units="cm"/>
      <inkml:brushProperty name="height" value="0.035" units="cm"/>
    </inkml:brush>
  </inkml:definitions>
  <inkml:trace contextRef="#ctx0" brushRef="#br0">133 165 10929,'0'-2'127,"0"1"1,0-1-1,0 1 0,-1 0 1,1 0-1,0-1 0,-1 1 0,1 0 1,-1-1-1,0 1 0,1 0 1,-1 0-1,0 0 0,0 0 1,1 0-1,-1 0 0,0 0 1,-2-1-1,2 1 61,-1 1 1,1 0 0,-1 0-1,1 0 1,-1 0-1,1 0 1,-1 0 0,0 0-1,1 0 1,-1 0-1,1 1 1,-1-1 0,1 1-1,-3 0 1,2 1-7,0-1 0,1 0 0,-1 1 1,1-1-1,-1 1 0,1 0 0,0-1 0,0 1 1,0 0-1,0 0 0,0 0 0,0 0 0,0 0 1,0 0-1,1 0 0,-1 0 0,1 0 0,-1 2 1,-2 6 371,-5 12 23,0-3 820,-10 36 0,-3 24 894,19-74-1560,-8 23 1459,9-25-1408,2 1-389,1-1-1,-1 1 1,0-1-1,0 1 1,1 7 0,-2-8 181,11-41-295,-6-3-279,-1 0 0,-2 0 0,-2 0 0,-2 0 0,-8-50 0,8 76 0,-6-30 0,-2 11-521,9 31-138,1 7-4276,3 47 576,4-23-3597,0-2-3397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5.044"/>
    </inkml:context>
    <inkml:brush xml:id="br0">
      <inkml:brushProperty name="width" value="0.035" units="cm"/>
      <inkml:brushProperty name="height" value="0.035" units="cm"/>
    </inkml:brush>
  </inkml:definitions>
  <inkml:trace contextRef="#ctx0" brushRef="#br0">423 29 10957,'-3'-1'167,"0"-1"56,0 0 0,0 1 0,0-1 0,-1 1 0,1 0-1,0 0 1,-1 0 0,1 1 0,-5-1 0,5 1 350,0 0-1,0 1 1,-1-1 0,1 1-1,0 0 1,0 0 0,-4 2-1,-10 5 571,-110 53 2977,109-50-3817,1 0 0,0 2 0,1-1 1,-26 28-1,32-29-95,-9 7 211,2 2 1,-28 40-1,44-59-412,0 1 0,0-1 0,0 0 0,0 1 0,0-1 0,1 1 0,-1-1 0,1 1 0,-1-1 0,1 1 0,0-1 0,-1 1 0,1 0 0,0-1 0,0 1 0,0 0 0,0-1 0,0 1 0,1-1 0,-1 1 0,0 0 0,1-1 0,-1 1 0,1-1 0,0 1 0,-1-1 0,1 1 0,1 1 0,1-1-61,0 1 1,-1-1-1,1 0 0,0 0 0,0 0 1,0-1-1,0 1 0,1-1 1,-1 1-1,0-1 0,1 0 0,5 0 1,1 1-143,0-1 0,0 0 0,0-1 0,0 0 1,0-1-1,0 0 0,0-1 0,0 0 0,0 0 0,-1-1 1,1 0-1,-1-1 0,0 0 0,0-1 0,0 0 0,0 0 1,-1 0-1,14-12 0,-11 7 62,-1 0 0,1 0-1,-1-1 1,-1-1 0,0 1 0,-1-1 0,0-1-1,-1 1 1,0-2 0,-1 1 0,0 0 0,3-17 0,12-65 2307,-20 92-1403,-10-26 1652,9 26-770,0 8-901,7 94 5,-5 0-1,-10 100 0,-37 199 1660,34-320-2316,-6 26-99,8-55 0,2 1 0,0 51 0,10-61 0,-3-39 0,0-1 0,0 1 0,0-1 0,0 1 0,0 0 0,0-1 0,1 1 0,-1-1 0,0 1 0,0 0 0,1-1 0,-1 1 0,0-1 0,1 1 0,-1-1 0,0 1 0,1-1 0,-1 1 0,1-1 0,0 1 0,1 0 0,1-1 0,-1 0 0,1 1 0,-1-1 0,1 0 0,-1 0 0,0 0 0,1-1 0,-1 1 0,1 0 0,-1-1 0,0 0 0,1 1 0,2-2 0,2-1 0,0-1 0,0 1 0,11-8 0,15-15 0,55-57 0,-5 5 0,-78 74-198,0-1 1,-1 0-1,1 0 1,-1 0-1,-1 0 1,1-1-1,-1 1 1,4-10-1,-3 9-335,-4 4 189,1 1 0,-1-1 0,1 0 0,-1 1 0,1-1 1,-1 0-1,0 0 0,0 1 0,0-1 0,0 0 0,0 0 0,0 1 0,0-1 0,0 0 0,-1 0 0,1 1 0,-1-1 0,1 0 1,-1 1-1,0-1 0,0 1 0,0-1 0,-1-2 0,-8-9-5638,9 12 5259,-13-12-11790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6.944"/>
    </inkml:context>
    <inkml:brush xml:id="br0">
      <inkml:brushProperty name="width" value="0.035" units="cm"/>
      <inkml:brushProperty name="height" value="0.035" units="cm"/>
    </inkml:brush>
  </inkml:definitions>
  <inkml:trace contextRef="#ctx0" brushRef="#br0">0 16 4848,'0'0'5942,"2"-2"-4495,5-7 775,1 5 6252,-1 13-1965,-1 5-7781,4 21 2399,-1 0 1,-2 1 0,4 62-1,-9-83-1092,2 38-318,-7 103-1,3-149-290,0 1-1,1 0 0,-1-1 1,1 1-1,3 8 0,6 17-6634,8-22-11298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7.133"/>
    </inkml:context>
    <inkml:brush xml:id="br0">
      <inkml:brushProperty name="width" value="0.035" units="cm"/>
      <inkml:brushProperty name="height" value="0.035" units="cm"/>
    </inkml:brush>
  </inkml:definitions>
  <inkml:trace contextRef="#ctx0" brushRef="#br0">0 17 20194,'32'-8'5676,"-12"25"-3259,-3-5-325,3-12-392,1 0-1012,4 0-688,1 0 0,0 0 0,0 0 0,-9-3 0,3 0 0,-25-12-12541,-1-2-4701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7.562"/>
    </inkml:context>
    <inkml:brush xml:id="br0">
      <inkml:brushProperty name="width" value="0.035" units="cm"/>
      <inkml:brushProperty name="height" value="0.035" units="cm"/>
    </inkml:brush>
  </inkml:definitions>
  <inkml:trace contextRef="#ctx0" brushRef="#br0">73 208 14829,'-11'13'2184,"0"0"-1,0 0 1,-9 18-1,4-13 1476,12-18-366,8-10-1768,2-7-1309,0 0 0,7-30 0,-4 14-137,-5 19-79,0 0 0,0-1 0,-2 1 0,2-22 0,0 13 0,8-9-291,-12 30 39,0 1 1,0 0-1,-1 0 1,1 0-1,0-1 1,-1 1-1,1 0 1,-1 0 0,1 0-1,-1 0 1,0 0-1,1 0 1,-1 0-1,0 0 1,0 0-1,0 0 1,0 1 0,-1-2-1,0-1-1408,-11 14-3188,4 1-1524,-3 6-5462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8.112"/>
    </inkml:context>
    <inkml:brush xml:id="br0">
      <inkml:brushProperty name="width" value="0.035" units="cm"/>
      <inkml:brushProperty name="height" value="0.035" units="cm"/>
    </inkml:brush>
  </inkml:definitions>
  <inkml:trace contextRef="#ctx0" brushRef="#br0">0 88 18630,'15'-34'2738,"-15"34"-2661,0 0 0,0-1 0,0 1 1,0 0-1,0 0 0,0-1 0,0 1 0,0 0 0,0-1 1,0 1-1,0 0 0,1 0 0,-1-1 0,0 1 0,0 0 1,0 0-1,1-1 0,-1 1 0,0 0 0,0 0 0,0 0 1,1-1-1,-1 1 0,0 0 0,0 0 0,1 0 0,-1 0 1,0 0-1,1-1 0,-1 1 0,0 0 0,1 0 0,-1 0 1,76-16 6447,6-1-4346,-69 15-2411,-1 1 0,0 1 0,0-1-1,0 2 1,1 0 0,-1 0-1,17 5 1,-41-20-5257,11 14 5147,0-1 0,-1 0 1,1 1-1,0-1 0,-1 1 0,1 0 0,-1-1 1,1 1-1,-1 0 0,1 0 0,-1 0 1,1 0-1,-1 0 0,1 0 0,-1 0 0,1 0 1,-1 1-1,1-1 0,-1 1 0,1-1 0,0 1 1,-1-1-1,1 1 0,0 0 0,-1 0 0,1 0 1,0 0-1,-2 1 0,0 0-575,-27 12-10619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8.256"/>
    </inkml:context>
    <inkml:brush xml:id="br0">
      <inkml:brushProperty name="width" value="0.035" units="cm"/>
      <inkml:brushProperty name="height" value="0.035" units="cm"/>
    </inkml:brush>
  </inkml:definitions>
  <inkml:trace contextRef="#ctx0" brushRef="#br0">0 109 17782,'49'-11'2720,"-9"-6"-120,-5 11-304,-3 0-436,-1-2-331,1 2-301,8 0-252,0-3-248,1-2-640,-21 8-596,11 0-696,7-11-864,-30 5 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8.588"/>
    </inkml:context>
    <inkml:brush xml:id="br0">
      <inkml:brushProperty name="width" value="0.035" units="cm"/>
      <inkml:brushProperty name="height" value="0.035" units="cm"/>
    </inkml:brush>
  </inkml:definitions>
  <inkml:trace contextRef="#ctx0" brushRef="#br0">12 1 16950,'26'10'5103,"-23"-9"-2867,-1 1-56,1 0-1947,-1 1 1,1 0-1,0 0 0,-1 0 1,1 0-1,-1 1 0,0-1 0,0 0 1,0 1-1,-1 0 0,1-1 1,-1 1-1,0 0 0,1 6 1,1 6 690,-1 0 1,-1 20 0,-1-31-901,0 28-24,-6 40 0,1-19 0,-29 221 0,16-154 0,13-88-39,0-1-381,1 0 1,1 1-1,4 54 0,7-41-2349,5-7-4478,-13-39 7135,0 0 1,0 1-1,0-1 0,0 0 0,0 0 1,0 0-1,0 0 0,16-7-17043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8.888"/>
    </inkml:context>
    <inkml:brush xml:id="br0">
      <inkml:brushProperty name="width" value="0.035" units="cm"/>
      <inkml:brushProperty name="height" value="0.035" units="cm"/>
    </inkml:brush>
  </inkml:definitions>
  <inkml:trace contextRef="#ctx0" brushRef="#br0">11 113 11353,'-10'-27'2430,"11"18"1091,7 2-2614,-7 7-409,2-4 63,1 1 0,0 0-1,0 0 1,0 0 0,0 1 0,1-1-1,-1 1 1,1 0 0,0 0 0,-1 1-1,1 0 1,0-1 0,9 0 0,36-6 66,129-18 2826,-154 24-3027,1 1-1,0 2 0,0 0 1,50 10-1,-71-10-425,0 0 0,1 1 0,-1 0 0,0 0 0,0 0 0,0 0 0,-1 1 0,1 0 0,-1 0 0,1 0 0,-1 1 0,0-1 0,0 1 0,0 0 0,3 6 0,-6-8 0,0 0 0,0 1 0,0-1 0,-1 0 0,1 1 0,-1-1 0,0 0 0,0 1 0,1-1 0,-2 1 0,1-1 0,0 0 0,0 1 0,-1-1 0,1 1 0,-1-1 0,0 0 0,-1 3 0,-17 35 0,18-39 0,-9 13 0,-1 0 0,0 0 0,-1-2 0,-1 1 0,0-2 0,-28 20 0,5-3 0,13-9-1630,-1-1 0,-30 18 0,46-32 1082,-1 1 1,1-1-1,-1 0 1,0-1-1,0 0 1,0-1-1,0 0 1,-1 0-1,1 0 1,-18-1-1,22-2 43,0 0 0,0 0 0,0 0 0,1-1 0,-1 1 0,1-1 0,-6-3 0,0 0-834,-7-4-3906,8-4-3001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19.343"/>
    </inkml:context>
    <inkml:brush xml:id="br0">
      <inkml:brushProperty name="width" value="0.035" units="cm"/>
      <inkml:brushProperty name="height" value="0.035" units="cm"/>
    </inkml:brush>
  </inkml:definitions>
  <inkml:trace contextRef="#ctx0" brushRef="#br0">26 345 14101,'-2'0'337,"1"0"0,0 0 0,0-1 0,-1 1-1,1-1 1,0 1 0,-1-1 0,1 1 0,0-1 0,0 0-1,0 1 1,0-1 0,0 0 0,0 0 0,0 0-1,0 0 1,0 0 0,0 0 0,0 0 0,1 0 0,-2-2-1,2 3-256,0-1 0,0 1 0,0-1 0,0 1 0,0-1 0,0 1-1,0 0 1,0-1 0,0 1 0,0-1 0,0 1 0,0-1 0,0 1-1,0 0 1,1-1 0,-1 1 0,0 0 0,0-1 0,0 1 0,1-1-1,-1 1 1,0 0 0,1-1 0,-1 1 0,0 0 0,2-1 137,-1 0-1,0 0 1,1 0 0,-1 1 0,1-1 0,-1 1 0,1-1-1,-1 1 1,1-1 0,2 1 0,282-53 3790,-23 4-1220,245-28-2787,-473 72 0,26-5 0,90-25 0,-143 32-245,0 0 0,-1 0-1,1-1 1,-1 0 0,13-9 0,-20 12 177,1 1 18,-1 0 0,0 0 0,0 0 0,0 0 0,0 0 0,0 0 0,1 0 0,-1 0 0,0 0 0,0 0 0,0 0 0,0 0 0,0 0 0,0 0 0,0-1 0,0 1 0,1 0 0,-1 0 0,0 0 0,0 0 0,0 0 0,0 0 0,0 0 0,0-1 0,0 1 0,0 0 0,0 0 0,0 0 0,0 0 1,0 0-1,0-1 0,0 1 0,0 0 0,0 0 0,0 0 0,0 0 0,0 0 0,0-1 0,0 1 0,0 0 0,0 0 0,0 0 0,0 0 0,0 0 0,0 0 0,0-1 0,0 1 0,-1 0 0,1 0 0,0 0 0,0 0 0,0 0 0,-2-3-658,-10-16-4363,-1 8-1233,-19-2-7208</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0:20.674"/>
    </inkml:context>
    <inkml:brush xml:id="br0">
      <inkml:brushProperty name="width" value="0.035" units="cm"/>
      <inkml:brushProperty name="height" value="0.035" units="cm"/>
    </inkml:brush>
  </inkml:definitions>
  <inkml:trace contextRef="#ctx0" brushRef="#br0">217 304 6137,'-95'4'1262,"91"-4"-1087,0 1 0,0-1 0,0 1 0,0 0 1,0 0-1,0 0 0,0 0 0,0 1 0,0 0 1,1-1-1,-6 5 0,-12 4 798,14-7-119,0-1 1,0 1-1,0 1 1,-13 8 4034,25-12-4636,0 1-1,0-1 1,0 0-1,0-1 1,9-1-1,-1 0 165,111-20 2097,29-10-110,-26 4-1108,426-31 1646,4 37-1756,-220 11-789,31-2-199,138-6 100,181-16 265,-111 3-381,-21 1-108,195-14-74,-611 39 0,-105 11 0,-16-5 0,-2 3-7,-13 3-49,-8 2-422,3-5 249,1-1 1,0 0-1,-1 0 1,1 0 0,-1 0-1,0 0 1,0 0 0,0 0-1,0-1 1,0 1-1,0-1 1,0 1 0,-1-1-1,1 0 1,0 0 0,-1 0-1,1 0 1,-1 0-1,1 0 1,-1-1 0,1 1-1,-1-1 1,0 0 0,1 0-1,-5 0 1,-1-1-1389,0 0 0,0 0 0,0-1 0,0 0 0,0 0 0,-14-7 0,-9-6-10368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02.963"/>
    </inkml:context>
    <inkml:brush xml:id="br0">
      <inkml:brushProperty name="width" value="0.035" units="cm"/>
      <inkml:brushProperty name="height" value="0.035" units="cm"/>
    </inkml:brush>
  </inkml:definitions>
  <inkml:trace contextRef="#ctx0" brushRef="#br0">0 271 11769,'0'0'7869,"3"-1"-6808,113-36 2611,-40 15-2477,33-10 416,214-33 0,119 18-139,-356 39-1253,76-4 219,-159 12-393,-5 1-2327,-1-1 1925,0 1 1,0 0-1,1-1 0,-1 0 0,0 0 1,0 0-1,0 0 0,1 0 1,-1 0-1,0-1 0,0 1 0,1-1 1,-1 0-1,-3-1 0,4 1-452,0-1 0,0 1 0,0-1 0,1 1 1,-1-1-1,0 0 0,0 0 0,1 0 0,-1 0 0,1 0 0,-2-4 0,-8-13-9829</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04.869"/>
    </inkml:context>
    <inkml:brush xml:id="br0">
      <inkml:brushProperty name="width" value="0.035" units="cm"/>
      <inkml:brushProperty name="height" value="0.035" units="cm"/>
    </inkml:brush>
  </inkml:definitions>
  <inkml:trace contextRef="#ctx0" brushRef="#br0">0 14 12950,'2455'0'0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07.547"/>
    </inkml:context>
    <inkml:brush xml:id="br0">
      <inkml:brushProperty name="width" value="0.035" units="cm"/>
      <inkml:brushProperty name="height" value="0.035" units="cm"/>
    </inkml:brush>
  </inkml:definitions>
  <inkml:trace contextRef="#ctx0" brushRef="#br0">29 124 10785,'-29'5'13651,"31"-7"-12757,0-1-715,-1 0 0,1 1 0,0-1-1,0 1 1,1-1 0,-1 1 0,1 0-1,-1-1 1,1 1 0,0 1 0,-1-1 0,1 0-1,5-1 1,2 0 209,-1 0 1,0 1-1,1 0 0,10 0 1,118-21 1546,-23 3-878,78-18-1057,-221 40-4561,-44 0-1,64-3 3624,4 0-179,1 1 1,0-1-1,-1 1 1,1 0-1,0 0 0,-1 0 1,-6 1-1,-12 5-9672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08.473"/>
    </inkml:context>
    <inkml:brush xml:id="br0">
      <inkml:brushProperty name="width" value="0.035" units="cm"/>
      <inkml:brushProperty name="height" value="0.035" units="cm"/>
    </inkml:brush>
  </inkml:definitions>
  <inkml:trace contextRef="#ctx0" brushRef="#br0">38 103 5893,'-1'1'120,"1"0"0,0 0 1,-1 0-1,1 0 1,-1 0-1,0 0 1,1 0-1,-1 0 1,0 0-1,1 0 1,-1 0-1,0-1 1,0 1-1,0 0 1,0-1-1,1 1 1,-1 0-1,0-1 0,-1 1 1,0-1 104,1 0 1,-1-1-1,1 1 1,0 0-1,-1-1 1,1 1-1,0-1 1,-1 1-1,1-1 0,-8-6 10212,10 6-10244,-1 0-1,1 0 0,0 0 1,-1 0-1,1 0 0,0 0 1,0 0-1,-1 0 0,1 0 0,0 1 1,0-1-1,2-1 0,0 0 153,1-1 17,1 0 0,0 1 0,0-1 0,1 1 0,-1 0 0,0 1 0,8-2 0,43-7 1985,-47 9-2245,81-11 954,126-23 1472,-123 19-2528,-82 15-641,-14 5-884,-15 4-1798,-15-1-2860,26-8-647,-10-6-4451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09.970"/>
    </inkml:context>
    <inkml:brush xml:id="br0">
      <inkml:brushProperty name="width" value="0.035" units="cm"/>
      <inkml:brushProperty name="height" value="0.035" units="cm"/>
    </inkml:brush>
  </inkml:definitions>
  <inkml:trace contextRef="#ctx0" brushRef="#br0">49 210 6833,'-49'12'10609,"53"-13"-9246,579-103 9685,-326 65-8134,-110 17-2914,127-24 0,-255 44-53,19 0-506,-61 6-1990,0-2-1,0-1 1,0-1 0,0-1-1,-44-7 1,60 7-2801,-7-2-3175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11.006"/>
    </inkml:context>
    <inkml:brush xml:id="br0">
      <inkml:brushProperty name="width" value="0.035" units="cm"/>
      <inkml:brushProperty name="height" value="0.035" units="cm"/>
    </inkml:brush>
  </inkml:definitions>
  <inkml:trace contextRef="#ctx0" brushRef="#br0">0 360 26521,'1398'-360'0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16.368"/>
    </inkml:context>
    <inkml:brush xml:id="br0">
      <inkml:brushProperty name="width" value="0.035" units="cm"/>
      <inkml:brushProperty name="height" value="0.035" units="cm"/>
    </inkml:brush>
  </inkml:definitions>
  <inkml:trace contextRef="#ctx0" brushRef="#br0">156 154 27453,'-156'-74'0,"308"-6"0,-304 160 0,1438-108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27.181"/>
    </inkml:context>
    <inkml:brush xml:id="br0">
      <inkml:brushProperty name="width" value="0.035" units="cm"/>
      <inkml:brushProperty name="height" value="0.035" units="cm"/>
    </inkml:brush>
  </inkml:definitions>
  <inkml:trace contextRef="#ctx0" brushRef="#br0">141 305 3856,'-5'4'-140,"5"-3"318,-1-1 0,1 1 1,-1 0-1,0-1 0,1 1 1,-1 0-1,0-1 1,0 1-1,1-1 0,-1 0 1,0 1-1,0-1 0,0 1 1,0-1-1,0 0 1,0 0-1,1 1 0,-1-1 1,0 0-1,0 0 0,0 0 1,0 0-1,0 0 1,0 0-1,0 0 0,0-1 1,0 1-1,0 0 0,1 0 1,-1-1-1,0 1 0,0-1 1,-1 0-1,0 0-16,0 1 0,1-1 0,-1 1 0,0 0 0,0-1 0,0 1 0,1 0 0,-1 0 1,0 0-1,0 0 0,0 0 0,1 1 0,-1-1 0,0 0 0,0 1 0,1 0 0,-1-1 0,0 1 0,-2 1 0,1-1-225,1 0 2372,-1 0-1462,-23 4 599,23-5 271,-14 3-787,2 3 3488,18-7-3851,7-2-270,1 0 0,0 1-1,0 0 1,0 1 0,0 0 0,15 1-1,28-2 158,609-22 834,-245 18-1080,-163 7 110,13 0-20,-17-7-75,44-2-109,-1-4-87,51 7 13,-121 4-2,699-51 460,-639 35-283,146-15 1,-149 13-227,159-8 300,-192 7 86,30-2 302,-187 21-588,-53 3-53,-1-3-1,1-1 1,39-8-1,-71 8-35,26 1 0,-26 2 0,1 0 0,20-7 0,-20 4 0,24-3 0,3 1 0,-29 2 0,-3 2 0,0-1 0,0 1 0,-1-1 0,1 1 0,0 0 0,0 0 0,0 0 0,0 0 0,0 0 0,0 0 0,0 0 0,-1 1 0,4 0 0,0-2-9,-4 1-47,1 0 0,0 0 0,-1 0 1,1 0-1,-1 0 0,1 0 0,-1 1 0,1-1 0,-1 0 0,1 1 1,-1-1-1,1 1 0,-1 0 0,2 0 0,-39-18-6552,2 0-2991,4 9-3130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31.494"/>
    </inkml:context>
    <inkml:brush xml:id="br0">
      <inkml:brushProperty name="width" value="0.035" units="cm"/>
      <inkml:brushProperty name="height" value="0.035" units="cm"/>
    </inkml:brush>
  </inkml:definitions>
  <inkml:trace contextRef="#ctx0" brushRef="#br0">154 154 14497,'-154'-77'0,"308"1"0,-308 152 0,1553-76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36.133"/>
    </inkml:context>
    <inkml:brush xml:id="br0">
      <inkml:brushProperty name="width" value="0.035" units="cm"/>
      <inkml:brushProperty name="height" value="0.035" units="cm"/>
    </inkml:brush>
  </inkml:definitions>
  <inkml:trace contextRef="#ctx0" brushRef="#br0">15 66 6021,'-14'13'10603,"14"-13"-10489,30-4 15227,-17 2-14272,-2 1-4489,371-32 6459,-280 27-3039,-69 6 0,-1-2 0,61-11 0,-84 13-36,-12 5-98,-10 5-568,8-9-8,0 0 0,0 0-1,0-1 1,0 1 0,0-1 0,0 0 0,0-1 0,0 1 0,0-1 0,0 0-1,0 0 1,1 0 0,-1-1 0,0 0 0,1 0 0,-1 0 0,-4-3-1,13-14-15417</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37.024"/>
    </inkml:context>
    <inkml:brush xml:id="br0">
      <inkml:brushProperty name="width" value="0.035" units="cm"/>
      <inkml:brushProperty name="height" value="0.035" units="cm"/>
    </inkml:brush>
  </inkml:definitions>
  <inkml:trace contextRef="#ctx0" brushRef="#br0">6 29 9517,'1'0'162,"1"-1"1,-1 1 0,0-1-1,1 0 1,-1 0-1,0 0 1,0 0 0,1 0-1,-1 0 1,0 0 0,0 0-1,0 0 1,0 0-1,0-2 1,-2 3 19,0-1 1,0 1 0,0 0-1,0 0 1,0 0-1,-1 0 1,1 0-1,0 0 1,0 0 0,0 0-1,0 1 1,0-1-1,0 0 1,-8 4 9278,13-4-8330,177-9 2929,8 1-457,387 22-3603,-561-15 0,-7 1 0,-1 0 0,1 0 0,0 1 0,11 2 0,21 0 0,-8 3 0,-26-5 47,20 0-361,-23-1-1120,-6-2-783,1 0 841,-16-14-794,12 12-1453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37.583"/>
    </inkml:context>
    <inkml:brush xml:id="br0">
      <inkml:brushProperty name="width" value="0.035" units="cm"/>
      <inkml:brushProperty name="height" value="0.035" units="cm"/>
    </inkml:brush>
  </inkml:definitions>
  <inkml:trace contextRef="#ctx0" brushRef="#br0">1 110 8101,'0'0'8763,"1"-2"-7128,2-1-1205,-1 1 1,1 0-1,0-1 0,0 1 1,0 0-1,0 0 0,0 0 0,0 1 1,1-1-1,-1 1 0,0 0 1,1 0-1,-1 0 0,6 0 1,55-5 2573,-54 6-2763,223-16 2822,-56 2-1558,-129 9-1844,-68-11-6036,-9 6 2304,12 5 851,3 0-2362,0 1-4614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38.662"/>
    </inkml:context>
    <inkml:brush xml:id="br0">
      <inkml:brushProperty name="width" value="0.035" units="cm"/>
      <inkml:brushProperty name="height" value="0.035" units="cm"/>
    </inkml:brush>
  </inkml:definitions>
  <inkml:trace contextRef="#ctx0" brushRef="#br0">0 138 20066,'1441'-138'0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40.634"/>
    </inkml:context>
    <inkml:brush xml:id="br0">
      <inkml:brushProperty name="width" value="0.035" units="cm"/>
      <inkml:brushProperty name="height" value="0.035" units="cm"/>
    </inkml:brush>
  </inkml:definitions>
  <inkml:trace contextRef="#ctx0" brushRef="#br0">7 291 8869,'-6'-14'8849,"8"12"-6913,8-5-1067,0 1 0,-1 0 0,2 0 0,-1 1 1,1 1-1,0 0 0,22-5 0,87-10 1960,-45 9-1190,233-41 53,-200 36-1692,-85 13 0,-13 2 0,-13 2 0,-25 7 0,-16 2 0,32-9-9,9-1-137,2-3-154,0 0 0,0 0 0,0 0 0,0 0 0,0 0 0,1 0 1,-1 0-1,1 0 0,-1 0 0,1 0 0,0-2 0,1-14-1127,-1 13 777,1 1 0,-1-1-1,0 0 1,0 0 0,-1 0 0,1 0 0,-1 1-1,0-1 1,-3-7 0,2 6-661,-1 0 0,0 1-1,0-1 1,0 1 0,-1 0 0,-6-7 0,-9 1-7611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42.587"/>
    </inkml:context>
    <inkml:brush xml:id="br0">
      <inkml:brushProperty name="width" value="0.035" units="cm"/>
      <inkml:brushProperty name="height" value="0.035" units="cm"/>
    </inkml:brush>
  </inkml:definitions>
  <inkml:trace contextRef="#ctx0" brushRef="#br0">34 260 5380,'12'-5'959,"-13"1"65,-19 1 774,17 3-78,1 1 137,-17 10 10863,22-15-12519,1-1-1,-1 1 0,1 0 0,0 0 1,1 1-1,-1-1 0,0 1 1,1 0-1,0 0 0,0 0 0,0 1 1,0-1-1,10-2 0,11-2 438,43-8 0,-34 9 55,393-56 1810,-392 58-2470,13-2-33,189-15 0,-211 21-186,-19 1-181,0-1-1,0 0 0,14-2 1,-21 2 271,0 0 0,-1-1 1,1 1-1,0 0 0,0 0 1,-1 0-1,1-1 0,0 1 1,-1 0-1,1-1 0,-1 1 1,1 0-1,0-1 0,-1 1 1,1-1-1,-1 1 0,1-1 0,-1 1 1,1-1-1,-1 1 0,1-1 1,-1 0-1,0 1 0,1-1 1,-1 0-1,0 1 0,0-1 1,1 0-1,-1 1 0,0-1 1,0 0-1,0 0 0,0 1 0,0-1 1,0-1-1,-9-27-3248,3 12 677,2 9-4361,-8-6-4615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44.398"/>
    </inkml:context>
    <inkml:brush xml:id="br0">
      <inkml:brushProperty name="width" value="0.035" units="cm"/>
      <inkml:brushProperty name="height" value="0.035" units="cm"/>
    </inkml:brush>
  </inkml:definitions>
  <inkml:trace contextRef="#ctx0" brushRef="#br0">1052 271 5753,'-1'-1'131,"1"1"1,-1-1 0,0 0-1,1 1 1,-1-1 0,1 0-1,-1 0 1,1 0 0,-1 1-1,1-1 1,-1 0 0,1 0 0,0 0-1,-1 0 1,1 0 0,0 0-1,0 1 1,0-1 0,0 0-1,0 0 1,0 0 0,0 0 0,0 0-1,0 0 1,0 0 0,1 0-1,-1 0 1,0 0 0,0 1-1,1-2 1,1 0 203,0 0 0,1 1 0,-1-1 1,0 1-1,0 0 0,1 0 0,-1 0 0,0 0 0,4-1 0,2-1-564,-1 0 825,-1-1-1,0 0 0,0-1 1,0 1-1,9-11 1,1 1 824,-14 12 337,-4 0-1342,-5-3-209,4 2-21,1 1 0,-1 0 0,0 0-1,0 0 1,-1 0 0,-3-2-1,-19-6 582,-33-17 0,38 16-397,-2 1 0,-33-11 0,-23 0 378,-1 4-1,-92-7 1,141 20-668,20 1-39,-1 2 1,0 0-1,-13 0 1,8 2-15,0 1 0,0 0 0,0 2 0,0 0 0,1 1 0,0 0 0,0 1 0,0 1 0,-20 13 0,16-8-35,1 1 0,0 1 0,1 1 1,1 1-1,1 0 0,-21 27 0,12-8 8,3 0 0,1 1 0,1 1 0,2 0 1,2 2-1,1 0 0,-11 49 0,23-74 16,1 0-1,0 0 1,1 0 0,0 0 0,3 24 0,2-2-6,8 35-1,-7-54-22,0 0 0,1-1-1,1 1 1,0-1-1,1-1 1,1 1-1,0-2 1,2 1-1,-1-1 1,20 20-1,-5-10 34,1-1-1,0-1 1,2-1-1,42 24 1,-38-28-6,1-1-1,1-2 1,0-1 0,1-2 0,1-2 0,-1-1 0,2-1-1,-1-2 1,0-2 0,1-1 0,45-4 0,-58 0-14,1-1 0,-1-2-1,0 0 1,-1-2 0,1 0 0,-1-2 0,-1 0 0,1-1 0,-2-2 0,0 0-1,0-1 1,-1-2 0,0 0 0,-2 0 0,0-2 0,0 0 0,-2-1 0,22-31-1,-19 21 53,-1-2 0,-1 0-1,-1-1 1,-2-1-1,-1 0 1,15-62 0,-19 49 150,-1-1 0,-3 0 0,-2 0 1,-3-54-1,-1 80-146,-1 0-1,-1 0 1,-1 0-1,0 1 1,-2-1 0,0 1-1,-1 1 1,-1-1-1,-1 1 1,0 0-1,-1 1 1,-14-17 0,16 25-147,-1 0-1,0 1 1,0 0 0,0 1 0,-1 0 0,0 1 0,-1 0-1,0 0 1,0 1 0,0 0 0,0 1 0,-1 1 0,1-1-1,-1 2 1,-19-3 0,0 3-1309,0 0 0,0 2 1,0 2-1,-60 10 0,68-7-1582,0 1 0,-37 15 1,17-5-5782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46.836"/>
    </inkml:context>
    <inkml:brush xml:id="br0">
      <inkml:brushProperty name="width" value="0.035" units="cm"/>
      <inkml:brushProperty name="height" value="0.035" units="cm"/>
    </inkml:brush>
  </inkml:definitions>
  <inkml:trace contextRef="#ctx0" brushRef="#br0">70 202 5432,'-43'20'16203,"28"-20"-15319,4 0-220,14-2 1015,22-3 1075,-17 4-3320,50-11 1345,33-5-205,610-37 1173,176 8-937,-876 46-810,529-49 1807,-477 43-1807,-23 4 0,29-8 0,-49 8 0,-1 0 0,1 1 0,0 0 0,13 0 0,44-1 0,-55 1 7,3-1 38,5-3-320,-18 5-936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04:51:47.932"/>
    </inkml:context>
    <inkml:brush xml:id="br0">
      <inkml:brushProperty name="width" value="0.035" units="cm"/>
      <inkml:brushProperty name="height" value="0.035" units="cm"/>
    </inkml:brush>
  </inkml:definitions>
  <inkml:trace contextRef="#ctx0" brushRef="#br0">27 377 2760,'-14'11'231,"1"-2"2041,29-20 11080,-14 11-12833,91 11 1996,-41-12-1794,1-3 0,76-14 1,-26 3 21,263-53 1418,-106 16-1151,573-85 716,-556 99-612,-255 36-781,41 1 0,-45 1-206,-16 0-110,0 0 0,0 0-1,0 0 1,0 1 0,0-1-1,-1 1 1,1-1 0,0 1 0,2 1-1,10 2 251,12-13-1785,-30 8 1021,0 1 0,1-1 0,-1 0 0,0 0 0,1-1 0,-1 1 0,1-1 0,0 0 0,-1 0 0,1 0 0,0 0 0,-3-3 0,-26-15-8457,-6 2-2923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02:40.613"/>
    </inkml:context>
    <inkml:brush xml:id="br0">
      <inkml:brushProperty name="width" value="0.035" units="cm"/>
      <inkml:brushProperty name="height" value="0.035" units="cm"/>
    </inkml:brush>
  </inkml:definitions>
  <inkml:trace contextRef="#ctx0" brushRef="#br0">1 93 5120,'4'-3'441,"-1"1"-1,1-1 0,0 1 0,0 0 0,1 0 0,-1 1 0,0-1 0,0 1 0,1 0 0,-1 0 0,1 1 0,-1-1 0,1 1 0,-1 0 0,1 0 0,4 1 0,9-2 3,0-1 0,0 0 0,23-7 0,26-4 147,12 4-166,117-10-718,-183 17-779,0 0 0,0 0 0,23-8-1,-33 9-2181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02:41.034"/>
    </inkml:context>
    <inkml:brush xml:id="br0">
      <inkml:brushProperty name="width" value="0.035" units="cm"/>
      <inkml:brushProperty name="height" value="0.035" units="cm"/>
    </inkml:brush>
  </inkml:definitions>
  <inkml:trace contextRef="#ctx0" brushRef="#br0">20 79 5412,'-19'16'2365,"30"-25"1605,-9 8-1874,57-8 5463,-5 7-6798,60-11-1,-9 0-94,559-18 1329,2 32-2001,-91 8-1999,-405-12-2402,-169 3 4210,1 0 0,-1 0-1,1 0 1,-1 0 0,1 0-1,-1-1 1,0 1-1,1 0 1,-1-1 0,1 1-1,-1-1 1,0 0-1,1 1 1,-1-1 0,0 0-1,0 0 1,2-1 0,7-12-5246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02:41.567"/>
    </inkml:context>
    <inkml:brush xml:id="br0">
      <inkml:brushProperty name="width" value="0.035" units="cm"/>
      <inkml:brushProperty name="height" value="0.035" units="cm"/>
    </inkml:brush>
  </inkml:definitions>
  <inkml:trace contextRef="#ctx0" brushRef="#br0">1 22 7681,'0'0'2970,"2"1"-1595,9 2-507,1 0 0,-1 0 0,0-1 0,1-1 1,-1 0-1,18 0 0,-24-1-807,376-15 3590,-188 3-2717,1236 3 745,-1214 16-1628,1213 27 110,-1315-38-47,50 2 676,-137 2-623,-10 0-49,0 1 1,23 4-1,-36-5-88,-26 13-1784,8-11 1190,0-1 0,0 0 1,0-1-1,0-1 1,-27-4-1,32 4 129,-132-25-8048,63 13-575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09:04.152"/>
    </inkml:context>
    <inkml:brush xml:id="br0">
      <inkml:brushProperty name="width" value="0.035" units="cm"/>
      <inkml:brushProperty name="height" value="0.035" units="cm"/>
    </inkml:brush>
  </inkml:definitions>
  <inkml:trace contextRef="#ctx0" brushRef="#br0">276 162 7905,'-36'7'1221,"35"-7"-1166,0 0-1,1 0 0,-1 1 1,0-1-1,0 0 0,1 0 1,-1 0-1,0 0 0,1 0 1,-1 0-1,0 0 0,0 0 1,1 0-1,-1-1 0,0 1 1,0 0-1,1 0 0,-1-1 1,0 1-1,1 0 0,-1-1 1,1 1-1,-1-1 0,0 1 1,1 0-1,-1-2 0,-2 0 166,-9-3 393,10 4 2331,2-2-2723,8-23 4697,-9 25-4842,0 0 0,-1-1-1,1 1 1,-1 0 0,0 0-1,1 1 1,-1-1 0,0 0-1,0 0 1,1 1 0,-1-1 0,-2 1-1,-67 0 134,-15 5-186,82-5 11,-13 6-51,16-6 58,1 0 1,-1 0-1,1 0 1,-1 0-1,1 0 1,0 0-1,-1 0 1,1 0-1,-1 1 0,1-1 1,-1 0-1,1 0 1,0 0-1,-1 1 1,1-1-1,0 0 1,-1 0-1,1 1 0,0-1 1,-1 0-1,1 1 1,0-1-1,-1 0 1,1 1-1,0-1 1,0 0-1,-1 2 1,13 2 344,40 1-487,-34-4 274,225 13-46,105 1-11,-251-7-97,513 36 57,1-24-62,-182-13-142,-200-2 24,-40 3 0,-75-2 63,141-10 0,45-32 35,8 1 15,-160 21-22,47 7-36,-101 6 43,94 7 12,-65 1 32,601 23-98,-359-14-151,-134-12 36,63 3 97,-53-3-14,-82-5-17,366-10 106,-189-1-52,39-2-63,-22 0 65,67-3-15,145 0 37,-374 17 75,1101-14-60,-30-29 278,-508 40 338,-385 5-257,141 1-4,-348-4-280,338-10 43,-477 11-160,-15 0-57,0 1 1,-1-2-1,1 1 0,0-1 0,-1 0 0,1-1 0,-1 0 1,0 0-1,12-5 0,-18 7 5,0-1-1,0 0 1,0 1 0,0-1-1,0 0 1,0 0 0,0 1-1,-1-1 1,1 0 0,0 0-1,-1 0 1,1 0 0,0 0-1,-1 0 1,0 0 0,1 0-1,-1 0 1,1 0 0,-1 0-1,0-1 1,0 1 0,0 0-1,1 0 1,-1 0 0,0 0-1,0 0 1,-1-1 0,1 1-1,0-1 1,-1 0-324,0 0 0,0 0-1,1 0 1,-1-1 0,-1 1 0,1 1-1,0-1 1,0 0 0,-1 0 0,1 0-1,-1 1 1,0-1 0,1 1 0,-3-2-1,-31-17-8505</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1:06.860"/>
    </inkml:context>
    <inkml:brush xml:id="br0">
      <inkml:brushProperty name="width" value="0.035" units="cm"/>
      <inkml:brushProperty name="height" value="0.035" units="cm"/>
    </inkml:brush>
  </inkml:definitions>
  <inkml:trace contextRef="#ctx0" brushRef="#br0">1 1 5028,'0'0'6441,"1"2"-5860,-1 0-147,1-1-1,0 1 1,0-1-1,0 1 0,0-1 1,0 0-1,0 1 0,0-1 1,1 0-1,-1 0 0,0 0 1,1 0-1,-1 0 1,1 0-1,2 1 0,15 2 4539,-5-2-4860,-6-2-1475,228 5 2064,-12-1-622,185 27-27,90-7 60,-254-16-141,225-9-21,-178-4 31,-21-1 17,340 29-20,-407-10 94,361 12-260,-232-25-35,-103 10 139,1 0 119,42-1 17,-94-1-111,101 7 28,103 1-1,-132-24 58,-76 7-6,399 10 113,-387-8-203,-103-1 59,264-6 2,155 1-28,-207 7 34,210 10 86,181-4-63,-490-7-43,81 4-2,-65-1 27,-62-3-1,144-6 24,-170 1 108,225-13 246,-124 3-277,65 0-15,25-4 3,-175 12-26,60-2 52,231 11 80,15 12-90,-109-1 79,-200-8-222,60-1 137,161 6-141,84-2 59,28-22-115,-21 10 54,-316 3 48,142 7 3,-121-3-6,78 2 655,20 13 800,-213-18-1321,452 8 1877,-490-9-2009,387 10 1963,-268-6-1320,21 1 288,-53 7-558,-43-7-416,-44-4-163,-2-9-4043,1 7 4013,-1 0 1,0-1 0,0 1-1,0 0 1,-1 0-1,1-1 1,0 1 0,0 0-1,-1 0 1,1 0-1,0-1 1,-1 1 0,0 0-1,1 0 1,-1 0-1,1 0 1,-1 0 0,0 0-1,0 0 1,0 0 0,0 0-1,0 0 1,-1-1-1,-32-27-7202,-3-7-4875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1:45.278"/>
    </inkml:context>
    <inkml:brush xml:id="br0">
      <inkml:brushProperty name="width" value="0.035" units="cm"/>
      <inkml:brushProperty name="height" value="0.035" units="cm"/>
    </inkml:brush>
  </inkml:definitions>
  <inkml:trace contextRef="#ctx0" brushRef="#br0">0 116 22972,'16675'0'0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1:51.842"/>
    </inkml:context>
    <inkml:brush xml:id="br0">
      <inkml:brushProperty name="width" value="0.035" units="cm"/>
      <inkml:brushProperty name="height" value="0.035" units="cm"/>
    </inkml:brush>
  </inkml:definitions>
  <inkml:trace contextRef="#ctx0" brushRef="#br0">38 225 3820,'-1'0'415,"0"-1"-1,0 1 0,-1-1 1,1 1-1,0 0 1,-1 0-1,1-1 0,0 1 1,0 0-1,-1 0 0,1 0 1,0 0-1,-1 1 1,1-1-1,0 0 0,0 1 1,-1-1-1,1 0 1,-2 2-1,-7 9 7468,14-11-7627,66 6 761,-43-2-574,33 0 0,232 6 330,8 0-491,59 3-102,-157-3-222,450 11 4,-355-10 9,33 9 39,-117-5 18,481-4 14,-550-14-77,8 1 23,34 2 29,-84-1-34,105-8 25,523-2 96,-9 11-169,-261-12 70,35 6 130,72-14-160,-186 4-71,-44-4 48,0 2 56,-136 6-20,-156 10 11,226-5 16,-5 2 38,-140 0-47,851-7 157,-739 3-203,1 1 10,81 5 2,-76 2 70,98-11 159,-136 1-125,68 3 208,-70-1 270,-36 2-47,126-3 1330,-127 4 170,-163 6-1690,-2-1-201,51-17-2847,-55 11 1647,1-1 0,-1 1 0,0 0 0,0 0-1,-6-12 1,0-1-5173,-5-12-4613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05.033"/>
    </inkml:context>
    <inkml:brush xml:id="br0">
      <inkml:brushProperty name="width" value="0.035" units="cm"/>
      <inkml:brushProperty name="height" value="0.035" units="cm"/>
    </inkml:brush>
  </inkml:definitions>
  <inkml:trace contextRef="#ctx0" brushRef="#br0">0 3 24688,'21576'0'0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13.024"/>
    </inkml:context>
    <inkml:brush xml:id="br0">
      <inkml:brushProperty name="width" value="0.035" units="cm"/>
      <inkml:brushProperty name="height" value="0.035" units="cm"/>
    </inkml:brush>
  </inkml:definitions>
  <inkml:trace contextRef="#ctx0" brushRef="#br0">1 230 2680,'1'1'283,"0"0"-1,0 0 0,0-1 0,0 1 1,1-1-1,-1 1 0,0-1 0,0 1 1,1-1-1,-1 1 0,0-1 1,1 0-1,-1 0 0,0 0 0,1 0 1,-1 0-1,0 0 0,1 0 1,-1 0-1,3-1 0,27-10 7882,-25 8-7814,-3 3-148,15-1 76,11-1 198,50 4-1,-42-1-264,49-6 1,1 1-125,-10 0-129,24 2 146,-33 6-62,278 5-13,-191-16-207,38-9 272,-53 3-97,131 16 68,-83 3-29,146-14-44,-145 8 99,236-3 35,-285 2-135,48-2 11,-50 4-126,-51 1 169,218 6 55,-193-4-37,73 4-45,-63-5-25,85-3 68,87-2-65,-2-7-50,97-3-31,-277 10 260,46 1 5,-65 1-121,27 0 48,130 0-53,-189-2-62,105 4 55,578-10-70,-638 12-48,172 3 240,302-7-188,-303-12 14,153-16-359,-89 20 510,-53 1-158,-97-7 20,6 7 13,-95 2-2,159-8-107,-188 11 106,238-5-26,578-2 92,-307-2-130,-268 4-128,304 4 342,-149 1-74,-366 1-57,121 3-81,209-1 89,-17 0-1,170-1-25,-264-3 47,-226 3-44,302 5 136,587 11-6,-297-17-164,-319 21 91,-90-11-62,-132-7 101,-22-1 52,44 2 172,-14-1 45,-35-2-152,154-3 3,-142-10-164,-25 6-7,51-2 28,126 4 238,-252 5-294,248-5 725,-68-7 469,-156 12 165,-52 0 729,15 13-1853,-14-11-3613,-1-10 1784,3-9-2125,-12 2-2855,-10-9-3805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15.357"/>
    </inkml:context>
    <inkml:brush xml:id="br0">
      <inkml:brushProperty name="width" value="0.035" units="cm"/>
      <inkml:brushProperty name="height" value="0.035" units="cm"/>
    </inkml:brush>
  </inkml:definitions>
  <inkml:trace contextRef="#ctx0" brushRef="#br0">0 270 8269,'0'0'7787,"3"0"-7413,182-2 3760,95-7-2525,34 0-1178,619-23 108,-214 10-545,-395 21 82,127-1 26,-154-1-118,45-2-27,179 2-16,-283 8 56,101-5 45,-24 0-28,47 13 37,181 3-154,-492-16 104,245-5-32,-121 7 42,-27 0 13,193 5-35,-70 1 91,264 1-172,54-1-31,-60 3 124,-278-11 58,-70-2-81,-51-1 26,142 0-31,-96-9 66,176-16 13,17-12 835,-213 30 85,-116 9-774,144 6 997,-130-2-659,48 8 227,47 1 816,147-6 1384,-262-9-2748,-31 3-84,14 2 34,6-1-165,-21 0 0,22 6 0,-19-5 0,23-1 0,52-6 0,-74 4 0,27 4 0,-15 0 0,5-3 0,-18-3 0,-1 1 0,-4 2-16,0 0 0,1 0 0,-1 0-1,1 0 1,-1 0 0,1 0 0,-1 0 0,0 0 0,1 0 0,-1 0-1,0 0 1,1-1 0,-1 1 0,1 0 0,-1 0 0,0 0-1,1 0 1,-1-1 0,0 1 0,1 0 0,-1 0 0,0-1 0,0 1-1,1 0 1,-1-1 0,0 1 0,0 0 0,1-1 0,-1 1 0,0 0-1,0-1 1,0 1 0,0-1 0,0 1 0,1 0 0,-1-1 0,0 1-1,0-1 1,0 1 0,0 0 0,0-1 0,0 1 0,0-1-1,0 1 1,-1 0 0,1-1 0,0 1 0,0 0 0,0-1 0,0 1-1,0-1 1,-1 1 0,1 0 0,0-1 0,0 1 0,-1 0 0,1-1-1,0 1 1,0 0 0,-1 0 0,1-1 0,0 1 0,-1 0 0,-3-6-911,-52-84-5391,22 44-2301,4 3-4267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2.466"/>
    </inkml:context>
    <inkml:brush xml:id="br0">
      <inkml:brushProperty name="width" value="0.035" units="cm"/>
      <inkml:brushProperty name="height" value="0.035" units="cm"/>
    </inkml:brush>
  </inkml:definitions>
  <inkml:trace contextRef="#ctx0" brushRef="#br0">1323 240 9133,'3'-1'2001,"11"-4"9398,-31 8-10531,15-2-785,1-1 0,-1 1 0,0-1 0,1 0 0,-1 0 0,1 1 0,-1-1 0,0 0 0,1 0 0,-1 0 0,0-1 0,1 1 0,-1 0 0,1-1 0,-1 1 0,-1-2 0,-37-12 438,0 2 0,0 1 0,-1 2 0,-48-4 0,-138-16-53,199 27-470,1 1 0,-1 2 1,1 0-1,-35 8 1,-105 30-46,120-26 40,-10 0-91,24-6 120,-47 17 0,31-9-13,36-12-18,0 1 1,0 0-1,1 1 0,-22 12 0,25-12-56,1 1 1,0 1-1,0-1 0,1 1 1,0 1-1,0-1 0,-7 11 0,13-15 53,-1 0-1,1 0 0,-1 0 1,1-1-1,0 1 0,1 0 1,-1 0-1,0 0 0,0 4 0,-1 5-37,-10 31-56,5-21 45,1 0 0,1 0 1,1 1-1,-2 38 1,3-17 22,2-33 27,0 0-1,1 0 1,0 1-1,3 17 0,7 30-89,15 66-341,-18-104 347,1-1 1,1 0-1,1 0 0,1-1 0,1-1 0,17 22 1,-7-12-47,2-1-1,1-1 1,1-1 0,33 24 0,-38-34 67,1-2-1,0 0 1,1-1 0,0-1-1,48 14 1,-7-8-23,72 10 0,66-7 53,-72-20-46,63-8-170,-101 2 52,27-6 52,218-50 0,-281 50 172,-25 5-2,-1 1 10,41-13 0,36-14 37,-45 15-59,-18 3-24,-1-2 1,-1-2-1,58-35 1,-66 32 127,-32 21-51,-2 1-41,1-1 1,-1 1-1,0-1 0,1 1 1,-1-1-1,0 1 0,1-1 0,-1 1 1,1 0-1,-1-1 0,0 1 1,1-1-1,-1 1 0,1 0 0,-1-1 1,1 1-1,0 0 0,-1 0 1,2-1-1,-1 1 38,0-1 0,0 1 0,0-1 1,0 1-1,0-1 0,0 0 0,0 1 0,0-1 0,0 0 1,0 0-1,-1 0 0,1 0 0,1-1 0,10-20 51,-11 20 111,8-12-76,-2 4-131,-5 8 35,0 0 16,8-10 125,0-1 0,-1 0 1,0 0-1,7-17 0,-14 28-171,19-37 288,-21 37-262,1 0-1,-1 1 1,0-1-1,0 0 1,0 0-1,0 0 0,0 0 1,-1 0-1,1 0 1,0 0-1,-1 0 1,1 1-1,-2-4 0,1 3 64,1-1 88,-1 0-85,0-12 1,0 1 1,1-1-1,2-15 1,-2 25-97,1-1 0,-2 1 0,1 0 0,0-1 0,-2-5 0,-1-14 210,3 17-116,0 0 0,-1 0 0,0 0 0,-1 0 0,1 0 0,-1 0 1,-4-8-1,-5-20 212,3-14-66,8 46-192,0 1 10,-5-31 131,4 31-60,0 2-113,0 0 0,0-1 1,0 1-1,0 0 0,0-1 0,1 1 0,-1-1 0,0 1 1,1-1-1,-1 1 0,1-1 0,-1 0 0,0-2 0,1 4-16,0-3 50,-15-23 122,4 11-238,2 1 59,0 1 0,-2 0-1,1 0 1,-2 1 0,-15-13 0,-10-11-9,17 16-3,-1 0-1,0 1 1,-28-17-1,17 16-32,-1 2 1,-48-20-1,30 16 20,28 10 11,15 7 4,-1 1 1,1 0-1,-1 1 1,-17-6-1,15 6 8,-1 0-1,-19-8 0,-7-3 0,-2 4-14,0 1-1,0 2 1,-61-1-1,26 7-10,-75 9-1,-179 24 11,-59 28-398,222-23-2175,142-32 1413,-1 0-1,-33 0 1,-13-3-4336,42-1 1653,-25-1-6977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3.708"/>
    </inkml:context>
    <inkml:brush xml:id="br0">
      <inkml:brushProperty name="width" value="0.035" units="cm"/>
      <inkml:brushProperty name="height" value="0.035" units="cm"/>
    </inkml:brush>
  </inkml:definitions>
  <inkml:trace contextRef="#ctx0" brushRef="#br0">124 168 12133,'-5'-14'1237,"3"7"64,7 16 264,-4-4-1258,0 0 0,0-1 0,-1 1 0,1 0 0,-1 0 0,0 0 0,0-1 0,-1 1 0,1 0 0,-1 0 0,0-1 0,-3 8 0,-3 27 513,-1 33 35,-3 43 89,0 78 31,-3 78-422,18 72-3140,-9-359 1453,1 6 860,-9-31-797,2-1 0,-9-80 0,3-91-198,16 188 1233,1-43 775,2-1 1,4 1-1,20-96 1,-16 118 868,1 0 0,3 1 0,2 0 0,37-73-1,-49 109-1237,0 0-1,1 1 0,1 0 1,-1 0-1,1 0 0,1 1 0,-1-1 1,1 1-1,1 1 0,-1 0 1,1 0-1,0 0 0,1 1 0,-1 0 1,11-4-1,-17 8-369,-1 1 0,0-1 0,0 1 0,1-1 0,-1 1 0,0 0 0,1-1 0,-1 1 0,0 0 0,1 0 0,-1 0 0,1 0 0,-1 0 0,0 0 0,1 1 0,-1-1 0,0 0 0,1 1 0,-1-1 0,0 0 0,0 1 0,1 0 0,-1-1 0,0 1 0,0 0 0,0 0 0,0 0 0,0-1 0,0 1 0,0 0 0,0 0 0,0 1 0,0-1 0,-1 0 0,1 0 0,0 0 0,0 3 0,2 1 0,-1 1 0,-1 0 0,1 0 0,-1 1 0,0-1 0,0 0 0,0 7 0,-2 7-751,0 1 1,-1-1-1,0 0 0,-2 0 1,-1 0-1,0 0 1,-13 31-1,5-23-1485,0-1 1,-2 0-1,-1-1 0,-27 33 0,9-22-10363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4.087"/>
    </inkml:context>
    <inkml:brush xml:id="br0">
      <inkml:brushProperty name="width" value="0.035" units="cm"/>
      <inkml:brushProperty name="height" value="0.035" units="cm"/>
    </inkml:brush>
  </inkml:definitions>
  <inkml:trace contextRef="#ctx0" brushRef="#br0">739 20 15205,'-2'-1'240,"-12"-5"1563,13 6-1728,1-1-1,0 1 0,0 0 0,-1 0 0,1-1 0,0 1 1,0 0-1,0 0 0,-1-1 0,1 1 0,0 0 0,0-1 1,0 1-1,0 0 0,0-1 0,0 1 0,-1 0 0,1-1 0,0 1 1,0 0-1,0-1 0,0 1 0,0 0 0,0-1 0,0 1 1,1 0-1,-1-1 0,0 1 0,0 0 0,0-1 0,0 1 0,0 0 1,1-1-1,0-1 1707,-10 3-1409,0-1-1,0 2 0,1-1 1,-1 1-1,1 1 1,0 0-1,-1 0 0,1 0 1,0 1-1,1 0 0,-1 1 1,1-1-1,-9 8 1,-4 6-224,1 0 0,0 1 0,-17 23 0,-29 41 179,4 3 1,3 2-1,5 3 0,3 2 0,5 1 0,4 3 1,-37 131-1,63-173-254,2 2 0,3 0 0,2 0 0,0 97 1,8-127-270,2 1 1,1-1 0,1 1 0,1-1 0,1 0 0,1 0 0,2-1 0,1 0 0,1 0-1,1-2 1,26 43 0,-29-55-151,0 0 0,1-1 0,0 0 0,15 13 1,-19-20 13,-1 0 1,1 0-1,0-1 1,0 1 0,0-1-1,0-1 1,1 1-1,-1-1 1,1 0 0,0-1-1,12 2 1,9-1-2776,1-2-1,40-5 1,2-9-6866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4.326"/>
    </inkml:context>
    <inkml:brush xml:id="br0">
      <inkml:brushProperty name="width" value="0.035" units="cm"/>
      <inkml:brushProperty name="height" value="0.035" units="cm"/>
    </inkml:brush>
  </inkml:definitions>
  <inkml:trace contextRef="#ctx0" brushRef="#br0">473 1 14197,'-3'13'367,"0"0"1,0-1-1,-2 1 0,0-1 0,0 0 0,-1 0 0,0 0 0,-14 18 1,-153 206 4181,143-191-4021,-34 65-1,-6 10-438,17-44-2739,53-76 2621,0 0 0,0 0 1,0 0-1,0 0 1,0 0-1,0 0 0,0 1 1,-1-1-1,1 0 1,0 0-1,0 0 1,0 0-1,0 0 0,0 0 1,0 0-1,0 0 1,0 0-1,0 0 1,0 1-1,0-1 0,0 0 1,-1 0-1,1 0 1,0 0-1,0 0 0,0 0 1,0 0-1,0 0 1,0 0-1,0 0 1,0 0-1,-1 0 0,1 0 1,0 0-1,0 0 1,0 0-1,0 0 1,0 0-1,0 0 0,0 0 1,-1 0-1,1 0 1,0 0-1,0 0 0,0 0 1,0 0-1,0-1 1,0 1-1,0 0 1,0 0-1,0 0 0,0 0 1,-1 0-1,1 0 1,0 0-1,0 0 1,0 0-1,0 0 0,0 0 1,0-1-1,0 1 1,0 0-1,0 0 0,0 0 1,0 0-1,-3-4-780,1 2 103,0 0 0,0 0 1,0 0-1,1 0 0,-1 0 1,1-1-1,-1 1 1,1-1-1,-2-4 0,3-20-7102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4.545"/>
    </inkml:context>
    <inkml:brush xml:id="br0">
      <inkml:brushProperty name="width" value="0.035" units="cm"/>
      <inkml:brushProperty name="height" value="0.035" units="cm"/>
    </inkml:brush>
  </inkml:definitions>
  <inkml:trace contextRef="#ctx0" brushRef="#br0">1 0 18998,'0'0'2579,"3"1"-40,10 7-1760,1 0-1,-1 1 0,-1 0 1,18 18-1,44 50 3390,-43-43-3577,186 223-591,-190-222-480,-11-15-1215,-1 1 0,13 24 0,-9-14-7056,-8-15-6716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4.877"/>
    </inkml:context>
    <inkml:brush xml:id="br0">
      <inkml:brushProperty name="width" value="0.035" units="cm"/>
      <inkml:brushProperty name="height" value="0.035" units="cm"/>
    </inkml:brush>
  </inkml:definitions>
  <inkml:trace contextRef="#ctx0" brushRef="#br0">3 40 16185,'-1'0'180,"1"0"0,0-1 0,0 1-1,-1-1 1,1 1 0,0-1-1,0 0 1,0 1 0,-1-1-1,1 1 1,0-1 0,0 1 0,0-1-1,0 1 1,0-1 0,0 0-1,0 1 1,0-1 0,0 1-1,0-1 1,1 1 0,-1-1-1,0 1 1,0-1 0,0 1 0,1-1-1,-1 1 1,0-1 0,1 1-1,-1-1 1,0 1 0,1-1-1,-1 1 1,1 0 0,-1-1-1,1 1 1,-1 0 0,0-1 0,1 1-1,-1 0 1,1 0 0,-1-1-1,1 1 1,0 0 0,-1 0-1,2 0 1,30-6 1805,-25 5-1135,74-7 1705,117 3 1,-154 5-2366,-13 3-223,-23 2-356,-4-2-332,-19 6-6387,-6-3-913,-4-3-5490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5.020"/>
    </inkml:context>
    <inkml:brush xml:id="br0">
      <inkml:brushProperty name="width" value="0.035" units="cm"/>
      <inkml:brushProperty name="height" value="0.035" units="cm"/>
    </inkml:brush>
  </inkml:definitions>
  <inkml:trace contextRef="#ctx0" brushRef="#br0">1 44 20278,'54'0'3300,"-2"-12"-284,-3 7-435,-6 2-425,3 0-720,-6 3-1436,4 0 0,-1-6 0,-23 3 0,6 0 0,0-2 0,-6 2-720,3 3-2400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5.617"/>
    </inkml:context>
    <inkml:brush xml:id="br0">
      <inkml:brushProperty name="width" value="0.035" units="cm"/>
      <inkml:brushProperty name="height" value="0.035" units="cm"/>
    </inkml:brush>
  </inkml:definitions>
  <inkml:trace contextRef="#ctx0" brushRef="#br0">455 1 6009,'-6'1'243,"3"1"-60,0-2-1,0 1 1,0 0-1,0 0 1,0-1 0,0 0-1,0 0 1,0 0 0,0 0-1,-5-1 1,-5 1 521,0 0 1,0 1-1,0 0 1,0 1-1,0 1 1,0 0-1,-17 6 1,-1-1 1098,16-3-1194,-1 0 0,1 1 0,1 0 0,-1 1 1,1 1-1,0 0 0,1 1 0,0 1 0,-16 14 0,19-14-243,0 0 0,1 0 0,1 0 0,-1 1 0,2 1 0,-1-1 0,2 1 1,-1 1-1,2-1 0,0 1 0,-5 16 0,8-15-94,0 0 0,0 1 0,2-1 0,0 0 0,0 0 0,1 0 1,1 0-1,1 0 0,0 0 0,0 0 0,2-1 0,6 16 0,-1-6 148,0-2 0,2 0 0,0 0-1,2-1 1,0-1 0,25 26 0,-18-25-394,0-1 1,2-1-1,0-1 0,41 23 1,-16-15-40,76 29 1,-79-42-581,-44-14 503,-1 1 0,1 0 0,-1 0-1,1 0 1,-1-1 0,0 1 0,0 0-1,1 0 1,-1-1 0,0 1 0,0 0-1,0 0 1,-1-3 0,1 4-3,0-11-340,-1 0 0,0 0 0,-1 1 0,-1-1 0,1 0 0,-2 1 0,-5-14 0,-5-5-642,-20-31 1,-1-2-874,28 50 1026,0 0-1,-1 1 0,0 0 0,-16-16 0,15 19-823,1-1-1,1-1 1,-1 1 0,2-1-1,-9-15 1,9 8-3435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5.933"/>
    </inkml:context>
    <inkml:brush xml:id="br0">
      <inkml:brushProperty name="width" value="0.035" units="cm"/>
      <inkml:brushProperty name="height" value="0.035" units="cm"/>
    </inkml:brush>
  </inkml:definitions>
  <inkml:trace contextRef="#ctx0" brushRef="#br0">0 18 12745,'1'-3'3295,"12"-11"9732,34 75-11987,-20-26-154,-1 1 1,30 57 0,-18-12-871,-4 2-1,-4 2 1,-3 0 0,-5 2-1,-3 1 1,14 153 0,-27-131-108,-5 0 1,-4 0-1,-5 0 1,-5-1 0,-30 123-1,29-180-1535,-2-1-1,-2-1 0,-33 65 0,23-63-3670,-41 59 0,7-33-6939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26.708"/>
    </inkml:context>
    <inkml:brush xml:id="br0">
      <inkml:brushProperty name="width" value="0.035" units="cm"/>
      <inkml:brushProperty name="height" value="0.035" units="cm"/>
    </inkml:brush>
  </inkml:definitions>
  <inkml:trace contextRef="#ctx0" brushRef="#br0">426 10 6353,'8'-10'11481,"-16"17"-4745,1 0-9394,7-7 2676,-1 0 1,0 1-1,0-1 0,0 0 1,0 0-1,0 1 0,0-1 0,0 0 1,0 0-1,0 0 0,0 0 1,0 0-1,0 0 0,0-1 1,0 1-1,0 0 0,0 0 1,-1-1-1,-1 0 39,-31 0 57,0 1 1,0 2 0,-36 7-1,-46 13-2781,74-18 311,-2 1-4913,22 2-230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1.160"/>
    </inkml:context>
    <inkml:brush xml:id="br0">
      <inkml:brushProperty name="width" value="0.035" units="cm"/>
      <inkml:brushProperty name="height" value="0.035" units="cm"/>
    </inkml:brush>
  </inkml:definitions>
  <inkml:trace contextRef="#ctx0" brushRef="#br0">0 27 11565,'0'0'14861,"2"-2"-13222,2-1-1464,0 0 1,-1 1-1,1 0 0,0-1 1,0 1-1,1 1 1,-1-1-1,0 1 1,1 0-1,-1 0 1,0 0-1,1 0 1,7 0-1,11 1 905,33 2-1,-42-1-992,26 4-87,1-2-4860,-41 1 851,2 15-3768,-1 4-5360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1.333"/>
    </inkml:context>
    <inkml:brush xml:id="br0">
      <inkml:brushProperty name="width" value="0.035" units="cm"/>
      <inkml:brushProperty name="height" value="0.035" units="cm"/>
    </inkml:brush>
  </inkml:definitions>
  <inkml:trace contextRef="#ctx0" brushRef="#br0">0 87 19250,'3'23'3068,"8"-29"-236,4 0-315,8-2-329,-3 2-312,12-3-840,16-2-1036,-10 2 0,-1-2 0,1 2 0,-18 6 0,8 0 0,18-5-1032,-31 5-1620,2-9-1093,3 7-3687</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1.855"/>
    </inkml:context>
    <inkml:brush xml:id="br0">
      <inkml:brushProperty name="width" value="0.035" units="cm"/>
      <inkml:brushProperty name="height" value="0.035" units="cm"/>
    </inkml:brush>
  </inkml:definitions>
  <inkml:trace contextRef="#ctx0" brushRef="#br0">119 0 14533,'0'0'8480,"-2"2"-7983,-1 0-415,1 0-1,-1 0 0,1 0 1,0 0-1,0 0 0,-1 1 1,1-1-1,1 1 1,-1-1-1,0 1 0,1 0 1,-1 0-1,1 0 0,0 0 1,0 0-1,0 0 1,-1 5-1,-7 46 530,3-14-14,-15 50 1,15-73-476,-35 129 743,41-141-995,-1 0-1,1-1 1,0 1 0,0-1-1,1 1 1,0-1 0,-1 1-1,1-1 1,3 8 0,-2-5-263,-1-4-948</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2.481"/>
    </inkml:context>
    <inkml:brush xml:id="br0">
      <inkml:brushProperty name="width" value="0.035" units="cm"/>
      <inkml:brushProperty name="height" value="0.035" units="cm"/>
    </inkml:brush>
  </inkml:definitions>
  <inkml:trace contextRef="#ctx0" brushRef="#br0">101 5 6453,'-1'-1'142,"1"1"1,-1-1-1,1 1 1,-1 0-1,0-1 1,1 1 0,-1 0-1,1-1 1,-1 1-1,0 0 1,1 0-1,-1 0 1,0 0 0,1 0-1,-1 0 1,0 0-1,1 0 1,-1 0-1,0 0 1,1 0 0,-1 0-1,0 0 1,1 0-1,-1 1 1,0-1-1,1 0 1,-2 1 0,-4 18 2302,5-19-2488,1 3 2954,-3 12-1424,2-9-1171,1 1-1,0 0 1,0 0-1,1 0 1,-1-1 0,1 1-1,1 0 1,0-1-1,0 1 1,0-1 0,0 1-1,1-1 1,0 0-1,0 0 1,1 0 0,0 0-1,0-1 1,0 0-1,1 0 1,0 0 0,0 0-1,0 0 1,0-1-1,10 6 1,17 7 251,1-1 0,1-2 0,35 10 1,-43-15-424,-6-3-15,0-1 1,0-1 0,0-2-1,0 1 1,27-2-1,-42-1-79,0-1 0,0 0 0,0 0 0,0 0 0,1-1 0,-2 0 0,1 0 1,0 0-1,8-5 0,10-5 95,-21 11-133,0 0 0,0-1 0,0 1 0,0-1 0,0 0 0,0 1 0,-1-1 0,1 0 0,-1 0 0,2-3 0,2-1 10,-4 5-23,-1 0 0,1 0 0,-1 0 0,0 0 0,1 0 0,-1 1 0,0-1 0,1 0-1,-1 0 1,0 0 0,0 0 0,0 0 0,0 0 0,0 0 0,0 0 0,0 0 0,-1 0 0,1-1 0,-1-2-14,1 1-10,-1-1 1,0 1-1,1-1 0,-2 1 0,1 0 1,0-1-1,-1 1 0,1 0 1,-1 0-1,0 0 0,0 0 0,0 0 1,-1 0-1,1 0 0,-5-3 1,-1-2-166,-1 1 0,0 0 0,-18-10 0,14 10-109,0 0 1,-1 2-1,0 0 0,-25-6 0,-63-6-1383,20 5-120,-106-13-5960,155 21 2995,15 1-2677</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3.141"/>
    </inkml:context>
    <inkml:brush xml:id="br0">
      <inkml:brushProperty name="width" value="0.035" units="cm"/>
      <inkml:brushProperty name="height" value="0.035" units="cm"/>
    </inkml:brush>
  </inkml:definitions>
  <inkml:trace contextRef="#ctx0" brushRef="#br0">266 1 5837,'-3'0'186,"0"-1"-1,0 1 1,0 0 0,0 0 0,0 1 0,0-1 0,0 1 0,1-1 0,-1 1 0,0 0 0,0 0 0,-5 2 0,4 1 163,-1-1 0,0 1 0,1 0 0,-1 0 0,-4 6 0,-18 20 1238,4-5 358,0 1 0,-36 56 0,50-67-1459,-1 1 287,1 1 1,-12 28 0,19-39-623,0 1 0,0 0 0,1 0 1,0 0-1,0 0 0,0 0 0,1 0 0,0 0 1,1 0-1,2 12 0,0-5 160,1-1 0,0 0 0,2 0 0,-1 0 1,2 0-1,-1-1 0,2 0 0,0 0 0,0-1 0,1 0 0,0-1 0,19 17 0,-21-22-286,1 1-1,0-1 0,0-1 0,1 0 1,-1 0-1,1-1 0,0 1 0,18 2 1,-11-3-409,1-1 1,0 0 0,33-2 0,-47 0 273,0 0-1,-1-1 1,1 1 0,0-1 0,0 0 0,0 0 0,0 0 0,-1 0 0,1 0 0,-1-1 0,1 1-1,-1-1 1,1 0 0,-1 0 0,0 0 0,0 0 0,0 0 0,0 0 0,0 0 0,0-1 0,0 1 0,1-5-1,0 0-105,0 1 1,-1 0-1,0-1 0,0 0 0,-1 1 0,0-1 0,0 0 0,0-12 0,-1 14 189,-1 1 1,0-1-1,0 1 1,0-1 0,0 1-1,-1-1 1,0 1-1,1 0 1,-2-1-1,1 1 1,0 0-1,-1 0 1,0 1-1,0-1 1,0 1-1,0-1 1,-1 1-1,1 0 1,-1 0-1,0 0 1,0 1 0,0-1-1,-5-1 1,-3-2-146,-1 0 0,0 1 0,0 0 0,0 2 0,-1-1 1,-22-2-1,-24-4-3700,28 3-2411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3.615"/>
    </inkml:context>
    <inkml:brush xml:id="br0">
      <inkml:brushProperty name="width" value="0.035" units="cm"/>
      <inkml:brushProperty name="height" value="0.035" units="cm"/>
    </inkml:brush>
  </inkml:definitions>
  <inkml:trace contextRef="#ctx0" brushRef="#br0">417 11 11077,'-3'-2'257,"1"1"0,0 0 0,-1 0 0,1 0-1,-1 0 1,1 0 0,-1 0 0,0 1 0,1-1 0,-1 1 0,0 0 0,1 0-1,-1 0 1,0 0 0,0 0 0,1 0 0,-1 1 0,1 0 0,-1-1 0,0 1-1,1 0 1,-1 0 0,1 0 0,0 1 0,-1-1 0,1 0 0,-4 4 0,-3 2 26,0 1 1,0-1 0,1 1-1,0 1 1,-9 12 0,1 2 26,1 0 0,2 2 0,-16 36 0,-25 84 465,16-26-89,5 2-1,5 1 0,-19 194 1,41-227-402,4 0 1,4 1 0,3-1 0,5 0 0,36 155 0,-26-170-314,3 0 1,3-1-1,68 132 0,-73-170-696,1-1-1,2-1 1,43 47 0,-46-58-924,1-1 0,1-1 0,1-2 0,1 0 0,40 21 1,15-2-8897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4.034"/>
    </inkml:context>
    <inkml:brush xml:id="br0">
      <inkml:brushProperty name="width" value="0.035" units="cm"/>
      <inkml:brushProperty name="height" value="0.035" units="cm"/>
    </inkml:brush>
  </inkml:definitions>
  <inkml:trace contextRef="#ctx0" brushRef="#br0">240 1 14561,'0'3'1937,"1"16"-560,1 1 1,1-1 0,1 0-1,9 27 1,0-2-294,47 193 1575,33 267 1,-76-332-2302,-7 1 1,-8 1 0,-25 219 0,0-216-1642,-65 245 1,64-336-405,-4 0 1,-45 92 0,42-114-3154,-59 88-1,13-43-6094</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5.741"/>
    </inkml:context>
    <inkml:brush xml:id="br0">
      <inkml:brushProperty name="width" value="0.035" units="cm"/>
      <inkml:brushProperty name="height" value="0.035" units="cm"/>
    </inkml:brush>
  </inkml:definitions>
  <inkml:trace contextRef="#ctx0" brushRef="#br0">32 1 12373,'1'0'139,"0"1"0,0 0 0,0-1 0,-1 1 0,1 0 0,0-1 0,0 1-1,0 0 1,-1 0 0,1 0 0,0-1 0,-1 1 0,1 0 0,0 0 0,-1 0 0,1 0 0,-1 0 0,0 0 0,1 1-1,-1-1 1,0 1 0,-4 26 3110,-1-1-1740,-16 177 3549,5 106-2720,16-255-2152,14 108 0,-12-156-279,16 114-1340,-15-96-743,-2-1 0,-2 47 0,-3-53-4214</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6.009"/>
    </inkml:context>
    <inkml:brush xml:id="br0">
      <inkml:brushProperty name="width" value="0.035" units="cm"/>
      <inkml:brushProperty name="height" value="0.035" units="cm"/>
    </inkml:brush>
  </inkml:definitions>
  <inkml:trace contextRef="#ctx0" brushRef="#br0">12 11 10585,'4'11'1839,"-10"-16"215,-2-2-765,6 6 94,11 1-81,55-4 4785,-55 3-5619,0-1 0,1 1 0,-1 1 0,0 0 0,1 0-1,-1 1 1,0 0 0,0 0 0,1 1 0,-1 1 0,0-1 0,-1 1 0,1 1 0,0 0 0,14 8 0,-21-10-461,0 0 1,0 1-1,0-1 1,-1 0-1,1 0 1,0 1 0,-1-1-1,0 1 1,1-1-1,-1 1 1,0 0-1,0-1 1,-1 1 0,1 0-1,0 0 1,-1 0-1,0-1 1,0 6-1,0 3-223,0 1-1,-1-1 0,-3 15 0,0-8-572,0-1-1,-1 1 0,-1-1 1,-1-1-1,-17 32 1,17-36-676,-1 0 0,-19 21 0,19-25-185,-1 1 0,0-2 0,0 1 0,-11 5 0,-23 9-9286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6.607"/>
    </inkml:context>
    <inkml:brush xml:id="br0">
      <inkml:brushProperty name="width" value="0.035" units="cm"/>
      <inkml:brushProperty name="height" value="0.035" units="cm"/>
    </inkml:brush>
  </inkml:definitions>
  <inkml:trace contextRef="#ctx0" brushRef="#br0">247 1 5685,'0'12'7242,"-9"0"-3959,-20 7-2347,10-7 606,-7 9-779,2 1 0,0 1 0,1 2-1,2 0 1,-28 43 0,45-63-655,1 1 1,0 0 0,1 0-1,0 0 1,0 0-1,0 0 1,0 1-1,1-1 1,0 1-1,0 9 1,1-4 162,0-1-1,1 1 0,0-1 1,1 1-1,4 14 1,-4-20-177,0 0 0,0 1 0,1-1 1,0-1-1,1 1 0,-1 0 0,1-1 0,0 0 1,0 0-1,1 0 0,7 6 0,-3-4 39,-1-1-1,1-1 1,0 1-1,0-1 1,0-1 0,19 6-1,-11-5-135,0-1 0,0 0 0,0-2 0,1 0 0,-1-1 0,1-1 0,-1 0 0,25-5 0,-41 5-120,1-1 0,-1 0 0,1-1 0,-1 1 0,0 0 0,1 0 0,-1-1-1,0 1 1,0 0 0,0-1 0,0 1 0,0-1 0,0 1 0,0-1 0,0 0 0,-1 1 0,1-1-1,0-3 1,-4 2-94,1-1 0,-1 1 0,0 0 0,0 0 0,0 0 0,-1 0 0,1 0 0,-1 1 0,1-1 0,-8-2 0,-18-7-1922,0 1 1,-1 1-1,0 2 0,-40-6 1,41 8-814,8 2-3806</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7.862"/>
    </inkml:context>
    <inkml:brush xml:id="br0">
      <inkml:brushProperty name="width" value="0.035" units="cm"/>
      <inkml:brushProperty name="height" value="0.035" units="cm"/>
    </inkml:brush>
  </inkml:definitions>
  <inkml:trace contextRef="#ctx0" brushRef="#br0">314 0 7993,'0'0'9963,"-2"1"-9533,-22 9 71,-19 6-200,2 3 0,-41 23 0,62-28-110,0 1 0,1 1 0,-18 18 0,35-31-119,0-1 0,-1 1 0,1-1-1,0 1 1,0 0 0,0 0 0,1 0 0,-1 0 0,1 0 0,-1 0 0,1 0 0,0 0-1,1 1 1,-1-1 0,0 0 0,1 5 0,0-5 153,0 0-59,0 1-122,0 0-1,1 0 1,0 0 0,0 0 0,0 0 0,0 0 0,1 0 0,-1-1 0,1 1 0,0 0 0,0-1 0,5 6-1,-5-7 9,16 14 54,-16-15-130,-2 1-760,0 0 732,0-1-1,1 1 0,-1 0 0,1-1 1,-1 1-1,1-1 0,0 1 0,0-1 1,1 2-1,-1 0-3337,-12-10 1488,1 0 310,-8-6-2547,8 8 4290,8 4-388,2-5-102,2-1 178,-1 1 1,1 0-1,0 0 0,0 0 0,1 0 1,0 0-1,0 1 0,0-1 0,1 1 1,0 0-1,0 0 0,0 0 0,0 0 1,1 1-1,7-6 0,-10 8-1929</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8.337"/>
    </inkml:context>
    <inkml:brush xml:id="br0">
      <inkml:brushProperty name="width" value="0.035" units="cm"/>
      <inkml:brushProperty name="height" value="0.035" units="cm"/>
    </inkml:brush>
  </inkml:definitions>
  <inkml:trace contextRef="#ctx0" brushRef="#br0">113 23 9929,'-6'-23'10064,"6"26"-9332,-2 26-198,-1 0-1,-2-1 1,-10 36-1,-3 13-219,-45 433 3401,63-490-2860,1 0-1,3 22 0,-4-39-297,13-19 271,-8 6-796,0 0 1,0 0-1,-1 0 0,0 0 0,-1-1 0,0 1 0,2-16 1,6-83-371,-8 66 157,7-60-635,6-97-2125,-16 190 2617,1-6-73,0 1 0,-2-1 0,0 1 0,-4-19 0,4 29-116,0 1 0,-1 0 0,1 0 0,-1 0 0,0 0 0,0 0 1,-5-6-1,4 7-345,0 0 0,1 0 1,-1 0-1,0 1 1,0 0-1,-1-1 0,1 1 1,0 0-1,-1 1 0,-3-3 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8.725"/>
    </inkml:context>
    <inkml:brush xml:id="br0">
      <inkml:brushProperty name="width" value="0.035" units="cm"/>
      <inkml:brushProperty name="height" value="0.035" units="cm"/>
    </inkml:brush>
  </inkml:definitions>
  <inkml:trace contextRef="#ctx0" brushRef="#br0">15 59 12005,'0'-1'209,"0"0"-1,0 0 1,0 0 0,0 0 0,0 0-1,0 0 1,0 0 0,-1 0-1,1 0 1,0 0 0,-1 0-1,1 0 1,-1 0 0,1 0-1,-1 1 1,1-1 0,-2-1 0,-6-1 8553,11 3-6644,147-8 1393,7-1-897,-127 10-3365,-27-1 504,-1 1-1,1-1 1,-1 1-1,1-1 1,-1 0-1,1 0 1,-1 0-1,1-1 1,-1 1-1,1 0 1,-1-1-1,0 0 1,1 1-1,-1-1 1,1 0-1,-1 0 1,0 0-1,0-1 1,3-1-1,4-8-8432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9.072"/>
    </inkml:context>
    <inkml:brush xml:id="br0">
      <inkml:brushProperty name="width" value="0.035" units="cm"/>
      <inkml:brushProperty name="height" value="0.035" units="cm"/>
    </inkml:brush>
  </inkml:definitions>
  <inkml:trace contextRef="#ctx0" brushRef="#br0">104 1 17702,'-15'29'7347,"12"-6"-6426,1 0 0,1 42 0,1-2-300,-25 243 624,-2 63-3686,20-187-733,-8-65-4181,11-103 2057,-1 3-3128</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9.327"/>
    </inkml:context>
    <inkml:brush xml:id="br0">
      <inkml:brushProperty name="width" value="0.035" units="cm"/>
      <inkml:brushProperty name="height" value="0.035" units="cm"/>
    </inkml:brush>
  </inkml:definitions>
  <inkml:trace contextRef="#ctx0" brushRef="#br0">1 51 12305,'4'-2'465,"12"-7"1171,-16 9-1572,0 0 0,0-1 0,1 1 0,-1 0 0,0 0 0,0 0 0,0 0 0,1-1 0,-1 1 0,0 0 0,0 0 0,0-1 0,0 1 0,0 0 0,0 0 1,0-1-1,0 1 0,1 0 0,-1 0 0,0-1 0,0 1 0,0 0 0,0 0 0,0-1 0,0 1 0,0 0 0,-1 0 0,1-1 0,0 1 0,0 0 0,0 0 0,0-1 0,0 1 0,0 0 0,0 0 0,0 0 0,-1-1 0,1 1 0,0 0 0,0 0 0,0 0 0,0-1 0,-1 1 0,1 0 0,0 0 1,0 0-1,-1 0 0,-1-2 2467,3 2-2232,0-1 0,0 1 0,0 0 0,0-1 0,0 0 0,0 1 0,-1-1 0,1 1 0,0-1 0,0 0 0,-1 0 0,1 1 0,0-1 0,0-1 0,8-7 999,-4 8-994,-1-1-1,1 1 1,-1 0 0,1 0 0,0 0 0,0 0 0,-1 1 0,1 0 0,0 0 0,0 0 0,-1 1-1,1 0 1,0-1 0,0 2 0,-1-1 0,7 3 0,-4-1-167,0 0-1,0 0 1,0 1-1,0 0 1,-1 0 0,1 1-1,-1 0 1,0 0 0,7 9-1,-10-11-218,-1 1 1,0-1-1,0 1 0,-1 0 0,1 0 0,-1 0 0,0 0 0,0 0 0,0 0 0,0 0 0,-1 0 1,0 0-1,0 7 0,0 3-471,-2-1 1,1 0 0,-6 16 0,4-19-168,0 1 1,-1-1 0,-1 0 0,1-1 0,-2 1-1,1-1 1,-12 14 0,-29 29-8488,17-24-1819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39.643"/>
    </inkml:context>
    <inkml:brush xml:id="br0">
      <inkml:brushProperty name="width" value="0.035" units="cm"/>
      <inkml:brushProperty name="height" value="0.035" units="cm"/>
    </inkml:brush>
  </inkml:definitions>
  <inkml:trace contextRef="#ctx0" brushRef="#br0">325 1 19590,'0'17'2341,"0"-17"-2173,1 1 0,-1 0 0,1-1 0,0 1 0,-1-1 0,1 1 0,-1-1 0,1 1 0,0-1 0,-1 1 0,1-1 0,0 1 0,-1-1 0,1 0 0,0 1 0,0-1 0,0 0 0,-1 0 0,1 0 0,0 0 0,0 0 0,0 1 0,1-1 296,2 1-140,0 1-1,-1 0 1,1 0 0,0 0-1,-1 1 1,0-1 0,1 1-1,-1 0 1,0 0-1,0 0 1,2 4 0,29 43 1433,-30-45-1579,10 21-83,-1-1 0,-1 2 0,-1 0 1,-1 0-1,9 45 0,-6-6-36,5 87 0,-15-95-59,-2 0 0,-2 0 0,-3 0 0,-2 0 0,-17 67 0,-2-26-1986,-5 0 1,-74 162-1,73-196-246,-4-2 1,-3-1-1,-2-2 1,-80 93-1,39-69-10436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0.270"/>
    </inkml:context>
    <inkml:brush xml:id="br0">
      <inkml:brushProperty name="width" value="0.035" units="cm"/>
      <inkml:brushProperty name="height" value="0.035" units="cm"/>
    </inkml:brush>
  </inkml:definitions>
  <inkml:trace contextRef="#ctx0" brushRef="#br0">502 3 7565,'-9'-1'953,"0"0"1,-1 0-1,1 1 1,0 0-1,-1 1 1,1 0-1,0 1 1,0-1-1,0 2 1,-14 5-1,10-3-516,2 1 1,-1 0-1,1 1 0,0 0 1,0 1-1,-17 17 0,6-2-243,2 1-1,0 1 0,1 1 0,2 1 1,-21 43-1,11-15 200,3 2 0,2 1 1,3 0-1,2 2 0,3 0 0,3 0 1,2 1-1,3 0 0,2 1 0,3-1 1,3 1-1,3-1 0,14 74 0,-10-99-327,0 0-1,3-1 0,1 0 1,1-1-1,33 55 0,-33-67-511,1-1 0,0 0 0,28 26 0,-28-32-703,1-1 0,0-1 0,1-1-1,33 19 1,-38-25-1089,0-1 0,18 6 0,30 3-8705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1.046"/>
    </inkml:context>
    <inkml:brush xml:id="br0">
      <inkml:brushProperty name="width" value="0.035" units="cm"/>
      <inkml:brushProperty name="height" value="0.035" units="cm"/>
    </inkml:brush>
  </inkml:definitions>
  <inkml:trace contextRef="#ctx0" brushRef="#br0">140 1 10089,'0'0'10418,"-2"1"-9647,-2 0-664,0 1 0,1 0-1,-1 0 1,1 0 0,0 0 0,-1 0 0,1 1 0,0 0-1,0-1 1,1 1 0,-1 0 0,0 1 0,1-1-1,0 0 1,0 1 0,0-1 0,-2 6 0,-14 37 318,-32 95 269,46-125-242,0 0 0,1 1 0,1-1-1,0 30 1,2-41-350,0-1 0,0 0 0,1 0 0,0 0 0,0 0 0,0 0 0,0 0 0,0 0 0,1 0 0,0-1 0,0 1 0,0-1 0,0 1 0,0-1 0,1 1 0,0-1 0,0 0 0,0 0 0,0-1 0,0 1 0,0-1 0,0 1 0,1-1 0,5 3 0,22 6 229,0-1 1,1-1-1,61 8 0,-22-4-565,-68-12 20,1-1 0,0 1 0,0 0 0,0-1 0,0 0 0,0 0 0,7-1 1,-10 0 44,1 1 1,-1-1 0,0 1-1,1-1 1,-1 0 0,0 0-1,1 0 1,-1 0 0,0 0-1,0 0 1,0 0 0,0 0-1,0 0 1,0 0 0,0-1-1,0 1 1,0 0 0,0-1 0,-1 1-1,1 0 1,0-3 0,9-19-3302,-3 8-3587,-2 1-4238</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1.421"/>
    </inkml:context>
    <inkml:brush xml:id="br0">
      <inkml:brushProperty name="width" value="0.035" units="cm"/>
      <inkml:brushProperty name="height" value="0.035" units="cm"/>
    </inkml:brush>
  </inkml:definitions>
  <inkml:trace contextRef="#ctx0" brushRef="#br0">106 0 12361,'-9'27'2051,"7"-22"-282,0-2-316,-5 15-565,0 0-1,0 1 0,-5 32 0,8-35-684,-36 198 1762,35-172-1879,1 0 0,3 1 0,3 45 1,0-62-775,-2 37 0,-3-35-2628,-3-1-3822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7.772"/>
    </inkml:context>
    <inkml:brush xml:id="br0">
      <inkml:brushProperty name="width" value="0.035" units="cm"/>
      <inkml:brushProperty name="height" value="0.035" units="cm"/>
    </inkml:brush>
  </inkml:definitions>
  <inkml:trace contextRef="#ctx0" brushRef="#br0">1 179 1508,'20'14'15058,"-18"-14"-14665,36-5 217,0 2 1,1 2-1,56 4 0,-33 0-439,177 6 165,100 3-186,-166-7-237,75 1 150,-110-6-90,415-8 64,180-5 36,-296 11 100,591-18-201,-754 19 7,96-4 25,155-32-172,3-1 345,-271 30-96,203-12 81,48 0-171,-355 17 38,33 1 76,120-4-58,675 10 36,-178 14-127,-180-39 825,371 15 684,-616 7-813,-260-5-301,-56 1 877,65 5 0,-70 0-153,-54-2-901,14 0-524,-4-2-207,-11 1-179,-19-11-12195,-9-4 2828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9.289"/>
    </inkml:context>
    <inkml:brush xml:id="br0">
      <inkml:brushProperty name="width" value="0.035" units="cm"/>
      <inkml:brushProperty name="height" value="0.035" units="cm"/>
    </inkml:brush>
  </inkml:definitions>
  <inkml:trace contextRef="#ctx0" brushRef="#br0">66 465 11437,'-26'6'9066,"25"-4"-8367,-2 2-509,0 1-1,1-1 1,-1 1 0,1 0-1,0-1 1,1 1 0,-1 0 0,1 0-1,-1 7 1,-2 50 811,3-24-355,-2 28 88,-7 171 1013,18 63-1300,-8-297-425,5 33-1031,-5-36 990,0 0 1,0 1-1,0-1 0,0 0 0,0 0 0,0 0 1,0 1-1,0-1 0,0 0 0,0 0 0,0 0 0,0 0 1,0 1-1,0-1 0,0 0 0,0 0 0,0 0 1,1 0-1,-1 1 0,0-1 0,0 0 0,0 0 1,0 0-1,0 0 0,0 0 0,1 0 0,-1 0 1,0 1-1,0-1 0,0 0 0,0 0 0,0 0 0,1 0 1,-1 0-1,0 0 0,0 0 0,0 0 0,0 0 1,1 0-1,-1 0 0,0 0 0,0 0 0,0 0 1,1 0-1,-1 0 0,0 0 0,8-19-664,-3-3 276,-2-1 0,-1 0 1,0 0-1,-2 1 0,-3-30 1,1-17-286,2 10 108,3-206-1451,2 181 1820,18-97 1,-12 135 805,2 0 1,3 1-1,1 0 1,28-51-1,-36 81-205,-1 1-1,2 0 0,0 1 1,0 0-1,2 0 1,-1 1-1,2 1 0,25-20 1,-36 29-288,1 0 1,0 0-1,0 0 1,1 0 0,-1 1-1,0-1 1,0 1-1,6-2 1,-8 3-81,0 0-1,0 0 1,0 0 0,1 0-1,-1 0 1,0 0 0,0 0-1,0 0 1,0 1 0,0-1-1,0 0 1,0 1 0,0-1-1,0 1 1,0-1 0,0 1 0,0 0-1,0-1 1,0 1 0,0 0-1,0 0 1,-1-1 0,1 1-1,0 0 1,-1 0 0,1 0-1,0 0 1,0 2 0,1 2-25,0 0 1,-1 0 0,0 0 0,0 0-1,0 0 1,0 0 0,-1 0-1,0 0 1,0 1 0,0-1-1,-1 0 1,0 0 0,0 0-1,0 0 1,-4 10 0,-4 10-658,-22 43 1,29-64 579,-17 31-1569,-1 0 1,-34 42-1,-20 13-6397,27-38-1212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9.666"/>
    </inkml:context>
    <inkml:brush xml:id="br0">
      <inkml:brushProperty name="width" value="0.035" units="cm"/>
      <inkml:brushProperty name="height" value="0.035" units="cm"/>
    </inkml:brush>
  </inkml:definitions>
  <inkml:trace contextRef="#ctx0" brushRef="#br0">708 13 14593,'-22'-12'2187,"21"11"-1928,-1 1 0,0 0 1,1 0-1,-1 0 0,1 0 1,-1 0-1,1 1 0,-1-1 1,1 0-1,-1 1 0,1-1 1,-1 1-1,1-1 0,-1 1 1,1 0-1,-1 0 0,1-1 1,-2 3-1,1-2 312,-6 4-188,1 0-1,0 1 1,1 0-1,-1 0 1,1 0-1,-8 12 1,-3 1-7,-53 62 187,4 2 1,4 3-1,-101 185 0,124-190-487,3 2 1,3 1-1,4 2 0,4 0 1,-15 98-1,32-137-175,3 0 0,1 1 0,3 0 1,7 78-1,-3-104-42,1-1 0,1 0 1,1-1-1,0 1 0,13 25 1,-12-33-29,0-1 0,0 0 0,1 0 1,1 0-1,0-1 0,1 0 0,0-1 0,20 17 1,-22-22-145,0-1 1,0 1 0,0-1 0,0-1 0,1 1 0,0-1 0,-1-1-1,1 0 1,0 0 0,0 0 0,0-2 0,0 1 0,15-1-1,2-2-1893,0-1 0,0-2 0,37-10 0,20-12-6801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9.917"/>
    </inkml:context>
    <inkml:brush xml:id="br0">
      <inkml:brushProperty name="width" value="0.035" units="cm"/>
      <inkml:brushProperty name="height" value="0.035" units="cm"/>
    </inkml:brush>
  </inkml:definitions>
  <inkml:trace contextRef="#ctx0" brushRef="#br0">472 0 13869,'-24'32'550,"8"-12"230,0 0 0,-37 35 1,36-39-331,1 1 0,1 1 1,1 0-1,1 1 0,-19 35 1,-41 109 391,46-98-670,-14 33-741,-29 108 0,65-183 241,5-19 45,-1 0 0,1 0 0,-1 0 0,0 0 0,-1 0 0,1 0 0,-1 0 0,0-1 0,0 1 0,0 0 0,0-1 0,-4 5 0,-5 1-4443,11-9 4345,-1-1 1,1 1-1,-1 0 1,1-1-1,-1 1 1,1 0-1,0-1 1,-1 1-1,1-1 1,0 1-1,-1-1 1,1 1-1,0-1 1,-1 1-1,1-1 1,0 1-1,0-1 1,0 1-1,-1-2 1,1 2 369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0.104"/>
    </inkml:context>
    <inkml:brush xml:id="br0">
      <inkml:brushProperty name="width" value="0.035" units="cm"/>
      <inkml:brushProperty name="height" value="0.035" units="cm"/>
    </inkml:brush>
  </inkml:definitions>
  <inkml:trace contextRef="#ctx0" brushRef="#br0">14 1 17386,'-1'0'199,"0"0"1,0 1-1,0-1 1,0 1-1,1-1 1,-1 1-1,0 0 1,1-1 0,-1 1-1,0 0 1,1 0-1,-1-1 1,0 1-1,1 0 1,0 0-1,-1 0 1,1-1-1,-1 1 1,1 0 0,-1 2-1,2-2-5,-1 0-1,1-1 1,0 1-1,-1 0 1,1-1 0,0 1-1,0-1 1,0 1-1,-1-1 1,1 1 0,0-1-1,0 1 1,0-1-1,0 0 1,1 1 0,1 0 124,0 0 0,0 1 1,-1-1-1,1 1 0,0-1 1,-1 1-1,1 0 0,-1 0 1,4 4-1,79 83 2237,-56-61-1378,45 55 1,26 54-3588,-84-114-151,22 39 0,-8-4-5350,-27-50 6482,20 34-11482</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0.466"/>
    </inkml:context>
    <inkml:brush xml:id="br0">
      <inkml:brushProperty name="width" value="0.035" units="cm"/>
      <inkml:brushProperty name="height" value="0.035" units="cm"/>
    </inkml:brush>
  </inkml:definitions>
  <inkml:trace contextRef="#ctx0" brushRef="#br0">32 23 13389,'-12'-3'731,"-7"-2"858,19 3-432,11 1 447,52-5 3751,-27 3-1882,63 1 0,-80 3-2804,46 4-279,-8 5-4313,-56-9 3258,-1 0 0,1 0 0,0 1 0,0-1 0,-1 0 0,1 1 0,0-1-1,-1 0 1,0 1 0,1-1 0,-1 1 0,0-1 0,0 1 0,0-1 0,1 1 0,-2-1 0,1 1 0,0-1-1,-1 3 1,-8 13-10956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0.606"/>
    </inkml:context>
    <inkml:brush xml:id="br0">
      <inkml:brushProperty name="width" value="0.035" units="cm"/>
      <inkml:brushProperty name="height" value="0.035" units="cm"/>
    </inkml:brush>
  </inkml:definitions>
  <inkml:trace contextRef="#ctx0" brushRef="#br0">1 104 16966,'43'-12'2572,"-20"-25"-244,8 17-96,-11 17-240,3-6-495,6 6-273,3-5-228,17 8-244,-12 0-424,-17 0-444,9-3-616,3-3-744,-9 3-793,5 3-1171,-16 12-3297,2-4-6396</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1.078"/>
    </inkml:context>
    <inkml:brush xml:id="br0">
      <inkml:brushProperty name="width" value="0.035" units="cm"/>
      <inkml:brushProperty name="height" value="0.035" units="cm"/>
    </inkml:brush>
  </inkml:definitions>
  <inkml:trace contextRef="#ctx0" brushRef="#br0">274 0 9265,'-64'17'3979,"57"-15"-3570,1 1 0,-1 0-1,1 0 1,0 1 0,-1 0 0,2 0 0,-1 0 0,-6 6 0,1-1-46,-3 2 47,0 1 1,1 0-1,1 0 1,0 2-1,-13 17 1,18-21-144,1 0 0,0 1 0,1 0 0,0 0 0,1 0 0,0 1 0,0-1 0,-1 15 0,5-25-207,0 0 0,0 0 0,0 0 1,0 1-1,0-1 0,0 0 0,0 0 1,0 0-1,1 0 0,-1 0 0,0 1 0,1-1 1,-1 0-1,1 0 0,-1 0 0,2 1 1,1 3 193,-2-1-98,1-1 0,0 1-1,0-1 1,0 0 0,0 1 0,1-1 0,-1 0 0,1-1 0,0 1 0,0 0-1,0-1 1,0 0 0,0 1 0,1-1 0,-1 0 0,0-1 0,7 3-1,1 0 155,0 0-1,1-1 0,0 0 0,18 1 1,20-2 372,1-2 0,-1-3 1,93-16-1,-106 12-539,43-14-1,-79 21-218,1 0 0,0-1-1,-1 1 1,1-1-1,-1 0 1,1 1-1,-1-1 1,1 0-1,-1 0 1,0 0-1,1 0 1,-1 0 0,0 0-1,0-1 1,1 1-1,-1 0 1,0 0-1,0-1 1,-1 1-1,1-1 1,0 1-1,0-1 1,-1 1 0,1-1-1,-1 0 1,1 1-1,-1-1 1,0 1-1,1-1 1,-1 0-1,0 0 1,0 1-1,0-1 1,0 0 0,-1 1-1,1-1 1,0 0-1,-1 1 1,1-1-1,-1 1 1,0-1-1,1 1 1,-1-1-1,0 1 1,0-1-1,0 1 1,0 0 0,0-1-1,0 1 1,0 0-1,-2-1 1,-15-15-1541,0 1 0,-1 1 1,-35-20-1,8 4-2069,2 0-1698,-4 2-2917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1.281"/>
    </inkml:context>
    <inkml:brush xml:id="br0">
      <inkml:brushProperty name="width" value="0.035" units="cm"/>
      <inkml:brushProperty name="height" value="0.035" units="cm"/>
    </inkml:brush>
  </inkml:definitions>
  <inkml:trace contextRef="#ctx0" brushRef="#br0">3 1 16390,'5'6'790,"-1"-1"287,-8-4 656,-4-2 734,10 4-884,5 13-380,51 108 2923,-26-32-2993,-5 1-1,30 180 1,-40-147-1368,1 249 0,-59 128-1283,-10-256-3907,3-89-3674,7-45-4172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1.595"/>
    </inkml:context>
    <inkml:brush xml:id="br0">
      <inkml:brushProperty name="width" value="0.035" units="cm"/>
      <inkml:brushProperty name="height" value="0.035" units="cm"/>
    </inkml:brush>
  </inkml:definitions>
  <inkml:trace contextRef="#ctx0" brushRef="#br0">1 60 19878,'4'-1'2609,"92"-5"2531,101 7 0,-158 4-5104,-27-3-72,0 0 1,0-1-1,0-1 0,0 0 1,17-2-1,-28 2-51,0 0 0,-1-1 0,1 1 0,0 0 0,0-1-1,-1 1 1,1-1 0,-1 1 0,1 0 0,0-1 0,-1 1 0,1-1 0,-1 0 0,1 1 0,-1-1 0,0 1 0,1-1-1,-1 0 1,1 1 0,-1-1 0,0 0 0,0 1 0,1-1 0,-1 0 0,0 0 0,0 1 0,0-1 0,0 0 0,0 0-1,0 1 1,0-1 0,0 0 0,0 0 0,0 1 0,0-1 0,-1 0 0,1 0 0,0 1 0,0-1 0,-1 0-1,0-2-387,0 0 0,0 0 0,0 1 0,0-1-1,0 0 1,0 1 0,-1-1 0,1 1-1,-1-1 1,-2-2 0,2 4 25,1 1 1,0-1 0,-1 1-1,1-1 1,0 1-1,-1-1 1,1 1 0,0 0-1,-1 0 1,1 0-1,-1 0 1,1 0 0,-1 0-1,-1 0 1,0 1-572,-38-1-12024</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1.928"/>
    </inkml:context>
    <inkml:brush xml:id="br0">
      <inkml:brushProperty name="width" value="0.035" units="cm"/>
      <inkml:brushProperty name="height" value="0.035" units="cm"/>
    </inkml:brush>
  </inkml:definitions>
  <inkml:trace contextRef="#ctx0" brushRef="#br0">202 0 14613,'-15'0'1284,"7"0"2488,7 4-2388,-3 19-407,-2-1 0,-9 25 0,-5 15-205,-6 41-630,-23 188 0,14-23-4617,21-168-3409,6-54-1813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2.384"/>
    </inkml:context>
    <inkml:brush xml:id="br0">
      <inkml:brushProperty name="width" value="0.035" units="cm"/>
      <inkml:brushProperty name="height" value="0.035" units="cm"/>
    </inkml:brush>
  </inkml:definitions>
  <inkml:trace contextRef="#ctx0" brushRef="#br0">142 247 12801,'-44'15'2248,"44"-15"-2125,-1 0 0,0 0 0,0 0 0,1 0 0,-1 0 0,0 1-1,0-1 1,1 0 0,-1 1 0,0-1 0,1 0 0,-1 1 0,0-1 0,1 1-1,-1-1 1,1 1 0,-1-1 0,1 1 0,-1 0 0,1-1 0,-1 1 0,1-1-1,0 1 1,-1 0 0,1 0 0,0-1 0,-1 1 0,1 1 0,-1 1 476,-6 11 172,1 0 0,1 1-1,0 0 1,1 0-1,1 0 1,0 0 0,-2 29-1,-3 20 143,-7 39 62,-1 138 0,13-164-779,3 43-46,0-116-75,0-10-403,44-327-2106,-14 127 1747,2-59 419,-27 230 685,17-56 0,-20 83-262,0 0 0,-1 0 0,1-14 1,-2 16-70,0 0 0,1 0 0,0 0 0,3-12 0,2 7 76,-4 25-293,-1-5-47,0 5-227,0 0 0,-1-1 0,-1 1-1,-1-1 1,1 1 0,-2-1-1,-5 17 1,-6 11-4804,-20 40 1,11-29-4831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2.733"/>
    </inkml:context>
    <inkml:brush xml:id="br0">
      <inkml:brushProperty name="width" value="0.035" units="cm"/>
      <inkml:brushProperty name="height" value="0.035" units="cm"/>
    </inkml:brush>
  </inkml:definitions>
  <inkml:trace contextRef="#ctx0" brushRef="#br0">629 18 14341,'-1'0'84,"1"1"0,0-1 0,-1 1-1,1-1 1,0 1 0,-1-1 0,1 1-1,-1-1 1,1 0 0,-1 1 0,1-1-1,-1 0 1,1 1 0,-1-1 0,1 0-1,-1 0 1,0 0 0,1 1 0,-1-1-1,1 0 1,-1 0 0,0 0 0,1 0-1,-1 0 1,0 0 0,1 0 0,-1 0-1,1 0 1,-1 0 0,-1-1 0,-8-15 2359,8 11-1974,2 5-431,-1 0 0,1 0 0,0 0 0,0-1 1,0 1-1,0 0 0,0 0 0,0 0 0,0 0 0,0 0 0,0-1 0,-1 1 0,1 0 0,0 0 0,0 0 0,0 0 0,0 0 0,-1 0 0,1 0 0,0-1 0,0 1 0,0 0 0,0 0 0,-1 0 0,1 0 0,0 0 0,0 0 0,0 0 0,0 0 0,-1 0 0,1 0 0,0 0 0,0 0 0,0 0 0,-1 0 0,1 0 0,0 0 0,-10 1 275,0 0 0,0 0 0,1 1 0,-1 0 0,0 0 0,1 1 1,0 0-1,-1 1 0,1 0 0,1 1 0,-15 9 0,1 2-28,1 0-1,1 2 1,-25 26-1,-46 65 316,56-63-364,2 2-1,2 1 0,3 1 0,-34 79 0,46-87-96,1 2 0,3 0 0,1 1 0,2 0 0,2 0 0,-1 52 0,13 84-157,-1-148-39,1 0 1,2-1-1,16 51 1,-17-67-184,1 0-1,0 0 1,1 0 0,1-1 0,0-1-1,1 1 1,1-2 0,13 15 0,-14-18-246,1-1 0,-1-1 1,1 0-1,1 0 1,0-1-1,0-1 1,0 0-1,1 0 1,0-1-1,0-1 0,20 4 1,-11-4-2852,30 2-1,28-5-7709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2.951"/>
    </inkml:context>
    <inkml:brush xml:id="br0">
      <inkml:brushProperty name="width" value="0.035" units="cm"/>
      <inkml:brushProperty name="height" value="0.035" units="cm"/>
    </inkml:brush>
  </inkml:definitions>
  <inkml:trace contextRef="#ctx0" brushRef="#br0">610 0 16946,'-20'18'1063,"-13"10"707,0 1 0,2 2 0,-42 55 0,-85 164 1256,23 15-4179,131-257 1024,-10 25-1558,-1-1 0,-1-1 1,-28 39-1,25-52-1324,4-12-2790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3.142"/>
    </inkml:context>
    <inkml:brush xml:id="br0">
      <inkml:brushProperty name="width" value="0.035" units="cm"/>
      <inkml:brushProperty name="height" value="0.035" units="cm"/>
    </inkml:brush>
  </inkml:definitions>
  <inkml:trace contextRef="#ctx0" brushRef="#br0">1 1 16309,'5'14'1011,"-4"-11"-659,0 1 1,0-1-1,1 0 0,-1 0 1,1 0-1,0 0 1,0 0-1,0 0 0,0 0 1,0-1-1,4 4 1,49 59 6093,-8-9-3682,67 59-719,38 44-2357,-91-90-2869,-25-30-1449,-2 1-4313,-10-12-3811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3.412"/>
    </inkml:context>
    <inkml:brush xml:id="br0">
      <inkml:brushProperty name="width" value="0.035" units="cm"/>
      <inkml:brushProperty name="height" value="0.035" units="cm"/>
    </inkml:brush>
  </inkml:definitions>
  <inkml:trace contextRef="#ctx0" brushRef="#br0">23 0 13889,'-22'3'2693,"25"-2"1626,42-2 3879,-19 1-7149,11 2 297,52 9-1,-37-4-8232,-81 5-16081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3.568"/>
    </inkml:context>
    <inkml:brush xml:id="br0">
      <inkml:brushProperty name="width" value="0.035" units="cm"/>
      <inkml:brushProperty name="height" value="0.035" units="cm"/>
    </inkml:brush>
  </inkml:definitions>
  <inkml:trace contextRef="#ctx0" brushRef="#br0">1 75 18218,'86'-23'2736,"-46"20"-180,1 3-320,-4-3-447,-17 0-357,15 0-260,19 1-444,-16-4-632,-4 6-740,-17-3-972,4-11-1209,2-1-571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3.851"/>
    </inkml:context>
    <inkml:brush xml:id="br0">
      <inkml:brushProperty name="width" value="0.035" units="cm"/>
      <inkml:brushProperty name="height" value="0.035" units="cm"/>
    </inkml:brush>
  </inkml:definitions>
  <inkml:trace contextRef="#ctx0" brushRef="#br0">23 0 15493,'-20'20'2557,"32"0"-297,-15-5-296,-3 11-304,6 11-288,6-20-252,-3 18-280,2 16-175,-2-10-137,0 2-192,3 6-456,3-6-836,-12 0-765,-9-11 125,-2 5-5572,2-5-7082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4.074"/>
    </inkml:context>
    <inkml:brush xml:id="br0">
      <inkml:brushProperty name="width" value="0.035" units="cm"/>
      <inkml:brushProperty name="height" value="0.035" units="cm"/>
    </inkml:brush>
  </inkml:definitions>
  <inkml:trace contextRef="#ctx0" brushRef="#br0">449 1 20526,'13'36'2049,"-2"1"0,-1 1 0,7 66 0,-14-64-1172,-2 0 0,-1 0 0,-10 62 0,-80 393-270,-28-5-942,14-154-3556,13-122-2097,43-116-1372,6-15-4919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3.931"/>
    </inkml:context>
    <inkml:brush xml:id="br0">
      <inkml:brushProperty name="width" value="0.035" units="cm"/>
      <inkml:brushProperty name="height" value="0.035" units="cm"/>
    </inkml:brush>
  </inkml:definitions>
  <inkml:trace contextRef="#ctx0" brushRef="#br0">60 292 10745,'20'-23'12626,"-21"24"-12585,-1-1-1,1 1 0,0 0 1,-1 1-1,1-1 0,0 0 1,0 0-1,0 0 0,0 1 1,0-1-1,-1 3 0,-1 0 31,-1 2-25,0 0 0,0 0 0,1 1 0,0 0 0,0-1 0,1 1 0,0 0 0,-2 10 0,-6 65 261,6-37-290,1-26 2,-1 12 41,1 0 0,1 0 0,4 40 1,4 5-102,-5-43-33,2 0 0,2 0 0,0-1 0,15 44 0,-4-21-1041,-11-35-819,0-1 0,10 21 0,-13-37 951,-5-3-1171,1 0 2200,0-1 0,0 1-1,0 0 1,1-1-1,-1 1 1,0-1 0,0 0-1,1 0 1,-1 1 0,0-1-1,1 0 1,-1 0-1,1-1 1,-1 1 0,1 0-1,0 0 1,-3-3-1,2-1 117,0 1 0,1 0 0,-1 0-1,1 0 1,0-1 0,0 1-1,-1-9 1,-31-149 3122,23 40-964,8-212 0,2 307-1901,2 0 0,0 0 0,2 1 0,1-1 0,1 1 0,1 0 0,1 1 0,12-27 0,-11 35-152,-1 0 1,2 1 0,1-1 0,0 2-1,0 0 1,2 0 0,21-19 0,-34 34-266,1 0-1,0 0 1,0 0 0,0 0-1,-1 0 1,1 0 0,0 0 0,0 1-1,-1-1 1,1 0 0,0 1-1,-1-1 1,1 0 0,0 1 0,-1-1-1,1 1 1,-1-1 0,1 1 0,0-1-1,-1 1 1,1-1 0,-1 1-1,0 0 1,1-1 0,0 2 0,0-1-6,4 6-159,1 1 0,-1-1-1,-1 1 1,0 0 0,0 0-1,0 0 1,-1 0 0,0 1-1,-1 0 1,0-1 0,0 1 0,-1 0-1,0 0 1,-1 0 0,1 0-1,-2 0 1,-1 11 0,-2 10-1439,-1-1 1,-2 0-1,-20 55 1,-18 23-7614,25-56 307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4.247"/>
    </inkml:context>
    <inkml:brush xml:id="br0">
      <inkml:brushProperty name="width" value="0.035" units="cm"/>
      <inkml:brushProperty name="height" value="0.035" units="cm"/>
    </inkml:brush>
  </inkml:definitions>
  <inkml:trace contextRef="#ctx0" brushRef="#br0">1 30 17210,'40'5'2728,"-20"-19"-364,3 0 1704,0 11-2655,0 0 691,0 3-1384,3 3-184,-9-6-352,-2 3-460,2 3-2460,0 2 391,-34 13-7668,-9 10-2960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4.405"/>
    </inkml:context>
    <inkml:brush xml:id="br0">
      <inkml:brushProperty name="width" value="0.035" units="cm"/>
      <inkml:brushProperty name="height" value="0.035" units="cm"/>
    </inkml:brush>
  </inkml:definitions>
  <inkml:trace contextRef="#ctx0" brushRef="#br0">0 75 19462,'61'-20'2684,"-50"12"-200,18 5-368,-3-3-443,3 3-345,2-3-296,1 1-616,-3 5-544,-6-9-628,0 6-836,-6-3-1033,3 1-1711,-3 8-2093,1 5-5916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5.047"/>
    </inkml:context>
    <inkml:brush xml:id="br0">
      <inkml:brushProperty name="width" value="0.035" units="cm"/>
      <inkml:brushProperty name="height" value="0.035" units="cm"/>
    </inkml:brush>
  </inkml:definitions>
  <inkml:trace contextRef="#ctx0" brushRef="#br0">1 175 11093,'10'-10'1583,"-5"6"-777,-1-1 0,0 1-1,1-1 1,-2 0 0,6-8 0,-7 10-427,0 0 1,1 0 0,-1 0-1,1 0 1,-1 1-1,1-1 1,0 1-1,0 0 1,0 0-1,1 0 1,3-2-1,42-17 1935,-36 17-1489,22-10 150,-1 1 672,0 0 0,1 2 0,44-7 0,-76 17-1692,0 1-1,0-1 1,1 1 0,-1 0-1,0 0 1,1 0 0,-1 0 0,0 0-1,0 1 1,1 0 0,-1-1-1,4 3 1,-5-2-12,-1 1 0,0-1 0,1 1 0,-1-1 0,0 1 0,0 0 0,0-1 1,0 1-1,0 0 0,0 0 0,0 0 0,-1 0 0,1 0 0,-1 0 0,1 0 0,-1 0 0,0 0 0,0 0 0,1 0 0,-2 4 0,1 9-621,-1 0 1,0 0-1,-1 1 0,-1-1 0,-8 26 1,-35 78-3519,20-54 2271,18-45 1914,-16 29 0,-15 11 4039,38-58-2854,20 14 2418,-7-13-3124,1 0 0,-1-1 0,1 0 0,0-1 0,16-1 0,-1 1-76,106 11-392,-100-7 0,-31-2 0,-2-2 0,-1-1 0,1 1 0,-1-1 0,1 1 0,-1 0 0,1-1 0,-1 1 0,1-1 0,-1 1 0,0 0 0,1-1 0,-1 1 0,0 0 0,0 0 0,1-1 0,-1 1 0,0 0 0,0 0 0,0-1 0,0 1 0,0 0 0,0 0 0,0-1 0,0 1 0,0 0 0,-1-1 0,1 1 0,0 0 0,0 0 0,-1-1 0,1 1 0,0 0 0,-1-1 0,1 1 0,0 0 0,-1-1 0,1 1 0,-1 0 0,-22 28 0,22-28 0,-15 17-723,-1-1 0,0-1-1,-1-1 1,-32 21 0,30-23-617,-1-2 1,-1 0-1,0-1 1,-1-1-1,0-1 1,0-2-1,-1 0 1,1-1-1,-1-1 1,-1-1-1,1-2 1,-43-2-1,16-2-7413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5.359"/>
    </inkml:context>
    <inkml:brush xml:id="br0">
      <inkml:brushProperty name="width" value="0.035" units="cm"/>
      <inkml:brushProperty name="height" value="0.035" units="cm"/>
    </inkml:brush>
  </inkml:definitions>
  <inkml:trace contextRef="#ctx0" brushRef="#br0">23 124 17474,'-21'-7'1845,"21"7"-1800,0-1 0,0 1 0,0 0 0,0 0 0,0 0 0,-1 0 0,1 0 0,0 0 0,0 0 0,0 0 0,0 0 0,0-1 0,0 1 0,0 0 0,0 0 0,0 0 0,-1 0 0,1 0 0,0 0 0,0-1 0,0 1 0,0 0 0,0 0 0,0 0 0,0 0 0,0 0 0,0-1 0,0 1 0,0 0 0,0 0 0,0 0 0,0 0 0,0-1 0,0 1 0,0 0 0,0 0 0,1 0 0,-1 0 0,0 0 0,0 0 0,0-1 0,0 1 0,0 0 0,0 0 0,0 0 0,0 0 0,0 0 0,1 0 0,-1 0 0,0 0 0,0-1 0,0 1 0,0 0 0,0 0 0,1 0 0,4-2 552,0 1 1,1-1 0,-1 1-1,1 0 1,-1 1 0,7-1-1,225-8 6148,315-5-6745,-498 14 0,189-3 0,-179 3 29,-39 1-104,30-2 0,-55 1 1,1 0 0,0 0 0,0-1 0,0 1 0,0 0 0,-1 0 0,1 0 0,0 0 0,0-1 0,0 1-1,-1 0 1,1-1 0,0 1 0,-1-1 0,1 1 0,0-1 0,-1 1 0,1-1 0,0 1 0,-1-1 0,1 0 0,-1 1-1,1-1 1,-1 0 0,1 1 0,-1-1 0,0 0 0,1 0 0,-1 1 0,0-1 0,0 0 0,1 0 0,-1 0 0,0 1 0,0-1-1,0-1 1,0 0-264,-1 0 0,1 0 0,-1 0 0,0 0 0,1 0 0,-1 0 0,0 1 0,0-1 0,0 0 0,0 0 0,-1 1 0,1-1 0,0 1 0,-1 0 0,1-1 0,-1 1 0,-1-2 0,-23-6-5891,21 8 4687,-41-12-11524</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5.754"/>
    </inkml:context>
    <inkml:brush xml:id="br0">
      <inkml:brushProperty name="width" value="0.035" units="cm"/>
      <inkml:brushProperty name="height" value="0.035" units="cm"/>
    </inkml:brush>
  </inkml:definitions>
  <inkml:trace contextRef="#ctx0" brushRef="#br0">9 1 7609,'-9'32'20420,"13"-32"-19229,41-1-495,-1 0 254,0 2 1,51 8-1,-70-5-3393,0-2-1,29 1 1,-63-10-6222,7 5 6133,-10-6-8724</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5.899"/>
    </inkml:context>
    <inkml:brush xml:id="br0">
      <inkml:brushProperty name="width" value="0.035" units="cm"/>
      <inkml:brushProperty name="height" value="0.035" units="cm"/>
    </inkml:brush>
  </inkml:definitions>
  <inkml:trace contextRef="#ctx0" brushRef="#br0">24 10 3516,'-9'14'-28,"3"-26"-1008,-2 1 312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6.194"/>
    </inkml:context>
    <inkml:brush xml:id="br0">
      <inkml:brushProperty name="width" value="0.035" units="cm"/>
      <inkml:brushProperty name="height" value="0.035" units="cm"/>
    </inkml:brush>
  </inkml:definitions>
  <inkml:trace contextRef="#ctx0" brushRef="#br0">35 0 10273,'0'0'5356,"-1"2"-4038,-1 3-301,0 0-1,0 0 1,0 0 0,1 0 0,-2 11-1,2 1-1381,1-14 448,0 0 15,-1 4 19,1-1 0,1 0-1,-1 1 1,1-1 0,0 0 0,1 0-1,-1 0 1,5 11 0,-4-13 79,1 0 0,0 0 1,0-1-1,0 1 0,0-1 1,1 1-1,-1-1 1,1 0-1,0 0 0,0-1 1,0 1-1,6 2 0,220 107 3484,-227-110-3638,0-1-1,1 1 1,-1 0-1,0 0 1,0 0 0,0 1-1,0-1 1,0 1-1,0 0 1,-1 0 0,0-1-1,1 2 1,-1-1-1,0 0 1,0 0 0,-1 1-1,1-1 1,-1 1-1,0-1 1,1 1 0,-2 0-1,1-1 1,0 1-1,-1 0 1,0 0 0,1-1-1,-2 1 1,1 0-1,0 0 1,-1 0-1,1-1 1,-3 5 0,0 3-167,-1-1 0,-1 0 0,0 0 0,-1 0 1,0 0-1,0-1 0,-1 0 0,0-1 1,-11 11-1,5-5-524,-1 0 1,-1-1 0,0-1-1,0 0 1,-18 9-1,27-18 156,0 0-1,-1-1 1,1 0-1,0 0 1,-1 0 0,1-1-1,-1 0 1,0 0-1,1-1 1,-1 1-1,0-1 1,1-1-1,-1 0 1,0 0-1,1 0 1,-1 0-1,1-1 1,-8-3-1,-19-10-4982,9-4-3068</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8.245"/>
    </inkml:context>
    <inkml:brush xml:id="br0">
      <inkml:brushProperty name="width" value="0.035" units="cm"/>
      <inkml:brushProperty name="height" value="0.035" units="cm"/>
    </inkml:brush>
  </inkml:definitions>
  <inkml:trace contextRef="#ctx0" brushRef="#br0">56 0 14969,'-1'1'65,"-17"10"1838,18-10-804,7-3 163,-3 0 461,-8 6-814,2-3-702,0 1 0,0 0 0,0 0 1,0 0-1,0 1 0,1-1 0,-1 0 1,1 1-1,-1-1 0,1 1 0,0-1 0,0 1 1,0-1-1,0 1 0,0 0 0,1 0 1,-1-1-1,1 1 0,0 3 0,-11 243 2685,5-76-2257,5-131-1513,1 1-1,8 48 1,-7-44-2763,-1-47 3553,0 0 1,0 0 0,0-1 0,0 1-1,0 0 1,0 0 0,0 0-1,0 0 1,1 0 0,-1 0-1,0 0 1,0 0 0,0 0-1,0-1 1,0 1 0,0 0-525,0 0 525,0 0 0,1 0-1,-1 0 1,0 0 0,0 0-1,0 0 1,0 0 0,0 0-1,0 0 1,0 0 0,0 0-1,0 0 1,1 0 0,-1 0-1,0 0 1,0 0 0,0 0-1,0 0 1,0 0 0,0 0-1,0 0 1,0 0 0,0 0 0,1 0-1,-1 0 1,0 0 0,0 0-1,0 0 1,0 0 0,0 1-350,0-1 350,0 0-1,0 0 1,0 0 0,0 0-1,0 0 1,1 0 0,-1 0-1,0 0 1,0 0 0,0 1-1,0-1 1,6-8-3435,15-20-7184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8.655"/>
    </inkml:context>
    <inkml:brush xml:id="br0">
      <inkml:brushProperty name="width" value="0.035" units="cm"/>
      <inkml:brushProperty name="height" value="0.035" units="cm"/>
    </inkml:brush>
  </inkml:definitions>
  <inkml:trace contextRef="#ctx0" brushRef="#br0">6 78 5348,'3'6'661,"3"8"12904,-6-13-13523,-1 0-1,1-1 0,0 1 0,0 0 0,0-1 0,-1 1 0,1 0 0,0-1 0,-1 1 0,1 0 0,0-1 0,-1 1 0,1-1 1,-1 1-1,1 0 0,-1 0 0,0-1-18,0 1 1,0 0-1,1 0 1,-1-1-1,1 1 1,-1 0 0,0 0-1,1 0 1,0 0-1,-1 0 1,1 0-1,-1 0 1,1 0-1,0 0 1,0 0-1,0 0 1,0 0-1,-1 0 1,1 0-1,0 0 1,1 1 0,0 8 149,1 0 1,0-1 0,1 1 0,0 0 0,1-1 0,0 0-1,0 0 1,12 17 0,-12-20 61,1 0-1,-1 0 0,1-1 1,1 0-1,-1 0 1,1 0-1,0-1 1,0 1-1,0-1 0,0-1 1,1 1-1,0-1 1,13 4-1,-2-3 84,0 0 1,1-1-1,-1-1 1,1-1-1,-1 0 0,1-2 1,0 0-1,-1-1 0,34-8 1,-40 7-299,-1-1 0,1 1 1,-1-2-1,0 0 0,0 0 1,-1-1-1,0 0 0,0-1 1,0 0-1,0 0 0,-1-1 0,-1-1 1,1 1-1,-1-1 0,-1-1 1,9-12-1,-15 18-133,1 1 0,0 0-1,0-1 1,-1 0 0,0 1 0,0-1 0,0 0-1,0 1 1,-1-1 0,1 0 0,-1 0 0,0 0-1,0 0 1,0 0 0,-1 1 0,1-1 0,-1 0-1,0 0 1,0 1 0,-1-1 0,1 0 0,-1 1-1,1-1 1,-1 1 0,0 0 0,0 0 0,-1-1-1,1 1 1,-1 1 0,1-1 0,-6-4-1,1 1-178,-1 0-1,0 0 1,0 1-1,-1 0 0,0 0 1,0 1-1,0 0 1,0 1-1,-1 0 0,1 1 1,-14-3-1,-20 1-1556,-1 1 0,-61 5 0,23 6-4597,44-3-609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9.129"/>
    </inkml:context>
    <inkml:brush xml:id="br0">
      <inkml:brushProperty name="width" value="0.035" units="cm"/>
      <inkml:brushProperty name="height" value="0.035" units="cm"/>
    </inkml:brush>
  </inkml:definitions>
  <inkml:trace contextRef="#ctx0" brushRef="#br0">393 1 7609,'-45'24'2607,"26"-15"-1266,0 1 0,-20 16 0,10-7-547,20-13-550,1-1-1,0 1 1,0 1 0,-8 8-1,8-7-4,-69 79 1896,66-72-1792,0 0 0,1 1-1,0 0 1,-8 21 0,13-24-120,-5 10 221,0 0 0,-7 36 0,15-51-277,0 1 0,1 0 0,1 0 1,-1 0-1,2 0 0,-1 0 0,1-1 1,0 1-1,1 0 0,5 15 1,-4-15 23,1 0 0,0-1 0,0 1 0,1-1 1,0 0-1,1 0 0,0 0 0,0-1 0,0 0 1,1 0-1,13 10 0,-6-7 151,1-1-1,0-1 1,0 0 0,0-1-1,33 10 1,-38-14-558,0 0-1,0-1 1,1 0 0,-1-1 0,18 0-1,-25-1-882,-4-4-448,-1 0 1241,1 1-1,-1-1 1,1 1-1,-1-1 1,0 1-1,0 0 1,-1 0-1,1 0 1,-1 0 0,1 0-1,-1 1 1,0-1-1,0 1 1,-4-3-1,-4-1-1574,-1 0 0,0 1 0,-13-5 0,21 9 1281,-31-11-7829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49.832"/>
    </inkml:context>
    <inkml:brush xml:id="br0">
      <inkml:brushProperty name="width" value="0.035" units="cm"/>
      <inkml:brushProperty name="height" value="0.035" units="cm"/>
    </inkml:brush>
  </inkml:definitions>
  <inkml:trace contextRef="#ctx0" brushRef="#br0">0 1 11877,'0'0'11842,"1"2"-10771,9 22 517,-9-22-1000,-1 0-144,4 6-843,-2-1 1,1 0-1,-1 1 1,2 9-1,2 31-10432,-5-43 8955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2.623"/>
    </inkml:context>
    <inkml:brush xml:id="br0">
      <inkml:brushProperty name="width" value="0.035" units="cm"/>
      <inkml:brushProperty name="height" value="0.035" units="cm"/>
    </inkml:brush>
  </inkml:definitions>
  <inkml:trace contextRef="#ctx0" brushRef="#br0">812 1 11673,'-12'3'676,"1"1"0,0 1-1,0 0 1,0 0 0,1 1 0,-13 10 0,7-3 292,0 1 0,-26 31 0,-26 38-126,4 3-1,3 2 1,4 3 0,5 3 0,-72 174 0,-5 114 255,100-271-536,-22 174 0,43-206-280,3 1 0,4 0 1,9 81-1,0-99-60,2 1 1,3-1-1,3-1 1,32 83-1,-26-90-184,3-2-1,1-1 1,3 0 0,2-3-1,69 84 1,-77-106-385,1-1-1,1-1 1,1-2-1,1 0 1,1-2 0,1-1-1,1-1 1,0-2 0,2 0-1,-1-3 1,35 11 0,-41-18-1120,-1 0 0,47 3 0,9-8-4515,20-7-5496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3.126"/>
    </inkml:context>
    <inkml:brush xml:id="br0">
      <inkml:brushProperty name="width" value="0.035" units="cm"/>
      <inkml:brushProperty name="height" value="0.035" units="cm"/>
    </inkml:brush>
  </inkml:definitions>
  <inkml:trace contextRef="#ctx0" brushRef="#br0">1 11 9045,'0'0'7089,"2"-1"-5697,1-1-1202,0 1 1,1-1-1,-1 1 1,1 0-1,-1 0 1,1 1 0,0-1-1,-1 1 1,1-1-1,0 1 1,0 0-1,-1 0 1,1 1 0,0-1-1,-1 1 1,1 0-1,-1 0 1,1 0 0,-1 0-1,1 1 1,-1-1-1,0 1 1,1 0-1,-1 0 1,0 0 0,0 1-1,-1-1 1,1 1-1,0-1 1,2 5-1,8 8 233,-1 2 0,-1-1 0,-1 1 0,13 28 0,-20-38-211,39 84 688,-4 2-1,-4 2 1,-4 1-1,21 123 1,-25-59-153,10 307 0,-72 402-2614,-8-430-1526,7-220-602,-15-8-4509,13-92-2505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4.167"/>
    </inkml:context>
    <inkml:brush xml:id="br0">
      <inkml:brushProperty name="width" value="0.035" units="cm"/>
      <inkml:brushProperty name="height" value="0.035" units="cm"/>
    </inkml:brush>
  </inkml:definitions>
  <inkml:trace contextRef="#ctx0" brushRef="#br0">0 78 6865,'1'-1'630,"0"-1"0,1 0 0,-1 1 0,0-1 0,0 0 0,1 1 0,-1 0 0,1-1 0,-1 1 0,4-2 0,0 0 197,1 0-1,0 1 1,-1 0-1,11-2 0,15-6 1745,-13 3-1704,0 0 1,0 2 0,1 0-1,0 1 1,0 1-1,0 1 1,29 0 0,-45 3-925,0-1 1,-1 1 0,1 0 0,-1 0 0,1 1 0,-1-1 0,0 1 0,0-1 0,1 1 0,-1 0 0,0-1 0,0 1-1,-1 0 1,1 0 0,0 1 0,1 2 0,-2-4-23,0 1-24,1 0 1,-1 0 0,-1 0-1,1 1 1,0-1 0,0 0-1,-1 0 1,1 1-1,-1-1 1,0 0 0,0 1-1,0-1 1,0 0-1,0 1 1,0-1 0,-1 3-1,-11 38-1129,8-32 767,-44 119-4713,11-34 4686,37-95 658,0 1 0,0 0-1,0-1 1,0 1 0,0-1-1,0 1 1,0 0-1,1-1 1,-1 1 0,1 0-1,-1-1 1,1 1 0,-1-1-1,1 1 1,1 1 0,-1-1 274,0 0 904,88-5 4758,-50 1-4513,1 1 1,63 8 0,-86-5-1443,-15-2-143,-1 0-3,0 0-1,0 0 1,0 0 0,-1 0-1,1 0 1,0 0 0,0 0-1,0 0 1,0 1 0,0-1-1,0 0 1,-1 1 0,1-1-1,0 1 1,0-1 0,0 1-1,0 0 1,0 1-6,-1-1 0,1 1 0,-1 0 0,0-1 0,1 1 0,-1 0 0,0 0 0,0-1 0,0 1 0,0 0-1,-1-1 1,1 1 0,0 0 0,-1 0 0,1-1 0,-2 3 0,-12 28-526,7-20-45,0 0 0,-1 0-1,-1-1 1,0 0 0,0-1-1,-1 0 1,0 0-1,-21 14 1,-33 14-4079,-5-6-3578,20-12-2858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4.434"/>
    </inkml:context>
    <inkml:brush xml:id="br0">
      <inkml:brushProperty name="width" value="0.035" units="cm"/>
      <inkml:brushProperty name="height" value="0.035" units="cm"/>
    </inkml:brush>
  </inkml:definitions>
  <inkml:trace contextRef="#ctx0" brushRef="#br0">1 124 15997,'20'-6'2423,"0"0"-1,1 1 0,37-3 0,63 3 3165,-44 3-4223,76-4-1230,273-22-138,-345 14 4,-64 11-122,-12-2-291,-9-4-1566,3 8 1426,1 0 255,-1 0 0,1 0 0,-1 1-1,1-1 1,-1 0 0,1 0 0,-1 0-1,0 1 1,1-1 0,-1 0-1,0 0 1,0 1 0,0-1 0,1 1-1,-1-1 1,0 1 0,0-1 0,0 1-1,0 0 1,0-1 0,0 1-1,0 0 1,0 0 0,0-1 0,0 1-1,0 0 1,0 0 0,0 0-1,-2 1 1,-8-3-3121,-35-7-10930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4.797"/>
    </inkml:context>
    <inkml:brush xml:id="br0">
      <inkml:brushProperty name="width" value="0.035" units="cm"/>
      <inkml:brushProperty name="height" value="0.035" units="cm"/>
    </inkml:brush>
  </inkml:definitions>
  <inkml:trace contextRef="#ctx0" brushRef="#br0">1 27 11837,'0'0'11997,"3"0"-10335,119-8 2988,-23-1-2029,-66 8-2621,46-4 0,-76 4-152,0 1 0,-1-1 0,1 1 0,0-1 0,-1 1 0,1 0 0,0 0-1,0 0 1,-1 0 0,1 1 0,0-1 0,0 1 0,-1 0 0,1 0 0,-1 0 0,3 1 0,-4-2 23,0 1 1,-1-1-1,1 0 1,-1 0-1,1 1 0,-1-1 1,1 0-1,0 0 1,-1 0-1,1 1 1,-1-1-1,1 0 0,0 0 1,-1 0-1,1 0 1,0 0-1,-1 0 1,1 0-1,0-1 1,-29 10-11696,7-10-979</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5.111"/>
    </inkml:context>
    <inkml:brush xml:id="br0">
      <inkml:brushProperty name="width" value="0.035" units="cm"/>
      <inkml:brushProperty name="height" value="0.035" units="cm"/>
    </inkml:brush>
  </inkml:definitions>
  <inkml:trace contextRef="#ctx0" brushRef="#br0">221 0 9865,'-20'22'-2,"1"1"1,0 0-1,-25 45 0,28-42 442,-35 44 0,14-21 2974,35-47-2936,0 1 0,1-1-1,-1 1 1,1-1 0,0 1 0,0 0-1,0 0 1,0-1 0,-1 7 0,2-7-337,0-1 0,0 1 0,0 0 0,0 0 0,1-1 0,-1 1 0,0-1 0,1 1 0,0 0 0,-1-1 0,1 1 0,0-1 0,0 1 0,0-1 0,0 1 0,0-1 0,1 2 0,1-1 121,1 0 0,-1 0 0,0 0 1,1 0-1,-1-1 0,1 1 0,0-1 0,-1 0 0,1 0 1,0 0-1,0 0 0,-1-1 0,5 0 0,0 1 5,78 9 1807,49 8 723,-112-14-2197,0 1-1,-1 2 1,41 17-1,-60-23-596,-1 0 0,1 0-1,-1 0 1,1 1 0,-1-1-1,0 1 1,0-1-1,0 1 1,0 0 0,0 0-1,0 0 1,0 0 0,0 1-1,-1-1 1,1 0 0,-1 1-1,0-1 1,0 1-1,0-1 1,0 1 0,0 0-1,0-1 1,0 6 0,0 1-232,0 1 1,-1-1-1,0 0 0,-1 0 1,0 0-1,0 0 1,-1 0-1,0 0 1,-1 0-1,0 0 1,0 0-1,-1-1 0,0 0 1,-1 0-1,-8 13 1,4-8-1023,-1-1 1,0 1 0,-17 14-1,17-18-1101,-2 0 0,1 0 0,-20 11 0,-10-1-9335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5.441"/>
    </inkml:context>
    <inkml:brush xml:id="br0">
      <inkml:brushProperty name="width" value="0.035" units="cm"/>
      <inkml:brushProperty name="height" value="0.035" units="cm"/>
    </inkml:brush>
  </inkml:definitions>
  <inkml:trace contextRef="#ctx0" brushRef="#br0">311 0 13637,'-44'51'1690,"28"-34"-902,1 1-1,0 0 0,-12 21 0,10-7-195,2 1 0,1 1 1,-14 50-1,-18 110 410,42-176-906,-24 141 531,-11 218 0,37-310-417,2 1 0,4-1 0,3 1 0,17 74 0,-5-61 1,4 0 0,65 151 0,-69-190-277,2-1 0,2 0 0,2-2-1,1-1 1,48 52 0,-58-73-347,1 0 0,0-1 1,2-1-1,0-1 0,0 0 0,1-2 1,1 0-1,0-1 0,1-1 0,0-1 1,0-2-1,38 9 0,42-3-5710,2-9-3887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5.784"/>
    </inkml:context>
    <inkml:brush xml:id="br0">
      <inkml:brushProperty name="width" value="0.035" units="cm"/>
      <inkml:brushProperty name="height" value="0.035" units="cm"/>
    </inkml:brush>
  </inkml:definitions>
  <inkml:trace contextRef="#ctx0" brushRef="#br0">26 7 14733,'-22'-5'2024,"19"4"-64,15 2-361,-8 0-1346,0 1 0,0-1 0,0 1 1,-1 0-1,1 0 0,0 1 0,-1-1 0,0 1 1,1-1-1,-1 1 0,0 0 0,0 1 0,-1-1 0,1 0 1,3 7-1,9 9 466,13 17-9,-1 2 1,-2 0-1,-2 2 0,-1 1 0,-3 1 0,18 50 1,-3 16 261,30 153 0,-38-103-631,-6 1 0,-2 285 1,-64 321-3496,10-486-1608,-4-97-4459,4-61-3684</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6.270"/>
    </inkml:context>
    <inkml:brush xml:id="br0">
      <inkml:brushProperty name="width" value="0.035" units="cm"/>
      <inkml:brushProperty name="height" value="0.035" units="cm"/>
    </inkml:brush>
  </inkml:definitions>
  <inkml:trace contextRef="#ctx0" brushRef="#br0">284 0 7053,'-21'17'586,"8"-6"197,0-1 1,-23 13 0,25-15-136,0 0 1,0 1-1,0 0 1,1 0 0,1 1-1,-13 17 1,6-4 65,1 1-1,1 0 1,2 2 0,0-1 0,-14 52-1,20-57-299,1 1 0,2 0-1,0 0 1,1 0 0,1 1-1,1-1 1,0 0 0,5 25-1,-3-38-213,1 0-1,0-1 0,0 1 1,0-1-1,1 0 0,0 1 0,0-2 1,1 1-1,0 0 0,0-1 1,0 0-1,1 0 0,0-1 1,0 0-1,1 0 0,-1 0 0,1-1 1,0 0-1,0 0 0,1 0 1,-1-1-1,1 0 0,9 2 0,21-1 449,0-1 0,1-1 0,-1-3 0,50-6-1,-49-1-545,-39 8-108,1 0 0,-1 0 0,0 0 0,0 0 1,0 0-1,0 0 0,0 0 0,0 0 0,1 0 0,-1 0 0,0 0 1,0 0-1,0 0 0,0 0 0,0 0 0,0 0 0,1 0 0,-1 0 1,0 0-1,0-1 0,0 1 0,0 0 0,0 0 0,0 0 0,0 0 1,0 0-1,0 0 0,1 0 0,-1-1 0,0 1 0,0 0 0,0 0 1,0 0-1,0 0 0,0 0 0,0-1 0,0 1 0,0 0 0,0 0 1,0 0-1,0 0 0,0 0 0,0 0 0,0-1 0,0 1 0,0-2-126,0-1-1,-1 1 0,1 0 0,0-1 0,-1 1 0,1 0 0,-1-1 0,0 1 0,0 0 0,0 0 0,0 0 0,0 0 0,0 0 0,0 0 0,-2-2 0,-1 1-85,1-1-1,-1 1 0,0 0 1,1 1-1,-1-1 0,-1 1 1,-5-3-1,-6-1-551,0 0 1,-1 1-1,0 1 0,1 1 1,-1 0-1,-34 0 0,-8-2-2394,36 3 1694,11 1-832,0 0 0,-22-6 0,14 3-4299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3:56.705"/>
    </inkml:context>
    <inkml:brush xml:id="br0">
      <inkml:brushProperty name="width" value="0.035" units="cm"/>
      <inkml:brushProperty name="height" value="0.035" units="cm"/>
    </inkml:brush>
  </inkml:definitions>
  <inkml:trace contextRef="#ctx0" brushRef="#br0">673 0 12461,'-24'12'392,"6"-3"68,-1 1 0,1 0 0,1 2 0,0 0 0,1 0 0,-22 22 0,6 3 373,1 1-1,2 2 1,1 0-1,-24 52 0,10-8 114,-37 111 0,27-33-22,6 2 0,8 2-1,-26 263 1,54-307-568,8 194 0,8-233-431,4 0 1,3 0-1,30 97 0,-19-102-360,43 95-1,-48-134 42,0-1 0,3-1-1,1-1 1,33 39 0,-44-61 4,0-1 0,2 0 1,-1 0-1,2-2 0,0 0 0,0 0 0,23 11 1,-25-16-462,0 0 0,1-1 0,0-1 0,-1 0 0,2-1 0,-1 0 0,0-1 1,1-1-1,26 0 0,-18-3-3540,35-9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0.488"/>
    </inkml:context>
    <inkml:brush xml:id="br0">
      <inkml:brushProperty name="width" value="0.035" units="cm"/>
      <inkml:brushProperty name="height" value="0.035" units="cm"/>
    </inkml:brush>
  </inkml:definitions>
  <inkml:trace contextRef="#ctx0" brushRef="#br0">1 116 11325,'22'-17'1846,"1"1"1,0 2-1,2 0 1,-1 2-1,2 0 1,-1 2-1,30-8 0,-53 17-1773,0 1 0,-1 0 0,1-1 0,-1 1 0,1 0-1,-1 0 1,1 0 0,0 0 0,-1 0 0,1 0-1,0 0 1,-1 0 0,1 1 0,-1-1 0,3 1 0,-3 0-51,0 0 0,-1-1 1,1 1-1,0 0 0,0-1 1,-1 1-1,1 0 0,0 0 1,-1 0-1,1-1 1,-1 1-1,1 0 0,-1 0 1,1 0-1,-1 0 0,0 0 1,1 0-1,-1 1 0,1 5-53,-1 0-1,0-1 0,0 1 0,-1-1 0,-2 14 0,2-15 6,-4 20-575,-2 0 1,0 0 0,-21 45 0,-44 66-1824,26-52 1468,31-52 1601,-14 43-1,30-74-531,-1 0-1,0 1 0,0-1 1,1 0-1,-1 1 0,1-1 0,-1 0 1,1 0-1,-1 1 0,1-1 0,0 0 1,-1 0-1,1 0 0,0 0 1,0 0-1,0 0 0,0 0 0,0 0 1,0 0-1,0-1 0,0 1 1,1 0-1,-1-1 0,2 2 0,6-1 169,1 0-1,-1 0 1,1-1-1,0 0 1,-1-1-1,1 0 1,17-4-1,7 0 428,308-24 3323,-321 27-4442,0 1 1,31 3-1,-64-15-4488,9 12 4371,0 1 0,0-1 0,1 0 0,-1 1 0,0 0 0,0 0 0,0-1-1,1 2 1,-1-1 0,0 0 0,0 0 0,0 1 0,0 0 0,1 0-1,-6 2 1,-4 0-2381,-28 4-9384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0.630"/>
    </inkml:context>
    <inkml:brush xml:id="br0">
      <inkml:brushProperty name="width" value="0.035" units="cm"/>
      <inkml:brushProperty name="height" value="0.035" units="cm"/>
    </inkml:brush>
  </inkml:definitions>
  <inkml:trace contextRef="#ctx0" brushRef="#br0">64 0 2936,'-57'17'-868,"51"-5"208</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0.849"/>
    </inkml:context>
    <inkml:brush xml:id="br0">
      <inkml:brushProperty name="width" value="0.035" units="cm"/>
      <inkml:brushProperty name="height" value="0.035" units="cm"/>
    </inkml:brush>
  </inkml:definitions>
  <inkml:trace contextRef="#ctx0" brushRef="#br0">1 133 13593,'7'4'865,"-6"-3"-503,0 0 1,1 0-1,-1 0 1,0-1-1,1 1 1,-1 0 0,1-1-1,-1 0 1,1 1-1,-1-1 1,2 1-1,9-7 2487,-6 2-2138,0 1 0,1 0 0,-1 1 0,1-1 0,0 1-1,0 0 1,0 1 0,11-2 0,295-13 2036,34-3-782,-78 6-1965,18-2 0,-178 12-223,-109 3 197,0 0 0,0 0 0,0-1 0,0 1 0,0 0 0,0 0 0,0 0 0,0 0 0,0 0 0,0 0 0,0 0 1,0 0-1,0 0 0,0 0 0,0 0 0,0-1 0,0 1 0,0 0 0,0 0 0,0 0 0,0 0 0,0 0 0,0 0 0,0 0 1,0 0-1,0 0 0,0-1 0,0 1 0,0 0 0,0 0 0,0 0 0,0 0 0,0 0 0,0 0 0,0 0 0,0 0 0,1 0 1,-1 0-1,0 0 0,0 0 0,0 0 0,0 0 0,0 0 0,0-1 0,0 1 0,0 0 0,0 0 0,0 0 0,0 0 0,1 0 1,-1 0-1,0 0 0,0 0 0,0 0 0,0 0 0,0 0 0,0 0 0,0 0 0,0 0-72,-1-3-578,-1 0-1,1 1 1,-1-1 0,1 1-1,-1-1 1,0 1-1,0 0 1,0 0-1,0-1 1,-5-2 0,4 4-288,0-1 0,-1 1 1,1 0-1,0 0 0,-1 1 0,1-1 1,-5 0-1,-35-6-11818</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1.178"/>
    </inkml:context>
    <inkml:brush xml:id="br0">
      <inkml:brushProperty name="width" value="0.035" units="cm"/>
      <inkml:brushProperty name="height" value="0.035" units="cm"/>
    </inkml:brush>
  </inkml:definitions>
  <inkml:trace contextRef="#ctx0" brushRef="#br0">47 42 14333,'-39'-10'2147,"32"8"33,10 2-163,155-9 8139,7 1-8222,-85 5-1934,-44 3 6,-26 3-172,-2-1-274,-5-1-1226,-11-9-7596,7 7 8425,-1 0 0,1 0 0,-1 0 0,1 0-1,-1 0 1,1 1 0,-3-2 0,-15 3-10721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1.463"/>
    </inkml:context>
    <inkml:brush xml:id="br0">
      <inkml:brushProperty name="width" value="0.035" units="cm"/>
      <inkml:brushProperty name="height" value="0.035" units="cm"/>
    </inkml:brush>
  </inkml:definitions>
  <inkml:trace contextRef="#ctx0" brushRef="#br0">307 0 9873,'-8'2'351,"0"0"0,0 1 0,0 0 0,0 0 0,0 0-1,1 1 1,0 1 0,0-1 0,0 1 0,0 0 0,-10 10 0,-113 105-748,122-111 876,-1 1 0,2-1 0,-11 17 0,-1-1 1497,18-22-1631,-1-1 0,0 1 0,1 0 0,-1-1 0,1 1-1,0 0 1,-2 4 0,1-1 310,2-6-624,0 0 0,0 0 0,0 0 0,0 1 1,0-1-1,-1 0 0,1 0 0,0 0 0,0 0 0,0 0 1,0 0-1,0 1 0,0-1 0,0 0 0,0 0 1,0 0-1,0 0 0,0 0 0,0 1 0,0-1 0,0 0 1,0 0-1,0 0 0,0 0 0,0 0 0,0 1 1,0-1-1,0 0 0,0 0 0,1 0 0,-1 0 1,0 0-1,0 0 0,0 0 0,0 1 0,0-1 0,0 0 1,0 0-1,0 0 0,1 0 0,-1 0 0,0 0 1,0 0-1,5 6 532,-1-2-249,1 1-1,-1-1 1,1 0-1,0 0 1,0 0 0,0-1-1,0 0 1,1 0-1,-1 0 1,12 4-1,297 113 6077,-308-117-6387,1 0-1,-1 0 1,0 1 0,-1 0-1,1 0 1,0 0 0,-1 0 0,9 11-1,-12-13-23,-1 1 1,1-1-1,-1 1 0,1-1 1,-1 1-1,0 0 0,0 0 1,0-1-1,-1 1 0,1 0 0,-1 0 1,1 0-1,-1 0 0,0 0 1,0 0-1,0 0 0,0 0 1,-1 0-1,1 0 0,-1-1 0,0 1 1,0 0-1,-2 4 0,0 1-493,0-1 0,-1 0-1,0 0 1,-9 13 0,10-17 23,0 0 0,-1 0 0,1 0 0,-1 0 1,1 0-1,-1-1 0,0 1 0,0-1 0,0 0 0,0 0 1,-5 1-1,-29 8-7267,-4-5-5333</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1.760"/>
    </inkml:context>
    <inkml:brush xml:id="br0">
      <inkml:brushProperty name="width" value="0.035" units="cm"/>
      <inkml:brushProperty name="height" value="0.035" units="cm"/>
    </inkml:brush>
  </inkml:definitions>
  <inkml:trace contextRef="#ctx0" brushRef="#br0">208 12 14833,'-8'-12'2494,"7"23"-404,9 26 765,27 24 1035,-5 20-2954,-3 1-1,-4 1 0,18 125 1,1 261 1927,-40-315-2914,-7 0 0,-31 200-1,-2-140-488,-68 219 1,14-171-5128,18-101-3804,19-57-3941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2.170"/>
    </inkml:context>
    <inkml:brush xml:id="br0">
      <inkml:brushProperty name="width" value="0.035" units="cm"/>
      <inkml:brushProperty name="height" value="0.035" units="cm"/>
    </inkml:brush>
  </inkml:definitions>
  <inkml:trace contextRef="#ctx0" brushRef="#br0">206 1 14633,'-34'0'3243,"33"0"-3167,1 0 0,-1 0 0,1 1 0,-1-1 0,0 1 0,1-1 0,0 0 0,-1 1 1,1-1-1,-1 1 0,1-1 0,-1 1 0,1 0 0,0-1 0,-1 1 0,1-1 0,0 1 0,0-1 0,0 1 1,-1 0-1,1-1 0,0 1 0,0 0 0,0 0 0,0 0 148,-9 18 425,0 0 0,-14 19 0,12-21-462,1 1 1,-9 23-1,-3 11 155,11-29-230,2 1 1,0 1-1,1 0 0,-6 35 0,10-37-28,3-14 225,-1 1 1,1-1-1,0 0 1,1 12-1,0-18-189,1 0-1,-1 0 1,1 0-1,0 0 1,0 0 0,0 0-1,0 0 1,0-1-1,1 1 1,-1 0 0,1-1-1,0 1 1,-1-1-1,1 1 1,0-1 0,1 0-1,3 3 1,-1-1 68,1 0-1,0-1 1,0 0 0,1 0-1,-1 0 1,0-1 0,1 0-1,10 2 1,59 5 998,-55-8-890,30 3-96,-1-2-1,96-10 0,-142 7-422,-1 1 0,1-1-1,0 1 1,-1-1 0,1 0 0,0-1 0,-1 1 0,1-1 0,-1 1-1,6-4 1,-8 3-265,1 0-1,0 1 0,0-1 1,-1 0-1,1 0 1,-1 0-1,0 0 0,1 0 1,-1-1-1,0 1 0,1-4 1,-2 0-6876,-5-11-4937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02.503"/>
    </inkml:context>
    <inkml:brush xml:id="br0">
      <inkml:brushProperty name="width" value="0.035" units="cm"/>
      <inkml:brushProperty name="height" value="0.035" units="cm"/>
    </inkml:brush>
  </inkml:definitions>
  <inkml:trace contextRef="#ctx0" brushRef="#br0">87 2 15113,'11'-2'953,"-9"2"571,-4 1-1236,0-1-1,1 1 1,-1 0 0,1-1-1,0 1 1,-1 0 0,1 0-1,0 0 1,-1 0 0,1 0 0,0 0-1,-2 3 1,1 1 51,1 1 0,-1-1 0,1 1 0,0-1 0,1 1 0,0 0 0,0 8 0,0-1 98,-9 210 3236,-5 109-2461,11-236-1646,3-44-1320,-2 0 0,-13 73 0,-4-2-8231,8-74-714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4.358"/>
    </inkml:context>
    <inkml:brush xml:id="br0">
      <inkml:brushProperty name="width" value="0.035" units="cm"/>
      <inkml:brushProperty name="height" value="0.035" units="cm"/>
    </inkml:brush>
  </inkml:definitions>
  <inkml:trace contextRef="#ctx0" brushRef="#br0">1 1 19378,'5'2'537,"-3"-1"-278,0 0-1,0 0 0,0 0 0,0 0 1,0 0-1,0 0 0,0-1 0,0 1 1,0-1-1,0 0 0,0 0 0,0 0 1,0 0-1,0 0 0,1 0 0,-1 0 1,0 0-1,0-1 0,3 0 0,0-1 303,1 1 0,-1 0 0,1 0 0,0 0 0,0 1 1,-1-1-1,1 2 0,0-1 0,0 1 0,0-1 0,9 4 0,14 1 242,37 8-621,-34-7-197,47 5-1,-3-2 16,-35-3-3322,-50-24-9290,-10-4-1237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4.676"/>
    </inkml:context>
    <inkml:brush xml:id="br0">
      <inkml:brushProperty name="width" value="0.035" units="cm"/>
      <inkml:brushProperty name="height" value="0.035" units="cm"/>
    </inkml:brush>
  </inkml:definitions>
  <inkml:trace contextRef="#ctx0" brushRef="#br0">115 1 14673,'-32'6'5001,"30"14"-2881,2-3-304,0 3-280,0 15-332,-3-4-256,-3 1-159,0 5-197,-5 6-136,-4 3-348,4 3-612,2 3-656,1 0-857,2-9-1051,0-6-3569,6-19-6236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4.822"/>
    </inkml:context>
    <inkml:brush xml:id="br0">
      <inkml:brushProperty name="width" value="0.035" units="cm"/>
      <inkml:brushProperty name="height" value="0.035" units="cm"/>
    </inkml:brush>
  </inkml:definitions>
  <inkml:trace contextRef="#ctx0" brushRef="#br0">173 9 18814,'-28'-9'2240,"5"15"-448,5-3-376,7 0-652,-15-1-2208,-11-2-924,22-2-96,7 13-3129,2 6-4580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4.979"/>
    </inkml:context>
    <inkml:brush xml:id="br0">
      <inkml:brushProperty name="width" value="0.035" units="cm"/>
      <inkml:brushProperty name="height" value="0.035" units="cm"/>
    </inkml:brush>
  </inkml:definitions>
  <inkml:trace contextRef="#ctx0" brushRef="#br0">130 6 18330,'0'0'7564,"-20"-3"-8228,0 0-1168,-12 9-1284,1 0-2901,5-6-5264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5.120"/>
    </inkml:context>
    <inkml:brush xml:id="br0">
      <inkml:brushProperty name="width" value="0.035" units="cm"/>
      <inkml:brushProperty name="height" value="0.035" units="cm"/>
    </inkml:brush>
  </inkml:definitions>
  <inkml:trace contextRef="#ctx0" brushRef="#br0">4 52 17610,'34'17'8608,"-42"-42"-14676,-4 1 83,-5 4-5196</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5.826"/>
    </inkml:context>
    <inkml:brush xml:id="br0">
      <inkml:brushProperty name="width" value="0.035" units="cm"/>
      <inkml:brushProperty name="height" value="0.035" units="cm"/>
    </inkml:brush>
  </inkml:definitions>
  <inkml:trace contextRef="#ctx0" brushRef="#br0">107 1 15029,'-2'1'304,"0"-1"0,0 0 0,1 1 0,-1-1 0,0 0 0,0 0 0,1 0 0,-1 0-1,0-1 1,0 1 0,-2-1 0,-8 1 1572,11 0-1789,1 1 1,-1 0 0,1 0 0,-1 0 0,1 0 0,-1 0 0,1-1 0,0 1 0,0 0 0,-1 0 0,1 0 0,0 0 0,0 0 0,0 0 0,0 0 0,0 0 0,0 2 0,-9 100 3250,4-67-2614,0 38-1,8 59 32,22 144 0,-25-274-755,3 19 47,10 40 1,-12-59-152,0-6-978,1-5 743,0 1-1,-1-1 0,0 0 1,0 1-1,-1-1 0,0 0 1,0 0-1,-2-9 1,-16-67-2443,7 41 1319,-19-139-4020,8 41-372,5 57 139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5.968"/>
    </inkml:context>
    <inkml:brush xml:id="br0">
      <inkml:brushProperty name="width" value="0.035" units="cm"/>
      <inkml:brushProperty name="height" value="0.035" units="cm"/>
    </inkml:brush>
  </inkml:definitions>
  <inkml:trace contextRef="#ctx0" brushRef="#br0">0 102 11333,'19'-13'384,"-7"5"539,0 0-1,0 1 0,0 1 1,21-9-1,11-3 2506,-35 14-2679,0 0 1,0 0-1,0 1 1,0 0-1,11-1 1,-5 2-298,-1 0 0,1 2 1,0 0-1,-1 0 0,1 1 1,0 1-1,18 5 0,-27-6-365,-1 1-1,1-1 0,-1 2 0,1-1 1,-1 0-1,0 1 0,0 0 1,0 0-1,0 1 0,0 0 1,-1-1-1,1 1 0,-1 1 0,0-1 1,-1 1-1,1-1 0,-1 1 1,0 0-1,0 0 0,0 1 0,2 7 1,-2-3-56,-1 0-1,-1 0 1,0 0 0,0 0 0,-1 0 0,0 0-1,-1 0 1,0 0 0,-1 0 0,0-1 0,0 1 0,-6 14-1,-6 12-982,-35 64-1,47-95 820,-13 21-1244,-2-1-1,0 0 1,-35 39-1,-29 14-7692,36-41-1499</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6.315"/>
    </inkml:context>
    <inkml:brush xml:id="br0">
      <inkml:brushProperty name="width" value="0.035" units="cm"/>
      <inkml:brushProperty name="height" value="0.035" units="cm"/>
    </inkml:brush>
  </inkml:definitions>
  <inkml:trace contextRef="#ctx0" brushRef="#br0">807 0 13257,'-47'29'1436,"2"2"0,1 1 0,2 3 0,-40 41 0,33-23-439,2 1-1,-63 98 1,52-60-324,4 1 0,-83 202 0,117-241-608,2 1-1,3 0 0,3 1 0,1 0 0,3 1 0,3 0 1,3 82-1,4-102-208,2 0 0,2-1 1,2 1-1,14 41 0,-16-60-99,0-1-1,1 0 1,1 0 0,1-1-1,1 0 1,0 0-1,1-1 1,0 0-1,1-1 1,16 14-1,-18-20-257,0-1 0,0-1 0,1 1-1,-1-2 1,1 1 0,1-2 0,-1 1-1,15 2 1,-8-3-1602,-1 0 1,31 1-1,33-5-6657</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6.554"/>
    </inkml:context>
    <inkml:brush xml:id="br0">
      <inkml:brushProperty name="width" value="0.035" units="cm"/>
      <inkml:brushProperty name="height" value="0.035" units="cm"/>
    </inkml:brush>
  </inkml:definitions>
  <inkml:trace contextRef="#ctx0" brushRef="#br0">495 1 15121,'-11'12'331,"-11"13"1203,-43 38 0,44-42-639,1 0 1,2 2 0,0 1-1,-20 36 1,13-21-241,-1 2-190,3 1 0,-21 51 0,-26 93-801,39-101-186,5-30-107,19-41-245,0 1 0,1-1 1,-5 16-1,5-48-16208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6.771"/>
    </inkml:context>
    <inkml:brush xml:id="br0">
      <inkml:brushProperty name="width" value="0.035" units="cm"/>
      <inkml:brushProperty name="height" value="0.035" units="cm"/>
    </inkml:brush>
  </inkml:definitions>
  <inkml:trace contextRef="#ctx0" brushRef="#br0">4 0 18798,'-1'2'249,"1"-1"0,-1 0 1,1 1-1,-1-1 0,1 0 0,0 1 1,0-1-1,-1 1 0,1-1 0,0 1 1,0-1-1,0 0 0,0 1 1,1-1-1,-1 1 0,0-1 0,1 2 1,12 27 3063,-2-6-1806,1 5-1034,2 1 0,27 44 0,45 51 1228,-48-74-930,57 106 0,-36-27-4423,-42-86-585,-1 0-1,14 66 1,-26-84-9182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7.105"/>
    </inkml:context>
    <inkml:brush xml:id="br0">
      <inkml:brushProperty name="width" value="0.035" units="cm"/>
      <inkml:brushProperty name="height" value="0.035" units="cm"/>
    </inkml:brush>
  </inkml:definitions>
  <inkml:trace contextRef="#ctx0" brushRef="#br0">1 1 12833,'0'0'9274,"5"0"-7284,144 3 5568,-43 6-6791,-95-6-1221,-2-1 694,-3-1-3111,-1 0-2674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7.261"/>
    </inkml:context>
    <inkml:brush xml:id="br0">
      <inkml:brushProperty name="width" value="0.035" units="cm"/>
      <inkml:brushProperty name="height" value="0.035" units="cm"/>
    </inkml:brush>
  </inkml:definitions>
  <inkml:trace contextRef="#ctx0" brushRef="#br0">0 15 16758,'26'11'2640,"-17"-19"-392,19-4-32,10 9-548,-1 0-268,1 3-287,2 0-229,3 3-188,-3 6-408,-23-6-548,15-3-948,-3 6-701,-12-15 241,3 0-5628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7.827"/>
    </inkml:context>
    <inkml:brush xml:id="br0">
      <inkml:brushProperty name="width" value="0.035" units="cm"/>
      <inkml:brushProperty name="height" value="0.035" units="cm"/>
    </inkml:brush>
  </inkml:definitions>
  <inkml:trace contextRef="#ctx0" brushRef="#br0">453 4 14237,'19'-4'2120,"-37"6"367,5 0 2839,-21-1-4961,-1 0-1,1 2 0,-53 12 1,50-6-386,13-4 16,0 0 1,1 2-1,-1 1 0,-35 17 1,55-23 91,0 1 0,0-1 0,0 1 0,0 0 0,1 0 0,-1 0 0,1 0 0,0 1 0,0-1 0,0 1 0,0 0 0,1 0 0,-1 0 0,1 0 0,0 1 0,0-1 0,1 0 0,-1 1 0,1 0 0,0-1 0,1 1 0,-1-1 0,1 1 0,-1 0 0,1 0 0,1-1 0,0 9 0,4 4 240,1 0 0,0 0 0,1-1 0,1 1-1,10 15 1,57 77 1248,-14-21-787,-47-65-656,0 0 1,-1 1 0,16 44 0,-25-57-250,-2 0 0,1 0 0,-1 0 1,-1 0-1,0 1 0,0-1 0,-1 0 1,-1 1-1,0-1 0,0 0 0,-5 18 1,2-16-604,0 0 1,-1 0 0,0 0-1,-1-1 1,-11 18 0,16-28 576,0 0 1,0 0 0,-1 0-1,1 0 1,0-1-1,-1 1 1,1-1 0,-1 1-1,0-1 1,1 1-1,-1-1 1,0 0 0,0 0-1,0 0 1,0 0-1,0 0 1,0 0 0,0 0-1,0-1 1,0 1-1,-1-1 1,1 0 0,0 1-1,0-1 1,0 0-1,-1 0 1,1 0 0,0-1-1,0 1 1,0 0-1,0-1 1,0 0-1,-1 1 1,1-1 0,0 0-1,0 0 1,0 0-1,1 0 1,-3-2 0,-1-1 128,1 1 0,0-1 0,0 0 1,0 0-1,1 0 0,0 0 0,-1-1 0,1 1 1,1-1-1,-1 0 0,1 0 0,0 0 1,0 0-1,0 0 0,-1-7 0,2 3 124,1 0-1,0-1 1,0 1 0,1 0-1,0 0 1,1-1-1,4-16 1,27-63 754,-27 75-718,10-21 256,2 1 1,1 0-1,1 1 0,27-32 0,-3 12-40,69-67 0,-106 114-680,0 0 0,0-1 0,-1 0 0,0-1-1,0 1 1,-1-1 0,0 0 0,-1 0 0,1-1 0,-2 1 0,1-1-1,3-15 1,-3 4-1182,3-12-6068,0 15-2107</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8.063"/>
    </inkml:context>
    <inkml:brush xml:id="br0">
      <inkml:brushProperty name="width" value="0.035" units="cm"/>
      <inkml:brushProperty name="height" value="0.035" units="cm"/>
    </inkml:brush>
  </inkml:definitions>
  <inkml:trace contextRef="#ctx0" brushRef="#br0">504 0 21630,'80'63'5227,"-74"-57"-4800,0 1-1,0 0 0,0 0 1,-1 0-1,0 1 1,-1 0-1,0 0 0,0 0 1,-1 1-1,4 10 1,0 8-36,-2 0 1,4 33 0,-3 13-381,-4 0 0,-3 0 0,-4 0 0,-2 0-1,-29 121 1,-12-14-121,-74 181 0,77-247-2749,-96 174 0,-17-39-8120,52-108-1908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18.814"/>
    </inkml:context>
    <inkml:brush xml:id="br0">
      <inkml:brushProperty name="width" value="0.035" units="cm"/>
      <inkml:brushProperty name="height" value="0.035" units="cm"/>
    </inkml:brush>
  </inkml:definitions>
  <inkml:trace contextRef="#ctx0" brushRef="#br0">19 0 7753,'18'32'10891,"-19"-31"-10848,0-1 1,1 1 0,-1-1 0,0 1-1,0-1 1,1 1 0,-1-1 0,0 0-1,0 1 1,0-1 0,1 0 0,-1 1-1,0-1 1,-2 0 0,2 0-20,0 0 0,0 1 0,0-1 0,-1 0 0,1 1 0,0-1 0,0 1 0,0-1 0,0 1 0,0-1 0,0 1 0,0 0 0,-1 1 0,1 1 28,-1 0 0,1 1 0,0-1 0,1 1 1,-1-1-1,1 1 0,0-1 0,-1 1 0,1-1 1,1 1-1,0 3 0,-1 6 88,9 233 1139,13 24-677,1 5-3473,-17-105-5036,-3-93-614</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6.298"/>
    </inkml:context>
    <inkml:brush xml:id="br0">
      <inkml:brushProperty name="width" value="0.035" units="cm"/>
      <inkml:brushProperty name="height" value="0.035" units="cm"/>
    </inkml:brush>
  </inkml:definitions>
  <inkml:trace contextRef="#ctx0" brushRef="#br0">7 10 11405,'10'-7'2384,"-18"10"-1000,-1 0 1630,19-7 4261,-4 3-6901,0 0-1,0 0 1,0 0 0,0 1 0,0 0 0,0 0 0,0 0 0,0 1 0,0 0-1,7 2 1,7 0 363,32 0 210,96-8-1,-21-1-383,-92 9-7326,-62 13-1543,-16 11-6408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6.438"/>
    </inkml:context>
    <inkml:brush xml:id="br0">
      <inkml:brushProperty name="width" value="0.035" units="cm"/>
      <inkml:brushProperty name="height" value="0.035" units="cm"/>
    </inkml:brush>
  </inkml:definitions>
  <inkml:trace contextRef="#ctx0" brushRef="#br0">0 173 19566,'84'-28'2492,"-33"5"-236,-7 8-248,-1 1-475,0 2-249,3-2-272,9 0-224,-7 5-440,1-3-516,-6 1-652,1 2-704,-10 4-845,-17-1-1211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6.834"/>
    </inkml:context>
    <inkml:brush xml:id="br0">
      <inkml:brushProperty name="width" value="0.035" units="cm"/>
      <inkml:brushProperty name="height" value="0.035" units="cm"/>
    </inkml:brush>
  </inkml:definitions>
  <inkml:trace contextRef="#ctx0" brushRef="#br0">131 9 14985,'-26'-7'2263,"21"5"3143,3 8-4188,-39 173 1625,22-90-2511,3 0 0,5 1 0,1 112 0,10-171-857,2 0 1,1 0-1,2 0 1,10 40-1,-15-70 334,1 0-1,-1 0 1,0 0 0,0 0-1,1 0 1,-1 0-1,0 0 1,1 0-1,-1 0 1,1 0-1,-1-1 1,1 1-1,-1 0 1,1 0 0,0 0-1,-1-1 1,1 1-1,0 0 1,0-1-1,-1 1 1,1-1-1,0 1 1,0-1 0,0 1-1,0-1 1,0 1-1,0-1 1,0 0-1,0 0 1,1 1-1,0-1-215,-1-1-1,1 1 0,0 0 0,-1-1 0,1 1 1,-1-1-1,1 0 0,-1 1 0,0-1 0,1 0 1,-1 0-1,0 0 0,1 0 0,-1 0 0,2-2 1,0-1-1256,-1 0 0,1 0 0,-1 0 1,0 0-1,2-6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7.118"/>
    </inkml:context>
    <inkml:brush xml:id="br0">
      <inkml:brushProperty name="width" value="0.035" units="cm"/>
      <inkml:brushProperty name="height" value="0.035" units="cm"/>
    </inkml:brush>
  </inkml:definitions>
  <inkml:trace contextRef="#ctx0" brushRef="#br0">0 20 18814,'15'-20'3264,"2"23"-152,12 0-367,2 0-341,-2 0-488,3 0-1404,-6-3-512,22 5 0,-13-2 0,-15-3 0,9 0 0,2 0 0,-16 0 0,2 0 0,0-3-1936,-2 0-3041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7.639"/>
    </inkml:context>
    <inkml:brush xml:id="br0">
      <inkml:brushProperty name="width" value="0.035" units="cm"/>
      <inkml:brushProperty name="height" value="0.035" units="cm"/>
    </inkml:brush>
  </inkml:definitions>
  <inkml:trace contextRef="#ctx0" brushRef="#br0">100 10 15197,'8'-10'2376,"-9"14"744,-9 15-975,-1 7-1284,1 0 1,2 0-1,-6 31 0,-9 88 338,9-55-644,6-37-970,3 1 1,2-1-1,3 1 1,1-1 0,10 58-1,1 0-3646,-11-106 2412,-4-37-15207</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7.844"/>
    </inkml:context>
    <inkml:brush xml:id="br0">
      <inkml:brushProperty name="width" value="0.035" units="cm"/>
      <inkml:brushProperty name="height" value="0.035" units="cm"/>
    </inkml:brush>
  </inkml:definitions>
  <inkml:trace contextRef="#ctx0" brushRef="#br0">0 59 17058,'2'2'115,"0"-1"174,0 1-1,1 0 1,-1-1-1,1 1 1,-1-1-1,1 0 1,4 2-1,-6-3-168,0 0-1,0 0 1,0 0 0,0 0-1,0 0 1,1 0-1,-1-1 1,0 1 0,0 0-1,0-1 1,0 1 0,0-1-1,0 1 1,-1-1-1,1 1 1,0-1 0,0 0-1,0 1 1,0-1 0,-1 0-1,1 0 1,0 0-1,0-1 1,2-1 298,1 0-1,-1 0 1,1 0 0,0 0-1,0 1 1,0 0 0,0 0 0,0 0-1,0 0 1,5-1 0,49-11 2880,-42 10-2560,-2 1-498,53-8 791,-63 10-989,1 1 1,-1-1 0,1 1 0,-1 0 0,1 1-1,-1-1 1,1 1 0,-1 0 0,1 0-1,-1 0 1,7 4 0,-10-4-43,0 1 0,0-1 0,1 1 0,-1-1 0,0 1 0,-1 0 0,1 0 0,0 0 0,0-1 0,-1 1 0,1 0 0,-1 0 0,0 0 0,1 0 0,-1 0 0,0 0 0,0 0 0,0 0 0,-1 0 0,1 0 0,-1 2 0,-2 7-243,-2 1-1,1-1 1,-2 0 0,1 0-1,-2 0 1,-13 18 0,7-10-456,-1 0-908,-1 0 0,0-2 0,-26 24 0,-25 16-7931,66-57 9432,-38 30-11203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8.206"/>
    </inkml:context>
    <inkml:brush xml:id="br0">
      <inkml:brushProperty name="width" value="0.035" units="cm"/>
      <inkml:brushProperty name="height" value="0.035" units="cm"/>
    </inkml:brush>
  </inkml:definitions>
  <inkml:trace contextRef="#ctx0" brushRef="#br0">747 18 14985,'-50'-14'2559,"29"11"1279,1 9-2424,13-3-655,-13 7-236,0 0 0,0 1-1,1 1 1,1 0-1,0 2 1,1 0-1,0 1 1,-18 22-1,-9 14 299,-53 84-1,46-56-201,4 3-1,-47 110 1,66-124-402,3 1 1,3 1 0,-19 109 0,34-130-327,2 0 0,2 0 1,3 0-1,1 0 0,16 91 1,-14-123-124,1 1 0,1-1 0,1 0 0,0-1 0,1 0 0,15 25 0,-17-32-37,2 0 1,-1-1-1,1 0 0,0 0 1,1 0-1,0-1 0,0 0 0,0-1 1,1 0-1,0 0 0,0-1 1,12 6-1,-4-5-619,0 0 0,0-1 0,1-1 0,-1-1 0,24 2 0,-15-3-2753,36-4 0,25-7-7622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8.503"/>
    </inkml:context>
    <inkml:brush xml:id="br0">
      <inkml:brushProperty name="width" value="0.035" units="cm"/>
      <inkml:brushProperty name="height" value="0.035" units="cm"/>
    </inkml:brush>
  </inkml:definitions>
  <inkml:trace contextRef="#ctx0" brushRef="#br0">598 0 9769,'-5'1'426,"1"0"0,0 0 0,0 0 0,-1 1 0,1 0 0,0 0 0,1 0 0,-1 0 0,0 0 1,1 1-1,-1 0 0,-6 6 0,2 1 711,-1 1 1,-13 22 0,0 1-97,-259 359 4960,254-353-6053,1 2 1,1 0-1,-34 86 0,49-99-1057,-2-1 0,-19 34 0,29-58 87,-4 5 876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8.707"/>
    </inkml:context>
    <inkml:brush xml:id="br0">
      <inkml:brushProperty name="width" value="0.035" units="cm"/>
      <inkml:brushProperty name="height" value="0.035" units="cm"/>
    </inkml:brush>
  </inkml:definitions>
  <inkml:trace contextRef="#ctx0" brushRef="#br0">0 1 19054,'4'3'398,"0"1"1,0 1 0,0-1 0,-1 0-1,0 1 1,0 0 0,0-1 0,-1 1-1,1 1 1,-1-1 0,2 8-1,-1-4 248,0-1 0,0 0-1,1-1 1,7 12-1,80 97 4068,-48-64-3725,68 74-978,-64-76-39,79 111 0,-99-122-1996,0-3-5961,-15-21 1357</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9.005"/>
    </inkml:context>
    <inkml:brush xml:id="br0">
      <inkml:brushProperty name="width" value="0.035" units="cm"/>
      <inkml:brushProperty name="height" value="0.035" units="cm"/>
    </inkml:brush>
  </inkml:definitions>
  <inkml:trace contextRef="#ctx0" brushRef="#br0">1 12 19214,'49'-8'2752,"-26"5"-64,-6 6-344,3-1-399,9 1-369,14 0-312,-5-3-352,5 0-840,-6 3-72,-20 3 0,9-3 0,6 2-144,-55 1-15561,-15 6 1771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9.163"/>
    </inkml:context>
    <inkml:brush xml:id="br0">
      <inkml:brushProperty name="width" value="0.035" units="cm"/>
      <inkml:brushProperty name="height" value="0.035" units="cm"/>
    </inkml:brush>
  </inkml:definitions>
  <inkml:trace contextRef="#ctx0" brushRef="#br0">0 58 18070,'46'-26'3080,"-8"21"-56,-1 2-400,9-3-471,0 3-421,-6-3-340,4 4-700,-19 2-692,1 0 0,6-3 0,-15 3-1448,0-3-944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29.773"/>
    </inkml:context>
    <inkml:brush xml:id="br0">
      <inkml:brushProperty name="width" value="0.035" units="cm"/>
      <inkml:brushProperty name="height" value="0.035" units="cm"/>
    </inkml:brush>
  </inkml:definitions>
  <inkml:trace contextRef="#ctx0" brushRef="#br0">438 118 13681,'0'0'5177,"-4"-1"-3856,-73-5 1695,54 5-2907,-1 2-1,0 1 1,1 1-1,-1 1 1,-39 11-1,44-9 49,0 0 323,0 0 0,-37 19-1,51-23-367,1 0-1,0 1 0,-1 0 0,1 0 1,0 0-1,1 1 0,-1 0 0,1-1 1,-1 1-1,1 0 0,0 0 1,0 1-1,1-1 0,0 1 0,-1-1 1,1 1-1,-1 5 0,2-7-79,1 0 0,0-1 0,0 1 0,0 0 0,0 0 0,0-1 0,0 1 0,1 0 0,-1 0 0,1-1 0,0 1 0,0-1 0,0 1 0,0 0 0,0-1 0,1 0 0,-1 1 0,1-1 0,-1 0 0,1 0 0,0 0 1,0 0-1,0 0 0,0 0 0,0 0 0,0-1 0,1 1 0,-1-1 0,0 0 0,5 2 0,0 1-18,0-1 0,1 0 0,0-1-1,-1 1 1,1-1 0,0-1 0,0 0 0,0 0 0,11 0 0,-7-3-180,0 1 0,0-2-1,0 1 1,-1-2-1,19-7 1,-12 4-240,-7 3 176,0 0-1,0-1 1,-1-1 0,0 0-1,0 0 1,-1-1 0,0-1-1,0 1 1,0-1-1,-1-1 1,0 1 0,-1-1-1,0-1 1,0 0 0,-1 1-1,0-2 1,-1 1-1,5-14 1,34-73-143,-43 94 569,1-1 1,-1 1 0,0 0-1,0-1 1,0 1 0,-1-1 0,1 1-1,-1-1 1,0 1 0,0-1-1,0-3 1,0-3 2598,10 29-1041,-6-6-1326,-1 1 1,0 0-1,0 0 0,0 27 0,0-5 119,5 55-403,-3 0 0,-4 0-1,-21 168 1,18-235-718,-4 19-1151,5-40 1099,1 0 0,-1 0 1,0-1-1,0 1 0,0 0 0,-1-1 0,1 1 0,-1-1 1,1 1-1,-1-1 0,-3 4 0,-7 4-6761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0.054"/>
    </inkml:context>
    <inkml:brush xml:id="br0">
      <inkml:brushProperty name="width" value="0.035" units="cm"/>
      <inkml:brushProperty name="height" value="0.035" units="cm"/>
    </inkml:brush>
  </inkml:definitions>
  <inkml:trace contextRef="#ctx0" brushRef="#br0">1 0 17502,'26'16'3989,"-12"-8"-2884,-1 1-1,0 0 1,0 0 0,-1 1-1,0 1 1,20 23-1,-10-2-217,-1 1 0,-1 1 0,23 55 0,-28-56-899,25 55 15,-4 1 1,34 129-1,-56-161-3,-3 0-1,-3 1 1,-2-1 0,-2 2-1,-5 73 1,-4-72-1020,-2-2 0,-3 1 1,-2-1-1,-27 77 0,29-107 40,-2 1 1,-1-1-1,-1-1 0,-1-1 0,-2 0 1,0-1-1,-2 0 0,0-2 0,-2 0 1,-30 25-1,-14-1-12927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1.294"/>
    </inkml:context>
    <inkml:brush xml:id="br0">
      <inkml:brushProperty name="width" value="0.035" units="cm"/>
      <inkml:brushProperty name="height" value="0.035" units="cm"/>
    </inkml:brush>
  </inkml:definitions>
  <inkml:trace contextRef="#ctx0" brushRef="#br0">0 41 18046,'20'-6'1676,"0"1"1,0 1 0,1 1 0,-1 1 0,1 1-1,30 2 1,-31-1-669,317 3 884,-348-12-5784,4 8 2385,1-1 0,-1 1 0,1 0 1,-12 0-1,-2 0-3280,-18-6-8699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1.861"/>
    </inkml:context>
    <inkml:brush xml:id="br0">
      <inkml:brushProperty name="width" value="0.035" units="cm"/>
      <inkml:brushProperty name="height" value="0.035" units="cm"/>
    </inkml:brush>
  </inkml:definitions>
  <inkml:trace contextRef="#ctx0" brushRef="#br0">61 515 16450,'0'0'78,"0"0"0,0 0 1,0 0-1,0 0 1,0 0-1,1 0 1,-1 0-1,0 0 1,0 0-1,0 0 1,0 0-1,0 0 1,0 0-1,0-1 1,1 1-1,-1 0 1,0 0-1,0 0 1,0 0-1,0 0 1,0 0-1,0 0 1,0 0-1,0 0 1,0-1-1,0 1 1,0 0-1,0 0 1,0 0-1,1 0 1,-1 0-1,0 0 0,0-1 1,0 1-1,0 0 1,0 0-1,0 0 1,0 0-1,0 0 1,0 0-1,0 0 1,-1-1-1,1 1 1,0 0-1,0 0 1,0 0-1,0 0 1,0 0-1,0 0 1,0 0-1,0-1 1,0 1-1,0 0 1,0 0-1,0 0 1,0 0-1,-1 0 1,1 0-1,0 0 1,0 0-1,0 0 1,0 0-1,0 0 0,0 0 1,0-1-1,-1 1 1,1 0-1,0 0 1,0 0-1,-3 3 3540,3 9-2255,2-1-1141,-1 0 0,0 0 0,0 0 0,-1 0 0,-1 0 0,-3 22 0,-2 16 114,-20 236 646,1 6-1823,24-287 858,2 5-640,6-21-173,0-4 452,0 0 1,-1 0-1,-1 0 1,-1-1 0,0 0-1,2-25 1,1-112-1212,-6 87 964,3-76-326,10-187-94,-10 292 1392,1 0 0,2 1 1,2 0-1,23-63 0,-27 88 58,1 0 1,-1 0-1,2 1 1,0 0-1,0 0 1,1 0-1,1 1 1,-1 0-1,2 1 0,-1 0 1,1 0-1,1 1 1,21-13-1,-30 20-390,-1 0 0,1 0 0,0 0 0,-1 0-1,1 1 1,0-1 0,-1 0 0,1 1 0,0 0 0,0-1-1,0 1 1,-1 0 0,1 0 0,0 0 0,0 0-1,0 0 1,0 0 0,-1 1 0,1-1 0,0 0-1,0 1 1,-1 0 0,1-1 0,0 1 0,-1 0 0,1 0-1,0 0 1,-1 0 0,1 0 0,-1 0 0,0 0-1,1 1 1,-1-1 0,0 0 0,0 1 0,0-1 0,0 1-1,0-1 1,0 1 0,0 0 0,-1-1 0,1 1-1,0 0 1,-1 0 0,1 3 0,1 4-23,-1 1-1,0 0 1,0 0 0,-1 0 0,0 0 0,-1 1-1,0-2 1,-1 1 0,0 0 0,-4 13 0,-6 12-1041,-26 50 0,17-40-362,11-24 51,-1 0 0,-1-1 1,-18 23-1,16-26-3359,-26 26 0,14-21-5914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2.189"/>
    </inkml:context>
    <inkml:brush xml:id="br0">
      <inkml:brushProperty name="width" value="0.035" units="cm"/>
      <inkml:brushProperty name="height" value="0.035" units="cm"/>
    </inkml:brush>
  </inkml:definitions>
  <inkml:trace contextRef="#ctx0" brushRef="#br0">836 8 13445,'-25'-3'1904,"14"1"-1088,0 1-1,0 0 1,0 0 0,0 1 0,1 0-1,-1 1 1,0 1 0,-20 4 0,10 3-344,1 1 0,0 0 0,1 1 1,0 1-1,0 1 0,1 1 0,-20 20 0,-5 10 181,-51 66 1,47-47-399,3 2 0,2 2 0,4 2 0,3 1 0,2 2 0,4 1 0,3 1 1,4 1-1,2 1 0,4 1 0,4 1 0,2 0 0,3 154 0,8-202-385,2 1 0,0-1 0,3 0 1,0 0-1,2 0 0,20 50 0,-24-70-167,1-1 1,0 1-1,1-1 1,0 0-1,0 0 1,0-1-1,2 0 1,-1 0-1,1 0 1,0-1-1,0 0 1,1-1-1,0 0 1,0 0-1,0-1 1,1 0-1,0-1 1,0 0-1,0 0 1,0-1-1,1 0 1,16 1-1,8 0-3030,1-2 0,38-3 0,4-11-7325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2.456"/>
    </inkml:context>
    <inkml:brush xml:id="br0">
      <inkml:brushProperty name="width" value="0.035" units="cm"/>
      <inkml:brushProperty name="height" value="0.035" units="cm"/>
    </inkml:brush>
  </inkml:definitions>
  <inkml:trace contextRef="#ctx0" brushRef="#br0">515 1 9585,'-52'49'5141,"-65"81"1,76-77-2644,-57 97 1,62-87-1577,-93 181 1118,122-225-2984,2 0 0,0 0 0,1 1-1,-2 23 1,6-39-1371,-15-12-15492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2.677"/>
    </inkml:context>
    <inkml:brush xml:id="br0">
      <inkml:brushProperty name="width" value="0.035" units="cm"/>
      <inkml:brushProperty name="height" value="0.035" units="cm"/>
    </inkml:brush>
  </inkml:definitions>
  <inkml:trace contextRef="#ctx0" brushRef="#br0">1 0 19226,'11'2'837,"-9"-1"-568,1-1-1,-1 1 1,1-1 0,-1 1 0,1 0-1,-1 0 1,1 0 0,-1 0 0,0 0-1,0 0 1,1 1 0,-1-1 0,0 1-1,0 0 1,0-1 0,1 3 0,39 39 3525,32 36 209,175 231-3665,-221-275-338,-2 2 0,30 57 0,-22-36-2155,-18-32-3986,23 51-1,-30-59-9203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2.947"/>
    </inkml:context>
    <inkml:brush xml:id="br0">
      <inkml:brushProperty name="width" value="0.035" units="cm"/>
      <inkml:brushProperty name="height" value="0.035" units="cm"/>
    </inkml:brush>
  </inkml:definitions>
  <inkml:trace contextRef="#ctx0" brushRef="#br0">0 1 16802,'4'1'1109,"1"1"0,-1 0 0,0-1 1,0 1-1,1-1 0,-1 0 1,1-1-1,7 1 0,42-2 2102,-19 0-1734,180 12-183,-92 0-5689,-127-11-854,-5-1 2138,-3-1-495,-25-3-9816</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3.106"/>
    </inkml:context>
    <inkml:brush xml:id="br0">
      <inkml:brushProperty name="width" value="0.035" units="cm"/>
      <inkml:brushProperty name="height" value="0.035" units="cm"/>
    </inkml:brush>
  </inkml:definitions>
  <inkml:trace contextRef="#ctx0" brushRef="#br0">0 84 19118,'69'-29'3148,"-20"29"-248,-3-3-503,0-3-477,-3 1-388,6 2-304,0 3-704,-9 3-524,-23-3 0,15 5-1252,0-2-968,-27-29-1157,1 3 57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3.486"/>
    </inkml:context>
    <inkml:brush xml:id="br0">
      <inkml:brushProperty name="width" value="0.035" units="cm"/>
      <inkml:brushProperty name="height" value="0.035" units="cm"/>
    </inkml:brush>
  </inkml:definitions>
  <inkml:trace contextRef="#ctx0" brushRef="#br0">265 0 17290,'1'2'847,"0"-1"0,-1 1 0,1 0 1,0 0-1,-1-1 0,1 1 0,-1 0 1,0 0-1,1 0 0,-1-1 0,0 4 1,-7 22 1888,2-15-2814,-1 0 0,-11 15 0,13-21 799,-48 80-10,-68 156 0,99-199-1317,15-32-164,1-1 0,0 1 0,0 0 0,1 0 0,1 0 0,-5 23 0,8-27 42,0 2-261,-3-2-2979,29-16-13469</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3.911"/>
    </inkml:context>
    <inkml:brush xml:id="br0">
      <inkml:brushProperty name="width" value="0.035" units="cm"/>
      <inkml:brushProperty name="height" value="0.035" units="cm"/>
    </inkml:brush>
  </inkml:definitions>
  <inkml:trace contextRef="#ctx0" brushRef="#br0">97 95 9637,'0'0'4520,"-2"2"-3248,-6 4-161,1 2-1,0-1 1,-8 12-1,-12 13 751,24-29-1581,0 0-1,1-1 1,-1 1 0,1 0 0,-1 1-1,1-1 1,0 0 0,0 1 0,0-1-1,1 1 1,-1-1 0,1 1-1,-1 6 1,2-7-174,0-1-1,0 1 0,1 0 0,-1-1 1,1 1-1,0-1 0,-1 1 1,1-1-1,0 1 0,1-1 1,-1 0-1,0 1 0,1-1 1,-1 0-1,1 0 0,0 0 1,0 0-1,0 0 0,0 0 1,0-1-1,3 3 0,15 10 264,0-1 0,1-1 0,0 0 0,0-2 0,2-1 0,40 12 0,-15-8 371,1-3-1,62 5 1,-100-14-815,0 0 1,0-1-1,-1 0 1,1 0-1,19-4 1,-28 4 50,0-1-1,0 0 1,0 1 0,0-1 0,0 0 0,-1 0 0,1 0 0,0 0 0,-1 0 0,1 0 0,-1 0 0,1-1-1,-1 1 1,1 0 0,-1-1 0,0 1 0,0-1 0,0 0 0,0 1 0,0-1 0,0 0 0,0 0 0,0 0-1,-1 0 1,1 1 0,-1-1 0,1 0 0,-1 0 0,0 0 0,0 0 0,0 0 0,0 0 0,0 0 0,0 0 0,-1 0-1,1 0 1,-1-2 0,-1-4-254,-1 1-1,0-1 1,0 1-1,0 0 1,-1-1-1,0 2 1,-1-1-1,1 0 1,-1 1-1,0 0 1,-8-6-1,-10-10-1048,-36-27-1,29 27 14,0 1-1,-34-17 1,-8-6-2406,28 12-2364,11 8-2592</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34.116"/>
    </inkml:context>
    <inkml:brush xml:id="br0">
      <inkml:brushProperty name="width" value="0.035" units="cm"/>
      <inkml:brushProperty name="height" value="0.035" units="cm"/>
    </inkml:brush>
  </inkml:definitions>
  <inkml:trace contextRef="#ctx0" brushRef="#br0">521 0 16057,'-1'1'129,"1"-1"0,0 1 0,-1-1 0,1 1 0,0-1 0,0 1 0,-1 0 0,1-1 0,0 1-1,0-1 1,0 1 0,0 0 0,0-1 0,0 1 0,0 0 0,0-1 0,0 1 0,0-1 0,0 1-1,0 0 1,1-1 0,-1 1 0,0-1 0,0 1 0,1-1 0,-1 2 0,16 8 2579,5 3-842,-11-1-1083,-1 1 1,-1-1 0,0 1-1,-1 1 1,0-1 0,6 17 0,-2-3 7,12 25-521,-3 1 1,-3 0 0,-1 2-1,-3 0 1,8 76-1,-16-65-119,-2 1 0,-4-1 0,-2 1 0,-15 85 0,-2-53-128,-3-1-1,-51 132 1,23-104-192,-83 149 0,98-212-1168,-3-2 1,-62 73-1,-34 17-8493,22-41-5843</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6.607"/>
    </inkml:context>
    <inkml:brush xml:id="br0">
      <inkml:brushProperty name="width" value="0.035" units="cm"/>
      <inkml:brushProperty name="height" value="0.035" units="cm"/>
    </inkml:brush>
  </inkml:definitions>
  <inkml:trace contextRef="#ctx0" brushRef="#br0">21 121 3948,'-20'20'17082,"28"-31"-13951,-4 8-2768,-1 0 1,1 0-1,0 1 1,0-1-1,0 1 1,0 0-1,0 0 0,0 1 1,1-1-1,-1 1 1,0 0-1,8-1 1,9-3 643,189-54 1867,-191 54-3059,1 1-1,24-2 1,-24 3-354,-14 0-3032,1-12 801,-34 13-19577</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7.115"/>
    </inkml:context>
    <inkml:brush xml:id="br0">
      <inkml:brushProperty name="width" value="0.035" units="cm"/>
      <inkml:brushProperty name="height" value="0.035" units="cm"/>
    </inkml:brush>
  </inkml:definitions>
  <inkml:trace contextRef="#ctx0" brushRef="#br0">0 7 10937,'0'0'10376,"3"-1"-8913,16-1 821,0 0 0,32 0-1,-36 3-1615,0 1 0,0 0 0,28 8 0,-33-7-643,-1 0-1,0 1 1,0 0 0,0 0 0,0 1-1,-1 0 1,1 1 0,-1 0-1,-1 0 1,1 1 0,-1 0 0,11 14-1,-11-11 13,-1 0-1,0 1 1,0 0-1,-1 0 0,0 0 1,-1 1-1,-1-1 1,0 1-1,2 15 0,-2-2-185,-1 1 0,-1 0 0,-4 43 0,-19 71-2412,14-107 1278,-1-1 1,-1 0-1,-19 39 1,16-44-3668,-32 48 0,10-27-6863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7.480"/>
    </inkml:context>
    <inkml:brush xml:id="br0">
      <inkml:brushProperty name="width" value="0.035" units="cm"/>
      <inkml:brushProperty name="height" value="0.035" units="cm"/>
    </inkml:brush>
  </inkml:definitions>
  <inkml:trace contextRef="#ctx0" brushRef="#br0">71 15 15833,'-6'-15'7021,"3"21"-3226,0 5-4850,-15 75 2612,-11 158-1,26-203-1378,-4 37-196,5 120 1,18-82-4659,-16-111 2345,15-28-16528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8.017"/>
    </inkml:context>
    <inkml:brush xml:id="br0">
      <inkml:brushProperty name="width" value="0.035" units="cm"/>
      <inkml:brushProperty name="height" value="0.035" units="cm"/>
    </inkml:brush>
  </inkml:definitions>
  <inkml:trace contextRef="#ctx0" brushRef="#br0">1 69 5493,'0'0'7659,"1"3"-6600,0 0-785,0 0 0,0 1 0,0-1 0,1 0 0,0 0-1,-1 0 1,1 0 0,0-1 0,1 1 0,-1 0 0,0-1 0,1 1 0,-1-1-1,1 0 1,0 0 0,0 0 0,0 0 0,0-1 0,0 1 0,0-1-1,0 0 1,1 0 0,-1 0 0,6 1 0,16 2 668,0-1 0,0-1-1,0-2 1,0 0 0,43-7 0,-26 3-431,7-1 157,67-16-1,-115 21-679,0 0 0,0 0-1,0 0 1,0 0 0,1 0 0,-1 0-1,0-1 1,0 1 0,0-1 0,0 1-1,0-1 1,0 1 0,0-1-1,0 1 1,0-1 0,-1 0 0,1 1-1,0-1 1,0 0 0,0 0-1,-1 0 1,1 0 0,0 0 0,-1 1-1,1-1 1,-1 0 0,1-1 0,-1 1-1,0 0 1,1 0 0,-1 0-1,0 0 1,0 0 0,0 0 0,1 0-1,-1 0 1,-1 0 0,1-1-1,0 1 1,0-1 0,-4-3-187,0 0 0,0 0 0,-1 0 0,0 1 0,0 0 0,0 0 0,0 0 0,-7-3 0,4 3 38,-1 0 0,1 1 0,-1 1 0,0-1 0,0 1 0,0 1 0,-12-1 0,-69 1-790,50 2 480,15 0 134,18-1 104,1 1 0,-1-1 0,1 0 0,-1-1 0,0 1-1,1-2 1,-11-2 0,16 4 115,0 0 0,0-1 0,0 1 0,0 0 0,-1 0 0,1 0 0,0 0 0,0 0 0,0 0 0,0 0 0,0 1 0,0-1 0,0 0 0,0 1 0,0-1 0,-2 1 0,-2 1-341,-4-2 6,0-1-663,4 3-5910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8.538"/>
    </inkml:context>
    <inkml:brush xml:id="br0">
      <inkml:brushProperty name="width" value="0.035" units="cm"/>
      <inkml:brushProperty name="height" value="0.035" units="cm"/>
    </inkml:brush>
  </inkml:definitions>
  <inkml:trace contextRef="#ctx0" brushRef="#br0">100 72 5945,'-4'7'688,"-2"0"1,1 0 0,-1-1-1,0 1 1,0-1 0,0-1 0,-1 1-1,0-1 1,0 0 0,-11 4 0,17-8-575,0 0 1,0 0 0,0 0 0,1 0-1,-1 0 1,0 0 0,0 0 0,1 0 0,-1 0-1,0 0 1,1 0 0,-1 1 0,1-1-1,0 0 1,-1 0 0,1 0 0,0 3-1,-4 7 1134,3-8-1098,0 0 1,0 0 0,0 0 0,0 0 0,0 0 0,1 0-1,-1 0 1,1 0 0,0 1 0,0-1 0,0 0 0,1 0-1,-1 0 1,1 0 0,-1 0 0,1 1 0,0-1 0,0 0-1,0-1 1,1 1 0,-1 0 0,1 0 0,0 0-1,-1-1 1,1 1 0,0-1 0,1 0 0,-1 1 0,0-1-1,5 3 1,2 0 133,0 0-1,-1-1 0,2 0 0,-1 0 0,0-1 1,1 0-1,-1-1 0,1 0 0,0-1 0,0 0 1,0 0-1,11-1 0,15-1 495,-1-2 0,37-8 0,-52 8-598,-4 0 71,1 0-1,21-7 1,-36 9-322,0 0 1,0 0 0,0 0-1,0 0 1,-1 0 0,1-1 0,0 1-1,-1 0 1,1-1 0,-1 0-1,1 1 1,-1-1 0,0 0 0,1 1-1,0-4 1,-2 5 64,0-5-727,-1-1 504,-1 0 0,0 0-1,-1 0 1,1 0 0,-1 0 0,-1 1 0,1-1-1,-1 1 1,1 0 0,-1 0 0,-1 0-1,1 1 1,-1-1 0,0 1 0,0 0-1,0 1 1,0-1 0,-1 1 0,0 0 0,-6-3-1,-27-11-1773,-67-20-1,65 24-1253,-65-29-1,84 30-134,6-2-1489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8.994"/>
    </inkml:context>
    <inkml:brush xml:id="br0">
      <inkml:brushProperty name="width" value="0.035" units="cm"/>
      <inkml:brushProperty name="height" value="0.035" units="cm"/>
    </inkml:brush>
  </inkml:definitions>
  <inkml:trace contextRef="#ctx0" brushRef="#br0">559 9 7317,'12'-4'4314,"-32"9"-1985,17-4-134,-21-9-668,19 7-1386,0 1 0,0-1 0,0 1 1,1 0-1,-1 0 0,0 0 1,0 1-1,0 0 0,0 0 0,-8 3 1,0 1 153,0 0 0,-14 9 0,16-7-129,1 0 0,0 0 1,0 1-1,0 1 1,1 0-1,1 0 0,-14 18 1,-45 79 597,53-81-609,-17 31 203,3 2 0,2 1 0,-26 92 1,23-44 221,-17 132 0,33-146-178,5 0 1,4 0-1,9 129 1,2-153-251,3 0 0,3-1 0,3-1 0,3 0 0,34 81 0,-35-108-295,1-1 1,3 0-1,1-2 1,1-1-1,47 54 1,-53-71-444,1 1 1,1-2-1,0-1 1,2 0 0,0-2-1,0 0 1,2-2-1,-1 0 1,2-2 0,33 12-1,34-2-5915,0-8-4205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49.493"/>
    </inkml:context>
    <inkml:brush xml:id="br0">
      <inkml:brushProperty name="width" value="0.035" units="cm"/>
      <inkml:brushProperty name="height" value="0.035" units="cm"/>
    </inkml:brush>
  </inkml:definitions>
  <inkml:trace contextRef="#ctx0" brushRef="#br0">87 6 10249,'1'0'156,"-1"0"1,1 0-1,0 0 0,0 0 1,-1 1-1,1-1 0,0 0 1,0 0-1,-1 0 0,1 0 0,0-1 1,0 1-1,-1 0 0,1 0 1,0 0-1,-1-1 0,1 1 1,0 0-1,-1 0 0,1-1 1,0 1-1,-1-1 0,1 1 1,-1-1-1,2 0 0,-2 1 12,1 0 0,0 0 0,0 0-1,0 0 1,-1 0 0,1 0 0,0 0-1,0 0 1,0 1 0,-1-1 0,1 0-1,0 0 1,0 1 0,-1-1 0,1 0-1,0 1 1,1 0 0,-2 0 197,5 1-64,-1 0-1,0 0 1,-1 1 0,1-1-1,0 1 1,-1 0-1,1 0 1,-1 1-1,0-1 1,0 1 0,-1-1-1,1 1 1,2 5-1,4 8 514,12 35 1,-14-33-298,18 51 474,-4 1-1,-3 1 1,17 146 0,-21 230 334,-60 101-734,-45-4-2772,11-219-1804,12-115-5738,33-116-1335</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0.835"/>
    </inkml:context>
    <inkml:brush xml:id="br0">
      <inkml:brushProperty name="width" value="0.035" units="cm"/>
      <inkml:brushProperty name="height" value="0.035" units="cm"/>
    </inkml:brush>
  </inkml:definitions>
  <inkml:trace contextRef="#ctx0" brushRef="#br0">1 96 9309,'2'-2'1989,"6"-4"-687,1 1 0,0 1 0,0-1-1,0 1 1,1 1 0,15-5 0,-12 4-803,8-3 1720,27-16-1,-4 3-387,-42 19-1515,13 0-453,-9-1-12,-5 2 112,0 0 0,0 0 1,0 0-1,0 0 0,0 0 0,0 0 1,0 0-1,0 0 0,0 0 0,0 0 1,0 1-1,-1-1 0,1 0 0,0 1 1,0-1-1,0 1 0,0-1 1,0 1-1,-1-1 0,1 1 0,0-1 1,0 1-1,-1 0 0,1-1 0,0 1 1,-1 0-1,1 0 0,0 1 0,-1 0-61,1 0 0,-1 0-1,1 0 1,-1 0-1,0 1 1,0-1-1,0 0 1,0 0 0,-1 0-1,1 0 1,0 1-1,-2 2 1,-7 20-1610,-1 0 0,-2 0-1,-23 38 1,31-56 1442,-49 84-919,51-88 2049,10 26 2614,-8-29-3445,0 0 0,0 0 0,0 0 1,0 0-1,0 0 0,0 0 0,0 1 1,0-1-1,0 0 0,0 0 0,0 0 1,0 0-1,0 0 0,0 0 0,1 1 1,-1-1-1,0 0 0,0 0 0,0 0 0,0 0 1,0 0-1,0 0 0,0 0 0,0 0 1,0 0-1,1 1 0,-1-1 0,0 0 1,0 0-1,0 0 0,0 0 0,0 0 1,0 0-1,1 0 0,-1 0 0,0 0 1,0 0-1,0 0 0,0 0 0,0 0 1,0 0-1,1 0 0,-1 0 0,29 2 2202,-1-1 0,34-3 0,0 0-142,-44 2-1599,41 1 559,-38 1-1014,-19-2-39,-1 0 0,0 0 0,0 0 0,0 0 0,0 0 0,0 0 0,0 0 0,0 1 0,0-1 0,0 0 0,0 1 0,0-1 0,0 0 0,0 1 0,1 0 0,-1 1 0,-1-1 0,1 0 0,-1 1 0,0-1 0,1 1 0,-1-1 0,0 1 0,0-1 0,0 1 0,0-1 0,0 1 0,-1-1 0,1 1 0,0-1 0,-1 1 0,1-1 0,-1 3 0,-11 25 0,5-18-251,0 0 0,0-1 0,-1 0 1,0-1-1,-10 10 0,-49 39-2112,53-47 1305,0-1 0,-1 0 1,-1-1-1,0-1 0,-25 10 1,-15-2-7063,18-9-3329</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1.147"/>
    </inkml:context>
    <inkml:brush xml:id="br0">
      <inkml:brushProperty name="width" value="0.035" units="cm"/>
      <inkml:brushProperty name="height" value="0.035" units="cm"/>
    </inkml:brush>
  </inkml:definitions>
  <inkml:trace contextRef="#ctx0" brushRef="#br0">0 132 17770,'1'-2'277,"0"0"1,1 0 0,-1 0 0,1 0-1,-1 0 1,1 1 0,-1-1-1,1 0 1,0 1 0,0-1 0,0 1-1,0-1 1,0 1 0,0 0 0,0 0-1,1 0 1,-1 0 0,0 1 0,1-1-1,-1 0 1,0 1 0,4-1-1,12-1 1056,-1 0 0,19 1-1,-24 1-532,430-35 2328,-211 12-2444,-97 9-684,-116 11-120,-18 3 111,1 0 1,-1 0-1,0 0 1,0 0-1,0 0 0,0 0 1,0 0-1,0 0 1,0-1-1,1 1 1,-1 0-1,0 0 0,0 0 1,0 0-1,0 0 1,0 0-1,0 0 0,0 0 1,0 0-1,0 0 1,0 0-1,0-1 1,0 1-1,0 0 0,1 0 1,-1 0-1,0 0 1,0 0-1,0 0 1,0 0-1,0-1 0,0 1 1,0 0-1,0 0 1,0 0-1,0 0 0,0 0 1,0 0-1,0 0 1,0 0-1,0-1 1,-1 1-1,1 0 0,0 0 1,0 0-1,0 0 1,0 0-1,0 0 0,0 0 1,0-1-1,-12-5-2281,12 6 1965,-9-2-1328,1 0 1,0 0-1,-1 1 0,1 0 1,-1 1-1,-10 0 1,12 0 72,-33-2-11882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1.587"/>
    </inkml:context>
    <inkml:brush xml:id="br0">
      <inkml:brushProperty name="width" value="0.035" units="cm"/>
      <inkml:brushProperty name="height" value="0.035" units="cm"/>
    </inkml:brush>
  </inkml:definitions>
  <inkml:trace contextRef="#ctx0" brushRef="#br0">0 45 11369,'2'-1'2341,"24"-8"4254,6-1 895,-11 7-6771,0 2 536,0-1 1,28-6-1,19-2-653,-51 9-1300,-1 1 0,1 1-1,18 2 1,-32-3-1300,-16 10-5083,3-2 731,-10 3-5326</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1.881"/>
    </inkml:context>
    <inkml:brush xml:id="br0">
      <inkml:brushProperty name="width" value="0.035" units="cm"/>
      <inkml:brushProperty name="height" value="0.035" units="cm"/>
    </inkml:brush>
  </inkml:definitions>
  <inkml:trace contextRef="#ctx0" brushRef="#br0">171 15 11225,'-22'-12'1371,"18"10"688,2 4-1607,-72 66-1500,54-49 919,14-14 307,0 0 1,1 1-1,0 0 1,-5 7-1,8-11 563,1 0-273,-1 0-1,0 1 0,0-1 0,1 0 0,-1 1 0,1-1 0,0 0 0,-2 5 0,14 0 523,0 0 0,1 0 0,-1-1 0,1-1 0,25 8 0,67 11 1169,-9-3-422,4 10-335,-96-30-1371,-1-1 0,1 1-1,-1 0 1,0 0 0,1 0 0,-1 0 0,0 0 0,1 0-1,-1 1 1,0-1 0,0 1 0,0-1 0,0 1 0,0 0-1,-1 0 1,4 4 0,-4-4-61,0 0 0,-1 0 1,1 0-1,0 0 0,-1 0 0,1 0 0,-1 0 0,0 0 1,0 1-1,0-1 0,0 0 0,0 0 0,0 0 0,-1 1 1,1-1-1,-1 2 0,-1 2-203,0-1 1,-1 0-1,1 1 1,-1-1 0,0 0-1,-1-1 1,1 1-1,-1 0 1,0-1-1,0 0 1,0 0-1,0 0 1,-8 5-1,-86 44-6421,48-24-201,-4-9-4419</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2.312"/>
    </inkml:context>
    <inkml:brush xml:id="br0">
      <inkml:brushProperty name="width" value="0.035" units="cm"/>
      <inkml:brushProperty name="height" value="0.035" units="cm"/>
    </inkml:brush>
  </inkml:definitions>
  <inkml:trace contextRef="#ctx0" brushRef="#br0">472 1 5549,'-6'32'2351,"0"-32"-1979,1 1-1,-1 0 1,1 0 0,0 0-1,-1 1 1,1 0 0,0 0-1,0 0 1,0 1 0,0-1 0,0 1-1,1 0 1,-6 5 0,-7 7 867,-30 33 0,29-29-389,3-2-382,1 0 0,1 2 1,0 0-1,2 0 0,-15 31 1,-35 109 868,56-145-1231,1-3-35,-67 204 1083,52-148-636,-12 88 0,19-74-154,5 1 1,3 0-1,3 1 0,5-1 0,2 0 0,22 97 1,-16-128-326,2 0 1,3 0 0,2-2 0,2 0-1,36 60 1,-37-77-622,1-1 1,2-1-1,30 31 0,-32-40-1224,1-1 0,1 0-1,0-2 1,40 23 0,16-2-9586</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2.703"/>
    </inkml:context>
    <inkml:brush xml:id="br0">
      <inkml:brushProperty name="width" value="0.035" units="cm"/>
      <inkml:brushProperty name="height" value="0.035" units="cm"/>
    </inkml:brush>
  </inkml:definitions>
  <inkml:trace contextRef="#ctx0" brushRef="#br0">81 5 12185,'1'-1'115,"0"1"0,-1-1 0,1 1 0,0-1 0,-1 1 1,1 0-1,0-1 0,0 1 0,-1 0 0,1 0 0,0-1 0,0 1 0,-1 0 0,1 0 0,0 0 0,0 0 0,-1 0 0,1 0 1,0 0-1,0 0 0,0 1 0,-1-1 0,1 0 0,0 0 0,0 1 0,-1-1 0,1 0 0,0 1 0,-1-1 0,1 0 0,0 1 0,-1-1 1,1 1-1,-1 0 0,1-1 0,0 2 0,0 4 1902,-2-1-1587,0 0 1,1 1 0,-1-1-1,1 0 1,0 1 0,0-1-1,1 1 1,-1-1 0,3 8-1,18 52 1598,-10-34-1218,26 86 322,-5 1-1,-6 2 0,-4 1 0,7 183 0,-24-137-1207,-9 1 0,-33 235 0,33-381-125,-50 273-2580,43-250 1177,-2 0-1,-3-1 1,-1 0-1,-30 54 1,0-20-4968,5-12-3900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3.316"/>
    </inkml:context>
    <inkml:brush xml:id="br0">
      <inkml:brushProperty name="width" value="0.035" units="cm"/>
      <inkml:brushProperty name="height" value="0.035" units="cm"/>
    </inkml:brush>
  </inkml:definitions>
  <inkml:trace contextRef="#ctx0" brushRef="#br0">35 149 5985,'-1'0'62,"0"-1"1,1 1 0,-1 0 0,1 0 0,-1 0 0,1 0-1,-1 0 1,0 0 0,1 0 0,-1 0 0,1 0 0,-1 0 0,0 0-1,1 0 1,-1 0 0,1 0 0,-1 0 0,0 1 0,1-1-1,-1 0 1,1 0 0,-1 1 0,1-1 0,-1 0 0,1 1-1,-1-1 1,1 0 0,0 1 0,-1-1 0,1 1 0,-1-1 0,1 1-1,0-1 1,-1 1 0,1-1 0,0 1 0,0-1 0,0 1-1,-1 0 1,1-1 0,0 1 0,0-1 0,0 1 0,-1 5 7581,33 6-4162,-2-4-2129,-18-4-954,0-1 0,18 2 0,-24-4-310,1 1 0,-1 0-1,0 0 1,0 0 0,8 5 0,-12-7-75,0 1 1,-1 0 0,1-1-1,0 0 1,-1 1 0,1-1-1,0 0 1,0 0 0,-1 1-1,1-2 1,0 1-1,0 0 1,-1 0 0,3-1-1,17 0 103,8 11-25,-22-9-42,15-7 193,33-10-1,-50 13-203,0 0-1,0 0 0,-1 0 1,1 0-1,0-1 0,-1 1 1,6-8-1,-9 11-37,1-2 30,8-22 98,-10 22-141,1-1 1,-1 1 0,0-1 0,0 1 0,0-1 0,0 1-1,-1-1 1,1 1 0,-1-1 0,1 1 0,-2-3 0,1 1-29,0 1 22,0 1 0,0-1 0,0 1 0,0 0 0,0 0 0,0 0 0,-1-1 0,1 1 0,-3-2 1,-3-5-56,4 3 39,0 1 0,0 1-1,-1-1 1,1 0 0,-1 1-1,0 0 1,-1 0 0,1 0-1,-1 0 1,1 1 0,-1-1-1,0 1 1,0 1 0,-1-1-1,1 1 1,-1 0 0,1 0-1,-10-2 1,4 2-34,1 1 1,-1 0-1,1 0 0,-1 1 0,1 1 0,0 0 1,-1 0-1,1 1 0,-16 5 0,-31 3-919,49-8 449,1 0-1,0 0 0,0 1 1,0 0-1,0 0 1,0 0-1,-10 8 0,10-7-291,4-2-836,-8 9-4597,2 1 668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3.804"/>
    </inkml:context>
    <inkml:brush xml:id="br0">
      <inkml:brushProperty name="width" value="0.035" units="cm"/>
      <inkml:brushProperty name="height" value="0.035" units="cm"/>
    </inkml:brush>
  </inkml:definitions>
  <inkml:trace contextRef="#ctx0" brushRef="#br0">641 10 10917,'-3'-1'168,"1"0"0,0-1 1,-1 1-1,1 0 0,-1 1 0,0-1 0,1 0 1,-1 1-1,0-1 0,1 1 0,-1 0 0,0 0 1,1 0-1,-1 0 0,0 0 0,1 1 0,-1-1 1,0 1-1,1 0 0,-1-1 0,1 1 0,-1 1 1,1-1-1,0 0 0,-1 0 0,1 1 0,0 0 1,0-1-1,0 1 0,-3 2 0,-5 7 315,1 0-1,0 0 1,0 1-1,-10 19 1,-182 322 2392,146-247-2415,4 3 1,6 2-1,4 1 0,-37 166 1,65-204-261,3 1 0,3 0 0,4 0 0,3 1 0,3-1 0,3 0 1,23 103-1,-19-133-249,1 0 0,3 0 0,37 81 0,-41-107-262,1-1 0,1 1 0,0-2 0,21 23 1,-23-30-276,0 0 0,1-1 1,0 0-1,0-1 0,1 0 1,0-1-1,21 9 0,-22-11-1439,0-1 0,21 4 0,20-3-7802</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4.498"/>
    </inkml:context>
    <inkml:brush xml:id="br0">
      <inkml:brushProperty name="width" value="0.035" units="cm"/>
      <inkml:brushProperty name="height" value="0.035" units="cm"/>
    </inkml:brush>
  </inkml:definitions>
  <inkml:trace contextRef="#ctx0" brushRef="#br0">1 118 9225,'0'0'3704,"1"-2"-2055,1-2-1284,0 1 1,0-1-1,1 1 1,-1 0-1,1 0 0,0 0 1,0 0-1,0 0 1,0 0-1,1 1 1,-1-1-1,1 1 0,-1 0 1,5-1-1,11-6 850,30-8 1,-34 12-612,71-32 3466,-84 37-4017,0-1 0,0 0 0,0 1 0,0-1 0,0 1 0,-1-1 0,1 1 0,0 0 0,0 0 0,0 0 0,0 0 0,0 0 0,0 1 0,0-1 0,0 1 0,0-1 0,2 2 0,-2-1-34,-1 0 0,0-1-1,0 1 1,0 0 0,0 1 0,0-1 0,-1 0-1,1 0 1,0 0 0,0 0 0,-1 1-1,1-1 1,-1 0 0,1 0 0,-1 1 0,1-1-1,-1 1 1,0 1 0,1 5-78,-1 0 1,0 0-1,-1 0 1,0 0-1,-4 16 1,-2 5-738,-19 43 0,15-43-9,-13 50 0,23-70 815,-1 0 0,0-1 0,-1 0 0,0 0 0,0 1 1,-1-2-1,-7 14 0,11-20 50,-1-1-1,1 1 1,0-1 0,0 1-1,0-1 1,0 1 0,0-1 0,0 1-1,0-1 1,0 1 0,1-1-1,-1 0 1,0 1 0,0-1-1,0 1 1,0-1 0,0 1 0,1-1-1,-1 0 1,0 1 0,0-1-1,1 0 1,-1 1 0,0-1-1,1 0 1,-1 1 0,0-1 0,1 0-1,0 1 1,11 7 896,0-7-514,0-1 1,0-1 0,0 0-1,0-1 1,0 0-1,22-7 1,-4 2 247,209-48 539,-194 45-1869,-39 9-119,-8 2-208,-18 2-1071,-37 7-3321,16-1-1552,-5 2-6198</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4.637"/>
    </inkml:context>
    <inkml:brush xml:id="br0">
      <inkml:brushProperty name="width" value="0.035" units="cm"/>
      <inkml:brushProperty name="height" value="0.035" units="cm"/>
    </inkml:brush>
  </inkml:definitions>
  <inkml:trace contextRef="#ctx0" brushRef="#br0">55 0 7009,'-14'6'212,"11"14"-712,-17-17-1473,3 3 209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4.826"/>
    </inkml:context>
    <inkml:brush xml:id="br0">
      <inkml:brushProperty name="width" value="0.035" units="cm"/>
      <inkml:brushProperty name="height" value="0.035" units="cm"/>
    </inkml:brush>
  </inkml:definitions>
  <inkml:trace contextRef="#ctx0" brushRef="#br0">0 11 12845,'11'-8'10413,"4"5"-6038,19 6-4133,-15-1 1230,37 0-837,261 3 2150,13-5-2785,-117 2 0,6 1 0,-200-5-146,-19 2 138,0 0 1,0 0 0,0 0-1,0 0 1,0 0-1,0 0 1,0 0-1,0 0 1,0 0-1,0 0 1,0 0 0,0-1-1,0 1 1,0 0-1,0 0 1,0 0-1,0 0 1,0 0 0,0 0-1,0 0 1,0 0-1,0 0 1,0 0-1,0-1 1,0 1-1,0 0 1,0 0 0,0 0-1,0 0 1,0 0-1,0 0 1,0 0-1,0 0 1,0 0-1,0 0 1,0 0 0,0-1-1,0 1 1,0 0-1,0 0 1,0 0-1,0 0 1,0 0-1,0 0 1,0 0 0,0 0-1,-1 0 1,1 0-1,0 0 1,0 0-1,0 0 1,0 0 0,0 0-1,0 0 1,0 0-1,0 0 1,0 0-1,0 0 1,-1 0-1,1 0 1,0 0 0,0 0-1,0 0 1,0 0-1,0 0 1,-18-6-2328,9 5 1046,0 0-1,0 0 0,-13 1 0,-16 1-6267,-10 0-6538</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5.217"/>
    </inkml:context>
    <inkml:brush xml:id="br0">
      <inkml:brushProperty name="width" value="0.035" units="cm"/>
      <inkml:brushProperty name="height" value="0.035" units="cm"/>
    </inkml:brush>
  </inkml:definitions>
  <inkml:trace contextRef="#ctx0" brushRef="#br0">0 75 7141,'13'-8'621,"10"-3"12959,-12 10-11082,89-14 3849,-61 8-5060,43-2 1,-43 4-1271,-23 2-127,0 1 0,30 0-1,-43 2-1612,-19-6-12935,1 0 1575</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5.530"/>
    </inkml:context>
    <inkml:brush xml:id="br0">
      <inkml:brushProperty name="width" value="0.035" units="cm"/>
      <inkml:brushProperty name="height" value="0.035" units="cm"/>
    </inkml:brush>
  </inkml:definitions>
  <inkml:trace contextRef="#ctx0" brushRef="#br0">117 0 13681,'0'0'3839,"-2"1"-4066,-3 2 38,0 0-1,0 0 1,0 1-1,0 0 1,1-1 0,-1 2-1,-5 6 1,5-6 158,1 0 0,-1-1 0,0 1 0,0-1 0,-10 6 0,13-8 281,-1-1 1,1 0-1,0 1 0,0-1 0,0 1 0,0 0 1,1 0-1,-1 0 0,0 0 0,1 0 1,-1 0-1,1 0 0,0 0 0,0 1 0,-2 4 1,2-6-135,1 0-1,0 1 1,-1-1 0,1 0 0,0 1 0,0-1 0,0 0 0,0 1 0,0-1-1,0 0 1,0 1 0,0-1 0,0 1 0,1-1 0,-1 0 0,1 1 0,-1-1-1,1 0 1,-1 0 0,1 1 0,0-1 0,0 0 0,-1 0 0,1 0 0,0 0-1,0 0 1,0 0 0,1 1 0,21 11 1167,0 0-1,1-1 0,0-2 1,42 13-1,-7-2-89,-57-20-1172,95 39 1267,-85-34-1139,0 1 1,0 0-1,0 1 1,-1 0-1,14 13 1,-24-19-151,0-1 0,0 0 1,0 0-1,0 0 0,-1 1 0,1-1 1,0 0-1,-1 1 0,1-1 0,0 0 0,-1 1 1,0-1-1,1 1 0,-1-1 0,0 1 0,0-1 1,0 1-1,0-1 0,0 1 0,0-1 1,0 1-1,0-1 0,-1 1 0,1-1 0,-1 1 1,1-1-1,-1 0 0,0 3 0,-2 5-53,-3 12-570,-14 31 0,17-44 213,-1 0 1,0-1-1,-1 0 1,0 0 0,0 0-1,0-1 1,-11 11 0,3-7-934,0-1 0,-23 12 0,1 0-1482,-12 11-4082,4-7-4501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5.894"/>
    </inkml:context>
    <inkml:brush xml:id="br0">
      <inkml:brushProperty name="width" value="0.035" units="cm"/>
      <inkml:brushProperty name="height" value="0.035" units="cm"/>
    </inkml:brush>
  </inkml:definitions>
  <inkml:trace contextRef="#ctx0" brushRef="#br0">368 1 14549,'-29'10'4615,"29"-10"-4570,0 0 0,0 1 1,0-1-1,-1 0 0,1 0 1,0 0-1,0 0 0,0 0 0,0 0 1,0 0-1,0 0 0,0 0 1,-1 0-1,1 1 0,0-1 0,0 0 1,0 0-1,0 0 0,0 0 1,0 0-1,0 0 0,0 1 1,0-1-1,0 0 0,0 0 0,0 0 1,0 0-1,0 0 0,0 1 1,0-1-1,0 0 0,0 0 0,0 0 1,0 0-1,0 0 0,0 1 1,0-1-1,0 0 0,0 0 0,0 0 1,0 0-1,0 0 0,0 0 1,0 1-1,4 24 2060,12 36 0,3 21-302,-5 21-582,-6 0 0,-7 192 0,-47 208-152,41-460-994,-26 199-1869,-83 315 1,92-482-424,-35 82 0,-12-12-6423,14-48-3737</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6.650"/>
    </inkml:context>
    <inkml:brush xml:id="br0">
      <inkml:brushProperty name="width" value="0.035" units="cm"/>
      <inkml:brushProperty name="height" value="0.035" units="cm"/>
    </inkml:brush>
  </inkml:definitions>
  <inkml:trace contextRef="#ctx0" brushRef="#br0">26 12 12909,'9'-10'1753,"-9"9"-939,-1 2 100,0 0-300,0 1-1,0 0 0,0 0 1,0-1-1,0 1 1,1 0-1,-1 0 1,0 0-1,1 0 1,-1 3-1,-21 261 4122,21-242-4612,0 9-345,1 0 0,7 57 0,5-20-2008,-8-42-2205,0-7-2953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4:57.084"/>
    </inkml:context>
    <inkml:brush xml:id="br0">
      <inkml:brushProperty name="width" value="0.035" units="cm"/>
      <inkml:brushProperty name="height" value="0.035" units="cm"/>
    </inkml:brush>
  </inkml:definitions>
  <inkml:trace contextRef="#ctx0" brushRef="#br0">4 33 6581,'0'0'6785,"0"3"-5807,2 5-832,-2-5 323,1 0-1,0 1 1,-1-1-1,0 0 0,1 1 1,-1-1-1,-1 0 1,1 1-1,-1 5 0,0-6-305,0 0-1,0 0 1,1 1-1,0-1 1,-1 0-1,1 0 1,1 1-1,-1-1 1,0 0-1,1 1 1,-1-1-1,1 0 0,0 0 1,0 0-1,1 0 1,-1 0-1,0 0 1,1 0-1,0 0 1,0 0-1,0-1 1,0 1-1,0-1 1,0 1-1,5 2 0,-2 0 123,1-1 0,1 0-1,-1 0 1,0 0 0,1-1-1,0 0 1,0 0 0,0-1-1,0 1 1,11 1 0,7-1 135,-1-1-1,0-2 1,1 0 0,47-6 0,-54 3-286,0-1 0,0 0 0,-1-2 0,1 0 0,-1 0 0,0-2 0,19-11 0,-33 17-187,0 0-1,-1 0 1,1 0-1,-1-1 0,0 1 1,1-1-1,-1 1 0,0-1 1,-1 0-1,1 0 0,0 0 1,-1 0-1,1 0 1,-1 0-1,0 0 0,0 0 1,-1 0-1,1-1 0,0 1 1,-1 0-1,0-1 1,0 1-1,0 0 0,0-1 1,-1 1-1,1 0 0,-1-1 1,0 1-1,0 0 1,0 0-1,0 0 0,0-1 1,-1 1-1,1 1 0,-1-1 1,0 0-1,0 0 0,0 1 1,0-1-1,-1 1 1,1-1-1,-1 1 0,1 0 1,-1 0-1,0 0 0,0 1 1,-5-4-1,-3 2-238,0 1 1,0 0-1,0 1 0,-1 0 0,1 0 0,-21 3 1,14-2 32,-12 3-794,0 2 0,0 0 1,0 2-1,-56 21 0,24-7-2451,30-10-1542,17-2-2982</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08.502"/>
    </inkml:context>
    <inkml:brush xml:id="br0">
      <inkml:brushProperty name="width" value="0.035" units="cm"/>
      <inkml:brushProperty name="height" value="0.035" units="cm"/>
    </inkml:brush>
  </inkml:definitions>
  <inkml:trace contextRef="#ctx0" brushRef="#br0">3117 434 6069,'0'0'11392,"0"-3"-10719,-2-23 491,1 24-695,-27-14 1013,-57-34-1103,-2 4-1,-2 4 1,-1 4-1,-3 4 1,-116-28-1,-415-39 462,602 98-840,-123-8-25,122 11 46,-209 5-16,104 1 38,-119 12 4,-12 13-142,219-24 95,-1 0 0,1 3 0,-72 27 0,-203 104 36,257-110-98,51-28 64,0 0 0,0 1 1,0 0-1,0 0 0,1 0 1,0 1-1,0 0 0,0 0 1,0 0-1,1 1 0,-7 8 1,5-3-5,1-1 1,0 1-1,0 1 1,1-1-1,0 1 1,-3 16-1,0 7-26,2 0 0,2 0-1,0 70 1,5-84-2,1 0-1,0 0 1,2 0-1,0-1 1,1 0-1,13 32 1,-5-22-22,1 0-1,2-1 1,27 38 0,-25-44 42,2-1 1,41 36-1,-11-11 27,-28-24-46,1-2-1,1 0 0,0-2 1,2 0-1,42 22 0,12 2-25,23 11 11,-35-26-32,0-3-1,127 28 0,-88-31-113,134 21 26,-70-31 49,210-13 0,-323-2 73,114-21 1,-170 24 39,64-13-6,73-25 0,102-37 37,-80 29-6,7-3 217,-11-5 183,-152 52-217,-1-1 0,0 0 0,0 0 0,0 0-1,0-1 1,-1 1 0,1-1 0,-1 0-1,4-5 1,-7 8-173,2-1 1541,-2-1-1384,6-21 45,1-1 0,18-43-1,-18 53-142,-5 8 64,-1 0 0,1 1 0,-1-1 0,0 0 0,-1 1 0,0-1 1,0-8-1,-1 6-200,1 5 153,0 1-18,3-25 28,-3 25-42,0-1-7,3-24 106,-3 25-57,1-1 68,1-11 31,1 0-1,0 0 1,7-16 0,-10 30-203,1 0-1,-1 0 0,0 0 1,1 0-1,-1 0 1,0 0-1,0 0 1,0-1-1,0 1 1,0 0-1,0 0 0,0 0 1,0 0-1,0 0 1,-1 0-1,1-1 1,-1 0-1,-1-4 34,-1-11 58,-1 0 0,0 1 0,-13-30 0,-3-12 40,15 44-88,-1 0-1,-10-19 1,-6-15 53,15 33-132,-1 0-1,0 1 0,-1 0 1,0 0-1,-22-23 0,24 30-166,-1 0 1,1 1-1,-1 0 0,0 1 0,-1-1 0,-8-3 0,5 3-887,1-1 0,-18-13-1,17 12 98,-1 0-1,0 0 1,-1 1 0,0 1-1,-28-9 1,12 4-552,-15-9-1322,12 3-3574,8 5-1401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0.144"/>
    </inkml:context>
    <inkml:brush xml:id="br0">
      <inkml:brushProperty name="width" value="0.035" units="cm"/>
      <inkml:brushProperty name="height" value="0.035" units="cm"/>
    </inkml:brush>
  </inkml:definitions>
  <inkml:trace contextRef="#ctx0" brushRef="#br0">34 9 15245,'-3'0'213,"-14"-1"1573,15-1-688,10-4 3747,-22 42-1420,11 1-2464,2 46 0,1-12-424,0-67-541,-2 108 499,10-37-3076,-3-37-1816,-4-34 1323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0.680"/>
    </inkml:context>
    <inkml:brush xml:id="br0">
      <inkml:brushProperty name="width" value="0.035" units="cm"/>
      <inkml:brushProperty name="height" value="0.035" units="cm"/>
    </inkml:brush>
  </inkml:definitions>
  <inkml:trace contextRef="#ctx0" brushRef="#br0">116 150 4728,'-8'-9'1441,"3"14"158,4-3-1403,0 0 0,0 0-1,0-1 1,0 1 0,0 0-1,0-1 1,0 1 0,-1-1-1,-1 2 1,-41 39 4082,42-40-3299,2-1-874,0 0 1,-1-1-1,1 1 1,0 0-1,-1-1 0,1 1 1,0 0-1,-1 0 1,1-1-1,-1 1 0,1-1 1,-1 1-1,1 0 1,-1-1-1,1 1 0,-1-1 1,0 1-1,0 0 1,-12 12 1445,12-10-1467,-1 1 158,0-1-1,0 1 1,0 0-1,1-1 0,0 1 1,0 0-1,0 0 1,0 0-1,0 7 1,1-6-55,1-1 0,0 1 1,0 0-1,0-1 1,0 0-1,1 1 1,-1-1-1,1 0 0,0 0 1,0 0-1,1 0 1,-1 0-1,1 0 1,0-1-1,0 1 1,4 3-1,-1-3 112,0 1-1,0-1 1,1 0 0,-1-1-1,1 0 1,0 0 0,0 0-1,0-1 1,12 3 0,0-2-17,1-2 1,-1 0-1,1-1 1,0-1-1,-1-1 1,1 0 0,26-8-1,-29 6-126,0 0 0,0-2 1,20-8-1,-31 12-177,-1-1 1,1 0-1,-1 0 0,1 0 1,-1-1-1,0 0 0,0 0 1,-1 0-1,1 0 1,-1-1-1,0 0 0,6-10 1,-9 14 7,4-8-388,-1-1-1,1 0 1,4-20 0,-8 26 257,0-1 0,-1 1 1,1 0-1,-1-1 0,-1 1 0,1-1 1,0 1-1,-1 0 0,0-1 0,0 1 1,0 0-1,-1 0 0,-2-7 0,-2 0-97,-1 0 0,1 1 0,-2-1 0,0 1 0,0 1 0,0-1 0,-1 1 0,-1 1 0,0 0 0,0 0 0,0 1 0,-1 0 0,0 1 1,0 0-1,0 1 0,-1 0 0,0 1 0,0 0 0,0 1 0,-1 1 0,-22-3 0,28 4-20,-100-6-975,54 10-1504,1 8-4909,35-5 1626</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1.170"/>
    </inkml:context>
    <inkml:brush xml:id="br0">
      <inkml:brushProperty name="width" value="0.035" units="cm"/>
      <inkml:brushProperty name="height" value="0.035" units="cm"/>
    </inkml:brush>
  </inkml:definitions>
  <inkml:trace contextRef="#ctx0" brushRef="#br0">256 0 4872,'0'0'8835,"-2"1"-7709,-11 3-458,1 0-1,0 1 0,0 1 0,1 0 0,-1 0 1,-17 15-1,19-14-492,1 2 1,0-1 0,0 1 0,1 1-1,0 0 1,1 0 0,-8 12-1,2 2 214,1 1 1,-10 28-1,19-45-252,1 0 0,0-1 1,0 2-1,0-1 0,1 0 0,0 0 1,1 0-1,0 0 0,0 1 1,1-1-1,0 0 0,0 0 1,1 0-1,4 11 0,-4-14-19,0 0 0,0 0 0,0-1 0,1 0-1,0 1 1,0-1 0,0 0 0,1 0 0,-1-1 0,1 1-1,0-1 1,0 1 0,0-1 0,1-1 0,-1 1 0,0-1 0,1 1-1,0-1 1,0 0 0,0-1 0,0 1 0,0-1 0,7 1-1,3 0-142,0-1 0,0 0 0,0-1 0,0 0 0,0-1 0,0-1 0,0-1-1,-1 0 1,21-7 0,-34 10-5,-1 0 0,0 0 0,1 0-1,-1 0 1,1-1 0,-1 1 0,0 0 0,1 0-1,-1 0 1,0-1 0,1 1 0,-1 0 0,0 0 0,1-1-1,-1 1 1,0 0 0,1-1 0,-1 1 0,0 0 0,0-1-1,1 1 1,-1-1 0,0 1 0,0 0 0,0-1-1,0 1 1,0-1 0,0 1 0,1 0 0,-1-1 0,0 1-1,0-1 1,0 1 0,0-1 0,-1 1 0,1 0-1,0-1 1,-1-1-83,0 1 0,1 0 0,-1-1-1,-1 1 1,1 0 0,0 0 0,0 0 0,0 0-1,0 0 1,-1 0 0,-1 0 0,-4-3-400,0 0 0,-1 0 0,0 1 0,-9-2 0,-169-23-10371,164 25 8779,-12 0-3565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1.623"/>
    </inkml:context>
    <inkml:brush xml:id="br0">
      <inkml:brushProperty name="width" value="0.035" units="cm"/>
      <inkml:brushProperty name="height" value="0.035" units="cm"/>
    </inkml:brush>
  </inkml:definitions>
  <inkml:trace contextRef="#ctx0" brushRef="#br0">321 1 8205,'-13'0'710,"1"-1"1862,19 6-16,-6-5-2556,9 7 1850,-15 8 427,-116 260 1219,120-272-3472,-41 105 812,5 2-1,4 2 1,-24 163 0,48-202-613,3 0 1,4 1-1,3 0 1,3-1-1,3 1 1,3-1-1,4-1 1,2 0-1,4-1 1,3-1-1,3-1 0,52 100 1,-57-130-414,2-1 0,1-1 0,51 58 0,-63-81-200,1-1 0,1 0 0,0-1 0,1-1 0,0 0 0,1 0 0,0-2 0,0 0 0,1-1 0,0-1 0,28 8-1,-5-5-2751,1-2-1,58 4 0,1-15-6942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2.205"/>
    </inkml:context>
    <inkml:brush xml:id="br0">
      <inkml:brushProperty name="width" value="0.035" units="cm"/>
      <inkml:brushProperty name="height" value="0.035" units="cm"/>
    </inkml:brush>
  </inkml:definitions>
  <inkml:trace contextRef="#ctx0" brushRef="#br0">1 0 10173,'29'0'9402,"-27"1"-8354,1 1-740,1 0-1,0 0 1,0 1 0,-1 0-1,1-1 1,-1 1-1,0 0 1,0 0-1,0 1 1,0-1 0,-1 1-1,1-1 1,-1 1-1,4 8 1,24 49 912,-2 2 0,-3 1 0,18 68 0,33 205 845,-54-200-1845,-6 1 1,-6 1 0,-11 197-1,-12-156-1274,-9-1 0,-50 204 0,51-299-1251,-33 84-1,34-120-2858,-33 61-1,12-38-6813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3.307"/>
    </inkml:context>
    <inkml:brush xml:id="br0">
      <inkml:brushProperty name="width" value="0.035" units="cm"/>
      <inkml:brushProperty name="height" value="0.035" units="cm"/>
    </inkml:brush>
  </inkml:definitions>
  <inkml:trace contextRef="#ctx0" brushRef="#br0">41 14 6329,'-6'7'8304,"10"-7"-4080,23-9-2286,2-1 1281,-15 9-2521,-1 0 0,0 1 0,1 0 0,-1 1 0,16 3 0,-25 0-1026,-1 0 200,-2-2 18,1 0 0,-1 1 1,0-1-1,1 0 1,-1 0-1,0 1 1,0-1-1,-1 1 1,1-1-1,0 1 1,-1-1-1,0 1 1,1-1-1,-1 1 1,0-1-1,0 1 1,-1 0-1,1-1 1,0 1-1,-2 4 1,-33 116-4770,19-59 4393,15-62 887,0 1-1,0-1 1,1 1-1,-1 0 0,1-1 1,0 1-1,0 0 1,0-1-1,0 1 1,0 0-1,0-1 1,1 1-1,-1 0 0,2 2 1,-1-4-31,0 1 1,0-1 0,0 1-1,0-1 1,0 0 0,0 0-1,0 1 1,0-1-1,1 0 1,-1 0 0,2 1-1,14 6-229,-13-7-37,2 2 270,0-1-1,1-1 0,-1 1 0,9 0 1,7 2-254,-4-1-120,-1 4 0,-16-7-1,0 1 0,0 0 1,0 0-1,0 1 0,0-1 0,0 0 0,-1 0 0,1 0 1,0 1-1,-1-1 0,1 0 0,0 1 0,-1-1 0,0 0 1,1 1-1,-1-1 0,0 0 0,0 1 0,0-1 1,0 1-1,0-1 0,0 1 0,0-1 0,0 0 0,0 1 1,-1-1-1,1 1 0,-1-1 0,1 0 0,-2 3 1,-1 2-103,0 0 1,-1 1-1,0-1 1,-7 8 0,10-13 53,-7 8-753,0 0-1,-1 0 1,0-1 0,0 0 0,-1-1-1,0 0 1,0 0 0,-1-1-1,0-1 1,0 0 0,0 0 0,0-1-1,-1 0 1,0-1 0,-17 2-1,-19 5-5550,7-4-3654</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3.573"/>
    </inkml:context>
    <inkml:brush xml:id="br0">
      <inkml:brushProperty name="width" value="0.035" units="cm"/>
      <inkml:brushProperty name="height" value="0.035" units="cm"/>
    </inkml:brush>
  </inkml:definitions>
  <inkml:trace contextRef="#ctx0" brushRef="#br0">4 156 14477,'-3'1'2710,"11"-3"-522,33-5 1092,30-5 897,179-12 765,-141 16-3949,-22 2-993,127-13 0,-201 17 0,0 0 0,0-1 0,14-5 0,-27 8-16,0 0 0,1 0 0,-1 0 0,0-1 0,1 1-1,-1 0 1,1 0 0,-1 0 0,0 0 0,1-1 0,-1 1 0,0 0 0,0 0 0,1 0 0,-1-1-1,0 1 1,1 0 0,-1-1 0,0 1 0,0 0 0,1 0 0,-1-1 0,0 1 0,0 0 0,0-1-1,0 1 1,0-1 0,1 1 0,-1 0 0,0-1 0,0 1 0,0 0 0,0-1 0,0 0 0,-1-1-209,1 0 0,-1-1 0,0 1 1,0 0-1,0 0 0,0 0 0,0 0 1,-1 0-1,1 0 0,-1 0 0,1 0 1,-1 1-1,0-1 0,1 0 0,-1 1 1,0 0-1,0-1 0,0 1 0,0 0 1,-4-2-1,0 1-1122,0 0 1,0 0-1,0 0 0,0 1 1,0 0-1,0 0 1,-12 0-1,-29-1-12380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3.986"/>
    </inkml:context>
    <inkml:brush xml:id="br0">
      <inkml:brushProperty name="width" value="0.035" units="cm"/>
      <inkml:brushProperty name="height" value="0.035" units="cm"/>
    </inkml:brush>
  </inkml:definitions>
  <inkml:trace contextRef="#ctx0" brushRef="#br0">1 35 10841,'17'-17'9614,"-14"18"-7444,7 3-1627,0-1 0,-1 0-1,1-1 1,0 0 0,1-1-1,9 1 1,68-4 4378,-30 0-3499,20 2-2181,-76 0 402,-1-1 1,0 1-1,0-1 1,0 0 0,0 0-1,0 1 1,0-1-1,0 0 1,-1 0-1,1 0 1,0 0 0,0 0-1,-1 0 1,1 0-1,0 0 1,-1 0-1,1-1 1,0-1 0,-11-4-7667,-2 2-6206</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4.416"/>
    </inkml:context>
    <inkml:brush xml:id="br0">
      <inkml:brushProperty name="width" value="0.035" units="cm"/>
      <inkml:brushProperty name="height" value="0.035" units="cm"/>
    </inkml:brush>
  </inkml:definitions>
  <inkml:trace contextRef="#ctx0" brushRef="#br0">29 15 11317,'0'-1'74,"0"1"1,-1 0-1,1 0 1,0 0-1,-1 0 1,1-1-1,0 1 1,0 0-1,-1 0 1,1 0-1,0-1 0,0 1 1,-1 0-1,1 0 1,0-1-1,0 1 1,0 0-1,0-1 1,-1 1-1,1 0 0,0 0 1,0-1-1,0 1 1,0 0-1,0-1 1,0 1-1,0 0 1,0-1-1,0 1 0,0 0 1,0-1-1,0 1 1,0 0-1,0-1 1,0 1-1,0 0 1,0-1-1,1 1 0,-1 0 1,0 0-1,0-1 1,0 1-1,0 0 1,4-3 4474,-5 6-4241,-1 2-216,-4 9 181,1 1 0,-7 28 0,11-38-197,0 0-1,1-1 1,0 1-1,0 0 1,0 0-1,0-1 1,1 1-1,-1 0 1,1-1-1,1 1 0,-1 0 1,1-1-1,-1 0 1,4 6-1,0-2 266,1 0 1,0-1-1,0 0 0,0 0 0,1 0 0,0-1 0,0 0 0,1-1 1,8 6-1,13 5 1047,37 16 0,-21-11-600,47 18 646,-91-37-1463,1 0-1,0 0 0,-1 0 1,1 0-1,-1 0 0,0 1 1,0-1-1,0 0 0,0 1 0,0-1 1,0 0-1,0 6 0,-1-6-119,0 0-1,0 1 1,0-1 0,-1 1-1,1-1 1,-1 0-1,0 1 1,0-1-1,1 0 1,-1 0-1,-1 0 1,1 0 0,0 0-1,-1 0 1,1 0-1,-1 0 1,1 0-1,-1 0 1,0-1-1,0 1 1,1-1 0,-5 3-1,-4 2-1190,-1-1 0,1 1 0,-16 4 0,22-9 834,-38 15-6115,1-3-3988</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4.774"/>
    </inkml:context>
    <inkml:brush xml:id="br0">
      <inkml:brushProperty name="width" value="0.035" units="cm"/>
      <inkml:brushProperty name="height" value="0.035" units="cm"/>
    </inkml:brush>
  </inkml:definitions>
  <inkml:trace contextRef="#ctx0" brushRef="#br0">514 1 12189,'-10'7'672,"-1"-1"-1,-15 9 1,18-12-309,1 1 1,0 0-1,0 0 1,0 0 0,1 1-1,-1 0 1,-8 11-1,0 3 243,2 0-1,1 2 0,-14 28 1,6-9-141,-44 86 1069,-87 244 0,124-284-927,5 2-1,-19 148 0,34-165-291,3 1 0,4 0 0,15 132 0,-4-143-287,2-1 1,2 0 0,30 72-1,-26-86-262,2-1-1,2 0 1,2-2-1,43 58 1,-51-80-148,0-1 0,1-1 0,1 0 0,1-2 0,1 0 0,1-1 0,23 13 1,-25-18-1344,1-1 1,0 0-1,1-2 0,42 11 1,25-5-8702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5.246"/>
    </inkml:context>
    <inkml:brush xml:id="br0">
      <inkml:brushProperty name="width" value="0.035" units="cm"/>
      <inkml:brushProperty name="height" value="0.035" units="cm"/>
    </inkml:brush>
  </inkml:definitions>
  <inkml:trace contextRef="#ctx0" brushRef="#br0">0 5 13625,'17'-4'2677,"-15"17"-103,-2-5-2489,2 16 1015,1 0 0,1-1 0,1 1 0,1-1 0,18 43 0,0 0 49,74 337 2379,-39 9-2104,-48-296-1425,-6 1 0,-13 177 0,-43 51-3182,38-290 814,-37 100 1,-13-22-6288,8-37-3443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6.039"/>
    </inkml:context>
    <inkml:brush xml:id="br0">
      <inkml:brushProperty name="width" value="0.035" units="cm"/>
      <inkml:brushProperty name="height" value="0.035" units="cm"/>
    </inkml:brush>
  </inkml:definitions>
  <inkml:trace contextRef="#ctx0" brushRef="#br0">308 6 5841,'11'-5'9969,"-30"26"-9356,19-21-596,-1 1 1,0 0-1,0-1 1,1 1-1,-1-1 1,0 0-1,0 1 1,0-1-1,0 0 1,0 1 0,0-1-1,0 0 1,0 0-1,0 0 1,0 0-1,0 0 1,-1 0-1,-2 0 14,-160 28 518,148-24-840,0 0 1,-19 7-1,19-5-394,13-5-179,-12-7-5818,1-2 1451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7.174"/>
    </inkml:context>
    <inkml:brush xml:id="br0">
      <inkml:brushProperty name="width" value="0.035" units="cm"/>
      <inkml:brushProperty name="height" value="0.035" units="cm"/>
    </inkml:brush>
  </inkml:definitions>
  <inkml:trace contextRef="#ctx0" brushRef="#br0">199 20 4104,'0'0'16493,"10"-19"-15203,-20 25-1259,0 0 0,1 0 0,0 1 0,0 0 0,1 1 0,-14 16 0,0 4-4,-18 29 1,30-41 10,1 1 0,1-1-1,0 1 1,1 1 0,1-1 0,0 1 0,2 1 0,0-1 0,-2 36 0,5-45 3,1 0 1,0 0-1,0 0 1,1 1-1,1-1 1,-1 0-1,2 0 0,-1-1 1,1 1-1,0 0 1,1-1-1,0 0 1,0 0-1,1 0 1,0 0-1,0-1 1,1 0-1,0 0 1,0 0-1,1-1 1,0 0-1,9 7 0,-2-4-15,1-1 0,0-1-1,0 0 1,0-1 0,1 0-1,0-1 1,0-1 0,1-1-1,-1 0 1,1-1-1,-1-1 1,1-1 0,-1 0-1,1-1 1,19-3 0,-35 4-46,-1 0 0,1 0 0,-1 0 0,1 0 0,0 0 0,-1 0 1,1 0-1,-1 0 0,1-1 0,-1 1 0,1 0 0,-1 0 0,1 0 1,-1-1-1,1 1 0,-1 0 0,1 0 0,-1-1 0,1 1 1,-1 0-1,1-1 0,-1 1 0,0-1 0,1 1 0,-1 0 0,0-1 1,1 1-1,-1-1 0,0 1 0,0-1 0,1 1 0,-1-1 1,0 1-1,0-1 0,0 0 0,0 1 0,0-1 0,0 1 0,0-1 1,0 1-1,0-1 0,0 0 0,1-5-73,-2 5 29,1 0 0,0 0 0,0 0-1,-1-1 1,1 1 0,0 0 0,-1 0-1,1 0 1,-1 0 0,1 0 0,-1 0 0,0 0-1,0 0 1,1 0 0,-1 0 0,0 0-1,0 0 1,0 0 0,0 1 0,0-1-1,0 0 1,0 1 0,0-1 0,0 0-1,0 1 1,-1 0 0,1-1 0,-2 1-1,-40-11-1241,32 10 879,-18-4-1934,0 2 1,-50 1-1,61 2 435,-29 0-5441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7.599"/>
    </inkml:context>
    <inkml:brush xml:id="br0">
      <inkml:brushProperty name="width" value="0.035" units="cm"/>
      <inkml:brushProperty name="height" value="0.035" units="cm"/>
    </inkml:brush>
  </inkml:definitions>
  <inkml:trace contextRef="#ctx0" brushRef="#br0">814 10 9485,'-8'-2'425,"0"-1"0,-1 2 0,1-1 0,-1 1 0,0 1 0,1-1 0,-1 1 1,0 1-1,1 0 0,-1 0 0,1 1 0,-1 0 0,1 0 0,-1 1 0,1 0 0,0 0 0,-14 9 0,1 1-14,1 1 0,0 0 0,1 2 0,1 0 0,-20 23 0,-3 7 327,-55 84 0,-22 61 376,76-118-654,4 2 0,3 2-1,3 1 1,4 2 0,4 0 0,-16 90-1,32-120-336,3 1 0,2-1-1,2 1 1,2-1 0,3 1 0,13 69-1,-10-83-286,3 0-1,1-1 1,1 0-1,2-1 1,2-1 0,1 0-1,1-1 1,2 0-1,27 32 1,-30-46-412,0 0-1,2-1 1,0-1-1,1 0 1,1-2-1,31 18 1,-34-23-801,0-1 0,1-1 1,0-1-1,0 0 0,21 3 0,-12-5-3295,30 0-1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8.090"/>
    </inkml:context>
    <inkml:brush xml:id="br0">
      <inkml:brushProperty name="width" value="0.035" units="cm"/>
      <inkml:brushProperty name="height" value="0.035" units="cm"/>
    </inkml:brush>
  </inkml:definitions>
  <inkml:trace contextRef="#ctx0" brushRef="#br0">0 149 6369,'2'-3'441,"0"-1"1,0 1-1,0 0 1,0 0 0,1 0-1,-1 0 1,1 1 0,0-1-1,0 1 1,0 0-1,0-1 1,0 1 0,0 1-1,5-3 1,9-7 1731,37-15 2163,-37 15-2913,1 2 0,0 0-1,1 0 1,26-7 0,34 2 1376,-77 13-2756,0 1 0,-1 0 0,1-1-1,0 1 1,0 0 0,-1 0 0,1 0-1,0 0 1,-1 0 0,1 1-1,0-1 1,0 0 0,-1 1 0,1-1-1,0 1 1,1 1 0,-2-2-33,0 1 1,0 0 0,-1 0-1,1-1 1,0 1-1,-1 0 1,1 0 0,-1 0-1,1 0 1,-1 0-1,1 0 1,-1 0 0,0 0-1,1 0 1,-1 0-1,0 0 1,0 0 0,0 0-1,0 2 1,0 3-42,-1 1-1,0-1 1,0 0 0,-1 0 0,0 1 0,-4 9-1,-125 248-4982,85-178 3681,-1 3 1247,47-88 144,0-1-1,0 1 1,0-1 0,0 1-1,0-1 1,0 1-1,0 0 1,0-1 0,0 1-1,0-1 1,0 1-1,0-1 1,0 1 0,1 0-1,-1-1 1,0 1 0,0-1-1,1 1 1,-1-1-1,0 1 1,1-1 0,-1 1-1,0-1 1,1 0-1,0 1 1,1 1 220,-1 0-178,0-1 0,0 0 0,0 1 0,0-1 0,0 0 0,1 0 0,-1 0 0,0 0 0,1 0 0,-1 0-1,1 0 1,0 0 0,-1-1 0,1 1 0,-1-1 0,1 1 0,0-1 0,0 0 0,-1 1 0,1-1 0,2 0 0,47-1 1506,-34 0-1208,141-22 1866,-59 6-1442,-36 7-822,52-6 0,-110 16-471,0-1 0,-1 0 1,1 0-1,0 0 0,6-3 0,-10 4 347,-1 0 0,1-1 0,-1 1 0,0 0 0,1 0 0,-1-1 0,1 1 0,-1 0 0,0 0 0,1-1 0,-1 1 0,1 0 0,-1-1 0,0 1 0,0-1 1,1 1-1,-1 0 0,0-1 0,0 1 0,1-1 0,-1 0 0,0 1 3,0-1 1,-1 0-1,1 1 1,0-1-1,-1 1 1,1-1 0,0 1-1,-1 0 1,1-1-1,0 1 1,-1-1-1,1 1 1,-1 0 0,1-1-1,-1 1 1,1 0-1,-1-1 1,1 1-1,-1 0 1,1 0-1,-1-1 1,1 1 0,-2 0-1,-18-6-7830,-14 0-5438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8.388"/>
    </inkml:context>
    <inkml:brush xml:id="br0">
      <inkml:brushProperty name="width" value="0.035" units="cm"/>
      <inkml:brushProperty name="height" value="0.035" units="cm"/>
    </inkml:brush>
  </inkml:definitions>
  <inkml:trace contextRef="#ctx0" brushRef="#br0">0 38 10897,'0'0'2725,"3"1"223,4 1-1425,1-1 0,-1 1 0,13 0 0,50-3 3007,-14 0-2149,213 11-679,152 2-210,-293-9-1492,-127-3-4,1 0 1,-1 0-1,0 0 1,0 0-1,0 0 1,0 0-1,0 0 1,0-1-1,0 1 0,0 0 1,0-1-1,0 1 1,0 0-1,0-1 1,0 0-1,1 0 1,-2 0-16,1 1 1,-1-1-1,0 1 1,1-1-1,-1 1 1,0-1-1,0 0 1,0 1-1,1-1 1,-1 1-1,0-1 1,0 1-1,0-1 1,0 0-1,0 1 1,0-1-1,0 1 1,0-1 0,0 1-1,-1-1 1,1 0-1,0 0 1,-1-1-226,-1-1 1,1 1 0,0 0 0,-1 0-1,1 0 1,-1 0 0,0 0 0,0 0-1,1 0 1,-1 1 0,0-1-1,-1 0 1,-3-1 0,-29-7-9103,-9-1-7200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8.754"/>
    </inkml:context>
    <inkml:brush xml:id="br0">
      <inkml:brushProperty name="width" value="0.035" units="cm"/>
      <inkml:brushProperty name="height" value="0.035" units="cm"/>
    </inkml:brush>
  </inkml:definitions>
  <inkml:trace contextRef="#ctx0" brushRef="#br0">0 50 10997,'11'-1'798,"0"0"284,-1 0 3220,-9 1-4149,-1 0-1,1 0 1,-1-1 0,1 1-1,-1 0 1,1 0 0,-1-1 0,1 1-1,-1 0 1,1-1 0,-1 1-1,1-1 1,-1 1 0,1-1 0,-1 1-1,0-1 1,1 1 0,-1-1-1,1 0 1,7-8 1480,-1 6 3156,52-1-2077,-27 0-1012,59 1 0,-59 5-2296,-29-1-1054,-3-3-626,8-15-1760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9.052"/>
    </inkml:context>
    <inkml:brush xml:id="br0">
      <inkml:brushProperty name="width" value="0.035" units="cm"/>
      <inkml:brushProperty name="height" value="0.035" units="cm"/>
    </inkml:brush>
  </inkml:definitions>
  <inkml:trace contextRef="#ctx0" brushRef="#br0">177 15 7609,'0'0'56,"0"-1"1,0 0-1,0 1 1,0-1-1,0 1 1,0-1-1,-1 0 0,1 1 1,0-1-1,0 1 1,0-1-1,-1 1 1,1-1-1,0 1 1,-1-1-1,1 1 1,0-1-1,-1 1 1,1-1-1,-1 1 1,1 0-1,-1-1 0,1 1 1,-1 0-1,1-1 1,-1 1-1,1 0 1,-1 0-1,1-1 1,-1 1-1,1 0 1,-2 0-1,-21 6 415,21-6-596,-44 28-216,35-22 993,0 1 1,0 0-1,0 1 1,-16 15-1,26-22 544,-13 11 1361,13-12-2436,1 1 0,-1-1 0,0 1 1,1 0-1,-1-1 0,1 1 0,-1-1 1,1 1-1,0 0 0,-1-1 1,1 1-1,0 0 0,-1 0 0,1-1 1,0 1-1,0 0 0,0 0 1,-1-1-1,1 1 0,0 0 0,0 0 1,0-1-1,0 1 0,1 1 0,12 17 2711,-11-16-2779,9 7 689,0-1 1,1 0-1,0 0 0,1-1 1,-1-1-1,2 0 0,24 9 1,22 13 837,-52-25-1385,-1 0 0,1 1-1,-1 0 1,0 1 0,-1-1-1,1 1 1,-1 1 0,0-1 0,-1 1-1,9 13 1,-11-15-262,-1 0 1,0 0-1,0 1 1,0-1-1,-1 0 1,0 1-1,0-1 0,0 1 1,0 0-1,-1-1 1,0 1-1,0-1 1,-1 1-1,1 0 1,-1-1-1,-1 1 0,-2 9 1,1-7-412,0-1 1,-1 0-1,1 0 0,-2 0 1,1-1-1,0 0 0,-1 1 1,0-1-1,-10 8 0,2-4-2226,0 0 0,0 0 0,-22 10-1,-9 2-9588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9.399"/>
    </inkml:context>
    <inkml:brush xml:id="br0">
      <inkml:brushProperty name="width" value="0.035" units="cm"/>
      <inkml:brushProperty name="height" value="0.035" units="cm"/>
    </inkml:brush>
  </inkml:definitions>
  <inkml:trace contextRef="#ctx0" brushRef="#br0">187 26 17434,'-1'0'121,"1"-1"1,0 0-1,-1 0 1,1 1-1,0-1 1,-1 0-1,1 0 1,0 0-1,0 0 1,0 1-1,-1-1 1,1 0-1,0 0 1,0 0-1,0 0 1,0 0-1,1 1 1,-1-1-1,0 0 1,0 0-1,1 0 1,-1 0-1,0 1 1,1-1-1,-1 0 1,0 0-1,1 1 1,-1-1-1,1 0 1,0 0-1,1 1 84,-1 0 0,1-1 0,0 2 0,-1-1 0,1 0 0,0 0-1,-1 0 1,1 1 0,-1-1 0,1 1 0,0-1 0,-1 1 0,1 0 0,-1-1-1,0 1 1,1 0 0,-1 0 0,2 1 0,10 8 422,-1 0 0,0 0 1,-1 1-1,0 1 0,-1 0 0,0 0 0,0 1 1,-2 0-1,9 16 0,1 6-177,-2 2 0,18 55 1,-16-30-439,-3 1 1,-3 0 0,-2 1 0,2 94 0,-12-65-17,-4 0-1,-25 140 1,-123 436-1198,132-605-714,-2 0 1,-3-2-1,-2-1 0,-45 71 1,8-30-5340,10-15-4493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19.805"/>
    </inkml:context>
    <inkml:brush xml:id="br0">
      <inkml:brushProperty name="width" value="0.035" units="cm"/>
      <inkml:brushProperty name="height" value="0.035" units="cm"/>
    </inkml:brush>
  </inkml:definitions>
  <inkml:trace contextRef="#ctx0" brushRef="#br0">292 17 12397,'5'-17'1999,"-7"29"144,0 1-1073,1-9 818,-10 2-738,-4 7-873,0 0 1,1 1 0,-23 31 0,0-1-46,9-10-87,1 2 0,-33 61 0,32-51 19,25-41-106,0 1 0,1-1-1,0 1 1,0 0-1,0-1 1,0 1 0,1 0-1,0 0 1,0 0-1,1 0 1,0 6 0,0-8 83,0 0 1,0 0-1,1 0 1,0 0-1,-1 0 0,2-1 1,-1 1-1,0 0 1,1-1-1,-1 1 1,1-1-1,0 1 1,0-1-1,1 0 1,-1 0-1,0 0 1,5 3-1,1 0 67,0-1 0,1-1 0,-1 0 1,1 0-1,0-1 0,0 0 0,1 0 0,-1-1 0,0 0 0,14 0 1,31 3 429,0-3 0,-1-2 0,75-10 1,-65 5-865,-59 5 67,1 0-1,0-1 1,-1 0 0,1 1-1,0-2 1,-1 1 0,1 0-1,-1-1 1,0 0 0,1 0-1,-1-1 1,6-3 0,-8 4-303,0-1 1,1 1 0,-1 0 0,-1-1 0,1 1-1,0-1 1,2-5 0,-2 3-1562,1-1 0,-2 1-1,1-1 1,1-9 0,0-2-9560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20.120"/>
    </inkml:context>
    <inkml:brush xml:id="br0">
      <inkml:brushProperty name="width" value="0.035" units="cm"/>
      <inkml:brushProperty name="height" value="0.035" units="cm"/>
    </inkml:brush>
  </inkml:definitions>
  <inkml:trace contextRef="#ctx0" brushRef="#br0">184 0 14125,'0'0'3817,"-11"20"-2113,-4 21-244,4-1-204,-1 15-300,1 8-188,-6 12-128,-6 5-172,8 3-428,4 4-408,-4-10-352,-2-2-816,6-6-828,2-11-3645,3-9-5244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21.003"/>
    </inkml:context>
    <inkml:brush xml:id="br0">
      <inkml:brushProperty name="width" value="0.035" units="cm"/>
      <inkml:brushProperty name="height" value="0.035" units="cm"/>
    </inkml:brush>
  </inkml:definitions>
  <inkml:trace contextRef="#ctx0" brushRef="#br0">14 78 9661,'0'0'3396,"-2"-1"-1983,1-1-2018,-5-2 720,2-2 5060,10 1 539,5 2-4639,151-23 2336,169-4 1,-189 29-3411,-92 1-19,-18 3-3103,-30 0 43,-14 0-250,-7-1-4207,-6-4-5169</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21.394"/>
    </inkml:context>
    <inkml:brush xml:id="br0">
      <inkml:brushProperty name="width" value="0.035" units="cm"/>
      <inkml:brushProperty name="height" value="0.035" units="cm"/>
    </inkml:brush>
  </inkml:definitions>
  <inkml:trace contextRef="#ctx0" brushRef="#br0">1 10 11953,'0'1'194,"0"-1"1,1 1-1,-1-1 0,0 0 0,0 1 1,1-1-1,-1 1 0,0-1 1,1 0-1,-1 1 0,1-1 0,-1 0 1,0 0-1,1 1 0,-1-1 1,1 0-1,-1 0 0,1 0 0,-1 0 1,0 1-1,1-1 0,-1 0 0,1 0 1,-1 0-1,1 0 0,-1 0 1,1 0-1,-1 0 0,1 0 0,-1 0 1,1-1-1,11-9 5946,-7 5-7121,-5 5 1060,1-1-1,0 1 1,0 0-1,-1 0 0,1 0 1,0 0-1,-1 0 1,1 0-1,0 0 0,0 0 1,-1 0-1,1 1 0,0-1 1,-1 0-1,1 0 1,0 1-1,-1-1 0,1 0 1,1 1-1,-1 0 148,11 3-4,-1 0-1,0 1 1,-1 0 0,1 1-1,-1 0 1,0 0 0,-1 1 0,1 1-1,-1 0 1,-1 0 0,1 0-1,-2 1 1,11 15 0,-8-10-161,-1 1-1,0 0 1,-1 1 0,-1-1 0,0 2 0,-2-1-1,0 1 1,5 27 0,-6-16-359,-1 0-1,-2 0 1,-1 1 0,-1-1-1,-7 41 1,4-51-569,0 1 1,-1-1-1,-1 0 1,0 0-1,-2 0 1,0-1-1,-1 0 1,-1-1 0,-12 17-1,-8 4-5052,3-2-3497</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39.222"/>
    </inkml:context>
    <inkml:brush xml:id="br0">
      <inkml:brushProperty name="width" value="0.035" units="cm"/>
      <inkml:brushProperty name="height" value="0.035" units="cm"/>
    </inkml:brush>
  </inkml:definitions>
  <inkml:trace contextRef="#ctx0" brushRef="#br0">9 3 9969,'14'-3'13066,"-14"4"-12958,0-1 0,0 1 0,-1 0 1,1-1-1,0 1 0,0-1 0,-1 1 0,1-1 0,-1 1 1,1-1-1,0 1 0,-1-1 0,1 1 0,-1-1 1,1 1-1,-1-1 0,1 0 0,-1 1 0,1-1 0,-2 1 1,1-1-37,0 0 1,0 1 0,1-1 0,-1 1-1,0-1 1,0 1 0,1-1 0,-1 1-1,0 0 1,1-1 0,-1 1-1,1 0 1,-1 0 0,1-1 0,-1 1-1,1 0 1,-1 0 0,1 0 0,0-1-1,-1 1 1,1 0 0,0 0 0,0 0-1,0 0 1,0 0 0,0 1-1,3 47 1350,-1-19-769,1 1 0,8 38 0,-9-55-716,0 0 1,-1 1-1,-1-1 1,0 1-1,-4 21 0,4-36 54,0 2-275,-1 1 0,1 0 1,1-1-1,-1 1 0,0-1 0,1 1 0,-1-1 1,1 1-1,0-1 0,1 5 0,0-3-461,-1-1-1488</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39.709"/>
    </inkml:context>
    <inkml:brush xml:id="br0">
      <inkml:brushProperty name="width" value="0.035" units="cm"/>
      <inkml:brushProperty name="height" value="0.035" units="cm"/>
    </inkml:brush>
  </inkml:definitions>
  <inkml:trace contextRef="#ctx0" brushRef="#br0">228 143 8117,'0'0'9745,"-3"0"-9358,-34 3 1079,22 20 274,10-5-884,0-2-291,4-13 799,22 19 1030,-17-19-2200,1 0-1,0-1 1,0 0-1,0 0 1,0 0-1,0-1 1,1 1-1,-1-1 1,0-1-1,10 1 1,3-1 330,34-4 0,-13-1 48,-32 5-469,0-1 0,1 0 0,-1 0 1,9-3-1,-15 4-130,0-1-1,0 1 1,1 0 0,-1-1 0,0 1-1,0-1 1,0 1 0,0-1-1,0 0 1,0 1 0,0-1 0,0 0-1,-1 0 1,1 0 0,0 0 0,0 1-1,-1-1 1,1 0 0,0 0-1,-1-1 1,1 1 0,-1 0 0,1 0-1,-1 0 1,0 0 0,1 0 0,-1 0-1,0-1 1,0 1 0,0-2-1,0-2-178,-1 0 0,1 0-1,-1 0 1,-1 0-1,1 0 1,-1 0 0,0 0-1,0 0 1,0 0-1,0 1 1,-4-6 0,0 3-126,0 1 1,-1-1-1,0 1 1,0 0 0,-11-7-1,-2-1-368,-1 1-1,-1 1 1,1 1-1,-42-14 1,49 20 164,1 2 0,-1-1 1,0 2-1,-1 0 1,1 1-1,0 0 0,0 1 1,-1 0-1,-20 5 1,32-5-64,0 1 0,1-1 1,-1 1-1,0 0 1,1 0-1,-1 0 1,0 1-1,1-1 1,-1 1-1,-2 2 1,-5 7-6564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0.165"/>
    </inkml:context>
    <inkml:brush xml:id="br0">
      <inkml:brushProperty name="width" value="0.035" units="cm"/>
      <inkml:brushProperty name="height" value="0.035" units="cm"/>
    </inkml:brush>
  </inkml:definitions>
  <inkml:trace contextRef="#ctx0" brushRef="#br0">279 18 11049,'0'0'1752,"-2"0"-279,-2-1-1217,0 1 0,0 0 0,0 0-1,0 0 1,0 0 0,0 1 0,0-1 0,0 1 0,1 0 0,-1 0-1,0 1 1,0-1 0,1 1 0,-1 0 0,1 0 0,0 0 0,-5 3-1,3-1-106,1 0-1,-1 1 0,1 0 0,0 0 0,0 0 0,1 0 0,-1 0 0,1 1 0,0-1 0,-3 11 1,4-13-80,1-1 0,0 1 0,1 0 0,-1 0 0,0 0 0,1 0 0,0 0 0,-1 0 0,1 0 0,0 0 0,1 0 0,-1-1 0,0 1 0,1 0 0,0 0 0,0 0 0,0 0 0,2 5 0,-1-5 10,0 0 0,1-1 0,-1 1 0,1 0-1,0-1 1,-1 1 0,1-1 0,0 0 0,1 0 0,-1 0-1,0-1 1,0 1 0,4 1 0,9 1 177,-1 0-1,1 0 1,0-2-1,0 0 1,21 0 0,3-2 653,-1-3 1,58-10-1,-72 10-561,-22 2-319,1 0-1,-1 0 1,1-1 0,-1 1-1,1-1 1,-1 1 0,0-1-1,0 0 1,5-4 0,-7 1-545,-3 1 389,0 0-1,0 0 0,0 0 1,-1 0-1,1 1 1,-1-1-1,0 1 1,0 0-1,0 0 0,0 0 1,-1 0-1,-4-3 1,-1 1-161,-1 0 0,0 0 0,-1 1 0,-13-3 1,-29-7-1747,-95-10 0,17 3-2258,45-1-1764,49 8-752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0.450"/>
    </inkml:context>
    <inkml:brush xml:id="br0">
      <inkml:brushProperty name="width" value="0.035" units="cm"/>
      <inkml:brushProperty name="height" value="0.035" units="cm"/>
    </inkml:brush>
  </inkml:definitions>
  <inkml:trace contextRef="#ctx0" brushRef="#br0">367 1 12925,'-29'21'1109,"-31"25"2089,45-31-2266,1 1 0,0 0 0,1 1 0,1 0 0,0 1 0,-13 28 0,2 5 326,-21 65 0,18-35-511,4 1 0,3 1 0,4 1 0,-6 115 0,19-127-484,3 0 0,3-1 0,3 1 0,3-1-1,31 108 1,-21-111-286,51 117 0,-59-159-303,1-2-1,1 1 0,2-2 0,0 0 0,1 0 0,1-2 0,32 29 0,-28-32-1022,1-1-1,0 0 0,48 23 0,-50-30-1438,0-1-1,42 11 1,34-3-9387</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0.765"/>
    </inkml:context>
    <inkml:brush xml:id="br0">
      <inkml:brushProperty name="width" value="0.035" units="cm"/>
      <inkml:brushProperty name="height" value="0.035" units="cm"/>
    </inkml:brush>
  </inkml:definitions>
  <inkml:trace contextRef="#ctx0" brushRef="#br0">31 11 14813,'-9'-3'237,"-11"-3"2212,18 5-900,13 2-224,-9 0-1134,0 0 0,0 0 0,0 1 1,0-1-1,0 0 0,-1 1 1,1-1-1,0 1 0,-1 0 0,1-1 1,-1 1-1,1 0 0,-1 0 1,0 0-1,0 0 0,0 0 0,0 0 1,0 0-1,0 4 0,8 11 501,15 17 578,-6-9-91,26 49 0,5 28 35,64 194 0,-91-219-759,-3 1 0,-4 1 1,8 110-1,-20-103-639,-4 0 0,-19 146 1,-1-110-681,-45 151 0,-12-62-3895,18-75-1728,37-86 2781,-25 61-8846</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1.366"/>
    </inkml:context>
    <inkml:brush xml:id="br0">
      <inkml:brushProperty name="width" value="0.035" units="cm"/>
      <inkml:brushProperty name="height" value="0.035" units="cm"/>
    </inkml:brush>
  </inkml:definitions>
  <inkml:trace contextRef="#ctx0" brushRef="#br0">6 25 5200,'-5'-13'1263,"5"3"5115,0 10-5780,1 0 0,-1-1 0,1 1-1,0 0 1,-1 0 0,1 0 0,0 0 0,-1-1 0,1 1 0,0 0 0,-1 0 0,1 0 0,0 0 0,-1 0-1,1 1 1,0-1 0,-1 0 0,1 0 0,-1 0 0,2 1 0,10 1 1626,2-1-4005,6 1 2480,0 0-1,0 2 1,0 0 0,32 12 0,-50-15-723,1 0 0,0 0-1,-1 0 1,1 0 0,-1 1 0,0-1 0,1 1-1,-1-1 1,0 1 0,0 0 0,0 0-1,0 0 1,0 0 0,0 0 0,-1 0 0,1 1-1,-1-1 1,2 3 0,-2-1-140,1 0 0,-2-1 0,1 1 0,0 0 1,-1 0-1,1 0 0,-1-1 0,0 1 0,-1 0 0,1 0 0,-2 6 0,-2 4-693,0-1-1,-1 1 1,0-1 0,-2 0-1,-13 22 1,-47 56-4695,36-53 4245,13-10 2795,17-26-209,-1 1-38,-15 21 1602,33-21 248,-8-3-2405,1 0 0,-1-1 0,13-2-1,-14 2-310,0 0 0,1 0-1,-1 1 1,1 0 0,7 1-1,73 6 2350,-66-6-2518,27 2-206,-48-3 0,0 0 0,0 0 0,0 0 0,0 0 0,0 1 0,0-1 0,0 0 0,1 0 0,-1 1 0,0-1 0,0 0 0,0 1 0,0-1 0,-1 1 0,1-1 0,2 2 0,-3 0 3,0-1-1,0 0 1,0 1-1,-1-1 1,1 1 0,0-1-1,0 1 1,-1-1-1,1 0 1,-1 1-1,1-1 1,-1 0 0,0 1-1,1-1 1,-1 0-1,0 0 1,0 0 0,-1 2-1,-20 22-248,15-20-196,0 0-1,-1-1 0,1 0 1,-1 0-1,0 0 0,0-1 1,-1-1-1,1 1 0,-1-1 1,1-1-1,-1 1 0,-17-1 0,11 0-1208,0 1-1,-30 8 1,-5 10-5442,1-2-4691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1.649"/>
    </inkml:context>
    <inkml:brush xml:id="br0">
      <inkml:brushProperty name="width" value="0.035" units="cm"/>
      <inkml:brushProperty name="height" value="0.035" units="cm"/>
    </inkml:brush>
  </inkml:definitions>
  <inkml:trace contextRef="#ctx0" brushRef="#br0">1 104 17994,'13'-6'618,"2"1"1,-1 0-1,1 1 1,-1 1 0,1 0-1,0 1 1,0 0-1,1 2 1,18 0 0,572 38 7968,-593-38-8587,28 3 0,0-3 0,74-8 0,-113 8-124,-1 0-1,0 0 1,1-1-1,-1 1 1,0 0-1,0-1 1,0 1-1,1-1 1,-1 1-1,0-1 1,0 0-1,0 1 1,0-1-1,0 0 1,0 0-1,0 0 1,0 0-1,-1 0 1,1 0-1,0 0 1,0 0-1,-1 0 1,1 0-1,-1 0 1,1-1-1,-1 1 1,1 0-1,-1 0 1,0-1 0,0 1-1,1 0 1,-1 0-1,0-1 1,0 1-1,0 0 1,0-1-1,-1 1 1,1 0-1,-1-2 1,0 0-472,1-1 0,-2 1 1,1 0-1,0 0 0,-1 0 0,1 1 1,-1-1-1,0 0 0,0 0 1,0 1-1,0-1 0,0 1 0,-1 0 1,1 0-1,-1 0 0,0 0 1,-3-2-1,-34-16-13485</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1.976"/>
    </inkml:context>
    <inkml:brush xml:id="br0">
      <inkml:brushProperty name="width" value="0.035" units="cm"/>
      <inkml:brushProperty name="height" value="0.035" units="cm"/>
    </inkml:brush>
  </inkml:definitions>
  <inkml:trace contextRef="#ctx0" brushRef="#br0">0 56 14957,'1'-1'249,"-1"0"1,1 0-1,-1-1 0,1 1 0,-1 0 0,1 0 0,0 0 0,-1-1 0,1 1 1,0 0-1,0 0 0,0 0 0,0 0 0,0 1 0,0-1 0,0 0 0,0 0 1,0 0-1,1 1 0,-1-1 0,0 1 0,0-1 0,1 1 0,-1 0 0,0-1 0,2 1 1,44-10 3073,-35 8-2492,14-2 298,70-11 2334,-84 14-3976,0 0 0,0 1 0,0 1 0,0 0 0,18 4 1,-26-5-1562</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2.274"/>
    </inkml:context>
    <inkml:brush xml:id="br0">
      <inkml:brushProperty name="width" value="0.035" units="cm"/>
      <inkml:brushProperty name="height" value="0.035" units="cm"/>
    </inkml:brush>
  </inkml:definitions>
  <inkml:trace contextRef="#ctx0" brushRef="#br0">167 1 5825,'-19'13'186,"7"-4"-147,0-1-1,-1 0 0,-21 10 1,30-16-162,-1 1 0,1 0 0,-1 0 0,1 0 0,0 0 0,0 1 0,1 0 0,-4 4 0,-14 21 3351,19-27-1432,-4 11 1272,5-12-2907,1-1 0,-1 1 1,0 0-1,1 0 1,-1 0-1,1-1 0,-1 1 1,1 0-1,-1 0 0,1 0 1,0 0-1,-1 0 0,1 0 1,0 0-1,0 0 0,0 0 1,0 0-1,0 0 0,0 0 1,0 0-1,0 2 1,3 5 434,0-1 0,1 1 1,0-1-1,0 0 0,0 0 1,1 0-1,0 0 0,0-1 1,1 0-1,9 8 0,12 9 1506,54 34 0,-57-41-1346,0 1-1,-1 0 1,34 35 0,-55-50-733,0 1-1,-1-1 1,1 1-1,-1-1 1,0 1-1,0 0 1,0-1-1,0 1 1,0 0-1,-1 0 1,1 0-1,-1 0 1,0 0 0,0-1-1,0 1 1,0 0-1,0 0 1,-1 0-1,1 0 1,-1 0-1,-1 3 1,0 1-191,-1 1 1,0-1 0,0 1-1,-1-1 1,0 0-1,-7 10 1,0-3-698,1-2 0,-2 0-1,0 0 1,0-1 0,-18 13 0,17-16-1530,0 0 1,0-1-1,-21 8 1,-15 3-9663</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2.589"/>
    </inkml:context>
    <inkml:brush xml:id="br0">
      <inkml:brushProperty name="width" value="0.035" units="cm"/>
      <inkml:brushProperty name="height" value="0.035" units="cm"/>
    </inkml:brush>
  </inkml:definitions>
  <inkml:trace contextRef="#ctx0" brushRef="#br0">255 1 14793,'-17'18'573,"7"-7"-34,0 0 0,1 1-1,0 0 1,0 0 0,-11 25 0,-13 44 1769,3 1 0,-26 120 0,38-121-1618,4 0 1,4 1-1,3 0 1,5 105-1,6-115-535,3-1 0,3 0 0,3 0-1,4-2 1,30 82 0,-29-103-508,3-1 1,1-1-1,3-2 1,47 67-1,-51-84-932,1-1 1,51 45-1,-55-56-654,2 0 0,0-1 0,0-1 0,41 18 0,27 1-9669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2.905"/>
    </inkml:context>
    <inkml:brush xml:id="br0">
      <inkml:brushProperty name="width" value="0.035" units="cm"/>
      <inkml:brushProperty name="height" value="0.035" units="cm"/>
    </inkml:brush>
  </inkml:definitions>
  <inkml:trace contextRef="#ctx0" brushRef="#br0">153 0 15553,'1'1'495,"1"0"-1,-1 0 0,0 0 0,0 0 0,0 0 1,0 0-1,0 1 0,0-1 0,0 0 0,0 0 1,-1 1-1,1-1 0,0 1 0,-1-1 0,1 3 1,4 27 1340,0 3-417,6 13-297,24 124 1705,17 354-1495,-48-404-1072,-6 0-1,-23 164 0,-54 121-1462,63-356-984,-40 87 1,-2-21-7213,58-115 9260,-43 77-14524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3.378"/>
    </inkml:context>
    <inkml:brush xml:id="br0">
      <inkml:brushProperty name="width" value="0.035" units="cm"/>
      <inkml:brushProperty name="height" value="0.035" units="cm"/>
    </inkml:brush>
  </inkml:definitions>
  <inkml:trace contextRef="#ctx0" brushRef="#br0">10 40 9013,'0'0'8873,"-1"3"-8177,-1 1-551,1-2 10,0 0 1,0-1 0,1 1-1,-1 0 1,0 0-1,1 0 1,-1 0-1,1 0 1,0 0 0,0 0-1,0 0 1,0 0-1,0 0 1,1 3 0,6 29 1653,-5-26-1394,-1 0 1,2 1-1,-1-1 0,1 0 1,0-1-1,0 1 1,6 9-1,-1-6-129,0-1 0,0 0 0,1 0 0,1-1 0,-1 0 0,1 0 0,1-1 0,0-1 0,13 8 0,8 1 535,1-1 1,37 11-1,-60-23-648,0 0-1,0-1 1,1 0 0,-1 0-1,1-1 1,19-1 0,-28 0-155,0 0-40,0-1 1,1 1-1,-1 0 0,0-1 0,0 1 0,0-1 0,0 0 0,0 1 1,0-1-1,0 0 0,0 0 0,0 0 0,0-1 0,-1 1 0,1 0 1,0-1-1,-1 1 0,1-1 0,-1 0 0,0 1 0,1-1 0,-1 0 1,0 0-1,0 0 0,0 0 0,0 0 0,-1 0 0,1 0 0,0 0 1,-1 0-1,1 0 0,-1 0 0,0-5 0,1 0-195,-1-1-1,0 1 1,0-1-1,0 1 1,-1 0-1,-1-1 1,1 1 0,-1 0-1,-3-9 1,-1 4-261,0 0 0,0 0 0,-1 1 0,-1 0 0,0 0 0,0 1 0,-1 0 0,0 0 0,-1 1 0,0 0 0,-1 1 0,-20-13 0,13 10-1044,-1 1 0,-34-12 0,23 12-2898,-36-7 0,46 12-2803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3.757"/>
    </inkml:context>
    <inkml:brush xml:id="br0">
      <inkml:brushProperty name="width" value="0.035" units="cm"/>
      <inkml:brushProperty name="height" value="0.035" units="cm"/>
    </inkml:brush>
  </inkml:definitions>
  <inkml:trace contextRef="#ctx0" brushRef="#br0">965 0 14037,'-19'10'302,"-154"84"3082,139-73-2619,2 3 0,0 1 1,2 1-1,1 1 0,1 2 0,-39 50 0,-1 15 248,4 2 0,4 4-1,-47 107 1,57-92-442,5 2 1,-39 156 0,71-214-586,2 0 0,2 0 0,3 1 0,3 1 0,2-1 0,14 113 0,-3-110-737,30 98 0,-31-134 175,1-1-1,1 1 1,1-1 0,2-1-1,32 46 1,-37-59 53,2-1 1,-1 0-1,2-1 1,-1 0-1,2 0 1,-1-1 0,1-1-1,15 8 1,-7-6-1621,0-1 0,33 9 0,40 4-7529</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4.278"/>
    </inkml:context>
    <inkml:brush xml:id="br0">
      <inkml:brushProperty name="width" value="0.035" units="cm"/>
      <inkml:brushProperty name="height" value="0.035" units="cm"/>
    </inkml:brush>
  </inkml:definitions>
  <inkml:trace contextRef="#ctx0" brushRef="#br0">0 152 7289,'0'0'4663,"2"-1"-3355,44-30 4417,-15 9-3799,-15 11-1249,1 0 1,1 2-1,-1 0 0,2 1 0,-1 1 0,1 1 0,0 0 1,24-3-1,97-13 2068,-139 23-2731,0-1 0,1 0 1,-1 0-1,0 1 0,0-1 1,0 1-1,0-1 0,1 1 1,-1-1-1,0 1 0,0 0 1,0-1-1,0 1 0,0 0 1,-1 0-1,1 0 0,0 0 1,0 0-1,0 0 0,-1 0 0,1 0 1,-1 0-1,1 0 0,0 2 1,-3 2-81,0 0 0,0 0 0,-1 0 1,0-1-1,0 1 0,0-1 0,0 1 0,-7 5 0,-2 5-267,-62 83-2189,-69 97-1369,121-160 4061,23-33-58,-1 0 0,1 0-1,1-1 1,-1 1 0,0 0 0,0-1-1,1 1 1,-1-1 0,0 1 0,1-1-1,0 0 1,-1 1 0,1-1 0,0 0-1,0 0 1,-1 0 0,1 0-1,0-1 1,0 1 0,3 0 0,1 0 97,0-1-1,0 0 1,0 0 0,0 0 0,9-3 0,-6 2-82,338-43 4852,-248 40-5876,-99 3 620,0 0-1,0 0 0,0 0 0,0 0 0,0 1 0,-1-1 0,1 0 0,0 0 0,-1 0 1,1 0-1,0 0 0,-1 1 0,1-1 0,-2-1 0,2 1-109,-1 0 117,1 0 0,-1 0 0,0 0 0,1 0 0,-1 0 0,0 0-1,0 0 1,1 0 0,-1 1 0,0-1 0,0 0 0,0 0 0,0 1-1,0-1 1,0 1 0,-2-2 0,-22 0-5605,22 2 5243,-48 0-11479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4.547"/>
    </inkml:context>
    <inkml:brush xml:id="br0">
      <inkml:brushProperty name="width" value="0.035" units="cm"/>
      <inkml:brushProperty name="height" value="0.035" units="cm"/>
    </inkml:brush>
  </inkml:definitions>
  <inkml:trace contextRef="#ctx0" brushRef="#br0">0 4 13373,'0'0'4907,"2"-1"-3529,19-1 57,0 1-1,-1 1 1,1 1-1,-1 1 0,28 5 1,-10-1 3,189 24-325,354 39 838,-342-57-1951,-236-12-89,-1 0 0,1 0 1,0-1-1,0 1 0,-1-1 0,1 0 1,-1 0-1,1 0 0,0 0 0,-1 0 1,0-1-1,1 1 0,-1-1 0,0 1 1,0-1-1,4-3 0,-5 4-46,-1 0 0,1 0 0,0 0 0,0 0 0,0 0 0,-1-1 0,1 1-1,-1 0 1,1 0 0,-1 0 0,1-1 0,-1 1 0,0 0 0,1-1 0,-1 1 0,0 0 0,0-1 0,0 1 0,0 0 0,0-1 0,-1 1 0,1 0 0,0 0-1,0-1 1,-1 1 0,1 0 0,-1 0 0,1-1 0,-1 1 0,0 0 0,1 0 0,-1 0 0,-1-2 0,-24-16-8633,-17-5-6146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4.895"/>
    </inkml:context>
    <inkml:brush xml:id="br0">
      <inkml:brushProperty name="width" value="0.035" units="cm"/>
      <inkml:brushProperty name="height" value="0.035" units="cm"/>
    </inkml:brush>
  </inkml:definitions>
  <inkml:trace contextRef="#ctx0" brushRef="#br0">0 75 15385,'17'-7'1725,"-1"1"0,1 1 0,0 1 0,1 0 0,28-2 0,88 3 4686,-95 3-5795,-35 0-754,-13-13-6197,8 10 5724,0 0 1,-1 1 0,0 0 0,1-1 0,-1 1 0,0 0 0,-3-3 0,4 5 143,0-1-1,0 0 1,0 1 0,0-1-1,0 1 1,0 0 0,0-1-1,0 1 1,0 0 0,0-1-1,0 1 1,0 0 0,-1 0-1,-1 0 1,-14 3-10947</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5.194"/>
    </inkml:context>
    <inkml:brush xml:id="br0">
      <inkml:brushProperty name="width" value="0.035" units="cm"/>
      <inkml:brushProperty name="height" value="0.035" units="cm"/>
    </inkml:brush>
  </inkml:definitions>
  <inkml:trace contextRef="#ctx0" brushRef="#br0">1 0 10333,'1'5'598,"0"-1"0,0 1 0,1-1-1,0 0 1,0 1 0,0-1 0,0 0 0,1 0 0,-1 0 0,1 0 0,0-1 0,0 1-1,6 4 1,8 7 2330,29 20-1,-30-23-2473,16 12 968,-2 2 0,-1 1 1,-1 1-1,48 62 1,-73-87-1417,-1 0 1,0 0 0,0 0 0,0 0 0,0 1 0,0-1 0,-1 1 0,1-1-1,-1 1 1,0-1 0,0 1 0,0 0 0,-1-1 0,1 1 0,-1 0 0,0 0-1,0 0 1,0-1 0,0 1 0,-1 0 0,0 0 0,0-1 0,0 1 0,0 0-1,0-1 1,-1 1 0,1-1 0,-1 0 0,0 1 0,0-1 0,-4 4 0,3-2-373,-2 0 1,1 0 0,0 0-1,-1-1 1,0 1 0,0-1 0,-1 0-1,1 0 1,-1-1 0,0 0-1,1 0 1,-1 0 0,-1-1 0,1 0-1,0 0 1,-1 0 0,-10 0-1,-34 12-3626,6-2-3030,-6-7-4748</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5.478"/>
    </inkml:context>
    <inkml:brush xml:id="br0">
      <inkml:brushProperty name="width" value="0.035" units="cm"/>
      <inkml:brushProperty name="height" value="0.035" units="cm"/>
    </inkml:brush>
  </inkml:definitions>
  <inkml:trace contextRef="#ctx0" brushRef="#br0">228 1 16237,'2'1'290,"1"1"0,-1-1 0,0 1 0,1 0 0,-1 0-1,0 0 1,0 0 0,0 0 0,-1 1 0,1-1-1,0 0 1,-1 1 0,1-1 0,-1 1 0,0 0-1,0-1 1,0 1 0,0 0 0,-1 0 0,1 0-1,0 5 1,5 19 1235,44 102 4322,-15 1-4920,-6 1 1,12 139-1,-34-189-909,-3 1-1,-3-1 1,-5 1-1,-20 123 1,3-96-165,-5-1 1,-71 185 0,67-219-1946,-46 79 0,-10-18-7649,14-41-5766</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6.911"/>
    </inkml:context>
    <inkml:brush xml:id="br0">
      <inkml:brushProperty name="width" value="0.035" units="cm"/>
      <inkml:brushProperty name="height" value="0.035" units="cm"/>
    </inkml:brush>
  </inkml:definitions>
  <inkml:trace contextRef="#ctx0" brushRef="#br0">26 1 8905,'7'5'10786,"-6"-5"-10317,3 14 2194,-2 15-1949,-5-9 522,-10 34 0,2-6-533,6-20-391,1 0 1,2 1-1,1 43 1,10-9-1710,4-20-5680,-13-42 6765,1-1 1,-1 1-1,0-1 1,0 1-1,0-1 0,1 1 1,-1-1-1,0 1 1,0-1-1,1 0 1,-1 1-1,1-1 0,-1 1 1,0-1-1,1 0 1,-1 1-1,1-1 1,-1 0-1,1 1 1,12-6-9962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7.336"/>
    </inkml:context>
    <inkml:brush xml:id="br0">
      <inkml:brushProperty name="width" value="0.035" units="cm"/>
      <inkml:brushProperty name="height" value="0.035" units="cm"/>
    </inkml:brush>
  </inkml:definitions>
  <inkml:trace contextRef="#ctx0" brushRef="#br0">84 72 6221,'0'0'6134,"3"12"-3870,17 19 5047,-19-29-7757,0-1 1986,0 0-1420,1-1 0,-1 0 0,0 1 1,0-1-1,0 1 0,0-1 0,-1 1 0,1-1 0,0 1 0,0 0 0,0 0 0,0-1 0,0 1 1,-1 0-1,1 0 0,0 0 0,-1 0 0,2 1 0,9 20 1139,-10-21-1150,3 8 92,1-1-1,1-1 0,0 1 0,0-1 0,0 0 1,1 0-1,0-1 0,11 8 0,12 13 350,-28-25-510,1-1-1,-1 1 1,0-1 0,0 0-1,0 0 1,1 0 0,3 2-1,0-1 29,-3 0 108,-1-2-117,-1 1-72,0-1 0,0 0 0,1 1 0,-1-1 0,0 0 0,0 0 0,0 0 0,0 0 0,1 0 0,-1 0 0,0 0 0,0 0 0,0 0-1,0 0 1,1-1 0,-1 1 0,1-1 0,-1 0-52,0-1-1,-1 1 0,1-1 1,0 1-1,-1-1 0,1 1 1,-1-1-1,0 1 0,1-1 1,-1 0-1,0-2 0,1-7-143,0 5 20,0 0 1,0 0 0,-1 0-1,1 0 1,-1 0-1,-1 1 1,1-1-1,-1 0 1,-1 0-1,1 0 1,-1 0 0,0 1-1,0-1 1,0 0-1,-1 1 1,0 0-1,0 0 1,0 0 0,-1 0-1,1 0 1,-1 1-1,0-1 1,-1 1-1,-6-5 1,-6-3-504,-1 1 1,-1 1-1,0 1 1,0 0-1,-35-9 1,-12 0-5146,49 12 1610,2 1-2279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7.588"/>
    </inkml:context>
    <inkml:brush xml:id="br0">
      <inkml:brushProperty name="width" value="0.035" units="cm"/>
      <inkml:brushProperty name="height" value="0.035" units="cm"/>
    </inkml:brush>
  </inkml:definitions>
  <inkml:trace contextRef="#ctx0" brushRef="#br0">27 18 14853,'-4'1'-364,"-18"6"8211,22-7-7765,15 0 1812,23 0 1325,38 4 0,-15 0-1787,-6-2-916,1-1-486,77 11 0,-130-12-532,-4-3-1778,0 1 1861,-9-19-4363,1 9-1980,-10 1-8267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48.031"/>
    </inkml:context>
    <inkml:brush xml:id="br0">
      <inkml:brushProperty name="width" value="0.035" units="cm"/>
      <inkml:brushProperty name="height" value="0.035" units="cm"/>
    </inkml:brush>
  </inkml:definitions>
  <inkml:trace contextRef="#ctx0" brushRef="#br0">0 101 10289,'0'0'8507,"1"3"-7960,2 6-78,-1 0-1,1-1 1,1 1 0,0-1-1,9 16 1,-11-22-206,0 1 0,-1-1 0,1 1 1,-1 0-1,0-1 0,0 1 0,2 4 1,-3-5-136,1 1 1,0-1 0,-1 0 0,1 0 0,0 0 0,1 0 0,-1 0 0,0 0 0,1 0 0,-1 0 0,1 0-1,2 2 1,4 2 241,0-1 0,0 0 0,0 0 0,1-1 0,0 0 0,0-1 0,0 0 0,0 0 0,16 2 0,-5-2 279,0 0-1,1-2 0,32-2 1,-49 1-612,0 0 1,0-1 0,-1 0-1,1 1 1,0-1 0,0 0 0,-1-1-1,1 1 1,-1-1 0,1 1 0,-1-1-1,0 0 1,0-1 0,5-3-1,-6 4-72,0 0-1,-1 0 0,1-1 1,-1 1-1,1 0 0,-1-1 0,0 1 1,0-1-1,0 0 0,-1 1 0,1-1 1,0 0-1,-1 1 0,0-1 1,1 0-1,-1 1 0,-1-1 0,1 0 1,0 0-1,0 1 0,-2-5 1,-1-7-445,0 1 0,-1 0 1,0 0-1,-1 1 0,-1-1 1,-11-18-1,13 25 106,0 1 1,-1-1-1,1 1 0,-1 0 0,0 1 1,0-1-1,-1 1 0,0 0 0,1 0 1,-1 1-1,0-1 0,-1 1 0,1 1 1,-1-1-1,-9-1 0,-48-7-3673,22 8-2502,20 2-2543</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5:50.500"/>
    </inkml:context>
    <inkml:brush xml:id="br0">
      <inkml:brushProperty name="width" value="0.035" units="cm"/>
      <inkml:brushProperty name="height" value="0.035" units="cm"/>
    </inkml:brush>
  </inkml:definitions>
  <inkml:trace contextRef="#ctx0" brushRef="#br0">9 41 14829,'-8'-32'6145,"16"46"-5169,1 1 432,-15-33-12205,3-2 1220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7:35.224"/>
    </inkml:context>
    <inkml:brush xml:id="br0">
      <inkml:brushProperty name="width" value="0.035" units="cm"/>
      <inkml:brushProperty name="height" value="0.035" units="cm"/>
    </inkml:brush>
  </inkml:definitions>
  <inkml:trace contextRef="#ctx0" brushRef="#br0">191 299 5889,'-10'-1'2537,"-16"0"11747,19 1-13136,1 0-3934,3 0 2793,0 0-50,-15 0 53,-33 0 501,48 0-79,-13 2-153,3-2-174,11 0 268,-2 0-312,-3 1-177,-12-1 783,17-1-276,11-4-218,-4 3-129,1 1 0,0 0 0,-1 0 0,1 0 0,0 1 0,-1 0 0,1 0 0,9 1 0,14 1 50,125-2 325,556-9 87,-189-23-441,137-5-45,426-14-13,-369-16-179,-482 41 116,-172 19 70,314-26 18,-343 30-32,60-11 1,-81 11 12,-7 2-7,1 0 1,0 0-1,0 1 0,0 0 0,0-1 1,7 2-1,15 0 35,29 3 1,-53-3-16,46-5-86,-37 3 64,1 0 1,-1 0 0,17 2-1,-27-1 74,0 0-1,1 0 0,-1 0 0,0-1 0,1 1 0,-1 0 1,0-1-1,0 0 0,4-1 0,-1 1 1758,-12 10-1220,3-6-612,0 0-1,-1-1 1,1 0 0,0 1 0,-1-1-1,0-1 1,1 1 0,-1-1 0,0 0-1,0 0 1,0 0 0,1-1 0,-8 1 0,-17 2 5,-346 47 62,182-29-42,3 1-80,-148 21-84,-114 45-488,151-29 226,-505 34 1,9-52 565,25-21-224,276-20-282,465 2-220,27-1 202,-12 2-443,12-2 543,1 0-1,-1 0 1,1 0 0,-1 1-1,1 0 1,0 0-1,-6 4 1,7-5-833,-1-3-569,-11-8-1197,4 3-2569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7:50.427"/>
    </inkml:context>
    <inkml:brush xml:id="br0">
      <inkml:brushProperty name="width" value="0.035" units="cm"/>
      <inkml:brushProperty name="height" value="0.035" units="cm"/>
    </inkml:brush>
  </inkml:definitions>
  <inkml:trace contextRef="#ctx0" brushRef="#br0">136 305 5340,'0'0'1177,"-3"0"-277,-1-1-660,-1 0 0,0 1-1,0-1 1,1 1 0,-1 1-1,0-1 1,0 1 0,0-1 0,1 1-1,-1 1 1,0-1 0,1 1-1,-1-1 1,1 1 0,0 1-1,0-1 1,-1 1 0,2-1-1,-6 5 1,-28 11 8713,40-18-8626,26-3 10,0 1 0,29 2-1,37-2 29,241-20-17,18 1-251,357-15-35,-631 34-58,514-10 16,-121 2 0,-63-14 29,-178 9 50,-62 5-177,347-15 72,-96 5-41,-405 19 52,535-23 189,-324 13-83,25-2 95,-108-9 840,-90 13 3998,-71 1-9064,-24-7 356,-16-4-122,18 10-2154,4-4-3706</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7:52.690"/>
    </inkml:context>
    <inkml:brush xml:id="br0">
      <inkml:brushProperty name="width" value="0.035" units="cm"/>
      <inkml:brushProperty name="height" value="0.035" units="cm"/>
    </inkml:brush>
  </inkml:definitions>
  <inkml:trace contextRef="#ctx0" brushRef="#br0">70 493 6913,'-38'-10'1252,"30"8"-189,-10 7 2130,13-3 494,11-9-2117,4 0-1092,-9 5 936,3 2-949,55-2 595,88-17 0,-51 5-683,548-46 464,626 52-573,-165 10-296,-648-29 104,-254 12-100,462-39 82,-229 28-1,-122 11-68,-193 8-28,49-4-24,357-17 177,-294 16-175,-80 3 61,132-11 13,-67 4-5,186 1 14,45-2 15,285-35 405,-376 32 242,-162 22 22,-68 1 65,-127-3-769,18 0 114,0 1 1,-1 0-1,27 5 0,-39-5-114,0 0 0,0 0-1,0 0 1,12-2 0,6 2-685,-23-1 763,12 1-1305,-14-4-275,-7-5-49,-14-5-1786,0 3-2900,-5 0-3213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7:54.476"/>
    </inkml:context>
    <inkml:brush xml:id="br0">
      <inkml:brushProperty name="width" value="0.035" units="cm"/>
      <inkml:brushProperty name="height" value="0.035" units="cm"/>
    </inkml:brush>
  </inkml:definitions>
  <inkml:trace contextRef="#ctx0" brushRef="#br0">1 377 18225,'3227'-377'0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19.175"/>
    </inkml:context>
    <inkml:brush xml:id="br0">
      <inkml:brushProperty name="width" value="0.035" units="cm"/>
      <inkml:brushProperty name="height" value="0.035" units="cm"/>
    </inkml:brush>
  </inkml:definitions>
  <inkml:trace contextRef="#ctx0" brushRef="#br0">80 559 1988,'27'9'1302,"-22"-7"656,-8-2-1194,-31 0 4550,31 15-5406,1-12 899,0 1-1,0-1 1,-1 0 0,1 0-1,-1 0 1,-4 4-1,3-3-846,3-3 80,-28 8 36,27-7 388,-9 7-749,7-3 3634,39-5-2930,-19 0-189,1 0 0,32-4 0,415-59 518,-447 60-734,163-24 118,-117 16-110,406-48-120,-296 47 171,71-17-27,-24 2-24,-123 21-71,145 13 1,-75-6 139,-93-3-68,56-6-48,-72 3 7,277-9-13,-223 9 2,-15 2-49,53-2-11,188-25 17,-200 18 27,66-4-38,-66 3 135,147-8 12,172-17-108,-162 19-3,-89 12 10,75-4 109,-49 4-98,-133 4 22,47 1 38,-22 0-7,-5 0-62,35 1 78,123-16-28,-20-1-83,-128 6 86,7 3-12,46-1 4,21 3 43,8 6-21,-1 0-43,-21-4 6,106 2-26,-139 0 13,11 1 58,0 4-39,35 3 46,-69-10-47,-28-1 2,8 4 23,198 8-50,284 41 43,-320-45 6,-145-5-10,-13 1 8,171 5-1,-144 1 26,181-16-1,-38 0 21,-137 7-78,88 3-36,147 13 42,-245-8 57,37 1 14,15 0-48,-77-4-40,402-5 41,-155-3-121,82-11 24,-164 2 106,-180 12-35,294-7 8,-180 6-24,-58 2 27,198-20 13,-227 11-18,48-2 6,-16 3-2,295-29 207,-242 19-235,304 9 121,-455 9-54,-35 1-40,27 1 1,129 2 35,-21 5 39,100 5-46,-150-6 95,-57-4-106,80 13 0,-50-2-19,86 1 0,-64-6 68,414 68-119,-497-70 50,121 19 11,100 12-3,-51-6 5,43 1-59,-187-24 51,51 4-11,47-1 15,-75-4-1,72-2-1,-33-2-17,-15 1-13,114-5 11,-132 2 9,151 6-6,-180-4 20,1 0-11,184 4 26,-177-7 30,48 2-80,74 1 52,-42-1-41,59-1 10,-59-1-6,-46-1 7,23-6 17,-86 7-2,48-10 0,7 0-13,90-6 40,392 8 571,-235 24 2850,-319-14-3327,94 9 2796,-102-10-2885,-1 0 1,0-1-1,0 1 0,0-1 1,0 1-1,0-1 0,0 1 1,0-1-1,0 0 1,-1 0-1,1 0 0,0 0 1,0-1-1,2-1 0,9-6 36,-12 8 43,-14-7-4402,-10-8 1966,-44-29-8403,32 28-246</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24.390"/>
    </inkml:context>
    <inkml:brush xml:id="br0">
      <inkml:brushProperty name="width" value="0.035" units="cm"/>
      <inkml:brushProperty name="height" value="0.035" units="cm"/>
    </inkml:brush>
  </inkml:definitions>
  <inkml:trace contextRef="#ctx0" brushRef="#br0">0 696 4544,'26'-11'16979,"-9"7"-16651,-4 0-172,-11 3-18,0 1-28,25-8 44,-24 7-88,0 1-32,32-7 42,46-3 1,17-2-16,1-6-36,157-32-10,-38 19-11,-53 10 3,-49 6 45,15-2-4,55-8-22,-8 1-54,56-23-12,102-17-41,-276 55 108,249-43 46,-213 40-74,-21 4 17,-54 6-30,1 2-1,31 2 0,1 1 15,86-9-39,17 9 5,-147-3 45,267 31 80,-116-13-99,69 22-10,-152-31 32,120-2 0,3-1 4,-131-2-18,-44-1-4,1-2 0,34-1-1,-18-1 8,34-2-9,77-13 0,-141 15 20,205-28 17,-181 25-32,29-6 6,-38 5-9,2 2 0,35-1 1,9-1-5,15-1-18,-76 5 12,0 0 0,0 1-1,15 1 1,-16 0 19,1 0 0,19-3 0,15-1 1,62 3-1,-47 1 81,81-10-125,-1 0 29,-27 2-6,-67 2 9,89 3-1,-49 12-15,-54-5 75,45 0 0,-67-4-52,1 0-1,-1 1 0,13 3 0,22 4-2,-7-4-10,29 1 42,33 3-73,-4-1 35,-83-8 3,264-5-3,-239 2 24,2 2 1,-1 2-1,47 7 1,-71-7-22,0 0-1,0-1 1,27-3 0,-16 1 53,57-6-84,49-1-64,2 2-31,-98 5 126,1-2-1,-1-1 0,38-11 1,38-7-42,-101 22 57,116-13 80,-56 5-95,51 4 23,39 1-17,1-1-27,-105 2 19,255-23 124,-92 5 596,-207 18-439,1 0-1,22-9 0,-35 11 92,1 1-44,48-8 2440,-38 5-2235,-12 3 561,0-2-856,3 0-171,0 0 0,0 0 1,-1 0-1,1 1 0,0 0 1,0 0-1,0 0 0,0 0 1,1 1-1,5 0 0,-12-1-275,0 1-1,0-1 0,-1 0 0,1 0 0,0 0 1,0 0-1,0 0 0,0 0 0,0 0 1,0 0-1,-1-1 0,-3-5-446,-11-7-615,-4-2-1532,3-3-3629,0-11-7033</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32.022"/>
    </inkml:context>
    <inkml:brush xml:id="br0">
      <inkml:brushProperty name="width" value="0.035" units="cm"/>
      <inkml:brushProperty name="height" value="0.035" units="cm"/>
    </inkml:brush>
  </inkml:definitions>
  <inkml:trace contextRef="#ctx0" brushRef="#br0">160 414 4436,'0'0'7526,"2"3"-7166,11 20 5592,-12-26-5472,3-17-160,0 0 0,-1 0-1,-1 0 1,-1-32-1,1 3-171,-2 35-102,2-9-36,-1 1 1,-3-28 0,4-16 28,-6 42 54,3 13-80,-1 1 1,0 0 0,-5-13 0,6 20-16,-16 10-340,11-4 339,0 2 0,0-1 0,0 1 0,1 0 1,0 0-1,0 0 0,0 1 0,1-1 0,-1 1 1,-4 10-1,-18 22-15,18-27 39,0 1 0,-10 21 0,-4 4 19,22-35-14,1 0-34,-1 0 1,1-1-1,-1 1 1,1 0-1,-1 0 1,0 0-1,0 0 1,1 0-1,-3 2 1,1 1-85,9-14 94,9-9 42,-13 15-33,1-1 1,-1 1-1,0-1 0,-1 0 0,5-6 0,0-2-26,0 1 0,1 1 0,14-17 0,1 0 55,-20 23-34,0 1-1,1 0 1,0 0-1,-1 1 1,1-1-1,6-2 1,4-3 61,-11 6-52,0 0 0,0 0-1,0 1 1,0-1 0,1 1-1,-1 0 1,1 0 0,-1 0-1,1 1 1,-1-1 0,1 1-1,0 0 1,-1 0 0,1 0 0,0 0-1,-1 0 1,1 1 0,-1 0-1,1 0 1,-1 0 0,1 0-1,4 3 1,4 2 18,1 0-1,-1 1 0,0 1 1,16 13-1,53 47-1925,-79-67 397</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32.667"/>
    </inkml:context>
    <inkml:brush xml:id="br0">
      <inkml:brushProperty name="width" value="0.035" units="cm"/>
      <inkml:brushProperty name="height" value="0.035" units="cm"/>
    </inkml:brush>
  </inkml:definitions>
  <inkml:trace contextRef="#ctx0" brushRef="#br0">0 14 5593,'6'-14'4097,"-7"27"2480,0 1-4547,1-1-3655,6 110 2474,16 171 383,-13-171-3901,-18-111-3557,-2-1-648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33.072"/>
    </inkml:context>
    <inkml:brush xml:id="br0">
      <inkml:brushProperty name="width" value="0.035" units="cm"/>
      <inkml:brushProperty name="height" value="0.035" units="cm"/>
    </inkml:brush>
  </inkml:definitions>
  <inkml:trace contextRef="#ctx0" brushRef="#br0">1 118 4844,'0'0'4854,"0"3"-4313,0 5-236,1-1 0,0 1 0,0-1 0,0 1 0,1-1 0,1 0 0,-1 1 0,1-1 0,5 10 0,8 18 658,-14-28-758,1 0 1,0 0-1,1 0 1,5 8-1,-2-5 127,-2-4-192,-1 0 0,1 0 0,0 0 0,11 9 0,-3-5 283,-12-8-380,1-1 0,-1 0 0,1 1 0,0-1 0,-1 0 0,1 0 0,0 0 0,0 0 0,0 0 0,0-1 0,0 1 0,0 0 1,0-1-1,3 1 0,11 1 192,-12-1 78,11-5 341,-11 3-594,-1-1 1,1 1-1,-1-1 0,1 0 1,-1-1-1,0 1 1,0 0-1,0-1 0,0 0 1,0 1-1,-1-1 1,1 0-1,-1 0 0,1-1 1,1-3-1,5-8 101,12-33-1,-15 35-93,-1-1-2,0 0-1,-1 0 0,4-24 0,0-3-18,7-40-479,-15 78-2,3-14-2931,-1 12 2749,-1 0-530,-1 0-3556</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40.204"/>
    </inkml:context>
    <inkml:brush xml:id="br0">
      <inkml:brushProperty name="width" value="0.035" units="cm"/>
      <inkml:brushProperty name="height" value="0.035" units="cm"/>
    </inkml:brush>
  </inkml:definitions>
  <inkml:trace contextRef="#ctx0" brushRef="#br0">1 309 5392,'0'0'15502,"3"0"-15062,36-3 135,0-1-1,0-3 1,55-15 0,-2 0-198,519-54 722,-245 40-913,46-5-179,-176 19-1,187-12 66,-290 24 0,65-9 1261,-169 11-810,-26 7-304,15-1 81,13 4 1684,-28-1-1895,-1 0-1,0-1 1,0 1-1,0-1 1,1 0-1,-1 0 1,0 0 0,0 0-1,1 0 1,-1-1-1,0 1 1,0-1-1,0 1 1,0-1 0,3-1-1,-3 1-72,-9 1-1850,-1 0 1092,1 0 0,0 0-1,-1 1 1,1 1 0,-1-1-1,1 1 1,0 0 0,0 1-1,-12 5 1,15-5-800,-1 0 1,1 0-1,0 0 1,0 0-1,-6 7 1,-5 7-8213</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41.570"/>
    </inkml:context>
    <inkml:brush xml:id="br0">
      <inkml:brushProperty name="width" value="0.035" units="cm"/>
      <inkml:brushProperty name="height" value="0.035" units="cm"/>
    </inkml:brush>
  </inkml:definitions>
  <inkml:trace contextRef="#ctx0" brushRef="#br0">1 561 6385,'8'-34'16025,"14"34"-15094,103-6 1310,185-33 0,-196 22-1741,78-11 141,644-83 714,-582 84-1141,295-35 198,113-1 812,-235 26-626,-414 35-594,161-20-313,-171 22-1291,-4-5-793,-1-1 1529,-13-34-4416,-3 11-2503,-6-3-3775</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59.244"/>
    </inkml:context>
    <inkml:brush xml:id="br0">
      <inkml:brushProperty name="width" value="0.035" units="cm"/>
      <inkml:brushProperty name="height" value="0.035" units="cm"/>
    </inkml:brush>
  </inkml:definitions>
  <inkml:trace contextRef="#ctx0" brushRef="#br0">4 18 10013,'0'0'6949,"-3"-18"-20927</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59.401"/>
    </inkml:context>
    <inkml:brush xml:id="br0">
      <inkml:brushProperty name="width" value="0.035" units="cm"/>
      <inkml:brushProperty name="height" value="0.035" units="cm"/>
    </inkml:brush>
  </inkml:definitions>
  <inkml:trace contextRef="#ctx0" brushRef="#br0">127 0 9693,'-20'9'1856,"3"-6"-656,-3-1-96,0 1-1156,3 0-516,-1-6-696,4 3-2244</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59.541"/>
    </inkml:context>
    <inkml:brush xml:id="br0">
      <inkml:brushProperty name="width" value="0.035" units="cm"/>
      <inkml:brushProperty name="height" value="0.035" units="cm"/>
    </inkml:brush>
  </inkml:definitions>
  <inkml:trace contextRef="#ctx0" brushRef="#br0">159 0 10681,'-40'15'1012,"17"-4"-772,-3-11-356,0 3-768,3 3-2356,3-6-1469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8:59.697"/>
    </inkml:context>
    <inkml:brush xml:id="br0">
      <inkml:brushProperty name="width" value="0.035" units="cm"/>
      <inkml:brushProperty name="height" value="0.035" units="cm"/>
    </inkml:brush>
  </inkml:definitions>
  <inkml:trace contextRef="#ctx0" brushRef="#br0">193 7 13589,'-58'-6'160,"29"6"-932,-17 14-1304,0 1-1156,32-12-1453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19:24.729"/>
    </inkml:context>
    <inkml:brush xml:id="br0">
      <inkml:brushProperty name="width" value="0.035" units="cm"/>
      <inkml:brushProperty name="height" value="0.035" units="cm"/>
    </inkml:brush>
  </inkml:definitions>
  <inkml:trace contextRef="#ctx0" brushRef="#br0">124 371 4620,'0'0'4055,"6"9"-3054,-5-9-964,-1 1 1,0-1-1,1 0 1,-1 0-1,0 1 1,0-1 0,1 0-1,-1 1 1,0-1-1,0 1 1,0-1 0,0 0-1,1 1 1,-1-1-1,0 0 1,0 1 0,0-1-1,0 1 1,0-1-1,0 0 1,0 1-1,0-1 1,0 1 0,0-1-1,0 0 1,0 1-1,-1-1 1,1 0 0,0 1-1,0-1 1,0 1-1,0-1 1,-1 0 0,1 1-1,0-1 1,-1 1-1,-14 5 1232,9-4-1514,3-1 505,-2 1 52,-1 1 1,1 0-1,1 1 0,-10 7 0,11-9 61,-1 1 0,1-1 1,-1 0-1,0 0 0,1 0 0,-1 0 1,0-1-1,0 0 0,0 1 1,-8 0-1,-11 0 4579,46 13-4828,-21-13-91,2-3 2,327-30 71,-206 22-86,33-8 10,-73 6-20,61-6-9,210-18 6,-103 13 48,-31 7-56,143-16-14,-320 28 18,270-20-13,-122 11-2,56-6 95,-211 16-74,130-1 18,311-2-86,-373 1 83,95-5-111,-3 4 71,-112 1 66,222-10-88,-101-2 26,-40 1 112,-4-2 243,-70 3 889,-49 5 1136,-42 9-1842,16-3-70,-16 3-544,0 0-1,0 0 1,1 0-1,-1-1 1,0 1-1,0-1 1,1 0-1,-1 1 0,0-1 1,0 0-1,0 0 1,0 0-1,3-3 1,-4 3-78,-1 0 1,1 0-1,-1 0 1,1 0-1,-1 0 1,0 0-1,0 0 1,1 0-1,-1 0 1,0 0-1,0 0 1,0 0-1,0 0 1,0 0-1,0 0 1,0 0-1,-1 0 0,1 0 1,0 0-1,-1 0 1,1 0-1,0 0 1,-1 0-1,1 0 1,-1 0-1,0 0 1,1 0-1,-1 0 1,0 1-1,0-2 1,-24-28-6951,-5 1-4775</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15.266"/>
    </inkml:context>
    <inkml:brush xml:id="br0">
      <inkml:brushProperty name="width" value="0.035" units="cm"/>
      <inkml:brushProperty name="height" value="0.035" units="cm"/>
    </inkml:brush>
  </inkml:definitions>
  <inkml:trace contextRef="#ctx0" brushRef="#br0">29 12 6289,'4'-11'738,"-13"13"1756,-15 18 10245,39-16-12495,3 2-116,0-1-1,38 5 1,-4-1-36,32 3-19,-32-6-59,300 37 107,-320-40-59,126 5-99,23 2 112,134 8-169,-288-17 94,721 5-71,-570 4 50,-75-3 14,173 17 25,125 38-28,-136-16 29,-209-38-26,263 31 13,50 1-27,10-19 31,-102-8 8,129 1 53,-283-11-46,369 12 39,-165 5 13,92 6 320,-269-17 113,-147-9-517,1 0-75,27 2-416,-28-1-223,-14-27-5253,7 20 609,-13-6-3275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16.500"/>
    </inkml:context>
    <inkml:brush xml:id="br0">
      <inkml:brushProperty name="width" value="0.035" units="cm"/>
      <inkml:brushProperty name="height" value="0.035" units="cm"/>
    </inkml:brush>
  </inkml:definitions>
  <inkml:trace contextRef="#ctx0" brushRef="#br0">21 50 7473,'-21'14'17339,"356"-10"-13211,174 10-2595,-333-9-1236,515 7 101,-524-10-312,312-12 47,-60 0 1240,-369 13-1366,-14-3-66,-33 0-301,-56-58-17576,26 33 6508</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19.125"/>
    </inkml:context>
    <inkml:brush xml:id="br0">
      <inkml:brushProperty name="width" value="0.035" units="cm"/>
      <inkml:brushProperty name="height" value="0.035" units="cm"/>
    </inkml:brush>
  </inkml:definitions>
  <inkml:trace contextRef="#ctx0" brushRef="#br0">12 35 11485,'-11'17'12122,"14"-19"-11770,0 0 0,0 0 0,0 0-1,0 0 1,1 1 0,-1-1 0,1 1 0,-1 0 0,1 0 0,-1 0 0,1 1 0,0-1 0,-1 1-1,1 0 1,0 0 0,-1 0 0,1 0 0,7 2 0,22-1 637,92-7-476,-38 1-189,1 3 0,89 10 0,-113 1-4728,-89-32-3917,7 14 1894,-2 1-4204</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21.565"/>
    </inkml:context>
    <inkml:brush xml:id="br0">
      <inkml:brushProperty name="width" value="0.035" units="cm"/>
      <inkml:brushProperty name="height" value="0.035" units="cm"/>
    </inkml:brush>
  </inkml:definitions>
  <inkml:trace contextRef="#ctx0" brushRef="#br0">12 24 5064,'22'-7'1405,"-18"5"1486,-7 2-2153,-31 0 11293,52-3-11579,12-2-284,0 1-1,1 2 0,52 2 0,16 0-72,168 6-1,-103 3-59,201 5 57,72-1-12,-261-15-143,-57-1 77,355 16-49,166-3-477,-120-14 195,-316 5 237,159 3-42,-42 0 101,-171 0 13,497 7 5,-206-10-8,-231-2 28,-139 0-11,75 2-14,98 1 17,-122-4-28,30 1 20,214 5 15,-122 6-72,-131-11 52,27 1-41,-8 2 53,44 4-83,-31 1 75,-20-2-115,200 14 120,-213-13 16,216 3-172,393 6 106,-667-13 43,456-4-18,-250-8-35,-22 3 28,-25 1 25,8-2 3,14-1 92,-152 6-92,28-3 80,-61 0-90,78 0 0,-88 5 41,46-6 0,26-1-99,271 3 256,231-8-223,-372 3-20,-168 6 36,18-2-46,168-3 81,128 9-9,-181 3 17,-53-4 109,-26 0-2,51 2 9,136 9 153,160 32 303,-290-35 397,-162-7-739,7-1 227,-9 0 102,0 1 0,1 1 0,38 7 0,-43-4-254,0-1 1,29 2-1,19 4 192,-9-1-64,-52-7-384,-2-1-9,3 1-183,-1 0 1,1-1-1,-1 1 1,0-1-1,1-1 0,-1 1 1,6-1-1,-9 0 24,0 1 1,0 0-1,0-1 1,0 1-1,0 0 1,-1-1-1,1 1 1,0-1-1,0 1 0,0-1 1,-1 0-1,1 1 1,0-1-1,-1 0 1,1 1-1,0-1 0,-1 0 1,1 0-1,-1 0 1,0 1-1,1-1 1,-1 0-1,1 0 0,-1 0 1,0 0-1,0 0 1,0 0-1,0 0 1,1 0-1,-1 0 1,0 0-1,0 0 0,-1 0 1,1 0-1,0 0 1,0 1-1,0-1 1,-1 0-1,1 0 0,-1-1 1,-1-6-1037,-1 1 0,0 0 0,-7-11 0,-7-8-4800,-6-1-5505</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4.065"/>
    </inkml:context>
    <inkml:brush xml:id="br0">
      <inkml:brushProperty name="width" value="0.035" units="cm"/>
      <inkml:brushProperty name="height" value="0.035" units="cm"/>
    </inkml:brush>
  </inkml:definitions>
  <inkml:trace contextRef="#ctx0" brushRef="#br0">12 1 12921,'5'-1'131,"15"1"2170,-36 15 7027,18-13-8229,5 3-888,0 0 0,-1 1 0,1 0 0,-1 0 0,-1 0 0,1 1 0,-1 0 0,0 0 0,-1 0 0,0 0 0,0 1 0,0 0 0,-1 0 0,0 0 1,-1 0-1,0 0 0,1 9 0,-1 3-779,-1 1 0,-1-1 0,-5 40 1,3-50-84,0 1 0,-1-1 0,0 0 0,-1 0 0,0 0 1,0 0-1,-1-1 0,-1 1 0,-8 10 0,14-20 556,-19 23-2812,1-7-3238,-1-5-2523</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4.410"/>
    </inkml:context>
    <inkml:brush xml:id="br0">
      <inkml:brushProperty name="width" value="0.035" units="cm"/>
      <inkml:brushProperty name="height" value="0.035" units="cm"/>
    </inkml:brush>
  </inkml:definitions>
  <inkml:trace contextRef="#ctx0" brushRef="#br0">418 24 8969,'-2'0'198,"1"0"1,-1 0-1,1 1 0,-1-1 1,1-1-1,-1 1 0,1 0 1,0 0-1,-1-1 1,1 1-1,-1 0 0,1-1 1,0 1-1,-1-1 0,1 0 1,0 0-1,0 1 1,0-1-1,-1 0 0,1 0 1,0 0-1,0 0 0,0 0 1,0 0-1,0 0 1,1-1-1,-2-1 0,1 2-131,0 1 0,0-1 0,0 0 0,0 1 0,0-1 0,0 1 0,0 0-1,0-1 1,-1 1 0,1 0 0,0 0 0,0 0 0,0 0 0,0 0 0,0 0 0,0 0-1,-3 0 1,1 0 109,-7 1-4,-1-1 0,1 2 1,0-1-1,0 1 0,0 1 0,-10 3 0,3-1-39,-9 3 237,0 1 0,1 2 0,0 0 0,0 2 0,1 0 0,-42 33-1,62-43-255,1 0-1,-1 0 0,1 0 0,0 1 1,0-1-1,0 1 0,0 0 0,1 0 1,-1 0-1,1 0 0,0 0 0,0 0 1,-1 6-1,3-8-83,-1 1 0,1-1-1,0 1 1,0-1 0,0 1 0,0 0 0,0-1-1,1 1 1,-1-1 0,1 1 0,0-1-1,0 1 1,0-1 0,0 0 0,0 1 0,0-1-1,0 0 1,1 0 0,-1 0 0,1 0 0,0 0-1,0 0 1,-1 0 0,4 1 0,7 7 33,0-2 0,1 1 1,0-2-1,0 1 0,1-2 1,-1 0-1,19 5 0,-8-4-516,1-1-1,1-1 1,34 3-1,64-7-7890,-61-1-1181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4.784"/>
    </inkml:context>
    <inkml:brush xml:id="br0">
      <inkml:brushProperty name="width" value="0.035" units="cm"/>
      <inkml:brushProperty name="height" value="0.035" units="cm"/>
    </inkml:brush>
  </inkml:definitions>
  <inkml:trace contextRef="#ctx0" brushRef="#br0">72 612 13801,'-15'1'735,"-1"1"253,1-2 2984,18-15-1621,10-49-224,-5 30-2051,-2 0-1,2-44 1,-2-217-512,-6 279-233,-1-1 1,-4-26-1,4 41 229,-1 1 0,1-1-1,-1 0 1,1 1-1,-1 0 1,0-1 0,0 1-1,0 0 1,0 0-1,0 0 1,0 0 0,0 0-1,0 0 1,-2 0-1,2 1 158,1 1 0,0-1-1,0 0 1,0 1 0,0-1-1,0 1 1,0-1 0,0 1 0,0-1-1,0 1 1,0 0 0,1-1-1,-1 1 1,0 0 0,0 0-1,0 0 1,-16 23-7070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4.990"/>
    </inkml:context>
    <inkml:brush xml:id="br0">
      <inkml:brushProperty name="width" value="0.035" units="cm"/>
      <inkml:brushProperty name="height" value="0.035" units="cm"/>
    </inkml:brush>
  </inkml:definitions>
  <inkml:trace contextRef="#ctx0" brushRef="#br0">1 165 19798,'20'11'3324,"-3"-17"-420,-5-2-487,-1-1 1255,7 1-3020,-1 2-652,-9-3 0,4 1 0,-9-13 0,0 4-1076,-9-14-5297,0-1-1055,-14 12-7478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1.007"/>
    </inkml:context>
    <inkml:brush xml:id="br0">
      <inkml:brushProperty name="width" value="0.035" units="cm"/>
      <inkml:brushProperty name="height" value="0.035" units="cm"/>
    </inkml:brush>
  </inkml:definitions>
  <inkml:trace contextRef="#ctx0" brushRef="#br0">172 303 10773,'32'9'16147,"-14"-21"-14194,0-1-1337,26-3 188,26-12 79,-52 20-837,-1 0 1,0-2-1,-1 0 1,25-20-1,-39 29-117,-1-1-1,0 0 0,0 0 1,0 0-1,0 1 0,0-1 1,0 0-1,0-1 0,0 1 1,-1 0-1,1 0 1,-1 0-1,0 0 0,1 0 1,-1-1-1,0 1 0,0 0 1,-1 0-1,1 0 0,0 0 1,-1-1-1,1 1 1,-2-2-1,1-2-174,-1 1 0,0-1 0,-1 1 0,1 0 0,-1 0 0,0 0 0,0 0 0,-7-7 0,2 4 64,1 2-1,-1-1 1,0 1-1,0 0 1,0 1-1,-1 0 0,0 0 1,0 1-1,0 0 1,-1 1-1,1 0 1,-1 0-1,0 1 1,0 0-1,0 1 1,0 0-1,0 1 1,-11 0-1,8 1 138,1 1-1,0 0 1,-1 1-1,1 0 1,0 1-1,1 0 1,-1 1-1,1 0 1,-1 1-1,2 0 1,-1 1-1,1 0 1,0 1-1,-15 13 1,17-12 215,-1 0 0,1 0 1,0 1-1,1 0 0,0 0 0,-8 16 1,13-20-29,0-1 0,0 0 0,1 1 0,-1 0 0,1-1 0,1 1 0,-1 0 0,1 0 0,0-1 0,0 1 0,0 0 0,1 0 0,0-1 0,0 1-1,1 0 1,2 6 0,0-4 67,0 1-1,0-1 0,1 0 0,0 0 0,1-1 0,0 1 0,0-1 0,0-1 0,15 12 0,7 4 634,39 22 0,-49-32-539,12 6 20,0-2-1,1-1 0,62 21 1,-65-27-963,1-2 0,45 5 1,-65-11 51,0-1-1,0 0 1,1 0 0,-1-1-1,0 0 1,0 0 0,-1-1 0,1-1-1,12-4 1,-13 4-806,-1-1 0,-1 0 0,1 0 0,-1 0 1,1 0-1,10-11 0,11-21-10351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1.336"/>
    </inkml:context>
    <inkml:brush xml:id="br0">
      <inkml:brushProperty name="width" value="0.035" units="cm"/>
      <inkml:brushProperty name="height" value="0.035" units="cm"/>
    </inkml:brush>
  </inkml:definitions>
  <inkml:trace contextRef="#ctx0" brushRef="#br0">0 52 17474,'19'-1'995,"-15"1"-648,0 0-1,0-1 1,0 1 0,0-1 0,0 0-1,0 0 1,0 0 0,0 0-1,0-1 1,0 0 0,-1 1-1,1-1 1,3-3 0,4 0 833,1 0-1,0 1 1,0 1 0,0 0 0,0 1 0,1 0 0,23-1-1,-34 3-1173,33-3-6,-14 1 24,-16 4-46,-2 1-95,8 1-769,-9-3-1529,-16 11-12082,0 2 2627</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1.648"/>
    </inkml:context>
    <inkml:brush xml:id="br0">
      <inkml:brushProperty name="width" value="0.035" units="cm"/>
      <inkml:brushProperty name="height" value="0.035" units="cm"/>
    </inkml:brush>
  </inkml:definitions>
  <inkml:trace contextRef="#ctx0" brushRef="#br0">360 1 13285,'-63'40'1616,"42"-17"-244,-2 9-283,6-1-221,3 4-268,-9 5-432,0 12-468,-6 8-400,0-2-472,-2-4-277,-1-5-683,0-8-1708,9-7-2581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1.901"/>
    </inkml:context>
    <inkml:brush xml:id="br0">
      <inkml:brushProperty name="width" value="0.035" units="cm"/>
      <inkml:brushProperty name="height" value="0.035" units="cm"/>
    </inkml:brush>
  </inkml:definitions>
  <inkml:trace contextRef="#ctx0" brushRef="#br0">1 0 15637,'2'21'1521,"-1"-13"-718,0 1-1,0 0 1,1-1 0,0 1 0,1-1 0,6 14 0,22 26 2191,-19-32-1890,14 27 0,31 78 492,-5 2-1,66 240 1,-97-277-5180,-5 1 0,8 110 0,-24-141-3706,-8-10-4451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2.229"/>
    </inkml:context>
    <inkml:brush xml:id="br0">
      <inkml:brushProperty name="width" value="0.035" units="cm"/>
      <inkml:brushProperty name="height" value="0.035" units="cm"/>
    </inkml:brush>
  </inkml:definitions>
  <inkml:trace contextRef="#ctx0" brushRef="#br0">521 1 14337,'-69'60'1772,"37"-37"-359,1 6-285,-1 2-252,9 7-244,-9 8-104,1 3-232,-4-6-408,3 6-344,-2-3-404,2 0-228,1-6-464,-1-3-229,0-8-751,1-9-1144,19-8-2265</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2.465"/>
    </inkml:context>
    <inkml:brush xml:id="br0">
      <inkml:brushProperty name="width" value="0.035" units="cm"/>
      <inkml:brushProperty name="height" value="0.035" units="cm"/>
    </inkml:brush>
  </inkml:definitions>
  <inkml:trace contextRef="#ctx0" brushRef="#br0">8 0 14469,'-3'21'588,"1"-10"160,1 0 0,0 1 0,0-1 0,1 0 0,1 1 0,0-1 0,0 0 0,5 16 0,12 22 1196,3-1 1,1-1-1,30 45 1,18 38-549,-53-96-1179,73 154-26,-38-62-3243,-46-107 696,0 0 0,4 35 0,-4-21-4163,-1-12-5229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2.823"/>
    </inkml:context>
    <inkml:brush xml:id="br0">
      <inkml:brushProperty name="width" value="0.035" units="cm"/>
      <inkml:brushProperty name="height" value="0.035" units="cm"/>
    </inkml:brush>
  </inkml:definitions>
  <inkml:trace contextRef="#ctx0" brushRef="#br0">0 25 15793,'9'-2'1608,"-1"0"-1,0-1 1,0 0-1,0 0 0,9-6 1,-14 9-1353,-1-1 0,0 1 0,1-1 0,-1 1-1,0 0 1,1 0 0,-1 0 0,1 0 0,-1 0 0,1 0 0,-1 1 0,0-1 0,3 2 0,-2-2 211,3 1-258,-1 0 0,0 0 0,0 1 0,0-1 0,-1 1 0,1 0 0,0 1 0,-1-1 0,1 1 0,-1-1 0,0 1 0,0 1 0,0-1 0,6 7 0,-5-4-173,-1 0 0,0 0 0,0 1 0,0-1 0,-1 1 0,0 0-1,0 1 1,0-1 0,1 8 0,-1 1-517,-1 1 0,0-1 0,-1 1-1,-1-1 1,0 1 0,-1-1-1,-1 1 1,-6 22 0,5-26-358,-1 0 0,-1 0 0,0 0 0,-1-1 1,-9 16-1,10-20-1072,-1 0 1,0-1 0,0 1-1,-13 10 1,2-4-9111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3.167"/>
    </inkml:context>
    <inkml:brush xml:id="br0">
      <inkml:brushProperty name="width" value="0.035" units="cm"/>
      <inkml:brushProperty name="height" value="0.035" units="cm"/>
    </inkml:brush>
  </inkml:definitions>
  <inkml:trace contextRef="#ctx0" brushRef="#br0">530 12 11901,'0'0'73,"0"-1"0,0 1 0,0 0 0,0-1-1,-1 1 1,1 0 0,0 0 0,0-1 0,0 1 0,0 0-1,-1 0 1,1 0 0,0-1 0,0 1 0,-1 0 0,1 0 0,0 0-1,0-1 1,-1 1 0,1 0 0,0 0 0,0 0 0,-1 0 0,1 0-1,0 0 1,-1 0 0,1 0 0,0 0 0,0 0 0,-1 0 0,1 0-1,0 0 1,-1 0 0,1 0 0,0 0 0,-1 0 0,1 0 0,0 0-1,0 0 1,-1 0 0,1 0 0,0 1 0,0-1 0,-1 0 0,1 0-1,0 0 1,0 0 0,-1 1 0,1-1 0,0 0 0,0 0 0,0 1-1,-1-1 1,1 0 0,-1 0 113,0 0 0,0 0 0,0 0 0,0 0-1,0-1 1,-1 1 0,1 0 0,0-1 0,0 1 0,0-1 0,0 0 0,-1 0-1,1 0 42,-2 0-28,-1 0 0,0 0-1,0 1 1,0-1 0,0 1 0,0 0-1,0 0 1,0 0 0,0 1 0,0-1-1,-7 3 1,-44 16 132,46-15-130,-36 17 130,1 2 1,-76 53-1,91-55-248,0 1-1,2 1 1,-38 41 0,62-61-71,0 1 0,1-1 1,0 1-1,0 0 0,0 0 0,0 0 1,1 0-1,-1 0 0,1 0 0,0 0 1,0 1-1,1-1 0,-1 0 0,1 0 1,0 1-1,0-1 0,0 0 0,1 1 1,0-1-1,0 0 0,0 0 1,0 0-1,0 1 0,1-1 0,0-1 1,0 1-1,0 0 0,0 0 0,0-1 1,1 1-1,0-1 0,0 0 0,0 0 1,0 0-1,0 0 0,0 0 1,6 3-1,6 2-24,1-1 0,0 0-1,1-1 1,-1-1 0,18 3 0,88 13-1869,-113-20 1595,94 8-8279,-53-5-905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3.717"/>
    </inkml:context>
    <inkml:brush xml:id="br0">
      <inkml:brushProperty name="width" value="0.035" units="cm"/>
      <inkml:brushProperty name="height" value="0.035" units="cm"/>
    </inkml:brush>
  </inkml:definitions>
  <inkml:trace contextRef="#ctx0" brushRef="#br0">1 263 11653,'3'-4'1365,"1"1"1,0 0-1,0 0 1,0 0-1,6-2 0,24-8 2488,-12 8-2464,32-2 0,-32 4 1,451-12 3403,-418 16-4685,1093 27-108,-457-8 0,-107-32 0,-579 11 0,30-1-3,0-3 0,37-8 0,-65 11-50,0 0 0,1 0 1,-1-1-1,0 0 0,0 0 0,0 0 0,-1-1 1,1 0-1,-1 0 0,0-1 0,0 0 0,0 0 0,-1 0 1,1-1-1,5-9 0,-9 13-153,-1 0 1,0 0-1,0-1 0,0 1 1,0 0-1,0-1 0,-1 1 1,1-1-1,-1 1 0,0-1 1,1 1-1,-1-1 0,0 1 1,0-1-1,-1 1 1,1 0-1,0-1 0,-1 1 1,0-1-1,0 1 0,1-1 1,-1 1-1,0 0 0,-1 0 1,-1-3-1,-1-1-1000,-1 0 0,1 1 1,-1 0-1,-1 0 0,1 0 0,-1 1 0,-10-7 1,-42-21-12731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5.885"/>
    </inkml:context>
    <inkml:brush xml:id="br0">
      <inkml:brushProperty name="width" value="0.035" units="cm"/>
      <inkml:brushProperty name="height" value="0.035" units="cm"/>
    </inkml:brush>
  </inkml:definitions>
  <inkml:trace contextRef="#ctx0" brushRef="#br0">316 0 5493,'2'1'260,"1"0"0,0 0 0,-1 0 0,1 0 0,0-1 0,0 1 1,-1-1-1,1 0 0,0 1 0,7-2 11546,-13 1-11543,0 1-225,-1 0 1,1 1-1,-1-1 0,1 1 0,0-1 0,0 1 0,-1 0 1,1 0-1,1 1 0,-1-1 0,0 0 0,-3 4 0,-31 41 27,21-25 8,-52 58 106,35-42-418,1 2 0,-31 48 1,40-53-493,15-25-1058,1 1 1,-12 23-1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6.344"/>
    </inkml:context>
    <inkml:brush xml:id="br0">
      <inkml:brushProperty name="width" value="0.035" units="cm"/>
      <inkml:brushProperty name="height" value="0.035" units="cm"/>
    </inkml:brush>
  </inkml:definitions>
  <inkml:trace contextRef="#ctx0" brushRef="#br0">207 932 6181,'0'0'143,"-1"1"1,1-1 0,-1 0 0,1 0 0,-1 0 0,1 0 0,-1 0-1,0 0 1,1 0 0,-1 0 0,1 0 0,-1 0 0,1 0 0,-1 0-1,1 0 1,-1 0 0,1 0 0,-1-1 0,1 1 0,-1 0 0,1 0-1,-1-1 1,1 1 0,-1 0 0,1 0 0,-1-1 0,14-6 3635,-6 5 2399,-8-1-6063,1 1 0,0 0-1,-1 0 1,1-1-1,0 1 1,0 0-1,0-1 1,0 1 0,1 0-1,0-3 1,0-11 143,-3-4-94,-2 1 0,0-1 0,-2 1 0,-14-35 1,-7-26-208,-17-131-1219,9 34-817,-7 14-2203,27 106 22,0 1-3192</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7.443"/>
    </inkml:context>
    <inkml:brush xml:id="br0">
      <inkml:brushProperty name="width" value="0.035" units="cm"/>
      <inkml:brushProperty name="height" value="0.035" units="cm"/>
    </inkml:brush>
  </inkml:definitions>
  <inkml:trace contextRef="#ctx0" brushRef="#br0">552 1 14705,'-12'9'1249,"-1"2"0,2-1-1,-17 20 1,0 0 26,-1 3-566,0 2 0,3 1 0,-28 48 1,30-46-548,-40 78-202,48-83-681,-2 0 0,-1-1 0,-1 0 1,-35 38-1,50-65 217,0 0 0,0 0 0,-1-1 0,1 0 0,-10 5 0,13-8 212,1 0 0,-1-1 0,1 1 0,-1 0 0,0 0 0,0-1 0,0 1 0,1-1 0,-1 0 0,0 1-1,0-1 1,0 0 0,0 0 0,1 0 0,-1 0 0,0-1 0,0 1 0,0 0 0,0-1 0,1 1 0,-1-1-1,0 0 1,-3-1 0,3-1-622,-1 1 0,1-1 0,0 0 0,-1 0 0,1 0 0,1 0 0,-3-4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7.663"/>
    </inkml:context>
    <inkml:brush xml:id="br0">
      <inkml:brushProperty name="width" value="0.035" units="cm"/>
      <inkml:brushProperty name="height" value="0.035" units="cm"/>
    </inkml:brush>
  </inkml:definitions>
  <inkml:trace contextRef="#ctx0" brushRef="#br0">0 0 18270,'0'0'2523,"3"2"-70,5 3-1546,0 1-1,0 1 1,-1-1-1,0 1 0,0 1 1,-1-1-1,9 14 1,35 64 1103,-48-82-1945,45 98 33,57 174 1,-93-244-102,35 110 3,39 206 0,-74-294-2140,-3 0 1,-2 1-1,-2 78 0,-7-73-5759,0-24-5426</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7.979"/>
    </inkml:context>
    <inkml:brush xml:id="br0">
      <inkml:brushProperty name="width" value="0.035" units="cm"/>
      <inkml:brushProperty name="height" value="0.035" units="cm"/>
    </inkml:brush>
  </inkml:definitions>
  <inkml:trace contextRef="#ctx0" brushRef="#br0">0 12 18914,'0'0'2879,"4"-1"-117,17-3-1157,1 1 0,0 0 0,-1 2 1,24 1-1,-30 0-1419,1 2-899,0 0 0,-1 1 0,0 1 0,1 0 0,27 12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8.136"/>
    </inkml:context>
    <inkml:brush xml:id="br0">
      <inkml:brushProperty name="width" value="0.035" units="cm"/>
      <inkml:brushProperty name="height" value="0.035" units="cm"/>
    </inkml:brush>
  </inkml:definitions>
  <inkml:trace contextRef="#ctx0" brushRef="#br0">1 15 20590,'20'-3'2760,"0"-3"-304,6 3-503,3 3-389,-6-2-328,3 2-376,-1 0-636,4 2-684,-9-2-1144,0 0-1173,1 9-7563,-4-3-3138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8.798"/>
    </inkml:context>
    <inkml:brush xml:id="br0">
      <inkml:brushProperty name="width" value="0.035" units="cm"/>
      <inkml:brushProperty name="height" value="0.035" units="cm"/>
    </inkml:brush>
  </inkml:definitions>
  <inkml:trace contextRef="#ctx0" brushRef="#br0">24 154 7757,'0'0'1745,"-1"2"-295,-11 25 610,11-24-1240,1 0-111,0 32 644,0 14 986,-7 60-1,5-70-1600,2-36-118,1 0-316,2 6-128,4 4 280,-6-13-444,0 0 0,0-1 0,-1 1-1,1-1 1,0 1 0,-1-1 0,1 0 0,0 1 0,-1-1 0,1 1 0,0-1 0,-1 0 0,1 0 0,-1 1-1,0-1 1,1 0 0,-1 0 0,0 0 0,1 0 0,-1 1 0,0-3 0,60-147 400,-35 79-120,38-70 0,-49 117 215,7-16 1545,-21 40-2003,1-1-1,-1 1 1,1-1-1,-1 1 0,1 0 1,-1-1-1,1 1 0,-1-1 1,1 1-1,-1 0 0,1-1 1,-1 1-1,1 0 0,0 0 1,-1-1-1,1 1 0,0 0 1,-1 0-1,1 0 1,-1 0-1,1 0 0,0 0 1,-1 0-1,1 0 0,0 0 1,0 0-1,16 4 397,-13-1-373,-1 1 1,1-1 0,-1 1 0,1 0 0,-1 0 0,0 0-1,-1 1 1,1-1 0,3 9 0,-2-4 13,7 15-81,-2 0-1,-1 0 1,-1 1-1,-1 0 1,-2 0 0,3 32-1,-1-11-959,-1-6-1701,-1 0-1,-3 47 1,0-36-3998,11-4-4063</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9.126"/>
    </inkml:context>
    <inkml:brush xml:id="br0">
      <inkml:brushProperty name="width" value="0.035" units="cm"/>
      <inkml:brushProperty name="height" value="0.035" units="cm"/>
    </inkml:brush>
  </inkml:definitions>
  <inkml:trace contextRef="#ctx0" brushRef="#br0">0 0 16638,'5'4'5665,"4"18"-3167,-3 19-1329,-3 0 0,-1 68 0,-2-74-844,-14 475 1287,9-399-1886,5 189-3466,3-129-2244,-3-102-566,0-7-4163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29:59.396"/>
    </inkml:context>
    <inkml:brush xml:id="br0">
      <inkml:brushProperty name="width" value="0.035" units="cm"/>
      <inkml:brushProperty name="height" value="0.035" units="cm"/>
    </inkml:brush>
  </inkml:definitions>
  <inkml:trace contextRef="#ctx0" brushRef="#br0">1 38 15797,'1'-2'318,"0"1"0,1-1-1,-1 1 1,1-1-1,0 1 1,-1 0 0,1-1-1,0 1 1,0 0-1,0 0 1,0 0 0,0 0-1,3 0 1,31-8 1751,-19 6-714,-7 1-891,1 0 1,-1 0-1,1 1 0,-1 0 0,1 1 0,-1 1 0,1-1 1,-1 2-1,1-1 0,12 5 0,-16-4-179,1 1 1,0 0-1,-1 0 0,0 0 0,1 1 0,-1 1 1,-1-1-1,1 1 0,-1 0 0,0 0 0,0 1 1,0 0-1,6 9 0,-8-9-351,-1 0-1,0 0 1,-1 0-1,1 0 1,-1 0 0,-1 1-1,1-1 1,-1 1 0,0-1-1,-1 1 1,1 0-1,-1-1 1,0 1 0,-1 0-1,0-1 1,0 1 0,-3 10-1,-1 0-272,-1 0 0,0 0 0,-2 0 0,0-1 0,-13 20-1,9-16-667,-2-1-1,0-1 1,-1 0-1,-20 17 1,24-26-921,0 0 0,0-1 1,-1 0-1,-21 11 0,-16 0-9949</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3.468"/>
    </inkml:context>
    <inkml:brush xml:id="br0">
      <inkml:brushProperty name="width" value="0.035" units="cm"/>
      <inkml:brushProperty name="height" value="0.035" units="cm"/>
    </inkml:brush>
  </inkml:definitions>
  <inkml:trace contextRef="#ctx0" brushRef="#br0">13 46 5745,'-1'1'565,"-1"0"1,1 1 0,0-1 0,0 0-1,0 0 1,0 1 0,0-1 0,0 1-1,0-1 1,1 1 0,-2 1 0,23 11 5787,-17-16-4227,49-14 3405,103-16-1,-119 25-4837,-12 2-656,-17 4 15,17 3-518,-25-2 433,0 0 0,0 0 0,0 0 0,0 1 0,0-1 0,0 0 0,0 0 0,1 0 0,-1 0 0,0 0 0,0 0 0,0 0 0,0 0 0,0 0 0,0 0 0,0 0 0,0 0 0,0 0 0,1 0 0,-1 0 0,0-1 0,0 1 0,0 0 0,0 0 0,0 0 0,0 0 0,0 0 0,0 0 0,0 0 0,0 0 0,1 0 0,-1 0 0,0 0 0,0 0 0,0 0 0,0 0 0,0-1 0,0 1 0,0 0 0,0 0 0,0 0 0,0 0 0,0 0-1,0 0 1,0 0 0,0 0 0,0 0 0,0-1 0,0 1 0,0 0 0,0 0 0,0 0 0,0 0 0,0 0 0,0 0 0,0 0 0,0 0 0,0-1 0,0 1 0,0 0 0,0 0 0,0 0 0,0 0 0,0 0-84,0-1-1,0 1 1,0-1-1,0 1 1,0-1-1,0 1 1,0-1-1,0 1 0,0 0 1,0-1-1,0 1 1,0-1-1,-1 1 1,1-1-1,0 1 0,0 0 1,0-1-1,0 1 1,-1-1-1,1 1 1,0 0-1,-1-1 1,1 1-1,0 0 0,0-1 1,-1 1-1,1 0 1,0 0-1,-1-1 1,1 1-1,-1 0 0,1 0 1,0-1-1,-1 1 1,1 0-1,-1 0 1,1 0-1,-1 0 1,1 0-1,-1 0 0,1 0 1,0 0-1,-1 0 1,1 0-1,-1 0 1,1 0-1,-1 0 1,1 0-1,0 0 0,-1 0 1,1 1-1,-1-1 1,-23 20-6224,15-11 4046,-29 20-10132</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3.626"/>
    </inkml:context>
    <inkml:brush xml:id="br0">
      <inkml:brushProperty name="width" value="0.035" units="cm"/>
      <inkml:brushProperty name="height" value="0.035" units="cm"/>
    </inkml:brush>
  </inkml:definitions>
  <inkml:trace contextRef="#ctx0" brushRef="#br0">1 277 22998,'95'-64'3120,"-52"44"-563,-3-3-389,3 3-432,-3 6-1548,-2-4-188,-1 1 0,3 6 0,-5-1 0,-6 1 0,-15 2-2516,-5-20-1129,2 1 197,-8 51-3377,3-3-6524</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4.350"/>
    </inkml:context>
    <inkml:brush xml:id="br0">
      <inkml:brushProperty name="width" value="0.035" units="cm"/>
      <inkml:brushProperty name="height" value="0.035" units="cm"/>
    </inkml:brush>
  </inkml:definitions>
  <inkml:trace contextRef="#ctx0" brushRef="#br0">352 52 11345,'28'-28'10536,"-30"30"-10388,-7 8-46,6-6-96,1-1 1,-1 0-1,0 0 0,-1 0 1,1 0-1,-7 4 0,-73 37-46,-14 7 12,85-43 46,0 0 1,1 0-1,0 1 0,0 1 1,-13 14-1,-4 7 242,21-25-167,1 1 1,0-1 0,0 1 0,1 1 0,0-1 0,0 1 0,-5 11-1,9-18-72,1 0-1,0 0 0,0 0 1,0 0-1,0 0 0,0 0 1,0 0-1,0 0 0,0 0 1,0 0-1,0 0 0,1 0 1,-1 0-1,0-1 0,1 1 1,-1 0-1,1 1 0,1 3 61,-1-2-34,0 0 1,0 0 0,1 0 0,-1 0-1,1 0 1,-1-1 0,1 1 0,0-1-1,0 1 1,0-1 0,1 0 0,-1 1 0,0-1-1,1 0 1,0-1 0,-1 1 0,1 0-1,0-1 1,4 2 0,1 0-84,0 0 1,0-1-1,0 0 0,0-1 1,1 0-1,-1 0 0,1-1 1,-1 1-1,16-3 0,-19 1-105,0 0 0,0 0 0,0-1 0,-1 1 1,1-1-1,-1 0 0,1-1 0,-1 1 0,0-1 0,0 1 0,0-1 0,0 0 0,0-1 0,-1 1 0,1-1 0,-1 1 0,0-1 0,0 0 0,0 0 0,-1-1 1,3-5-1,4-8-425,-1 0 0,-1-1 0,9-38 0,12-58 1901,-24 94 410,3-32-1,-4 19 420,-2 31-608,1 6-853,5 8-459,-1 0 0,0 0 0,-1 1 0,0 0 0,-1 0 0,0 0 0,-1 0 0,3 23 0,3 110 459,-9-124-597,-27 401-1580,17-323-1025,-2-22-1329,-1-30-5134,6-32-2451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4.648"/>
    </inkml:context>
    <inkml:brush xml:id="br0">
      <inkml:brushProperty name="width" value="0.035" units="cm"/>
      <inkml:brushProperty name="height" value="0.035" units="cm"/>
    </inkml:brush>
  </inkml:definitions>
  <inkml:trace contextRef="#ctx0" brushRef="#br0">168 1 17762,'0'1'3416,"3"9"-1810,35 63 890,-5 2 0,-2 1-1,27 104 1,-40-88-2496,-3 1 0,-4 0 0,-4 1 0,-8 124 0,-13-22 0,-42 202 0,-38 22-5707,61-313 184,-84 187 0,51-164-7507</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5.044"/>
    </inkml:context>
    <inkml:brush xml:id="br0">
      <inkml:brushProperty name="width" value="0.035" units="cm"/>
      <inkml:brushProperty name="height" value="0.035" units="cm"/>
    </inkml:brush>
  </inkml:definitions>
  <inkml:trace contextRef="#ctx0" brushRef="#br0">438 1 10325,'0'0'5070,"-1"2"-4322,-16 18 124,-26 24 0,25-26-517,0 1 0,-15 20-1,5 5 73,2 0-1,1 1 1,3 1 0,-22 65-1,-47 201 816,86-291-1158,-15 61 310,3 1 0,4 1 0,4 0-1,4 1 1,3-1 0,11 113 0,-1-143-240,1 1 0,3-1 0,2 0 0,29 68 0,-26-83-215,1-1 1,2-1-1,1-1 0,3-1 1,0-1-1,39 41 0,-48-60-232,0-1 0,0 0 0,1-1 0,1 0 0,0-1 0,1-1 0,23 10 0,-23-14-1575,0 0 1,1-1-1,-1-1 1,33 4 0,13-2-8980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7.342"/>
    </inkml:context>
    <inkml:brush xml:id="br0">
      <inkml:brushProperty name="width" value="0.035" units="cm"/>
      <inkml:brushProperty name="height" value="0.035" units="cm"/>
    </inkml:brush>
  </inkml:definitions>
  <inkml:trace contextRef="#ctx0" brushRef="#br0">659 3 6065,'0'0'7256,"3"0"-6304,11-2-999,-2 1 6126,-21 7-3261,-57 24-2739,45-22-76,1 0-1,0 2 1,0 0-1,-22 17 1,7 3 65,1 1 0,2 1 1,1 2-1,1 1 0,3 1 1,0 1-1,3 2 1,1 0-1,-25 61 0,13-15 181,4 0 1,4 3-1,3 0 0,-13 105 1,22-80 227,6 1 0,10 220 0,6-261-247,3-1 1,3 0 0,3-1-1,47 127 1,-30-116-10,5-2 0,2-2 1,83 121-1,-105-174-327,2 0-1,0-1 1,24 22-1,-37-39-271,1-1 0,0 1 0,0-1 0,0-1 0,1 1-1,0-1 1,0-1 0,1 0 0,-1 0 0,1-1-1,-1 0 1,17 2 0,-2-6-6973,3-8-5586</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8.046"/>
    </inkml:context>
    <inkml:brush xml:id="br0">
      <inkml:brushProperty name="width" value="0.035" units="cm"/>
      <inkml:brushProperty name="height" value="0.035" units="cm"/>
    </inkml:brush>
  </inkml:definitions>
  <inkml:trace contextRef="#ctx0" brushRef="#br0">13 134 3720,'0'0'7320,"-2"-1"-6052,2 1-1134,-1-1-1,1 1 1,-1 0-1,0 0 1,1-1-1,-1 1 1,1 0-1,-1-1 1,1 1-1,-1 0 1,1-1 0,-1 1-1,1-1 1,0 1-1,-1-1 1,1 1-1,0-1 1,-1 1-1,1-1 1,0 0-1,0 1 1,-1-1-1,1 1 1,0-1-1,0 0 1,0 1-1,0-1 1,0 1-1,0-1 1,0 0-1,0 0 1,18-7 4396,-2 2-4379,42-19 3066,2 2 1,116-27-1,-172 49-3146,0 0 0,1 0 0,-1 1 0,0-1 0,0 1 0,0 0 1,0 0-1,0 0 0,0 0 0,0 1 0,1 0 0,-1 0 0,0 0 0,0 0 0,6 4 0,-9-5-80,0 0 1,-1 1-1,1-1 0,0 1 1,-1-1-1,1 0 0,-1 1 1,1 0-1,-1-1 0,1 1 1,-1-1-1,1 1 0,-1 0 1,0-1-1,1 1 0,-1 0 1,0-1-1,1 1 0,-1 0 1,0-1-1,0 1 0,0 0 1,1 1-1,-7 19-314,3-13 201,-38 87-3949,-86 146 1,82-159 2611,-37 45 3782,82-127-2256,0 0 1,0 1 0,0-1-1,0 1 1,0-1-1,0 0 1,0 1-1,0-1 1,0 1-1,1-1 1,-1 0-1,0 1 1,0-1-1,1 0 1,-1 1 0,0-1-1,0 0 1,1 0-1,-1 1 1,0-1-1,1 0 1,-1 0-1,0 1 1,1-1-1,-1 0 1,0 0 0,1 0-1,-1 0 1,0 1-1,1-1 1,-1 0-1,1 0 1,0 0 196,2 1-58,0 0-1,0 0 1,0 0 0,0 0 0,0 0-1,0-1 1,0 0 0,0 0 0,1 0-1,-1 0 1,4 0 0,37-9 883,-27 5-616,440-99 1649,-337 80-2122,-177 38-7018,-7 2-3248,18-5-2233</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8.534"/>
    </inkml:context>
    <inkml:brush xml:id="br0">
      <inkml:brushProperty name="width" value="0.035" units="cm"/>
      <inkml:brushProperty name="height" value="0.035" units="cm"/>
    </inkml:brush>
  </inkml:definitions>
  <inkml:trace contextRef="#ctx0" brushRef="#br0">32 41 13709,'8'4'1726,"-12"-3"-430,-20-5 750,13 3 8164,15 0-8688,204-3 442,-117 6-1670,540 26-294,-110-2 0,-406-21 0,-107-4-39,-1-1 0,1-1 0,-1 1 0,1-1 0,-1-1 0,12-3 0,-2 1-546,-17 4 548,0 0 0,0 0-1,1 0 1,-1 0 0,0 0 0,0 0 0,0 0 0,0 0 0,0 0-1,0 0 1,1 0 0,-1 0 0,0 0 0,0 0 0,0 0-1,0 0 1,0 0 0,1 0 0,-1 0 0,0 0 0,0 0-1,0 0 1,0-1 0,0 1 0,0 0 0,0 0 0,1 0 0,-1 0-1,0 0 1,0 0 0,0 0 0,0 0 0,0-1 0,0 1-1,0 0 1,0 0 0,0 0 0,0 0 0,0 0 0,0 0-1,0-1 1,0 1 0,0 0 0,0 0 0,0 0 0,0 0 0,0 0-1,0-1 1,0 1 0,0 0 0,0 0 0,0 0 0,0 0-1,0 0 1,0-1 0,0 1 0,0 0 0,0 0 0,0 0-1,0 0 1,0 0 0,-1 0 0,0-4-575,-1-1 0,1 2 1,-1-1-1,0 0 0,0 0 0,-1 1 1,1-1-1,-1 1 0,0 0 0,0 0 0,0 0 1,-5-4-1,-18-9-6278,-3 2-4851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9.126"/>
    </inkml:context>
    <inkml:brush xml:id="br0">
      <inkml:brushProperty name="width" value="0.035" units="cm"/>
      <inkml:brushProperty name="height" value="0.035" units="cm"/>
    </inkml:brush>
  </inkml:definitions>
  <inkml:trace contextRef="#ctx0" brushRef="#br0">1 73 5144,'0'0'8497,"2"1"-7017,2 0-1955,-3 0 774,0-1 0,0 1 0,0-1-1,0 1 1,0-1 0,0 1 0,0-1 0,0 0-1,0 0 1,0 1 0,0-1 0,0 0 0,0 0-1,0 0 1,0 0 0,0 0 0,0 0 0,0-1 0,0 1-1,0 0 1,0 0 0,0-1 0,0 1 0,0-1-1,0 1 1,0-1 0,0 1 0,0-1 0,0 1-1,-1-1 1,1 0 0,0 0 0,1-1 0,2-1 63,0-1 0,1 1 1,0 0-1,0 1 1,-1-1-1,2 1 0,-1 0 1,10-3-1,46-8 1943,-60 13-2239,17-3 277,7-1 650,44-12 0,-45 9-992,-17 9-2,-3 0-4,-3-2-18,0 0 1,0 0 0,-1 0 0,1 1 0,0-1-1,0 0 1,-1 1 0,1-1 0,0 0-1,-1 1 1,1-1 0,0 1 0,-1-1-1,1 1 1,-1-1 0,1 1 0,-1 0 0,1-1-1,-1 1 1,0-1 0,1 1 0,-1 0-1,1 0 1,-1-1 0,0 1 0,0 0 0,1 1-1,-1 1-153,0 1-1,1-1 0,-1 0 1,-1 0-1,1 1 1,0-1-1,-2 4 0,-2 9-1053,-13 30-1,16-42 1170,-62 141-5809,28-74 5925,23-54 1379,5-8 2288,113-15 113,-39 1-2448,17 0-1387,-53 4 0,-25 3 0,1 1 0,-5-2 0,-1-1 0,0 0 0,-1 0 0,1 0 0,0 0 0,0 0 0,0 1 0,0-1 0,-1 0 0,1 1 0,0-1 0,0 0 0,-1 1 0,1-1 0,0 1 0,-1-1 0,1 1 0,0-1 0,0 2 0,-1 0 0,1 1 0,-1-1 0,0 0 0,0 1 0,0-1 0,0 0 0,-1 1 0,1-1 0,-1 0 0,1 0 0,-1 0 0,-1 3 0,-12 31 0,11-31 0,-6 14-783,-1 0 1,0-1-1,-1 0 1,-28 32-1,30-39-14,-2-1 0,1 1-1,-2-2 1,1 1 0,-1-2 0,0 1-1,-22 9 1,26-14-1019,0-1-1,-1-1 1,-11 3-1,-23 1-10409</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09.501"/>
    </inkml:context>
    <inkml:brush xml:id="br0">
      <inkml:brushProperty name="width" value="0.035" units="cm"/>
      <inkml:brushProperty name="height" value="0.035" units="cm"/>
    </inkml:brush>
  </inkml:definitions>
  <inkml:trace contextRef="#ctx0" brushRef="#br0">78 0 13865,'5'7'392,"-2"-4"-84,-1 0-1,1 1 0,-1-1 1,0 1-1,0-1 0,0 1 1,0 0-1,-1 0 0,1 0 0,-1 0 1,0 0-1,0 0 0,0 5 1,1 1 460,0 0 0,1 0 0,0 0 0,1-1 0,8 18 0,34 47 2394,-10-15-1665,-2 6-1028,-4 1 1,-3 1-1,-2 2 0,-3 0 0,15 90 1,-19-44 238,-4 1 0,-2 181 0,-18-157-950,-30 186 0,-54 134-1167,64-359-1475,-71 180 0,-14-43-7207,42-118-1940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31.292"/>
    </inkml:context>
    <inkml:brush xml:id="br0">
      <inkml:brushProperty name="width" value="0.035" units="cm"/>
      <inkml:brushProperty name="height" value="0.035" units="cm"/>
    </inkml:brush>
  </inkml:definitions>
  <inkml:trace contextRef="#ctx0" brushRef="#br0">1 0 27461,'6682'14'0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2.936"/>
    </inkml:context>
    <inkml:brush xml:id="br0">
      <inkml:brushProperty name="width" value="0.035" units="cm"/>
      <inkml:brushProperty name="height" value="0.035" units="cm"/>
    </inkml:brush>
  </inkml:definitions>
  <inkml:trace contextRef="#ctx0" brushRef="#br0">0 0 18051,'6530'0'0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7.451"/>
    </inkml:context>
    <inkml:brush xml:id="br0">
      <inkml:brushProperty name="width" value="0.035" units="cm"/>
      <inkml:brushProperty name="height" value="0.035" units="cm"/>
    </inkml:brush>
  </inkml:definitions>
  <inkml:trace contextRef="#ctx0" brushRef="#br0">213 311 7353,'13'6'219,"6"2"3084,-33-22 9532,11 13-11779,-2-1-812,-7-4 1481,12 6-1686,0-1 0,0 1 0,0-1 0,0 1 0,0 0-1,0-1 1,0 1 0,0-1 0,0 1 0,0-1 0,0 1 0,1 0 0,-1-1 0,0 1 0,0 0 0,1-1-1,-1 1 1,0 0 0,0-1 0,1 1 0,-1 0 0,0-1 0,1 1 0,-1 0 0,0 0 0,1-1 0,-1 1-1,0 0 1,1 0 0,-1 0 0,1 0 0,-1 0 0,1-1 0,104-57 1986,29-18-1249,-130 73-831,1 0 0,-1 0 0,0 0 0,0 0 0,0 0 0,-1-1 0,4-4-1,-5 5-110,-1 0 0,1 0 0,-1 0-1,0 0 1,0 0 0,0 0-1,0-1 1,-1 1 0,1 0-1,-1 0 1,0-1 0,0-3 0,-1 4 48,1 0 1,-1 0 0,1 0 0,-1 0 0,0 0 0,0 0-1,-1 1 1,1-1 0,-1 0 0,1 1 0,-1-1 0,0 1 0,0-1-1,0 1 1,0 0 0,0 0 0,0 0 0,-1 0 0,1 0-1,-1 0 1,1 1 0,-1-1 0,0 1 0,-3-1 0,-4-2-170,1 0 0,-1 1 1,0 0-1,0 0 1,0 1-1,-11 0 0,5 1 244,0 1 0,-1 0 0,1 1-1,0 1 1,0 1 0,1 0-1,-1 1 1,1 1 0,-1 0-1,1 1 1,1 1 0,-1 0 0,1 1-1,1 0 1,-1 1 0,1 1-1,1 0 1,0 1 0,0 0-1,-17 23 1,21-23 375,0 1-1,1 0 1,0 0 0,1 1 0,-6 17-1,10-26-186,1 1 0,0 0 0,0 0 0,0 0 0,1 0 0,-1 0 0,1 0 0,0 0 0,1 0 0,-1 0 0,1 0 0,0 0 0,0 0 0,1-1 0,-1 1 0,1 0 0,0-1 0,3 6 0,3 1 141,1 0 0,0 0 0,0-1 0,1 0 0,0-1 0,1 0 0,0 0 0,0-2 0,17 10-1,3-1 263,0-2 0,55 18 0,-37-17-614,55 10 1,-84-22-591,0 0 0,1-2 0,-1 0 0,0-1 0,34-5 0,-36 3-94,19-5-2271,-3-4-3946,0-12-6904</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7.701"/>
    </inkml:context>
    <inkml:brush xml:id="br0">
      <inkml:brushProperty name="width" value="0.035" units="cm"/>
      <inkml:brushProperty name="height" value="0.035" units="cm"/>
    </inkml:brush>
  </inkml:definitions>
  <inkml:trace contextRef="#ctx0" brushRef="#br0">0 3 12281,'10'12'2139,"-9"-12"-2034,-1 0 0,1 0 0,-1 0 0,1 0 0,-1 0-1,1 0 1,-1 0 0,1-1 0,-1 1 0,1 0 0,-1 0 0,1 0-1,-1-1 1,1 1 0,-1 0 0,1 0 0,-1-1 0,1 1-1,-1 0 1,1-1 0,1-1 2293,302-4 11349,-168 3-23749</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8.076"/>
    </inkml:context>
    <inkml:brush xml:id="br0">
      <inkml:brushProperty name="width" value="0.035" units="cm"/>
      <inkml:brushProperty name="height" value="0.035" units="cm"/>
    </inkml:brush>
  </inkml:definitions>
  <inkml:trace contextRef="#ctx0" brushRef="#br0">329 1 14213,'-2'1'247,"0"-1"0,0 1-1,0 1 1,0-1 0,1 0-1,-1 0 1,0 1 0,0-1-1,1 1 1,-1-1 0,1 1 0,-1 0-1,1 0 1,0-1 0,0 1-1,-2 4 1,-12 16 938,-6 5-562,1 1-1,-21 41 1,-8 10-667,-65 99-3930,111-174 3405,0-1 1,0 1 0,-1-1 0,1 0 0,-8 5-1,-2 3-3973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8.281"/>
    </inkml:context>
    <inkml:brush xml:id="br0">
      <inkml:brushProperty name="width" value="0.035" units="cm"/>
      <inkml:brushProperty name="height" value="0.035" units="cm"/>
    </inkml:brush>
  </inkml:definitions>
  <inkml:trace contextRef="#ctx0" brushRef="#br0">1 0 18222,'0'1'273,"1"0"1,-1 0 0,0-1-1,1 1 1,-1 0-1,0 0 1,1 0 0,-1 0-1,0 0 1,0-1-1,0 1 1,1 0 0,-1 0-1,0 0 1,-1 1 0,2 4 639,5 16 554,2 0-1,0-1 0,2 0 0,0-1 0,24 35 0,-10-15-1066,7 22-416,-2 1 1,37 125-1,-44-123-273,-11-17-2208,-4 27-6226,-4-40 2933,3-11-6590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8.643"/>
    </inkml:context>
    <inkml:brush xml:id="br0">
      <inkml:brushProperty name="width" value="0.035" units="cm"/>
      <inkml:brushProperty name="height" value="0.035" units="cm"/>
    </inkml:brush>
  </inkml:definitions>
  <inkml:trace contextRef="#ctx0" brushRef="#br0">573 0 13841,'-55'19'1786,"52"-17"-1654,1-1 0,-1 0 0,1 1 0,-1-1 0,1 1 0,0 0 0,-1 0 0,1 0 0,0 0 0,0 0 0,1 0 0,-1 0 1,0 1-1,1-1 0,-1 1 0,0 2 0,-5 8 324,-49 56 1414,34-44-1436,-20 30 0,-33 70 236,33-51-509,-13 22-591,-33 52-1761,70-121-359,-33 35 0,39-52-1804,-1-13-2484</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8.863"/>
    </inkml:context>
    <inkml:brush xml:id="br0">
      <inkml:brushProperty name="width" value="0.035" units="cm"/>
      <inkml:brushProperty name="height" value="0.035" units="cm"/>
    </inkml:brush>
  </inkml:definitions>
  <inkml:trace contextRef="#ctx0" brushRef="#br0">0 1 17050,'12'6'1259,"0"0"0,0 1 0,-1 1 0,0 0 0,-1 0 0,15 15 0,27 36-396,-3 3 0,-2 2 0,-3 2 0,-4 2 0,-2 2 0,-3 1 0,35 104 0,-61-142-886,-1 0 0,-2 0 0,-1 1 0,0 46 0,-3-45-250,-1-29-428,-1 0 1,0 0-1,0 0 0,-1 0 1,0 0-1,0 0 0,-2 6 1,2-10-85,0 0 0,0 1 1,0-2-1,0 1 0,0 0 1,0 0-1,0 0 0,-1 0 1,1-1-1,-1 1 0,-2 2 1,3-4-322,0 1 0,-1-1 1,1 1-1,-1 0 0,1-1 1,0 0-1,-1 1 0,1-1 1,-1 0-1,1 0 1,-1 0-1,-2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49.334"/>
    </inkml:context>
    <inkml:brush xml:id="br0">
      <inkml:brushProperty name="width" value="0.035" units="cm"/>
      <inkml:brushProperty name="height" value="0.035" units="cm"/>
    </inkml:brush>
  </inkml:definitions>
  <inkml:trace contextRef="#ctx0" brushRef="#br0">98 44 12061,'0'0'6288,"-2"0"-5375,-25 0 368,24 0 292,1 2-1315,0 0-12,1 0-1,-1 0 1,0 0-1,1 0 1,-1 0 0,1 1-1,-1-1 1,1 1 0,0-1-1,0 1 1,-1 3-1,2-5-180,0 0 0,0 0 0,0 0 0,0 0 0,0 0-1,0 0 1,0 0 0,1 0 0,-1 0 0,0 0 0,1 0 0,-1 0-1,0 0 1,1 0 0,0 0 0,-1 0 0,1 0 0,-1 0 0,1 0 0,0 0-1,0-1 1,-1 1 0,1 0 0,0-1 0,0 1 0,0 0 0,0-1-1,0 1 1,0-1 0,0 0 0,0 1 0,0-1 0,1 1 0,35 12 517,1-2 0,1-2 0,-1-1 1,1-2-1,1-1 0,-1-3 0,1-1 1,75-8-1,-80 4-582,-27 4 0,0-1 0,0-1 0,-1 0 0,1 0 0,0 0 0,-1-1 0,1 0 0,-1 0 0,0-1 0,9-4 0,-15 6-10,-1 1 1,1-1-1,-1 1 1,1-1-1,-1 1 1,1-1-1,-1 1 1,1-1-1,-1 0 1,0 1-1,1-1 0,-1 0 1,0 1-1,0-1 1,1 0-1,-1 1 1,0-1-1,0 0 1,0 0-1,0 1 1,0-1-1,0 0 0,0 1 1,0-1-1,0-1 1,-1 0-53,1 0 1,-1 0-1,0 0 1,0 1-1,0-1 1,0 0-1,0 0 1,0 1-1,-3-3 1,-1-2-250,-1 0 1,-1 1-1,1 0 1,-8-5-1,0 2-309,0 1 0,-1 1 0,0 0 0,0 0 0,-26-4 0,10 4-790,-60-4 0,-128 8-4999,125 6-2468,68-2 3336</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0.296"/>
    </inkml:context>
    <inkml:brush xml:id="br0">
      <inkml:brushProperty name="width" value="0.035" units="cm"/>
      <inkml:brushProperty name="height" value="0.035" units="cm"/>
    </inkml:brush>
  </inkml:definitions>
  <inkml:trace contextRef="#ctx0" brushRef="#br0">48 123 5809,'0'0'2392,"-3"-1"-1454,-24-9 675,25 9-79,0 2-706,-11 9 2025,13-10-2693,0 0 1,0 1 0,0-1 0,0 0 0,0 0-1,0 1 1,0-1 0,0 0 0,0 0 0,0 0-1,0 1 1,0-1 0,1 0 0,-1 0-1,0 0 1,0 1 0,0-1 0,0 0 0,0 0-1,1 0 1,-1 0 0,0 1 0,0-1 0,0 0-1,0 0 1,1 0 0,-1 0 0,0 0-1,0 0 1,0 0 0,1 0 0,-1 0 0,0 0-1,0 0 1,1 1 0,-1-1 0,0 0 0,21 2 5029,-5-2-6687,37-2 2953,73-14 1,-35 4-411,679-63 724,5 50-502,39 65-1425,1 31-172,133 10 8,-487-44-369,-375-29 508,57 1-1678,-103-13-1619,-31 3-1809,-30 6-1213,-26 4-4475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0.700"/>
    </inkml:context>
    <inkml:brush xml:id="br0">
      <inkml:brushProperty name="width" value="0.035" units="cm"/>
      <inkml:brushProperty name="height" value="0.035" units="cm"/>
    </inkml:brush>
  </inkml:definitions>
  <inkml:trace contextRef="#ctx0" brushRef="#br0">96 223 13097,'-10'15'1135,"1"1"-1,1 0 1,1 1-1,0-1 1,1 1-1,1 1 1,-6 33-1,8-28-665,1 0-1,0 1 0,2-1 1,1 1-1,5 35 1,16 39 1477,-22-104-1776,1 0 1,-1 1-1,1-1 1,1 0-1,1-6 0,0 1-13,9-40 239,-2 1 1,7-95-1,-18 80-705,-13-82-1,9 101-706,4 36 410,-1 1 0,0 0 1,0 0-1,0 1 0,-1-1 1,-1 0-1,1 1 1,-9-13-1,12 20 319,-1 0 0,0 0 0,1 0-1,-1 0 1,0 0 0,1 0 0,-1 1 0,0-1-1,0 0 1,0 0 0,1 1 0,-1-1 0,0 1 0,0-1-1,0 1 1,0-1 0,0 1 0,-1-1 0,1 1 0,0 0-1,0-1 1,0 1 0,0 0 0,0 0 0,0 0 0,0 0-1,0 0 1,-1 0 0,1 0 0,0 1 0,-2 0 0,-17 1-9752</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1.080"/>
    </inkml:context>
    <inkml:brush xml:id="br0">
      <inkml:brushProperty name="width" value="0.035" units="cm"/>
      <inkml:brushProperty name="height" value="0.035" units="cm"/>
    </inkml:brush>
  </inkml:definitions>
  <inkml:trace contextRef="#ctx0" brushRef="#br0">133 309 13437,'-4'1'279,"2"-1"-3,-1 1 1,1-1 0,-1 1 0,1 0-1,0 0 1,-1 0 0,1 1-1,0-1 1,0 0 0,0 1 0,0-1-1,-3 4 1,3-4 15,1 0 0,-1 0 0,1 0 1,-1 0-1,1 0 0,-1 0 0,0-1 0,1 1 0,-4 0 1,-2 2 288,5-2 129,-3 7 197,-8 7 4313,10-26-4737,1 5-307,0 1-1,1-1 1,-1 1 0,1-1 0,1 0 0,-1 1-1,1-1 1,0-7 0,3-11 201,0-3 580,1-45 1,-4 31-529,-2-19-580,-9 26-1692,-1-1-3766,0 42-5149,0 6-336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1.252"/>
    </inkml:context>
    <inkml:brush xml:id="br0">
      <inkml:brushProperty name="width" value="0.035" units="cm"/>
      <inkml:brushProperty name="height" value="0.035" units="cm"/>
    </inkml:brush>
  </inkml:definitions>
  <inkml:trace contextRef="#ctx0" brushRef="#br0">18 61 20470,'-17'9'2972,"34"-15"-388,-2 0 3281,-4-8-10325,-5-15 1379,-12 15-35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1.629"/>
    </inkml:context>
    <inkml:brush xml:id="br0">
      <inkml:brushProperty name="width" value="0.035" units="cm"/>
      <inkml:brushProperty name="height" value="0.035" units="cm"/>
    </inkml:brush>
  </inkml:definitions>
  <inkml:trace contextRef="#ctx0" brushRef="#br0">11 132 18006,'0'0'127,"-1"0"0,0 0 0,1 0 0,-1-1-1,1 1 1,-1 0 0,0-1 0,1 1 0,-1-1 0,1 1 0,-1-1 0,1 1 0,0-1 0,-1 1 0,1-1 0,-1 1 0,1-1 0,0 1 0,0-1 0,-1 0 0,1 1 0,0-1 0,0 1 0,-1-2 0,16-2 3752,10-2-289,-11 2-2815,-1 1 0,1 0 0,18-1 0,16-4 243,-45 8-1018,339-69 0,-298 66-311,-38 3 8,0 0 1,0 0-1,1-1 1,-1 0-1,0 0 0,0 0 1,10-5-1,-3 1-2432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1.960"/>
    </inkml:context>
    <inkml:brush xml:id="br0">
      <inkml:brushProperty name="width" value="0.035" units="cm"/>
      <inkml:brushProperty name="height" value="0.035" units="cm"/>
    </inkml:brush>
  </inkml:definitions>
  <inkml:trace contextRef="#ctx0" brushRef="#br0">1 26 17806,'1'1'197,"1"0"0,0-1 1,0 1-1,-1-1 1,1 1-1,0-1 1,0 1-1,0-1 0,-1 0 1,1 0-1,0 0 1,0 0-1,0 0 1,2-1-1,-3 0 64,0-1 0,-1 1 0,1 0 0,0-1 0,-1 1 0,1 0 0,-1-1 0,0 1 0,1-1 0,-1 1 0,0-1 0,0 1 0,0-1 0,0 1 0,0-1 0,-1-2 0,1 1 3027,3 18-1235,10 71-511,1 97 0,-10-66-4133,-2-37-3240,2 0-4593,-4-54-1375</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2.449"/>
    </inkml:context>
    <inkml:brush xml:id="br0">
      <inkml:brushProperty name="width" value="0.035" units="cm"/>
      <inkml:brushProperty name="height" value="0.035" units="cm"/>
    </inkml:brush>
  </inkml:definitions>
  <inkml:trace contextRef="#ctx0" brushRef="#br0">159 252 13825,'-18'8'3807,"26"-11"3691,19-6-939,-9 4-8082,73-21 3127,-56 15-1220,-18 6-479,0 0 0,-1-1-1,0 0 1,0-2 0,23-14-1,-37 21-6,0-1-1,-1 1 0,1-1 0,0 1 1,-1-1-1,1 0 0,-1 0 1,0 0-1,0 0 0,0 0 1,0 0-1,0 0 0,0 0 1,0 0-1,-1 0 0,1-1 1,-1 1-1,1 0 0,-1 0 0,0-1 1,0 1-1,0 0 0,0 0 1,0-1-1,-1 1 0,1 0 1,-1 0-1,1-1 0,-1 1 1,0 0-1,-1-3 0,-1 0-111,1 0 1,-1-1-1,0 1 0,0 0 1,-1 0-1,1 1 0,-1-1 1,0 1-1,0 0 0,-1 0 0,-4-4 1,1 4 79,0 0 0,0 1 0,0 0 1,-1 0-1,1 1 0,0 0 1,-1 0-1,0 1 0,1 0 0,-1 0 1,0 1-1,-14 2 0,0 0 124,-1 2 0,1 1 0,-30 10 0,41-12 255,1 2 1,0-1-1,0 2 0,0-1 1,0 2-1,1-1 1,0 1-1,1 1 0,-15 14 1,19-17-91,1 0 0,0 0 0,0 0 0,1 1-1,-1-1 1,1 1 0,0 0 0,1 0 0,0 0 0,0 1 0,0-1 0,0 0 0,1 1 0,0-1 0,1 1 0,-1-1 0,1 1 0,1-1-1,0 9 1,2 0 63,0-1 0,0 0 0,2-1 0,0 1 0,0-1 0,1 0 0,1 0 0,0 0 0,1-1 0,0 0 0,1-1 0,0 0 0,1 0 0,17 14 0,-15-15-318,1-1 0,0-1 0,0 0 0,1 0 0,0-2 0,0 0 0,1 0 0,-1-1 0,1-1 0,0-1 0,1 0 0,-1-1 0,23 1 0,-20-4-879,-1-1 0,1 0 0,-1-2 0,0 0 0,31-11 0,-2 0-2147,13-3-4151,-3-11-4837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2.733"/>
    </inkml:context>
    <inkml:brush xml:id="br0">
      <inkml:brushProperty name="width" value="0.035" units="cm"/>
      <inkml:brushProperty name="height" value="0.035" units="cm"/>
    </inkml:brush>
  </inkml:definitions>
  <inkml:trace contextRef="#ctx0" brushRef="#br0">1 18 18622,'11'11'6028,"7"-14"-3492,-1 0-263,3 6-377,3 0-484,0-3-1412,3-3 0,5 3 0,1 0 0,-3 0 0,0 3 0,-12-6 0,0 3 0,0-8-2684,4 5-1817,-10-12-2995</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3.049"/>
    </inkml:context>
    <inkml:brush xml:id="br0">
      <inkml:brushProperty name="width" value="0.035" units="cm"/>
      <inkml:brushProperty name="height" value="0.035" units="cm"/>
    </inkml:brush>
  </inkml:definitions>
  <inkml:trace contextRef="#ctx0" brushRef="#br0">259 0 16077,'23'20'5997,"-43"-17"-4677,-18 14-260,15 12-216,-2 3-384,2 8-616,0 3-360,-3-3-588,0 3-712,-6-2-636,6-4-3413,6-8-5000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3.303"/>
    </inkml:context>
    <inkml:brush xml:id="br0">
      <inkml:brushProperty name="width" value="0.035" units="cm"/>
      <inkml:brushProperty name="height" value="0.035" units="cm"/>
    </inkml:brush>
  </inkml:definitions>
  <inkml:trace contextRef="#ctx0" brushRef="#br0">0 0 19166,'7'27'2896,"1"0"1,14 32-1,-10-29-596,11 41-1,4 21-2104,45 105 0,16 50-272,-81-222-204,14 50-3468,-16-54 1000,-1 1 0,-1-1 0,0 31 1,-3-31-12010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3.824"/>
    </inkml:context>
    <inkml:brush xml:id="br0">
      <inkml:brushProperty name="width" value="0.035" units="cm"/>
      <inkml:brushProperty name="height" value="0.035" units="cm"/>
    </inkml:brush>
  </inkml:definitions>
  <inkml:trace contextRef="#ctx0" brushRef="#br0">345 1 13997,'-25'26'1988,"-10"-3"-259,-5 0-205,11 0-196,9 0-176,-3 8-264,-6 4-176,3 2-220,0 4-392,3 2-176,6-6-152,0-5-296,5-4-540,9-13-576,-8 2-400,2 0-3433</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4.059"/>
    </inkml:context>
    <inkml:brush xml:id="br0">
      <inkml:brushProperty name="width" value="0.035" units="cm"/>
      <inkml:brushProperty name="height" value="0.035" units="cm"/>
    </inkml:brush>
  </inkml:definitions>
  <inkml:trace contextRef="#ctx0" brushRef="#br0">0 0 20730,'33'32'6136,"-27"-26"-5089,1 0-1,-1 0 1,0 0 0,7 11 0,75 137-380,-33-61-667,-4 3 0,52 138 0,-94-208-372,1-1 0,2 0-1,27 45 1,-25-41-3365,-9-11-5664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4.408"/>
    </inkml:context>
    <inkml:brush xml:id="br0">
      <inkml:brushProperty name="width" value="0.035" units="cm"/>
      <inkml:brushProperty name="height" value="0.035" units="cm"/>
    </inkml:brush>
  </inkml:definitions>
  <inkml:trace contextRef="#ctx0" brushRef="#br0">52 12 16385,'7'-11'2708,"-16"16"124,6-2-2266,-1 0 0,1 0 0,0 1 1,0-1-1,-5 8 0,3 7 2,1-1 0,0 0 1,2 1-1,-2 19 0,3-20-326,-5 130 84,6-142-402,2-9-165,-1 0 115,1 0 0,0 0 0,0 1 0,6-8 0,1-3-214,-3 4-284,0 0 1,0 0-1,-2-1 1,1 0-1,-1 0 1,-1 0-1,0 0 1,0-1-1,1-12 1,-3 15-233,1-4-266,-4 1-5589,-3-2-2825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5.166"/>
    </inkml:context>
    <inkml:brush xml:id="br0">
      <inkml:brushProperty name="width" value="0.035" units="cm"/>
      <inkml:brushProperty name="height" value="0.035" units="cm"/>
    </inkml:brush>
  </inkml:definitions>
  <inkml:trace contextRef="#ctx0" brushRef="#br0">78 156 8989,'-49'0'6417,"47"0"-5035,-1 0-159,-5 4-506,-7 3 2766,29 3-1140,0-1-1563,-3-6-481,0 0 1,0-1 0,0-1-1,18 1 1,-11-1-65,363 2 3285,-202-5-2293,1564 19-274,-774-5-953,-2-47 0,-898 31-509,0-4 0,-1-2 0,74-22 0,-140 32 463,55-21-1431,-53 20 1263,0-1 1,0-1-1,0 1 0,0 0 0,-1-1 0,1 0 1,-1 0-1,0 0 0,0 0 0,4-5 0,-6 8 103,-1-1 0,1 0-1,-1 0 1,1 0 0,-1 0-1,1 0 1,-1 0-1,1-1 1,-1 1 0,0 0-1,0 0 1,0 0-1,1 0 1,-1 0 0,0 0-1,0-1 1,-1 1 0,1 0-1,0 0 1,0 0-1,0 0 1,-1 0 0,1 0-1,-1 0 1,1 0-1,-2-2 1,0 0-265,0 1 0,0 0-1,0-1 1,0 1 0,-1 0 0,1 0-1,-6-3 1,1 1-973,0 0 0,-1 1-1,1 0 1,-14-3 0,-46-7-9760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8.720"/>
    </inkml:context>
    <inkml:brush xml:id="br0">
      <inkml:brushProperty name="width" value="0.035" units="cm"/>
      <inkml:brushProperty name="height" value="0.035" units="cm"/>
    </inkml:brush>
  </inkml:definitions>
  <inkml:trace contextRef="#ctx0" brushRef="#br0">59 3 12453,'-1'0'236,"0"-1"0,-1 1-1,1-1 1,0 1 0,-1 0-1,1 0 1,0-1 0,-1 1 0,1 0-1,0 0 1,-1 0 0,1 0-1,0 1 1,-1-1 0,1 0 0,0 1-1,-2 0 1,1-1 310,-2 0 3677,2 1-2503,-20 9 1013,22-9-2634,-1 0-1,1 0 0,-1 0 0,1 0 0,0 0 0,-1 0 0,1 0 0,0 0 1,0 0-1,0 0 0,0 0 0,0 0 0,0 0 0,0 0 0,0 0 1,0 0-1,0 0 0,1 1 0,-1-1 103,3 43 1005,13 218 1344,-17-209-2679,0-42-515,0 1 0,1-1 0,1 1 0,0-1 1,0 1-1,6 20 0,-5-26-93,0 0-510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9.109"/>
    </inkml:context>
    <inkml:brush xml:id="br0">
      <inkml:brushProperty name="width" value="0.035" units="cm"/>
      <inkml:brushProperty name="height" value="0.035" units="cm"/>
    </inkml:brush>
  </inkml:definitions>
  <inkml:trace contextRef="#ctx0" brushRef="#br0">72 320 10617,'0'0'7469,"0"2"-6706,5 30 443,-4-29 2175,-1-8-2463,3-103 1601,-1 51-2186,-1 0 1,-10-69-1,9 122-1172,-3 5-2323,1-1 2828,1 1 1,0-1 0,-1 1-1,1 0 1,-1-1 0,1 1-1,0 0 1,0 0 0,-3 2-1,-2 1-801,-24 21-5099,10 5-3951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0:59.314"/>
    </inkml:context>
    <inkml:brush xml:id="br0">
      <inkml:brushProperty name="width" value="0.035" units="cm"/>
      <inkml:brushProperty name="height" value="0.035" units="cm"/>
    </inkml:brush>
  </inkml:definitions>
  <inkml:trace contextRef="#ctx0" brushRef="#br0">1 81 16678,'0'0'6148,"9"-9"-4708,2 1 1957,1 2-2909,-1 0 216,3-2-1276,-2-1-565,-15-8-10716,0 0-456</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1.776"/>
    </inkml:context>
    <inkml:brush xml:id="br0">
      <inkml:brushProperty name="width" value="0.035" units="cm"/>
      <inkml:brushProperty name="height" value="0.035" units="cm"/>
    </inkml:brush>
  </inkml:definitions>
  <inkml:trace contextRef="#ctx0" brushRef="#br0">377 216 8897,'0'0'39,"0"0"1,0 0-1,-1 0 0,1 0 1,0 0-1,0 0 1,0 0-1,0 0 1,0 0-1,-1 0 0,1 0 1,0 0-1,0 0 1,0 0-1,0 0 0,0 0 1,-1 0-1,1 0 1,0 0-1,0-1 1,0 1-1,0 0 0,0 0 1,0 0-1,-1 0 1,1 0-1,0 0 1,0 0-1,0 0 0,0-1 1,0 1-1,0 0 1,0 0-1,0 0 0,0 0 1,0 0-1,0-1 1,0 1-1,0 0 1,0 0-1,0 0 0,0 0 1,0 0-1,0-1 1,0 1-1,0 0 0,0 0 1,10-5 11487,-11 7-11317,0 0-162,0 0 0,0-1-1,-1 1 1,1 0 0,0-1-1,-1 1 1,1-1 0,-1 0 0,1 1-1,-1-1 1,0 0 0,1 0-1,-1 0 1,0 0 0,0 0 0,0-1-1,0 1 1,0 0 0,0-1-1,0 0 1,0 1 0,0-1 0,0 0-1,0 0 1,0 0 0,0 0-1,-3-1 1,2 1-26,-1 1-1,1-1 1,0 1-1,-1 0 1,1 0 0,0 0-1,0 0 1,-3 2-1,-8 2-23,-9 5 5,0 1 0,0 1 1,1 1-1,1 0 0,0 2 0,-24 21 0,35-27-2,0 1 0,0 0 1,1 0-1,0 1 0,1 0 0,0 0 0,-6 15 0,9-18 19,1 1 1,0 1-1,1-1 0,0 0 0,0 1 0,1 0 0,0-1 0,1 1 1,0 0-1,1 16 0,1-19 15,0 0 0,1 0 1,0 0-1,1 0 0,-1 0 1,1 0-1,0-1 0,1 1 0,7 10 1,2 0 60,0-1 0,17 16 0,-19-22-70,1-1 1,0 0-1,22 12 0,-22-14-24,-4-3-42,-1-1 0,1-1 0,0 1 1,0-1-1,-1 0 0,1-1 0,0 0 0,13 0 0,2 1-94,-12-1 69,1 0-1,0-1 1,0 0-1,22-5 1,-18 2 38,-1 0 0,1-2 0,-1 0 0,0-1 0,-1 0 0,24-14 0,-20 7 26,-16 7 11,-2 2 3,6-9 21,5-9 27,-2-1 1,0 0-1,7-35 1,5-70 358,-21 93 123,0 32-336,0-15 63,-2 2-166,1 13-1,1 0-18,-5-30 77,4 21-27,-1 0-1,0 0 1,0 0 0,-2 1-1,1-1 1,-8-14-1,-15-20 1156,25 44-1189,0 1-92,1 0 0,-1 1 0,1-1-1,-1 0 1,1 0 0,-1 1 0,1-1 0,-1 0-1,1 0 1,0 1 0,0-1 0,-1 0 0,1 0-1,0 0 1,0 0 0,0-1 0,-6-12 122,-7-11 199,-6 11-295,17 13 13,-1-1-10,-20-16 22,-7-2-2,20 14-44,0-1 0,-16-13 0,20 15-11,0 0 0,0 1-1,0 0 1,-1 0 0,0 1 0,1 0-1,-10-3 1,14 5-1,-22-6-9,22 7-40,0-1 69,-22-9 14,21 9-35,0 1-31,2-1 31,-1 1-2,-1-1-1,0 1 1,1-1 0,-1 1 0,0 0-1,0 0 1,0 0 0,1 1 0,-1-1-1,0 0 1,0 1 0,1 0 0,-5 1-1,2 1-2,-1 0 0,1 0 0,0 0-1,1 1 1,-1 0 0,1-1-1,-1 2 1,1-1 0,0 0 0,1 1-1,-1 0 1,1 0 0,-3 5-1,-19 32-63,13-23 78,1 1-1,-10 26 0,15-31-39,-2 4 23,1-1 1,1 2-1,-5 31 1,4-9-26,3-25 17,2 1 0,0-1-1,1 0 1,1 20 0,2-16-6,2 0 0,0-1 0,1 0 1,1 1-1,1-2 0,15 32 0,-21-49 19,1-1-27,3 5 24,0-1-1,1-1 1,-1 1-1,1-1 1,12 7-1,-16-10 11,1-1-34,71 14 94,-70-14-60,-2 0-47,27 0 85,-26 0-27,26 6-76,-26-6 113,12 3-6,33 8 56,-37-12-96,1 0 0,-1-1 0,1-1 0,-1 0-1,0-1 1,0 0 0,12-6 0,2-1-29,32-18 91,-53 27-71,0 0-1,0 0 1,-1 0 0,1-1 0,5-5 0,7-5 39,-13 11-36,0 0 0,0-1 0,0 1 0,-1-1 0,1 0 0,0 0 0,-1 0 0,0 0 0,3-5 0,-3 5 3,1 0 0,-1 0-1,1 0 1,-1 1 0,1-1 0,3-1-1,6-7-7,-8 6 17,-1 0 0,0-1 1,0 0-1,4-9 0,-7 12 3,0 0-2,3-33 22,-2 22-27,0-1 1,-1 1-1,-2-19 1,-3 5-22,0 0 0,-11-28 0,12 44-259,0 1 0,-1 0 0,-1 0 0,0 0-1,0 0 1,-1 1 0,0 0 0,-13-13-1,14 18-525,0-1 0,0 1 0,-1 0-1,0 0 1,-13-6 0,14 8-424,-1 0 0,0 1 1,1 0-1,-1 0 0,0 0 1,-1 1-1,-8 0 0,-18 0-8278</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2.725"/>
    </inkml:context>
    <inkml:brush xml:id="br0">
      <inkml:brushProperty name="width" value="0.035" units="cm"/>
      <inkml:brushProperty name="height" value="0.035" units="cm"/>
    </inkml:brush>
  </inkml:definitions>
  <inkml:trace contextRef="#ctx0" brushRef="#br0">0 124 8885,'0'0'12636,"1"-3"-10261,0 2-2045,0-1 0,0 0 1,0 0-1,0 1 0,0-1 0,0 0 0,0 1 0,0-1 0,1 1 1,-1 0-1,1-1 0,-1 1 0,1 0 0,0 0 0,-1 0 0,4-1 0,32-8 2793,-25 8-3033,92-10-44,-41 2-46,112-14 0,-116 15-902,-47 6-68,0 1 0,1 0 0,12 0 0,-28-18-24031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3.006"/>
    </inkml:context>
    <inkml:brush xml:id="br0">
      <inkml:brushProperty name="width" value="0.035" units="cm"/>
      <inkml:brushProperty name="height" value="0.035" units="cm"/>
    </inkml:brush>
  </inkml:definitions>
  <inkml:trace contextRef="#ctx0" brushRef="#br0">1 9 14585,'28'-8'5885,"-28"34"-4401,3 14-240,3-6-252,0 10-304,-3 10-52,-1 9-124,-2 4-132,9 2-636,5 3-300,1-3-324,-7-9-828,4-5-788,-3-9-3589,5-12-5356</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3.481"/>
    </inkml:context>
    <inkml:brush xml:id="br0">
      <inkml:brushProperty name="width" value="0.035" units="cm"/>
      <inkml:brushProperty name="height" value="0.035" units="cm"/>
    </inkml:brush>
  </inkml:definitions>
  <inkml:trace contextRef="#ctx0" brushRef="#br0">200 276 14597,'-37'-10'2210,"37"10"-2157,-1 0 0,1 0 1,0 0-1,0 0 0,-1 0 0,1-1 0,0 1 1,0 0-1,0 0 0,-1 0 0,1-1 1,0 1-1,0 0 0,0 0 0,0-1 1,-1 1-1,1 0 0,0 0 0,0-1 0,0 1 1,0 0-1,0-1 0,0 1 0,0 0 1,0 0-1,0-1 0,0 1 0,0 0 0,0-1 1,0 1-1,0 0 0,0 0 0,0-1 1,0 1-1,0 0 0,0-1 0,1 1 0,-1 0 1,0 0-1,0-1 0,0 1 0,0 0 1,1 0-1,-1 0 0,0-1 0,0 1 1,0 0-1,1 0 0,-1 0 0,0-1 0,0 1 1,1 0-1,-1 0 0,0 0 0,1 0 1,-1 0-1,0 0 0,1 0 0,21-11 4252,115-32 852,-79 19-5914,-57 23 635,1 1 0,0-1 1,0 1-1,0-1 0,-1 0 0,1 0 0,0 0 1,-1 0-1,1 0 0,-1 0 0,1-1 0,-1 1 1,0 0-1,1-1 0,-1 1 0,0-1 0,0 1 1,0-1-1,0 0 0,0 1 0,-1-1 1,1 0-1,0 0 0,-1 0 0,1 0 0,-1 1 1,0-1-1,1 0 0,-1 0 0,0 0 0,0 0 1,0 0-1,-1 0 0,1 0 0,0 0 0,-1 1 1,1-1-1,-1 0 0,-1-3 0,-1-2-189,0-1 0,-1 1 1,0 0-1,0 0 0,-1 1 0,0-1 0,-6-6 0,6 9 145,0-1 0,-1 1 0,0 0 0,1 0 0,-2 0 0,1 1 0,0 0 0,-1 0 0,1 1 0,-1 0 0,0 0 0,-8-1 0,-8-1 63,-1 2-1,-32 1 0,50 0 187,0 1 0,-1 0 0,1 1 0,0-1 0,0 1 0,0 1 0,0-1 0,0 1 0,0 0 0,0 0 0,0 1 0,0 0-1,1 0 1,0 0 0,-1 1 0,1-1 0,1 1 0,-1 0 0,0 1 0,-5 7 0,2-1 173,0 1-1,2 0 1,-1 0-1,1 0 1,1 1 0,-4 14-1,7-18-41,0 0 0,1 0-1,0 0 1,0 0-1,1 0 1,0 1 0,1-1-1,0 0 1,0 0-1,4 10 1,-1-5 49,1 0 0,1 0-1,1 0 1,0-1 0,0 0 0,1-1 0,1 1 0,0-1-1,1-1 1,11 11 0,2-1-10,2 0 0,0-2 0,47 29 0,-59-41-649,0 0 1,0 0-1,0-2 0,0 1 0,1-2 1,0 0-1,0 0 0,0-2 1,1 1-1,-1-2 0,1 0 1,-1-1-1,22-2 0,67-16-9301,-54 2-690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3.716"/>
    </inkml:context>
    <inkml:brush xml:id="br0">
      <inkml:brushProperty name="width" value="0.035" units="cm"/>
      <inkml:brushProperty name="height" value="0.035" units="cm"/>
    </inkml:brush>
  </inkml:definitions>
  <inkml:trace contextRef="#ctx0" brushRef="#br0">0 1 17418,'0'0'6473,"3"0"-4762,7-1-867,-1 1 0,0 0-1,0 1 1,1 0 0,14 3-1,32 3 1081,-46-6-2041,0 0 0,0 0 0,18 6 0,0 0-3315,-25-7 318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4.003"/>
    </inkml:context>
    <inkml:brush xml:id="br0">
      <inkml:brushProperty name="width" value="0.035" units="cm"/>
      <inkml:brushProperty name="height" value="0.035" units="cm"/>
    </inkml:brush>
  </inkml:definitions>
  <inkml:trace contextRef="#ctx0" brushRef="#br0">202 1 14573,'-12'49'1792,"-5"-23"-339,3 8-325,-6 4-280,-1-1-168,4 6-276,-3-6-380,0 7-516,6 4-712,-4-4-752,4-4-3149,-1-6-4056</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4.223"/>
    </inkml:context>
    <inkml:brush xml:id="br0">
      <inkml:brushProperty name="width" value="0.035" units="cm"/>
      <inkml:brushProperty name="height" value="0.035" units="cm"/>
    </inkml:brush>
  </inkml:definitions>
  <inkml:trace contextRef="#ctx0" brushRef="#br0">1 1 16073,'13'26'1346,"17"48"0,-29-69-1091,0-1 0,0 1 0,-1 0-1,1 0 1,-1-1 0,0 1 0,-1 0 0,1 0 0,-1 0 0,-2 6-1,-1 20 1410,9 9-185,1 0 0,2 0 0,24 72 0,-6-26-567,28 148-177,-17-65-3979,-18-81-2246,-10-37-2145,-5-29-3807</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4.506"/>
    </inkml:context>
    <inkml:brush xml:id="br0">
      <inkml:brushProperty name="width" value="0.035" units="cm"/>
      <inkml:brushProperty name="height" value="0.035" units="cm"/>
    </inkml:brush>
  </inkml:definitions>
  <inkml:trace contextRef="#ctx0" brushRef="#br0">262 0 15881,'-3'18'2469,"0"-1"-401,-11 3-372,-9 15-336,6-4-364,-4 7-124,1 8-296,-6 2-708,6 7-388,3 0-392,0-6-552,-3-3-756,-6-9-780,3-2-2245,11-21-4196</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4.728"/>
    </inkml:context>
    <inkml:brush xml:id="br0">
      <inkml:brushProperty name="width" value="0.035" units="cm"/>
      <inkml:brushProperty name="height" value="0.035" units="cm"/>
    </inkml:brush>
  </inkml:definitions>
  <inkml:trace contextRef="#ctx0" brushRef="#br0">43 0 14693,'-12'33'1761,"-12"53"-1,21-73-1125,1 1 0,1-1 0,0 1 0,1 0 0,0-1 0,1 1 0,4 17 0,61 211 3963,17-4-3380,-48-141-1345,19 22-3187,-29-67-1682,-17-37-1646,5-5-4405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5.155"/>
    </inkml:context>
    <inkml:brush xml:id="br0">
      <inkml:brushProperty name="width" value="0.035" units="cm"/>
      <inkml:brushProperty name="height" value="0.035" units="cm"/>
    </inkml:brush>
  </inkml:definitions>
  <inkml:trace contextRef="#ctx0" brushRef="#br0">1 76 15157,'2'-4'404,"0"0"-1,0 0 0,0 1 1,1 0-1,-1-1 0,1 1 0,0 0 1,0 0-1,1 0 0,-1 1 0,0-1 1,1 1-1,-1 0 0,1 0 1,0 0-1,5-2 0,8-1 1256,0 0-1,30-4 1,-23 4-223,-21 5-519,-2 0-924,0 1 0,0-1 0,1 1-1,-1-1 1,0 1 0,0 0 0,0-1 0,0 1 0,0 0 0,0 0 0,0 0-1,0 0 1,0 0 0,0 0 0,0 0 0,0 0 0,-1 0 0,1 1 0,0-1-1,-1 0 1,1 0 0,0 3 0,-3 2-196,1 0-1,-1 1 1,0-1-1,-1 0 1,1 0 0,-1 0-1,0-1 1,-6 9-1,2-2-156,-17 28-995,2 1 0,3 0-1,0 2 1,3 0 0,-19 80 0,34-119 1481,1 0 1,-1 0 0,1 0 0,-1 0-1,1 0 1,0 0 0,1 1 0,-1-1-1,1 0 1,0 0 0,0 0-1,0-1 1,3 9 0,-2-10 13,-1 0 0,1 0 0,-1 0 1,1-1-1,0 1 0,0 0 0,0-1 0,0 1 1,0-1-1,0 0 0,1 1 0,-1-1 0,0 0 0,0 0 1,1-1-1,-1 1 0,1 0 0,-1-1 0,1 0 1,-1 1-1,1-1 0,-1 0 0,4-1 0,46-2 1157,0-3 1,0-1-1,53-16 0,75-12-73,-157 31-1568,26-3-1851,-39 8-387,-19 5-1444,-26 9-2919,-2 2-4386</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5.722"/>
    </inkml:context>
    <inkml:brush xml:id="br0">
      <inkml:brushProperty name="width" value="0.035" units="cm"/>
      <inkml:brushProperty name="height" value="0.035" units="cm"/>
    </inkml:brush>
  </inkml:definitions>
  <inkml:trace contextRef="#ctx0" brushRef="#br0">44 159 5489,'0'11'2185,"-7"-20"-20,-1-2 3029,6 11-3516,-19-7 274,16 3 2878,6 3-4606,0-1 0,0 1 0,0 0 0,0 0 0,0 1 0,0-1 0,1 0 0,-1 0 0,0 1 0,1-1 0,1 0 0,-2 0 40,11-3 215,1 0 1,-1 1-1,1 0 0,0 1 1,0 0-1,-1 1 0,17 1 1,11-2 400,211-19 184,101-6-521,-297 23-543,676-30 0,-698 34 0,717-4 0,-292 6 0,-302-2 0,-128 0-408,-17 1-227,0 0 0,0-1 1,0 0-1,0-1 0,0-1 0,0 0 0,-1 0 1,17-6-1,-56 4-23027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6.101"/>
    </inkml:context>
    <inkml:brush xml:id="br0">
      <inkml:brushProperty name="width" value="0.035" units="cm"/>
      <inkml:brushProperty name="height" value="0.035" units="cm"/>
    </inkml:brush>
  </inkml:definitions>
  <inkml:trace contextRef="#ctx0" brushRef="#br0">6 163 12129,'-1'-1'230,"1"0"-1,-1 0 1,0-1-1,1 1 1,-1 0-1,1 0 1,-1-1-1,1 1 1,0 0-1,0-1 1,-1 1-1,1 0 1,0-1-1,0 1 1,0 0 0,0-1-1,1 1 1,-1 0-1,0-1 1,0 1-1,1 0 1,-1 0-1,1-1 1,-1 1-1,1 0 1,0 0-1,-1 0 1,1-1-1,0 1 1,0 0-1,0 0 1,0 0 0,2-1-1,2-3 578,1 0 0,0 0 0,0 0 0,13-6 0,12-4 1047,1 2-1,1 0 0,47-10 1,-12 3-469,-46 16-1385,-21 4 0,0 0 0,0-1 0,0 1 0,-1 0 0,1 0 0,0 0 0,0 0 0,0 0 0,0 0 0,0 1 0,0-1 0,0 0 0,0 0 0,-1 1 0,1-1 0,0 0 0,0 1 0,0-1 0,-1 1 0,1-1 0,0 1 0,0-1 0,-1 1 0,1 0 0,0-1 0,-1 1 0,1 0 0,-1-1 0,1 1 0,-1 0 0,1 0 0,-1 0 0,0-1 0,1 1 0,-1 0 0,0 1 0,0 2 0,0-1 0,-1 1 0,1 0 0,-1-1 0,0 1 0,0-1 0,-3 6 0,4-9 0,-29 68-700,12-32-466,-17 58 0,-31 102-1187,63-193 2467,1 1 0,0-1 0,-1 0 0,1 0 1,0 1-1,1-1 0,-1 1 0,1-1 0,-1 1 0,1-1 0,0 5 0,1-6-39,0-1-1,0 0 1,0 1-1,0-1 0,0 0 1,0 0-1,0 0 0,0 0 1,0 0-1,0 0 1,1 0-1,-1 0 0,0 0 1,1 0-1,-1-1 0,1 1 1,-1-1-1,1 1 1,-1-1-1,1 1 0,-1-1 1,1 0-1,-1 0 0,2 0 1,30 5 284,0-3 1,0 0-1,0-2 0,0-2 1,44-7-1,-45 6-1545,0 1 0,0 2 0,48 5 0,-55 1-3810,-12 2-1894,2 4-6263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6.555"/>
    </inkml:context>
    <inkml:brush xml:id="br0">
      <inkml:brushProperty name="width" value="0.035" units="cm"/>
      <inkml:brushProperty name="height" value="0.035" units="cm"/>
    </inkml:brush>
  </inkml:definitions>
  <inkml:trace contextRef="#ctx0" brushRef="#br0">150 371 8777,'-2'1'188,"1"-1"0,0 0-1,-1 1 1,1-1 0,0 1 0,0-1 0,-1 1 0,1 0 0,0 0 0,0-1 0,0 1-1,0 0 1,-2 1 0,3-1-33,0 0 0,1-1 0,-1 1 0,0 0 0,0 0 0,0-1 0,1 1-1,-1-1 1,0 1 0,1 0 0,-1-1 0,0 1 0,1 0 0,-1-1 0,1 1 0,-1-1 0,1 1 0,-1-1 0,1 1-1,-1-1 1,1 0 0,0 1 0,-1-1 0,4 2 3292,-12-8-797,-6-7 6976,19 4-9466,-1 0 0,0 0 0,0-1 0,-1 1 0,0-1 0,-1 0 0,0 0 0,-1 0 0,0 1 1,-1-1-1,0 0 0,0 0 0,-1 0 0,-4-20 0,1 11-750,-1 1 0,-2-1 1,1 1-1,-2 0 0,-1 0 0,-19-30 1,25 43-26,0 1 1,-1-1 0,1 0-1,-1 1 1,-5-5 0,-19-5-9378,4 5-2467</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6.744"/>
    </inkml:context>
    <inkml:brush xml:id="br0">
      <inkml:brushProperty name="width" value="0.035" units="cm"/>
      <inkml:brushProperty name="height" value="0.035" units="cm"/>
    </inkml:brush>
  </inkml:definitions>
  <inkml:trace contextRef="#ctx0" brushRef="#br0">46 64 19286,'17'-23'13001,"-28"32"-13533,-1 2-652,-2-31-6449,3-3 872,-4 6-6432</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8.671"/>
    </inkml:context>
    <inkml:brush xml:id="br0">
      <inkml:brushProperty name="width" value="0.035" units="cm"/>
      <inkml:brushProperty name="height" value="0.035" units="cm"/>
    </inkml:brush>
  </inkml:definitions>
  <inkml:trace contextRef="#ctx0" brushRef="#br0">0 1 18094,'12'16'2710,"-5"-12"862,5-7-2752,-11 3-220,27-3 2013,41 1 1,-24 2-1538,171 3-485,-58 2-514,-141-5-1091,0 1 0,28 5-1,-44-6 971,4 1-3218</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9.003"/>
    </inkml:context>
    <inkml:brush xml:id="br0">
      <inkml:brushProperty name="width" value="0.035" units="cm"/>
      <inkml:brushProperty name="height" value="0.035" units="cm"/>
    </inkml:brush>
  </inkml:definitions>
  <inkml:trace contextRef="#ctx0" brushRef="#br0">1 1 15433,'0'0'2461,"8"8"-89,1 1-420,2 14-196,7 17-304,-10 3-312,-2 12-247,-3 5-173,-3 6-156,-3 3-176,-8 0-440,5 0-884,-3-5-329,6-4-895,0-8-836,3-32-3425,3 12-5896</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09.176"/>
    </inkml:context>
    <inkml:brush xml:id="br0">
      <inkml:brushProperty name="width" value="0.035" units="cm"/>
      <inkml:brushProperty name="height" value="0.035" units="cm"/>
    </inkml:brush>
  </inkml:definitions>
  <inkml:trace contextRef="#ctx0" brushRef="#br0">81 0 19726,'-51'29'2040,"36"-26"-368,1 0 460,34-12-24718</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1:15.911"/>
    </inkml:context>
    <inkml:brush xml:id="br0">
      <inkml:brushProperty name="width" value="0.035" units="cm"/>
      <inkml:brushProperty name="height" value="0.035" units="cm"/>
    </inkml:brush>
  </inkml:definitions>
  <inkml:trace contextRef="#ctx0" brushRef="#br0">2535 334 5757,'0'0'17160,"-3"0"-17042,-13-4-14,1-1 0,-1 0 0,-15-8 0,-25-8 20,-144-41-18,103 35-100,15 3-10,-104-16 1,68 15 18,63 13-9,-113-20 4,-20 5-13,113 19 19,-63-3 1,-14-3 70,117 11-46,-59 3 1,-2 0 21,77 0-54,0 0-1,-1 2 1,1 0-1,-30 8 1,-74 28 29,81-22-54,1 1 1,1 3-1,-42 27 1,65-35 15,-30 29 0,26-22-38,13-12 18,0 0 27,1 0-1,-1 0 1,1 0 0,1 1-1,-1 1 1,-6 11 0,-12 18-26,19-29 27,0-1 0,0 1-1,1 0 1,0 0 0,-6 18 0,-5 21-33,10-33 55,1 0 1,1 1-1,-5 26 0,6-22 0,1 0 1,1 1-1,1 0 0,0-1 1,2 1-1,5 27 0,1-16-1,2-1-1,0-1 0,3 0 1,0 0-1,27 41 0,51 80-71,-67-117 11,41 44-1,-52-63 26,2-1-1,0-1 0,1 0 0,32 20 1,170 88-149,-217-121 155,23 14-16,51 21-1,-31-15 6,-35-15 18,1-1 0,-1 1 0,1-2 0,0 1 0,0-2 0,0 1 0,15 1 0,-8-3-4,-1 2 1,19 4 0,-23-3 2,-1-2-1,1 0 1,0 0 0,0-1 0,20-1-1,-17 0-3,1 0 0,28 4-1,-26-2 7,0 0-1,24-2 0,-15-2-7,0-1-4,0 2 0,33 3 0,37 1 5,-53-2-1,46 6 1,-43-3 13,75-1 0,-8-2-27,252-1 36,-317-1-6,0-3 0,83-16 0,-67 4 17,-34 9 8,59-22-1,-14 3-9,-55 20 26,0 0 0,0-2 0,22-12 0,-25 11 3,0 1-1,0 0 1,0 2 0,25-7 0,-3 2 83,-32 8-9,0-1 0,-1 1 0,1-1 0,-1-1 0,0 1 0,0-1 0,0 0 0,-1-1 0,0 0 0,8-8 0,-7 6 91,0-1 1,-1 0 0,0 0-1,0-1 1,-1 0-1,0 0 1,5-17-1,0-3 119,6-21 27,-9 9 76,4-81 1,-11 83-194,-1-43 529,0 73-700,-1 0 0,1 0-1,-2 1 1,0-1 0,0 0 0,-6-12 0,-4-3-13,0 0 0,-2 2 1,0-1-1,-36-40 1,-38-16 420,61 56-465,3-1 30,16 16-20,-1 0-1,1 1 1,-1 0 0,-1 0-1,-14-8 1,-23-16-36,37 26 0,0 0 0,-15-11 0,-7-5 0,-21-4-821,-2 2 0,-73-21 0,83 30 190,-186-47-7239,123 36 1628,-44-15-6335</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22.236"/>
    </inkml:context>
    <inkml:brush xml:id="br0">
      <inkml:brushProperty name="width" value="0.035" units="cm"/>
      <inkml:brushProperty name="height" value="0.035" units="cm"/>
    </inkml:brush>
  </inkml:definitions>
  <inkml:trace contextRef="#ctx0" brushRef="#br0">53 0 2976,'11'15'8671,"-14"-15"-8332,-28 5 221,28-5-243,-11 9 629,8-3 310,5-5-727,0 0 0,1 0 0,-1 0 1,0 0-1,1 0 0,-1 0 0,1 0 0,0 0 0,-1 1 0,1-1 1,0 0-1,0 0 0,0 0 0,0 1 0,0 0 0,6 10-971,11-14 907,43 1 195,1 2-1,76 11 1,-24-1-519,247 21 131,116 7-225,194 3-78,112 23 73,-678-52-78,16 1 91,32-5 15,85 4-127,430 3 17,-489-15 60,118 5-131,216-6 655,-275 2 998,-77 2-1340,-182-11-3352,-69-21-7266,38 11-1227</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27.178"/>
    </inkml:context>
    <inkml:brush xml:id="br0">
      <inkml:brushProperty name="width" value="0.035" units="cm"/>
      <inkml:brushProperty name="height" value="0.035" units="cm"/>
    </inkml:brush>
  </inkml:definitions>
  <inkml:trace contextRef="#ctx0" brushRef="#br0">4006 157 6233,'1'-12'19428,"-6"11"-18013,1-1-4648,-75-20 3561,-94-15-1,65 16-114,-116-15 14,162 32-253,-45-4 76,68 3-35,-58 1 0,72 5-35,-32-3-3,27 0 45,-43 1 0,39 2-25,31-1 12,-28-1-20,-46 7 0,73-6 23,0 0 0,1 1 0,-1-1 0,1-1 0,-1 1 0,1-1 0,-1 1-1,-3-2 1,4 1-18,0 0 0,0 1-1,0-1 1,0 1-1,0 0 1,0-1-1,0 1 1,0 1-1,0-1 1,-3 1 0,-18 3-29,-47 4 1,19-4 3,-134 32 119,160-31-113,-28 2 1,37-5 23,0 0-1,0 1 1,0 1 0,-20 7 0,19-5-6,-1-1 0,-35 5 0,7-1 17,-45 8-15,43-9 45,-60 19 1,-29 7-165,122-30 123,-31 3 0,3-1 0,-131 24 45,172-29-33,0-1 9,-28 5-57,28-5 113,0 1-117,-19 3-17,-45 3 0,-6 2 140,65-9-105,-44-3-114,50 3 108,-13 3-66,-37-3-89,50 0 238,-1-1-109,-23-7 14,23 8 118,0 0-316,-68 0 135,39-6 44,9 1 47,-76-8 41,62 9-44,-1 1 1,1 2 0,-1 1-1,1 2 1,-39 7-1,17 1-61,31-5 43,-55 14 0,50-7-20,-12 3 25,-48 25 0,78-32 13,0 0 1,1 1-1,0 1 1,1 0 0,0 1-1,-20 22 1,22-20 104,7-10-101,0 1 1,0 0-1,0 1 0,1-1 0,0 1 0,0-1 0,0 1 1,1 0-1,-1 0 0,-2 11 0,-1 5-12,4-16 22,0-1-1,1 1 0,0 0 1,0 0-1,0 0 0,1 0 1,-1 0-1,1 0 0,0 0 1,1 0-1,0 5 0,3 6-2,1-1 1,0 0-1,1 0 0,1 0 0,0-1 0,1 0 0,0 0 1,18 21-1,125 112-3,-119-122 31,1-1-1,0-1 1,2-2 0,0-1 0,1-2-1,2-2 1,53 17 0,-54-23-32,1-2 0,0-2-1,72 3 1,114-15 36,-140 2-102,400-28-42,-432 30 117,227-6-63,-84 25 0,122 17 133,-114-22-158,203 14 12,-96-26 3,-197-9 96,131-28 0,-40-6 122,-202 43-149,-1 0 0,1-1 0,0 1 1,-1-1-1,1 0 0,0 1 0,-1-1 0,1 0 0,-1 0 1,3-2-1,-3 2 3,1 0 0,-1 0 0,1 0 1,-1 0-1,1 1 0,0-1 0,-1 0 0,1 1 1,0-1-1,2 0 0,13-4-15,0 0 0,0-1 0,0-1-1,17-10 1,-6 3 8,14-6 2,-10 4 8,0 1 0,40-12 0,1-1 132,-42 14-68,-29 13 158,-1 1-222,-1-1-1,0 1 0,0-1 0,1 1 0,-1-1 0,1 1 0,-1-1 1,0 1-1,1-1 0,-1 1 0,1 0 0,-1-1 0,1 1 0,-1 0 1,1-1-1,-1 1 0,1 0 0,0 0 0,-1-1 0,1 1 0,-1 0 1,1 0-1,1 0 0,-1 0 15,0 0-1,0-1 1,0 1 0,0 0 0,0-1 0,0 1-1,-1-1 1,1 1 0,0-1 0,0 1-1,0-1 1,0 0 0,-1 1 0,2-2 0,10-17 99,-10 17-28,-2-1 24,5-28 228,-5 27-47,1 2-3,1-2-294,0 0 165,-1 0 0,1 1 0,-1-1 0,0 0 1,0 1-1,-1-1 0,1 0 0,-1 0 0,0-4 0,2-52 383,-1 56-480,-2 1 25,-27-137 759,27 136-800,0-1 0,0 1-1,-1-1 1,1 1 0,-1 0 0,0 0 0,-1 0 0,-2-5-1,-3-5 56,-1-1-57,1-1-1,-2 2 1,0-1-1,0 2 1,-2-1-1,0 2 1,0-1-1,-24-18 1,18 19-38,0 0 0,-1 2 0,0 0 1,-1 1-1,0 0 0,-35-8 0,-30-10 1,46 14 16,-80-15-1,33 10 45,62 12-70,0 1 1,-1 1-1,-36-2 1,-81 16-1788,67-4-216,56-5 750,0-1 0,0-1 0,-24-4 0,-20-9-6919,29 3-1239</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3.935"/>
    </inkml:context>
    <inkml:brush xml:id="br0">
      <inkml:brushProperty name="width" value="0.035" units="cm"/>
      <inkml:brushProperty name="height" value="0.035" units="cm"/>
    </inkml:brush>
  </inkml:definitions>
  <inkml:trace contextRef="#ctx0" brushRef="#br0">33 218 13325,'-10'0'1417,"-12"-8"10703,22 25-11740,0 0 1,1 0-1,0 1 0,2-1 1,0 0-1,9 29 0,-3-10-207,3 14 48,-10-35-217,-1-12-28,1-4-37,2-1 44,-1 0 0,0 0 1,0-1-1,0 1 0,0-1 1,0 1-1,-1-1 0,1 0 0,-1 0 1,1 0-1,2-7 0,23-45-39,-21 38 30,53-127-75,-36 81 190,43-79 1,-66 142-87,0-1 0,-1 1-1,1 0 1,0-1 0,0 1 0,-1 0 0,1 0-1,0-1 1,0 1 0,0 0 0,-1 0-1,1 0 1,0 0 0,0 0 0,0 0 0,0 1-1,-1-1 1,1 0 0,0 0 0,0 0 0,0 1-1,-1-1 1,1 0 0,0 1 0,-1-1-1,2 1 1,-1 0 5,3 1-3,0 1 1,-1-1-1,1 1 0,-1 0 1,1 0-1,-1 0 1,0 0-1,0 0 1,-1 1-1,1-1 1,-1 1-1,0 0 0,0 0 1,2 5-1,4 10 12,10 35 0,-16-46-6,60 274-2706,-46-188-1737,-2 1-4135,-5-53-2596</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4.421"/>
    </inkml:context>
    <inkml:brush xml:id="br0">
      <inkml:brushProperty name="width" value="0.035" units="cm"/>
      <inkml:brushProperty name="height" value="0.035" units="cm"/>
    </inkml:brush>
  </inkml:definitions>
  <inkml:trace contextRef="#ctx0" brushRef="#br0">70 291 15353,'-41'17'2298,"41"-17"-2240,-1 0 0,1 0 0,0 0 0,-1 0 0,1 0 0,0 0 0,-1 0 0,1 0 0,0 1 0,-1-1 0,1 0 0,0 0 0,-1 0 0,1 0 0,0 1 0,-1-1 0,1 0 0,0 0 0,0 1 0,-1-1 0,1 0 0,0 1 0,0-1 1,0 0-1,-1 0 0,1 1 0,0-1 0,0 0 0,0 1 0,0-1 0,0 0 0,0 1 0,0-1 0,0 1 0,0 0 0,-14 148 5786,10-24-4301,2 179 27,8-128-1142,-5-98-493,3-1 0,16 87 0,-16-141-259,-4-18 226,1 1-1,0-1 1,0 0-1,0 1 0,1-1 1,0 0-1,0 0 1,0 0-1,6 8 1,-8-13 81,0 0 0,0 1 0,0-1 0,0 0 1,0 0-1,0 0 0,0 1 0,0-1 1,0 0-1,1 0 0,-1 0 0,0 1 1,0-1-1,0 0 0,0 0 0,1 0 1,-1 0-1,0 0 0,0 0 0,0 1 1,0-1-1,1 0 0,-1 0 0,0 0 1,0 0-1,1 0 0,-1 0 0,0 0 1,0 0-1,0 0 0,1 0 0,-1 0 0,0 0 1,0 0-1,1 0 0,-1 0 0,0 0 1,0 0-1,0 0 0,1 0 0,-1 0 1,0-1-1,4-11-508,-2-27-152,-2 35 611,-20-356-2260,3 99 1893,21 0 557,6 167 119,4-96 1518,-14 161-1134,2 0 0,1 0 0,0 1 0,3-1 0,10-33 0,-15 58-504,1-1-1,0 1 0,0 0 1,1-1-1,-1 1 0,1 0 1,0 0-1,0 1 0,5-6 1,-7 9-103,0-1 0,0 1 0,0 0 0,0 0 0,0-1 0,0 1 0,0 0 0,0 0 0,0 0 0,0 0 0,0 0 0,0 0 0,0 0 0,0 0 0,0 1 0,0-1 0,0 0 0,0 1 0,0-1 0,0 0 0,0 1 0,0-1 0,-1 1 0,2 0 0,0 0 29,0 1-37,1 0-1,0 0 0,-1 0 1,1 1-1,-1-1 1,0 1-1,0-1 0,0 1 1,0 0-1,0-1 1,-1 1-1,1 0 1,-1 0-1,0 1 0,0-1 1,0 0-1,0 0 1,-1 1-1,1-1 0,-1 0 1,0 0-1,0 6 1,0 10-223,-1 1 0,-5 31 0,5-49 177,-6 39-1526,-2 0-1,-22 60 1,19-72-3733,-29 55 0,10-36-6588</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4.849"/>
    </inkml:context>
    <inkml:brush xml:id="br0">
      <inkml:brushProperty name="width" value="0.035" units="cm"/>
      <inkml:brushProperty name="height" value="0.035" units="cm"/>
    </inkml:brush>
  </inkml:definitions>
  <inkml:trace contextRef="#ctx0" brushRef="#br0">680 1 13345,'0'0'7708,"-2"1"-7138,-12 12-434,0-1 0,-1-1-1,0 0 1,-29 14-1,-74 29-622,72-34 416,-147 53-84,53-21 889,134-50-659,1 0 0,-1-1-1,0 1 1,0-1 0,-6 0 0,7-1 262,1 1 1,0-1-1,0 1 1,0 0-1,0 0 1,0 1-1,-4 1 1,28 8 1718,-4-6-1601,0 0 1,0-2-1,0 0 1,1-1 0,-1 0-1,27-2 1,7 2 238,43 4-69,126 10 216,-78 0-4491,-138-15 3101,0-1 0,0 1 0,-1 0 0,1 0 0,0 0-1,0 0 1,0 1 0,-1-1 0,1 0 0,-1 1 0,5 3 0,-6-3-202,1-1-1,-1 1 1,0-1 0,0 1-1,0-1 1,1 1-1,-2 0 1,1-1 0,1 3-1,-2-2-181,0-1-1,1 0 0,-1 0 0,0 0 0,0 0 1,0 1-1,-1-1 0,1 0 0,0 0 1,0 0-1,-1 0 0,0 3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5.258"/>
    </inkml:context>
    <inkml:brush xml:id="br0">
      <inkml:brushProperty name="width" value="0.035" units="cm"/>
      <inkml:brushProperty name="height" value="0.035" units="cm"/>
    </inkml:brush>
  </inkml:definitions>
  <inkml:trace contextRef="#ctx0" brushRef="#br0">0 1 16734,'11'5'773,"-8"-4"-445,1 1-1,-1-1 1,0 1 0,0-1 0,0 0-1,1 0 1,-1-1 0,0 1 0,1-1 0,-1 1-1,1-1 1,-1 0 0,0 0 0,8-2-1,54-6 2890,1 3 0,87 3 0,-94 3-2524,-47-1-1935,0 1 0,24 6 0,-24-4-867,1-1 0,23 2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5.620"/>
    </inkml:context>
    <inkml:brush xml:id="br0">
      <inkml:brushProperty name="width" value="0.035" units="cm"/>
      <inkml:brushProperty name="height" value="0.035" units="cm"/>
    </inkml:brush>
  </inkml:definitions>
  <inkml:trace contextRef="#ctx0" brushRef="#br0">211 4 16181,'0'0'104,"0"0"0,0 0 0,0 0-1,0 0 1,0 0 0,0-1 0,0 1-1,0 0 1,0 0 0,0 0 0,0 0-1,0 0 1,0 0 0,0 0 0,0-1-1,0 1 1,0 0 0,0 0-1,0 0 1,0 0 0,0 0 0,0 0-1,0-1 1,0 1 0,0 0 0,-1 0-1,1 0 1,0 0 0,0 0 0,0 0-1,0 0 1,0 0 0,0 0-1,0-1 1,0 1 0,-1 0 0,1 0-1,0 0 1,0 0 0,0 0 0,0 0-1,0 0 1,0 0 0,0 0 0,-1 0-1,1 0 1,0 0 0,0 0 0,0 0-1,0 0 1,-1 0 0,-6 7 1356,-8 15-670,-123 326 2152,125-301-3866,-10 86 0,16-86-765,4-6-2079,6-36 669,11 5-2127,3 1-2928</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6.075"/>
    </inkml:context>
    <inkml:brush xml:id="br0">
      <inkml:brushProperty name="width" value="0.035" units="cm"/>
      <inkml:brushProperty name="height" value="0.035" units="cm"/>
    </inkml:brush>
  </inkml:definitions>
  <inkml:trace contextRef="#ctx0" brushRef="#br0">33 203 6945,'0'0'5106,"-3"1"-3682,-26 9 5326,30-7-5875,1 0-637,0 0 0,1 1 0,-1-1-1,1 0 1,0 0 0,-1 0 0,1-1 0,1 1 0,-1-1 0,0 0 0,1 1-1,-1-1 1,1-1 0,0 1 0,-1-1 0,1 1 0,4 0 0,9 3 453,1-1 1,27 3 0,74 5 1648,237-10 1,-353-1-2389,-1-2 0,1 1 0,0 0 0,0 0-1,0-1 1,0 0 0,0 1 0,-1-1 0,1 0 0,0 0 0,-1-1 0,1 1 0,-1 0 0,1-1 0,-1 0 0,0 1 0,4-4 0,-5 2-56,0 1-1,0 0 1,0-1-1,0 1 0,0-1 1,0 0-1,0 1 1,-1-1-1,0 0 1,1 1-1,-1-1 0,0 0 1,0 1-1,0-1 1,-1 0-1,1 1 1,-1-1-1,1 0 1,-2-2-1,0-1-69,0-1 0,0 1-1,-1 0 1,0 0 0,0 0 0,0 0 0,-1 0-1,1 1 1,-1 0 0,-1-1 0,1 2-1,-1-1 1,0 0 0,0 1 0,0 0 0,-7-4-1,-11-6-395,-1 0 1,-1 1-1,0 2 0,-31-10 0,5 6-461,-65-10 0,84 20 39,-1 2-1,-63 3 0,27 3-5669,60-2 5244,-14 1-5849</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6.815"/>
    </inkml:context>
    <inkml:brush xml:id="br0">
      <inkml:brushProperty name="width" value="0.035" units="cm"/>
      <inkml:brushProperty name="height" value="0.035" units="cm"/>
    </inkml:brush>
  </inkml:definitions>
  <inkml:trace contextRef="#ctx0" brushRef="#br0">325 57 10853,'-17'2'1021,"1"0"0,-1 1 0,1 1 0,-1 0 0,-18 8 0,21-5-629,1-1 1,-1 2 0,1 0 0,1 0 0,0 1 0,0 0 0,1 2 0,0-1-1,-18 22 1,13-11 257,0 0-1,-16 30 1,31-50-629,1 0 1,0 0-1,0 0 0,0 0 0,-1 0 1,1 0-1,0 0 0,0 0 0,0 0 0,1 1 1,-1-1-1,0 0 0,0 0 0,1 0 1,-1 0-1,0 0 0,1 0 0,0 1 1,1 3 41,-1-3-41,-1 0 0,1 0 1,0 0-1,0 0 0,0 0 0,0 0 0,0 0 1,0-1-1,1 1 0,-1 0 0,1-1 1,-1 1-1,1-1 0,0 1 0,-1-1 1,1 0-1,0 1 0,4 0 0,-1 1 13,0-2 0,1 1-1,-1 0 1,0-1-1,1 0 1,0-1 0,6 1-1,8-1-19,-1-1-1,1-1 1,22-5-1,-26 3-135,0 0-1,-1 0 1,1-2 0,-1 0-1,0-1 1,0 0-1,-1-1 1,0-1-1,0 0 1,-1-1 0,-1 0-1,1-1 1,-1 0-1,-1-1 1,-1-1 0,1 0-1,12-21 1,-8 12-190,-7 11 26,-1 0-1,9-17 1,-14 23 244,0 1 1,-1-1-1,1 0 1,-1 0 0,0 0-1,0 0 1,-1 0-1,1 0 1,-1 0 0,-1-6-1,1 9 54,-1 0-1,1 0 0,-1 0 1,0 0-1,0 0 0,0 0 1,0 0-1,0 0 0,0 0 1,-1 0-1,1 1 0,-1-1 1,1 0-1,-1 1 0,1 0 1,-1-1-1,-2-1 0,3 3-8,0 0-1,1 0 0,-1 0 1,0 0-1,0 0 1,1 0-1,-1 0 1,0 0-1,0 0 0,1 0 1,-1 0-1,0 0 1,0 1-1,1-1 1,-1 0-1,0 1 0,1-1 1,-1 0-1,0 1 1,1-1-1,-1 1 1,0 0-1,-11 9 23,10-7-8,0 0 0,0 1 0,1-1-1,0 0 1,0 1 0,0 0 0,0-1 0,0 1 0,1-1 0,-1 6 0,1 38 269,1-35-228,0-1-1,1 0 1,0 1-1,0-1 1,2 0-1,-1 0 1,1-1 0,1 1-1,0-1 1,0 0-1,1 0 1,0 0-1,1-1 1,0 0 0,1 0-1,0-1 1,0 0-1,0-1 1,1 1-1,0-1 1,1-1 0,0 0-1,0-1 1,0 1-1,0-2 1,17 6-1,-17-7-44,-6-2-22,0 1 1,1-1-1,-1 0 0,1 0 0,0 0 0,-1-1 0,1 1 0,0-1 0,-1-1 0,1 1 1,0 0-1,7-3 0,0-1-286,0-1 0,0 0 1,0-1-1,-1 0 1,0-1-1,0 0 0,-1 0 1,0-2-1,0 1 0,-1-1 1,0 0-1,-1-1 0,1 0 1,-2 0-1,0-1 0,0 0 1,-1-1-1,7-15 1,-12 24 196,0 0 1,0-1 0,-1 1-1,1 0 1,-1-1 0,0 1 0,1 0-1,-1-1 1,-1 1 0,1 0 0,0-1-1,-1 1 1,-1-5 0,0-2 89,1 7-77,-13-15 238,12 11 3086,4 5-3105,0 0 0,-1 0 0,1 0 0,0 0 0,0 1 0,0-1 0,1 0 0,-1 1 0,0 0 0,0-1 1,1 1-1,3-1 0,34-5 890,-32 6-903,45-10 1203,-44 8-972,-1 0-1,1 1 0,0 0 0,0 1 0,0 0 0,-1 0 1,1 1-1,0 0 0,18 3 0,-22-1-298,0 0 0,-1 0 0,1 0 0,-1 1-1,0 0 1,1 0 0,-1 0 0,0 1 0,-1-1 0,1 1 0,-1 0-1,1 0 1,-1 0 0,-1 0 0,1 1 0,0-1 0,3 10-1,0 1-351,0 0 0,-1 1 0,-1 0 0,3 23 0,-5-22-506,-1 0-1,-1 0 1,-1 0-1,-3 20 1,-1 27-9220,5-18 862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7.260"/>
    </inkml:context>
    <inkml:brush xml:id="br0">
      <inkml:brushProperty name="width" value="0.035" units="cm"/>
      <inkml:brushProperty name="height" value="0.035" units="cm"/>
    </inkml:brush>
  </inkml:definitions>
  <inkml:trace contextRef="#ctx0" brushRef="#br0">258 642 5469,'-24'10'1294,"-1"0"0,-45 10 0,35-13 824,26-6-1339,0 0 0,0 1 0,1 1 0,-1-1 0,0 1 1,1 1-1,0-1 0,-13 9 0,20-11-596,0-1 0,0 1 1,0 0-1,0 1 0,0-1 0,0 0 0,0 0 1,1 0-1,-1 0 0,0 1 0,1-1 1,-1 0-1,1 1 0,-1-1 0,1 0 0,0 1 1,-1-1-1,1 1 0,0-1 0,0 1 0,0-1 1,0 0-1,0 1 0,1 2 0,-1 5-409,1-8 278,-1 0 0,1-1 0,-1 1 0,1 0-1,-1 0 1,1 0 0,-1-1 0,1 1-1,0 0 1,0-1 0,-1 1 0,1 0-1,0-1 1,0 1 0,0-1 0,-1 0 0,1 1-1,0-1 1,2 1 0,-1 0 95,5 2 37,0 1 1,1-1-1,0 0 1,0-1 0,0 0-1,0 0 1,0-1-1,0 0 1,1 0 0,-1-1-1,16-1 1,-13 0-195,-1-1 0,0 0 0,0 0 0,0-1 1,0 0-1,-1-1 0,1 0 0,-1-1 0,10-5 0,-15 6-100,0 1-1,1-1 0,-1 0 1,0-1-1,-1 1 1,1-1-1,-1 1 0,0-1 1,0 0-1,-1 0 0,1-1 1,-1 1-1,2-8 1,1-4-390,-1-1 0,3-34 0,-4 13-14,-2-1 0,-2 1 0,-1 0 0,-10-51-1,0 30 732,-4 1-1,-23-62 1,33 107-89,-1-7 264,-1 2-1,0-1 0,-14-21 1,22 41-379,-1 0 1,1 0 0,0 0-1,0 0 1,0 0-1,-1 0 1,1 0-1,0 0 1,0 0 0,0 0-1,-1 0 1,1 0-1,0 0 1,0 0 0,0 0-1,-1 0 1,1 0-1,0 0 1,0 1-1,0-1 1,0 0 0,-1 0-1,1 0 1,0 0-1,0 0 1,0 1 0,0-1-1,0 0 1,0 0-1,0 0 1,-1 0 0,1 1-1,0-1 1,0 0-1,0 0 1,0 0-1,0 1 1,0-1 0,0 0-1,0 0 1,0 1-1,-5 10 173,1 10 203,1 0-1,1 0 0,0 0 0,3 31 0,-1-25-64,2 42 445,4 0-1,2-1 1,25 95-1,72 195 773,-95-328-1510,68 174-1664,-17-73-5387,-44-101-107,-5-20-4635</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7.997"/>
    </inkml:context>
    <inkml:brush xml:id="br0">
      <inkml:brushProperty name="width" value="0.035" units="cm"/>
      <inkml:brushProperty name="height" value="0.035" units="cm"/>
    </inkml:brush>
  </inkml:definitions>
  <inkml:trace contextRef="#ctx0" brushRef="#br0">115 159 12901,'-22'9'2072,"21"-8"-1951,1-1 1,-1 0-1,0 1 1,0-1-1,1 1 0,-1-1 1,0 1-1,1-1 1,-1 1-1,1 0 1,-1-1-1,1 1 1,-1 0-1,1-1 1,-1 1-1,1 0 1,0 0-1,-1 0 1,1-1-1,0 1 0,0 0 1,-1 1-1,1 1 287,-20 36 1685,16-32-1864,-1 1 1,2 0-1,-1-1 0,1 2 1,0-1-1,-1 9 1,-16 62 612,8-37-300,12-39-441,-1 0-1,1 0 1,-1 0-1,1 0 1,0 1-1,0-1 1,0 0-1,1 0 1,-1 0-1,1 0 1,-1 0-1,2 4 1,15-17 703,-6 0-601,0 1 1,-1-2-1,0 0 1,0 0 0,-1-1-1,12-19 1,7-9 206,21-22 375,3 1-1,2 3 0,71-57 1,-124 114-771,0 0 0,0 0 0,0-1 1,0 1-1,0 1 0,1-1 0,-1 0 0,0 0 1,1 0-1,-1 1 0,1-1 0,-1 1 0,0-1 1,1 1-1,-1-1 0,1 1 0,0 0 0,-1 0 1,1 0-1,-1 0 0,1 0 0,-1 0 0,1 0 1,-1 0-1,1 1 0,-1-1 0,1 0 0,-1 1 0,1 0 1,-1-1-1,0 1 0,1 0 0,-1 0 0,0-1 1,1 1-1,-1 0 0,0 0 0,0 0 0,2 3 1,0 1-14,0 0 0,0 0 0,0 0 0,0 1 0,-1-1 0,0 1 0,0-1 0,1 11 0,2 17-485,-2 0 0,-2 34-1,1-3-969,-1-35 428,6 66-3184,-5-80 1317,1 0 0,5 14 0,5 4-8219</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8.546"/>
    </inkml:context>
    <inkml:brush xml:id="br0">
      <inkml:brushProperty name="width" value="0.035" units="cm"/>
      <inkml:brushProperty name="height" value="0.035" units="cm"/>
    </inkml:brush>
  </inkml:definitions>
  <inkml:trace contextRef="#ctx0" brushRef="#br0">30 504 12689,'0'0'2190,"-3"-1"-69,-23-9 6901,27 1-8738,0 0-1,1 0 0,0 1 0,0-1 0,1 1 0,7-15 1,0-3-182,57-190-1414,-27 88-665,-23 98 1135,-17 35 794,0-1 0,1 1 0,-1-1-1,1 1 1,0-1 0,3 9 0,-2-4 4,1 2 20,1 8-16,1-1-1,1 0 1,9 19 0,-13-32 35,1-1-1,-1 1 0,1-1 1,0 0-1,0 0 1,0 0-1,1 0 1,0 0-1,-1-1 0,1 1 1,0-1-1,1 0 1,-1-1-1,0 1 1,1-1-1,7 3 0,-5-3 4,1 0 0,-1-1 0,1 0 0,0 0 0,-1-1 0,1 0 0,0-1 0,-1 0 0,1 0 0,-1 0 0,1-1 0,-1 0 0,1 0 0,-1-1 0,0 0 0,0 0-1,0-1 1,-1 0 0,11-8 0,5-5-9,-1-1-1,0-1 0,34-41 0,0-15 586,-49 67-363,-4 5 817,-1 4-906,1-1 0,-1 1 0,1 0 0,-1 0 0,1 0 0,-1 0 0,0 0 0,0 1 0,1-1 0,-1 0 0,0 0-1,0 1 1,0-1 0,0 1 0,1 2 0,-1 5 13,0-1 0,-1 1-1,0 0 1,0 0 0,-2 13-1,0-10-29,-2 39-253,-3 0 0,-2-1-1,-20 66 1,26-109-353,0 1 0,0-1 0,-1 0 0,0 0 0,0 0 0,-1-1 0,0 1 0,0-1 0,0 0 0,-11 8 0,10-9-735,0-1 0,0 0 0,-1 0 0,1 0-1,-1-1 1,-12 5 0,-21 0-8927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8.687"/>
    </inkml:context>
    <inkml:brush xml:id="br0">
      <inkml:brushProperty name="width" value="0.035" units="cm"/>
      <inkml:brushProperty name="height" value="0.035" units="cm"/>
    </inkml:brush>
  </inkml:definitions>
  <inkml:trace contextRef="#ctx0" brushRef="#br0">0 1 20094,'0'0'6804,"14"0"-8872,4 3-452,-7 5-5997,1 4-2292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8.985"/>
    </inkml:context>
    <inkml:brush xml:id="br0">
      <inkml:brushProperty name="width" value="0.035" units="cm"/>
      <inkml:brushProperty name="height" value="0.035" units="cm"/>
    </inkml:brush>
  </inkml:definitions>
  <inkml:trace contextRef="#ctx0" brushRef="#br0">23 1 14813,'-19'2'2608,"19"-2"-2564,0 0 0,0 0 0,0 0 0,0 0 1,-1 0-1,1 0 0,0 0 0,0 0 0,0 0 0,0 0 0,0 0 1,0 0-1,-1 0 0,1 0 0,0 0 0,0 0 0,0 1 0,0-1 0,0 0 1,0 0-1,-1 0 0,1 0 0,0 0 0,0 0 0,0 0 0,0 0 1,0 0-1,0 0 0,0 1 0,0-1 0,0 0 0,0 0 0,0 0 0,-1 0 1,1 0-1,0 0 0,0 1 0,0-1 0,0 0 0,0 0 0,0 0 1,0 0-1,0 0 0,0 0 0,0 1 0,0-1 0,0 0 0,0 0 0,0 0 1,0 0-1,0 0 0,1 1 0,-1-1 0,0 0 0,0 0 0,0 0 0,5 45 3600,9 112 2485,-9-10-4900,2 142 600,-9-236-2055,0 29-1903,2-1-1,15 102 0,-5-145-9201,-2-19-506</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39.601"/>
    </inkml:context>
    <inkml:brush xml:id="br0">
      <inkml:brushProperty name="width" value="0.035" units="cm"/>
      <inkml:brushProperty name="height" value="0.035" units="cm"/>
    </inkml:brush>
  </inkml:definitions>
  <inkml:trace contextRef="#ctx0" brushRef="#br0">222 122 9409,'-32'17'1823,"-31"23"0,40-23-347,2 1-1,0 0 1,-36 42-1,55-58-853,2 2-56,-1-1-478,1-1 0,-1 1 0,1 0 0,0 1-1,0-1 1,0 0 0,0 0 0,1 0 0,0 2 0,0-3-60,-1-1 0,1 1 0,0-1 1,0 0-1,0 0 0,0 0 0,0 1 1,0-1-1,1 0 0,-1 0 0,0-1 1,1 1-1,-1 0 0,0 0 0,1-1 1,-1 1-1,1 0 0,-1-1 0,1 0 1,-1 1-1,1-1 0,1 0 0,12 2 67,1 0-1,0-2 0,-1 0 1,1-1-1,0 0 1,-1-1-1,1-1 0,16-5 1,-23 5-88,1 0 1,-1 0-1,0-2 1,0 1-1,-1-1 1,1 0 0,-1 0-1,0-1 1,0-1-1,8-8 1,-12 11-63,0-1-1,0 1 1,0-1 0,-1 0-1,1 0 1,-1-1 0,0 1 0,-1-1-1,1 1 1,-1-1 0,0 0-1,-1 0 1,1 0 0,-1 0 0,0 0-1,-1 0 1,0-9 0,0 13 41,0 0 0,0 0 0,-1 0 1,1-1-1,-1 1 0,1 0 0,-1 0 1,0 0-1,0 0 0,0 1 1,0-1-1,0 0 0,0 0 0,-1 0 1,1 1-1,0-1 0,-1 1 0,0-1 1,1 1-1,-1 0 0,0-1 0,0 1 1,1 0-1,-1 0 0,0 0 1,0 0-1,0 1 0,0-1 0,0 1 1,0-1-1,-1 1 0,1-1 0,0 1 1,0 0-1,-3 0 0,2 0 24,0 1 0,0-1 0,-1 0 0,1 1 0,0 0 0,0 0 0,0 0 0,0 0 0,0 0 0,1 1 0,-1-1 0,0 1 0,0-1 0,1 1 0,-1 0 0,1 0 0,0 1 0,0-1-1,0 0 1,0 1 0,0-1 0,0 1 0,-3 5 0,3-3 61,1 0 0,-1 0 0,1 0 0,0 0 0,0 1-1,0-1 1,1 0 0,0 1 0,0-1 0,0 0 0,0 1 0,1-1-1,0 0 1,0 0 0,1 0 0,-1 0 0,1 0 0,0 0 0,1 0-1,-1 0 1,5 6 0,-2-5 6,0 0 1,0 0-1,1 0 0,-1 0 1,1-1-1,1 0 0,-1 0 1,1-1-1,0 0 1,0 0-1,0 0 0,0-1 1,11 4-1,-3-3-101,0 0 1,0-2-1,0 1 0,0-2 1,1 0-1,-1 0 0,0-2 1,1 0-1,-1 0 1,0-2-1,0 0 0,0 0 1,0-2-1,0 0 0,25-12 1,-26 9-282,0-1 0,0 0 0,-1-1 1,0-1-1,-1 0 0,20-22 0,13-13 975,-43 45-257,24-8 442,-25 11-667,11 25 339,-11-24-151,0-3-358,-1 0 0,1 0 0,-1 1 1,1-1-1,0 0 0,-1 1 0,1-1 1,-1 0-1,1 1 0,-1-1 1,1 1-1,-1-1 0,0 1 0,1-1 1,-1 1-1,1-1 0,-1 1 0,0-1 1,1 2-1,-1-1 53,0-1 0,1 1 0,-1 0 0,0 0 0,1-1 1,-1 1-1,1 0 0,-1-1 0,1 1 0,-1-1 0,1 1 0,0-1 0,-1 1 0,1-1 1,-1 1-1,1-1 0,0 1 0,0-1 0,-1 0 0,1 1 0,0-1 0,0 0 0,-1 0 1,1 0-1,1 1 0,5-4 2,0-1 0,0 1 0,-1-1 0,1 0 0,-1-1 0,0 0 0,0 0 0,0 0 0,6-8 0,-5 6-38,-6 5-33,23-22-706,1 0 0,0 2-1,39-25 1,-36 26-2053,-23 16 1172,1 0 0,1 0 0,-1 1 0,1 0 0,0 0 0,8-3 0,7 1-6257</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0.149"/>
    </inkml:context>
    <inkml:brush xml:id="br0">
      <inkml:brushProperty name="width" value="0.035" units="cm"/>
      <inkml:brushProperty name="height" value="0.035" units="cm"/>
    </inkml:brush>
  </inkml:definitions>
  <inkml:trace contextRef="#ctx0" brushRef="#br0">722 208 14569,'-3'0'293,"-1"0"0,1 1 0,-1-1 0,1 1 0,-1 0 0,1 0 0,-1 0 0,1 0 0,0 1 0,-6 3 0,8-5-192,0 1 1,0-1-1,0 1 1,-1 0-1,1-1 1,0 0-1,0 1 1,0-1-1,-1 0 1,1 1-1,0-1 1,0 0-1,0 0 1,-1 0-1,1 0 1,0 0-1,-2-1 1,-2 1 174,-14 2 405,1 1 0,-24 6 0,24-4-929,0-1 0,-22 2 0,29-6-131,6 1 129,-1 0 1,1-1 0,-1 0 0,1 0 0,0-1-1,-8-1 1,12 2 233,1 0-1,-1 0 1,0-1 0,1 1-1,-1 0 1,1-1 0,-1 1-1,1 0 1,-1-1-1,1 1 1,-1-1 0,1 1-1,0 0 1,-1-1 0,1 1-1,-1-1 1,1 1 0,0-1-1,-1 0 1,1 1-1,0-1 1,0 1 0,-1-2-1,1 1 44,0-1-1,0 0 0,1 1 0,-1-1 0,0 1 0,0-1 0,1 1 0,-1-1 0,1 0 1,0 1-1,-1-1 0,1 1 0,1-2 0,7-11 455,0 0-1,18-20 1,5-6 569,-25 32-613,-1 0 0,1 1 0,1 0 0,-1 0 0,1 1 0,17-11 0,0 3 1131,28-12 0,-47 23-1366,1 1 1,0-1 0,-1 1-1,1 0 1,0 0-1,0 1 1,0 0 0,0 0-1,0 1 1,0 0-1,0 0 1,0 1-1,9 1 1,-12 0-111,0-1-1,-1 0 1,1 1 0,0 0 0,-1 0-1,1 0 1,-1 0 0,0 1-1,0-1 1,0 1 0,0 0-1,0 0 1,0 0 0,-1 0 0,0 0-1,1 1 1,-1-1 0,0 1-1,-1-1 1,1 1 0,-1 0 0,1 0-1,0 5 1,0 2-92,-1 0 0,0 0 0,0 1 0,-1-1 0,0 0 0,-1 1 0,0-1 0,-1 0 0,-1 0 0,-4 14 0,-7 17 0,-25 50 0,35-81 0,-187 332 0,130-243 0,-86 141-1074,-44 74-1953,23 8 977,163-309 1461,5-13 577,0-1-1,0 0 0,0 0 1,0 0-1,0 0 0,0 0 1,0 0-1,0 0 0,0 0 1,0 0-1,0 1 0,0-1 1,0 0-1,0 0 0,0 0 0,0 0 1,0 0-1,0 0 0,0 0 1,0 0-1,0 0 0,0 0 1,0 1-1,0-1 0,0 0 1,0 0-1,0 0 0,0 0 1,0 0-1,0 0 0,1 0 1,-1 0-1,0 0 0,0 0 0,0 0 1,0 0-1,0 0 0,0 0 1,0 0-1,0 0 0,0 1 1,0-1-1,1 0 0,-1 0 1,0 0-1,0 0 0,0 0 1,0 0-1,0 0 0,0 0 1,0 0-1,0-1 0,0 1 1,1 0-1,-1 0 0,20-14-452,7-13 490,-1 0 0,-1-1 0,34-52 0,9-10 587,289-297 1634,-73 85-3540,-269 284 831,0 0-1,-1-1 0,-1 0 0,-1-1 0,14-30 0,-21 39 66,-1 0 0,-1 0-1,0-1 1,0 1 0,-1-1-1,-1 0 1,0 1 0,0-1-1,-1 0 1,-1 0 0,0 1-1,-4-18 1,0 7 491,-12-32-1,16 52 578,4-16 703,-3 2-583,0 12 64,5 5 218,279 60 4922,2 12-4135,-275-70-2084,5 2-92,1-1 0,27 3 0,-41-7-102,1 1 0,0-1 1,-1 0-1,1-1 0,0 1 1,-1 0-1,1-1 0,0 0 1,-1 0-1,1 0 0,-1 0 0,0-1 1,1 1-1,-1-1 0,0 0 1,0 0-1,5-4 0,4-4-6943,-1 1-4931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0.986"/>
    </inkml:context>
    <inkml:brush xml:id="br0">
      <inkml:brushProperty name="width" value="0.035" units="cm"/>
      <inkml:brushProperty name="height" value="0.035" units="cm"/>
    </inkml:brush>
  </inkml:definitions>
  <inkml:trace contextRef="#ctx0" brushRef="#br0">306 75 11501,'-9'0'577,"-1"1"1,1 0-1,0 0 1,0 0-1,0 1 0,0 1 1,0-1-1,1 2 1,-1-1-1,1 1 0,0 0 1,0 1-1,-13 9 0,2-1-47,0 1-1,-21 21 0,31-26-278,0 0 1,0 1-1,1 0 1,1 0-1,0 0 1,-7 15-1,5-6 77,6-14-51,0 0 0,0 0 0,1 0 0,0 0 0,0 0 0,1 1 0,0-1 0,-1 1 0,1 6 0,2-11-221,-1 1 1,1-1-1,0 0 0,0 1 0,0-1 0,0 0 0,0 0 0,0 0 0,0 0 0,0 0 0,0 0 0,0 0 0,1 0 0,-1 0 0,0 0 0,1-1 1,-1 1-1,1-1 0,-1 1 0,3 0 0,4-1 6,1 0 0,-1-1 0,0 0 1,0-1-1,0 1 0,0-1 0,0-1 0,-1 0 1,1 0-1,8-5 0,-7 4-78,5-2-267,0 0 0,-1-1 1,0 0-1,-1-1 0,0-1 1,0 0-1,0 0 0,-1-2 0,-1 1 1,0-1-1,0-1 0,-1 1 0,-1-2 1,0 1-1,0-1 0,-1 0 1,-1-1-1,-1 0 0,1 0 0,-2 0 1,4-18-1,-8 27 79,1 1 0,-1-1 1,0 0-1,0 0 0,-1 0 0,-1-9 1,1 8 176,0 3-173,-1 9 202,1-1 0,0 0 0,-1 0 0,2 0 0,-1 1 1,1-1-1,-1 0 0,1 1 0,1-1 0,-1 0 0,1 1 0,0-1 0,2 6 0,-1 1 85,0-5-1,0 1 0,1-1 0,0 0 1,0 0-1,1 0 0,0 0 0,0-1 0,0 1 0,1-1 0,0 0 0,0 0 0,1-1 0,6 6 0,-5-4 59,3 3 54,1 0 1,0-1-1,0 0 0,19 10 1,-23-15-123,0 0 1,1-1 0,-1-1-1,1 1 1,0-1-1,0 0 1,-1-1-1,1 0 1,15 1-1,0-2 19,0-1 0,0-1 0,28-6 0,-43 6-188,0 0 1,-1 0 0,1-1 0,-1 0 0,1 0 0,-1-1 0,0 0-1,-1 0 1,1-1 0,-1 0 0,0 0 0,0 0 0,7-9 0,-7 7-72,0 1-322,-1-1-1,0 0 1,0 1 0,-1-2-1,5-9 1,-9 15 346,0 0 1,1 0 0,-1 0-1,0 0 1,-1 0-1,1 0 1,0-1-1,0 1 1,-1 0 0,1 0-1,-2-3 1,0 2-78,2 2 187,0 0-1,-1 0 1,1 0-1,-1 0 1,1 0 0,-1 0-1,1 0 1,-1 0 0,0 1-1,1-1 1,-1 0 0,0 0-1,0 1 1,0-1-1,0 1 1,1-1 0,-1 1-1,0-1 1,-1 0 0,-11-8 69,12 8 27,0 0 1,1 1 0,-1-1-1,0 0 1,1 0 0,-1 1-1,1-1 1,-1 0 0,1 0-1,-1 0 1,1 1 0,0-1-1,-1 0 1,1 0 0,0 0-1,0 0 1,0 0 0,-1 0-1,1 0 1,1-2-1,-1 3 112,1-1 0,0 1 0,0-1 0,0 1-1,0-1 1,-1 1 0,1 0 0,0-1-1,0 1 1,0 0 0,0 0 0,0-1 0,0 1-1,2 0 1,1 0-38,-1 0 0,1-1 0,0 0-1,-1 0 1,1 0 0,6-3 0,74-51 3893,-66 44-3257,-14 7-608,0 1 0,1 1 0,-1-1 0,1 1 0,4-3 0,-7 5-177,-1 0-1,0-1 1,1 1-1,-1 0 1,1 0-1,-1 0 1,0 0 0,1 0-1,-1 0 1,0 0-1,1 0 1,-1 0-1,0 1 1,1-1 0,-1 1-1,0-1 1,1 1-1,-1-1 1,0 1-1,0 0 1,0 0-1,0-1 1,2 3 0,0 0-69,0 0 1,0 1 0,-1-1 0,1 1 0,-1 0-1,0-1 1,0 1 0,-1 0 0,1 0 0,-1 0-1,2 7 1,6 52-1050,-7-42 558,12 67-3092,-2-15-6116,-7-42 1244</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1.363"/>
    </inkml:context>
    <inkml:brush xml:id="br0">
      <inkml:brushProperty name="width" value="0.035" units="cm"/>
      <inkml:brushProperty name="height" value="0.035" units="cm"/>
    </inkml:brush>
  </inkml:definitions>
  <inkml:trace contextRef="#ctx0" brushRef="#br0">223 613 7453,'-13'8'1264,"-1"0"0,-16 6 0,21-10-498,0-1 1,0 1-1,1 1 0,0 0 1,0 0-1,0 0 1,1 1-1,0 0 1,-12 13-1,-55 71 5604,74-88-6221,1 1 0,-1-1 0,1 0 0,-1 0 0,1 0 0,0 0 0,0 0 0,0 0 0,0 0 0,0 0 0,2 3 0,-3-5-76,2 2-17,0 0 1,0 0 0,1-1-1,-1 0 1,0 1 0,1-1-1,-1 0 1,1 0 0,-1 0-1,1 0 1,-1 0-1,1-1 1,-1 1 0,1-1-1,0 0 1,-1 0 0,1 0-1,0 0 1,-1 0-1,1 0 1,0-1 0,-1 0-1,5 0 1,2-2-49,1 0 0,-1-1 0,1 0 0,13-8 0,-12 5-196,-1-1 0,0 0 0,0-1 0,-1 0 0,0 0 1,0-1-1,-1 0 0,0 0 0,-1-1 0,0 0 0,-1-1 1,0 1-1,-1-1 0,0 0 0,-1-1 0,3-16 0,3-17-386,-3-1-1,-2 0 0,0-48 0,-5 91 541,2-72-179,-4 0 0,-15-103 0,7 138 482,5 33-117,1 25-13,3 55 343,3-1 0,17 110 1,47 141-1212,-33-210-2483,-2-40-4058,-3-22-2915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1.615"/>
    </inkml:context>
    <inkml:brush xml:id="br0">
      <inkml:brushProperty name="width" value="0.035" units="cm"/>
      <inkml:brushProperty name="height" value="0.035" units="cm"/>
    </inkml:brush>
  </inkml:definitions>
  <inkml:trace contextRef="#ctx0" brushRef="#br0">87 1 15285,'-35'72'1728,"30"-61"-1299,0-1 0,1 1 0,0 0 0,1 0 0,1 1 0,-1-1 0,2 0 0,0 1 0,0-1 0,1 19 0,1-15-61,-13 302 3098,1 57-2014,25-222-2339,3-55-4342</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1.803"/>
    </inkml:context>
    <inkml:brush xml:id="br0">
      <inkml:brushProperty name="width" value="0.035" units="cm"/>
      <inkml:brushProperty name="height" value="0.035" units="cm"/>
    </inkml:brush>
  </inkml:definitions>
  <inkml:trace contextRef="#ctx0" brushRef="#br0">93 89 14893,'4'-6'746,"-1"0"0,1 1 0,-1-1 0,0 0 0,0-1 0,2-10 0,-4 15-491,1 0 0,-1-1 1,0 1-1,1 0 1,0 0-1,-1 0 1,1 0-1,0 0 1,0 0-1,0 0 0,0 1 1,1-1-1,-1 1 1,0-1-1,0 1 1,1 0-1,-1 0 1,1 0-1,-1 0 1,1 1-1,0-1 0,-1 1 1,1-1-1,0 1 1,-1 0-1,1 0 1,3 1-1,-1-1-22,0 0-1,-1 0 1,1 1 0,0 0-1,-1 0 1,1 0 0,-1 1-1,1-1 1,-1 1 0,0 0-1,0 0 1,0 1 0,0-1-1,0 1 1,6 5 0,-6-3-110,0 0 0,-1 0-1,1 0 1,-1 1 0,0 0 0,0-1 0,-1 1 0,1 0 0,-2 0 0,1 0 0,2 12 0,-4-7-86,1-1 0,-1 1-1,-1-1 1,0 0 0,0 1-1,-5 16 1,-3 1-607,-1 0 0,-1-1 0,-2 0 0,-20 31 0,16-33-1139,-1-1 0,-1-1 1,-1-1-1,-1 0 0,-25 19 0,14-12-3538,-4 4-6141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2.339"/>
    </inkml:context>
    <inkml:brush xml:id="br0">
      <inkml:brushProperty name="width" value="0.035" units="cm"/>
      <inkml:brushProperty name="height" value="0.035" units="cm"/>
    </inkml:brush>
  </inkml:definitions>
  <inkml:trace contextRef="#ctx0" brushRef="#br0">1 584 14325,'7'-9'1008,"-1"-1"0,1 0 0,-2 0 0,1-1-1,4-12 1,-5 10-260,1 0-1,0 0 1,11-14-1,85-133 2960,-87 138-3317,16-34 1,-21 37-690,1 0 0,16-21-1,-25 38-273,-16 16-1209,10-9 1725,1 0 0,0 0 1,0 1-1,1-1 0,-1 0 0,1 1 1,0 0-1,1 0 0,-1-1 0,1 1 1,0 0-1,1 0 0,0 9 0,-1-5 29,2 0-1,-1 1 1,2-1-1,-1-1 0,1 1 1,1 0-1,4 12 0,-6-19 26,1 1 0,0-1-1,0 0 1,0 1-1,0-1 1,0 0-1,1 0 1,0 0-1,-1 0 1,1-1-1,0 1 1,0-1 0,0 0-1,1 1 1,6 2-1,-5-3 21,0-1-1,0 0 1,0 1 0,0-1-1,0-1 1,1 1-1,-1-1 1,0 0 0,0 0-1,1-1 1,8-1 0,2-2-1,-1-1 0,1 0 1,-1-1-1,0-1 1,0 0-1,-1-1 1,0 0-1,0-2 1,-1 1-1,0-2 1,11-11-1,8-11 101,-1-2 0,44-64 0,-64 85 62,-8 10 3,0 0 1,0 1 0,-1-1 0,1 0-1,-1 0 1,0-1 0,0 1-1,2-6 1,-3 7 47,-1-1 68,1 0 0,0 0 1,0 0-1,1-1 1,-1 1-1,1 1 0,0-1 1,0 0-1,5-6 1,-1 22 825,-4-6-1018,-1 1 0,1-1 0,-1 0 0,0 0-1,0 1 1,-1-1 0,0 0 0,0 1-1,-1-1 1,-2 13 0,1-1 38,-2 34-272,-2 0 0,-3-1-1,-29 99 1,36-144-246,0 0 0,-1 1-1,1-1 1,-1-1 0,-6 10 0,7-12 102,0-1 0,0 0 0,0 1 0,-1-1 1,1 0-1,-1-1 0,0 1 0,1 0 0,-1-1 0,0 1 0,0-1 1,0 0-1,-6 2 0,-4 0-1844,-1 0 0,1 0 0,-1-2 0,-18 1 0,-12-8-9491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2.478"/>
    </inkml:context>
    <inkml:brush xml:id="br0">
      <inkml:brushProperty name="width" value="0.035" units="cm"/>
      <inkml:brushProperty name="height" value="0.035" units="cm"/>
    </inkml:brush>
  </inkml:definitions>
  <inkml:trace contextRef="#ctx0" brushRef="#br0">1 14 18610,'0'0'7020,"14"-5"-5516,0-1 125,6 6-2589,1-3-597,-33 12-4219,-2 17-297,-4 5-5340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2.855"/>
    </inkml:context>
    <inkml:brush xml:id="br0">
      <inkml:brushProperty name="width" value="0.035" units="cm"/>
      <inkml:brushProperty name="height" value="0.035" units="cm"/>
    </inkml:brush>
  </inkml:definitions>
  <inkml:trace contextRef="#ctx0" brushRef="#br0">255 53 16822,'-1'-3'272,"0"0"1,0 1-1,0-1 1,0 1 0,0-1-1,0 0 1,0 1-1,-1 0 1,0-1 0,1 1-1,-1 0 1,0 0-1,0 0 1,0 0-1,0 0 1,0 0 0,-1 1-1,1-1 1,0 1-1,-1 0 1,0-1 0,1 1-1,-1 0 1,1 0-1,-1 1 1,0-1 0,0 1-1,1-1 1,-1 1-1,0 0 1,0 0 0,0 0-1,1 0 1,-1 0-1,-4 2 1,-3 0-90,1 0-1,1 1 1,-1 0-1,0 0 1,1 1-1,-1 0 1,1 0-1,0 1 1,1 0-1,-9 8 1,8-7-103,1 1 0,-1 0 0,2 1 1,-1-1-1,1 2 0,0-1 1,1 0-1,-6 12 0,9-16-29,1 0 0,-1 1-1,1-1 1,0 1-1,0-1 1,0 1 0,1-1-1,0 1 1,0 0 0,0-1-1,0 1 1,1 0 0,0-1-1,-1 1 1,2-1 0,-1 1-1,0-1 1,1 0-1,3 6 1,8 11 334,0 0 0,2-1-1,28 30 1,-22-26 40,23 32 0,-38-46-424,1-1 1,-1 1 1,0 1 0,8 16 0,-13-22-8,0-1 1,1 1-1,-2-1 0,1 1 1,0 0-1,-1-1 1,0 1-1,0 0 1,0 0-1,-1-1 1,1 1-1,-3 8 1,1-6-175,-1 1 1,0 0 0,0-1 0,-1 0-1,-6 10 1,6-11-485,0 0 0,-1-1 0,0 1-1,0-1 1,-1 0 0,-10 7 0,0-1-1479,6-3-1179,0-1 1,-19 9-1,-10-5-8599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3.469"/>
    </inkml:context>
    <inkml:brush xml:id="br0">
      <inkml:brushProperty name="width" value="0.035" units="cm"/>
      <inkml:brushProperty name="height" value="0.035" units="cm"/>
    </inkml:brush>
  </inkml:definitions>
  <inkml:trace contextRef="#ctx0" brushRef="#br0">12 297 12693,'23'12'10561,"-32"3"-9361,6-10-1078,1 1 1,0 0-1,0 0 1,0-1-1,1 1 1,-1 0-1,1 0 1,1 1-1,-1 10 1,1-9-192,0-1 0,-1 1 1,0 0-1,-1-1 1,-2 11-1,3-15-178,14-11-464,-5 0 661,-1 0-1,0-1 1,-1 1 0,1-1 0,-2 0 0,1-1-1,-1 0 1,4-11 0,7-12 5,131-209 1220,-136 225-821,16-31 861,-25 45-551,-2 8-413,-10 122-413,-1 14-1519,12-128 1465,0-1 1,0 1-1,1-1 1,1 1-1,0-1 1,0 0-1,9 19 1,-11-30 206,-1 0 1,0-1 0,0 1-1,1-1 1,-1 1 0,0 0 0,1-1-1,-1 1 1,1-1 0,-1 1-1,1-1 1,-1 0 0,1 1 0,-1-1-1,1 1 1,-1-1 0,1 0 0,0 0-1,-1 1 1,1-1 0,-1 0-1,1 0 1,0 0 0,-1 1 0,1-1-1,0 0 1,-1 0 0,1 0-1,0 0 1,0-1 0,2 1 1,-1-1 0,1 0 1,-1 1-1,0-1 0,0-1 1,1 1-1,-1 0 0,3-3 1,4-3 47,-1 0 0,0-1 0,9-10 1,16-27 1398,52-95 0,-57 91 74,55-76 0,-79 146-1375,-6 12-245,-7 42 1,5-45-285,0 1 0,2 42 1,4-23-256,10 130-2028,-10-166 2082,1 0 0,1 0 0,0 0 0,0 0 0,2-1 0,-1 0 0,16 25 0,-19-36 419,-1 0 1,1-1-1,0 1 1,-1-1-1,1 0 1,0 1 0,0-1-1,0 0 1,0 0-1,0 0 1,0 0-1,0 0 1,0-1-1,0 1 1,0 0 0,1-1-1,-1 0 1,0 0-1,0 1 1,1-1-1,-1-1 1,0 1 0,0 0-1,4-1 1,2-1-812,0 0 0,0 0 0,0 0 0,0-1 0,10-5 0,18-14-6222</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4.192"/>
    </inkml:context>
    <inkml:brush xml:id="br0">
      <inkml:brushProperty name="width" value="0.035" units="cm"/>
      <inkml:brushProperty name="height" value="0.035" units="cm"/>
    </inkml:brush>
  </inkml:definitions>
  <inkml:trace contextRef="#ctx0" brushRef="#br0">162 976 10017,'-9'1'562,"-1"1"1,1 0-1,1 1 1,-1 0-1,0 0 1,1 1-1,-1 0 1,1 1-1,0-1 1,0 2-1,1-1 1,0 1-1,0 0 0,0 0 1,-11 14-1,16-16-339,-1 1-1,1-1 1,0 0-1,0 0 0,0 1 1,0-1-1,1 1 1,0 0-1,0-1 0,0 1 1,0 0-1,1 0 1,0 0-1,0-1 0,1 7 1,1 2 702,0-1-1,1 0 1,0 0 0,8 16 0,-11-28-914,0 0 0,0 1 0,0-1 0,0 0 0,0 0 0,0 0 0,0 0 0,0 0 0,0 0 0,0 1 0,0-1 0,0 0 0,1 0 0,-1 0 0,0 0 0,0 0 0,0 0 0,0 0 0,0 0 0,0 0 0,0 0 1,1 1-1,-1-1 0,0 0 0,0 0 0,0 0 0,0 0 0,0 0 0,0 0 0,1 0 0,-1 0 0,0 0 0,0 0 0,0 0 0,0 0 0,0 0 0,0 0 0,1 0 0,-1 0 0,0 0 0,0 0 0,0-1 0,0 1 0,0 0 0,1 0 0,12-2 119,-1-1 1,1-1-1,0 0 1,-1-1 0,0 0-1,0-1 1,0 0-1,-1-1 1,15-11-1,-14 9-413,-1 0 0,0-1 0,0 0 0,-1-1 0,-1 0 0,0-1 0,0 0 0,9-18 0,-16 28 171,-1-1-1,0 1 0,-1-1 0,1 0 1,0 0-1,-1 1 0,1-1 1,-1 0-1,0 0 0,0 1 0,0-1 1,0 0-1,-1-4 0,-1-15-426,1 25-54,0 2 607,0 1 0,1-1-1,0 1 1,0 0 0,0-1 0,0 1-1,1-1 1,0 1 0,0-1-1,0 1 1,1-1 0,0 0 0,0 0-1,0 0 1,1 0 0,-1 0 0,1 0-1,7 8 1,-2-3 92,0 1 0,1-1 1,0-1-1,1 1 0,0-2 0,1 1 1,12 7-1,-11-10 32,0 0-1,0-1 1,0-1 0,0 0-1,1 0 1,0-1 0,0-1-1,0 0 1,16 0 0,14-2-258,61-8-1,-88 6-47,-2 1-39,0-1 0,0-1 0,-1 0-1,1-1 1,-1-1 0,0 0 0,0 0 0,19-12 0,-24 11-58,0 0 1,0 0 0,0 0-1,-1-1 1,0 0-1,0-1 1,-1 0-1,0 0 1,0 0 0,-1 0-1,0-1 1,7-18-1,-2-9-610,-1 0-1,-2-1 1,-1 1-1,1-67 1,-2 42 271,3-140-39,-4 79 1505,-6-16 1145,1 54 582,1 80-1905,0 8 102,13 281 3426,-9-96-3232,-2-163-880,12 158 543,-9-143-610,2-1 0,18 58 0,-22-88-166,0-1 0,1 0 0,0 0 0,1 0 0,0-1 0,0 0 0,1 0 0,0 0 0,8 9 0,-12-15 56,0 0-1,1 0 0,-1-1 1,0 1-1,1 0 0,0-1 0,-1 1 1,1-1-1,0 0 0,-1 0 0,1 0 1,0 0-1,0-1 0,0 1 0,0-1 1,0 0-1,0 1 0,0-1 0,0-1 1,0 1-1,0 0 0,0-1 0,-1 1 1,1-1-1,0 0 0,0 0 0,0 0 1,-1 0-1,1-1 0,0 1 0,-1-1 1,1 0-1,3-2 0,4-5-264,-1 0-1,1 0 1,-2-1 0,1 0-1,-1 0 1,-1-1-1,0 0 1,0-1 0,-1 0-1,0 0 1,5-17-1,2-14-697,14-88-1,-21 98 822,44-319 157,-45 275 1166,-2-1-1,-13-122 1,8 189-874,1-1 1,-2 1-1,1 0 1,-9-20-1,11 30-197,-1 1 1,1-1-1,0 0 0,-1 1 0,1-1 1,0 0-1,-1 1 0,1-1 1,-1 0-1,1 1 0,-1-1 1,0 1-1,1-1 0,-1 1 0,0-1 1,1 1-1,-1 0 0,0-1 1,1 1-1,-1 0 0,0-1 0,0 1 1,1 0-1,-1 0 0,0 0 1,0 0-1,0 0 0,1 0 1,-1 0-1,0 0 0,0 0 0,1 0 1,-1 0-1,0 0 0,0 0 1,0 1-1,1-1 0,-2 1 0,-1 0 82,0 1-1,1 0 0,-1 0 1,0-1-1,1 2 0,-1-1 1,-3 4-1,1 1 94,0 0 1,1 1-1,0-1 1,0 1-1,1-1 0,-1 1 1,-2 12-1,0 6 439,-5 30 0,4 3 320,3 0-1,3 70 1,24 119 1262,-17-202-2080,3 1 1,16 50-1,-21-83-137,1 0-1,1 0 1,0 0 0,1-1-1,0 0 1,1-1-1,1 1 1,0-1 0,0-1-1,22 20 1,-26-27-163,0 0-1,0-1 1,0 0-1,1 0 1,-1 0-1,1-1 1,0 0-1,9 3 1,-13-4 34,1-1 1,-1 0-1,1 1 0,-1-1 1,1 0-1,0 0 1,-1 0-1,1-1 0,-1 1 1,1 0-1,0-1 1,-1 0-1,1 0 0,-1 0 1,0 0-1,1 0 1,-1 0-1,0 0 0,0-1 1,1 1-1,1-4 1,0 1-490,0 0 0,-1-1 0,0 1 0,0-1 0,-1 0 0,3-6 1,7-18-5669,-11 26 5356,14-42-13504</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49.154"/>
    </inkml:context>
    <inkml:brush xml:id="br0">
      <inkml:brushProperty name="width" value="0.035" units="cm"/>
      <inkml:brushProperty name="height" value="0.035" units="cm"/>
    </inkml:brush>
  </inkml:definitions>
  <inkml:trace contextRef="#ctx0" brushRef="#br0">199 1 4328,'-33'42'3950,"28"-34"-3323,0 0-1,-1-1 1,0 0 0,0 0 0,-11 9 0,-56 54 2816,72-68-2921,-1-1 25,-19 9 3090,19-8-3094,-19 8 3757,23-10-3475,23-2 176,34-5 0,8-1-301,206-26 1173,-41 4-1095,42-2-1920,-262 30 293,-13 1-807,-22-2-2368,7 1 2273,-20-1-5286,-1 0-4729</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2:57.697"/>
    </inkml:context>
    <inkml:brush xml:id="br0">
      <inkml:brushProperty name="width" value="0.035" units="cm"/>
      <inkml:brushProperty name="height" value="0.035" units="cm"/>
    </inkml:brush>
  </inkml:definitions>
  <inkml:trace contextRef="#ctx0" brushRef="#br0">48 101 6289,'-32'0'2398,"17"16"7206,20-18-9308,0 1 0,0-1-1,1 1 1,-1 0 0,1 0 0,-1 1-1,0 0 1,1 0 0,-1 0 0,1 1-1,8 1 1,23 1 493,1050-7 6213,-7-1-6082,-514-3-673,-182 2-111,-36-5 661,106-1 239,-414 14-1036,-5-1-4028,-43-16 419,4 11 2984,0 0-1,0 0 0,0 1 1,0 0-1,0 0 0,-1 0 1,0 1-1,-7-4 0,-27-8-6314,3 3-2635</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3:08.242"/>
    </inkml:context>
    <inkml:brush xml:id="br0">
      <inkml:brushProperty name="width" value="0.035" units="cm"/>
      <inkml:brushProperty name="height" value="0.035" units="cm"/>
    </inkml:brush>
  </inkml:definitions>
  <inkml:trace contextRef="#ctx0" brushRef="#br0">1 313 26705,'5607'-313'0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7:18.205"/>
    </inkml:context>
    <inkml:brush xml:id="br0">
      <inkml:brushProperty name="width" value="0.035" units="cm"/>
      <inkml:brushProperty name="height" value="0.035" units="cm"/>
    </inkml:brush>
  </inkml:definitions>
  <inkml:trace contextRef="#ctx0" brushRef="#br0">104 686 4456,'22'-27'1385,"-18"22"1377,-6 6-2117,-25 6 555,24-6-152,1-1-559,-7 2 6,1-1-1,0 1 1,0 1 0,1 0-1,-11 4 1,15-5 1282,-31-8 3322,44 32-4715,-5-23-275,1-3-79,295-12 484,541-48-383,-313 48-62,-109-1-12,286-38-562,-158 4 373,-381 31 107,310-12-13,18 45 36,-217 11-39,84 4 39,283-31 7,-341-14 53,22-5-22,88 6-35,37-19-70,-369 25 90,233-12 1,-123 6-13,-71 4-61,73-5 117,107-5-1,58 8-43,-317 9-18,372-3 2,-178 7 30,87 3 16,-67-4-25,78 9 60,-166-11-109,-72-2 41,377-3-88,-157-3 97,54-16-33,178-8-38,-495 31 35,492-32-49,-366 19 109,-50 5-24,143-5-8,-22 4 5,113-1-16,-134 3-2,-22 0 1,-12-4 32,59-11 27,260-22-6,-215 28-114,-178 12 77,60-1 74,123-5-83,548-41-22,-715 43 28,164-5 11,-179 5-28,-28 1 40,-2 3-18,241-2-5,-91 15 15,-13 1 86,-97-5-109,140 7 4,-119-4 99,75 9-58,-36 3-55,-63-9 5,375 32-38,-352-35 4,216 4 42,-177-8-22,111-3 8,91 0-26,-202 0 111,9-2-23,-47 2-22,140-6 47,193-11 261,-305 16-55,53-2 388,-96 4 327,-62 1-208,-41 0-127,-32-1-175,15-3-450,-4 1-270,-11 1-303,-5-4-3422,1-1 2975,-1 0-1,-1 0 0,1 0 1,-1 0-1,0 1 0,0-1 1,0 1-1,0 0 1,-6-5-1,-23-11-9684</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7:45.668"/>
    </inkml:context>
    <inkml:brush xml:id="br0">
      <inkml:brushProperty name="width" value="0.035" units="cm"/>
      <inkml:brushProperty name="height" value="0.035" units="cm"/>
    </inkml:brush>
  </inkml:definitions>
  <inkml:trace contextRef="#ctx0" brushRef="#br0">54 273 3740,'-37'12'7422,"35"-11"-6907,-11 7 854,11-2 2219,19 1 2100,-6-4-7210,-8-2 1670,-1-3-14,4 0-84,-1 0 1,1 0-1,-1 0 1,1 0-1,-1 1 1,13-2-1,43-1 250,-59 4-296,153-6 296,134 4-139,-213 4-140,372 16-1,-256-8-46,117-2 46,159-35-60,-420 24 38,181-4-47,7 6 28,74-16-127,-202 7-18,30-3 0,168-8-36,251 8 250,-490 13-59,84 1-22,130-2 33,-110-4 32,256-10-44,-402 13-10,244-17 96,112-5-58,-302 20-22,72 0-104,305-13 129,-260 5-99,-57 4 146,245-7 2,-208 9 19,46 1-72,-68 5 6,37 2-81,214-5 108,-144-4-70,179 6 90,340 9 810,-753-8-852,50 0 478,98-11 0,-111 3 2305,-62 7-1412,1-2-4637,-2 1 2803,0 0-1,0 1 1,0-1-1,0 0 1,0 0 0,-1 0-1,1 0 1,0-3-1,-3-12-6621,-4 5-3486</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8:38.932"/>
    </inkml:context>
    <inkml:brush xml:id="br0">
      <inkml:brushProperty name="width" value="0.035" units="cm"/>
      <inkml:brushProperty name="height" value="0.035" units="cm"/>
    </inkml:brush>
  </inkml:definitions>
  <inkml:trace contextRef="#ctx0" brushRef="#br0">56 435 5533,'-30'0'1428,"17"0"3870,0 21 1631,15-23-6872,-1 1 0,1 0 0,0 0 0,-1-1 0,1 1 0,0 0 0,0 1 0,0-1 0,0 0 0,0 0 0,0 1 0,0-1 0,0 1 0,0 0 0,0 0 0,0-1 0,0 1 0,0 1 0,0-1 0,0 0 0,0 0 0,3 1 0,18 1 239,219 10 780,40 18-906,-84-23-88,185-34-4,-223 13-62,206-5-52,-96 19 4,-141 2 33,10-1 10,40-2-54,246-2 86,-146 5-8,-138-3-43,120-8-2,145-14-27,-315 17 71,75-1-14,52-6-30,-7 5 46,59-3-35,-162 8-14,447-7-6,34-10-24,-338 22 89,-77 2-9,-47-3-40,123-1 15,-72 0-46,-1 1 51,-1 1 4,-67-2-75,23-1 90,215-13-20,64 3 8,-236 8-50,355-4 51,-21 1-11,-348 6-32,99-7-20,-72-2 54,-25 2 5,183-20-1,23 7 226,-246 16-173,69-4 2,-19 2-18,-35 3-54,172-7 51,110-6 127,41-3 132,-392 17-253,169-15 304,-88 4 162,88-2 2279,-141 9-1422,-94 6-1185,15 0 78,-2 0-133,-12 0 297,13 0-176,14 0 50,245 8 1672,-175-8-1658,-59-1-221,-29 0-56,0 1 0,0 0 0,0 1 0,20 3 0,-30-3-296,-13-9-3277,-5-1 1173,-33-56-8862,26 32-1208</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37.372"/>
    </inkml:context>
    <inkml:brush xml:id="br0">
      <inkml:brushProperty name="width" value="0.035" units="cm"/>
      <inkml:brushProperty name="height" value="0.035" units="cm"/>
    </inkml:brush>
  </inkml:definitions>
  <inkml:trace contextRef="#ctx0" brushRef="#br0">2 159 6213,'-2'0'13550,"12"-2"-10155,15-4-5920,-17 4 3880,5 0-1312,18-3 35,1 1 0,-1 2 1,32 2-1,-4-3-33,-12 0-6,152-9 58,154-6-49,-210 8-36,24-11-81,-8 1 96,25 3 26,-100 16-42,33-3-25,-64 1 16,0 2-1,56 7 1,24 0 3,150 3-87,-46 5 63,-32-5 104,44-1-48,-102-5-38,237-2-3,-201-2 16,76-6-28,-107 2-4,-61 3 33,208-4 114,-129 0 57,28 0-356,-194 6-677,-6-2-685,0-1 999,-19-23-7270,0 11-1235</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39.906"/>
    </inkml:context>
    <inkml:brush xml:id="br0">
      <inkml:brushProperty name="width" value="0.035" units="cm"/>
      <inkml:brushProperty name="height" value="0.035" units="cm"/>
    </inkml:brush>
  </inkml:definitions>
  <inkml:trace contextRef="#ctx0" brushRef="#br0">0 0 4648,'9'15'6201,"-7"-15"-5966,25 5 182,-25-5 1502,-1 2-1828,0-1 1,-1 0-1,1 1 1,-1-1-1,1 0 1,0 0-1,0 1 1,0-1-1,0 0 1,0 0-1,0 0 1,0 0-1,0 0 1,0-1-1,0 1 0,1 0 1,-1 0-1,0-1 1,0 1-1,1-1 1,-1 1-1,1-1 1,-1 0-1,0 1 1,1-1-1,-1 0 1,1 0-1,-1 0 1,2 0-1,75 0 1369,-32 1-1285,-7 1-133,68 9-1,-104-10 14,0-1-32,46 12 107,-26-12 296,46-6 0,-6 0-24,-2-2-132,-18 9-127,47-5 0,35 1-112,-24 8 123,268 21 24,-304-21-188,33 4 114,-53-4-92,47-1 0,24 2 194,38 3-32,-35-4-74,49 7-32,9 0 55,353-15 338,-440 0-419,354-1 117,-213 4-192,-22 8 140,-44-1 48,147 16 55,-149-14-222,-3 0 41,3 6-22,-20-5 14,22 2-32,-126-9 27,44-2 1,-49-1-15,-1 1 0,36 6 1,-37-4 3,0-1 0,-1-1 0,41-5 0,12 1 6,296-8-112,-332 11 124,218 5 21,-137-5 12,-1 0-31,15-2-20,-47-1-6,129 1-28,-158 0 63,237-6 35,-179 5-23,46 0 27,154 10-26,125-13-60,-316 2-14,-21-2 71,78 1-56,16 0 82,-112 1-23,1 2-47,125-8 29,-92 5-32,7-1 16,123-6-5,-49 4 53,327-21 195,-296 18-135,764 5 302,-713-1-137,-52 0 58,-144 7-221,459 8 1319,-472-6-1149,63 5 218,-85-4-243,-32-3-294,44 8 0,-52-5-568,-17-3-380,-7-3-901,-3-4 651,0 1 0,0-1 0,0 2-1,-1-1 1,0 1 0,0 0 0,-10-5-1,4 5-1887,0 0-1,-17-3 0,22 6 1834</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41.244"/>
    </inkml:context>
    <inkml:brush xml:id="br0">
      <inkml:brushProperty name="width" value="0.035" units="cm"/>
      <inkml:brushProperty name="height" value="0.035" units="cm"/>
    </inkml:brush>
  </inkml:definitions>
  <inkml:trace contextRef="#ctx0" brushRef="#br0">21 262 7309,'-20'18'9947,"30"-23"-8700,-9 4-1163,0 1 0,0-1 0,0 0 1,0 1-1,0-1 0,0 0 0,0 1 0,0 0 1,0-1-1,1 1 0,-1 0 0,0-1 0,0 1 0,1 0 1,1 0-1,187-13 2623,-35 0-1921,834-8 1432,-55 2-1643,-145-27 992,-722 41-1327,691-79 1948,-463 47-455,-283 36-1663,-10 1-12,1-1-7,26-3 62,-27 4 420,0-1-468,0-1-51,19-6-15,16 4 1,-32 2-1734,-4 1 1402,0 1 0,0-1 0,0 1 0,0-1 0,0 1 0,1-1 0,-1 1 0,0 0 0,0 0 0,0 0 1,0-1-1,1 1 0,-1 0 0,0 0 0,0 1 0,0-1 0,3 1 0,-38 0-10285,7-5-840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51.033"/>
    </inkml:context>
    <inkml:brush xml:id="br0">
      <inkml:brushProperty name="width" value="0.035" units="cm"/>
      <inkml:brushProperty name="height" value="0.035" units="cm"/>
    </inkml:brush>
  </inkml:definitions>
  <inkml:trace contextRef="#ctx0" brushRef="#br0">21 262 7773,'-20'6'15128,"22"-7"-15023,132-37 968,-12 1-761,-107 34-309,215-43 145,-149 35-118,68-6-20,-7 4-62,-8 0 9,241 22 46,-322-6 47,51 5-159,-84-6 137,37 0 0,17 1-109,58 5 32,-18-2-38,72 11 133,42-10-63,-154-8 66,-35 1-114,179 5-280,-117-5 269,-69 1 49,46-6 1,-30 2 3,34-3-7,114-3-4,-54 0 32,-60 3-35,-4 3 7,61-5 47,-125 7-22,0 0 0,26 3-1,18 0 42,150-9-2,-42 5-135,77-6-327,-7-6-94,-144 8 459,-64 3 37,1 1 0,1 1 0,36 4 0,52 7-114,-14-2 81,46 0 66,-48-4 21,-74-1-36,23-1 19,3-1-34,-38-1 25,0 1 0,0-2 1,17-2-1,-15 0-17,0 2 0,31 1 0,-29 0 28,37-3-1,-10 2-88,-40 2 86,1-1 0,0 0 0,16-2 0,-9 0 2,1 0-1,16 1 1,-15 1-8,29-5-1,16-3-5,1 2-1,71 4 0,-27 7 17,-30 4-6,-25-7-26,-28-1 23,1-1 0,28-3-1,-29 1-19,0 1-1,35 3 1,-32 0 30,34-3 0,156-5-38,-182 6 64,70-2-48,74 1 33,71 15-12,-36-3-17,-135-9 11,-48-2-44,39 5 0,44 4 78,-44-5-37,18-4 14,7 0-59,-81 1 56,1-1 0,-1 0-1,21-4 1,14 0 1,141-2 12,-69 11 252,9 1-118,-34-5-151,-4-1 6,-37-1 0,-34 0 0,29 2-1,113 3 69,-102-5-44,449-16 277,-464 15-302,68-7 53,-85 6-46,33 1-1,4-2-618,-66 3 445,-1 0-1,1 0 1,0 0-1,-1 0 1,1 0-1,-1 0 1,1-1-1,-1 1 0,1 0 1,-1 0-1,0 1 1,0-1-1,1 0 1,-1 0-1,-1-1 1,-3-4-895,-1 1 0,1-1 1,-1 1-1,0 0 1,0 0-1,0 1 0,-13-6 1,-29-10-8150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54.159"/>
    </inkml:context>
    <inkml:brush xml:id="br0">
      <inkml:brushProperty name="width" value="0.035" units="cm"/>
      <inkml:brushProperty name="height" value="0.035" units="cm"/>
    </inkml:brush>
  </inkml:definitions>
  <inkml:trace contextRef="#ctx0" brushRef="#br0">1 17 23275,'11746'0'0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56.464"/>
    </inkml:context>
    <inkml:brush xml:id="br0">
      <inkml:brushProperty name="width" value="0.035" units="cm"/>
      <inkml:brushProperty name="height" value="0.035" units="cm"/>
    </inkml:brush>
  </inkml:definitions>
  <inkml:trace contextRef="#ctx0" brushRef="#br0">30 242 7609,'-19'8'-1528,"8"-3"11887,21-5-4824,5-1-5091,48-4-94,51-4-135,134 5 1,298 2-84,-360-4-117,341-15 348,102 11-269,-347-11 261,-28 1 504,-94 9-592,-44 2-170,91-6 59,-111 11-154,73-1 1,66-3-4,-78-1-27,230-8 0,-51-3 649,-161 16 53,23-2-203,-36 7-2987,-172-16-2143,7 12 3740,0 1 1,0 0 0,0-1 0,-1 1 0,1 0 0,-7-2 0,-40-11-9748</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58.223"/>
    </inkml:context>
    <inkml:brush xml:id="br0">
      <inkml:brushProperty name="width" value="0.035" units="cm"/>
      <inkml:brushProperty name="height" value="0.035" units="cm"/>
    </inkml:brush>
  </inkml:definitions>
  <inkml:trace contextRef="#ctx0" brushRef="#br0">10 630 6941,'-9'-3'15082,"15"1"-14912,-1 1 1,1-1-1,0 1 0,-1 0 0,1 1 0,10 0 0,2-1 32,56-5 331,120 8 0,-26 5-316,17 1-90,327 12-22,-281-14-78,-5-8 91,-67-2-51,433-22 495,-2-32 2,-298 28-479,451 0 413,-612 31-527,152-2 173,-140-1-158,105-4 83,471-23 442,-538 21-417,82-1-49,188-5-39,-299 7-35,151-1-14,-137 6 59,153-8 69,-183 4 10,895-25-106,-246 9 213,-558 9-162,49-4 186,331-8 419,-276 16-519,-162 3-61,159-8 167,92-8 497,63 2-205,-31 1 344,-269 9-240,-71 12-198,-16 0-169,2-3-261,-25 0 0,105-14 0,-171 15 0,27-4 0,-29 2 0,-3 1 0,0 1 0,-1-1 0,1 0 0,0 1 0,-1-1 0,1 1 0,0-1 0,0 1 0,0 0 0,-1 0 0,1 0 0,0 0 0,2 0 0,14 0 0,-18 0-4,1 0 1,-1 0-1,0 0 1,1 0-1,-1 0 0,1 0 1,-1 0-1,1 0 1,-1 0-1,1 0 0,-1 0 1,1 0-1,-1 0 1,0 0-1,1 0 0,-1-1 1,1 1-1,-1 0 1,1 0-1,-1 0 0,0-1 1,1 1-1,-1 0 1,0-1-1,1 1 1,-1 0-1,1-1 0,-3-4-276,0 0 0,1 1 0,-2-1 0,1 1 0,0 0-1,-1-1 1,0 1 0,-4-5 0,-2-4-1196,2 2 240,0-1-1635,0 1 0,-1 0 0,-14-15 0,-20-14-10094</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0.481"/>
    </inkml:context>
    <inkml:brush xml:id="br0">
      <inkml:brushProperty name="width" value="0.035" units="cm"/>
      <inkml:brushProperty name="height" value="0.035" units="cm"/>
    </inkml:brush>
  </inkml:definitions>
  <inkml:trace contextRef="#ctx0" brushRef="#br0">153 0 13157,'-7'9'822,"1"0"507,1-1 6988,5-5-7972,1 0 0,-1 0 0,1 0-1,-1-1 1,1 1 0,0 0 0,0 0 0,0-1 0,3 5 0,1 3 176,-2-4-336,0-1-1,0 1 1,-1-1 0,0 1 0,0 0 0,-1 0 0,2 11-1,-1 9-286,-1 0-1,-2-1 0,-1 1 1,-9 48-1,-35 101-4018,34-135 2776,8-27 497,0 0-1,-1 0 0,-1-1 1,0 0-1,0 0 1,-12 15-1,17-25 461,0-1-1,0 1 1,-1-1-1,1 0 1,0 1 0,-1-1-1,1 0 1,-1 0-1,1 0 1,-1 0-1,0 0 1,1 0-1,-1 0 1,0-1-1,0 1 1,-2 0 0,1 0-209,-17 4-6373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0.854"/>
    </inkml:context>
    <inkml:brush xml:id="br0">
      <inkml:brushProperty name="width" value="0.035" units="cm"/>
      <inkml:brushProperty name="height" value="0.035" units="cm"/>
    </inkml:brush>
  </inkml:definitions>
  <inkml:trace contextRef="#ctx0" brushRef="#br0">327 1 13261,'-1'1'290,"0"-1"0,0 1 0,1-1 0,-1 1 0,0-1 0,0 0 0,0 1-1,0-1 1,1 0 0,-1 1 0,0-1 0,0 0 0,0 0 0,0 0 0,0 0 0,0 0 0,0 0-1,0 0 1,0 0 0,0 0 0,1 0 0,-1-1 0,0 1 0,0 0 0,-1-1 0,-11-2-225,11 4-19,0 0 0,1 0 0,-1 0 0,0 0 0,0 0-1,1 1 1,-1-1 0,0 0 0,1 1 0,0 0 0,-3 2 0,-6 6 118,-87 67 367,66-49-362,20-17 43,-24 18 0,25-22 110,0-1 0,0-1 0,-1 0 0,-13 5 0,23-9-230,-1-1 1,1 1-1,0 0 1,-1 0-1,1 0 1,0 0-1,0 0 1,0 0-1,0 0 1,0 0-1,0 0 1,0 1-1,0-1 1,0 2-1,-1-1 97,2-1-142,1 0 0,-1 0-1,0 0 1,1 0 0,-1 0 0,0 0-1,1 0 1,-1 0 0,1-1 0,-1 1-1,1 0 1,-1 0 0,1-1 0,0 1-1,0 0 1,-1-1 0,2 2 0,-1-1 39,3 2-33,0-1 0,0 1 0,0 0-1,0-1 1,0 0 0,1 0 0,-1 0 0,1-1 0,-1 1-1,1-1 1,0 0 0,7 0 0,56 3-1063,-25-6-1211,-29 1-612,-1 1 1,1 0 0,18 2-1,-13 4-7126</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1.196"/>
    </inkml:context>
    <inkml:brush xml:id="br0">
      <inkml:brushProperty name="width" value="0.035" units="cm"/>
      <inkml:brushProperty name="height" value="0.035" units="cm"/>
    </inkml:brush>
  </inkml:definitions>
  <inkml:trace contextRef="#ctx0" brushRef="#br0">27 9 13305,'-26'-9'11787,"28"48"-10117,14 75 1,0 0-921,-14-97-678,-2 3-64,2-1-1,0 0 0,1 0 0,10 31 0,-13-49-117,0 0 0,1 0-1,-1 0 1,1 0-1,-1 1 1,0-1-1,1-1 1,0 1 0,-1 0-1,1 0 1,0 0-1,-1 0 1,1 0-1,0 0 1,0-1 0,0 1-1,0 0 1,-1-1-1,1 1 1,2 0 0,-3-2 47,1 1 1,-1 0-1,0-1 1,1 1 0,-1-1-1,1 1 1,-1-1 0,0 0-1,0 1 1,1-1 0,-1 1-1,0-1 1,0 0 0,0 1-1,1-1 1,-1 1 0,0-1-1,0 0 1,0 1-1,0-1 1,0 0 0,0 1-1,-1-1 1,1 0 0,0 1-1,0-1 1,0 1 0,-1-2-1,-4-22-3033,-11-31 0,4 13-2664,0-4-4468</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39:59.914"/>
    </inkml:context>
    <inkml:brush xml:id="br0">
      <inkml:brushProperty name="width" value="0.035" units="cm"/>
      <inkml:brushProperty name="height" value="0.035" units="cm"/>
    </inkml:brush>
  </inkml:definitions>
  <inkml:trace contextRef="#ctx0" brushRef="#br0">1 3477 5541,'5'15'919,"1"0"1,0 0 0,1-1 0,1 0-1,0-1 1,13 16 0,-10-16-15,0-1-1,1 0 0,1 0 1,0-1-1,0-1 1,1 0-1,0-1 1,1 0-1,0-1 1,28 9-1,-31-13-544,1 0 0,0-1 0,0-1 0,0 0 0,0 0 0,0-2 0,0 0 0,1 0 0,-1-1 0,0-1 0,0 0 0,0-1 0,0 0 0,15-6 0,-17 4-222,-1-1-1,1 0 1,-1 0 0,0-1 0,-1 0-1,0 0 1,15-16 0,-10 7-21,0-1 0,-1 0-1,16-28 1,-14 16-56,-1-1-1,-2 0 0,-1 0 0,-1-1 1,7-44-1,-6 7-135,4-104 0,-13 48-35,-18-150-1,-35-123 11,26 219 62,2 12 96,-49-449 909,64 487-175,6-1 0,25-229-1,-12 296-647,2 0-1,32-88 0,60-115 44,-26 92-189,-78 170-312,-4 189-17319,3-122 5799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1.825"/>
    </inkml:context>
    <inkml:brush xml:id="br0">
      <inkml:brushProperty name="width" value="0.035" units="cm"/>
      <inkml:brushProperty name="height" value="0.035" units="cm"/>
    </inkml:brush>
  </inkml:definitions>
  <inkml:trace contextRef="#ctx0" brushRef="#br0">14 78 8501,'0'0'104,"-1"1"-1,1-1 1,-1 0 0,1 1 0,-1-1-1,0 0 1,1 0 0,-1 0 0,1 0 0,-1 1-1,0-1 1,1 0 0,-1 0 0,1 0-1,-1 0 1,0 0 0,1 0 0,-1-1 0,0 1-1,1 0 1,-2 0 0,11-11 2674,-5 7-2035,-3 3 954,2-2-163,5-6-341,2 0-1,-1 1 0,1 0 1,0 0-1,18-10 0,-25 17-387,0 2-106,1-1-622,-1 1 1,0-1-1,0 1 0,0 0 0,0 0 0,0 0 0,0 1 0,0-1 0,0 1 0,0 0 0,0-1 0,-1 1 0,1 0 0,-1 1 0,1-1 0,-1 0 1,0 1-1,0-1 0,0 1 0,0 0 0,0-1 0,-1 1 0,1 0 0,-1 0 0,0 0 0,1 5 0,1 1 3,0 1 0,-1 0 0,-1 0-1,1 0 1,-2 0 0,1 0 0,-2 15 0,-2 1-5,-9 41 1,2-25-263,-17 84-1654,23-106 972,-1 0-1,0 0 1,-2 0-1,0-1 1,-1 0-1,-11 19 1,17-35 488,0-1 1,0 1 0,0-1 0,0 1-1,0-1 1,0 0 0,-1 0 0,1 0-1,-1 0 1,-3 1 0,6-2 111,-1 0 0,0-1 1,0 1-1,0-1 0,0 0 1,0 1-1,0-1 0,0 0 0,0 0 1,0 1-1,-1-1 0,1 0 0,0 0 1,0 0-1,0 0 0,0-1 0,0 1 1,0 0-1,0 0 0,0-1 1,0 1-1,0 0 0,0-1 0,0 1 1,-2-2-1,-6-9-6528</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2.201"/>
    </inkml:context>
    <inkml:brush xml:id="br0">
      <inkml:brushProperty name="width" value="0.035" units="cm"/>
      <inkml:brushProperty name="height" value="0.035" units="cm"/>
    </inkml:brush>
  </inkml:definitions>
  <inkml:trace contextRef="#ctx0" brushRef="#br0">318 3 7017,'0'0'3541,"-3"0"-2829,1 0-690,-1-1 108,0 0 0,0 1 0,-1 0 0,1-1 0,0 1 1,0 1-1,-1-1 0,1 0 0,0 1 0,0 0 0,0-1 0,-5 3 0,-136 89 2421,87-53-755,7-5 112,49-33-1872,0 0 0,0-1 0,0 1 0,0 0 0,0-1 0,0 1 0,0 0 0,1 0 0,-1 0 0,0-1 0,0 1 0,1 0 0,-1 0 0,1 0 0,-1 0 0,1 1 0,-1-1 0,1 0 0,-1 0 0,1 0 0,0 0 0,0 0 0,0 0 0,0 1 0,0-1 0,0 0 0,0 0 0,0 0 0,0 0 0,0 1 0,1-1 0,-1 0 0,0 0 1,1 0-1,-1 0 0,1 0 0,0 1 0,1 2 59,1 0 0,-1-1 1,1 1-1,0-1 1,0 0-1,0 0 1,6 5-1,15 7 193,0-2 0,28 12 0,-33-16-280,-12-5-236,0-1 0,0-1 0,0 1 0,0-1 0,0 0 0,1-1 0,12 2 1,28-7-8127,-28 1-727</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2.753"/>
    </inkml:context>
    <inkml:brush xml:id="br0">
      <inkml:brushProperty name="width" value="0.035" units="cm"/>
      <inkml:brushProperty name="height" value="0.035" units="cm"/>
    </inkml:brush>
  </inkml:definitions>
  <inkml:trace contextRef="#ctx0" brushRef="#br0">8 164 6885,'0'0'126,"-1"0"1,1 0 0,-1-1-1,1 1 1,0 0 0,-1 0-1,1-1 1,-1 1 0,1 0-1,-1-1 1,1 1 0,0-1-1,-1 1 1,1 0 0,0-1-1,0 1 1,-1-1 0,1 1-1,0-1 1,0 1 0,0-1-1,-1 1 1,1-1 0,0 1-1,0-1 1,0 1 0,0-2-1,12-2 4755,6-2-3574,-12 2-361,0 0 0,-1 0 0,10-10 0,12-10 1942,-25 23-2754,80-53 4180,-70 48-3933,0-1-1,0 2 1,0-1-1,1 2 1,15-4-1,-26 8-362,0 1 0,0-1-1,0 1 1,0-1 0,0 1 0,0 0 0,0 0-1,0 0 1,-1 0 0,1 0 0,0 0-1,-1 1 1,1-1 0,0 0 0,-1 1 0,0 0-1,3 2 1,-3 1-69,0 0 0,0 0 1,0-1-1,-1 1 0,0 0 0,0 0 0,0 0 0,0 0 0,-2 6 1,0 8-236,0 3-262,-9 40 1,1-15 523,10-46 44,0-1 0,0 1-1,0-1 1,0 1 0,0-1-1,0 1 1,0-1-1,0 0 1,0 1 0,0-1-1,0 1 1,0-1 0,0 1-1,0-1 1,1 0 0,-1 1-1,0-1 1,0 0 0,0 1-1,1-1 1,-1 1 0,0-1-1,1 0 1,-1 0-1,0 1 1,1-1 0,-1 0-1,0 0 1,1 1 0,-1-1-1,0 0 1,1 0 0,-1 0-1,1 1 1,-1-1 0,1 0-1,0 0 1,24-1 818,36-16 498,-51 14-1187,208-83 788,-59 20-606,-158 66-334,-1 0 0,1 0 0,-1 0 0,0 0 0,1 0 0,-1 0 0,0 0 0,1 0 0,-1 0 0,0 0 0,1 0 0,-1 0 0,0-1 0,1 1 0,-1 0 0,0 0 0,0 0 0,1-1 0,-1 1 0,0 0 0,0 0 0,1-1 0,-1 1 0,0 0 0,0 0 0,0-1 0,1 1 0,-1 0 0,0-1 0,0 1 0,0 0 0,0-1 0,0 1 0,0 0 0,0-1 0,-8-4-774,5 3 64,0 0 212,-1 0 1,1 0-1,-1 0 0,0 0 1,0 1-1,0-1 0,0 1 1,0 0-1,0 1 1,0-1-1,0 0 0,-5 1 1,3 1-746,0-1 1,1 1-1,-1 1 1,1-1 0,0 1-1,-6 2 1,-31 13-11714</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3.301"/>
    </inkml:context>
    <inkml:brush xml:id="br0">
      <inkml:brushProperty name="width" value="0.035" units="cm"/>
      <inkml:brushProperty name="height" value="0.035" units="cm"/>
    </inkml:brush>
  </inkml:definitions>
  <inkml:trace contextRef="#ctx0" brushRef="#br0">21 0 11757,'0'1'248,"1"-1"0,-1 1 0,0-1 0,0 1 0,1-1 0,-1 1-1,0-1 1,0 1 0,0-1 0,0 1 0,1 0 0,-1-1 0,0 1 0,0-1 0,0 1 0,0-1 0,0 1-1,-1-1 1,1 1 0,0 0 0,0-1 0,0 1 0,-1 0 0,-6 23 1217,1-4-364,2 10-444,1 0 0,2 0 0,2 41 1,16 94 460,-6-77-706,58 345-1101,-36-259-2242,-18-60-6493,-12-90 1020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3.567"/>
    </inkml:context>
    <inkml:brush xml:id="br0">
      <inkml:brushProperty name="width" value="0.035" units="cm"/>
      <inkml:brushProperty name="height" value="0.035" units="cm"/>
    </inkml:brush>
  </inkml:definitions>
  <inkml:trace contextRef="#ctx0" brushRef="#br0">1 103 15957,'39'-35'4566,"-29"25"-2692,1 0-1,19-13 1,-24 19-1507,-1 1-1,1 1 1,0-1 0,0 1-1,0 0 1,0 0 0,0 0-1,1 1 1,8-1 0,-12 2-293,0-1-1,0 1 1,0 0 0,0 0 0,0 0-1,-1 0 1,1 1 0,0-1 0,0 1 0,0 0-1,0 0 1,0 0 0,-1 0 0,1 0 0,-1 1-1,1-1 1,0 1 0,-1-1 0,0 1-1,0 0 1,1 0 0,-1 0 0,3 5 0,0-1-116,0 1 1,-1 0 0,0 1 0,0-1-1,0 1 1,-1 0 0,0-1 0,-1 2 0,0-1-1,0 0 1,-1 0 0,0 1 0,0 8-1,0 17-1492,-8 66-1,4-75 730,2-10 116,-1 0-1,-1 0 1,-1 0-1,0-1 0,0 1 1,-2-1-1,1 0 1,-13 20-1,16-31 481,0-1 0,1 0 1,-1 0-1,0 0 0,0-1 0,0 1 1,-1 0-1,1-1 0,0 1 0,0-1 1,-1 0-1,1 0 0,-1 0 1,1 0-1,-1 0 0,0 0 0,1-1 1,-1 0-1,0 1 0,1-1 0,-1 0 1,0 0-1,1 0 0,-1 0 0,0-1 1,0 1-1,1-1 0,-1 0 0,1 0 1,-5-2-1,5 2-163,0 0 0,0 0 0,0 0 0,0-1 1,1 1-1,-1 0 0,0-1 0,1 0 0,-1 1 0,1-1 0,0 0 0,-1 0 1,1 1-1,-1-4 0,-5-15-5519</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3.913"/>
    </inkml:context>
    <inkml:brush xml:id="br0">
      <inkml:brushProperty name="width" value="0.035" units="cm"/>
      <inkml:brushProperty name="height" value="0.035" units="cm"/>
    </inkml:brush>
  </inkml:definitions>
  <inkml:trace contextRef="#ctx0" brushRef="#br0">382 1 7329,'-7'5'802,"-1"0"-1,0 0 1,-1-1 0,1 1 0,-1-2 0,1 1 0,-16 3 0,16-5-453,1 1 1,0 0-1,1 0 0,-1 0 0,1 1 1,-1 0-1,1 1 0,0-1 1,0 1-1,1 0 0,0 1 0,0 0 1,-5 6-1,-4 8 223,0 1 0,-18 38 1,2 11 53,3 1 1,3 2 0,-21 106-1,36-125-296,1 1-1,4 0 1,1 0-1,3 1 1,3-1-1,2 0 1,12 56-1,-6-64-357,1 0 1,3-1-1,2-1 1,1 0-1,3-1 1,1-1-1,50 70 1,-60-97-211,1 0 1,1 0-1,0-1 0,1-1 1,1-1-1,27 19 0,-29-23-545,1-1 0,0-1 0,19 7 0,-18-9-1095,-1-1-1,1 0 1,24 2 0,18-2-8102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4.275"/>
    </inkml:context>
    <inkml:brush xml:id="br0">
      <inkml:brushProperty name="width" value="0.035" units="cm"/>
      <inkml:brushProperty name="height" value="0.035" units="cm"/>
    </inkml:brush>
  </inkml:definitions>
  <inkml:trace contextRef="#ctx0" brushRef="#br0">67 18 6893,'18'-17'11914,"-19"21"-11059,-27 108 936,13-57-1126,2 0-1,2 0 1,-5 103 0,16-127 24,0 0 0,2 0 0,13 61 0,-13-83-570,0-1 0,1 1 0,1-1-1,-1 0 1,1 1 0,1-2 0,-1 1 0,1 0 0,1-1-1,-1 0 1,1 0 0,0-1 0,1 0 0,0 0 0,0 0-1,0-1 1,1 0 0,12 6 0,-6-5-211,-1-1 0,1 0 0,0-1 0,1-1 0,-1 0 0,1-1 0,-1-1 0,1 0 0,0-1 0,-1 0 0,25-5 0,-34 4-243,-1 0 1,0-1-1,1 0 1,-1 0-1,0 0 1,0 0-1,0-1 1,0 1-1,-1-1 1,1 0-1,-1 0 1,1-1-1,-1 1 1,4-6 0,8-8-2458,-5 6-3734,-1-6-4177</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4.449"/>
    </inkml:context>
    <inkml:brush xml:id="br0">
      <inkml:brushProperty name="width" value="0.035" units="cm"/>
      <inkml:brushProperty name="height" value="0.035" units="cm"/>
    </inkml:brush>
  </inkml:definitions>
  <inkml:trace contextRef="#ctx0" brushRef="#br0">1 58 18654,'17'0'2528,"18"-9"-388,-4 0-164,4-2-652,-1-1-303,1 10-425,-1-1-660,1-3-949,5 3-1019,-23 0-1628,6 9-2689,0 0-5788</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4.807"/>
    </inkml:context>
    <inkml:brush xml:id="br0">
      <inkml:brushProperty name="width" value="0.035" units="cm"/>
      <inkml:brushProperty name="height" value="0.035" units="cm"/>
    </inkml:brush>
  </inkml:definitions>
  <inkml:trace contextRef="#ctx0" brushRef="#br0">24 17 18814,'-2'-1'177,"-14"-12"1094,11 11-364,6 9 855,7 6-819,1-1-1,0 0 1,13 15-1,19 25 303,-7 4-644,-1 1 1,-4 3 0,-2 0-1,24 78 1,-14-11-149,23 150 1,-31-94-1239,5 205 1,-37-5-3911,-11-225 215,0-55-1804,-6 11-5565</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5.418"/>
    </inkml:context>
    <inkml:brush xml:id="br0">
      <inkml:brushProperty name="width" value="0.035" units="cm"/>
      <inkml:brushProperty name="height" value="0.035" units="cm"/>
    </inkml:brush>
  </inkml:definitions>
  <inkml:trace contextRef="#ctx0" brushRef="#br0">430 483 9421,'0'0'1455,"-4"2"-307,-4 2-798,-1 1 0,1 0 0,0 0 0,1 1 0,-14 13-1,-37 42 84,28-27 160,-21 13 983,-4 4 371,4 1-450,34-36-872,0 1 1,1 1 0,0 0-1,-22 37 1,36-51-461,-1 1-1,1 0 1,0-1 0,1 1 0,-1 0 0,1 0 0,0 0 0,0 0-1,1 0 1,-1 9 0,2-11-96,-1-1 0,0 0 0,1 0 0,-1 0 0,1 0 0,0 0 0,-1 0 0,1 0 0,0 0 0,0 0 0,0 0 1,1-1-1,-1 1 0,0 0 0,1-1 0,-1 1 0,1-1 0,0 1 0,-1-1 0,1 0 0,0 0 0,0 0 0,0 0 0,0 0 0,0 0 0,0 0 0,4 1 0,1-1 18,1 0-1,0-1 0,0 0 1,-1 0-1,1 0 1,0-1-1,0 0 1,-1-1-1,1 1 0,-1-2 1,1 1-1,-1-1 1,11-5-1,-12 5-59,4-2-75,0 0 1,0-1-1,-1 0 1,0-1-1,0 0 1,0-1-1,-1 1 1,0-2-1,0 1 1,-1-1-1,0 0 1,-1 0-1,0-1 1,6-14-1,-1 1-296,-1-1-1,-1-1 1,-2 1-1,0-1 1,3-30-1,-6 22 122,-2-1-1,-1 0 1,-2 0 0,-1 0-1,-1 0 1,-3 1-1,-10-41 1,-2 12 912,-3 1 1,-51-104 0,45 124 494,23 35-944,0 0-1,0 0 1,-7-13-1,10 16 390,5 21-181,78 322 163,-58-246-743,-7-32-1132,47 110-1,10-25-3501,-45-104 1187,-6-18-2036,3-6-4392</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5.795"/>
    </inkml:context>
    <inkml:brush xml:id="br0">
      <inkml:brushProperty name="width" value="0.035" units="cm"/>
      <inkml:brushProperty name="height" value="0.035" units="cm"/>
    </inkml:brush>
  </inkml:definitions>
  <inkml:trace contextRef="#ctx0" brushRef="#br0">60 4 13265,'1'0'55,"14"-4"1528,-20 7 282,3-2 362,1 1-1489,-3 9-489,0 0 1,1 0-1,0 1 1,1-1-1,0 1 0,0 14 1,-4 18 51,3-22-188,-24 184 985,23-155-798,-2 22 731,5 74 0,2-124-701,1 0 1,1 0 0,2 0-1,0 0 1,1-1 0,1 0-1,15 30 1,-17-43-226,0-1 0,0 0 0,1-1 0,0 1 0,0-1 0,1 0 0,0 0 0,0-1 1,0 0-1,1 0 0,13 6 0,-8-4-74,2-2 0,-1 0 1,0 0-1,1-2 0,0 0 1,25 4-1,-28-7-534,1 0 1,-1 0-1,0-1 1,1-1-1,-1 0 1,1-1-1,18-5 1,-29 6-129,-1 1 0,1-1 1,0 0-1,0 1 1,0-1-1,-1 0 0,1 0 1,0 0-1,-1-1 0,1 1 1,-1 0-1,1-1 1,-1 1-1,0-1 0,2-2 1,-2 3 5,13-16-11134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5.985"/>
    </inkml:context>
    <inkml:brush xml:id="br0">
      <inkml:brushProperty name="width" value="0.035" units="cm"/>
      <inkml:brushProperty name="height" value="0.035" units="cm"/>
    </inkml:brush>
  </inkml:definitions>
  <inkml:trace contextRef="#ctx0" brushRef="#br0">1 26 20430,'46'-8'2888,"-15"14"-208,-13-9-459,13 0-437,21-6-348,-14 6-276,-1-2-992,-14 5-168,9 0 0,2 5-272,-8-8-1660,0 1-1044</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6.393"/>
    </inkml:context>
    <inkml:brush xml:id="br0">
      <inkml:brushProperty name="width" value="0.035" units="cm"/>
      <inkml:brushProperty name="height" value="0.035" units="cm"/>
    </inkml:brush>
  </inkml:definitions>
  <inkml:trace contextRef="#ctx0" brushRef="#br0">15 55 6477,'-15'-14'14254,"18"12"-12434,-2 1-1679,2-1 258,0 0-1,0 0 0,0 0 0,0 1 1,0-1-1,1 1 0,-1 0 1,1 0-1,-1 0 0,0 0 1,8 0-1,99-6 3380,-40 2-2261,27-3-5763,-93 7 1215</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6.550"/>
    </inkml:context>
    <inkml:brush xml:id="br0">
      <inkml:brushProperty name="width" value="0.035" units="cm"/>
      <inkml:brushProperty name="height" value="0.035" units="cm"/>
    </inkml:brush>
  </inkml:definitions>
  <inkml:trace contextRef="#ctx0" brushRef="#br0">1 170 21394,'66'-23'3132,"-11"3"-396,-4 2-423,-13 4-441,2 3-552,-3-1-1320,1-2 0,-9-1 0,-15 12 0,15-5-556,-3 2-1916,-18-8 236,-2 2-5825</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7.787"/>
    </inkml:context>
    <inkml:brush xml:id="br0">
      <inkml:brushProperty name="width" value="0.035" units="cm"/>
      <inkml:brushProperty name="height" value="0.035" units="cm"/>
    </inkml:brush>
  </inkml:definitions>
  <inkml:trace contextRef="#ctx0" brushRef="#br0">71 400 14869,'-11'26'2042,"8"-21"1368,-4 16-999,-5 29-1707,3 0-1,1 0 0,-1 58 1,6-60-520,-5 78-297,12 193 0,0-264-49,1 26-520,21 107-1,-21-176 637,1-17-18,3-27-8,-9 28 77,14-78 58,-4-1 1,0-100-1,-7 90-89,8-394 499,-8 218 248,-8 102 192,-1 33-123,18 149-811,-1 6-499,-2 2 1,0-1-1,-2 1 1,9 46-1,-8-20-2742,0 71 0,-8-71-2398,-5 0-3414</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8.228"/>
    </inkml:context>
    <inkml:brush xml:id="br0">
      <inkml:brushProperty name="width" value="0.035" units="cm"/>
      <inkml:brushProperty name="height" value="0.035" units="cm"/>
    </inkml:brush>
  </inkml:definitions>
  <inkml:trace contextRef="#ctx0" brushRef="#br0">6 349 10117,'0'0'5718,"-1"4"-4755,0 1-769,0-1-1,0 0 1,0 1-1,1-1 1,-1 0-1,1 1 1,0-1-1,1 1 1,-1-1 0,2 9-1,2 3 399,0 0 0,1 33-1,-1-17-26,-3-14-264,0-14-174,-1 0 0,0 0 0,1 0 0,0 0 0,-1-1 0,2 1 1,1 5-1,2 3 187,-4-10 604,1-4-245,3-4-461,0 0-1,0 0 0,-1 0 1,0-1-1,0 1 0,-1-1 0,3-9 1,17-55 640,-13 34-542,13-35 138,61-172 684,-80 235-1236,0 0 0,1 0-1,0 1 1,0 0 0,1 0-1,13-15 1,-14 18-448,1 0 0,0 1 1,1-1-1,-1 1 0,8-4 0,-13 8 368,0 0 0,-1 0 0,1 1 0,0-1 0,0 0 0,-1 0 0,1 0 0,0 1 0,-1-1 0,1 0 0,-1 1 0,1-1 0,0 1 0,-1-1-1,1 1 1,-1-1 0,1 1 0,-1-1 0,0 1 0,1-1 0,-1 1 0,1-1 0,-1 1 0,1 0 0,0 2-726,16 18-5353,-7-7-3861</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8.588"/>
    </inkml:context>
    <inkml:brush xml:id="br0">
      <inkml:brushProperty name="width" value="0.035" units="cm"/>
      <inkml:brushProperty name="height" value="0.035" units="cm"/>
    </inkml:brush>
  </inkml:definitions>
  <inkml:trace contextRef="#ctx0" brushRef="#br0">850 3 14529,'-7'0'150,"-11"-2"419,0 1 1,1 1 0,-1 1 0,0 0-1,-21 5 1,23-2-105,0 0 1,0 1-1,1 0 1,-1 1-1,1 1 1,1 0-1,-1 1 1,1 1-1,1 0 1,-20 18-1,-3 7-119,1 3 0,2 1 0,2 1 0,1 2 0,3 0 0,-38 76 0,18-13 322,-63 201-1,79-200-384,5 2-1,4 1 0,6 1 0,-6 155 0,22-197-239,2 1 0,3-1-1,4 0 1,2 0 0,3-1 0,2-1-1,4 0 1,39 88 0,-48-131-164,0 0-1,2-1 1,0-1-1,1 1 1,1-2-1,1 0 1,1-1-1,28 24 1,-34-33-198,0-1-1,1-1 1,0 0-1,0 0 1,0-1 0,1-1-1,-1 0 1,1-1-1,1 0 1,-1-1 0,1-1-1,-1 0 1,1 0 0,-1-1-1,1-1 1,23-3-1,-6-1-744,108-16-7222,-55-3-1627</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9.045"/>
    </inkml:context>
    <inkml:brush xml:id="br0">
      <inkml:brushProperty name="width" value="0.035" units="cm"/>
      <inkml:brushProperty name="height" value="0.035" units="cm"/>
    </inkml:brush>
  </inkml:definitions>
  <inkml:trace contextRef="#ctx0" brushRef="#br0">453 0 5857,'-58'20'5237,"56"-20"-3879,-15 3 1341,6-1-1697,0 1-1,1 0 0,-21 9 0,23-8-832,0 0-1,1 1 1,-1 0 0,1 0-1,0 1 1,1 0-1,-1 0 1,1 0-1,-5 9 1,-14 19 237,1 2 0,2 0 1,-20 47-1,-41 122 897,72-175-1067,4-10 137,1 1 0,1 0 0,0 0 0,2 1 0,0-1 0,1 36 0,2-55-331,0 0-1,0 0 1,1 0 0,-1 0-1,0-1 1,1 1-1,-1 0 1,1 0 0,0 0-1,-1 0 1,1-1-1,0 1 1,0 0 0,0-1-1,0 1 1,1-1-1,-1 1 1,0-1 0,1 1-1,-1-1 1,3 2-1,-2-2-18,0 0 0,0-1-1,0 1 1,0-1-1,0 0 1,0 0-1,0 1 1,0-1-1,0 0 1,0-1-1,0 1 1,0 0-1,0 0 1,0-1-1,0 0 1,0 1-1,-1-1 1,1 0-1,0 0 1,0 0-1,2-1 1,5-4 9,-1 0 0,1-1 0,-1 0 0,0-1 0,0 1 0,-1-1 0,0-1 0,-1 0 0,9-15 0,5-12-208,18-47-1,-23 49-41,38-104-568,-18 42 155,-15 30 48,-19 65 574,0 1 1,0 0-1,-1 0 1,1 0-1,0 0 1,-1 0-1,1 0 1,0 0-1,-1 0 0,1 0 1,0 0-1,0 0 1,-1 0-1,1 1 1,0-1-1,-1 0 0,1 1 1,-1-1-1,1 0 1,1 1-1,-2-1-4,3 2 5,0 1 0,0-1-1,0 0 1,0 1 0,0-1-1,-1 1 1,1 0 0,-1 0-1,0 0 1,0 0 0,0 1-1,0-1 1,0 0 0,1 5 0,5 7 4,5 5-197,1 0 0,0-1 0,2-1 1,0-1-1,1 0 0,1-1 0,0-1 0,1-1 0,29 17 0,-37-25-461,0 0 1,0-2-1,1 1 1,0-1-1,15 3 1,34 1-5971,-2-6-3230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9.469"/>
    </inkml:context>
    <inkml:brush xml:id="br0">
      <inkml:brushProperty name="width" value="0.035" units="cm"/>
      <inkml:brushProperty name="height" value="0.035" units="cm"/>
    </inkml:brush>
  </inkml:definitions>
  <inkml:trace contextRef="#ctx0" brushRef="#br0">455 24 9629,'-12'-23'8622,"12"26"-8433,0 1-1,-1-1 1,1 0-1,-1 1 1,0-1 0,0 1-1,0-1 1,-1 0-1,1 0 1,-1 0 0,0 0-1,1 0 1,-1 0-1,-1 0 1,-3 4-1,-3 1-23,0 0 0,-21 14 0,17-13-63,-62 42 273,-63 48-76,114-79 204,0-2-1,-1-1 1,-47 24 0,81-29 1379,-3-9-1661,0 0 0,0 0-1,0-1 1,0 0 0,0 0-1,1 0 1,-1-1-1,1 0 1,12 1 0,11 2 422,196 26 2134,-123-18-2547,109 26 0,-176-30-1102,17 5-1496,-19 0-3486</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09.815"/>
    </inkml:context>
    <inkml:brush xml:id="br0">
      <inkml:brushProperty name="width" value="0.035" units="cm"/>
      <inkml:brushProperty name="height" value="0.035" units="cm"/>
    </inkml:brush>
  </inkml:definitions>
  <inkml:trace contextRef="#ctx0" brushRef="#br0">1 72 15153,'37'-18'4169,"-22"10"-2921,0 1 0,1 1 0,-1 0 0,1 1 0,1 0 1,22-2-1,47 0 321,1 4 1,113 11-1,-186-6-2458,0 1 1,1 0-1,-1 0 1,-1 2-1,1 0 1,0 0-1,19 12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0.224"/>
    </inkml:context>
    <inkml:brush xml:id="br0">
      <inkml:brushProperty name="width" value="0.035" units="cm"/>
      <inkml:brushProperty name="height" value="0.035" units="cm"/>
    </inkml:brush>
  </inkml:definitions>
  <inkml:trace contextRef="#ctx0" brushRef="#br0">1 1 11005,'0'0'8527,"2"1"-6578,12 8-187,0 1-1,13 12 1,48 53 1096,-14-13-1212,39 36-1230,-5 5 1,150 210 0,-145-178-4210,-63-92-635,1-5-4381,-24-24-3697</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0.566"/>
    </inkml:context>
    <inkml:brush xml:id="br0">
      <inkml:brushProperty name="width" value="0.035" units="cm"/>
      <inkml:brushProperty name="height" value="0.035" units="cm"/>
    </inkml:brush>
  </inkml:definitions>
  <inkml:trace contextRef="#ctx0" brushRef="#br0">429 1 13221,'-18'11'2621,"11"-8"-2249,1 0 0,0 1 0,-1 0 0,1 0 0,1 1 0,-1-1 1,1 1-1,0 1 0,0-1 0,0 1 0,-5 8 0,-13 31 555,-30 93 0,33-83-559,-41 131 998,-41 212 0,30 31-2033,71-421 337,-3 29-1865,3-32 382,1-18-596,4-21-3250,3-6-3545</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1.086"/>
    </inkml:context>
    <inkml:brush xml:id="br0">
      <inkml:brushProperty name="width" value="0.035" units="cm"/>
      <inkml:brushProperty name="height" value="0.035" units="cm"/>
    </inkml:brush>
  </inkml:definitions>
  <inkml:trace contextRef="#ctx0" brushRef="#br0">479 24 6025,'-10'5'885,"8"-4"-390,3-1-113,48-21 4804,-15 13-3055,-31 8 1646,-23 13-3194,-118 64-97,11-8-59,-12 33 569,92-65-598,-35 23 2217,82-59-2518,0 0 1,0 0-1,0 0 0,1 0 0,-1 0 0,0 0 0,0 0 0,1 1 1,-1-2-1,1 1 0,-1 0 0,1 0 0,-1 0 0,1 0 0,0 0 1,-1 0-1,1 0 0,1 0 0,-1 0 33,1 2 2,1 0 0,0 0 1,0-1-1,1 1 0,-1-1 0,1 0 1,-1 1-1,1-2 0,0 1 0,-1 0 1,1-1-1,6 2 0,8 1 633,29 3-1,14 2 321,1 7-56,113 14-1,-147-26-1507,38 10 0,-47-10-387,9-2-2028,-10-1-1784,-18-1 4457,1 0 1,-1 0-1,0 1 0,0-1 1,1 0-1,-1 1 1,0-1-1,0 0 0,0 1 1,0-1-1,1 0 0,-1 1 1,0-1-1,0 0 0,0 1 1,0-1-1,0 0 1,0 1-1,0-1 0,0 1 1,0-1-1,0 0 0,0 1 1,0-1-1,0 1 1,0-1-1,0 0 0,0 1 1,-1-1-1,1 0 0,0 1 1,0-1-1,0 0 0,-1 1 1,1-1-1,0 0 1,0 0-1,-1 1 0,1-1 1,-9 17-11327</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1.401"/>
    </inkml:context>
    <inkml:brush xml:id="br0">
      <inkml:brushProperty name="width" value="0.035" units="cm"/>
      <inkml:brushProperty name="height" value="0.035" units="cm"/>
    </inkml:brush>
  </inkml:definitions>
  <inkml:trace contextRef="#ctx0" brushRef="#br0">7 23 15049,'-6'-14'1591,"7"7"-165,2 7-1157,0-1 0,-1 1 0,1 0 1,0 0-1,-1 0 0,1 0 1,0 0-1,4 2 0,228 22 9393,-80-10-7201,-2 5-3645,-147-18 385,-1-1 0,1 0 0,0 0 0,0 0 0,0-1 0,0 0-1,-1 0 1,7-2 0,-5 1-836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1.952"/>
    </inkml:context>
    <inkml:brush xml:id="br0">
      <inkml:brushProperty name="width" value="0.035" units="cm"/>
      <inkml:brushProperty name="height" value="0.035" units="cm"/>
    </inkml:brush>
  </inkml:definitions>
  <inkml:trace contextRef="#ctx0" brushRef="#br0">130 17 14501,'-14'-5'722,"0"-1"488,2 0 6156,11 23-5328,-3 14-1128,-1 0-1,-13 39 1,2-8-578,1 7-164,3 1 0,2 0-1,4 0 1,3 1 0,9 104 0,-2-135-16,10 43 0,8 2 26,-21-83-226,20 16-349,-21-18 392,0 1-1,0-1 1,0 0 0,0 0 0,0 0-1,0 0 1,0 0 0,0 0-1,0 0 1,0 0 0,0 0-1,0 0 1,1 0 0,-1 0-1,0 0 1,0 0 0,0 1-1,0-1 1,0 0 0,0 0-1,0 0 1,0 0 0,0 0 0,0 0-1,1 0 1,-1 0 0,0 0-1,0 0 1,0 0 0,0 0-1,0 0 1,0 0 0,0 0-1,0 0 1,0 0 0,1-1-1,-1 1 1,0 0 0,0 0 0,0 0-1,0 0 1,0 0 0,0 0-1,0 0 1,0 0 0,0 0-1,0 0 1,0 0 0,0 0-1,0 0 1,0 0 0,1-1-1,-1 1 1,0 0 0,0 0-1,0 0 1,0 0 0,0 0 0,0 0-1,0 0 1,0 0 0,0 0-1,0 0 1,0-1 0,0 1-1,0 0 1,0 0 0,0 0-1,50-79-2724,16-25 863,-54 80 1707,-2 2 245,2 1 0,0 0 0,1 1 0,2 0 0,17-19 0,-24 30 402,1 0 1,0 1-1,17-11 1,-25 19-450,0-1 0,0 1 0,0 0 1,0 0-1,-1-1 0,1 1 0,0 0 0,0 0 0,0 0 1,0 0-1,0 0 0,0 0 0,0 0 0,0 0 0,0 1 1,0-1-1,-1 0 0,2 1 0,2 0 86,-2-1-91,-1 0 1,1 0 0,0 1 0,-1-1 0,1 0 0,-1 1 0,1-1 0,-1 1-1,1-1 1,-1 1 0,1 0 0,-1 0 0,1 0 0,-1 0 0,0 0 0,0 0-1,0 0 1,1 0 0,-1 0 0,0 0 0,0 1 0,0-1 0,-1 0 0,1 1-1,0-1 1,0 1 0,-1-1 0,1 1 0,-1-1 0,1 4 0,0 0-5,-1 1 0,0-1-1,0 0 1,0 1 0,-1-1 0,1 0 0,-4 11 0,-3 3-471,-1-1 0,-1 0 0,0-1 0,-1 0 0,-23 29 0,28-39 169,-1 1-276,1-1 1,-1 0-1,-1 0 0,1 0 1,-1-1-1,-1 0 1,1 0-1,-10 5 0,10-8-665,0 1 0,0-1 0,-1-1 0,1 1 0,-1-1 0,-8 1 0,-19-1-8849</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0:12.267"/>
    </inkml:context>
    <inkml:brush xml:id="br0">
      <inkml:brushProperty name="width" value="0.035" units="cm"/>
      <inkml:brushProperty name="height" value="0.035" units="cm"/>
    </inkml:brush>
  </inkml:definitions>
  <inkml:trace contextRef="#ctx0" brushRef="#br0">196 0 14709,'1'10'811,"1"-1"0,0 1 1,0-1-1,1 1 0,0-1 0,0 0 0,1-1 0,1 1 0,-1 0 0,9 10 0,-4-4 135,-1-1-1,10 25 1,115 430 5332,-112-366-6271,-5 1-1,-5 1 1,-2 168-1,-15-148-8,-5-1 1,-47 211-1,-23-22-1867,52-218 80,-54 114 0,9-55-3421,21-57-1227,-15 10-6252</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3.326"/>
    </inkml:context>
    <inkml:brush xml:id="br0">
      <inkml:brushProperty name="width" value="0.035" units="cm"/>
      <inkml:brushProperty name="height" value="0.035" units="cm"/>
    </inkml:brush>
  </inkml:definitions>
  <inkml:trace contextRef="#ctx0" brushRef="#br0">0 0 5388,'118'26'1125,"-60"-6"-261,-9 9 4,2 5-356,1 1-128,3 2-132,2 6-88,-2-2-44,-1-10 152,-5-2-412,-8-3 100,-10 0 36,4-9-16,-21-8-64,3-4-740,1-2-1752,-7-17-701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4.854"/>
    </inkml:context>
    <inkml:brush xml:id="br0">
      <inkml:brushProperty name="width" value="0.035" units="cm"/>
      <inkml:brushProperty name="height" value="0.035" units="cm"/>
    </inkml:brush>
  </inkml:definitions>
  <inkml:trace contextRef="#ctx0" brushRef="#br0">699 30 10213,'1'-2'374,"0"0"1,0 0 0,1 0-1,-1 0 1,1 1-1,-1-1 1,1 1-1,0-1 1,0 1 0,-1-1-1,1 1 1,0 0-1,0 0 1,0 0-1,0 0 1,3-1-1,2 1 423,0 0-1,0 0 1,-1 1-1,11 0 1,-8 0-1001,50 3 1595,-56-3-1166,-1 1-14,-1 0-194,0-1-1,0 1 1,0-1-1,0 1 1,0 0-1,0-1 1,0 1-1,-1 0 1,1 0-1,0 0 1,-1 0-1,1-1 1,-1 1-1,1 0 1,-1 0-1,1 0 1,-1 0-1,1 0 1,-1 2-1,0-1-4,-1 0-1,0 0 0,0 0 1,0 0-1,0 0 1,0-1-1,0 1 0,0 0 1,-1-1-1,1 1 0,-3 2 1,-169 161 341,78-79-192,-37 46-54,-74 65 846,152-152-177,-56 51 2540,76-56-1288,32-39-1907,2 0-112,0-1-1,0 1 0,0-1 1,-1 1-1,1-1 1,0 0-1,0 1 1,-1-1-1,1 1 0,0-1 1,-1 1-1,1-1 1,0 0-1,-1 1 1,1-1-1,-1 0 1,1 1-1,-1-1 0,0 1 1,-7 6-1245,6 0-3761,2-4 4338,0 0 0,0 0 1,0 0-1,-1 0 1,1 0-1,-1 0 1,0-1-1,-1 6 0,-7 4-5064,0 0-4046</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5.198"/>
    </inkml:context>
    <inkml:brush xml:id="br0">
      <inkml:brushProperty name="width" value="0.035" units="cm"/>
      <inkml:brushProperty name="height" value="0.035" units="cm"/>
    </inkml:brush>
  </inkml:definitions>
  <inkml:trace contextRef="#ctx0" brushRef="#br0">207 1 10005,'-5'14'1105,"0"-1"0,-2 0 0,-13 23 0,-12 23 823,1 19-1138,3 1 0,-24 114-1,42-149-385,3 1-1,1-1 0,2 1 0,4 79 1,0-120-291,1-1 0,-1 1 0,1 0 0,0-1 0,0 1 0,0-1 0,1 1 0,-1-1 0,1 1 0,0-1 0,0 0 0,0 0 0,0 0 0,0 0 0,1 0 0,0 0 0,-1-1 0,1 1 0,0-1 0,0 0 0,0 0 0,0 0 0,1 0 0,-1 0 1,0-1-1,1 0 0,-1 1 0,1-1 0,0-1 0,5 2 0,5 0 162,1-1 0,0-1 0,-1 0 0,1-1 0,-1-1 0,19-4 0,141-37 178,-140 32-1757,-1-2 1,63-32 0,-16 2-8095,-47 23-931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5.622"/>
    </inkml:context>
    <inkml:brush xml:id="br0">
      <inkml:brushProperty name="width" value="0.035" units="cm"/>
      <inkml:brushProperty name="height" value="0.035" units="cm"/>
    </inkml:brush>
  </inkml:definitions>
  <inkml:trace contextRef="#ctx0" brushRef="#br0">1 1 15701,'1'2'812,"1"0"0,-1 1 0,0-1 0,0 1 0,0 0 0,0-1-1,0 1 1,0 4 0,0-1-609,-1 1 0,0-1 0,-1 1 0,-1 8 0,0 10 542,5 335 2035,25-38-2287,-15-240-1581,43 149 0,-16-111-1296,-15-46-1858,-24-71 1612,0-8-2617,4-19-3131</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5.808"/>
    </inkml:context>
    <inkml:brush xml:id="br0">
      <inkml:brushProperty name="width" value="0.035" units="cm"/>
      <inkml:brushProperty name="height" value="0.035" units="cm"/>
    </inkml:brush>
  </inkml:definitions>
  <inkml:trace contextRef="#ctx0" brushRef="#br0">1 51 14985,'11'-8'1760,"-5"3"-1038,-1 1 1,1-1 0,-1 2 0,1-1 0,1 0-1,-1 1 1,0 1 0,1-1 0,-1 1 0,1 0-1,0 0 1,0 1 0,0 0 0,11-1 0,-13 2-638,-1 0 1,1 1 0,-1-1-1,0 1 1,0 0 0,1 0-1,-1 0 1,0 0 0,0 1-1,0 0 1,0 0 0,0 0-1,-1 0 1,1 1 0,-1-1-1,1 1 1,-1 0 0,0 0-1,0 0 1,0 0 0,0 1-1,-1-1 1,1 1 0,-1 0 0,0 0-1,0 0 1,0 0 0,-1 0-1,1 0 1,0 5 0,2 7-178,-2 1 1,1-1 0,-2 1 0,0 0 0,-1-1 0,-3 27 0,0-15-794,-1-1 0,-2 1 1,0-1-1,-2 0 0,-19 43 0,18-50-1362,-1-2-1,-1 1 0,-1-1 1,-24 27-1,4-11-7826</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6.312"/>
    </inkml:context>
    <inkml:brush xml:id="br0">
      <inkml:brushProperty name="width" value="0.035" units="cm"/>
      <inkml:brushProperty name="height" value="0.035" units="cm"/>
    </inkml:brush>
  </inkml:definitions>
  <inkml:trace contextRef="#ctx0" brushRef="#br0">357 360 10657,'-1'1'140,"0"0"-1,0 0 1,0-1-1,-1 1 1,1 0-1,0 0 1,0 0 0,-1-1-1,1 1 1,0-1-1,-1 1 1,1-1-1,-1 0 1,1 1 0,-1-1-1,1 0 1,-1 0-1,1 0 1,-1 0-1,1 0 1,-1 0 0,1-1-1,-1 1 1,1 0-1,-2-2 1,-6 1 469,8 1-500,-1 0-1,0 1 1,1-1-1,-1 1 1,1-1-1,-1 1 0,1 0 1,-1 0-1,1-1 1,0 1-1,-1 0 1,1 0-1,0 0 1,0 1-1,0-1 0,0 0 1,0 0-1,-2 3 1,0-1 123,-46 50 615,-70 82 18,57-56-645,16-16 386,45-62-564,1 0 0,-1 0 0,1 1-1,-1-1 1,1 1 0,-1-1 0,1 0-1,0 1 1,0-1 0,0 1 0,0-1-1,0 1 1,0-1 0,0 0 0,0 1-1,1-1 1,-1 1 0,1-1 0,-1 0-1,1 1 1,-1-1 0,1 0 0,0 0-1,-1 1 1,1-1 0,0 0 0,0 0-1,0 0 1,0 0 0,0 0 0,0 0-1,0 0 1,0 0 0,1-1 0,-1 1-1,2 1 1,-1-2 13,1 1-1,0-1 1,0 0-1,0 0 1,-1 0-1,1 0 1,0 0-1,0-1 1,0 1-1,-1-1 1,1 0-1,0 0 1,-1 0-1,1 0 1,-1 0-1,1 0 1,-1-1-1,0 1 1,1-1-1,-1 0 1,0 0-1,0 0 1,0 0-1,0 0 1,3-4-1,4-6 282,-1-1 0,0 0 0,10-20 0,-17 30-236,9-18 313,-2-1 0,0 1 0,-2-1 0,8-43 0,2-95 699,-15 144-1034,0-59 84,-3 1 0,-17-107 1,19 177-229,-2 7 51,-3 2 11,1 0 0,0 1 0,1 0 0,-1 0 1,1 0-1,0 0 0,1 1 0,0-1 0,0 1 0,0-1 0,0 1 0,1 0 0,0 8 0,-1 17-21,3 51 0,0-51 8,1 3-98,1 1 0,2-1-1,2 0 1,16 53 0,-13-59-1633,26 51-1,-25-60-1757,1 1 0,28 33 0,-17-27-6590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6.626"/>
    </inkml:context>
    <inkml:brush xml:id="br0">
      <inkml:brushProperty name="width" value="0.035" units="cm"/>
      <inkml:brushProperty name="height" value="0.035" units="cm"/>
    </inkml:brush>
  </inkml:definitions>
  <inkml:trace contextRef="#ctx0" brushRef="#br0">124 1291 10389,'0'0'8930,"-2"-1"-7697,-9-4-295,9 5-806,1-1 1,-1 1-1,0-1 0,0 0 1,1 0-1,-1 0 1,1 0-1,-1 0 1,0 0-1,1 0 0,0 0 1,-1-1-1,1 1 1,0 0-1,0-1 0,0 1 1,0-1-1,0 0 1,0 1-1,0-1 1,-1-2-1,-9-37 774,2-1 0,2 1 0,-4-81 0,1 16-370,-8-63 414,5-324 1,14 462-904,12-60 0,-11 82-46,0 0-1,1 0 1,0 0-1,0 1 0,1-1 1,0 1-1,0 0 1,1 0-1,0 0 0,11-12 1,-14 18-28,0 1 0,1-1-1,-1 1 1,1-1 0,-1 1 0,1 0 0,0 0 0,-1 0 0,1 0 0,0 0-1,-1 1 1,1-1 0,0 1 0,0 0 0,0-1 0,0 1 0,0 1 0,5 0-1,-3 0-120,0 0 0,0 0 0,1 0 0,-1 1 0,0 0 0,0 0 0,-1 0 0,10 6 0,-6-1-264,-1 0 1,1 0-1,-1 0 0,-1 1 0,1 0 0,-2 0 0,1 0 0,5 12 1,-1-1-2986,-2 1 0,12 38 0,-5 5-8437</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06.814"/>
    </inkml:context>
    <inkml:brush xml:id="br0">
      <inkml:brushProperty name="width" value="0.035" units="cm"/>
      <inkml:brushProperty name="height" value="0.035" units="cm"/>
    </inkml:brush>
  </inkml:definitions>
  <inkml:trace contextRef="#ctx0" brushRef="#br0">0 231 21626,'113'-72'2836,"-56"35"-228,-5 8-447,-9 6-401,-3 9-356,1-4-1032,-1 7-372,-6-1 0,-16 10 0,10-7-8,-2 6-2320,-23 23-4833,3 3 309,-26-8-6582</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46.127"/>
    </inkml:context>
    <inkml:brush xml:id="br0">
      <inkml:brushProperty name="width" value="0.035" units="cm"/>
      <inkml:brushProperty name="height" value="0.035" units="cm"/>
    </inkml:brush>
  </inkml:definitions>
  <inkml:trace contextRef="#ctx0" brushRef="#br0">1 2 4888,'17'17'17985,"0"-22"-17558,-2 1-271,1 1 1,0 0-1,0 1 0,0 1 0,0 1 1,0 0-1,0 1 0,18 4 0,11-1-10,775 68 188,-493-49-327,-119-12-21,202 3 16,-139-8-111,357 31-319,-89-17 366,-440-18 113,203 8-364,489 16-106,-1-32 51,-89-19 292,19-1 77,50-3 35,-185 5-19,-381 15 35,120-1 22,-55 4 303,-179 2-188,-31 0-243,115 9 0,-158-2-234,2-1-722,-17-3 930,-1 1 0,1-1-1,-1 1 1,1 0 0,-1-1-1,1 1 1,-1-1 0,1 1-1,-1-1 1,0 1 0,1-1-1,-1 0 1,0 1 0,1-1-1,-1 1 1,0-1 0,0 0-1,0 1 1,0-1 0,1 0-1,-1 1 1,0-1 0,0 0-1,0 1 1,0-2 0,0 1-246,0-1 0,0 1 1,0-1-1,0 1 0,0-1 1,0 1-1,0-1 0,0 1 1,-1 0-1,1-1 0,-1 1 1,1-1-1,-1 1 1,1 0-1,-1-1 0,0 1 1,0 0-1,1 0 0,-1 0 1,0-1-1,0 1 0,0 0 1,0 0-1,0 0 0,-2 0 1,-23-26-8933</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2:48.531"/>
    </inkml:context>
    <inkml:brush xml:id="br0">
      <inkml:brushProperty name="width" value="0.035" units="cm"/>
      <inkml:brushProperty name="height" value="0.035" units="cm"/>
    </inkml:brush>
  </inkml:definitions>
  <inkml:trace contextRef="#ctx0" brushRef="#br0">17 1 5412,'0'0'3131,"-1"1"-2195,-15 26 10717,57-15-10483,810 14 648,-395-3-1683,82 5-120,-37-3-54,-453-22 44,123 13-47,254 37 154,-197-41 8,-67 1-244,192-2 107,-72-6 6,-180-1 70,145-14 0,89-30-149,-284 33 82,157-19 58,36 0-40,-83 11 16,170-14-62,-218 14 16,-76 10 129,-27 3-120,1 0 0,-1 1 0,15 1 1,-10 0 18,-1-1 1,23-2-1,-26 1-11,0 1-1,0 0 1,0 1 0,0 0-1,13 2 1,11 2 18,0-1-1,50-2 1,-50-1-42,40 4 62,-53-1-43,-1-2 0,0 0 1,1-2-1,30-4 0,-41 4 5,0 0 0,-1 1 0,1 0-1,13 1 1,27 0 17,13 2 31,-17 0-36,-11-3 2,61 10 0,-85-9 2,0 0 0,20-2 0,21 1-10,-2 4-37,77-4 1,-48-2 92,-48 2-62,126 6 142,-106-3-134,62-4-1,-36 0-29,-46 1 78,373-12-155,-256 1 113,15-3 131,-88 12-128,-18 1 56,74 1-99,-75 1 61,58-5 1,-89 2-60,49 4 0,13 0 29,79-7 48,-3 10 256,-104-2-454,-77-27-5171,-11 5-975,-10-12-4125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11.570"/>
    </inkml:context>
    <inkml:brush xml:id="br0">
      <inkml:brushProperty name="width" value="0.035" units="cm"/>
      <inkml:brushProperty name="height" value="0.035" units="cm"/>
    </inkml:brush>
  </inkml:definitions>
  <inkml:trace contextRef="#ctx0" brushRef="#br0">0 29 5497,'3'23'17303,"6"-27"-17220,-8 3-57,-1 1 0,1-1 0,0 0 0,0 1 0,0-1 0,0 1 0,-1-1 0,1 1-1,0-1 1,0 1 0,0 0 0,0-1 0,0 1 0,0 0 0,0 0 0,0 0 0,2 0-1,493 11 340,-300-9-337,286-8 68,-251-1-73,-31 2-1,-72 4-107,202 27 0,-160-15 128,-99-7-67,114 5 62,192 13-32,33-5-31,137-5 14,-254-4 28,-166-2-30,23-1 39,15 5 61,-112-7-163,11 1 157,115 0-183,-31-3 70,-63 1 37,86-3 27,-57 1-83,215-4 156,-101-3-110,-41-4 53,13 0-58,-65 1-70,45 2 38,0-3 30,64-1 7,-66 3 26,79-2-1,-34 2-18,-154 6 92,-45 1-119,29 1 0,72-1 96,-29-1-125,526-9 47,-51 7 256,-337 3-181,229 3 25,-177 5 57,38-3-103,-272-3-28,464 12 235,-163-4-192,-310-8-38,544 7 52,77 35 23,-424-29 111,-52-4-39,272 10 469,-91-17-109,-186-4-439,403-8 692,-384 3-291,243-5 128,-139 15 735,-215-6-690,-18-3-19,-39 3-356,-31 3-283,-4-4-2052,-3-5 971,0 0 1,-1 0-1,-9-13 0,-11-13-7144,-2-3-5708</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18.943"/>
    </inkml:context>
    <inkml:brush xml:id="br0">
      <inkml:brushProperty name="width" value="0.035" units="cm"/>
      <inkml:brushProperty name="height" value="0.035" units="cm"/>
    </inkml:brush>
  </inkml:definitions>
  <inkml:trace contextRef="#ctx0" brushRef="#br0">118 18 5949,'-14'-8'3334,"11"8"-2506,-26 2 486,27-2-296,-2 0-510,-29 0 524,29 0 1082,-24-11 4898,75 12-6424,-36-1-474,-1 0 0,1 0 1,-1 1-1,16 3 0,4 2 80,0-2 1,1 0 0,44-2 0,-34-2-34,254 10 611,-24 1-500,-97-11-208,659-9 54,-411 2-80,450-1 108,-580 9-152,304 8 461,-332-3-97,-85-2-32,347 1 942,-295-3-690,-75 0 67,-121-1-1422,-29-4-1751,-20-4-12,-13 0-2591,-28-5 0,-1 3-6020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19.778"/>
    </inkml:context>
    <inkml:brush xml:id="br0">
      <inkml:brushProperty name="width" value="0.035" units="cm"/>
      <inkml:brushProperty name="height" value="0.035" units="cm"/>
    </inkml:brush>
  </inkml:definitions>
  <inkml:trace contextRef="#ctx0" brushRef="#br0">2 21 6177,'6'-21'13351,"-7"25"-12816,-2 20 38,0 0 1,2 1 0,3 36 0,2-18-219,-2-11-142,1 0 0,2 0 1,15 52-1,-18-78-195,-1-4-11,0 0 0,0 0-1,-1 1 1,1-1 0,-1 0 0,1 0-1,-1 1 1,0-1 0,0 0 0,0 0-1,0 3 1,-1 25 36,2-10 78,1 0-3511,-19-19-1904,5 1 489</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24.260"/>
    </inkml:context>
    <inkml:brush xml:id="br0">
      <inkml:brushProperty name="width" value="0.035" units="cm"/>
      <inkml:brushProperty name="height" value="0.035" units="cm"/>
    </inkml:brush>
  </inkml:definitions>
  <inkml:trace contextRef="#ctx0" brushRef="#br0">8 4041 6653,'-7'5'8681,"17"0"1954,-4-2-13441,-4-2 3026,19 0 223,-15 0-331,0-1-1,-1 0 1,1 0-1,11-2 1,-3 0 11,-1 1 1,1 0-1,0 0 1,14 2 0,3 0-8,62-2 8,133-18 1,-193 14-84,-6 2-30,0-2 0,-1 0 0,42-15 0,-23 7 46,43-18-148,-80 28 80,-1 0-1,1 0 1,16-3-1,10-3 8,93-34-76,-96 34 135,-28 9-40,22-9 43,-22 8-39,19-7 0,-1-1 0,-1-2 0,24-14-1,-15 10 6,-22 12-11,-1 0 1,0 0-1,0 0 0,10-8 0,-6 4 84,2 0 0,21-10 0,12-8 34,11-13-78,31-15-5,-73 40 44,0 0 1,13-16-1,0 0 317,-6-3-98,-12 16-187,64-107 391,-17 25-286,-15 25-78,-34 60-141,0-2 0,6-16 0,12-24 51,-18 40-82,12-31 1,4-11 76,-11 31-57,0-1-1,11-48 0,1 1-41,20-58 92,24-100-23,-35 117-102,-25 77 111,-7 30-33,1 0-1,-1 0 0,6-14 1,2-2-21,-1 0 1,5-28 0,6-20-11,-10 37 44,-7 26-21,0-1 0,1 1 0,5-12 0,0 1-22,-1 0-1,6-30 1,1-3 66,38-160-58,-19 0-17,-28 178 36,-2 12-1,2-37 0,-2 14-38,2 0 1,2 1 0,1-1-1,17-45 1,-19 65 34,60-218-201,-58 209 183,-5 20-25,0 1 1,6-17-1,-8 29 41,0-1 0,-1 0 0,1 1-1,-1-1 1,0 0 0,1 1 0,-2-6-1,2-9-12,33-104-265,-27 100 215,1 1 0,13-25 0,4-12 56,4 2-54,-21 41 51,-1 0 0,6-15-1,-8 20 8,0-1-1,0 1 1,1 0-1,0 0 1,1 1-1,0 0 1,0 0-1,1 0 1,-1 1-1,2 0 1,9-6-1,-16 11 11,-1 1 0,1 0 1,-1-1-1,1 1 0,-1 0 1,1-1-1,-1 1 0,1 0 1,0 0-1,-1 1 1,3-2-1,5-3-16,9-8 38,-12 9-26,0 1-1,0 0 0,0 0 0,0 0 0,0 1 0,10-3 0,-13 5-79,-1-1 57,0-1 31,0 1 1,0 1-1,1-1 1,-1 0 0,0 0-1,1 1 1,-1 0-1,4-1 1,-3 1-3,-1-1 15,25-9-72,4 1-7,-28 8 40,-1 1 28,70-8-74,-68 7 54,-1 1 12,76-2 17,-75 2 28,-1 0-55,33 0 15,-32 0-30,-1 0-50,26 7 98,-27-6-1,13 5-98,30 15 77,-29-13 15,32 11 0,-43-17-10,0 0 0,1 1 0,-2 0 0,1-1 0,6 5-1,-10-5 11,1-2-15,0 1-1,0-1 0,0 0 1,-1 1-1,1 0 0,0-1 1,0 1-1,-1 0 0,1 0 0,-1 0 1,1 0-1,-1 0 0,1 1 1,1 1-1,15 18-12,-16-18 23,0-1 27,2 0-32,-1 0-1,1 0 1,-1 1 0,0-1 0,0 1 0,5 5-1,68 54 61,-70-57-61,-1-1-1,1 1 1,-2 0 0,1 0 0,0 1 0,-1 0 0,0-1 0,4 9 0,5 6-14,-8-14-12,13 29-16,-9-9 44,0-1 1,-2 2-1,-1-1 0,4 30 1,-8-39-11,19 69 59,-13-56-43,6 41 1,-10-55-17,-1 1 1,11 26 0,3 16 20,6 13 8,-6-20-40,11 23 94,-10-30-66,-8-23 5,0-1-1,21 33 1,4 6 12,2 5-100,7 15-6,11 33 118,-4-24-30,-5-10 88,-1-3-118,-39-62-1,1-2-1,14 22 1,-1-3 77,51 88-44,-60-101-19,22 31 0,6 11 13,-20-24-71,-6-15 85,-7-16-37,-4-3 17,0 0 1,-1 0-1,1 0 0,-1 0 1,1 0-1,-1 0 1,0 0-1,0 1 1,0-1-1,0 1 0,1 3 1,48 105 8,-3-4 108,-19-54-159,-21-42 33,0 0 1,-2 0-1,7 15 0,2 11 49,23 41 0,-30-64-65,11 37 25,-9-25-13,16 35 44,-12-32-57,15 47 0,-26-72 19,0 4 4,0 0 0,1 0 0,0-1 0,8 14 0,-3-7 10,-2 0-1,6 17 0,2 3-57,-3-11 52,-3-2 4,2 0 1,0 0-1,2-1 0,0 0 1,25 30-1,-22-31-12,-13-16 7,-1-1-1,1 1 1,0-1 0,0 0-1,0 0 1,0 1 0,3 1-1,11 9 2,-13-10-3,0 0 1,1 0-1,-1 0 1,1-1-1,7 5 0,-1-2 23,1 1-1,-1 1 0,-1 0 1,13 11-1,22 15-4,-41-32 43,-2-1-63,1 1 1,-1-1 0,1 0 0,-1 1-1,1-1 1,-1 1 0,1-1-1,-1 1 1,0 0 0,1 0-1,-1-1 1,0 1 0,0 0-1,1 0 1,-1 0 0,0 1-1,2 1 1,20 18-40,52 39 34,-20-13 60,-19-18-140,-19-14 114,24 15-1,-38-28 10,19 13 22,-18-12-62,19 18 40,-21-20-14,10 10-7,29 19-20,-37-27 2,0 1 1,0-1-1,0 0 1,1 0-1,-1 0 1,1-1-1,0 1 1,0-1-1,6 2 1,-3-2 17,-7-1-14,0-1 0,-1 1 0,1-1 0,0 1-1,0-1 1,0 1 0,0-1 0,0 1 0,-1 0 0,1 0-1,0-1 1,-1 1 0,1 0 0,0 0 0,0 1 0,-1-1 0,1 0 0,-1-1 0,0 1 1,1-1-1,-1 1 0,1 0 0,-1-1 0,1 1 1,-1-1-1,1 1 0,-1-1 0,1 1 1,0-1-1,-1 0 0,1 1 0,0-1 0,-1 0 1,1 0-1,0 1 0,-1-1 0,1 0 1,1 0-1,31 10 14,-29-9-11,-2 1-6,25 15-7,-25-16 41,16 6 19,21 10-7,1-2-1,0-2 1,75 14-1,-114-27-42,90 22 4,-46-11-24,0-1 0,65 6 0,186 7 682,-176-14-70,-116-9-543,-1 1-30,65 4 337,-65-5 236,0 0-482,13 3 150,-1-2 0,18 1 0,-27 0-207,-3 0-53,16-1-671,2 11-4758,-51-39-4784,11 19-802</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24.936"/>
    </inkml:context>
    <inkml:brush xml:id="br0">
      <inkml:brushProperty name="width" value="0.035" units="cm"/>
      <inkml:brushProperty name="height" value="0.035" units="cm"/>
    </inkml:brush>
  </inkml:definitions>
  <inkml:trace contextRef="#ctx0" brushRef="#br0">0 1 6437,'8'14'781,"5"7"1396,-12-20-2058,0-1-1,0 1 1,0 0-1,0-1 1,0 1-1,0-1 0,0 1 1,0-1-1,0 0 1,0 1-1,0-1 1,0 0-1,0 0 1,0 0-1,0 0 1,0 0-1,0 0 1,0 0-1,0 0 1,2 0-1,5-1 686,-1 1 0,1 0 0,0 0-1,8 2 1,32 1 1492,-41-4-2137,142-3 3463,192 6 1880,0 1-2890,-252 0-2090,83 6-1048,-154-6-135,-2-1-422,-5-1-2464,-19-19-2136,-1 0-475,-11 5-3815</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25.709"/>
    </inkml:context>
    <inkml:brush xml:id="br0">
      <inkml:brushProperty name="width" value="0.035" units="cm"/>
      <inkml:brushProperty name="height" value="0.035" units="cm"/>
    </inkml:brush>
  </inkml:definitions>
  <inkml:trace contextRef="#ctx0" brushRef="#br0">42 20 5641,'0'0'47,"-1"0"0,1 0 0,0 0 1,0 0-1,-1 1 0,1-1 0,0 0 1,-1 0-1,1 0 0,0 0 0,-1 0 1,1 0-1,0 0 0,-1 0 0,1-1 1,0 1-1,-1 0 0,1 0 0,0 0 1,-1 0-1,1 0 0,0 0 1,0-1-1,-1 1 0,1 0 0,0 0 1,-1 0-1,1-1 0,0 1 0,0 0 1,0 0-1,-1-1 0,1 1 0,0 0 1,0-1-1,0 1 0,0 0 0,0 0 1,-1-1-1,1 1 0,0 0 1,0-1-1,0 1 0,0-6 6858,2 5-6271,16-5 1036,-15 7 179,-12 5-1173,7-3-617,-1 0-1,0 0 0,1 0 0,0 0 0,0 0 0,0 1 0,0-1 0,0 1 0,1-1 0,-1 1 0,1-1 0,0 1 1,0 0-1,0 4 0,-6 53 319,2 5-72,3-48-258,0 1 0,1-1 0,1 1 0,0-1 0,2 0 0,0 1 1,6 22-1,-6-31-31,0 0 1,-1 0 0,0 0-1,0 0 1,-1 1-1,-1-1 1,1 0 0,-4 11-1,3-7-9,0-12-6,1 1-1,0 0 1,0 0-1,1 0 1,-1-1-1,0 1 0,1 0 1,0 3-1,1 1-1754,-1 2-3746,-15-17-5807</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1.936"/>
    </inkml:context>
    <inkml:brush xml:id="br0">
      <inkml:brushProperty name="width" value="0.035" units="cm"/>
      <inkml:brushProperty name="height" value="0.035" units="cm"/>
    </inkml:brush>
  </inkml:definitions>
  <inkml:trace contextRef="#ctx0" brushRef="#br0">12 296 4236,'-11'-7'1587,"17"6"-419,19-3 5067,1-3-5312,-23 6-526,-3 1-364,1-1 0,-1 0 1,0 0-1,1 1 0,-1-1 0,0 1 0,1-1 0,-1 0 1,1 1-1,-1-1 0,1 1 0,-1-1 0,1 1 0,0-1 1,-1 1-1,1 0 0,-1-1 0,1 1 0,0 0 0,-1-1 1,1 1-1,1 0 0,-1-1 21,0 1-1,0-1 1,0 1 0,1-1 0,-1 0 0,0 1-1,0-1 1,0 0 0,0 0 0,-1 0 0,1 0-1,1-1 1,24-51 1156,-25 52-1181,-1 0-1,1 0 0,-1 0 0,1 0 1,-1 0-1,0 0 0,0 0 1,1 0-1,-1 0 0,0 0 1,0 0-1,0-1 0,0 1 1,0 0-1,-1 0 0,1-1 1,-1-4 71,3-57 679,1-15-248,-2 75-238,-3-19 189,1 13 430,-3 18-540,3-4-317,0 1-1,1 0 0,0-1 0,-1 1 1,2-1-1,-1 1 0,2 9 1,2 25 208,-4 47 67,-4 220 398,1-201-678,3-72 23,-5 40-1,0-6-76,-16 332 86,10-223-7,12-70-48,1-42 8,-3-15-27,0-14 10,6 54 0,0 28-24,1-3 16,-4-58-5,-2-16-2,3 111-10,1-40 25,45 303 35,-3-58-87,-44-263 61,3-40-28,-4 58 1,-2-62-23,0 49 22,4 123 104,15-82-167,1 3 99,-13-37-84,19 161 171,4-49-167,12 310 60,-27-276-68,-6 0 98,-8-213-44,2-24 447,-2 3-2626,-3-18 322,-5-10-217,-7-21-3627,5-10-3490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4"/>
    </inkml:context>
    <inkml:brush xml:id="br0">
      <inkml:brushProperty name="width" value="0.035" units="cm"/>
      <inkml:brushProperty name="height" value="0.035" units="cm"/>
    </inkml:brush>
  </inkml:definitions>
  <inkml:trace contextRef="#ctx0" brushRef="#br0">1 54 5581,'5'-12'1962,"11"-8"9193,-5 10-12094,-9 9 3273,-24-10-1991,27 41-87,2 42 1,-1-5 119,1 46-5,-2-5-141,-1 42 50,-5-52-166,-1 195 137,1-250-201,4 44-1,1 25 14,-3-7-32,1-59 4,-8 84 1,3-104-20,3 47-1,1-47 5,-5 45 0,3-56-21,1 0 1,0 0-1,5 28 0,-3-25 14,-1 1 0,0 20-1,-1-22-13,1 0-1,3 21 1,-2-22 11,0 1 0,-1 21 0,-1-25-11,0 1 1,1-1-1,4 15 1,-3-15 8,0-1 0,-1 1 0,-1 17 0,0-18-10,1 0 0,2 20 0,-1-23 5,-1 0 1,0 0 0,-1 0-1,0 0 1,0 0-1,-2 10 1,1-12-3,0-1 1,1 1-1,0 0 0,0-1 0,1 1 1,0 0-1,2 7 0,-2-8 4,0 1 0,0 0 0,0 0 1,-1 0-1,0 0 0,-1 12 0,0-11-5,0 1 0,1-1 0,0 0 0,1 0 0,0 0 1,2 11-1,-1-9 4,0 1 0,-1-1 1,-1 14-1,0-6-1,3 30 1,-1-33 1,-1 1 0,-1 28 1,-1-21-4,0 1 1,7 42-1,-1-12 7,15 151 25,-6-54-18,3 44 36,-5-108-40,-8-60 2,0 0 0,11 33 0,1 4-38,5 44-2,-17-91 47,2 36 0,2 6-46,18 133 81,-4-26-9,33 332-27,-47-366 25,10 223-88,-13-191 79,24 252 20,-20-281 4,-4-78-102,-3-26 10,0 48-1,-2-68 22,0 0 0,4 19 0,-2-19 14,-1 0 0,0 19 0,4-2 1,-4-25 4,-4-20-1256,-7-41-301,-17-125-10005,24 131 5489</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7.975"/>
    </inkml:context>
    <inkml:brush xml:id="br0">
      <inkml:brushProperty name="width" value="0.035" units="cm"/>
      <inkml:brushProperty name="height" value="0.035" units="cm"/>
    </inkml:brush>
  </inkml:definitions>
  <inkml:trace contextRef="#ctx0" brushRef="#br0">1 362 4816,'0'9'171,"0"5"1481,3-15-700,2-6-278,-4 6-460,-1 0 1,1 1-1,-1-1 1,1 0-1,0 1 0,-1-1 1,1 0-1,-1 1 1,1-1-1,0 1 1,0-1-1,-1 1 1,1-1-1,0 1 0,0 0 1,0-1-1,-1 1 1,1 0-1,0 0 1,0-1-1,0 1 1,0 0-1,0 0 0,0 0 1,0 0-1,-1 0 1,1 0-1,0 0 1,0 1-1,0-1 1,0 0-1,0 0 0,-1 1 1,1-1-1,0 0 1,0 1-1,0-1 1,0 1-1,6 2-976,-7-3 815,1 0 1,0 0-1,-1 0 0,1 0 0,0 0 1,-1 0-1,1 0 0,-1-1 0,1 1 1,0 0-1,-1 0 0,1 0 0,-1-1 1,1 1-1,-1 0 0,1-1 0,-1 1 0,1-1 1,-1 1-1,1 0 0,0-2 0,1 0 142,19-9 536,0 1 1,38-12-1,2-1-16,586-224 1566,-584 225-2295,24-7-4003,-84 28 1446</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8.668"/>
    </inkml:context>
    <inkml:brush xml:id="br0">
      <inkml:brushProperty name="width" value="0.035" units="cm"/>
      <inkml:brushProperty name="height" value="0.035" units="cm"/>
    </inkml:brush>
  </inkml:definitions>
  <inkml:trace contextRef="#ctx0" brushRef="#br0">130 225 8177,'-3'23'9371,"-8"-50"-7963,-33 61-1242,42-33-156,0 1-1,0 0 0,0-1 0,0 0 0,-1 1 0,1-1 1,0 0-1,0 0 0,-3 1 0,1-1 3,1 0 10,1 1-23,-35 32 2139,36-33-1177,16-21 426,3 3-652,1 2-1,1 0 1,23-14 0,69-35 615,-63 38-961,116-57 273,-155 78-998,1 0 0,-1 1 0,1 0 0,0 1 0,0 0 0,1 0 1,20-1-1,-9 1-1547,-18 2 1273,5-3 6</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9.076"/>
    </inkml:context>
    <inkml:brush xml:id="br0">
      <inkml:brushProperty name="width" value="0.035" units="cm"/>
      <inkml:brushProperty name="height" value="0.035" units="cm"/>
    </inkml:brush>
  </inkml:definitions>
  <inkml:trace contextRef="#ctx0" brushRef="#br0">0 575 7981,'2'1'209,"0"-1"0,-1 1 0,1-1 0,0 0 0,-1 1 0,1-1 0,0 0 0,0 0 0,-1-1 0,1 1 0,0 0 0,0 0 0,-1-1 0,1 1 0,-1-1 0,1 0 0,0 1 0,-1-1 0,1 0 0,-1 0 0,1 0 0,-1 0-1,0 0 1,1 0 0,-1 0 0,2-3 0,20-13 2075,-8 6-937,0 0 0,17-18 0,15-11 898,198-133 3228,146-55-2538,-366 214-2971,-18 9-180,0 2 0,0-1 1,0 1-1,0 0 1,0 0-1,1 1 1,7-2-1,40-7-3894,-53 11 3526,0 1 0,0 0 0,0-1 1,0 1-1,0 0 0,0 0 1,0 1-1,0-1 0,-1 0 1,1 0-1,3 4 0,-5-5-613,1 0 1118,-1 0-1,0 0 1,0 0-1,0 0 1,0 0-1,0 0 1,0 0-1,0 0 0,0 1 1,0-1-1,0 0 1,1 0-557,-1 0 556,0 0 0,0 0 1,0 0-1,0 1 1,0-1-1,0 0 1,0 0-1,0 0 1,0 0-1,0 0 1,0 0-1,0 0 1,0 0-1,0 0 0,0 0 1,0 1-1,0-1 1,0 0-1,0 0 1,0 0-1,0 0 1,0 0-1,0 0 1,0 0-1,0 0 1,0 0-1,0 0 1,-1 1-558,1-1 558,0 0-1,0 0 1,0 0-1,0 0 1,0 0-1,0 0 0,-1 0 1,1 0-1,-12 12-8294</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9.457"/>
    </inkml:context>
    <inkml:brush xml:id="br0">
      <inkml:brushProperty name="width" value="0.035" units="cm"/>
      <inkml:brushProperty name="height" value="0.035" units="cm"/>
    </inkml:brush>
  </inkml:definitions>
  <inkml:trace contextRef="#ctx0" brushRef="#br0">0 497 8261,'0'0'3630,"2"-1"-1911,6-7-77,1 1 0,0 0 0,14-9 0,66-29 2226,-32 19-2094,26-17 89,212-105 1986,77-17-3698,-313 144-2905,-21 11-2336</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39.821"/>
    </inkml:context>
    <inkml:brush xml:id="br0">
      <inkml:brushProperty name="width" value="0.035" units="cm"/>
      <inkml:brushProperty name="height" value="0.035" units="cm"/>
    </inkml:brush>
  </inkml:definitions>
  <inkml:trace contextRef="#ctx0" brushRef="#br0">0 308 8981,'5'20'2129,"-4"-17"1746,4-10-721,-4 5-2909,0 1 0,-1-1 0,1 1 1,0-1-1,0 1 0,0 0 0,0-1 0,0 1 0,0 0 0,0 0 0,2-1 1,31-15 1886,1 1 0,43-12 0,-3 1-440,48-22-702,197-71 1618,-281 106-3417,-18 6-806,1 1 0,36-7-1,-36 10-1727,-13 2-5942</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0.148"/>
    </inkml:context>
    <inkml:brush xml:id="br0">
      <inkml:brushProperty name="width" value="0.035" units="cm"/>
      <inkml:brushProperty name="height" value="0.035" units="cm"/>
    </inkml:brush>
  </inkml:definitions>
  <inkml:trace contextRef="#ctx0" brushRef="#br0">1 323 11585,'16'-14'2339,"1"0"-1,1 1 1,1 1-1,32-16 0,414-164 7152,-440 182-10544,-1 1 0,2 1-1,-1 1 1,1 1 0,41-3 0,-64 9-1384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0.540"/>
    </inkml:context>
    <inkml:brush xml:id="br0">
      <inkml:brushProperty name="width" value="0.035" units="cm"/>
      <inkml:brushProperty name="height" value="0.035" units="cm"/>
    </inkml:brush>
  </inkml:definitions>
  <inkml:trace contextRef="#ctx0" brushRef="#br0">11 250 11645,'-1'0'326,"0"-1"-1,1 1 1,-1-1-1,0 1 1,1-1-1,-1 0 1,0 1-1,1-1 1,-1 0-1,1 1 1,-1-1-1,1 0 1,-1 0-1,1 1 1,0-1-1,-1 0 1,1 0-1,0 0 1,0 1-1,0-1 1,0 0-1,-1 0 1,1 0-1,0 0 1,0 0-1,1 1 1,-1-1-1,0 0 1,0 0-1,0 0 1,0 0-1,1 0 1,-1 1-1,0-1 1,1 0-1,-1 0 1,2-1-1,0-3-1266,3 2 2164,68-11 878,0-3-1,95-35 1,-52 15-1193,-69 22-791,112-30 121,-124 38-1638,38-4 0,-27 6-754,24-3-7205,-67 7 8688</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0.898"/>
    </inkml:context>
    <inkml:brush xml:id="br0">
      <inkml:brushProperty name="width" value="0.035" units="cm"/>
      <inkml:brushProperty name="height" value="0.035" units="cm"/>
    </inkml:brush>
  </inkml:definitions>
  <inkml:trace contextRef="#ctx0" brushRef="#br0">1 333 9745,'0'-2'381,"1"0"1,-1 0-1,1 0 1,0 0-1,-1 0 1,1 0-1,0 0 0,0 0 1,1 0-1,-1 1 1,0-1-1,1 0 1,-1 1-1,1-1 1,2-2-1,2 1 703,-1 0-1,0 0 1,1 1-1,8-3 1,18-8 1514,29-18-23,253-115 3529,-244 115-5830,-43 17-954,52-16 0,-33 22-1884,-37 7 1273,0 0 0,-1-1 0,1 0 1,8-3-1</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1.228"/>
    </inkml:context>
    <inkml:brush xml:id="br0">
      <inkml:brushProperty name="width" value="0.035" units="cm"/>
      <inkml:brushProperty name="height" value="0.035" units="cm"/>
    </inkml:brush>
  </inkml:definitions>
  <inkml:trace contextRef="#ctx0" brushRef="#br0">1 472 13477,'6'-12'2039,"-4"7"-1482,0-1 0,1 1 1,0 0-1,0 0 0,0 0 1,1 0-1,-1 0 0,1 1 1,0 0-1,0 0 0,1 0 1,-1 0-1,1 0 0,7-3 1,250-133 6719,94-6-5699,-309 129-1542,10-4-211,109-25 0,-132 42-1535,7-1-1547,-28 2-1834,-1-2-3399</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1.560"/>
    </inkml:context>
    <inkml:brush xml:id="br0">
      <inkml:brushProperty name="width" value="0.035" units="cm"/>
      <inkml:brushProperty name="height" value="0.035" units="cm"/>
    </inkml:brush>
  </inkml:definitions>
  <inkml:trace contextRef="#ctx0" brushRef="#br0">1 458 12729,'28'-24'2568,"-24"20"-2043,0 0 0,1 0 0,-1 0 0,1 0 0,0 1 0,0 0 0,9-4 0,210-82 3458,245-93 5304,-153 78-9287,-232 79-3165,-81 25 1306,-14 12-13189,-9 4 5337</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1.902"/>
    </inkml:context>
    <inkml:brush xml:id="br0">
      <inkml:brushProperty name="width" value="0.035" units="cm"/>
      <inkml:brushProperty name="height" value="0.035" units="cm"/>
    </inkml:brush>
  </inkml:definitions>
  <inkml:trace contextRef="#ctx0" brushRef="#br0">0 377 11233,'0'0'2315,"2"-1"-118,42-18 3317,21-13-1839,27-11-601,283-103 400,-137 57-2189,-205 77-2209,0 1-1,0 2 1,38-5-1,-68 13-1278,-23 7-21679</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2.215"/>
    </inkml:context>
    <inkml:brush xml:id="br0">
      <inkml:brushProperty name="width" value="0.035" units="cm"/>
      <inkml:brushProperty name="height" value="0.035" units="cm"/>
    </inkml:brush>
  </inkml:definitions>
  <inkml:trace contextRef="#ctx0" brushRef="#br0">1 312 9821,'0'-1'75,"0"1"0,0-1 0,0 1 0,0 0 0,0-1 0,0 1 0,0-1 0,0 1 0,0 0 1,0-1-1,0 1 0,1-1 0,-1 1 0,0 0 0,0-1 0,0 1 0,1 0 0,-1-1 0,0 1 0,0 0 0,1 0 0,-1-1 0,0 1 0,0 0 0,1 0 1,-1-1-1,0 1 0,1 0 0,-1 0 0,1 0 0,-1-1 0,0 1 0,1 0 0,-1 0 0,0 0 0,1 0 0,-1 0 0,1 0 0,-1 0 0,0 0 0,1 0 1,-1 0-1,1 0 0,-1 0 0,0 0 0,1 0 0,-1 1 0,1-1 0,-1 0 0,0 0 0,1 0 0,-1 0 0,0 1 0,1-1 0,-1 0 0,0 0 0,0 1 1,1-1-1,-1 0 0,0 1 0,1-1 0,0 1 108,0 0 0,0-1 0,0 1 1,0 0-1,1-1 0,-1 0 0,0 1 0,0-1 0,1 1 1,-1-1-1,0 0 0,2 0 0,0-1 238,0 0-1,0 0 1,0 0-1,0 0 1,0 0 0,0-1-1,4-3 1,10-4 913,150-52 5744,-73 29-4884,254-85-583,-161 57-1282,-176 56-1922,1 2 0,19-3 0,6-2-3663,-54 18-14492</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2.576"/>
    </inkml:context>
    <inkml:brush xml:id="br0">
      <inkml:brushProperty name="width" value="0.035" units="cm"/>
      <inkml:brushProperty name="height" value="0.035" units="cm"/>
    </inkml:brush>
  </inkml:definitions>
  <inkml:trace contextRef="#ctx0" brushRef="#br0">0 265 13525,'5'-9'849,"-1"0"-1,1 1 0,0 0 1,1 0-1,0 1 1,1-1-1,-1 1 1,1 0-1,0 1 0,1 0 1,0 0-1,0 1 1,16-9-1,7 0 641,1 1 0,52-15 0,-31 12-240,-50 15-1195,160-49 1494,-124 38-2444,17-3-4354,-48 13 3838,5-3-1006,-6 4-6141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2.935"/>
    </inkml:context>
    <inkml:brush xml:id="br0">
      <inkml:brushProperty name="width" value="0.035" units="cm"/>
      <inkml:brushProperty name="height" value="0.035" units="cm"/>
    </inkml:brush>
  </inkml:definitions>
  <inkml:trace contextRef="#ctx0" brushRef="#br0">1 1 32</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4.512"/>
    </inkml:context>
    <inkml:brush xml:id="br0">
      <inkml:brushProperty name="width" value="0.035" units="cm"/>
      <inkml:brushProperty name="height" value="0.035" units="cm"/>
    </inkml:brush>
  </inkml:definitions>
  <inkml:trace contextRef="#ctx0" brushRef="#br0">1 8 4768,'0'0'14476,"3"-1"-14346,3-1-305,11-3 1083,-15 8-372,-6 5-400,-2 2-125,5-8 15,1 1 13,3 121 361,-3 96 152,1 19-250,1-162-202,18 379 142,-5 35-99,-6-262 5,1 140 109,-7-110-133,-12-10-73,-4 209 86,26-227-43,-2-88-152,-6-45 115,17 680-104,-23-666 47,-3 85-14,-2-109 21,-17 186 14,11-14-154,14-234 89,-1-21-2377,-12-116-2542,0 8-960,10 12-980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5.880"/>
    </inkml:context>
    <inkml:brush xml:id="br0">
      <inkml:brushProperty name="width" value="0.035" units="cm"/>
      <inkml:brushProperty name="height" value="0.035" units="cm"/>
    </inkml:brush>
  </inkml:definitions>
  <inkml:trace contextRef="#ctx0" brushRef="#br0">148 136 4600,'1'0'278,"-1"0"-1,1 0 0,0 0 0,0 0 0,-1 0 1,1 0-1,0 0 0,0 0 0,-1 0 0,1 0 1,0 0-1,0 0 0,-1-1 0,1 1 1,0 0-1,-1 0 0,1-1 0,0 1 0,0-1 1,-5-4 3130,-3 1-3999,4 2-119,2 1 695,0-2 30,-1-13 68,2 10-69,-1 0 1,1 1-1,-2-1 1,1 1-1,0-1 0,-1 1 1,0 0-1,0-1 0,-1 1 1,1 0-1,-1 1 1,0-1-1,-1 0 0,1 1 1,-7-7-1,9 10-8,-2 0 6,-21-9-7,22 9 372,0 3-187,-22 7 337,21-8 228,3 3-295,-14 177 2078,6-58-1736,-15 368 375,22 1-654,1-268-410,2-49 105,0 74 58,8 98 222,0-96-266,4 81 107,-3-124-201,1 109 76,22 429 193,-22-455-253,-1-23-60,15 202 27,-1-164-53,-10-105 34,-15-143-40,-1-49-52,1 1-1,0-1 1,0 1 0,4 16-1,1 2-16,-4-26-92,-2-2-998,0 0 938,0 0-1,0 0 1,1-1-1,-1 1 1,0-1-1,0 1 1,0 0 0,1-1-1,-1 1 1,0-1-1,1 0 1,-1 1 0,0-1-1,1 0 1,-1 1-1,1-1 1,-1 0-1,1 1 1,-2-3 0,-6-16-1421,7 17 1222,-9-33-4899,-1-12-3194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7.230"/>
    </inkml:context>
    <inkml:brush xml:id="br0">
      <inkml:brushProperty name="width" value="0.035" units="cm"/>
      <inkml:brushProperty name="height" value="0.035" units="cm"/>
    </inkml:brush>
  </inkml:definitions>
  <inkml:trace contextRef="#ctx0" brushRef="#br0">15 394 3464,'-6'9'2135,"-3"2"5977,12-12-7060,66-39 4027,82-73-442,-109 82-3662,2 2 1,62-31-1,0 0-359,-73 41-2065,58-25 0,-45 28-3359,-44 15 2999</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7.924"/>
    </inkml:context>
    <inkml:brush xml:id="br0">
      <inkml:brushProperty name="width" value="0.035" units="cm"/>
      <inkml:brushProperty name="height" value="0.035" units="cm"/>
    </inkml:brush>
  </inkml:definitions>
  <inkml:trace contextRef="#ctx0" brushRef="#br0">9 431 2308,'0'0'261,"1"1"0,-1-1-1,1 0 1,-1 1 0,1-1 0,-1 1 0,0-1-1,1 1 1,-1-1 0,0 1 0,1-1-1,-1 1 1,0-1 0,1 1 0,-1 0-1,0-1 1,0 1 0,0-1 0,0 1-1,0 0 1,0-1 0,0 1 0,0 0-1,-4 5 4282,-2-2-4308,1-1 1803,8-5-1321,107-67 3893,60-42-2527,56-32-571,-135 89-1260,-76 46-379,0 0 1,1 1 0,22-7 0,-33 13-18,-1-1 0,1 0 1,-1 0-1,0 0 0,0 0 0,6-5 1,-7 4-637,1 1 0,-1-1 0,1 1 1,0 0-1,0 0 0,7-2 0,1 0-4775</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8.368"/>
    </inkml:context>
    <inkml:brush xml:id="br0">
      <inkml:brushProperty name="width" value="0.035" units="cm"/>
      <inkml:brushProperty name="height" value="0.035" units="cm"/>
    </inkml:brush>
  </inkml:definitions>
  <inkml:trace contextRef="#ctx0" brushRef="#br0">0 386 6705,'4'-3'755,"0"0"1,-1 0-1,1 0 1,0 0-1,0 1 1,1-1 0,7-2-1,-3 1 22,0 1 0,-1-1 1,1 0-1,-1-1 0,0 0 0,0 0 0,9-9 0,24-16 1632,119-64 2846,83-44-1534,-174 103-3684,-25 17-2755,-41 17 1063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8.843"/>
    </inkml:context>
    <inkml:brush xml:id="br0">
      <inkml:brushProperty name="width" value="0.035" units="cm"/>
      <inkml:brushProperty name="height" value="0.035" units="cm"/>
    </inkml:brush>
  </inkml:definitions>
  <inkml:trace contextRef="#ctx0" brushRef="#br0">0 256 9669,'3'-2'2427,"62"-36"5812,2 2-3922,136-60 410,-157 72-3990,-35 17-611,0 1-1,1 1 1,0 0 0,-1 0 0,14-2 0,27-9-3644,-49 15 1814,-1 1-541,22-7-7501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9.273"/>
    </inkml:context>
    <inkml:brush xml:id="br0">
      <inkml:brushProperty name="width" value="0.035" units="cm"/>
      <inkml:brushProperty name="height" value="0.035" units="cm"/>
    </inkml:brush>
  </inkml:definitions>
  <inkml:trace contextRef="#ctx0" brushRef="#br0">0 352 7873,'2'-1'441,"0"-1"0,0 1 0,0-1 0,0 1 0,0 0 1,0 0-1,0 0 0,0 0 0,0 0 0,0 0 0,5 0 1,14-8 1336,22-17 2798,70-29 1,109-45 546,-92 45-3136,51-20-1190,-166 68-1356,-11 5-296,0 1 0,0-1 0,0 1 0,0-1 0,8 0 0,-1 2-1325</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9.662"/>
    </inkml:context>
    <inkml:brush xml:id="br0">
      <inkml:brushProperty name="width" value="0.035" units="cm"/>
      <inkml:brushProperty name="height" value="0.035" units="cm"/>
    </inkml:brush>
  </inkml:definitions>
  <inkml:trace contextRef="#ctx0" brushRef="#br0">0 278 10233,'0'0'8643,"2"-3"-7246,0 0-1058,1-1 0,-1 1 0,1 0 0,0 0 0,0 0 1,1 0-1,-1 0 0,0 1 0,1-1 0,0 1 1,-1 0-1,1 0 0,0 1 0,0-1 0,0 1 1,6-2-1,-9 3-301,177-58 2530,-90 31-507,103-45 0,-158 59-3414,0 2 0,1 1 0,48-7-1,-70 14 1083,-7 2-707,-1 0-1,1-1 1,0 0-1,-1 0 1,1 0-1,-1-1 1,7-5-1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49.947"/>
    </inkml:context>
    <inkml:brush xml:id="br0">
      <inkml:brushProperty name="width" value="0.035" units="cm"/>
      <inkml:brushProperty name="height" value="0.035" units="cm"/>
    </inkml:brush>
  </inkml:definitions>
  <inkml:trace contextRef="#ctx0" brushRef="#br0">1 288 14253,'92'-49'7310,"82"-16"-174,3 7-4489,-72 23-2461,-99 34-570,-1-1 0,0 0 1,0 0-1,0-1 0,-1 1 1,1-1-1,0 0 0,-1 0 1,0-1-1,4-3 0,-4 3-902,0-1 0,-1 0 0,0 0 0,4-8 0,-14-4-16611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0.562"/>
    </inkml:context>
    <inkml:brush xml:id="br0">
      <inkml:brushProperty name="width" value="0.035" units="cm"/>
      <inkml:brushProperty name="height" value="0.035" units="cm"/>
    </inkml:brush>
  </inkml:definitions>
  <inkml:trace contextRef="#ctx0" brushRef="#br0">1 256 5849,'1'1'179,"0"0"0,0 0 1,0 0-1,1 0 1,-1 0-1,0-1 1,1 1-1,-1 0 1,0-1-1,1 1 1,-1-1-1,1 1 1,-1-1-1,1 0 1,-1 0-1,1 0 0,-1 0 1,1 0-1,-1 0 1,2 0-1,33-11 4738,-22 5-3299,-7 3-858,0 0-1,0 0 1,10-8-1,15-7 1015,234-106 5769,-232 109-7101,-10 4-955,30-18 1,-37 21-304,-8 2-4536,-9 5 4977,0 1 1,-1-1 0,1 1 0,0-1 0,-1 1 0,1-1-1,0 1 1,-1-1 0,1 1 0,-1-1 0,1 1 0,-1-1-1,1 1 1,-1 0 0,1-1 0,-1 1 0,1 0-1,-1-1 1,1 1 0,-2 0 0,-10-9-10540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0.926"/>
    </inkml:context>
    <inkml:brush xml:id="br0">
      <inkml:brushProperty name="width" value="0.035" units="cm"/>
      <inkml:brushProperty name="height" value="0.035" units="cm"/>
    </inkml:brush>
  </inkml:definitions>
  <inkml:trace contextRef="#ctx0" brushRef="#br0">1 164 12309,'37'-24'3687,"23"-12"4933,-17 17-6351,-27 13-1709,0-1 1,22-13-1,-13 7-1338,-24 13 704,0-1 1,0 1-1,0 0 1,0-1-1,0 1 0,0 0 1,0 0-1,0 0 1,0 0-1,0 0 1,-1 0-1,1 0 0,0 0 1,0 0-1,0 1 1,0-1-1,0 0 1,1 1-1,3 0-241,13 2-972,-16-4 913,0 1-1,-1-1 1,1 1 0,-1-1-1,0 0 1,1 0-1,-1 1 1,0-1-1,1 0 1,-1 0-1,0 0 1,0-1 0,0 1-1,0 0 1,2-3-1,-3 4-390,8-12-4999,0-2-3520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1.241"/>
    </inkml:context>
    <inkml:brush xml:id="br0">
      <inkml:brushProperty name="width" value="0.035" units="cm"/>
      <inkml:brushProperty name="height" value="0.035" units="cm"/>
    </inkml:brush>
  </inkml:definitions>
  <inkml:trace contextRef="#ctx0" brushRef="#br0">0 221 9989,'0'0'4,"4"-3"368,0-1 0,0 1 0,0 0 0,0 0 0,0 0 0,0 0 0,1 1 0,-1-1 0,1 1 0,0 0 0,6-1 0,-7 2 10,-1-1 0,1 1 0,0-1 0,-1 0 0,1 0 0,-1 0 0,0 0 0,0-1 0,0 1 0,0-1 0,5-5 0,21-18 1952,102-44 1970,-87 48-3383,17-4-998,-20 13-3110,-53 19-6254,-5-1-1470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1.588"/>
    </inkml:context>
    <inkml:brush xml:id="br0">
      <inkml:brushProperty name="width" value="0.035" units="cm"/>
      <inkml:brushProperty name="height" value="0.035" units="cm"/>
    </inkml:brush>
  </inkml:definitions>
  <inkml:trace contextRef="#ctx0" brushRef="#br0">0 199 13789,'30'-48'2331,"-27"43"-1911,0 0-1,1 0 1,-1 1 0,1-1-1,0 1 1,1 0 0,-1 0-1,1 0 1,-1 1 0,1 0-1,0 0 1,0 0 0,1 0-1,-1 1 1,9-3 0,10-5 881,131-60 2881,-141 63-5155,-11 6-552,-7 3-945,-46 29-7743,23-15 60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2.073"/>
    </inkml:context>
    <inkml:brush xml:id="br0">
      <inkml:brushProperty name="width" value="0.035" units="cm"/>
      <inkml:brushProperty name="height" value="0.035" units="cm"/>
    </inkml:brush>
  </inkml:definitions>
  <inkml:trace contextRef="#ctx0" brushRef="#br0">81 61 11917,'0'0'4463,"-2"1"-3915,-2 1-562,0 0 0,1 1 0,-1-1 0,1 1 0,-1 0 0,1 0 1,0 0-1,0 0 0,1 0 0,-3 4 0,-25 42-1282,20-32 5558,13-18-3547,0 0-613,1 0 60,0 0-1,0 0 0,1-1 0,-1 0 0,0 0 1,0 0-1,0 0 0,-1-1 0,1 1 0,4-5 0,23-17 1066,2 1-1,0 1 1,72-33-1,-76 45-4522,-25 11-1628,-15 7-981,-6 3-4223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2.325"/>
    </inkml:context>
    <inkml:brush xml:id="br0">
      <inkml:brushProperty name="width" value="0.035" units="cm"/>
      <inkml:brushProperty name="height" value="0.035" units="cm"/>
    </inkml:brush>
  </inkml:definitions>
  <inkml:trace contextRef="#ctx0" brushRef="#br0">37 98 5949,'0'0'188,"-22"11"1244,11-2 1118,7 0 5325,22-20-5964,36-22 201,-33 20-1629,44-22 0,-29 13-5101,-36 22 4533,0 0 0,0 0 0,0 0 1,0 0-1,-13-13-14872</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7.918"/>
    </inkml:context>
    <inkml:brush xml:id="br0">
      <inkml:brushProperty name="width" value="0.035" units="cm"/>
      <inkml:brushProperty name="height" value="0.035" units="cm"/>
    </inkml:brush>
  </inkml:definitions>
  <inkml:trace contextRef="#ctx0" brushRef="#br0">0 21 3752,'0'0'4107,"2"1"-3279,19 12 5120,-19-11-5558,17 12 262,-17-12 486,-4 0-1080,-39 33 4340,45-36-3925,44-15 606,-33 10-711,1 1 1,-1 1-1,1 0 1,22-3-1,57-3 409,52-3-369,126 1-192,-181 4-210,-23 5 35,-66 3-8,15 0 26,-6 1-70,-10 1-637,-17 7-1731,-2-1 365,13-6 734,0 0-1,-1 0 1,1-1-1,-1 0 0,1 0 1,-1 0-1,1 0 1,-9 0-1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8.745"/>
    </inkml:context>
    <inkml:brush xml:id="br0">
      <inkml:brushProperty name="width" value="0.035" units="cm"/>
      <inkml:brushProperty name="height" value="0.035" units="cm"/>
    </inkml:brush>
  </inkml:definitions>
  <inkml:trace contextRef="#ctx0" brushRef="#br0">173 0 4608,'-3'11'2035,"-4"0"7355,-11-3-1920,-3-1-8849,15-5-12,3-1 1425,-12 3-56,1 0 30,11-3 46,2-1-36,0 1-113,-15 4 698,14-1 316,8 1-550,-4-4-329,1 0 1,-1 0 0,0-1 0,1 1 0,-1-1-1,0 1 1,1-1 0,-1 0 0,0 0-1,1 0 1,-1 0 0,1-1 0,-1 1-1,3-1 1,-3 0-35,-1 1 1,1 0-1,0 0 0,-1 0 0,1 0 0,0 0 0,-1 1 1,1-1-1,-1 0 0,1 1 0,0-1 0,1 2 1,20 3 43,5-3-35,0 2 0,0 0 0,-1 2 1,34 12-1,-18-4 9,-40-13-16,6 23 0,-12-11-11,-1-1 0,0 1-1,-1-1 1,-1 0-1,0 0 1,-9 12-1,-4 7 0,-2 0-1,-1-2 0,-1-1 0,-2-1 1,0-1-1,-33 25 0,39-34-70,-20 23 0,15-16-722,22-22 323,0 1-1,-1-1 1,1-1-1,-1 1 1,0 0-1,1-1 1,-1 1-1,0-1 1,0 0-1,-4 1 1,-5-10-5148,9 5 4015,-11-9-5436</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3:59.657"/>
    </inkml:context>
    <inkml:brush xml:id="br0">
      <inkml:brushProperty name="width" value="0.035" units="cm"/>
      <inkml:brushProperty name="height" value="0.035" units="cm"/>
    </inkml:brush>
  </inkml:definitions>
  <inkml:trace contextRef="#ctx0" brushRef="#br0">118 15 4208,'-1'0'47,"1"0"0,0 1-1,0-1 1,-1 1 0,1-1-1,0 0 1,0 1-1,0-1 1,-1 0 0,1 1-1,0-1 1,0 1 0,0-1-1,0 0 1,0 1-1,0-1 1,0 1 0,0-1-1,0 1 1,0-1 0,0 0-1,0 1 1,0-1 0,0 1-1,1-1 1,-1 0-1,0 1 1,0-1 0,0 0-1,1 1 1,-1-1 0,0 0-1,0 1 1,1-1-1,13-4 1401,-5 1 6351,8 5-7142,-11-1-725,1-1 0,-1 1 0,1-2 0,-1 1 0,0-1 0,1 0 0,-1 0-1,0-1 1,0 0 0,12-5 0,-16 6 333,33-8-34,-32 24-246,-3-14 17,0 1-1,0-1 0,0 1 1,0-1-1,-1 0 0,1 1 1,0-1-1,-1 1 0,1-1 1,-1 0-1,0 1 1,1-1-1,-1 0 0,0 0 1,0 0-1,0 1 0,0-1 1,0 0-1,0 0 0,0 0 1,0 0-1,-2 0 0,-35 27-12,21-17 4,-113 76 110,116-78 410,0-1-1,-25 12 1,36-19 546,2 0-910,0 0 1,0 1 0,1 0 0,-1-1 0,0 1-1,1-1 1,-1 1 0,0 0 0,1 0 0,0-1-1,-1 4 1,4-2-27,0 0 0,0-1-1,0 1 1,0-1 0,0 0 0,0 0 0,1 0-1,-1 0 1,1 0 0,5 1 0,-1 1 78,0 0-94,130 67 1441,-122-61-1551,-2 0 0,1 1 1,-1 0-1,-1 1 0,0 1 1,19 25-1,-22-20-1070,-9-15-172,0-1 0,0 1 1,0 0-1,-1-1 0,1 1 0,-1 0 0,0 0 0,0 4 0,-2 13-6577</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1.527"/>
    </inkml:context>
    <inkml:brush xml:id="br0">
      <inkml:brushProperty name="width" value="0.035" units="cm"/>
      <inkml:brushProperty name="height" value="0.035" units="cm"/>
    </inkml:brush>
  </inkml:definitions>
  <inkml:trace contextRef="#ctx0" brushRef="#br0">0 36 4184,'0'0'13960,"3"1"-13372,22 6 436,0 0 1,28 3-1,-39-10-798,1 1-1,-1-2 0,0 0 0,24-5 0,12-1 215,92-10 359,121-11-363,-241 26-525,0 2 1,-1 1-1,1 0 0,26 6 0,-45-6 22,69-1-182,-41 3 346,-28-3-54,0 0 6,7-1 68,6 0-338,-15 4-161,-8 4-238,2-5-190,1 0 0,-1 0-1,1-1 1,-1 1-1,0-1 1,0 0-1,0 0 1,0-1-1,1 1 1,-1-1 0,-8-1-1,7 1-1038,-15 0-6522</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2.015"/>
    </inkml:context>
    <inkml:brush xml:id="br0">
      <inkml:brushProperty name="width" value="0.035" units="cm"/>
      <inkml:brushProperty name="height" value="0.035" units="cm"/>
    </inkml:brush>
  </inkml:definitions>
  <inkml:trace contextRef="#ctx0" brushRef="#br0">1 7 4368,'-1'0'-275,"3"-5"5102,-1 5-4602,-1 0-1,1-1 1,-1 1-1,1 0 0,-1 0 1,1 0-1,-1 0 1,1-1-1,0 1 0,-1 0 1,1 0-1,-1 0 1,1 0-1,-1 0 0,1 1 1,-1-1-1,1 0 1,0 0-1,-1 0 0,1 0 1,-1 1-1,1-1 1,-1 0-1,1 0 0,-1 1 1,0-1-1,1 0 1,-1 1-1,1-1 0,0 1 1,3 1 88,1 0 1,-1 0-1,1-1 1,-1 0-1,1 0 1,0 0 0,0 0-1,-1-1 1,1 1-1,0-1 1,9-1-1,22 1 625,32 6 134,-27-2-546,52 10 0,-88-13-497,0 0 0,1 0 0,-1 1 0,0 0 0,-1 0 0,1 1 0,0-1 0,-1 1 0,6 4 0,-8-6-24,-1 1 0,0-1 0,1 1 0,-1-1 0,0 1 0,0 0 0,0 0 0,0-1 0,0 1 0,0 0 0,0 0 0,-1 0 0,1 0 0,-1 0 0,0 0 0,1 0 0,-1 0 0,0 0 0,0 0 1,0 0-1,0 0 0,-1 1 0,1-1 0,-1 3 0,-9 27-391,0-1 1,-2 0-1,-23 44 1,20-45-369,4-7-538,0-1 0,-27 39 1,36-58 178</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2.628"/>
    </inkml:context>
    <inkml:brush xml:id="br0">
      <inkml:brushProperty name="width" value="0.035" units="cm"/>
      <inkml:brushProperty name="height" value="0.035" units="cm"/>
    </inkml:brush>
  </inkml:definitions>
  <inkml:trace contextRef="#ctx0" brushRef="#br0">410 4 5260,'0'0'210,"0"1"0,0 0 0,1 0 0,-1-1 0,0 1 0,0 0 0,1-1-1,-1 1 1,0 0 0,1-1 0,-1 1 0,0 0 0,1-1 0,-1 1-1,1-1 1,-1 1 0,1-1 0,0 1 0,-1-1 0,1 1 0,-1-1-1,1 0 1,0 1 0,0-1 0,0-1-26,0 1 0,0-1 0,0 0-1,0 0 1,0 0 0,0 0 0,-1 0 0,1-1 0,0 1 0,-1 0-1,1 0 1,0-2 0,0 1 1614,-1 3-1785,-1 0-1,1 0 0,0 0 1,-1 0-1,1 0 0,-1 0 0,0 0 1,1 0-1,-1 0 0,0 0 1,0 0-1,1 0 0,-1-1 1,0 1-1,0 0 0,0 0 0,-1 0 1,-21 13 39,19-12-54,-48 26-125,-127 77-236,27 9 1491,151-112-981,-1 0 0,1 0 0,0 0 0,0 0 1,0 0-1,1 0 0,-1 0 0,1 0 0,-1 1 0,1-1 0,-1 0 1,1 1-1,0-1 0,0 0 0,0 0 0,1 4 0,0-3-56,1-1 0,-1 0 0,0 0 0,1-1-1,-1 1 1,1 0 0,0 0 0,-1-1 0,1 1 0,0-1-1,0 0 1,0 1 0,0-1 0,3 1 0,2 2 123,11 6 193,0-1-1,1-1 1,0-1 0,0-1-1,32 7 1,-5-2-85,104 26-508,-147-36-181,1 0 1,0 1-1,0-1 1,0 1-1,-1 0 1,1 0-1,4 3 1,10 9-4378,-11-8 2173,8 4-6457</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3.694"/>
    </inkml:context>
    <inkml:brush xml:id="br0">
      <inkml:brushProperty name="width" value="0.035" units="cm"/>
      <inkml:brushProperty name="height" value="0.035" units="cm"/>
    </inkml:brush>
  </inkml:definitions>
  <inkml:trace contextRef="#ctx0" brushRef="#br0">15 1 5713,'0'0'11045,"-1"3"-10971,-11 20 50,11-21 1549,3 0-1003,4 1-380,-5-2-216,1 1 1,-1-1 0,1 0 0,-1-1 0,1 1 0,0 0 0,-1 0-1,1-1 1,0 1 0,0-1 0,-1 1 0,1-1 0,0 0 0,0 0-1,0 0 1,0 0 0,-1 0 0,1 0 0,0 0 0,0-1-1,3 0 1,67-14 1366,0 4 1,2 2-1,121 3 0,-174 6-2007,0 1 1,0 2 0,0 0-1,23 6 1,-22-3 234,0-1 0,0-1 0,0-1 1,35 0-1,-42-3 419,-12 0 4,0-1 4,31-6 85,-31 6-52,0 1-77,15-5 59,-15 4-3319,-14 0 2234,-26-3-2225,13-1-1833,3-2-2839</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4.117"/>
    </inkml:context>
    <inkml:brush xml:id="br0">
      <inkml:brushProperty name="width" value="0.035" units="cm"/>
      <inkml:brushProperty name="height" value="0.035" units="cm"/>
    </inkml:brush>
  </inkml:definitions>
  <inkml:trace contextRef="#ctx0" brushRef="#br0">1 0 7413,'5'13'14971,"0"-13"-13596,0-1-3683,4 1 2592,1 1-1,-1 0 0,0 0 1,0 1-1,0 0 0,0 0 1,11 5-1,5 3 46,29 16-1,-27-12-246,3 2 76,48 31 1,-71-42-224,1 1 1,-1 0-1,-1 0 1,1 1 0,-1 0-1,0 0 1,0 0-1,-1 1 1,0-1-1,-1 1 1,5 10-1,-8-15-46,-1 1 0,1 0 0,0 0 0,-1 0 0,0 0 0,0-1 0,0 1 0,0 0 0,-1 0 0,0 0 0,1 0 0,-1-1 0,-1 1 0,1 0 0,0-1 0,-1 1 0,0-1 0,0 0 0,0 1 0,-3 3 0,-5 6-645,-1 0-1,0-1 1,-18 16 0,3-7-1157,-1-2 0,-33 20 0,56-37 1398,0 0 1,0 0-1,0 0 0,0-1 0,0 1 1,0-1-1,-7 1 0,1 0-671,-21 6-3431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04.967"/>
    </inkml:context>
    <inkml:brush xml:id="br0">
      <inkml:brushProperty name="width" value="0.035" units="cm"/>
      <inkml:brushProperty name="height" value="0.035" units="cm"/>
    </inkml:brush>
  </inkml:definitions>
  <inkml:trace contextRef="#ctx0" brushRef="#br0">475 20 5929,'0'0'4822,"3"0"-3817,26-8 4036,-27 7-4605,22-8 135,-21 7-110,-6 5-686,-1-1 38,1 0 1,0 0-1,-1-1 1,-6 4 0,-7 0-746,1 0 0,-1-2-1,-31 4 1,12-2-356,33-4 983,-35-1 4121,56 0-3342,65-3 471,-63 1-671,-11 1 429,-20 7-449,-100 39-2083,-26 13-56,82-32 1436,30-15 488,0 1-1,0 1 1,1 2-1,-23 18 1,44-31 748,4 3-528,0 0 0,1-1 0,-1 1 0,1-1 0,0 0 0,1 0 0,-1 1 0,1-1 0,-1-1 0,6 6 0,-2-3-37,0-1 0,0 0 1,1 0-1,0-1 0,-1 0 1,2 0-1,-1-1 0,12 5 1,6 3 224,176 73 1795,-72-33-1677,-101-39-550,46 20-1171,-27-8-2951,-22-11-1669,-6-8-3389</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22.528"/>
    </inkml:context>
    <inkml:brush xml:id="br0">
      <inkml:brushProperty name="width" value="0.035" units="cm"/>
      <inkml:brushProperty name="height" value="0.035" units="cm"/>
    </inkml:brush>
  </inkml:definitions>
  <inkml:trace contextRef="#ctx0" brushRef="#br0">0 18 5801,'12'17'17963,"-10"-19"-17645,0 0 0,1 0-1,-1 0 1,1 1 0,0-1 0,-1 0-1,1 1 1,4-2 0,5 0 94,0 0 1,0 1-1,0 0 1,1 1 0,16 0-1,13-1 290,121-1-530,-169 17-2693,5-11 2178,0-1 0,0 0 0,0 1 0,-1-1 0,1 0 0,-1 0 0,0 0 0,1 0 0,-1 0 0,0 0 0,0-1 0,0 1 1,0-1-1,-1 1 0,-3 1 0,-4 1-2570,0 0 0,-19 4 1,-14 3-7331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24.967"/>
    </inkml:context>
    <inkml:brush xml:id="br0">
      <inkml:brushProperty name="width" value="0.035" units="cm"/>
      <inkml:brushProperty name="height" value="0.035" units="cm"/>
    </inkml:brush>
  </inkml:definitions>
  <inkml:trace contextRef="#ctx0" brushRef="#br0">1 159 8705,'0'0'12797,"4"0"-12278,107-4 625,27-1-613,235 5-97,195-27-252,-477 19-130,403-28-16,-221 22 23,-111 9 3,175-16 397,-62 3 577,-149 13-596,99 5-295,177-4-103,-257 5-41,298 7 31,-169-12-137,-71 0 190,-53-4-68,-82 3-51,548 5 62,-604 1-29,116 0-89,97 6 172,20 5-90,-6-8-234,2 10 75,-187-11 62,145 13-152,-87-8 163,-42-4 95,52 4 54,105 10-154,-175-14 89,66-3-1,-12-1 12,133 6 11,-27 0-11,310 0 19,-226-6 131,57-1 81,-148-2-58,110 1-182,-63 5 409,-135-3 269,-112 0-29,36 2-2545,-33-3-1063,-28-4-548,-18-2-2845,-4-2-3926</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27.157"/>
    </inkml:context>
    <inkml:brush xml:id="br0">
      <inkml:brushProperty name="width" value="0.035" units="cm"/>
      <inkml:brushProperty name="height" value="0.035" units="cm"/>
    </inkml:brush>
  </inkml:definitions>
  <inkml:trace contextRef="#ctx0" brushRef="#br0">38 270 6021,'0'0'80,"0"0"0,0-1 1,0 1-1,-1 0 1,1-1-1,0 1 0,0 0 1,0-1-1,0 1 1,-1 0-1,1-1 0,0 1 1,0 0-1,-1-1 1,1 1-1,0 0 0,0 0 1,-1 0-1,1-1 1,0 1-1,-1 0 0,1 0 1,0 0-1,-1 0 1,1-1-1,0 1 0,-1 0 1,1 0-1,-1 0 1,1 0-1,0 0 0,-1 0 1,1 0-1,0 0 1,-1 0-1,1 0 0,-1 0 1,1 0-1,-1 1 1,-16 7 2409,9-4 5014,10-4-6895,19-3 103,0 2-1,38 1 1,-9 1-395,561 3 1008,-375 1-1171,-141-3-151,544-4 81,-174-1-166,154 4 68,-326-2 27,664 1 76,-890-1-94,65 2-26,98 6 49,-104-5-20,562 9 126,-323-10-158,-49 1 2,-112-3 40,-73-1-69,318-13 15,-159 2-44,-8 12 74,-151 1-40,342-8-37,-268 3 112,425-5-80,-231-1 85,-110 2-20,-157 3-7,25 0-4,-3 5-15,34 2 29,694-1 55,-674-14 16,74-3 61,17 1 40,-85 3 276,-109 8 174,149 6 1712,-88 3-874,-81-4-903,147 3 427,-187-1-509,74-7-1,-13 0 314,-97 5-737,25 0 210,67-9 1,-78 3-238,-5 1-188,-18 4 20,0 0 1,0 0-1,1 0 0,-1 0 0,0 0 1,0 0-1,0 0 0,0 0 1,0 0-1,0 0 0,-1 0 0,1 0 1,0 0-1,0 0 0,-1 0 1,1 0-1,-1 0 0,0 0 0,1 0-66,-3-5-539,1 1 0,-2 0-1,1 0 1,-1 0 0,0 0-1,0 1 1,0-1 0,0 1 0,-1 0-1,0 0 1,-9-5 0,-12-12-5146,-2-7-6173</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58.100"/>
    </inkml:context>
    <inkml:brush xml:id="br0">
      <inkml:brushProperty name="width" value="0.035" units="cm"/>
      <inkml:brushProperty name="height" value="0.035" units="cm"/>
    </inkml:brush>
  </inkml:definitions>
  <inkml:trace contextRef="#ctx0" brushRef="#br0">86 242 3516,'0'0'3757,"1"-2"-3097,7-25 273,-8 24-537,6-11 252,-3 8-448,0 0 0,-1-1 1,0 1-1,2-10 1,-4 14-14,1-1 40,3-23 235,-3 23 180,2-14 35,16-21 1491,-18 36-1406,0-1-327,11-16 421,-11 18 474,-1-3-1078,-5-29 215,5 29 2463,0 9-2853,-8 214 427,1-63-355,-4 10-26,0 11-32,-5 164 41,0 148-1,10-348-107,0 43 30,0-10 1,3-10 34,0-16-57,0 5 18,0-2 8,1-13 17,-2 15-32,-5 11 37,2-29 68,4 8-175,-3 17 16,2 8-6,0-1 46,0-115 51,5 59 0,-1 22-47,-1-93 21,5 45 0,-1-49-56,-4 67 0,-1-60 57,4 59 0,1-60-39,-6 69 1,1-76 23,5 63 0,-1-59-28,-3 48 0,-4-9 39,6 96 1,-1-89-68,-1-53 42,4 46 0,2-21 27,-3 64 1,-2-79-40,7 38 144,-4-63-134,-1 0 0,-1 0 1,-1 1-1,-2 24 1,1-32-5,0 0 1,1 0-1,0 0 0,0-1 1,1 1-1,4 16 1,-1-4-59,-5 4-166,-1-17 15,2-6-163,1-7-113,2-19-290,0 5-79,-1 0 1,-1 0-1,0 0 0,-1 0 0,-3-20 1,-28-120-7024,14 63 280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4:59.406"/>
    </inkml:context>
    <inkml:brush xml:id="br0">
      <inkml:brushProperty name="width" value="0.035" units="cm"/>
      <inkml:brushProperty name="height" value="0.035" units="cm"/>
    </inkml:brush>
  </inkml:definitions>
  <inkml:trace contextRef="#ctx0" brushRef="#br0">139 435 5533,'-13'21'3183,"12"-19"-1111,-1-1-1290,-56 17 2454,55-17-2811,2-1-365,0-1 0,0 1 0,-1 0-1,1 0 1,0-1 0,0 1 0,0 0-1,0 0 1,0 0 0,0 0-1,0 1 1,0-1 0,-1 0 0,1 0-1,-2 1 1,-12 2 3484,10-3-3671,-14 0 1472,16 1-513,13 3-456,-5-3-291,0-1 0,1 0 0,-1 0 0,0 0 0,0-1 0,0 0 1,-1 0-1,1 0 0,9-4 0,23-4 326,98-11 347,66-6-254,-48 13-359,105-5-46,503-39 27,-698 51-127,103-5-13,39-5 46,147-10-105,-137 13 60,2 4 55,0 0 100,-14-1-204,65-6 132,12 0-135,-111 10 118,4-1-130,27-1 165,-22 10-166,-105 1 179,232 11-197,144 2 118,-318-13-66,40 0 73,25-6-92,129-9 120,-72 4-129,219 6-245,-224 5 203,1159-36-492,-1079 15 536,697-51 317,-857 54-39,151-17 736,-284 28-573,42 1-1,-44 5-770,-31-2-298,-20-8-2869,2 3 671,0 2 0,-27-4 0,-8 2-6829</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5.530"/>
    </inkml:context>
    <inkml:brush xml:id="br0">
      <inkml:brushProperty name="width" value="0.035" units="cm"/>
      <inkml:brushProperty name="height" value="0.035" units="cm"/>
    </inkml:brush>
  </inkml:definitions>
  <inkml:trace contextRef="#ctx0" brushRef="#br0">0 89 4640,'3'16'395,"-2"-14"-300,-1 0 1,0 0 0,0 0 0,1 0 0,-1 0 0,1 0 0,0-1 0,-1 1 0,1 0 0,1 1 0,5-4 698,4-11 309,-10 10 296,-1-1-939,-3-25 305,3 25 649,5-27 18,-4 28-324,0-1-775,0-1 1,1 1-1,0 0 0,-1 0 0,1 0 0,0 0 0,3-3 0,9-10 347,-12 14 574,-2 5-1220,18 649 147,-1-192-2784,-17-426 1953,3 70-2001,-1-38-2587,1-45-15</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6.177"/>
    </inkml:context>
    <inkml:brush xml:id="br0">
      <inkml:brushProperty name="width" value="0.035" units="cm"/>
      <inkml:brushProperty name="height" value="0.035" units="cm"/>
    </inkml:brush>
  </inkml:definitions>
  <inkml:trace contextRef="#ctx0" brushRef="#br0">184 70 4960,'-6'8'1391,"8"-14"50,5-11 4659,3 3-4662,16-24 2200,-25 36-802,-3 5-2586,-33 73 250,0 1-342,-50 92-7,43-95-484,40-72 243,1 1-1,-1-1 1,0 0 0,1 0-1,-1 1 1,-1-1-1,-2 2 1,0 0-189,3-2-377,3-5-1359,4-27-919,1 8-2443,-1 2-2185</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6.429"/>
    </inkml:context>
    <inkml:brush xml:id="br0">
      <inkml:brushProperty name="width" value="0.035" units="cm"/>
      <inkml:brushProperty name="height" value="0.035" units="cm"/>
    </inkml:brush>
  </inkml:definitions>
  <inkml:trace contextRef="#ctx0" brushRef="#br0">27 9 8981,'-22'-7'1951,"18"6"1660,5 4-2831,1 0 1,0 1-1,0-1 1,1 0 0,-1 0-1,1 0 1,0 0 0,-1 0-1,7 4 1,68 42 3957,1 2-2917,-16-2-966,36 28-3017,-93-73 1597,0 0 1,-1 0-1,1 1 1,-1 0 0,0-1-1,3 7 1,12 13-8692,-8-13-2154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6.979"/>
    </inkml:context>
    <inkml:brush xml:id="br0">
      <inkml:brushProperty name="width" value="0.035" units="cm"/>
      <inkml:brushProperty name="height" value="0.035" units="cm"/>
    </inkml:brush>
  </inkml:definitions>
  <inkml:trace contextRef="#ctx0" brushRef="#br0">58 29 12057,'0'0'7907,"0"4"-7356,-1 16-118,-1 0 1,-8 31-1,6-34-325,1 0-1,0 0 1,1 0-1,1 0 1,1 24 0,-3-15 335,3-35 22,6-47 298,11-122-195,-17 174-1021,-5-13-1551,5 17 1918,0-1-1,0 1 1,0-1-1,0 1 1,0-1-1,0 1 1,-1-1-1,1 1 0,0-1 1,0 1-1,0-1 1,-1 1-1,1 0 1,0-1-1,-1 1 1,1-1-1,0 1 0,-1 0 1,1-1-1,-1 1 1,1 0-1,0-1 1,-1 1-1,1 0 1,-1 0-1,1 0 0,-1-1 1,1 1-1,-1 0 1,1 0-1,-1 0 1,1 0-1,-2 0 1,-18 9-7106,6 1-1933</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7.512"/>
    </inkml:context>
    <inkml:brush xml:id="br0">
      <inkml:brushProperty name="width" value="0.035" units="cm"/>
      <inkml:brushProperty name="height" value="0.035" units="cm"/>
    </inkml:brush>
  </inkml:definitions>
  <inkml:trace contextRef="#ctx0" brushRef="#br0">44 144 7653,'-5'6'854,"-5"14"10866,-4-26-9506,2-1-856,9 5-45,7 1-28,99-18 1179,172-12 0,-87 13-1022,901-59-1442,-594 68-3688,-548 12-1946,0 1 0,-55 14 1,40-3-3561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8.249"/>
    </inkml:context>
    <inkml:brush xml:id="br0">
      <inkml:brushProperty name="width" value="0.035" units="cm"/>
      <inkml:brushProperty name="height" value="0.035" units="cm"/>
    </inkml:brush>
  </inkml:definitions>
  <inkml:trace contextRef="#ctx0" brushRef="#br0">70 130 6417,'0'0'10272,"-3"1"-9703,0-1-390,0 1 1,1 0-1,-1 0 0,0 1 1,0-1-1,0 0 1,1 1-1,-1 0 1,1 0-1,-1 0 1,1 0-1,0 0 1,0 0-1,-1 0 1,2 1-1,-4 3 1,4-3-24,0 0 1,-1 1 0,1-1 0,1 1 0,-1-1-1,0 1 1,1-1 0,0 1 0,0-1 0,0 6-1,0 1 232,-1-7-260,1 0 0,0 0 0,0 0 0,1 0 0,-1 0 0,1 0 0,-1 0 0,1 0 0,0 0 1,0 0-1,0-1 0,0 1 0,1 0 0,-1 0 0,4 4 0,-2-3 58,1-1 0,0 1 1,0-1-1,0 0 0,0 0 0,0 0 1,0 0-1,9 3 0,5 1 111,0-1 0,1 0 0,0-2 0,19 3 0,-9-2-599,-27-5-65,8-6-2405,-10 6 2712,1-1 0,-1 1-1,1 0 1,-1-1 0,0 1 0,1 0-1,-1-1 1,0 1 0,1-1 0,-1 1-1,0-1 1,0 1 0,1-1 0,-1 1-1,0-1 1,0 1 0,0-1 0,0 1-1,0-1 1,0 1 0,0-1 0,0 1-1,0-1 1,0 1 0,0-1 0,0 1-1,0-1 1,0 0 0,0 1 0,0-1-1,-1 1 1,1 0 0,0-1 0,0 1-1,-1-1 1,-18-24-1611,7 14 711,-27-19 1,27 21 933,1-1 0,-1 0-1,2-1 1,-14-17 0,-8-8 1283,20 22-170,11 12-970,0 0 0,0 0 0,-1 0 0,1 1 0,0-1 1,-1 0-1,0 1 0,1-1 0,-1 1 0,0 0 0,1-1 0,-1 1 0,0 0 0,0 0 0,0 0 0,-4-1 0,-6-14 443,9 11 2816,10 2-3007,0 0 0,0 0 0,0 0 0,0 1 0,1 1 0,10-2 0,52-4 1158,-39 5-963,188-22 959,-180 17-1778,-29 5-43,-1 0 0,1 1 1,11-1-1,-1-2-6181,-29-3-4126,-5 4-648</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8.941"/>
    </inkml:context>
    <inkml:brush xml:id="br0">
      <inkml:brushProperty name="width" value="0.035" units="cm"/>
      <inkml:brushProperty name="height" value="0.035" units="cm"/>
    </inkml:brush>
  </inkml:definitions>
  <inkml:trace contextRef="#ctx0" brushRef="#br0">0 466 5905,'1'2'10194,"2"3"-5210,20 39-4444,80 147 789,-87-163-1093,-6-11 23,1-1-1,0-1 1,24 25-1,-23-24 84,-10-14-280,0 1-1,0-1 0,-1 1 0,2-1 1,-1 0-1,0 1 0,0-1 0,4 2 1,5 1 205,0 0 0,19 4 0,-30-9-263,1 0 1,0 1-1,0-1 0,0 0 1,0-1-1,0 1 1,-1 0-1,1 0 0,0 0 1,0 0-1,0-1 0,0 1 1,-1 0-1,1-1 0,0 1 1,0-1-1,-1 1 1,1-1-1,0 1 0,-1-1 1,2 0-1,0-1-5,1 0-41,0-1 0,0 1 0,0-1 1,-1 0-1,1 0 0,-1 0 1,0 0-1,0-1 0,0 1 0,0-1 1,0 1-1,-1-1 0,1 1 0,0-8 1,2-2-212,-1-1 1,1-26 0,-3 12-123,-1 0 0,-2 0 0,-6-36 0,-24-80-789,20 93 850,2 17 346,-2 0 0,-1 1 1,-2 1-1,-32-53 0,-2-3 2562,48 85-1549,2 0 40,0-2-833,0 3-103,-1 0-1,0 0 1,1 0 0,-1 0-1,1 0 1,-1 0 0,1 1 0,0-1-1,0 0 1,0 1 0,0-1 0,0 0-1,0 1 1,1-1 0,-1 1-1,0 0 1,1-1 0,-1 1 0,1 0-1,-1 0 1,1 0 0,0 0-1,-1 0 1,1 0 0,0 1 0,0-1-1,0 0 1,-1 1 0,1-1-1,0 1 1,3 0 0,343-43 1069,-333 41-1216,5-1-275,-1 1 1,1 1-1,0 1 0,0 1 1,-1 0-1,32 7 0,-47-7-2344,6 7-7728</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09.456"/>
    </inkml:context>
    <inkml:brush xml:id="br0">
      <inkml:brushProperty name="width" value="0.035" units="cm"/>
      <inkml:brushProperty name="height" value="0.035" units="cm"/>
    </inkml:brush>
  </inkml:definitions>
  <inkml:trace contextRef="#ctx0" brushRef="#br0">1 113 8269,'0'0'9574,"1"-3"-8008,3-2-818,-1 0-1,1 0 1,1 0 0,-1 0-1,1 1 1,0-1-1,0 1 1,9-6 0,5 0 1216,26-12 0,4-2 672,-33 19-2571,-14 5-89,0 0 0,-1 0-1,1 0 1,0 1 0,0-1 0,-1 1 0,1-1-1,0 1 1,-1 0 0,1 0 0,0-1 0,-1 1-1,1 0 1,-1 1 0,1-1 0,-1 0-1,0 0 1,0 0 0,1 1 0,-1-1 0,0 1-1,0-1 1,0 1 0,0-1 0,-1 1 0,1 0-1,0-1 1,-1 1 0,1 0 0,-1 0 0,1-1-1,-1 1 1,0 0 0,0 0 0,0 2 0,1 10-377,-1-1 0,-1 1 0,-4 24 0,2-14-127,-1 33-1856,-18 75 0,9-85 2498,12-45 1202,8 5-101,-6-7-1170,0 1-1,0 0 0,0-1 0,0 1 1,0-1-1,1 1 0,-1-1 1,0 1-1,0-1 0,0 0 1,1 0-1,-1 0 0,0 1 1,0-1-1,1 0 0,-1-1 1,0 1-1,0 0 0,1 0 0,-1 0 1,2-2-1,34-12 337,-14 4-737,-15 7-271,-3 2 164,1-1 0,0-1 0,0 1 1,-1-1-1,7-3 0,-3-3-3294,-1-4-3344</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0.060"/>
    </inkml:context>
    <inkml:brush xml:id="br0">
      <inkml:brushProperty name="width" value="0.035" units="cm"/>
      <inkml:brushProperty name="height" value="0.035" units="cm"/>
    </inkml:brush>
  </inkml:definitions>
  <inkml:trace contextRef="#ctx0" brushRef="#br0">15 17 5737,'-1'0'42,"1"-1"0,-1 0 1,1 1-1,-1-1 0,1 0 1,0 0-1,-1 0 1,1 1-1,0-1 0,0 0 1,0 0-1,0 0 1,-1 0-1,1 1 0,0-1 1,1 0-1,-1-1 1,-4 12-1709,-3 4 6692,10-15-3962,21-16 870,-22 15 251,1 1-1689,-3 1-433,1-1-1,0 1 0,0-1 1,-1 1-1,1-1 0,0 1 0,0 0 1,0 0-1,0-1 0,0 1 0,-1 0 1,1 0-1,0 0 0,0 0 0,0 0 1,0 0-1,0 0 0,0 0 1,0 0-1,0 1 0,-1-1 0,1 0 1,0 1-1,0-1 0,0 0 0,0 1 1,0 1 14,1 1 0,-2-1 0,1 0 0,0 1 0,0-1 0,-1 0 0,1 1 0,-1-1 0,0 1 0,0 4 0,0 9 225,0 1 1,-4 24-1,-1 6 6,-2 19-16,4-48-464,0 1 1,2 0-1,1-1 0,2 27 0,1-10-2255,-3-31 163</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0.424"/>
    </inkml:context>
    <inkml:brush xml:id="br0">
      <inkml:brushProperty name="width" value="0.035" units="cm"/>
      <inkml:brushProperty name="height" value="0.035" units="cm"/>
    </inkml:brush>
  </inkml:definitions>
  <inkml:trace contextRef="#ctx0" brushRef="#br0">12 12 6221,'2'-12'3485,"-12"27"-599,7-10 208,5-2-2766,0 1-1,-1-1 1,1 0 0,-1 0-1,1 1 1,0 3 0,-6 30 1007,-1-2-419,7-10-527,1 1-1,1 0 1,1-1 0,16 46 0,-21-70-384,4 8-546,0 0 1,0-1-1,0 1 1,1-1-1,9 10 0,-12-15-1935</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1.020"/>
    </inkml:context>
    <inkml:brush xml:id="br0">
      <inkml:brushProperty name="width" value="0.035" units="cm"/>
      <inkml:brushProperty name="height" value="0.035" units="cm"/>
    </inkml:brush>
  </inkml:definitions>
  <inkml:trace contextRef="#ctx0" brushRef="#br0">0 107 9629,'10'-6'8961,"1"2"-3921,22 1-2784,-6 1-473,326-46 3315,-308 41-6083,1 3 0,-1 1 1,60 5-1,-101-2-1241,-7-1 1241,1 0 0,0-1 0,-1 1-1,1-1 1,0 0 0,0 0 0,0 1-1,-2-4 1,-2 0-3160,-6-4-6461</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1.889"/>
    </inkml:context>
    <inkml:brush xml:id="br0">
      <inkml:brushProperty name="width" value="0.035" units="cm"/>
      <inkml:brushProperty name="height" value="0.035" units="cm"/>
    </inkml:brush>
  </inkml:definitions>
  <inkml:trace contextRef="#ctx0" brushRef="#br0">18 153 6541,'-17'-17'12897,"54"-5"-9188,-31 18-3287,0 0-1,0 1 1,1 0-1,0 0 1,-1 1-1,1-1 1,0 2-1,0-1 1,0 1-1,8-1 0,7-2 65,72-11 1497,179-8-1,-206 20-1725,-16 1-183,183-15 128,-87 5-202,-140 13 0,-4-1 0,0 1 0,0-1 0,-1 0 0,1 0 0,0 0 0,0 0 0,0 0 0,-1-1 0,1 1 0,4-2 0,12-3 0,-15 4 0,1 0 0,-6 0 0,-33 1 0,-10 2-1448,0 1 0,-55 13 0,92-15 826,1 0 1,-1-1-1,1 0 0,-1 0 1,0 0-1,1 0 1,-13-4-1,-10-3-5592,20 4 3219,-18 0-8262</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2.725"/>
    </inkml:context>
    <inkml:brush xml:id="br0">
      <inkml:brushProperty name="width" value="0.035" units="cm"/>
      <inkml:brushProperty name="height" value="0.035" units="cm"/>
    </inkml:brush>
  </inkml:definitions>
  <inkml:trace contextRef="#ctx0" brushRef="#br0">1 167 5661,'0'0'6599,"3"0"-5651,23-2 1456,1-1 0,-1-1 0,29-9 0,31-5 244,310-26 1609,-375 42-4114,115-13 612,96-7 329,-189 21-619,-39 1-257,-1 0-14,34 0-18,-3 0-171,-30 0-142,-24-22-12178,6 9 6284,2 5-5261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13.303"/>
    </inkml:context>
    <inkml:brush xml:id="br0">
      <inkml:brushProperty name="width" value="0.035" units="cm"/>
      <inkml:brushProperty name="height" value="0.035" units="cm"/>
    </inkml:brush>
  </inkml:definitions>
  <inkml:trace contextRef="#ctx0" brushRef="#br0">18 158 7413,'-17'-23'7642,"23"23"-6961,1-1 1,-1-1 0,1 1 0,-1-1-1,11-4 1,-4 1-103,51-15 677,0 2 0,87-10 1,-109 21-1056,138-15-984,-165 21-820,-1-1-1,27-6 1,-13 0-4776,-8 4-2359</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26.808"/>
    </inkml:context>
    <inkml:brush xml:id="br0">
      <inkml:brushProperty name="width" value="0.035" units="cm"/>
      <inkml:brushProperty name="height" value="0.035" units="cm"/>
    </inkml:brush>
  </inkml:definitions>
  <inkml:trace contextRef="#ctx0" brushRef="#br0">81 545 3296,'-22'-5'1419,"10"2"1913,6 18-2127,1-1-800,4-12-65,0 3-197,0 0 1,0 0-1,0 0 1,-1 0-1,0 0 0,0-1 1,0 1-1,-4 4 1,-1 4 227,6-10 60,1 0 114,-5 25 723,5-25 992,-3 15-1322,3-18-819,0 1 0,0-1 0,0 1 0,-1-1 0,1 1 1,0-1-1,0 1 0,0 0 0,0-1 0,0 1 0,0-1 0,1 1 0,-1-1 1,0 1-1,0-1 0,0 1 0,0 0 0,1-1 0,-1 1 0,0-1 0,0 1 1,1 0-1,10-6 2563,-7 3-3410,-1-1 765,0 0 0,0 1 0,0-1 1,0 0-1,-1-1 0,0 1 0,1 0 1,-1-1-1,0 0 0,0 1 0,-1-1 1,1 0-1,1-7 0,2-4 15,17-44 135,19-90 0,-27 91-241,33-85 0,-39 119 7,0-1 0,-2 0 1,7-48-1,-13 71 45,0-1-20,0 0-7,0-1 25,4-24-48,-1 18 47,1-4-41,-9 21 32,4-5 16,-2 4-3,1 0 0,0 1-1,0-1 1,0 1 0,1-1-1,0 1 1,0-1 0,1 1-1,0-1 1,1 14 0,-1-19 1,0 17-2,0 0-1,-2 0 1,-4 28-1,3-37 4,2-3-1,-1 1-1,1-1 0,1 1 1,0 0-1,-1-1 1,2 8-1,2 37 7,11 68 0,-11-96 5,-3-20-15,1 0 2,0 0 1,0-1-1,-1 1 0,1-1 0,-1 1 0,0 0 0,1-1 0,-1 1 0,-1 0 0,1 3 0,-1 2-10,3-6 7,0 0 0,1 0-1,-1 0 1,0-1 0,1 1-1,-1-1 1,1 1 0,-1-1 0,4 1-1,-3-1 12,0 0-22,0-1-1,0 1 1,0-1-1,-1 0 1,1 0-1,0 0 1,0 0-1,0 0 1,0 0-1,0-1 1,0 0-1,0 1 1,0-1 0,-1 0-1,1 0 1,0-1-1,-1 1 1,1-1-1,-1 1 1,3-3-1,3-4-87,0 1-1,-1-2 0,0 1 0,-1-1 1,0 0-1,0 0 0,-1-1 0,0 1 1,-1-1-1,0 0 0,3-13 0,-2 1 36,0-1-1,-2 1 0,0-1 1,-1-30-1,-2 24 86,0-19 41,1 22 141,0 17-112,-1 6 851,-1 7-885,-4 28 69,1-1 0,1 1-1,2 0 1,1 0 0,5 43 0,-4-66-86,1 9 135,0 1 1,2 0-1,8 27 1,-10-41-68,0 0 0,0 1 0,1-1 1,-1 0-1,1-1 0,1 1 0,-1 0 0,1-1 1,-1 0-1,1 0 0,0 0 0,1 0 0,-1-1 1,1 1-1,-1-1 0,9 4 0,-12-7-101,5 3 91,0 1 0,1-2 0,-1 1 0,1-1 1,0 0-1,0 0 0,0-1 0,0 0 1,0 0-1,13 0 0,2-3-220,34-7 0,-49 8-74,0-1 0,1 0 0,-1-1 0,0 0 0,-1 0 0,1 0 0,0-1 0,11-8 0,-13 8-384,-1-1 0,1 0-1,-1 0 1,5-6 0,-6 7-812,0-1 0,-1 0-1,1 0 1,-1 1 0,2-10 0,4-10-8052</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27.472"/>
    </inkml:context>
    <inkml:brush xml:id="br0">
      <inkml:brushProperty name="width" value="0.035" units="cm"/>
      <inkml:brushProperty name="height" value="0.035" units="cm"/>
    </inkml:brush>
  </inkml:definitions>
  <inkml:trace contextRef="#ctx0" brushRef="#br0">87 13 6229,'11'-12'3416,"-10"22"2057,-7 16-1348,-1-10-5784,-7 12 1513,6-10-1100,-1-2 1,-22 32-1,16-29-2924,7-4-2377</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36.870"/>
    </inkml:context>
    <inkml:brush xml:id="br0">
      <inkml:brushProperty name="width" value="0.035" units="cm"/>
      <inkml:brushProperty name="height" value="0.035" units="cm"/>
    </inkml:brush>
  </inkml:definitions>
  <inkml:trace contextRef="#ctx0" brushRef="#br0">0 4 4936,'15'-2'861,"-3"1"625,-4 1 3002,-20 26-304,28-13-3477,-9-8 5293,19 2-5645,-23-6-255,0-2 16,23-6 178,-23 6 215,-1 0-455,22-6 25,-21 6-22,11 5-27,27 11 26,-39-13-57,0-1-5,-2-1 6,19 9 3,-1 1 1,0 0-1,18 15 0,78 75 51,-112-99-53,0 0-1,-1 0 0,1 0 1,0 0-1,-1 1 0,1-1 1,-1 0-1,0 1 0,1 0 1,-1-1-1,0 1 0,0-1 1,0 1-1,0 0 1,0 0-1,-1 0 0,2 2 1,-2-3-1,0 0 1,0-1 0,0 1 0,1 0 0,-1-1 0,0 1 0,0-1 0,1 1-1,-1-1 1,0 1 0,1-1 0,-1 1 0,1-1 0,-1 1 0,1-1 0,-1 1-1,1-1 1,-1 1 0,1-1 0,-1 0 0,1 1 0,-1-1 0,2 1 0,2 1 6,0 1 0,-1 1 0,0-1 0,1 0 0,-1 1 0,-1 0 0,1-1 0,0 1 0,-1 0 0,3 7 0,-1-3 12,0 1 0,-1 0-1,0 0 1,2 13 0,-2-11-7,1 1 0,1-1-1,0 0 1,8 14 0,2 6 10,-14-29 68,15 23-214,-6-8 123,0 0 0,-1 0 1,-1 1-1,-1 0 0,10 36 1,-12-31 28,4 44 0,-5-33-47,-3 1-32,-1-28 55,0-1 0,1 1-1,-1-1 1,1 1 0,3 9-1,1 10 2,0 0 0,-2 0 0,0 28 0,-1-25 56,0 1 1,9 38-1,0 18-139,-3 1 13,3-37 84,-3 1 1,2 82-1,-9-119-21,1-1 0,0 1 1,5 16-1,5 28-13,-2-8 91,3 19-55,3 23-64,0-35 52,-2 24 13,-11-43-23,2 0 1,2 0 0,14 44-1,-20-79-10,-1 3 12,1 0-1,1 0 1,-1 0-1,1 0 1,0 0-1,0 0 1,1-1 0,5 12-1,-6-15 16,-2 1 74,5 66-168,13-17 44,-8-9 46,-9-40 21,1-1-36,32 32 0,-34-34 1,1 1 1,0-1-1,-1 1 1,1 0-1,-1 0 0,1-1 1,-1 1-1,1 0 1,-1 0-1,0 0 0,1 0 1,-1-1-1,0 1 1,0 0-1,0 0 1,1 0-1,-1 1 0,5 15 5,-3-15 1,14 20-12,-11-13-4,-2-3 17,0-2 0,1 1 0,-1 0 0,1-1 1,0 0-1,6 6 0,-8-9 28,12 28-65,26 43 26,-18-34 22,-21-36-20,6 13-4,34 40 10,-40-53-8,48 12 118,10-4-22,-46-7-103,1 0 0,0-1 0,19 1 0,20 5-22,-40-5 37,-10-3 78,0 0-155,33 0 127,-32 0-64,-1 1-12,68 9 80,-68-9-86,1-1 4,27 5 13,-28-4 92,14 1-139,-3-2 41,-11 0 68,0 1-83,23 6 14,-22-6 23,1 0 1,-1 0 0,0-1 0,1 1 0,-1-1 0,6-1 0,14 2-33,60 15 44,-81-15 30,-1-1-74,27 3-8,-26-3 98,-1 1-66,1 1 1,-1-1-1,0 0 0,1 0 0,-1-1 1,1 1-1,-1 0 0,1-1 0,0 0 1,-1 1-1,6-1 0,90 12 11,48 1-298,-143-12 229,14-1-8,256-6 99,-220 10-116,-43-3 62,0 0 0,1 0-1,-1-1 1,14-1 0,91-10 12,-66 6-6,1 3-1,55 3 1,-27 1-14,-24-2 41,430-11 7,-292 6 117,21-1-611,-212 6 367,-1 0 0,1 0-1,-1 0 1,1 0 0,-1 0-1,1 0 1,-1 0 0,1 0 0,-1 0-1,1 0 1,0-1 0,-1 1-1,1 0 1,-1 0 0,1 0-1,-1-1 1,0 1 0,1 0 0,-1 0-1,1-1 1,-1 1 0,1-1-1,-1 1 1,1-1 0,-8-10-4052,4 7 4025,-14-13-5243,-9 4-2999</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39.358"/>
    </inkml:context>
    <inkml:brush xml:id="br0">
      <inkml:brushProperty name="width" value="0.035" units="cm"/>
      <inkml:brushProperty name="height" value="0.035" units="cm"/>
    </inkml:brush>
  </inkml:definitions>
  <inkml:trace contextRef="#ctx0" brushRef="#br0">3606 38 5509,'19'-15'11706,"-29"10"-9657,-10 0-1920,0 1 0,-1 0 0,1 2-1,-1 0 1,0 1 0,0 1 0,-27 4 0,33-1 8,0 1 0,0 1 0,-20 9 0,12-6-61,-2 7-16,8-4 27,8-5-57,-1-1 0,1 1 0,0 1 0,1 0 0,-1 0 1,1 1-1,-12 15 0,5-3 76,1 1-1,-15 27 1,16-20-46,-19 56 0,14-32 3,-23 78 213,39-121-265,0-1 0,0 1 1,-1 12-1,-5 18 0,-1-2 64,-10 77 1,13-70-29,-3 63 12,4-59-21,4-34-30,0 0 0,-7 28-1,5-24-2,0 0-1,-1 36 1,3-22 13,-4 20-4,-11 150 48,14-164-31,-9 127 150,8-142-131,2 1 0,3 34-1,-1 11 2,3 98 34,-5-148-69,6 39-1,-3-41-10,0 0 0,-1 0 0,-2 19 0,0-16-16,3 37 0,-1-41 13,0 1 0,-1 0 0,-3 19 0,2-24-2,0 1-1,1-1 1,2 13 0,-2-15 4,1 1 1,-1-1-1,0 0 0,-4 18 0,3-19-8,-1 1 0,2 0 0,-1 15 0,0 15 16,1-13-17,0-25 8,1 1 0,-1-1 0,0 1 0,0-1 0,0 1 0,0-1 0,0 1 0,-1 2 0,0-2-2,0 0 0,0 0 0,1 0 1,0 0-1,-1 1 0,1-1 0,0 0 1,1 5-1,0-5-1,-1 0 0,0 0 0,0 0 1,0 0-1,0 0 0,-1 0 0,1 0 0,-1 0 1,0 0-1,-1 3 0,-2 8-6,3-11 17,-1-1-4,-16 43 3,10-23-11,7-19 13,0 2-11,-1 0 0,1 1 0,-1-1-1,0 0 1,0 0 0,0 0 0,-1-1-1,0 1 1,0 0 0,0-1 0,0 0-1,-6 5 1,0 2-10,8-9 12,-1 1-3,-10 21 11,11-22-9,0 1 1,0-1-1,-1 0 0,1 1 1,-1-1-1,0 0 0,-2 3 1,-1 0 3,3-3 6,0 0 2,-40 37 34,24-30 154,10-6-170,6-1-8,0-1-10,-70 38 138,-43 11 47,111-49-201,1 0 0,0 0 0,0 0 0,-1-1 0,1 1 0,0-1 1,0 0-1,-1 0 0,-3-1 0,-1 1 27,-55 3 37,51-4-54,0 1 0,0 1-1,0 0 1,0 1 0,-16 4-1,18-3-36,0-1-1,0-1 0,-16 2 0,-16 2 141,21-2-156,-41 2 0,39-4 96,-29 5 1,8 0-53,-71 1 0,61-5-62,46-2 52,-197 3-62,115-1 74,64 0-3,-44-3 1,28-1-4,-43 4 0,13 0-17,-182-5-294,-16 16 225,155-6 105,-175 24-68,179-25-209,15-2-613,79-1-94,0 1 1,1 0-1,-29 12 0,43-15 99,-33-6-2854,32 4 2512</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39.736"/>
    </inkml:context>
    <inkml:brush xml:id="br0">
      <inkml:brushProperty name="width" value="0.035" units="cm"/>
      <inkml:brushProperty name="height" value="0.035" units="cm"/>
    </inkml:brush>
  </inkml:definitions>
  <inkml:trace contextRef="#ctx0" brushRef="#br0">1 207 5529,'25'-40'1180,"-10"25"-284,11 7-4,14-12-268,-3 11-40,4-2-40,10-1-64,16 1-80,4-1 56,7-2-300,5-1-340,1 4-316,-9-1-816,-1 4-1568,-2-1-989</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41.353"/>
    </inkml:context>
    <inkml:brush xml:id="br0">
      <inkml:brushProperty name="width" value="0.035" units="cm"/>
      <inkml:brushProperty name="height" value="0.035" units="cm"/>
    </inkml:brush>
  </inkml:definitions>
  <inkml:trace contextRef="#ctx0" brushRef="#br0">26 0 6769,'0'0'1506,"-2"2"-231,0 1-878,0-1 0,0 1 1,1 0-1,-1-1 1,1 1-1,-1 0 1,1 0-1,0 0 0,-1 4 1,-6 14 376,20-12 101,22 18 1378,2-1 0,46 25 0,8 13-782,-80-56-1431,1 0 40,35 28 292,97 58 1,-61-56-859,-79-37 177,24 0-2517,-19-2-887,-14-13-10237</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41.860"/>
    </inkml:context>
    <inkml:brush xml:id="br0">
      <inkml:brushProperty name="width" value="0.035" units="cm"/>
      <inkml:brushProperty name="height" value="0.035" units="cm"/>
    </inkml:brush>
  </inkml:definitions>
  <inkml:trace contextRef="#ctx0" brushRef="#br0">18 20 8261,'-17'-20'10313,"37"24"-8882,51 8 2401,104 4-1,-61-8-3016,210 18 57,-309-24-853,566 34-343,-234-30-637,-211-1-58,-16 7-2135,-117-12 1908,-21-27-11116,5 19 5038</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42.330"/>
    </inkml:context>
    <inkml:brush xml:id="br0">
      <inkml:brushProperty name="width" value="0.035" units="cm"/>
      <inkml:brushProperty name="height" value="0.035" units="cm"/>
    </inkml:brush>
  </inkml:definitions>
  <inkml:trace contextRef="#ctx0" brushRef="#br0">12 0 5949,'0'2'176,"0"-1"-64,0 0-1,1 0 0,-1 0 0,0-1 1,0 1-1,0 0 0,0 0 1,0 0-1,0 0 0,0 0 1,0-1-1,-1 1 0,1 0 1,0 0-1,0 0 0,-1-1 1,1 1-1,-1 0 0,1 0 1,0-1-1,-1 1 0,1 0 1,-1-1-1,0 1 0,1 0 1,-1-1-1,0 1 0,1-1 1,-1 1-1,-1 0 0,1-1 1415,2-2-1031,2 0-1,-1 0 0,0 1 1,0-1-1,1 1 0,-1-1 1,0 1-1,1 0 0,-1 0 1,5-2-1,33 0 1788,46 2-1,-25 1-1263,523 10 2895,22 36-3666,3 4-485,-404-37-222,33 4-115,-180-13 525,-33-3-248,-1 1 1,38 8-1,-58-9-119,-7-18-14577,0-3 9324</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5:42.553"/>
    </inkml:context>
    <inkml:brush xml:id="br0">
      <inkml:brushProperty name="width" value="0.035" units="cm"/>
      <inkml:brushProperty name="height" value="0.035" units="cm"/>
    </inkml:brush>
  </inkml:definitions>
  <inkml:trace contextRef="#ctx0" brushRef="#br0">0 6 5517,'4'2'1915,"-1"-1"-1607,1 1-1,-1-1 1,1 0 0,-1 0 0,1 0-1,0-1 1,-1 1 0,1-1 0,0 0-1,-1 0 1,1 0 0,0-1 0,0 1-1,5-3 1,29-1 1533,301 7 4744,-38 1-4542,-112 3-1437,-28 0-1974,-154-7 807,-1-1 1,0 0 0,0 0 0,0 0-1,-1-1 1,8-2 0,-1 0-1666,-12 4 2155,0 0-1,0 0 0,0 1 1,0-1-1,0 0 1,0 0-1,1 0 0,-1 0 1,0 0-1,0 0 0,0 0 1,0 0-1,0 0 0,0 0 1,0 0-1,0 0 0,0 0 1,0-1-1,0 1 0,1 0 1,-1 0-1,0 0 1,0 0-1,0 0 0,0 0 1,0 0-1,0 0 0,0 0 1,0 0-1,0 0 0,0 0 1,0 0-1,0 0 0,0 0 1,0 0-1,1 0 0,-1-1 1,0 1-1,0 0 0,0 0 1,0 0-1,0 0 1,0 0-1,0 0 0,0 0 1,0 0-1,0 0 0,0 0 1,0-1-1,0 1 0,0 0 1,0 0-1,0 0 0,0 0 1,0 0-1,0 0 0,-1 0 1,1 0-1,0 0 0,0 0 1,0 0-1,0-1 1,0 1-1,0 0 0,0 0 1,0 0-1,0 0 0,0 0 1,-7-12-7609</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01.603"/>
    </inkml:context>
    <inkml:brush xml:id="br0">
      <inkml:brushProperty name="width" value="0.035" units="cm"/>
      <inkml:brushProperty name="height" value="0.035" units="cm"/>
    </inkml:brush>
  </inkml:definitions>
  <inkml:trace contextRef="#ctx0" brushRef="#br0">44 24 3680,'-36'-5'911,"29"4"1603,21 4-2450,-4-1 1694,11-5 10207,-14 1-14041,-5 2 2484,2 0 11,139 0 1081,271-3-354,-96-1-821,-108 3-224,164 5 32,-90 0-102,-103-1-210,-151-6-1586,-27-2-102,-11-1-76,5 5 1278,0 0 0,0 0 0,0 0 0,-1 0 0,1 0 0,0 1 0,0 0 0,0-1 0,-5 2 0,4-1-103,-17 0-5955</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02.139"/>
    </inkml:context>
    <inkml:brush xml:id="br0">
      <inkml:brushProperty name="width" value="0.035" units="cm"/>
      <inkml:brushProperty name="height" value="0.035" units="cm"/>
    </inkml:brush>
  </inkml:definitions>
  <inkml:trace contextRef="#ctx0" brushRef="#br0">35 159 5180,'0'0'42,"0"0"-1,0 0 0,0 0 0,0 0 1,0 0-1,0 0 0,0 0 0,1 0 1,-1 0-1,0 0 0,0 0 0,0 0 1,0 0-1,0 0 0,0 1 0,0-1 0,0 0 1,0 0-1,0 0 0,0 0 0,0 0 1,0 0-1,0 0 0,0 0 0,0 0 1,0 0-1,0 0 0,0 0 0,0 1 0,0-1 1,0 0-1,0 0 0,0 0 0,0 0 1,0 0-1,0 0 0,0 0 0,0 0 1,0 0-1,0 0 0,0 0 0,0 1 1,0-1-1,0 0 0,0 0 0,0 0 0,0 0 1,0 0-1,0 0 0,0 0 0,0 0 1,0 0-1,0 0 0,0 0 0,-1 0 1,1 0-1,0 0 0,0 0 0,0 0 0,0 0 1,0 0-1,0 0 0,0 0 0,0 0 1,0 1-1,0-1 0,-11 3 932,-13 1 10652,28-5-10756,15-5-83,0 1 1,0 0-1,31-2 1,67 0 998,-58 4-1030,553-21 4040,-276 13-3941,335-6-829,-456 12-28,-174 6-653,35-2-2033,-70 1 2462,0-1-1,0 0 1,0 0-1,-1 0 1,1-1 0,0 0-1,-1 0 1,0 0-1,10-6 1,-15 7 108,1 1 0,-1 0 0,0-1 0,0 1 1,1 0-1,-1-1 0,0 1 0,0 0 0,0-1 0,0 1 1,0 0-1,1-1 0,-1 1 0,0-1 0,0 1 0,0 0 1,0-1-1,0 1 0,0-1 0,0 1 0,0 0 0,-1-1 1,1 1-1,0-1 0,0 1 0,0 0 0,0-1 0,0 1 0,-1 0 1,1-1-1,0 1 0,0 0 0,-1-1 0,1 1 0,0 0 1,0-1-1,-1 1 0,1 0 0,0 0 0,-1-1 0,1 1 1,0 0-1,-1 0 0,1 0 0,0 0 0,-1-1 0,1 1 1,-1 0-1,-31-18-4268,9 5-1939,8 2-1302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02.470"/>
    </inkml:context>
    <inkml:brush xml:id="br0">
      <inkml:brushProperty name="width" value="0.035" units="cm"/>
      <inkml:brushProperty name="height" value="0.035" units="cm"/>
    </inkml:brush>
  </inkml:definitions>
  <inkml:trace contextRef="#ctx0" brushRef="#br0">0 1 10513,'0'0'5091,"1"2"-3572,9 22 987,-4-21-1324,41 2 15,0 1 0,-1 3 0,0 1-1,-1 3 1,0 1 0,85 41 0,-122-50-1139,1-1 1,-1 1 0,0 0 0,-1 1 0,1 0-1,-1 0 1,-1 1 0,1 0 0,-1 0-1,0 0 1,0 1 0,-1 0 0,0 0-1,-1 1 1,0-1 0,0 1 0,-1 0-1,0 0 1,0 0 0,-1 0 0,0 0 0,-1 1-1,0-1 1,0 0 0,-1 1 0,0-1-1,-2 12 1,-2-3-144,-1-1 0,0 0-1,-1 0 1,-1 0 0,-1-1-1,-11 19 1,-66 87-2317,64-96 997,-30 30 0,46-50 761,-1 0 0,0-1 0,-1 0 0,1 0 0,-1-1 0,0 0 0,0 0 0,0 0 0,0-1 0,-15 4 0,1-6-5123,-1-3-3423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04.764"/>
    </inkml:context>
    <inkml:brush xml:id="br0">
      <inkml:brushProperty name="width" value="0.035" units="cm"/>
      <inkml:brushProperty name="height" value="0.035" units="cm"/>
    </inkml:brush>
  </inkml:definitions>
  <inkml:trace contextRef="#ctx0" brushRef="#br0">2542 35 6093,'0'0'4741,"3"-1"-3847,150-32 5638,-150 32-4311,13 2-1414,-6 0-13,-14-2 388,-10 1-1131,-159-1 962,-186 24 0,107-3-311,-84 0 180,-851 37 2845,869-47-2667,272-5-1501,25-1 53,10-3-351,5-3-5701,18-14-5045,-6 9 10926,8-7-8117</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05.187"/>
    </inkml:context>
    <inkml:brush xml:id="br0">
      <inkml:brushProperty name="width" value="0.035" units="cm"/>
      <inkml:brushProperty name="height" value="0.035" units="cm"/>
    </inkml:brush>
  </inkml:definitions>
  <inkml:trace contextRef="#ctx0" brushRef="#br0">828 53 7137,'1'0'88,"0"1"1,0-1-1,0 1 1,0-1-1,0 1 1,0-1-1,0 1 1,0-1 0,0 0-1,0 0 1,0 1-1,0-1 1,0 0-1,1 0 1,0 0-1,7-9 1339,-8 7-1214,0 1-1,0-1 0,1 0 0,-1 1 1,1-1-1,-1 0 0,1 1 0,0 0 1,0-1-1,3-1 0,61-25 1762,-64 27-1012,-35 4-730,0 1-1,0 2 1,0 1-1,-53 19 1,48-14 89,-422 162 4152,389-144-3861,43-18-176,1 1 0,0 1 0,-30 20 0,56-33-368,0 0 0,-1 0 0,1 1 0,0-1 0,0 0 0,-1 1 0,1-1 0,0 1 0,0-1 0,1 1 0,-1 0 0,0-1 0,0 1 0,1 0 0,-1 0 0,1 0 0,0-1 0,-1 1 0,1 0 0,0 0 0,0 0 0,0-1 0,0 1 0,1 0 0,-1 2 0,1-1 13,0 0 1,0 0-1,0 0 1,0 0 0,1 0-1,-1 0 1,1 0-1,0-1 1,0 1-1,0 0 1,0-1 0,4 4-1,5 2 121,-1-1 0,2 0 0,-1 0-1,1-1 1,14 5 0,66 19 499,-75-25-601,197 48 79,-69-24-4354,-100-17 733,-5-2-3311,-7-7-4471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6:23.080"/>
    </inkml:context>
    <inkml:brush xml:id="br0">
      <inkml:brushProperty name="width" value="0.035" units="cm"/>
      <inkml:brushProperty name="height" value="0.035" units="cm"/>
    </inkml:brush>
  </inkml:definitions>
  <inkml:trace contextRef="#ctx0" brushRef="#br0">148 453 3920,'0'0'11063,"-1"2"-10469,-8 22 182,8-21-276,-1-2-315,-76 83 723,77-83-890,-22 11 511,20-11-422,0 0 741,2-1-814,0 0 0,-1 0-1,1 0 1,0 0 0,-1 1 0,1-1 0,0 0 0,-1 1 0,1-1 0,0 1 0,0-1-1,-2 2 1,-6 0 2375,11 0-2367,0 0-1,0-1 1,0 1 0,0-1 0,0 1 0,0-1-1,1 0 1,-1 0 0,0 0 0,1 0 0,-1 0 0,1-1-1,-1 1 1,1-1 0,-1 1 0,1-1 0,-1 0-1,1 0 1,-1 0 0,1 0 0,-1-1 0,4 0 0,-1 1-6,562-72 4392,-343 37-3834,1610-275 680,-1293 213-1145,-196 34 86,-313 56-284,8-2-278,-14 7-3797,-75-8-7818,23 14 1533</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7:04.454"/>
    </inkml:context>
    <inkml:brush xml:id="br0">
      <inkml:brushProperty name="width" value="0.035" units="cm"/>
      <inkml:brushProperty name="height" value="0.035" units="cm"/>
    </inkml:brush>
  </inkml:definitions>
  <inkml:trace contextRef="#ctx0" brushRef="#br0">121 3200 8993,'-17'23'6666,"18"-20"-6388,0 0 1,1-1 0,-1 0-1,1 1 1,-1-1-1,1 0 1,0 0 0,0 0-1,0 0 1,0 0 0,0 0-1,0 0 1,1-1-1,-1 1 1,0-1 0,1 0-1,3 2 1,-4-2 232,1-1-79,6 2-206,1 0 1,-1-1-1,0-1 1,1 0 0,-1 0-1,0-1 1,18-3-1,-3-2 34,0 1-1,1 1 1,39-1 0,-9 1 166,77-10 320,583-44 435,475-30-988,-593 36-99,217-5-119,-705 50 51,576-24-11,-256 26 94,-308 5-104,53-3 20,-135 2 96,59 5 0,2 1 73,-55-3-183,21-1 363,56-7 417,-120 6-457,16 0-215,-15 0-15,0 0-1,-1-1 1,1 1 0,0-1-1,0 0 1,0 0 0,-1 0-1,1 0 1,4-3 0,-1 1-248,-4-2 168,18-213-137,-8-2-6,-5 73 48,-2-126-162,-3 39 37,8-82-139,5-106-356,-14 413 653,31-514-1343,-27 461 1155,3-63-56,-13 58 178,5 64 93,0 1 10,0-8 17,1 4-19,-1 0 0,0 0 0,-1 1 0,0-1 0,1 0 0,-4-7-1,3 10 46,0 3-36,0-1-1,0 1 0,0-1 0,0 1 0,0-1 1,0 1-1,0-1 0,0 0 0,0 1 0,0-1 1,0 0-1,1 0 0,-1 0 0,-1-2 1,-8-7-65,-6-2 44,0 1 0,-34-17 1,21 15 9,0 1 1,-55-14-1,-66-6-38,52 13 55,25 7-18,-2 2 0,-85 2-1,51 3 46,-797-12-96,417 64 72,3 31-15,472-75-1,-1171 163-46,1114-158 79,-260 24-47,169-19-45,-42 2 34,-328 3-32,220-1 116,85-6-407,223-11 334,2 1 35,-62 7 10,61-8 16,-12 0-200,-1 0 127,13 0 98,2 8-153,0 0 55,0 0 0,-1 0-1,-4 12 1,4-13 18,0 0 0,0 0 0,1 0-1,0 0 1,0 0 0,0 11 0,2 2-1,0-1 0,-2 1 0,-5 35 0,4-44 8,1 1-1,0-1 1,1 0-1,0 1 1,1-1-1,0 0 1,4 17-1,3 30-10,-7-38 13,6 102 153,1 43-205,-7-87 87,-4 50-42,0-5 4,-5 73 75,0-28-23,-1 88-24,-11 35-116,13-231 82,4-43 17,1-1-1,0 29 1,-1 114 20,6-102 89,-1-45-117,-1 1-1,-1-1 1,0 0 0,-4 21 0,1-13 21,1 0 1,0 1-1,3 39 0,0-36-52,-4 45 0,-6 33 50,-2 14 72,11-112-91,-1-1-1,1 1 1,0-1 0,0 0 0,1 1 0,-1-1-1,1 4 1,0-3 3,0-1-25,-1 1 9,2 32 103,-2-33-146,-5 26 50,5-26-16,0 14-18,0 0 25,0-14 1749,30-3-1554,106-3 176,-17 2-427,-79 3-1091,0-3 1,48-6-1,-49-2-1930,-3 0-5373,-12 5-1663</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19.708"/>
    </inkml:context>
    <inkml:brush xml:id="br0">
      <inkml:brushProperty name="width" value="0.035" units="cm"/>
      <inkml:brushProperty name="height" value="0.035" units="cm"/>
    </inkml:brush>
  </inkml:definitions>
  <inkml:trace contextRef="#ctx0" brushRef="#br0">6 2930 8341,'-6'11'8905,"10"-28"-7233,-1 7-1229,1 0 1,0 1-1,0-1 1,12-17-1,-8 15-147,-1-1 0,7-17 0,75-233 2993,-5 17-1122,-44 133-1692,57-125 17,-26 63-328,117-207 0,146-179-747,-324 544 541,89-137-220,147-174 1,-221 299 245,1 1 0,2 1 0,0 2 0,2 1-1,0 1 1,2 1 0,1 2 0,46-21 0,-67 36 11,13-7-1,1 1-1,0 1 0,1 1 1,44-8-1,8 6 4,0 4 0,0 3 0,133 11 0,-153-1-7,-1 3 0,0 2 0,0 3 0,-2 3 1,98 42-1,257 176-13,-279-153 63,-58-32-29,103 89-1,-39-27-1,-62-51 15,23 18-62,-81-65 45,300 219 41,-21 26-178,-222-186 34,51 53-142,24 24 100,-64-65 57,176 148-222,-193-180 146,113 64-1,-72-49 15,-55-35 118,1-3 0,2-2-1,0-3 1,2-2-1,1-3 1,125 23 0,385 15 4,-474-52 7,363 6 54,-273-10-37,408 9 360,-356-5-1779,-238-5 1358,-1-1 0,1 0 0,0 0-1,-1 0 1,1 0 0,-1 0 0,1 0 0,-1 0 0,1-1 0,-1 1 0,1 0 0,-1 0 0,1 0 0,-1 0 0,1-1 0,-1 1 0,1 0 0,-1 0 0,1-1 0,-1 1 0,1 0 0,-1-1 0,1 1 0,-1-1 0,0 1 0,1-1 0,-1 1 0,0 0 0,0-1 0,1 1 0,-1-1 0,0 0 0,0 1 0,0-1 0,1 1 0,-1-1 0,0 1-1,0-1 1,0 1 0,0-1 0,0 1 0,0-2 0,-1 0-222,1 0 0,-1 0 0,0 0 0,1 0 0,-1 0 0,0 0 0,0 0 0,-1 1-1,1-1 1,0 0 0,-1 1 0,1-1 0,-3-1 0,-28-15-5599,-24-9-3635</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0.798"/>
    </inkml:context>
    <inkml:brush xml:id="br0">
      <inkml:brushProperty name="width" value="0.035" units="cm"/>
      <inkml:brushProperty name="height" value="0.035" units="cm"/>
    </inkml:brush>
  </inkml:definitions>
  <inkml:trace contextRef="#ctx0" brushRef="#br0">23 0 5653,'0'0'10879,"1"3"-10415,2 7-239,-1 1 0,0 0-1,-1 0 1,-1 1 0,0-1-1,0 0 1,-1 0 0,-4 21-1,0 16 200,-4 52 171,-3 46-107,20 658 735,43 2-589,-23-397-287,-14-202-88,24 468 208,-30-431-236,9 510 229,-16-347-227,-1 65-284,19-104-712,-17-334 541,-2 24-1581,-1-36 470,0-22 1175,1 1 0,0 0 0,-1-1 0,1 1 0,-1-1 0,1 1 1,0-1-1,-1 1 0,1-1 0,-1 0 0,1 1 0,-1-1 0,1 1 1,-1-1-1,0 0 0,1 0 0,-1 1 0,1-1 0,-1 0 1,0 0-1,1 0 0,-1 1 0,0-1 0,1 0 0,-1 0 0,0 0 1,1 0-1,-2-1 0,2 1-318,-2 1 78,2-1 188,-1 0 0,0 1 1,1-1-1,-1 0 0,1 0 1,-1 0-1,0 0 0,1 0 0,-1 0 1,0 0-1,1 0 0,-1 0 1,1 0-1,-1 0 0,0 0 0,1 0 1,-1 0-1,1-1 0,-1 1 1,0-1-1,-13-19-7157</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1.474"/>
    </inkml:context>
    <inkml:brush xml:id="br0">
      <inkml:brushProperty name="width" value="0.035" units="cm"/>
      <inkml:brushProperty name="height" value="0.035" units="cm"/>
    </inkml:brush>
  </inkml:definitions>
  <inkml:trace contextRef="#ctx0" brushRef="#br0">0 41 9401,'0'0'3435,"3"-2"-2120,21-7 767,-22 8-696,16-4-280,-3 2-699,1 1-1,0 1 1,27 1-1,11 0 185,455-17 1431,421 45-1489,-327-2-403,627 20-7,-865-31-137,-47-3 55,527 28-100,8 27 33,-471-46 68,-215-13-64,727 24 104,-657-25-100,1588-8 182,-1478-9-43,66 0-130,73-14 108,-362 16-131,-106 7-3,-5 1-77,0-1 1,0 0-1,0 0 0,0-1 1,0-1-1,-1-1 1,0 1-1,15-8 0,-26 11 42,-1 0-1,1-1 1,0 1 0,-1-1-1,1 1 1,0-1-1,-1 1 1,1-1-1,0 1 1,-1-1-1,1 1 1,-1-1-1,1 0 1,-1 1-1,1-1 1,-1 0-1,0 1 1,1-1-1,-1 0 1,0 0-1,0 0 1,1 1-1,-1-1 1,0 0-1,0 0 1,0 0-1,0 0 1,-9-21-1811,6 18 1358,-2-4-675,0 0 0,0 1 1,-1 0-1,-9-9 0,-43-30-8531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2.205"/>
    </inkml:context>
    <inkml:brush xml:id="br0">
      <inkml:brushProperty name="width" value="0.035" units="cm"/>
      <inkml:brushProperty name="height" value="0.035" units="cm"/>
    </inkml:brush>
  </inkml:definitions>
  <inkml:trace contextRef="#ctx0" brushRef="#br0">268 12 7389,'11'-12'7304,"-12"13"-7041,-1 0-1,1 0 1,0 0-1,0 0 1,0 0-1,0 0 1,0 0-1,0 1 1,0-1-1,0 0 1,-1 3-1,-3 2 973,-1 5-946,0 1 1,0 0-1,1 0 0,0 0 1,1 0-1,-4 26 1,-5 9 63,-4 0-16,-40 76 1,22-52-192,-12 23-444,12-40-3200,35-54 3462,0 0 0,0 0 0,0 0-1,0 0 1,0 0 0,0 0 0,0-1-1,0 1 1,0 0 0,0 0 0,0 0-1,0 0 1,0 0 0,0 0 0,0 0-1,0 0 1,0 0 0,0 0-1,0 0 1,0-1 0,0 1 0,0 0-1,0 0 1,0 0 0,0 0 0,0 0-1,-1 0 1,1 0 0,0 0 0,0 0-1,0 0 1,0 0 0,0 0 0,0 0-1,0 0 1,0 0 0,0 0 0,0 0-1,-1 0 1,1 0 0,0 0 0,0 0-1,0 0 1,0 0 0,0 0 0,0 0-1,0 0 1,0 0 0,0 0 0,0 0-1,-1 0 1,1 0 0,0 0-1,0 0 1,0 0 0,0 0 0,0 0-1,0 1 1,0-1 0,0 0 0,0 0-1,0 0 1,0 0 0,0 0 0,0 0-1,-9-19-4995,5-16-3041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2.443"/>
    </inkml:context>
    <inkml:brush xml:id="br0">
      <inkml:brushProperty name="width" value="0.035" units="cm"/>
      <inkml:brushProperty name="height" value="0.035" units="cm"/>
    </inkml:brush>
  </inkml:definitions>
  <inkml:trace contextRef="#ctx0" brushRef="#br0">3 0 11749,'0'0'53,"0"0"1,0 0-1,0 0 0,-1 0 1,1 0-1,0 0 0,0 0 1,0 0-1,0 0 1,0 1-1,0-1 0,0 0 1,0 0-1,-1 0 0,1 0 1,0 0-1,0 0 0,0 0 1,0 0-1,0 0 0,0 0 1,0 0-1,0 0 0,0 0 1,0 1-1,-1-1 0,1 0 1,0 0-1,0 0 0,0 0 1,0 0-1,0 0 0,0 0 1,0 1-1,0-1 0,0 0 1,0 0-1,0 0 0,0 0 1,0 0-1,0 0 1,0 0-1,0 1 0,0-1 1,0 0-1,0 0 0,0 0 1,0 0-1,0 0 0,1 0 1,-1 0-1,0 0 0,0 1 1,9 2 2261,21 1 692,-19-2-2194,1 3 28,0 1 0,-1 0 0,1 1-1,-1 1 1,19 16 0,-21-16-602,58 47 1310,62 68 1,-16 9-3229,-109-126 1143,1 1 1,-2-1 0,1 1 0,-1 0 0,0 0 0,3 9 0,4 21-5513,-7-24 2760,2 5-8115</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3.988"/>
    </inkml:context>
    <inkml:brush xml:id="br0">
      <inkml:brushProperty name="width" value="0.035" units="cm"/>
      <inkml:brushProperty name="height" value="0.035" units="cm"/>
    </inkml:brush>
  </inkml:definitions>
  <inkml:trace contextRef="#ctx0" brushRef="#br0">0 0 6297,'0'0'1446,"1"3"-59,38 98 5763,-33-83-6875,-1 1 0,-1 0-1,0 0 1,-1 0 0,-2 0 0,0 34-1,-3-23-1344,-1 0-1,-2 0 0,-14 48 0,11-41-3181,4 3-2432</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4.147"/>
    </inkml:context>
    <inkml:brush xml:id="br0">
      <inkml:brushProperty name="width" value="0.035" units="cm"/>
      <inkml:brushProperty name="height" value="0.035" units="cm"/>
    </inkml:brush>
  </inkml:definitions>
  <inkml:trace contextRef="#ctx0" brushRef="#br0">141 0 12149,'-14'41'3308,"5"-30"-2047,0 3-245,4 4-180,2-4-260,-9 9-232,7 0-428,-4 3-600,-11 14-712,3-11-541,-1 0-2535,-2-3-3461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4.301"/>
    </inkml:context>
    <inkml:brush xml:id="br0">
      <inkml:brushProperty name="width" value="0.035" units="cm"/>
      <inkml:brushProperty name="height" value="0.035" units="cm"/>
    </inkml:brush>
  </inkml:definitions>
  <inkml:trace contextRef="#ctx0" brushRef="#br0">78 0 10881,'-5'35'6129,"2"-9"-5245,3-3-196,-9 9-192,1 16-248,5-4-444,-6 2-608,0-3-772,-5-3-817,3 9-1735,5-3-3117</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4.443"/>
    </inkml:context>
    <inkml:brush xml:id="br0">
      <inkml:brushProperty name="width" value="0.035" units="cm"/>
      <inkml:brushProperty name="height" value="0.035" units="cm"/>
    </inkml:brush>
  </inkml:definitions>
  <inkml:trace contextRef="#ctx0" brushRef="#br0">115 0 12357,'12'0'2004,"-21"9"1009,3 8-1961,1 3-268,5 9-156,-9 17-280,0-9-296,1 7-420,-7-1-576,1 6-592,-6-3-437,3-3-2507,2-6-3473</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5.276"/>
    </inkml:context>
    <inkml:brush xml:id="br0">
      <inkml:brushProperty name="width" value="0.035" units="cm"/>
      <inkml:brushProperty name="height" value="0.035" units="cm"/>
    </inkml:brush>
  </inkml:definitions>
  <inkml:trace contextRef="#ctx0" brushRef="#br0">47 144 11601,'1'-6'2337,"-8"17"1165,-10 22 619,11-8-3597,-5 46 1,5-27-324,6-40-173,-1 0 0,1-1-1,0 1 1,0 0-1,1-1 1,0 7 0,0-5 4,-1-2 428,1 0-314,0 5-189,2 6 604,-2-14-548,-1 0 0,0 1 1,1-1-1,-1 0 0,0 0 0,1 0 0,-1 0 1,0 0-1,1 0 0,-1 0 0,0 0 0,1 0 1,-1 0-1,1 0 0,-1 0 0,0 0 0,1 0 0,-1 0 1,0 0-1,1 0 0,-1 0 0,0-1 0,1 1 1,-1 0-1,0 0 0,1 0 0,-1-1 0,0 1 1,1 0-1,-1 0 0,0-1 0,0 1 0,1 0 1,-1 0-1,0-1 0,0 1 0,0 0 0,1-1 1,5-7 28,0 0 0,-1-1 0,1 1 1,-2-1-1,1 0 0,-1 0 0,-1-1 1,0 1-1,3-13 0,-4 16-224,0 0 0,0 0-1,0 1 1,6-10 0,-3 4-22,16-27-312,-19 36 571,7-9 151,1-3 60,37-12 204,-44 25-424,5 16-110,40 59-836,-47-71 553,-1 0-9,0 31-367,15-39 836,-13 4-88,1 0 0,0-1 0,-1 1 0,1-1 0,-1 1 0,1-1 0,-1 0 0,0 0 0,0 0 0,0 0 0,0-1 0,3-3 0,20-36 168,-11 16-35,70-117 2235,-75 119-1381,-8 21-92,9 24-1380,-1 5-174,-2 1-1,-1 0 0,6 48 1,-8-40-1644,2 0 0,10 33 0,-15-64 1573,0-1 0,0 1 1,0-1-1,1 0 0,0 0 1,-1 0-1,1 0 0,0 0 1,3 3-1,11 2-6666</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5.626"/>
    </inkml:context>
    <inkml:brush xml:id="br0">
      <inkml:brushProperty name="width" value="0.035" units="cm"/>
      <inkml:brushProperty name="height" value="0.035" units="cm"/>
    </inkml:brush>
  </inkml:definitions>
  <inkml:trace contextRef="#ctx0" brushRef="#br0">24 0 7613,'0'0'11713,"-2"1"-11335,-20 14 251,22-15-600,0 1 1,0 0 0,0 0 0,0-1 0,0 1-1,1 0 1,-1 0 0,0 0 0,0-1 0,0 1-1,1 0 1,-1 0 0,0-1 0,1 1 0,-1 0-1,0-1 1,1 1 0,-1-1 0,1 1 0,0 0-1,0 0 32,1 2 27,0 0 1,0 0 0,0 0-1,1-1 1,0 1 0,-1 0-1,1-1 1,0 0 0,0 0-1,0 0 1,1 0 0,-1 0-1,0-1 1,1 1 0,-1-1-1,7 2 1,3-1 198,0 0 0,0-1 0,18 0 1,-1-1 51,7 1 184,63-6 0,-96 4-436,-7 0-1566,-4-2 968,1 0-81,-1 1 0,0-1 0,0 1 1,-14-2-1,-80-15-4596,35 0-1574,49 15 1498</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6.257"/>
    </inkml:context>
    <inkml:brush xml:id="br0">
      <inkml:brushProperty name="width" value="0.035" units="cm"/>
      <inkml:brushProperty name="height" value="0.035" units="cm"/>
    </inkml:brush>
  </inkml:definitions>
  <inkml:trace contextRef="#ctx0" brushRef="#br0">84 432 5845,'-5'2'333,"0"0"0,0 1 1,0-1-1,0 1 0,1 0 1,0 0-1,-1 0 0,1 1 1,0 0-1,1-1 1,-6 8-1,-15 30 4605,22-39-3149,5 6 125,-3-6-1796,0-1 0,1 1 0,-1-1 0,0 0 0,1 1 0,-1-1 0,1 0 0,-1 1-1,1-1 1,0 0 0,0 0 0,1 3 0,4-1 54,1 0-1,-1-1 1,1 1 0,0-1-1,-1-1 1,1 1-1,0-1 1,0 0 0,0-1-1,0 0 1,0 0 0,0 0-1,11-3 1,9-2 29,-1-1 1,30-12 0,-51 17-262,1-1 0,-1 0-1,1 0 1,-1-1 0,0 0 0,0 0 0,0 0 0,0 0 0,-1-1 0,0 0-1,1 0 1,-1 0 0,0 0 0,-1-1 0,1 1 0,-1-1 0,5-10 0,6-15-750,-12 25 619,-1 0 1,0-1-1,0 1 1,0 0-1,-1 0 1,0-1 0,0 1-1,0 0 1,-1-1-1,1 1 1,-1 0-1,-1 0 1,-1-6-1,0-4-206,-5-22-385,-2 2-1,-14-36 1,-9-34 1939,28 91-658,0 0 0,-1 1 0,-8-16 0,5 13-120,8 14 130,1 4-468,0-1 1,0 1-1,0 0 0,0-1 0,0 1 0,1 0 1,-1-1-1,0 1 0,1 0 0,0-1 0,1 3 1,0 4 46,78 255 1018,-59-207-1157,45 89 1,-63-140 2,0 0 1,-1 0 0,2-1 0,-1 1-1,1-1 1,-1 0 0,1 0 0,0-1-1,1 1 1,-1-1 0,1 0 0,7 5-1,-9-7 14,-1 0 0,0 0-1,1 0 1,0 0-1,-1 0 1,1-1 0,-1 1-1,1-1 1,0 0-1,-1 0 1,1 0 0,0 0-1,-1 0 1,1 0 0,-1-1-1,1 1 1,0-1-1,-1 0 1,1 0 0,-1 0-1,0 0 1,1 0-1,-1-1 1,0 1 0,1-1-1,3-3 1,-1 0-20,0-1 1,0 1-1,0-1 0,-1-1 1,1 1-1,-2-1 1,1 1-1,-1-1 0,3-8 1,-5 12 97,-1 0 0,1 0 1,-1 0-1,0 0 0,0 0 0,0 0 1,-1 0-1,1 0 0,-1-3 1,-1-3 133,2 5 79,-1 2 49,-6-25 275,7 25-190,0 5-213,2 8-48,0 0 0,1-1 0,0 1 1,1-1-1,0 1 0,1-1 0,0-1 0,1 1 0,0-1 0,0 0 1,1 0-1,0 0 0,10 8 0,-12-12-242,0 0-1,1-1 1,0 1-1,0-1 1,0-1-1,0 1 1,1-1 0,0 0-1,-1-1 1,1 0-1,0 0 1,0 0-1,0-1 1,0 0 0,0 0-1,1 0 1,-1-1-1,0-1 1,0 1-1,0-1 1,13-3 0,-5-1-2062,0 0 0,-1-2-1,24-13 1,10-8-7102</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6.727"/>
    </inkml:context>
    <inkml:brush xml:id="br0">
      <inkml:brushProperty name="width" value="0.035" units="cm"/>
      <inkml:brushProperty name="height" value="0.035" units="cm"/>
    </inkml:brush>
  </inkml:definitions>
  <inkml:trace contextRef="#ctx0" brushRef="#br0">67 10 6601,'2'-9'1069,"-4"8"14,-11 13 912,13-12-1975,-2 1 1671,3 2-910,2 22 162,-1 2 0,-1-1-1,-3 27 1,1-22-728,-29 477 1222,17-329-3945,2 0-4311,10-123 467</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6.883"/>
    </inkml:context>
    <inkml:brush xml:id="br0">
      <inkml:brushProperty name="width" value="0.035" units="cm"/>
      <inkml:brushProperty name="height" value="0.035" units="cm"/>
    </inkml:brush>
  </inkml:definitions>
  <inkml:trace contextRef="#ctx0" brushRef="#br0">78 0 6617,'-12'26'1584,"10"0"-252,-1-3-236,-3-6-304,0 1-152,6 5-136,-3 0-108,-2 8-188,-4 15-328,3-8-348,0-1-340,-2-2-888,-1-4-1304,6 7-1093</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7.009"/>
    </inkml:context>
    <inkml:brush xml:id="br0">
      <inkml:brushProperty name="width" value="0.035" units="cm"/>
      <inkml:brushProperty name="height" value="0.035" units="cm"/>
    </inkml:brush>
  </inkml:definitions>
  <inkml:trace contextRef="#ctx0" brushRef="#br0">150 0 9293,'-23'0'3544,"23"20"-2172,-3 1-256,-3-4-204,0 0-223,1 15-117,-10 17-108,7-9-132,-1 9-496,0 0-696,-8-3-517,-3-3-611,3-6-2024,5 3-2897</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7.244"/>
    </inkml:context>
    <inkml:brush xml:id="br0">
      <inkml:brushProperty name="width" value="0.035" units="cm"/>
      <inkml:brushProperty name="height" value="0.035" units="cm"/>
    </inkml:brush>
  </inkml:definitions>
  <inkml:trace contextRef="#ctx0" brushRef="#br0">153 1 7933,'-1'2'53,"-3"11"410,-2 0 0,0-1 0,0 0 0,-12 17 1,13-22-169,0 1 1,1 0 0,0 0-1,0 0 1,-3 11 0,2-6-109,-1 1-197,1 2 0,-4 19-1,1-5-311,-30 115-4194,27-86 5869,11-56 243,8 23 197,-8-25-1783,0-1-1,1 0 0,-1 0 0,1 0 0,-1 0 0,1 0 0,-1 0 0,1 0 0,-1 0 0,0 0 1,1 0-1,-1 0 0,1 0 0,-1 0 0,1-1 0,-1 1 0,1 0 0,-1 0 0,0 0 1,1-1-1,-1 1 0,0 0 0,1 0 0,-1-1 0,0 1 0,1-1 0,12-8-424,-13 9 318,11-25-4411,-2 13 130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8.204"/>
    </inkml:context>
    <inkml:brush xml:id="br0">
      <inkml:brushProperty name="width" value="0.035" units="cm"/>
      <inkml:brushProperty name="height" value="0.035" units="cm"/>
    </inkml:brush>
  </inkml:definitions>
  <inkml:trace contextRef="#ctx0" brushRef="#br0">13 153 6005,'7'-9'3101,"-6"11"-1417,-6 18-763,0 2-210,0 23 399,3-30-407,0-1 0,1 1 0,1 28 0,1-40 1027,2-4-1350,1 0-342,0-1-1,0 0 1,0 1-1,-1-2 1,1 1-1,-1 0 0,1-1 1,-1 1-1,0-1 1,0 0-1,0 0 1,0 0-1,-1 0 0,1-1 1,-1 1-1,0-1 1,0 1-1,0-1 1,2-7-1,48-110 419,-14 30-269,-21 46 27,-16 43-196,11 29 83,-3 16-99,-8-32 0,1 0 1,0-1-1,7 20 1,2-4 81,-4-26-3,1-1-1,-1 0 1,1 0-1,-1-1 1,1 1-1,-1-2 1,0 1-1,0-1 1,11-6-1,1-2 311,33-27-1,6-4 580,-35 28-346,-23 14-622,0-1 0,1 1 0,-1 0 1,0 0-1,0 0 0,0 0 0,0 0 1,0 0-1,0 0 0,0 0 0,0 0 0,0 0 1,1 0-1,-1 0 0,0 0 0,0 0 0,0 0 1,0 0-1,0 0 0,0 0 0,0 0 1,0 0-1,1 0 0,-1 0 0,0 0 0,0 1 1,0-1-1,0 0 0,0 0 0,0 0 0,0 0 1,0 0-1,0 0 0,0 0 0,0 0 1,0 0-1,1 0 0,-1 0 0,0 0 0,0 1 1,0-1-1,0 0 0,0 0 0,0 0 0,0 0 1,0 0-1,0 0 0,0 0 0,0 0 1,0 1-1,0-1 0,0 0 0,0 0 0,0 0 1,0 0-1,0 0 0,0 0 0,0 0 0,14 43-425,-1-1 0,-2 2-1,9 68 1,-18-95-245,3 29-2724,4-4-3843,1-20-378</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8.565"/>
    </inkml:context>
    <inkml:brush xml:id="br0">
      <inkml:brushProperty name="width" value="0.035" units="cm"/>
      <inkml:brushProperty name="height" value="0.035" units="cm"/>
    </inkml:brush>
  </inkml:definitions>
  <inkml:trace contextRef="#ctx0" brushRef="#br0">1 156 12313,'1'-2'3997,"2"0"-2896,0-1 1,0 1-1,0 0 0,0 0 0,0 0 1,0 1-1,5-3 0,49-10 1655,-18 4-1543,19-12-425,-56 21-894,-1 0 0,1 0-1,-1 0 1,1 0 0,-1 0 0,0-1 0,0 1 0,0-1 0,0 1 0,0-1 0,0 1 0,1-3 0,0 1-312,-2 3 341,0-1 0,0 0-1,0 0 1,0 1 0,0-1 0,0 0 0,0 0 0,0 1-1,0-1 1,0 0 0,0 1 0,-1-1 0,1 0 0,0 0 0,0 1-1,-1-1 1,1 1 0,-1-1 0,1 0 0,-1-1-153,0 0 111,-1-1 0,1 1-1,-1-1 1,1 1 0,-1 0 0,0 0 0,1 0-1,-1 0 1,0 0 0,-1 0 0,1 0 0,0 1-1,0-1 1,-1 1 0,1 0 0,-1-1 0,1 1-1,-1 0 1,1 1 0,-1-1 0,0 0 0,-3 0 0,-7-1-64,-1 0 1,-25 1-1,39 1 182,-4 0 45,-10-6 94,13 6-119,1 0 1,0-1-1,-1 1 1,1 0-1,-1-1 0,1 1 1,0 0-1,-1 0 1,1 0-1,-1 0 1,1-1-1,-1 1 0,1 0 1,-1 0-1,1 0 1,0 0-1,-1 0 1,1 0-1,-1 0 1,1 0-1,-1 0 0,1 0 1,-1 0-1,1 1 1,-1-1-1,1 0 1,0 0-1,-1 0 1,1 1-1,-1-1 0,1 0 1,7 13 187,28 17-259,-15-18-631,1 0-1,1-2 1,37 14-1,30 0-8305,-46-16-280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29.231"/>
    </inkml:context>
    <inkml:brush xml:id="br0">
      <inkml:brushProperty name="width" value="0.035" units="cm"/>
      <inkml:brushProperty name="height" value="0.035" units="cm"/>
    </inkml:brush>
  </inkml:definitions>
  <inkml:trace contextRef="#ctx0" brushRef="#br0">242 35 11497,'-12'0'348,"9"-1"-184,-1 1 1,0 0 0,0 0-1,1 0 1,-1 0 0,0 0-1,1 1 1,-1 0 0,1 0-1,-1 0 1,0 0 0,1 1-1,0-1 1,-1 1 0,-3 2-1,-17 19 151,2 0 0,0 2 0,-23 34 1,29-37-174,-22 32 1503,36-52-160,13-2-1117,0-1 1,0-1-1,0 0 0,0 0 0,19-7 0,50-27 429,-67 30-642,3-1-15,5-3 53,1 0 0,24-18 0,-44 26-265,-3-1-182,0 2 128,0-1-12,1 0 1,-1 0-1,0-1 1,1 1-1,-1 0 1,1 0-1,0-1 1,0 1-1,-1 0 1,2 0-1,-1-4 1,-4 7-675,4-1 809,-4 1-197,0-1 0,0 2-1,-1-1 1,1 0 0,0 1 0,0 0 0,1 0 0,-1 0 0,0 0-1,1 1 1,-1-1 0,1 1 0,-4 4 0,1 0-71,5-7 264,0 1 1,0 0 0,0 0 0,0-1 0,1 1-1,-1 0 1,0 0 0,1 0 0,-1 0-1,1 0 1,-1 0 0,1 0 0,-1 0 0,1 0-1,-1 0 1,1 0 0,0 0 0,0 1-1,0-1 1,0 0 0,0 0 0,0 0 0,0 0-1,0 0 1,0 0 0,0 1 0,1 0 0,3 14 303,-4-16-289,0 0 0,0 0 1,0 0-1,0 0 0,0 1 0,0-1 1,0 0-1,0 0 0,1 0 1,-1 0-1,0 1 0,0-1 0,0 0 1,0 0-1,0 0 0,0 0 0,0 0 1,0 0-1,0 1 0,1-1 1,-1 0-1,0 0 0,0 0 0,0 0 1,0 0-1,0 0 0,0 0 0,1 0 1,-1 0-1,0 0 0,0 0 0,0 1 1,0-1-1,1 0 0,-1 0 1,0 0-1,0 0 0,0 0 0,1 0 1,22 2 497,0-1 0,1-1 0,0-1 0,30-5 0,100-24 831,-75 14-1036,53-18-435,-80 20-505,-46 13 325,0-1 0,0 1 0,-1-1 0,1 0 0,0 0 0,-1-1 0,1 1 0,-1-1 1,0-1-1,1 1 0,-2-1 0,1 0 0,0 0 0,6-8 0,-10 11 242,0 0 0,0 0 0,-1-1 0,1 1 0,-1 0-1,1 0 1,-1 0 0,1-1 0,-1 1 0,0 0 0,0-1 0,0 1 0,1 0-1,-1 0 1,0-1 0,-1 1 0,1 0 0,0-1 0,0 1 0,0 0 0,-1-1-1,1 1 1,-1 0 0,1 0 0,-1 0 0,1-1 0,-1 1 0,0 0 0,0 0-1,0 0 1,1 0 0,-1 0 0,-1-1 0,1 2 92,0-1-1,0 1 1,0-1 0,0 1-1,1-1 1,-1 1 0,0-1-1,0 1 1,0 0 0,0 0-1,0 0 1,0-1 0,0 1-1,0 0 1,0 0 0,0 0-1,0 0 1,-1 1-1,-1-1 74,-9 0 1078,1 1 0,-18 3 1,29-4-1110,-1 1 1,0-1 0,1 1-1,-1-1 1,1 1 0,-1 0-1,1-1 1,-1 1 0,1 0 0,-1-1-1,1 1 1,0 0 0,-1 0-1,1-1 1,0 1 0,0 0-1,-1 0 1,1 0 0,0 0-1,0-1 1,0 2 0,0-1 100,-1 3-18,0-1 0,0 0 0,0 0 0,1 1 0,-1-1 0,1 0 0,0 1 0,0-1 0,0 0 0,0 1 0,1-1 0,0 0 0,-1 1 0,1-1 0,0 0 0,0 0 0,1 0 0,-1 0 0,1 0 0,3 5 0,-4-6 534,8 13 975,-2-3-819,-6-10 511,2-2-844,3-1-441,0 1 0,0-2 0,0 1 0,-1 0-1,1-1 1,-1 0 0,1-1 0,-1 1 0,0-1 0,0 0 0,0 0 0,6-5-1,22-12-902,-29 17 720,0 1-1,0 0 1,0 0-1,0 1 1,0-1-1,0 1 1,0 0-1,1 0 1,-1 0-1,1 1 1,-1-1-1,0 1 1,1 0-1,-1 0 1,1 1-1,-1 0 1,1-1-1,-1 1 1,0 1-1,0-1 1,0 1-1,1-1 1,-1 1-1,-1 0 1,1 1-1,0-1 1,0 1-1,5 5 0,2 1-48,-1 1-1,0 1 1,16 22-1,-20-25-8,-1-2-879,0 0 0,0-1 0,1 0 0,0-1 0,0 1 0,11 5 0,-13-10-3810,6-10-2568</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8:57.577"/>
    </inkml:context>
    <inkml:brush xml:id="br0">
      <inkml:brushProperty name="width" value="0.035" units="cm"/>
      <inkml:brushProperty name="height" value="0.035" units="cm"/>
    </inkml:brush>
  </inkml:definitions>
  <inkml:trace contextRef="#ctx0" brushRef="#br0">0 14 22855,'6931'0'0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9:00.579"/>
    </inkml:context>
    <inkml:brush xml:id="br0">
      <inkml:brushProperty name="width" value="0.035" units="cm"/>
      <inkml:brushProperty name="height" value="0.035" units="cm"/>
    </inkml:brush>
  </inkml:definitions>
  <inkml:trace contextRef="#ctx0" brushRef="#br0">42 167 6681,'-21'15'15324,"20"-14"-15101,-16 4 109,14-4-96,13-3-96,4 1-38,-1 0 0,1 1 1,0 0-1,13 3 0,22-1 1,-9-2-38,68 10-1,5 0 69,226 6-118,25 1 122,-71-8-188,266 2 209,-174-20-118,-118 3-15,121-8-27,-160 10-29,-145 5 10,108 2-17,-82 3-45,-60-2 33,66-3-1,130-9-90,-59 4-60,0 10 102,40 0 91,183-1-128,-160 0 169,-43-1-15,147-1 12,-229-4 35,25-1-164,-65 1 85,43 0-24,318 0 17,-65-24 248,-265 26-179,-47 0-59,326 5 236,-162-12-206,-221 5-26,271-19-47,-193 11 54,14-3-25,-66 7 42,63 0-1,8-1 38,63-7 47,130-18-28,-176 18-98,-50 7 58,321-24 92,-351 27-23,94-1 205,156 10-94,-218-7-75,19 2 76,4 1 25,-1-1-97,28 2-7,-89 0-76,53-4-1,-23-1 150,282-4 512,-156 11-566,-40-4 38,82 8 129,20 2-321,-22 8 1069,55 14 671,-265-31-1401,0 0 0,0-2 0,39-4 0,-60 4-319,-7-2-1214,1 0 744,-1 0 0,0 0 0,1 0 0,0-1 1,-1 1-1,1-1 0,-5-6 0,-50-56-5652,31 34-614,2-4-4141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9:13.767"/>
    </inkml:context>
    <inkml:brush xml:id="br0">
      <inkml:brushProperty name="width" value="0.035" units="cm"/>
      <inkml:brushProperty name="height" value="0.035" units="cm"/>
    </inkml:brush>
  </inkml:definitions>
  <inkml:trace contextRef="#ctx0" brushRef="#br0">0 222 7457,'0'0'11707,"2"-2"-11173,-1 0-426,0 1-1,0-1 0,1 1 1,-1 0-1,1-1 0,-1 1 1,1 0-1,0 0 0,-1 0 1,1 0-1,0 1 0,-1-1 1,1 0-1,0 1 0,0-1 1,0 1-1,0 0 0,0-1 1,0 1-1,-1 0 0,1 0 1,0 0-1,0 1 0,0-1 0,0 0 1,0 1-1,0-1 0,3 2 1,-4-2-92,0 1 0,0-1-1,0 0 1,0 0 0,0 0 0,1 0 0,-1 0 0,0 0 0,0 0 0,0 0 0,0 0 0,0-1 0,0 1-1,0 0 1,0-1 0,2 0 0,2-1 37,82-22 888,-59 15-674,53-10-1,-40 12-73,96-10 39,64 3-89,254-15-13,-424 26-60,-3 1-98,43 1 0,70-1 76,91 1 661,-53-10 78,-42 3-647,142-4-62,3 4-40,-191 8-80,134-3 6,-164 3 65,97 13 0,-134-11-17,367 38 0,-9-4 52,-191-22-57,-74-7-5,170 7-83,5-11 105,-256-3 2,174-4 28,88 2-11,-3-2-197,-245 2 107,499-44-182,-223 18 181,0 27-35,-167 2 46,20 2 136,-25 0-125,-41-1 32,-43-1-97,148-4 192,257-6 11,-438 9-110,189-9 192,-1 1 1,282-4-112,-344 12-100,263 3 14,-24-2-316,-209-2 206,43-7 105,-68 1-12,77-1-52,325 8 20,-212 20-31,-209-8 92,669 36 145,-657-47-543,-160-1 275,0 0-1,0 0 1,1 0 0,-1 0-1,0 0 1,0 0 0,0-1-1,0 1 1,0 0 0,1 0-1,-1-1 1,0 1 0,0-1-1,0 1 1,0-1 0,0 1-1,0-1 1,0 0 0,1-1-1,-2 2 11,0-1 0,1 0 0,-1 1 0,0-1 0,0 0 0,0 0 0,1 1 0,-1-1 0,0 0 0,0 0 0,0 1 0,0-1 0,0 0 0,-1 0 0,1 0 0,0 1 0,0-1 0,0 0 0,-1 1 0,0-2 0,-1-4-706,-1 1 0,0 0 0,-1 0 0,-7-8 0,10 12 642,-22-21-5583,-3-1-3252</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49:16.721"/>
    </inkml:context>
    <inkml:brush xml:id="br0">
      <inkml:brushProperty name="width" value="0.035" units="cm"/>
      <inkml:brushProperty name="height" value="0.035" units="cm"/>
    </inkml:brush>
  </inkml:definitions>
  <inkml:trace contextRef="#ctx0" brushRef="#br0">3 326 7209,'-3'-6'9706,"6"2"-4164,14-3-2961,10 2-4967,-14 4 3857,153-8-970,209 15-1,63 1-451,-262-8-66,-118 0 22,415 14-17,-194-5 29,-60-3 0,-44 3-11,123 7 31,-33-4-79,37 1 134,-184-9-124,149-3 110,61 0-121,-116-6 9,-94 0 27,221-15 1,-257 15 8,129-5 18,-102 5-63,-71 2 35,58 2 0,43 1 10,4 1 17,9-1 41,-60-1 45,66-2-196,46 0 77,-61 5-49,62 3 33,35 5 45,101-3-23,-256-6 6,439-13 58,73-6-144,9-1 80,115-9-257,-635 24 330,35-1-118,135-7 76,-56 2-61,-51 1 53,0 0 2,327-15 172,-334 16-146,154-5 452,-204 11-108,-44 1 50,6-1 643,91 7 1,-141-3-889,-2-1-71,27 2 97,-26-1 129,0-1-254,34 5-501,-36-5 272,1 0-1,-1 0 1,0 0 0,0-1 0,0 1 0,0 0 0,0-1 0,1 1 0,-1-1-1,0 1 1,0-1 0,0 0 0,0 1 0,-1-1 0,1 0 0,0 0-1,0 0 1,0 0 0,0 1 0,-1-1 0,1 0 0,-1 0 0,1-1 0,0 1-1,-1 0 1,0 0 0,1 0 0,-1-2 0,1 0-268,0 0-1,0-1 1,-1 1 0,1 0-1,-1 0 1,0-1 0,0 1-1,-1-6 1,-2 1-1023,1 1 1,-1-1 0,0 1-1,-7-13 1,6 13-192,-16-25-8248</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05.251"/>
    </inkml:context>
    <inkml:brush xml:id="br0">
      <inkml:brushProperty name="width" value="0.035" units="cm"/>
      <inkml:brushProperty name="height" value="0.035" units="cm"/>
    </inkml:brush>
  </inkml:definitions>
  <inkml:trace contextRef="#ctx0" brushRef="#br0">1 17 7557,'0'0'10433,"2"-1"-10033,0-1-321,0 0-1,1 0 0,-1 1 1,1 0-1,0-1 0,-1 1 1,1 0-1,0 0 1,0 0-1,-1 1 0,1-1 1,0 1-1,0-1 0,0 1 1,0 0-1,0 0 0,0 1 1,0-1-1,0 0 0,4 2 1,23 4 265,1-2 0,43 0 1,32 4 31,-31-2-208,200 5 124,67 4-248,76 2 61,-79-7-93,-238-8 6,377 4-99,37-16 76,-102-12 78,-41 2-15,-230 14-101,380-8 79,-426 14-23,345 5 43,-284-1-62,135 7-14,-163-3 32,103 10 39,230 11-32,-417-27-13,411-10 14,-272 2 26,-20 1 4,324-1 43,15 14 160,-309-8-1013,-208-6-2101,4 0 1577,-35-9-4403,-15 8-3452</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07.432"/>
    </inkml:context>
    <inkml:brush xml:id="br0">
      <inkml:brushProperty name="width" value="0.035" units="cm"/>
      <inkml:brushProperty name="height" value="0.035" units="cm"/>
    </inkml:brush>
  </inkml:definitions>
  <inkml:trace contextRef="#ctx0" brushRef="#br0">0 4175 5857,'18'-5'1229,"-30"-2"532,6 5 5435,8 1-6518,17-9 532,-17 9 516,1 2-1249,7 3-191,0-1 0,1 0 0,0-1 0,0 0 0,-1-1 0,17 0-1,70-7 280,-30 1-337,190-18-16,-212 16-188,-1-2-1,-1-2 1,63-23-1,-31 3 55,73-41-1,80-72-77,-15-18-36,-200 152 22,202-185 29,-78 35-8,-76 84 19,13-22 7,98-172-1,-107 161-13,108-217 29,-74 91 192,-43 96-23,20-71-92,-11 27-144,2-11-31,19-46 16,23-30 112,-81 204-91,90-185-10,-96 208 38,-12 22-47,16-25 0,5 0 31,1 3 1,2 0-1,2 2 1,51-44-1,36-13-9,-103 84-6,1 2 0,-1 0-1,2 1 1,36-12 0,10-1-21,-35 11 4,0 2 0,35-7 1,-32 12 32,0-2-8,1 3-1,52-2 1,-68 7-1,1 1-1,0 1 1,40 9 0,-49-8 9,0 1 0,0 0 0,-1 0 0,1 1 0,-1 1 0,0 0 0,14 10 0,20 12 16,-20-12-25,25 19 0,-9-2 42,-4-4-32,32 33 1,-57-49 10,-2-3-2,0 1 0,-1 0 0,0 1 0,10 16 0,0 11-7,26 69 0,-31-68-23,36 67 0,34 51 2,-5-8 20,98 143-18,-70-114 82,-63-97-112,-30-52 76,23 33 0,50 72-59,22 29 35,-57-91-1,-3 2-1,-3 2 1,45 100 0,-59-101 9,4-2 1,3-2 0,54 74 0,-63-105-43,-2 2 0,-2 2 0,-2 0 0,38 95 0,-57-127 29,0 0 0,0 0-1,16 22 1,8 15-14,-22-38 26,0 1 1,18 22 0,-16-23-15,0 1 0,9 16 1,20 31 20,-27-44-28,17 31 0,-22-35 15,0-1 0,1 0 0,0 0 0,10 9-1,8 11-29,-16-20 43,0 0 1,1-1 0,12 10-1,-12-10-28,1 0 1,-2 0-1,11 14 1,0 0 46,47 43 0,-42-43 4,39 46 1,-36-38 17,1-2-1,38 32 0,-44-41-71,-2-4 77,0-1 0,1-1 0,41 20-1,-9-5 5,-26-15 37,1 0 0,55 17 0,68 9 156,33-8 52,-61-13-110,6 0 70,42 8 93,-71-11-1616,-125-38-3301,-21-8-2020,-9 2-4317</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08.169"/>
    </inkml:context>
    <inkml:brush xml:id="br0">
      <inkml:brushProperty name="width" value="0.035" units="cm"/>
      <inkml:brushProperty name="height" value="0.035" units="cm"/>
    </inkml:brush>
  </inkml:definitions>
  <inkml:trace contextRef="#ctx0" brushRef="#br0">20 0 10165,'0'0'12696,"-1"2"-12471,-3 11-96,0-1-1,1 1 0,0-1 1,1 1-1,1 0 1,-1 13-1,7 80 306,-1-50-301,-3-39-108,1-1-1,1 0 1,0 0-1,9 25 1,3-1-3330,-20-48-3051,2 4 3890,-6-8-7098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09.132"/>
    </inkml:context>
    <inkml:brush xml:id="br0">
      <inkml:brushProperty name="width" value="0.035" units="cm"/>
      <inkml:brushProperty name="height" value="0.035" units="cm"/>
    </inkml:brush>
  </inkml:definitions>
  <inkml:trace contextRef="#ctx0" brushRef="#br0">1 621 7513,'0'0'10340,"2"-1"-9543,18-10 90,-7 4-533,-1 0-1,0-1 0,-1 0 1,0 0-1,15-16 0,-10 4-226,-1 0-1,0-2 1,-2 1-1,-1-2 1,0 0-1,-2 0 1,-1-1 0,9-33-1,-4-35 3,-13 89-129,0-2-65,-1 4 64,0 0 0,0 0 0,1-1 0,-1 1 0,0 0 0,0 0 0,1 0-1,-1 0 1,0 0 0,1 0 0,-1 0 0,1 1 0,0-1 0,-1 0 0,1 0 0,0 0 0,-1 0 0,3-1 0,17 15 12,-12-7-19,1 0-1,-1-1 1,1 0 0,0-1 0,1 0 0,-1 0-1,1-1 1,0-1 0,12 3 0,-17-4-81,-1-1 0,0 1 0,1-1 0,-1 0 1,1 0-1,-1-1 0,0 1 0,1-1 0,-1 0 0,0 0 1,1-1-1,-1 1 0,0-1 0,0 0 0,0 0 0,0 0 1,-1-1-1,1 1 0,-1-1 0,6-5 0,-4 1 132,0-1-1,0 1 1,0-1-1,-1-1 1,0 1-1,4-14 1,-7 19 129,0 1 10,6-22 178,-6 21-85,7-11-24,9-21 381,-16 32-570,0 1-72,0-1-14,0 0-1,0 1 0,0-1 0,1 0 0,-1 1 1,1-1-1,0 1 0,0-1 0,0 1 0,0 0 1,0 0-1,0 0 0,5-3 0,-5 4-228,-13-12-3885,9 10 3328,-2-2-32,-2 2-5071,-8-2-1925</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09.945"/>
    </inkml:context>
    <inkml:brush xml:id="br0">
      <inkml:brushProperty name="width" value="0.035" units="cm"/>
      <inkml:brushProperty name="height" value="0.035" units="cm"/>
    </inkml:brush>
  </inkml:definitions>
  <inkml:trace contextRef="#ctx0" brushRef="#br0">0 583 6049,'4'-8'1334,"-1"1"0,1 0 0,0 0 0,1 0 0,5-7 0,-8 12-172,-1-6-770,0 0-1,0 0 0,1 1 0,0-1 1,0 0-1,1 1 0,0-1 0,4-6 1,9-27 179,11-34-241,21-69-465,-5-16 1389,-38 141-634,-1 4-634,1 30-34,2 61-17,-5-46 88,1-1 0,1 0-1,9 29 1,-11-54-4,0 1 0,0-1 0,0 0 0,1 0-1,0 0 1,-1 0 0,2-1 0,-1 1 0,0-1-1,1 0 1,-1 0 0,9 5 0,-6-3 42,1-1 1,0-1-1,0 1 0,0-1 1,0 0-1,0-1 0,9 2 1,-13-3-43,0-1 1,0-1 0,-1 1 0,1 0-1,0-1 1,0 1 0,-1-1 0,5-1 0,13-3 69,-16 5-80,0-1 0,0 0 0,0 0 0,0 0 0,0 0 0,0-1 0,0 0 0,-1 0 0,1 0 0,0 0 0,-1 0 0,0-1 0,1 0 0,-1 1 0,0-1 0,0 0 0,-1-1 0,1 1 0,-1 0 0,3-5 0,-1 0-30,0 0-1,0 0 1,-1 0 0,0 0 0,-1-1-1,0 1 1,0-1 0,1-14-1,2-16-61,-4 31 60,1-1 0,-2 1 0,1-1 1,-2-16-1,1 22 75,0 0 11,2-5-41,0-6 34,2 28-26,-1-1-1,0 0-1,0 0 1,1 0-1,0-1 1,1 1-1,1-1 1,0 0-1,11 16 1,-13-23-22,-1 0 0,1-1 0,0 0 0,0 0 1,1 0-1,-1 0 0,1 0 0,0-1 0,9 5 0,-11-7-45,1 1 0,0-1 0,0 0 0,0 0 0,0 0-1,0-1 1,0 0 0,0 1 0,0-1 0,0 0 0,0-1 0,0 1 0,0-1 0,0 0-1,5-2 1,0 1-419,-1-2-1,1 1 0,-1-1 0,0-1 0,-1 1 0,1-1 0,-1-1 1,0 1-1,0-1 0,0 0 0,-1-1 0,8-9 0,9-19-4685,-2-5-2863</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1.444"/>
    </inkml:context>
    <inkml:brush xml:id="br0">
      <inkml:brushProperty name="width" value="0.035" units="cm"/>
      <inkml:brushProperty name="height" value="0.035" units="cm"/>
    </inkml:brush>
  </inkml:definitions>
  <inkml:trace contextRef="#ctx0" brushRef="#br0">87 1 3956,'15'3'3177,"-15"6"2966,-3 2-3739,3 4-3377,4 31 1784,-3 0 1,-4 50-1,1-1-413,-7 354 689,0-206-873,1 7 28,1-104-190,-9 138 144,-7 42 278,5-16-167,15-245-254,-3 224 192,14-102-200,-6-108-142,-2-53 105,1 0 1,0-1-1,7 31 1,-6-43 7,0 0 0,-1 0 1,-1 0-1,-2 25 1,0 13-10,3-35-10,1 115 35,-8 124 4,0 296 246,18-394 97,-11-128-206,2 1 0,7 33 0,2 25 202,-8-55-228,-3-24-8,1 1 1,-2-1-1,1 1 1,-1-1-1,-2 12 0,1-18 368,-7-18-645,6 11 25,1 0 0,-1 0 0,1 0 0,0-1 0,0 1 0,1 0 0,-1-1 0,1 1 1,0-6-1,-3-25-1487,-4-8-192,-3-16-1726,1 20-1655,1 5-2083</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2.925"/>
    </inkml:context>
    <inkml:brush xml:id="br0">
      <inkml:brushProperty name="width" value="0.035" units="cm"/>
      <inkml:brushProperty name="height" value="0.035" units="cm"/>
    </inkml:brush>
  </inkml:definitions>
  <inkml:trace contextRef="#ctx0" brushRef="#br0">4 1 6161,'0'0'9558,"3"0"-9123,20 8 394,-22-8-801,0 1-1,-1-1 1,1 1 0,0 0 0,-1-1 0,1 1-1,-1 0 1,1 0 0,-1-1 0,0 1-1,1 0 1,-1 0 0,0 0 0,0 0 0,1-1-1,-1 1 1,0 0 0,0 0 0,0 1 0,0-1 35,3 15 154,-1 0 1,0 0 0,-1 0 0,-2 25 0,0-11-78,1 22 255,-11 88 1,-17 250 547,24-296-767,3 320 328,4-301-470,8 105 231,11 0 41,4 29-7,19 379 34,-41-518-311,-1-74 3,-2-20-12,0 0 0,-2 22 0,0-20-14,1 1-1,0 0 1,4 25-1,-2-20 19,0 34 0,-1-20-24,1 0 0,8 41 0,3 41 9,-7 253-36,-6-343 17,4 63 40,1 17 17,-7 37-18,-2 44 43,1-25-32,-1 8-24,2-109 104,2-60-85,0 1 3,1 0-24,-5 32 9,2-25-21,0 1 6,0-1 0,-1 1-1,0 0 1,-8 16-1,11-28-73,0 1 0,0-1 0,0 0-1,0 0 1,0 1 0,0-1 0,0 0-1,0 1 1,0-1 0,0 0 0,-1 0-1,1 1 1,0-1 0,0 0 0,0 0-1,0 0 1,0 1 0,-1-1 0,1 0 0,0 0-1,0 0 1,0 1 0,-1-1 0,1 0-1,0 0 1,0 0 0,-1 0 0,1 0-1,0 1 1,0-1 0,-1 0 0,1 0-1,0 0 1,-1 0 0,1 0 0,0 0-1,0 0 1,-1 0 0,1 0 0,0 0-1,-1 0 1,-8-13-1448,-5-30-458,12 37 1266,-8-40-4173,4-9-2866</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4.896"/>
    </inkml:context>
    <inkml:brush xml:id="br0">
      <inkml:brushProperty name="width" value="0.035" units="cm"/>
      <inkml:brushProperty name="height" value="0.035" units="cm"/>
    </inkml:brush>
  </inkml:definitions>
  <inkml:trace contextRef="#ctx0" brushRef="#br0">1 395 5240,'0'0'7196,"1"2"-6559,0-1-269,10 14 233,-7-7 5124,16-25-4341,-18 15-1197,10-4 53,9-9 79,-4-3-124,-13 14-162,0 0 1,0-1-1,0 1 0,-1-1 1,1 0-1,-1 0 1,3-7-1,12-22 16,-12 24-49,0-1 1,-1-1-1,0 1 1,3-13-1,5-19-23,-7 26 12,-1-1-1,0 1 1,1-23-1,-1-9 136,-4 46 287,-2 0-1252,1-6 852,-2-7-233,-1 14 121,-2 10 80,2-3 19,1 0 0,0 1 0,0 0 1,1-1-1,0 1 0,0 0 0,0 0 0,0 0 0,1 0 1,0 0-1,1-1 0,-1 1 0,2 7 0,0 37 2,-2-45 8,0-1 0,0 1 0,1 0 0,0-1 0,-1 1 0,2-1 0,-1 1 0,0-1 0,1 0-1,0 1 1,0-1 0,0 0 0,0 0 0,1 0 0,0-1 0,0 1 0,0 0 0,0-1 0,0 0 0,5 3 0,-4-2-18,0-1-1,1 0 1,-1 0-1,1 0 1,0-1 0,0 0-1,0 0 1,0 0-1,0 0 1,0-1 0,0 0-1,1 0 1,-1-1 0,0 1-1,1-1 1,-1 0-1,7-1 1,-3-1-64,3 1-102,-1-1 0,1-1 0,-1 0 0,22-8 0,-30 9 145,1 0 0,-1 0 0,0 0 0,0-1 0,0 1 0,0-1 0,-1 1 1,1-1-1,-1 0 0,1 0 0,-1 0 0,0-1 0,0 1 0,0 0 0,-1-1 0,1 1 0,-1-1 1,0 1-1,1-7 0,9-88-195,-11 94 287,1 0-1,-1-1 0,0 1 1,-1 0-1,0-7 0,-1 1 125,2 6 744,1 2-681,4-25 98,-5 24-42,0 7-241,1 12-46,0-1 1,1 0-1,1 0 1,0 0-1,1 0 1,1 0 0,0-1-1,1 0 1,0 0-1,1 0 1,12 17-1,-12-23-140,1 0-1,-1-1 0,1 0 1,0 0-1,1-1 0,0 0 0,0-1 1,0 1-1,19 6 0,-20-9-948,-1-1-1,1 1 1,-1-2 0,1 1-1,0-1 1,0-1-1,0 1 1,12-2-1,4-4-7559</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5.146"/>
    </inkml:context>
    <inkml:brush xml:id="br0">
      <inkml:brushProperty name="width" value="0.035" units="cm"/>
      <inkml:brushProperty name="height" value="0.035" units="cm"/>
    </inkml:brush>
  </inkml:definitions>
  <inkml:trace contextRef="#ctx0" brushRef="#br0">1 0 10953,'7'14'13382,"8"-20"-11933,1 3-405,0 2 0,0 0 0,0 1-1,18 2 1,6-1-91,98 1-1422,-111-6-2953,-24 3 682</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5.507"/>
    </inkml:context>
    <inkml:brush xml:id="br0">
      <inkml:brushProperty name="width" value="0.035" units="cm"/>
      <inkml:brushProperty name="height" value="0.035" units="cm"/>
    </inkml:brush>
  </inkml:definitions>
  <inkml:trace contextRef="#ctx0" brushRef="#br0">21 11 7273,'-7'-11'2540,"7"19"708,1-5-2921,-1 0 0,0 1 0,0-1-1,0 0 1,0 0 0,0 0 0,-1 0-1,-1 4 1,-1 5 139,1-1 1,-1 0-1,2 1 0,0 0 0,0-1 0,2 21 1,-1-15-109,7 112 1048,2-12-4016,-9-113 329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6.139"/>
    </inkml:context>
    <inkml:brush xml:id="br0">
      <inkml:brushProperty name="width" value="0.035" units="cm"/>
      <inkml:brushProperty name="height" value="0.035" units="cm"/>
    </inkml:brush>
  </inkml:definitions>
  <inkml:trace contextRef="#ctx0" brushRef="#br0">81 165 7861,'-29'16'3296,"26"-15"-950,1 6-1762,0 0 1,0 0 0,-1 0-1,0 0 1,0-1 0,0 1-1,-1-1 1,0 0 0,-6 7-1,-1 4 202,10-15-696,1 1-1,0-1 1,-1 0-1,1 1 1,1-1-1,-1 1 1,0-1-1,1 1 0,-1-1 1,1 0-1,-1 1 1,1-1-1,2 4 1,-2-4 57,0 1 239,-1 15 332,0-16-655,0 0 0,0 0 1,0 0-1,1 0 0,-1-1 0,1 1 0,-1 0 0,1 0 0,0 0 0,0-1 0,0 1 0,0 0 0,0-1 0,0 1 0,0-1 0,0 1 0,1-1 0,-1 0 0,0 1 0,1-1 0,-1 0 0,1 0 0,0 0 0,-1 0 0,1 0 1,2 0-1,26 6 579,-9-4-285,-9-1-223,1 0 1,0 0-1,20-1 0,23 3-728,-53-3 230,31-9-1701,-34 7 1941,0 0 0,0 0 0,0 0 0,1 0 0,-1 0 0,0 0 0,0 0 1,-1 0-1,1 0 0,0 0 0,0 0 0,0 0 0,-1 0 0,1 1 0,0-1 0,-1-1 1,-1-1-69,1 0 0,0 0 1,-1 0-1,0 1 1,0-1-1,0 1 0,0 0 1,0-1-1,0 1 0,0 0 1,-1 0-1,1 0 1,-4-1-1,-8-9-399,-19-19-704,-45-49 2651,33 38 2841,35 30-3312,9 11-707,1 1-1,-1 0 1,1-1-1,-1 1 1,1-1-1,-1 1 0,1-1 1,-1 0-1,1 1 1,-1-1-1,1 1 1,0-1-1,-1 0 1,1 1-1,0-1 1,0 0-1,-1 1 0,1-1 1,0 0-1,0 0 1,0 1-1,0-1 1,0 0-1,0 1 1,0-1-1,0 0 1,0 0-1,0 1 0,1-1 1,-1 0-1,0 1 1,0-1-1,1 0 1,-1 1-1,0-1 1,1 0-1,-1 1 1,1-1-1,-1 1 0,1-1 1,0 0-1,1-2-77,1 1 0,-1-1-1,1 1 1,-1 0 0,1 0-1,0 0 1,0 0 0,0 0-1,0 1 1,1-1-1,-1 1 1,4-2 0,47-10 1164,-39 9-1128,30-6-136,51-14 0,-59 15 1,0 1-1,44-2 1,-22 3-36,-56 6-225,15 2-1770,-5-2 108,-40-12-12909,27 13 14819,-15-4-10683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7.698"/>
    </inkml:context>
    <inkml:brush xml:id="br0">
      <inkml:brushProperty name="width" value="0.035" units="cm"/>
      <inkml:brushProperty name="height" value="0.035" units="cm"/>
    </inkml:brush>
  </inkml:definitions>
  <inkml:trace contextRef="#ctx0" brushRef="#br0">6 544 6669,'0'0'60,"1"0"0,-1-1 0,0 1 0,1 0 0,-1 0 1,0 0-1,1 0 0,-1-1 0,0 1 0,0 0 0,1 0 0,-1-1 1,0 1-1,0 0 0,0 0 0,1-1 0,-1 1 0,0 0 1,0-1-1,0 1 0,0 0 0,1 0 0,-1-1 0,0 1 0,0 0 1,0-1-1,0 1 0,0-1 0,0 1 0,-12-4 7494,23-22-4376,-10 23-1687,14-5-308,-11 6-1094,-1 0 0,0 0 0,1-1 0,-1 1-1,0-1 1,0 0 0,0 0 0,-1 0 0,1 0 0,-1 0-1,0 0 1,1-1 0,0-3 0,5-6 157,63-110-78,-33 32-399,-17 38 34,-17 43 149,-1-1 0,0 1 1,2-18-1,3-10-38,-7 36 83,-1-1-1,1 1 1,-1-1-1,0 1 1,0-1-1,0 1 0,0-1 1,-1 1-1,1-1 1,-1-2-1,-1-6 80,-3-20 15,5 28 4,-2 5-131,0 0 28,0 0 0,1 0 1,-1 0-1,1 1 0,-1-1 0,1 0 1,0 1-1,-2 4 0,3-7 8,-13 48 5,6-19-44,3-20 47,4-4-7,0 27 15,0-28-14,0 0 0,1 0 0,-1 0 0,1 0 0,-1 0 0,1 0 0,0 0 0,1 0 0,-1-1 0,1 1 0,-1 0 0,1-1 0,0 1 0,1-1 0,-1 0 0,1 1 0,-1-1 0,1 0 0,0-1 0,0 1 0,0 0 0,0-1-1,7 4 1,6 5-167,1-1-1,1-1 0,32 12 1,-47-20-67,-2-2-44,0 1 251,0 0 0,0 0 0,0 0 0,0-1 0,0 1 0,0 0 0,0 0 0,0 0 0,0 0 0,-1 1 0,1-1 0,0 0 0,0 0 0,0 1 0,0-1 0,0 0 0,0 1 0,0-1 0,1 1 0,8 3-246,-8-8 121,4-8 31,-3 5 18,0 0-1,0-1 0,4-12 1,7-27-52,-11 38 473,1-1-1,-1 1 0,-1-1 1,0 0-1,1-19 0,-4 28-189,1-1 0,-1 0 0,0 1 0,0-1 0,0 1 0,0-1 0,0 1 0,0-1 0,-1 1 0,1 0 0,0 0 0,-3-2 0,2 10-126,0-1 0,0 1 1,1-1-1,-1 1 1,2 0-1,-1 0 1,1-1-1,0 1 1,0 0-1,0 0 1,1 0-1,0-1 1,1 1-1,0 0 1,0-1-1,5 13 1,2 0-264,0 0-1,2 0 1,0-1 0,18 23-1,-24-33-181,1-1 0,1 0-1,0 0 1,10 9-1,-13-14-489,0 1-1,0-1 0,-1 0 1,1 0-1,0 0 1,1-1-1,-1 0 0,5 2 1,17 0-8097</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7.917"/>
    </inkml:context>
    <inkml:brush xml:id="br0">
      <inkml:brushProperty name="width" value="0.035" units="cm"/>
      <inkml:brushProperty name="height" value="0.035" units="cm"/>
    </inkml:brush>
  </inkml:definitions>
  <inkml:trace contextRef="#ctx0" brushRef="#br0">0 31 17430,'14'23'9661,"-11"-25"-7997,-1 1-1467,0-1 30,0 1 0,0 0 0,0 0 0,0 0 0,0 1 0,0-1 0,0 0 0,0 1 0,2-1 0,48 2 1313,-6 1-1915,-45-2 198,0 0 0,0-1 1,0 1-1,0 0 0,0-1 0,0 1 0,-1 0 1,1-1-1,0 1 0,0-1 0,0 1 0,-1-1 0,1 1 1,0-1-1,-1 0 0,1 1 0,-1-1 0,1 0 1,0 0-1,-1 0 0,0 1 0,1-1 0,-1 0 1,1-1-1,4-16-2426,-5 9 1299,-1 6-1187</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18.525"/>
    </inkml:context>
    <inkml:brush xml:id="br0">
      <inkml:brushProperty name="width" value="0.035" units="cm"/>
      <inkml:brushProperty name="height" value="0.035" units="cm"/>
    </inkml:brush>
  </inkml:definitions>
  <inkml:trace contextRef="#ctx0" brushRef="#br0">162 199 11553,'-10'-12'1370,"8"9"1064,1 5-2024,-18 19 213,0-1-1,-33 26 1,45-40-126,3-3-189,1 0-1,-1 0 0,1 1 0,0-1 1,0 1-1,1 0 0,-3 4 1,4-5 200,3 14 576,-1-13-817,0-1 1,0 1-1,1-1 1,-1 1-1,1-1 1,-1 0 0,1 0-1,0 0 1,4 5-1,-5-7-196,-1-1-1,1 1 1,0-1-1,-1 1 1,1-1-1,0 0 0,-1 1 1,1-1-1,0 0 1,0 1-1,-1-1 1,1 0-1,0 0 1,0 0-1,0 0 0,-1 0 1,3 0-1,1 1 146,13 3 443,0 0 0,20 1 1,-19-2-395,-15-3-154,-1 0-419,17-8-740,-18 8 983,-1 0 1,0-1-1,0 1 1,1 0-1,-1-1 1,0 1-1,0 0 0,0-1 1,1 1-1,-1 0 1,0-1-1,0 1 1,0 0-1,0-1 1,0 1-1,0-1 1,0 1-1,0 0 1,0-1-1,0 1 0,0 0 1,0-1-1,0 1 1,0-1-1,0 1 1,-1 0-1,1-1 1,0 1-1,0-1 1,-4-3-754,1 0 0,-1-1 0,0 2 0,0-1 0,-9-6 0,12 9 701,-68-53-3269,56 37 3766,12 16-258,0-1 1,0 0 0,0 0-1,-1 0 1,1 1 0,0-1 0,-1 1-1,0-1 1,1 1 0,-4-2-1,0 0 414,0 0 0,0 0 0,0-1 0,0 1 0,1-1 0,-6-6 0,9 10-432,0-1 0,1 0 0,-1 0 0,1 0 0,-1 0 0,1 0 0,-1 0 0,1 0 0,-1 0 0,1 0 0,0 0 0,0 0 0,0 0 0,-1 0 0,1 0 0,0 0 0,0 0 0,0 0 0,1 0 0,-1 0 0,0 0 0,0 0 0,0 0 0,1 0 0,-1 0 0,1 0 0,-1 0 0,1 0 0,-1 0 0,1 0 0,-1 0 0,1 0 0,0 0 0,-1 1 0,1-1 0,0 0 0,0 1 0,0-1 0,0 0 0,0 1 0,-1-1 0,1 1 0,2-1 0,23-13 1030,0 1 1,0 2 0,1 0-1,47-10 1,81-22-1091,-151 42-194,0 0-1,0 0 1,-1 0-1,1 0 1,0 0-1,-1-1 1,1 1 0,-1-1-1,7-4 1,-10 5 35,0 0-1,0 1 1,1-1 0,-1 0-1,0 1 1,0-1 0,0 0-1,0 1 1,0-1 0,0 0-1,0 1 1,0-1 0,0 0-1,0 1 1,0-1 0,0 0-1,-1 1 1,1-1 0,0 0-1,0 1 1,-1-1 0,1 1-1,0-1 1,-1 0 0,1 1-1,-1-1 1,0 0 0,0 0-94,1-1-260,-1 1 1,0-1-1,0 1 1,0 0-1,0 0 1,0-1 0,0 1-1,0 0 1,0 0-1,-3-2 1,-12-3-6315,-16-4-6122</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3.109"/>
    </inkml:context>
    <inkml:brush xml:id="br0">
      <inkml:brushProperty name="width" value="0.035" units="cm"/>
      <inkml:brushProperty name="height" value="0.035" units="cm"/>
    </inkml:brush>
  </inkml:definitions>
  <inkml:trace contextRef="#ctx0" brushRef="#br0">47 966 3408,'-1'0'136,"-1"0"-1,1 1 0,0-1 0,0 0 1,0 0-1,0 1 0,0-1 0,0 0 1,0 1-1,0-1 0,0 1 1,0-1-1,0 1 0,0 0 0,0-1 1,0 1-1,0 0 0,0 0 0,0 0 1,1 0-1,-1-1 0,0 1 1,1 0-1,-1 0 0,1 0 0,-1 0 1,1 1-1,-1-1 0,1 0 0,0 0 1,0 0-1,-1 2 0,0 1-278,0-1 3454,-1-2-2657,-14 5 6549,21-13-2926,5-4-5676,1 0 1750,1 1 1,0 0-1,1 0 0,18-10 0,63-29 1080,-45 24-798,564-277 3151,330-112-2486,-821 367-1487,48-21-217,-161 64 140,0 0-1,1 1 1,17-4-1,10 4-4487,-45 18 1697,4-8 1687,0 0 0,-1 0 0,1 0-1,-2-1 1,1 0 0,0 0 0,-12 9 0,-8 7-5890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3.709"/>
    </inkml:context>
    <inkml:brush xml:id="br0">
      <inkml:brushProperty name="width" value="0.035" units="cm"/>
      <inkml:brushProperty name="height" value="0.035" units="cm"/>
    </inkml:brush>
  </inkml:definitions>
  <inkml:trace contextRef="#ctx0" brushRef="#br0">1 869 5368,'0'0'82,"0"1"-1,1 0 0,-1-1 1,0 1-1,1-1 0,-1 1 1,1 0-1,-1-1 0,1 1 1,-1-1-1,1 1 0,-1-1 1,1 0-1,-1 1 0,1-1 1,0 0-1,-1 1 0,1-1 1,0 0-1,-1 1 0,1-1 1,1 0-1,8-9 2338,7-6-93,86-48 4420,420-185-933,661-163-5295,-1092 381-803,109-30-764,-136 35-197,-63 24 1115,0 1 0,0-1 0,0 0 0,0 0 0,0 0 0,0 0 0,0 0 0,0-1 0,-1 1 0,3-2 0,0 0-207,-2 1-413</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4.176"/>
    </inkml:context>
    <inkml:brush xml:id="br0">
      <inkml:brushProperty name="width" value="0.035" units="cm"/>
      <inkml:brushProperty name="height" value="0.035" units="cm"/>
    </inkml:brush>
  </inkml:definitions>
  <inkml:trace contextRef="#ctx0" brushRef="#br0">3 904 5673,'-1'-1'88,"1"1"0,0-1 0,0 1 0,0-1 1,-1 1-1,1-1 0,0 1 0,0-1 0,0 1 0,0-1 1,0 1-1,0-1 0,0 1 0,0-1 0,0 1 1,0-1-1,0 1 0,0-1 0,0 1 0,1-1 1,-1 1-1,0-1 0,0 1 0,0-1 0,1 1 1,-1-1-1,0 1 0,1-1 0,-1 1 0,0 0 1,1-1-1,-1 1 0,1 0 0,-1-1 0,1 1 1,-1 0-1,0-1 0,1 1 0,-1 0 0,1 0 1,-1 0-1,1 0 0,-1-1 0,1 1 0,-1 0 1,1 0-1,0 0 0,-1 0 0,1 0 0,-1 0 1,1 0-1,-1 0 0,1 0 0,-1 1 0,1-1 1,-1 0-1,2 0 0,2 1-284,5-3 828,0 1-1,0-1 0,0-1 0,0 0 0,0 0 1,-1-1-1,1 0 0,13-8 0,11-5 454,207-113 3468,-64 32-2449,191-65 416,10 25-1455,-14 5-774,-29 15-1772,-269 99 755,-39 13-215,24-11 1,-18 5-1912,-29 11 1547</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4.620"/>
    </inkml:context>
    <inkml:brush xml:id="br0">
      <inkml:brushProperty name="width" value="0.035" units="cm"/>
      <inkml:brushProperty name="height" value="0.035" units="cm"/>
    </inkml:brush>
  </inkml:definitions>
  <inkml:trace contextRef="#ctx0" brushRef="#br0">0 1097 7921,'2'-1'1889,"77"-37"4897,43-31-3422,-56 30-2158,591-280 5109,78 35-4360,-436 174-1620,176-57-1216,-285 109-2545,-177 52 4484,-3 0-6555,-32 8-5604,-13 9 4161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5.060"/>
    </inkml:context>
    <inkml:brush xml:id="br0">
      <inkml:brushProperty name="width" value="0.035" units="cm"/>
      <inkml:brushProperty name="height" value="0.035" units="cm"/>
    </inkml:brush>
  </inkml:definitions>
  <inkml:trace contextRef="#ctx0" brushRef="#br0">26 1051 6541,'0'0'1220,"-2"1"-173,-22 12 4242,26-14-4267,5-1-221,1-1 0,-1 1 1,15-2-1,14-5 354,40-30 875,17-2-118,339-146 2530,471-169-1995,-393 155-2050,-352 138-539,-88 34 54,0 0-1788,100-28-1,-99 35-2519,-28 2-1905</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5.497"/>
    </inkml:context>
    <inkml:brush xml:id="br0">
      <inkml:brushProperty name="width" value="0.035" units="cm"/>
      <inkml:brushProperty name="height" value="0.035" units="cm"/>
    </inkml:brush>
  </inkml:definitions>
  <inkml:trace contextRef="#ctx0" brushRef="#br0">1 988 8785,'0'0'1537,"2"-2"-245,13-7 196,1 0 1,0 0-1,0 2 1,20-7-1,20-9-218,538-222 6524,-404 172-6740,711-250 888,-292 131-3544,-444 138-750,-98 28-2845,-100 24-4990,8 6 1393</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6.003"/>
    </inkml:context>
    <inkml:brush xml:id="br0">
      <inkml:brushProperty name="width" value="0.035" units="cm"/>
      <inkml:brushProperty name="height" value="0.035" units="cm"/>
    </inkml:brush>
  </inkml:definitions>
  <inkml:trace contextRef="#ctx0" brushRef="#br0">1 915 7129,'0'0'8814,"4"0"-7469,1-1-968,0 1-128,-1 0 1,0-1-1,1 0 0,-1 0 1,0 0-1,0 0 0,0-1 0,0 0 1,0 0-1,0 0 0,0 0 1,3-3-1,43-27 1866,1 2 0,83-35 0,-111 55-1783,740-309 4593,139 6-4666,-759 272-1130,105-33-1630,-241 72 2096,0 0 0,0 1 1,0-1-1,0 1 1,0 0-1,11 1 0,-14 0-545,-13 3-6851,1 1 6774,-1-2 1,-17 4-1,15-4 173,0 1 0,-18 6-1,-41 17-4032,36-9 590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6.429"/>
    </inkml:context>
    <inkml:brush xml:id="br0">
      <inkml:brushProperty name="width" value="0.035" units="cm"/>
      <inkml:brushProperty name="height" value="0.035" units="cm"/>
    </inkml:brush>
  </inkml:definitions>
  <inkml:trace contextRef="#ctx0" brushRef="#br0">0 800 10061,'0'0'4066,"2"0"-2392,20-13 1728,24-17 0,-22 13-2124,26-13 0,62-28 903,356-173 2875,139-24-4687,-520 222-545,43-18-639,-71 30-1671,-4 3-2993,-34 6 1769,-19 11 1999,2-6-2327,-3 6 3983,-1 1 1,0 0-1,1-1 1,-1 1-1,0 0 0,0-1 1,1 1-1,-1 0 1,0-1-1,0 1 1,1-1-1,-1 1 0,0 0 1,0-1-1,0 1 1,0-1-1,0 1 0,1-1 1,-1 1-1,0-1 1,0 1-1,0-1 0,0 1 1,-1 0-1,1-1 1,0 1-1,0-1 0,0 1 1,0-1-1,0 1 1,0 0-1,-1-1 1,1 1-1,0-1 0,0 1 1,-1 0-1,1-1 1,0 1-1,-1 0 0,1-1 1,0 1-1,-1 0 1,1-1-1,0 1 0,-1 0 1,1 0-1,-1-1 1,1 1-1,0 0 1,-1 0-1,1 0 0,-1 0 1,1 0-1,-1 0 1,1 0-1,-1-1 0,-1 1-230,1-1-1,-1 1 0,1 0 1,-1-1-1,1 1 0,-1 0 1,1 0-1,-1 0 0,0 0 1,1 0-1,-1 0 0,1 0 1,-1 1-1,1-1 0,-1 0 1,-2 2-1,-11 4-3114</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8.613"/>
    </inkml:context>
    <inkml:brush xml:id="br0">
      <inkml:brushProperty name="width" value="0.035" units="cm"/>
      <inkml:brushProperty name="height" value="0.035" units="cm"/>
    </inkml:brush>
  </inkml:definitions>
  <inkml:trace contextRef="#ctx0" brushRef="#br0">5 383 9417,'0'-1'214,"-1"0"-1,1 1 1,-1-1 0,1 0-1,-1 0 1,1 0 0,-1 0 0,1 0-1,0 0 1,0 0 0,-1 0-1,1 0 1,0 0 0,0 0 0,0 0-1,0 0 1,0 0 0,0 0-1,1 0 1,-1-1 0,1 0 0,0-1 264,0 0 1,1 0 0,0 0 0,-1 0-1,1 0 1,0 1 0,3-4-1,6-5 935,0 1-1,17-12 0,-22 18-1238,32-23 1630,2 2 0,75-35 0,91-25-8,-110 48-1232,30-14-4191,-123 50 1597</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8.962"/>
    </inkml:context>
    <inkml:brush xml:id="br0">
      <inkml:brushProperty name="width" value="0.035" units="cm"/>
      <inkml:brushProperty name="height" value="0.035" units="cm"/>
    </inkml:brush>
  </inkml:definitions>
  <inkml:trace contextRef="#ctx0" brushRef="#br0">0 316 12197,'0'0'2005,"3"-1"-162,2 1-1326,-3 0-239,1-1 0,0 1 0,0-1 0,0 0 0,0 1 0,0-1-1,0 0 1,-1-1 0,1 1 0,0 0 0,-1-1 0,1 0 0,-1 1 0,4-4 0,3-4 392,1 1 1,1 0-1,0 0 1,0 1-1,0 1 1,1 0 0,17-7-1,1 0 198,202-105 1949,-215 109-3175,1 1 1,23-7-1,-38 14 144,-1 1 0,0-1 0,0 0 0,1 1 0,-1-1 0,0 0 0,0 0 1,0-1-1,0 1 0,0 0 0,0-1 0,-1 1 0,1-1 0,0 0 0,-1 1 0,1-1 0,-1 0 0,3-4 0,-4 3-872,1 0 0,0-1 0,-1 1 0,0 0 0,0-1 0,0 1 0,0-1 0,0 1 0,-2-6 1,2 8 781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29.638"/>
    </inkml:context>
    <inkml:brush xml:id="br0">
      <inkml:brushProperty name="width" value="0.035" units="cm"/>
      <inkml:brushProperty name="height" value="0.035" units="cm"/>
    </inkml:brush>
  </inkml:definitions>
  <inkml:trace contextRef="#ctx0" brushRef="#br0">1 803 5372,'8'1'1056,"-9"-4"-976,0-3 6584,7 1-6047,1 0 0,-1 1 0,1 0 1,0 1-1,0-1 0,1 1 0,7-2 0,11-5 216,1-4 304,36-25 0,7-4 480,213-87 2127,9 19-2200,-190 74-1165,459-154 304,-182 86-3649,-348 98 1721,-1-2 0,52-22-1,-80 30 714,1 0 0,-1-1-1,0 1 1,1-1-1,-1 1 1,0-1 0,0 1-1,-1-1 1,1 0 0,0 0-1,0 0 1,-1 0-1,1-1 1,1-3 0,0 2-2043</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0.514"/>
    </inkml:context>
    <inkml:brush xml:id="br0">
      <inkml:brushProperty name="width" value="0.035" units="cm"/>
      <inkml:brushProperty name="height" value="0.035" units="cm"/>
    </inkml:brush>
  </inkml:definitions>
  <inkml:trace contextRef="#ctx0" brushRef="#br0">10 460 5485,'-8'29'1546,"7"-24"1280,3-9-2027,1 0 1,-1 1-1,1-1 1,0 1-1,0-1 1,7-5-1,-3 4-239,1-1 0,-1 1 0,1 1 0,1-1 0,16-5-1,10-5 359,54-40 901,-2 1-419,274-108 2136,-249 115-2971,84-36-116,-187 80-798,0 1 0,1-1 0,15 0-1,-20 2 92,-4 1 66,0 0-1,0 0 0,0 1 0,-1-1 0,1 0 1,0 0-1,0 1 0,0-1 0,-1 0 0,1 1 1,0-1-1,-1 1 0,1-1 0,0 1 1,-1-1-1,1 1 0,0-1 0,-1 1 0,1 0 1,-1-1-1,1 1 0,-1 0 0,0-1 1,1 1-1,-1 0 0,0 0 0,1 0 0,-1-1 1,0 1-1,0 0 0,0 0 0,1 1 0,-31 18-7850,14-10-412</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1.457"/>
    </inkml:context>
    <inkml:brush xml:id="br0">
      <inkml:brushProperty name="width" value="0.035" units="cm"/>
      <inkml:brushProperty name="height" value="0.035" units="cm"/>
    </inkml:brush>
  </inkml:definitions>
  <inkml:trace contextRef="#ctx0" brushRef="#br0">15 3163 8425,'-5'7'499,"-4"5"3064,12-22-949,15-19 896,-15 26-3257,0 0 0,0-1 1,-1 0-1,1 0 1,-1 0-1,0 0 0,-1 0 1,1 0-1,1-6 1,19-114 1487,4-19-902,63-200-90,-40 163-601,33-107 105,146-339 0,-204 570-288,2 1-1,3 1 0,2 1 0,2 2 1,3 2-1,2 1 0,44-44 0,-31 45 3,2 2 0,3 2 0,1 3-1,1 2 1,3 3 0,75-32 0,402-132-84,-464 175 68,512-136-20,9 37 10,-501 105 57,153-23 60,7-2 33,-153 30-25,-61 11-2391,-43 3 936,-4 2 529,4-2 138,0 0-1,0 0 1,0 0 0,0 0 0,0-1 0,0 1 0,0-1 0,0 0-1,0 0 1,0 0 0,-6-1 0,-13-2-7583</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1.800"/>
    </inkml:context>
    <inkml:brush xml:id="br0">
      <inkml:brushProperty name="width" value="0.035" units="cm"/>
      <inkml:brushProperty name="height" value="0.035" units="cm"/>
    </inkml:brush>
  </inkml:definitions>
  <inkml:trace contextRef="#ctx0" brushRef="#br0">1 50 8145,'3'-3'791,"0"1"-1,0 0 1,0 1 0,0-1 0,0 0-1,0 1 1,1 0 0,-1-1 0,1 1-1,6-1 1,42-3 754,-32 3-670,12-1-96,250-17 4379,-252 20-4840,0 2-1,1 1 1,-1 1-1,0 2 1,-1 1-1,1 1 0,33 14 1,-54-17-264,0 0 1,0 0 0,0 0-1,0 1 1,-1 0-1,0 1 1,0 0-1,-1 0 1,1 1-1,-2 0 1,1 0-1,-1 1 1,-1-1 0,1 1-1,4 13 1,-3-6-24,-1 1 0,-1 0 0,-1 0 1,-1 0-1,0 1 0,-1-1 0,-1 1 1,-1 20-1,0-9-112,-10 128-1474,8-141 1010,-1 1 1,-1-1-1,-1 1 1,0-1 0,-1-1-1,0 1 1,-11 16-1,13-25-203,-1 0 0,-1-1 0,1 0 0,-10 8 0,4-3-2428,7-11-1893,-11-7-2864</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2.302"/>
    </inkml:context>
    <inkml:brush xml:id="br0">
      <inkml:brushProperty name="width" value="0.035" units="cm"/>
      <inkml:brushProperty name="height" value="0.035" units="cm"/>
    </inkml:brush>
  </inkml:definitions>
  <inkml:trace contextRef="#ctx0" brushRef="#br0">206 160 7689,'-1'2'292,"-1"0"1,1 0 0,-1-1-1,0 1 1,0 0 0,0-1-1,0 0 1,0 1 0,0-1-1,0 0 1,0 0 0,0 0-1,-1 0 1,1-1-1,0 1 1,-1-1 0,1 1-1,-1-1 1,-2 0 0,4 1-366,-2-1 1571,-1 1-834,-4 1-387,0 0 0,1 1 1,-1 0-1,1 1 1,0-1-1,-1 1 0,1 1 1,1-1-1,-1 1 0,1 0 1,0 1-1,0-1 0,0 1 1,1 0-1,0 1 1,0 0-1,1-1 0,0 1 1,-5 11-1,4-6-59,2-4-71,0 0 1,0 1 0,0-1 0,1 0 0,0 1 0,1 0 0,0-1 0,0 1 0,1 0 0,0 0 0,2 11 0,0-9 100,0 0 0,1-1 1,4 12-1,-5-19-124,0 1 1,0 0-1,1 0 1,-1-1-1,1 1 1,-1-1 0,1 0-1,0 0 1,0 0-1,1 0 1,4 3-1,2-1 35,0 1-1,0-2 1,0 1-1,1-2 1,0 1-1,0-1 1,0-1-1,0 0 1,0-1-1,0 0 1,0 0-1,1-1 1,-1-1-1,0 0 0,0 0 1,0-1-1,0-1 1,0 1-1,0-2 1,16-7-1,-17 7-148,0 0-1,-1-1 0,0-1 0,0 1 1,0-1-1,-1-1 0,0 0 1,0 0-1,0 0 0,-1-1 0,0 0 1,-1-1-1,0 1 0,0-1 1,-1 0-1,0-1 0,0 1 1,-1-1-1,-1 0 0,1 0 0,2-21 1,-4 17-303,-1-1 0,-1 1 1,0-1-1,-1 0 1,0 1-1,-7-25 0,6 30 57,-1 0-1,0 1 0,-1-1 1,0 0-1,-1 1 1,1 0-1,-2 0 0,1 1 1,-1-1-1,0 1 1,-11-10-1,0 5-768,0 1 0,0 0 1,-1 1-1,-1 0 0,0 2 1,0 0-1,-29-7 0,30 9-112,15 5-8,-21-12-6279</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2.442"/>
    </inkml:context>
    <inkml:brush xml:id="br0">
      <inkml:brushProperty name="width" value="0.035" units="cm"/>
      <inkml:brushProperty name="height" value="0.035" units="cm"/>
    </inkml:brush>
  </inkml:definitions>
  <inkml:trace contextRef="#ctx0" brushRef="#br0">55 0 10049,'0'0'4352,"-2"15"-2628,-1 2 4809,-9-26-9281,3-2-620,-5 5-1497,0 0-3828</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2.944"/>
    </inkml:context>
    <inkml:brush xml:id="br0">
      <inkml:brushProperty name="width" value="0.035" units="cm"/>
      <inkml:brushProperty name="height" value="0.035" units="cm"/>
    </inkml:brush>
  </inkml:definitions>
  <inkml:trace contextRef="#ctx0" brushRef="#br0">297 3 9685,'0'0'2897,"-2"-1"-1816,-1 1-903,1-1 1,-1 1 0,0 0 0,0 0-1,1 0 1,-1 0 0,0 0-1,1 0 1,-1 1 0,0-1 0,1 1-1,-5 1 1,-31 22 1313,37-23-1459,-19 15 326,2 0 1,0 1-1,1 0 0,0 2 1,1 0-1,2 1 0,0 0 1,1 1-1,1 1 1,1 0-1,0 0 0,2 1 1,-7 29-1,14-45-302,1 1 0,0-1-1,0 1 1,0-1 0,1 1 0,1 0 0,-1-1-1,1 1 1,0-1 0,1 1 0,0-1 0,0 0-1,1 0 1,-1 0 0,2 0 0,-1 0 0,8 11-1,-4-10 35,0 0-1,0-1 0,1 1 0,0-2 1,0 1-1,0-1 0,1 0 0,0-1 1,0 0-1,1-1 0,19 7 1,2 0 390,2-1 0,-1-2 0,1-2 0,34 3-1,-50-7-205,-14-1-37,14-7-443,-16 6 179,-1 0 1,0 0-1,1 0 0,-1 0 1,0 0-1,1 0 1,-1 0-1,0-1 0,1 1 1,-1 0-1,0 0 1,0 0-1,1 0 0,-1-1 1,0 1-1,0 0 0,1 0 1,-1 0-1,0-1 1,0 1-1,1 0 0,-1 0 1,0-1-1,0 1 1,0 0-1,0-1 0,0 1 1,1 0-1,-1 0 1,0-1-1,0 1 0,0 0 1,0-1-1,0 1 0,0 0 1,0-1-1,0 1 1,0 0-1,0-1 0,0 1 1,0 0-1,0-1 1,-1 1-1,1 0 0,0-1 1,0 1-1,0 0 1,0 0-1,0-1 0,-1 1 1,1 0-1,0-1 0,-24-17-1013,-36-11-840,17 14-90,-66-13 0,33 9-43,67 16 1505,1 1 0,0-2 0,0 1 0,-11-7 1,17 9 122,-1-1 0,1 1 0,0-1 0,0 0 0,0 1 0,0-1 0,0 0 0,0 0 0,0 0 0,1 0 0,-1-1 0,1 1 0,0 0 0,-1-1 0,1 1 0,-1-4 0,3-9-4704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3.482"/>
    </inkml:context>
    <inkml:brush xml:id="br0">
      <inkml:brushProperty name="width" value="0.035" units="cm"/>
      <inkml:brushProperty name="height" value="0.035" units="cm"/>
    </inkml:brush>
  </inkml:definitions>
  <inkml:trace contextRef="#ctx0" brushRef="#br0">293 144 8201,'-1'0'96,"0"-1"0,0 1 1,0-1-1,0 1 0,0 0 0,0-1 1,0 1-1,0 0 0,0 0 1,0 0-1,0 0 0,0 0 0,0 0 1,-2 0-1,3 0-45,0 1 1,-1-1-1,1 0 1,-1 1-1,1-1 0,0 1 1,-1-1-1,1 0 1,0 1-1,-1-1 0,1 1 1,0-1-1,0 1 0,-1-1 1,1 1-1,0-1 1,0 1-1,0-1 0,0 1 1,0 0-1,0-1 1,0 1-1,-1 3 831,-13 4 408,-5 2-700,-1-1 0,1-1 0,-2-1 0,-32 7 0,-8 4 1616,21-6-657,37-12-1124,2 2-340,0-1 0,0 1 0,0 0 0,0-1 0,-1 1 0,1-1 0,-1 0 0,1 1 0,-1-1 0,1 0 1,-3 1-1,4-1 11,-1 4 301,7 10-125,1 0 0,0 0 0,1 0 0,1-1 0,0 0 0,1-1 0,17 19 0,-7-8 79,20 31 0,-24-30-228,-10-18-90,-1 1 1,1 0-1,-2 1 1,1-1-1,-1 1 1,0 0-1,-1 0 1,0 1-1,3 15 1,-5-10-254,0 1-1,-1-1 1,0 0-1,-2 1 1,0-1 0,0 0-1,-1 0 1,-1 0-1,-1 0 1,0-1 0,-1 1-1,0-1 1,-13 19-1,16-29 23,-2 5-26,0-2 0,-1 1 0,-9 8 0,15-15 227,-1 0 0,0 0 1,1 0-1,-1 0 0,0 0 0,0-1 1,0 1-1,0 0 0,0 0 0,0-1 1,0 1-1,0-1 0,0 1 0,0-1 0,0 0 1,0 1-1,-1-1 0,1 0 0,0 0 1,0 1-1,0-1 0,0 0 0,-1 0 1,1 0-1,0-1 0,0 1 0,0 0 0,0 0 1,-1-1-1,1 1 0,0-1 0,0 1 1,0-1-1,0 1 0,0-1 0,-2-1 1,2 1 23,0 0 0,0 0 0,0-1 0,1 1 0,-1 0 0,0-1 0,1 1 0,-1-1 0,0 1 0,1-1 0,0 1 0,-1-1 0,1 1 1,0-1-1,0 1 0,0-1 0,0 1 0,0-1 0,0-1 0,0-8 97,-1-17 333,1-1-1,1 1 1,2 0 0,0-1 0,15-49-1,14-18 1749,65-131 0,-68 169-1515,54-124 1165,-72 147-3083,-11 34 1092,0 1 1,0-1-1,-1 0 0,1 1 1,0-1-1,0 0 0,0 1 1,-1-1-1,1 0 1,0 1-1,-1-1 0,1 0 1,0 1-1,-1-1 1,1 1-1,-1-1 0,1 1 1,-1-1-1,1 1 1,-1-1-1,1 1 0,-1 0 1,0-1-1,0 0-420,0 0 300,1 1-1,-1-1 1,0 0-1,1 1 1,-1-1-1,0 1 1,1-1-1,-1 1 1,0-1-1,0 1 1,0-1-1,1 1 1,-1 0-1,0-1 1,0 1-1,0 0 1,-1-1-1,-18 6-6092,-18 8-5941</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4.668"/>
    </inkml:context>
    <inkml:brush xml:id="br0">
      <inkml:brushProperty name="width" value="0.035" units="cm"/>
      <inkml:brushProperty name="height" value="0.035" units="cm"/>
    </inkml:brush>
  </inkml:definitions>
  <inkml:trace contextRef="#ctx0" brushRef="#br0">0 187 5553,'0'0'4149,"2"0"-2984,5-2-524,-1 0 1,1 0 0,-1-1-1,0 0 1,10-6-1,-15 8-554,0 1 0,-1-1 0,1 1 0,0-1-1,0 1 1,0-1 0,0 1 0,0 0 0,0 0 0,0-1 0,0 1 0,0 0-1,0 0 1,2 0 0,3 0 176,13-7 475,-15 6 574,5-4-380,-8 5-974,-1 0 0,1 0 0,0 0 0,-1-1 1,1 1-1,0 0 0,0 0 0,-1-1 0,1 1 0,0 0 1,-1-1-1,1 1 0,-1 0 0,1-1 0,0 1 0,-1-1 1,1 1-1,-1-1 0,1 1 0,-1-1 0,0 0 1,1-1-1,4-21 260,-4 21 16,-3-1 26,-2-2-42,-4-6-75,2 4 3097,18-19-3247,-10 23 14,-2 2-24,1-1 0,0 1 0,-1 0 0,1 0 0,-1 0 0,1 0 0,-1-1 0,0 1 0,1 0 0,-1 0 0,0-1 0,0 1 0,0 0 0,0 0 0,0-1 0,0 1 0,0 0 0,-1-1 0,1 1 0,0 0 0,-1 0 0,1 0 0,-1-1 0,1 1 0,-1 0 0,1 0 0,-1 0 0,0 0 0,0 0 0,1 0 0,-2-1 0,0 1-52,-12-8-19,4 2 59,8 5-5,0 3 10,-30 4 250,43 11 6,-9-13-173,0 1 0,1-1 0,-1 1 0,1-1 0,0 0 0,0 0 0,0 0 0,0 0 0,5 3 0,-5-5 11,0 0-50,0 0-1,0 1 1,0-1 0,0 1-1,0 0 1,4 3-1,-14 21-334,6-25 299,0-1 1,1 1 0,-1-1-1,0 1 1,1-1 0,-1 1 0,0-1-1,0 1 1,1-1 0,-1 0-1,0 1 1,0-1 0,0 0-1,1 0 1,-1 0 0,0 0-1,0 0 1,0 0 0,-1 0-1,1 0-25,-10 3-430,-17 2 668,15 1-6131,16-19 434,-3 9 4003,3-13-4733</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0:35.043"/>
    </inkml:context>
    <inkml:brush xml:id="br0">
      <inkml:brushProperty name="width" value="0.035" units="cm"/>
      <inkml:brushProperty name="height" value="0.035" units="cm"/>
    </inkml:brush>
  </inkml:definitions>
  <inkml:trace contextRef="#ctx0" brushRef="#br0">0 423 9345,'0'0'9519,"6"-1"-8200,332-73 6742,9 19-5178,-318 50-2613,689-77 505,4 31-278,-272 20-399,439-24-98,-863 54 5,-10 1-17,0-1 0,-1-1 0,0 0 0,1-1 0,27-9 0,-40 10-532,-5 0-903,-3-2 995,1 1 0,-1-1-1,0 1 1,0 0 0,0 0 0,0 1 0,-1-1 0,1 1 0,-1 1-1,1-1 1,-10-1 0,-9 0-3465,-36-1 0,47 3 1933,-55-2-10497</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1:00.652"/>
    </inkml:context>
    <inkml:brush xml:id="br0">
      <inkml:brushProperty name="width" value="0.035" units="cm"/>
      <inkml:brushProperty name="height" value="0.035" units="cm"/>
    </inkml:brush>
  </inkml:definitions>
  <inkml:trace contextRef="#ctx0" brushRef="#br0">747 107 4424,'-3'-14'6241,"10"17"-2524,1 5-2819,-6-9-229,24-18 4205,-30 19-4802,-196 37 185,159-28-239,0 2 0,1 1-1,-56 27 1,68-27 46,21-10-39,-1 1-1,1 1 0,-13 7 1,7-4 55,9-5-45,-1 0 0,1 0 0,0 0 0,0 1 0,0-1 1,-6 6-1,-3 4 42,0 1 1,-18 23 0,8-9 3,8-9-37,2 2 0,0 0 0,1 0 0,-9 23 0,-37 96 293,54-128-316,-1 1-8,1 0 0,0 0 0,1 0 0,-3 23-1,2-1 12,2-21-16,1 0-1,0 0 1,1 1 0,1 13 0,1-10-10,0-1 0,1 0 0,1 1-1,0-2 1,2 1 0,-1 0 0,2-1 0,0 0 0,1-1-1,0 0 1,20 25 0,-13-21 20,-8-9-15,1 0 1,0 0 0,0-1 0,1 0 0,0 0-1,0-1 1,12 7 0,43 33-82,-45-35 10,-16-10 20,0 1 0,1-1 0,-1 0 0,1 0 0,-1-1 0,1 1 0,0-1 1,0 1-1,5 0 0,7 0-68,29 9-282,-43-10 323,2-1 13,27 2-81,-28-2 63,0 1-47,66 9-111,-66-9 129,16-1 87,23 0 40,48 5 0,-46-6-7,-24 0 14,-3 0-17,1-1 1,-1-1-1,1 0 0,-1-1 0,0-1 1,0 0-1,-1-1 0,21-12 0,-18 6-13,-1-2 1,-1 0-1,0-1 0,-1-1 0,19-24 1,-29 33 23,94-110 922,-79 90-599,-2-1 0,24-44 0,-41 67-305,-1 0-1,1 0 0,-1 0 0,0 0 0,-1 0 1,1 0-1,-1-7 0,1-10 41,0 15-25,-1 0-1,0 0 1,0 0-1,-1 0 1,0 0 0,0 0-1,-1 0 1,-4-12-1,-3-14 288,8 28-267,1 0 0,-2 0 1,1 0-1,-1 1 0,1-1 0,-5-6 0,6 10-43,-1 0-8,1 0 0,0 0 0,-1 0 0,1 1 1,0-1-1,0 0 0,0 0 0,0 0 0,0 0 0,0 0 0,0 0 1,0 0-1,0 0 0,0 0 0,0 0 0,1 0 0,0-1 0,0-3 58,-1-1 30,0-1 0,-1 1 0,0-1 1,0 1-1,0 0 0,-5-12 1,-1-7 253,7 22-303,-1 1-1,0-1 0,0 1 0,-1-1 0,1 1 0,0-1 1,-1 1-1,0 0 0,-2-4 0,-9-14 215,-18-53 829,22 52-915,-5-12 189,-22-39 0,24 54-323,-2 0-1,0 1 1,0 1-1,-2 0 1,0 1 0,-24-17-1,14 17-65,22 13 18,1 0 0,-1 0 0,0 0 0,1 0-1,0-1 1,-1 1 0,-3-6 0,1 4-8,1-1 0,0 1 1,-1 0-1,0 0 0,0 1 1,0 0-1,-8-3 0,-22-14-22,32 18 2,0 0 0,1 1 0,-1-1 0,0 1 0,0-1 0,-1 1 0,1 1 0,0-1 0,-8 0 0,11 1 7,-34-2-230,0 2 1,-1 1-1,-38 6 1,22-2-178,49-4 193,1 0-580,-1 0 561,0 1 1,0 0-1,0 0 0,1 0 1,-1 1-1,0-1 1,1 0-1,0 1 1,-1 0-1,1-1 0,-2 6 1,-5 4 128,4-7-251,0 0 0,-1 0 0,1 0 0,-10 6 0,-22 18-4280,5-3-2557,29-24 6149,-6 6-4865</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1:12.935"/>
    </inkml:context>
    <inkml:brush xml:id="br0">
      <inkml:brushProperty name="width" value="0.035" units="cm"/>
      <inkml:brushProperty name="height" value="0.035" units="cm"/>
    </inkml:brush>
  </inkml:definitions>
  <inkml:trace contextRef="#ctx0" brushRef="#br0">0 130 5040,'1'2'1655,"2"5"-2209,3 6 6104,-5-13-5431,-1 1-1,0-1 1,1 0-1,-1 0 1,0 0-1,1 0 0,-1 0 1,1 0-1,-1 0 1,0 0-1,1 0 1,-1 0-1,1 0 0,-1 0 1,0 0-1,1 0 1,-1 0-1,1-1 1,-1 1-1,0 0 1,1 0-1,-1 0 0,0-1 1,1 1-1,-1 0 1,0 0-1,1-1 1,-1 1-1,0 0 0,0 0 1,1-1-1,-1 1 1,0 0-1,0-1 1,0 1-1,1-1 0,6-9 817,-5 9 27,1 1-91,20 2 647,1-1-1,45-5 0,-37 2-990,431-43 4114,-191 15-3788,34-4 21,-293 32 529,10-1-5677,-41-1-1654,-28-6-2434,43 9 7442,-19-3-8303</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36.499"/>
    </inkml:context>
    <inkml:brush xml:id="br0">
      <inkml:brushProperty name="width" value="0.035" units="cm"/>
      <inkml:brushProperty name="height" value="0.035" units="cm"/>
    </inkml:brush>
  </inkml:definitions>
  <inkml:trace contextRef="#ctx0" brushRef="#br0">1590 132 7821,'0'0'15559,"-3"0"-15274,0-1-241,-37-9 443,14-2-431,0 2 1,0 0-1,-1 2 0,-46-8 1,-6-1-5,55 10-54,0 2 1,1 1 0,-26-2-1,-136-8 7,158 13-10,-45 4 0,-17 0 21,59-3-9,-1 1 1,1 2-1,0 2 1,-34 8-1,58-11-17,-51 16-50,20-5 159,9-2-125,0 0 1,1 2-1,-29 19 1,17-10-22,9-4 45,0 1 0,1 2 1,-26 24-1,32-23-22,1 0 0,0 1 0,2 1 0,-34 53 0,47-63 5,0 0 1,1 0-1,1 1 0,0-1 1,0 1-1,2 1 0,0-1 1,1 0-1,0 1 0,1-1 1,1 1-1,2 22 1,0-24 5,0 0 1,1 0 0,1 0 0,0 0-1,0-1 1,2 1 0,0-1 0,0 0 0,1-1-1,0 0 1,2 0 0,-1 0 0,15 14 0,-23-25 10,12 11-9,0 0 0,1 0 0,0-1 0,1-1 0,23 14 0,-10-10-6,0 0 1,56 19 0,-63-28 27,-1 0 0,1-1 0,0-2 0,0 0 0,32 0 1,47-9-82,131-25 0,97-38-365,-199 34 324,162-67 0,-241 82 153,-1-2 0,78-50 0,-118 68 41,-1-1 1,0 1-1,0-2 0,0 1 1,-1-1-1,1 1 1,-2-2-1,1 1 0,7-14 1,-10 14 80,0 1 1,-1 0 0,0-1-1,0 1 1,0-1 0,-1 1-1,0-1 1,0 0 0,-1 0-1,0 1 1,0-1-1,-1 0 1,-1-11 0,-2 1 17,-1 0-1,-1 1 1,0-1 0,-1 1 0,-11-19-1,-52-71 178,62 95-332,-24-30-556,-69-68 0,93 102 107,-1 0 1,0 0 0,0 0-1,0 1 1,-1 1 0,0 0-1,0 0 1,0 1 0,-1 0-1,1 1 1,-17-4 0,-2 3-2328,0 0 0,1 2 0,-38 2 0,9 3-4963</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37.642"/>
    </inkml:context>
    <inkml:brush xml:id="br0">
      <inkml:brushProperty name="width" value="0.035" units="cm"/>
      <inkml:brushProperty name="height" value="0.035" units="cm"/>
    </inkml:brush>
  </inkml:definitions>
  <inkml:trace contextRef="#ctx0" brushRef="#br0">1688 150 8101,'0'0'9165,"-2"-1"-8603,-25-8 277,25 8-458,-2-1-47,-16-5-30,-1 0 0,0 2 0,0 0-1,0 1 1,-38-2 0,-114 7 396,145 0-621,-133 7 352,-70 10-118,190-12-297,0 2 0,0 1 0,0 3-1,-72 31 1,45-10-7,-116 74 0,143-80-25,-96 65 6,108-70-11,2 0 0,-39 40 0,57-51 25,0-1 0,0 1 0,1 0-1,-13 23 1,19-29-4,0-1-1,0 1 1,1 0-1,0 0 0,0 0 1,0 0-1,0-1 1,1 1-1,-1 0 1,1 1-1,1-1 0,-1 0 1,1-1-1,0 1 1,0 0-1,3 8 0,0-2 5,1 1-1,0-1 1,1 0-1,0-1 1,1 1-1,0-1 1,1 0 0,0-1-1,1 0 1,0 0-1,0-1 1,0 0-1,1 0 1,16 8-1,1-1 3,1-2 0,0-1-1,0-1 1,2-1 0,-1-2 0,1-1 0,0-1-1,1-2 1,-1 0 0,46-2 0,13-6 11,-1-3 1,118-26-1,-105 13-3,-1-4-1,-1-5 0,-2-4 1,123-60-1,-171 66-20,-2-2 0,59-46-1,-90 62 38,-1-1-1,1 0 0,-2-1 0,0 0 1,-1-1-1,-1 0 0,0-2 0,-1 1 0,-1-1 1,-1-1-1,13-33 0,-20 43 1,0 1 1,-1 0-1,0 0 0,0 0 1,-1-1-1,0 1 0,0 0 0,-1 0 1,0-1-1,0 1 0,-1 0 1,0 0-1,-1 0 0,0 0 0,0 1 1,0-1-1,-1 1 0,0 0 1,-7-9-1,0 1-12,0 1 0,-1 0 0,0 1 0,-1 1 0,-1 0 1,0 0-1,-26-15 0,20 15-53,-2 1-1,1 2 1,-1 0 0,-30-8 0,-92-14-1168,143 31 1201,-22-4-587,-1 1 0,1 1 0,-1 2-1,0 0 1,-26 4 0,29-1-1661,0 1 0,1 1 0,-26 9 1,29-7-4913</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39.295"/>
    </inkml:context>
    <inkml:brush xml:id="br0">
      <inkml:brushProperty name="width" value="0.035" units="cm"/>
      <inkml:brushProperty name="height" value="0.035" units="cm"/>
    </inkml:brush>
  </inkml:definitions>
  <inkml:trace contextRef="#ctx0" brushRef="#br0">661 1 632,'0'1'65,"0"-1"0,0 1 0,0 0-1,0 0 1,0 0 0,0 0 0,1 0 0,-1 0-1,0 0 1,0 0 0,1-1 0,-1 1 0,0 0-1,1 0 1,-1 0 0,1 0 0,-1-1 0,1 1 0,0 0-1,-1-1 1,1 1 0,0 0 0,-1-1 0,1 1-1,0-1 1,0 1 0,0-1 0,-1 1 0,1-1-1,0 0 1,0 0 0,2 1 0,36 5 4649,-24-4-3790,-12-2 715,-2 1-1507,0 0-1,0-1 1,0 1 0,0 0-1,0-1 1,-1 1-1,1 0 1,0 0 0,0 0-1,-1 0 1,1 0 0,-1 0-1,1 0 1,-1 0-1,4 5 7477,-10-8-7520,1 0 6,1 0 0,0 0-1,-1 1 1,1 0 0,-1 0 0,-8-1 0,-47-2 408,43 2-397,-1 1 0,1 1 0,-21 1 0,-144 35 284,172-33-394,-13 2 12,1 2 0,-1 1 1,2 0-1,-25 14 0,24-9-7,0 1 1,1 0 0,1 1 0,-21 22 0,31-28 2,2 1 0,-1 0 0,1 1 0,1 0 0,0 0 0,0 0 0,1 1 0,1 0 0,-7 23 0,6-13 0,0 1 0,2 0 0,1 0 0,1 0 0,1 1 0,1-1-1,1 0 1,0 0 0,2 1 0,1-1 0,1-1 0,11 33 0,-2-13-43,10 25 73,-14-45-25,1 0 0,0-1 0,2 0 1,20 24-1,-20-29-8,0-1 1,1-1 0,1 0 0,0-1-1,1 0 1,1-2 0,0 0-1,0-1 1,1 0 0,21 7 0,-7-5-12,2-1 1,0-2-1,40 5 1,104 1 3,249-32-8,-296 8-15,455-72-464,-520 68 508,0-2 0,114-44 0,-170 55 40,0-1 0,0 0 0,-1-1 0,0 0 0,1 0 0,-2-1 0,1 0 1,-1-1-1,-1 0 0,1 0 0,-1-1 0,0 0 0,-1 0 0,0 0 0,-1-1 1,0 0-1,0 0 0,-1 0 0,0 0 0,-1-1 0,0 0 0,1-12 0,-3 14-13,1-1 0,-2 1-1,1-1 1,-2 0 0,1 1-1,-1-1 1,0 1 0,-1-1-1,0 1 1,-5-11 0,-3-3 23,-1 2-1,-1-1 1,-1 1 0,-1 1 0,-1 1-1,0 0 1,-2 0 0,0 2 0,-1 0-1,0 1 1,-2 1 0,-30-18 0,-6 1-41,-1 2 0,-2 3 0,-91-29 0,3 13-16,-286-46 0,98 63-236,262 23-4,-7 2-1143,-128 14-1,20 19-3734,104-9 163,6 5-2706</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1.632"/>
    </inkml:context>
    <inkml:brush xml:id="br0">
      <inkml:brushProperty name="width" value="0.035" units="cm"/>
      <inkml:brushProperty name="height" value="0.035" units="cm"/>
    </inkml:brush>
  </inkml:definitions>
  <inkml:trace contextRef="#ctx0" brushRef="#br0">198 386 6525,'3'-2'-1019,"5"-2"6733,-19 15-114,-13 16-5123,2 0 0,0 2 0,2 1 0,1 0 1,2 1-1,0 1 0,-18 53 0,31-72-399,-1 1-1,2-1 1,0 1 0,0 0-1,2 0 1,-1 20-1,2-30-39,0 0 0,0 0 0,0 0 0,1-1 0,0 1 0,0 0 0,0 0 0,0 0 0,0-1 0,1 1 0,0 0 0,0-1 0,0 1 0,0-1 0,0 0 0,0 0 0,1 0 0,0 0 0,0 0 0,0-1 0,0 1 0,0-1 0,0 1 0,0-1-1,1 0 1,-1-1 0,6 3 0,3-1 67,1 0-1,-1 0 0,1-2 1,-1 1-1,1-2 0,-1 0 0,1 0 1,-1-1-1,24-5 0,3-3 108,65-24 0,-80 24-142,-1-1 0,0-1 1,-1-1-1,40-28 1,-50 31-70,-1-1 1,0 0 0,-1 0-1,1-1 1,-2 0 0,0-1-1,0 0 1,-1-1 0,9-19-1,-15 28-22,-1 1-1,0 0 1,0-1-1,-1 1 1,1-1-1,-1 1 0,0-1 1,0 0-1,0 1 1,0-1-1,-1 1 1,1-1-1,-1 1 1,0-1-1,0 1 1,0 0-1,0-1 1,-1 1-1,-2-5 0,1 3-14,-1-1 0,1 1-1,-1 0 1,0 1 0,-1-1-1,1 1 1,-1-1 0,0 1-1,-9-5 1,0 1-36,0 2 1,0 0-1,-1 0 0,0 1 0,0 1 1,-17-3-1,-96-6-243,29 4 206,58 7 193,36 2 18,-1 0 0,0 0-1,1-1 1,-1 1 0,1-1 0,-1-1 0,1 1-1,-8-4 1,12 5-45,1 0 1,-1 0-1,0 0 0,1-1 1,-1 1-1,0 0 0,1-1 1,-1 1-1,0-1 0,1 1 1,-1-1-1,1 1 0,-1-1 1,1 1-1,-1-1 0,1 0 1,-1 1-1,1-1 0,0 1 1,-1-1-1,1 0 0,0 0 1,-1 1-1,1-1 1,0 0-1,0 1 0,0-1 1,0 0-1,0 0 0,0 0 1,0 0-1,0-1 33,1 0 0,0 0 0,0 1 0,0-1 0,0 0 0,0 1 1,0-1-1,0 1 0,1-1 0,-1 1 0,0 0 0,3-2 0,6-5 436,0 1-1,24-12 1,27-10 692,115-38 0,71-3 1083,-199 58-2212,558-143-89,-520 135 0,-74 15 30,-16 3 1,-12 0-329,16 2 293,-19 1-1252,1 1 1,0 1 0,-1 0-1,1 2 1,0 0-1,1 1 1,-25 11-1,-7 2-4955,-14 0-7065</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1.991"/>
    </inkml:context>
    <inkml:brush xml:id="br0">
      <inkml:brushProperty name="width" value="0.035" units="cm"/>
      <inkml:brushProperty name="height" value="0.035" units="cm"/>
    </inkml:brush>
  </inkml:definitions>
  <inkml:trace contextRef="#ctx0" brushRef="#br0">15 121 7381,'-14'-26'2362,"14"26"-2305,0 0 1,0-1-1,0 1 0,0 0 1,0 0-1,0 0 0,-1 0 1,1 0-1,0 0 1,0 0-1,0 0 0,0 0 1,0 0-1,0 0 0,0 0 1,0-1-1,0 1 0,0 0 1,0 0-1,0 0 1,0 0-1,0 0 0,0 0 1,0 0-1,0 0 0,0 0 1,1 0-1,-1 0 0,0 0 1,0-1-1,0 1 1,0 0-1,0 0 0,0 0 1,0 0-1,0 0 0,0 0 1,0 0-1,0 0 0,0 0 1,0 0-1,0 0 1,0 0-1,0 0 0,1 0 1,-1 0-1,0 0 0,0 0 1,0 0-1,0 0 0,0 0 1,0 0-1,0 0 1,0 0-1,0 0 0,0 0 1,0 0-1,1 0 0,-1 0 1,0 0-1,0 0 0,0 0 1,0 0-1,0 0 1,0 0-1,0 0 0,10 2 998,3 1 2853,6-13-2049,-1 1 0,1 0 0,1 2 0,25-7 0,90-14 1343,-81 17-2112,-38 8-2363,1 0-1,20 0 1,-44 10-3458,0 1 2809,-9 5-5156,-5-3-4523</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2.148"/>
    </inkml:context>
    <inkml:brush xml:id="br0">
      <inkml:brushProperty name="width" value="0.035" units="cm"/>
      <inkml:brushProperty name="height" value="0.035" units="cm"/>
    </inkml:brush>
  </inkml:definitions>
  <inkml:trace contextRef="#ctx0" brushRef="#br0">1 171 18258,'52'-64'2580,"-18"38"-256,-2 6-344,-1 3-460,1 3-343,0 5-237,-18 3-288,9 0-452,0 1-560,-6 2-876,-2 3-685,-24 8-8060,0 4-3168</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2.505"/>
    </inkml:context>
    <inkml:brush xml:id="br0">
      <inkml:brushProperty name="width" value="0.035" units="cm"/>
      <inkml:brushProperty name="height" value="0.035" units="cm"/>
    </inkml:brush>
  </inkml:definitions>
  <inkml:trace contextRef="#ctx0" brushRef="#br0">233 0 16622,'0'0'6871,"0"4"-5379,-10 44-408,-3-1 1,-1 1-1,-32 66 0,-2 13-580,45-120-499,-64 208-339,58-178-1303,1 1 0,2-1 0,-3 68 0,9-101 802,0-1-1,1 1 0,-1 0 1,1-1-1,-1 1 0,1-1 1,0 1-1,0-1 0,3 6 1,-2-3-926,8 17-8087</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2.772"/>
    </inkml:context>
    <inkml:brush xml:id="br0">
      <inkml:brushProperty name="width" value="0.035" units="cm"/>
      <inkml:brushProperty name="height" value="0.035" units="cm"/>
    </inkml:brush>
  </inkml:definitions>
  <inkml:trace contextRef="#ctx0" brushRef="#br0">1 92 15485,'5'-5'723,"0"0"-1,0 1 1,1-1-1,-1 1 1,1 0-1,0 0 1,0 1-1,1-1 1,-1 2-1,1-1 1,7-2-1,16-3 1702,37-6 0,-44 9-2034,-13 3-329,1 0 1,-1 1-1,1 0 0,-1 1 1,13 0-1,-21 1-346,1-1-1,0 0 1,0 0-1,-1-1 1,1 1-1,0-1 1,0 1-1,-1-1 1,1 0-1,3-1 1,-2 0-571,-1 1-1656,-6 1-769,-14-2-3144,-6 1-4138</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3.195"/>
    </inkml:context>
    <inkml:brush xml:id="br0">
      <inkml:brushProperty name="width" value="0.035" units="cm"/>
      <inkml:brushProperty name="height" value="0.035" units="cm"/>
    </inkml:brush>
  </inkml:definitions>
  <inkml:trace contextRef="#ctx0" brushRef="#br0">43 0 11453,'6'10'478,"4"4"1555,-9-15-1811,0 0 0,0 0-1,-1 0 1,1 0 0,-1 0 0,1 0 0,-1 0 0,1 0 0,-1-1-1,0 1 1,0 0 0,1 0 0,-1 0 0,0-5 6077,-2 7-5920,-22 14 329,21-10-465,-7 63 202,7-54-397,1 1 0,0-1 0,1 1-1,1 0 1,2 20 0,0 9-20,-2-33 58,1-1 0,-1 1 0,2 0 0,0-1 1,0 1-1,1-1 0,0 0 0,0 1 0,1-2 0,1 1 0,0 0 1,0-1-1,1 0 0,0 0 0,0-1 0,11 11 0,42 31 1091,34 31 276,-91-80-1442,-1 0 1,1 1-1,-1 0 1,0-1 0,0 1-1,1 0 1,-1-1-1,0 1 1,0 0-1,-1 0 1,1 0-1,0 0 1,-1 0 0,1 0-1,-1 0 1,1 0-1,-1 0 1,0 0-1,0 0 1,0 0 0,0 0-1,0 0 1,-1 1-1,0 1 1,-1 2-55,-1 1-1,0-1 1,0 0 0,-1-1 0,-7 11 0,5-7-94,1-2-182,-1-1-1,0 1 1,0-1 0,0 0-1,-1 0 1,0-1 0,0 0 0,0 0-1,-1-1 1,-11 6 0,-32 6-3597,-1-7-3722,11-7-3758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3.682"/>
    </inkml:context>
    <inkml:brush xml:id="br0">
      <inkml:brushProperty name="width" value="0.035" units="cm"/>
      <inkml:brushProperty name="height" value="0.035" units="cm"/>
    </inkml:brush>
  </inkml:definitions>
  <inkml:trace contextRef="#ctx0" brushRef="#br0">276 27 6489,'-24'2'3057,"0"2"0,-46 13 0,62-15-2830,0 1-1,0 0 1,1 0 0,0 1-1,-1 0 1,1 0 0,0 1 0,1 0-1,-1 0 1,1 0 0,0 1-1,1 0 1,-6 7 0,5-4-31,1 1 1,-1 0 0,2 0 0,0 0-1,0 0 1,1 1 0,0-1 0,0 1-1,2 0 1,-1 0 0,1 0 0,1 0 0,0 0-1,0 0 1,1 0 0,1 0 0,0 0-1,0 0 1,1-1 0,0 1 0,1-1-1,1 0 1,-1 0 0,1 0 0,1 0-1,0-1 1,0 0 0,1 0 0,12 12-1,-8-11 54,0-1 1,1 0-1,0 0 0,1-2 0,-1 1 1,2-1-1,-1-1 0,1 0 0,0-1 0,0-1 1,18 4-1,-5-4 100,1 0 0,1-1 0,-1-2 0,55-5 0,-73 3-267,1-1 0,0 0-1,0-1 1,-1 0 0,0 0-1,0-2 1,0 1 0,0-1-1,0 0 1,12-10 0,-18 12-76,-1 1 0,1-1 1,-1 0-1,0 0 1,0-1-1,0 1 1,0-1-1,-1 1 0,1-1 1,-1 0-1,0 0 1,0 0-1,-1 0 1,1 0-1,-1 0 1,0 0-1,0-1 0,0 1 1,0-1-1,-1 1 1,0 0-1,0-1 1,0 1-1,0-1 0,-1 1 1,0 0-1,0-1 1,-1-3-1,-4-7-186,0 1 0,-1 0 0,0 0 1,-1 1-1,-1 0 0,0 0 0,0 1 0,-2 1 0,1-1 0,-1 1 0,-1 1 1,-24-16-1,-8-2-971,-2 2 1,-70-29-1,72 35 533,13 8-581,0 0-1,-36-7 1,-16 2-3969,64 16 300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44.137"/>
    </inkml:context>
    <inkml:brush xml:id="br0">
      <inkml:brushProperty name="width" value="0.035" units="cm"/>
      <inkml:brushProperty name="height" value="0.035" units="cm"/>
    </inkml:brush>
  </inkml:definitions>
  <inkml:trace contextRef="#ctx0" brushRef="#br0">472 0 6109,'-24'7'1305,"19"-5"-159,-12-5 694,0 3-1148,14 0-119,-1 0-74,-127 11 1841,89-5-2587,-83 0 1,92-4-728,-16-1-4533,28-1 961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52.207"/>
    </inkml:context>
    <inkml:brush xml:id="br0">
      <inkml:brushProperty name="width" value="0.035" units="cm"/>
      <inkml:brushProperty name="height" value="0.035" units="cm"/>
    </inkml:brush>
  </inkml:definitions>
  <inkml:trace contextRef="#ctx0" brushRef="#br0">0 55 5180,'6'23'2476,"-2"-26"887,0-12-871,-3 13-923,2 2-6,88-6 6025,3-6-3932,45-5-656,-47 6-1455,-57 6-1409,45-2 0,-45 12-3111,-32-4 905,-23-4-11652,2 0 2769</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3:52.594"/>
    </inkml:context>
    <inkml:brush xml:id="br0">
      <inkml:brushProperty name="width" value="0.035" units="cm"/>
      <inkml:brushProperty name="height" value="0.035" units="cm"/>
    </inkml:brush>
  </inkml:definitions>
  <inkml:trace contextRef="#ctx0" brushRef="#br0">0 115 10945,'16'0'881,"-12"1"-518,-1-1 0,1 0 0,0 0 0,-1 0 0,1-1 0,-1 1 1,1-1-1,0 0 0,-1 0 0,1 0 0,-1 0 0,0-1 0,1 1 0,-1-1 0,3-2 0,-3 2 50,0 0 1,0 1-1,0-1 1,0 1-1,0-1 1,0 1-1,0 0 1,0 0-1,1 1 1,-1-1-1,0 1 1,0-1-1,1 1 1,3 0-1,20-3 1027,165-18 4653,-103 14-4743,-41 4-1299,-23 3-60,44-8-1,-53 3-936,-5-2-3840,-10 7 4529,-1-1 0,0 1 0,1-1 0,-1 1 0,0-1-1,0 1 1,0-1 0,1 1 0,-1-1 0,0 1 0,0-1-1,0 1 1,0-1 0,0 1 0,0-1 0,0 1 0,0-1 0,0 0-1,0 1 1,0-1 0,0 1 0,0-1 0,0 1 0,-1-1-1,1 1 1,0-1 0,0 1 0,0-1 0,-1 1 0,1-1-1,0 1 1,-1 0 0,1-1 0,-1 1 0,1-1 0,0 1 0,-1 0-1,1-1 1,-1 1 0,1 0 0,-1 0 0,1-1 0,-1 1-1,1 0 1,-1 0 0,0-1 0,-14-10-11693</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6.913"/>
    </inkml:context>
    <inkml:brush xml:id="br0">
      <inkml:brushProperty name="width" value="0.035" units="cm"/>
      <inkml:brushProperty name="height" value="0.035" units="cm"/>
    </inkml:brush>
  </inkml:definitions>
  <inkml:trace contextRef="#ctx0" brushRef="#br0">539 1 7077,'0'0'10513,"-3"3"-9969,-32 56 248,1 0-1,-26 69 0,48-102-653,-169 401 1269,31-42-1228,94-247-2093,55-135 668,0-6-487,0-2 1020,-1 1 0,1-1 0,0 1 0,1-1 1,-1 0-1,1 1 0,0-1 0,0 0 0,2-6 0,12-31-6513</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7.274"/>
    </inkml:context>
    <inkml:brush xml:id="br0">
      <inkml:brushProperty name="width" value="0.035" units="cm"/>
      <inkml:brushProperty name="height" value="0.035" units="cm"/>
    </inkml:brush>
  </inkml:definitions>
  <inkml:trace contextRef="#ctx0" brushRef="#br0">696 1 5617,'-11'34'7299,"3"-8"-2498,2-12-6045,-32 66 2375,-67 144 631,53-98-1068,-76 172 662,-113 326-186,163-408-2335,59-156-66,10-24-3478,24-97-1940,0 26 801</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7.606"/>
    </inkml:context>
    <inkml:brush xml:id="br0">
      <inkml:brushProperty name="width" value="0.035" units="cm"/>
      <inkml:brushProperty name="height" value="0.035" units="cm"/>
    </inkml:brush>
  </inkml:definitions>
  <inkml:trace contextRef="#ctx0" brushRef="#br0">814 0 5865,'0'2'77,"-1"0"1,1 0-1,0 0 1,-1 0-1,1-1 1,-1 1 0,0 0-1,1 0 1,-1-1-1,0 1 1,0 0 0,0-1-1,0 1 1,-2 1-1,1-2 15,1-1-1,-1 0 0,1 0 1,-1 0-1,1 0 1,-1 0-1,1 0 0,0-1 1,-1 1-1,1 0 0,-1-1 1,1 1-1,0-1 0,-1 1 1,1-1-1,0 1 0,-1-1 1,0-1-1,2 2-78,-1 0 0,1 0 0,0-1 0,0 1-1,0 0 1,0 0 0,0 0 0,0 0 0,0 0 0,0 0-1,0 0 1,0 0 0,0 0 0,0 0 0,-1 0 0,1 0 0,0 0-1,0 0 1,0 0 0,0 0 0,0 0 0,0 0 0,0 0 0,0 0-1,-1 0 1,1 0 0,0 0 0,0 0 0,0 0 0,0 0-1,0 0 1,0 0 0,0 0 0,0 0 0,0 0 0,0 0 0,-1 0-1,1 0 1,0 0 0,0 0 0,0 0 0,0 0 0,0 1 0,0-1-1,0 0 1,0 0 0,0 0 0,0 0 0,0 0 0,0 0-1,0 0 1,0 0 0,0 0 0,0 1 0,0-1 0,0 0 0,0 0-1,0 0 1,0 0 0,0 0 0,0 0 0,0 0 0,0 0-1,0 0 1,0 1 0,-46 126 3548,-138 449 2950,4-35-4308,-58 199-1455,171-507-2256,13-84-3922,53-146 3108,1-7-1789,0-15-2169</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7.982"/>
    </inkml:context>
    <inkml:brush xml:id="br0">
      <inkml:brushProperty name="width" value="0.035" units="cm"/>
      <inkml:brushProperty name="height" value="0.035" units="cm"/>
    </inkml:brush>
  </inkml:definitions>
  <inkml:trace contextRef="#ctx0" brushRef="#br0">914 0 7269,'-4'2'362,"-1"1"1,1 0 0,0-1 0,0 2-1,0-1 1,0 0 0,1 1 0,-1-1-1,1 1 1,0 0 0,0 0 0,-3 6-1,-3 7 974,-13 36 0,8-18-639,-180 476 3593,90-224-3163,-157 464 348,177-489-1298,-42 143-2548,117-374 905,-13 34 0,5-28-6478</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8.345"/>
    </inkml:context>
    <inkml:brush xml:id="br0">
      <inkml:brushProperty name="width" value="0.035" units="cm"/>
      <inkml:brushProperty name="height" value="0.035" units="cm"/>
    </inkml:brush>
  </inkml:definitions>
  <inkml:trace contextRef="#ctx0" brushRef="#br0">1035 0 6005,'0'0'36,"0"1"1,0-1 0,0 0 0,0 0-1,0 0 1,0 0 0,0 0 0,0 0-1,0 0 1,0 0 0,0 0 0,0 0 0,0 0-1,0 0 1,0 0 0,0 0 0,0 0-1,-1 0 1,1 0 0,0 0 0,0 0-1,0 0 1,0 0 0,0 0 0,0 0-1,0 0 1,0 0 0,0 0 0,0 0 0,0 0-1,0 0 1,0 0 0,0 0 0,0 0-1,-1 0 1,1 0 0,0 0 0,0 0-1,0 0 1,0 0 0,0 0 0,0 0-1,0 0 1,0 0 0,0 0 0,0 0 0,0 0-1,0 0 1,0 0 0,0 0 0,0 0-1,0 0 1,0 0 0,-6 11 1131,-5 15 646,-54 171 3010,-134 390-1020,-18 64-1855,139-425-1538,-70 190 52,-105 329-3158,230-677 1566,1-4-1214,12-21-3687</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08.693"/>
    </inkml:context>
    <inkml:brush xml:id="br0">
      <inkml:brushProperty name="width" value="0.035" units="cm"/>
      <inkml:brushProperty name="height" value="0.035" units="cm"/>
    </inkml:brush>
  </inkml:definitions>
  <inkml:trace contextRef="#ctx0" brushRef="#br0">929 13 6289,'12'-13'1628,"-18"17"554,-6 4-1885,10-7 801,1 3-402,-14 62 1288,-20 68-210,-153 476 1715,27-30-1803,-98 305-635,180-601-1121,-56 248-4059,110-432 1129,7-35-2710,14-41-571</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2.418"/>
    </inkml:context>
    <inkml:brush xml:id="br0">
      <inkml:brushProperty name="width" value="0.035" units="cm"/>
      <inkml:brushProperty name="height" value="0.035" units="cm"/>
    </inkml:brush>
  </inkml:definitions>
  <inkml:trace contextRef="#ctx0" brushRef="#br0">370 1 7149,'0'0'6729,"-5"0"-6214,-15 1-293,0 2-1,0 1 1,0 0-1,0 2 1,1 0-1,-1 1 1,2 1-1,-1 1 1,1 0-1,0 1 0,-25 20 1,28-14 162,1 0 1,0 0-1,1 1 1,0 1 0,-15 30-1,15-26 26,14-20-351,-1 0 0,1 0-1,-1 0 1,1-1-1,0 1 1,0 0-1,0-1 1,0 1-1,0-1 1,1 1-1,-1-1 1,0 1-1,1-1 1,2 3 0,-1-3-27,0 0 0,0 0 1,1 0-1,-1 0 1,0 0-1,1-1 1,-1 0-1,0 1 1,1-1-1,-1 0 0,1-1 1,-1 1-1,0 0 1,1-1-1,3-1 1,47-17 130,-36 9-238,1-1 1,-1-1-1,-1-1 1,0 0 0,-1-1-1,20-21 1,-6 6-347,4-10 60,-26 29 430,0 1 0,1 0 0,11-10 0,-18 18 184,0-1 23,-1 1-152,1-2 21,0 0 1,1 1-1,-1-1 1,1 1-1,-1-1 1,4-1-1,-5 6-86,1 0 0,-1 0 0,0 0 0,0 1 1,0-1-1,-1 0 0,1 0 0,0 1 0,-1-1 0,1 3 0,-4 30 584,-7 42 1,7-57-604,-11 78 61,-3 148 0,14-196-686,2-33-717,0 0 0,1 0 0,3 23 0,2-22-4548,3 1-3675</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2.715"/>
    </inkml:context>
    <inkml:brush xml:id="br0">
      <inkml:brushProperty name="width" value="0.035" units="cm"/>
      <inkml:brushProperty name="height" value="0.035" units="cm"/>
    </inkml:brush>
  </inkml:definitions>
  <inkml:trace contextRef="#ctx0" brushRef="#br0">1 88 11877,'8'-20'10471,"-5"19"-9985,-1 1-1,0-1 1,0 0-1,1 0 1,-1 0 0,0-1-1,0 1 1,3-3-1,6-3 346,-1 4-262,0 1-1,0-1 1,1 2-1,-1 0 1,13-1 0,24-2 342,33-10-2638,-76 14 235,3-9-2412,-1 0 968</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3.218"/>
    </inkml:context>
    <inkml:brush xml:id="br0">
      <inkml:brushProperty name="width" value="0.035" units="cm"/>
      <inkml:brushProperty name="height" value="0.035" units="cm"/>
    </inkml:brush>
  </inkml:definitions>
  <inkml:trace contextRef="#ctx0" brushRef="#br0">76 0 12217,'0'0'7296,"-1"3"-8103,-4 10 438,-2-1 1,1 0-1,-2 0 0,0-1 0,-10 12 0,4-5 326,12-16 291,1 0-21,0 0 1,1 0 0,-1 0 0,0-1-1,1 1 1,-1 0 0,1 0 0,-1 0-1,1 0 1,0 0 0,0 0 0,0 3-1,7 1 140,-6-5-107,1 1-1,0-1 1,-1 0 0,1 1-1,0-1 1,0 0 0,0 0-1,0 0 1,0 0 0,0-1-1,0 1 1,0 0 0,0-1 0,3 1-1,22 2 1776,48 13-1,-47-9-1350,-24-6-607,1 0 1,-1 0-1,0 0 1,0 1 0,1 0-1,-1 0 1,-1 0-1,1 0 1,0 1-1,0 0 1,-1-1 0,1 1-1,4 7 1,-6-8-72,0 1 0,0 0 0,-1 0-1,1 0 1,-1 1 0,0-1 0,0 0 0,0 0 0,0 1 0,-1-1 0,1 1 0,-1-1 0,0 0 0,0 1 0,0-1 0,0 1 0,-1-1-1,0 5 1,-5 12-538,-11 30 0,3-11-452,10-27 418,-1 0 0,0-1 0,-1 0 1,0 0-1,-1 0 0,0 0 0,-1-1 0,0-1 0,-17 17 0,22-24 227,0 0 1,0-1-1,0 0 1,-1 1-1,1-1 1,0-1-1,-1 1 1,1 0-1,-1-1 0,1 1 1,0-1-1,-1 0 1,1 0-1,-1-1 1,1 1-1,-1-1 1,1 1-1,0-1 0,-6-2 1,0 1-712,-9-5-3464,6-8-2331</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3.624"/>
    </inkml:context>
    <inkml:brush xml:id="br0">
      <inkml:brushProperty name="width" value="0.035" units="cm"/>
      <inkml:brushProperty name="height" value="0.035" units="cm"/>
    </inkml:brush>
  </inkml:definitions>
  <inkml:trace contextRef="#ctx0" brushRef="#br0">19 46 14957,'-1'0'153,"0"1"0,1-1 0,-1 0 0,0 0 0,0-1 0,0 1 0,0 0 0,0 0 0,0 0 0,1 0 0,-1-1 0,0 1-1,0 0 1,0-1 0,0 1 0,1-1 0,-1 1 0,0-1 0,0 1 0,0-2 0,2 1 101,-1 0 1,1 1-1,0-1 0,-1 0 1,1 0-1,0 1 0,0-1 1,0 1-1,0-1 0,0 0 1,0 1-1,0 0 0,0-1 1,0 1-1,0-1 0,1 1 1,2-1 455,0 0 0,0 0 1,0 1-1,0 0 1,0-1-1,0 2 0,0-1 1,6 1-1,5 0 596,41-6 164,-32 2-917,44 0-1,-61 3-552,32-3 0,-15 1-3472,-16 2-2779,-20-5-747,-4-3-6064</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4.191"/>
    </inkml:context>
    <inkml:brush xml:id="br0">
      <inkml:brushProperty name="width" value="0.035" units="cm"/>
      <inkml:brushProperty name="height" value="0.035" units="cm"/>
    </inkml:brush>
  </inkml:definitions>
  <inkml:trace contextRef="#ctx0" brushRef="#br0">309 1 5837,'-12'6'1401,"0"-1"1,1 0 0,-2 0-1,-23 5 1,33-10-407,0 1-52,-11 1-65,0 0 1,0 1 0,-14 5-1,23-6-669,-1 1 1,1-1-1,0 1 0,0 0 0,0 0 1,1 1-1,-1-1 0,1 1 0,0 0 0,0 0 1,-5 7-1,-5 9 169,2 2-1,1-1 1,-12 31 0,17-38-267,1 1 1,1-1 0,0 1 1,1 0-1,1 0 0,0 0 0,1 22 0,1-22 4,-1-7 47,2-1 0,-1 0 0,1 1 0,0-1 0,0 0-1,1 0 1,0 0 0,0 0 0,1 0 0,0 0-1,0-1 1,1 1 0,0-1 0,0 0 0,8 9-1,-6-7-35,-3-3 12,0 0 0,1-1-1,-1 0 1,1 1-1,0-2 1,0 1-1,1 0 1,-1-1 0,8 5-1,-4-5-78,0 0 0,0 0 0,0-1 0,0 0 0,0 0 0,0-1 0,0 0 0,1 0 0,-1-1 0,0 0 0,1-1 0,-1 0-1,0 0 1,0-1 0,1 0 0,-1 0 0,-1-1 0,1 0 0,0 0 0,-1-1 0,12-7 0,-17 9-145,1 0 0,0 0 0,-1-1-1,0 1 1,0-1 0,0 0 0,0 1 0,0-1 0,3-6 0,0-1-418,-5 9 429,1 0-1,-1 0 1,0 0 0,1 0 0,-1 0 0,0 0 0,0 0-1,0-1 1,0 1 0,0 0 0,0 0 0,-1 0 0,1 0-1,0 0 1,0 0 0,-1 0 0,1-1 0,-1 1 0,1 0-1,-1 0 1,0-1 0,-14-17-612,10 15 399,-1 0 1,0 1-1,0-1 1,0 1 0,0 0-1,-1 1 1,1-1-1,-1 1 1,-12-2 0,-4 0-1189,-33-1 0,-64 2-6423,114 2 4408,-6-4-1420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4.811"/>
    </inkml:context>
    <inkml:brush xml:id="br0">
      <inkml:brushProperty name="width" value="0.035" units="cm"/>
      <inkml:brushProperty name="height" value="0.035" units="cm"/>
    </inkml:brush>
  </inkml:definitions>
  <inkml:trace contextRef="#ctx0" brushRef="#br0">258 1 4808,'0'17'1355,"0"-14"728,-4-3-1150,-32 0 926,33 0-1009,0 0-30,-3 1-350,1 0 0,-1-1 0,0 0 0,0 0 0,0-1 0,1 1 0,-10-3 0,8 2-134,0 1 0,0-1 0,0 2 0,1-1 0,-1 1 0,0 0 0,0 1 0,1-1 0,-10 5 0,13-5 449,-11 0-279,8 0-358,1 1 0,0 0-1,0 0 1,0 1 0,-8 4-1,11-5-86,1 0 14,-1-1-65,0 1 0,0 0 0,0 0 0,1 0 0,-1 1 0,1-1 0,0 0 0,0 0 0,0 1 0,0-1 0,0 1 0,0-1 0,0 1 0,1-1 0,-1 1 0,1-1 0,0 1 0,0 0 0,0-1 1,0 1-1,0-1 0,1 1 0,-1 0 0,1-1 0,0 1 0,-1-1 0,1 1 0,0-1 0,1 0 0,-1 1 0,0-1 0,3 3 0,5 9 107,0-1-1,1 0 1,0-1 0,15 14-1,-9-10 7,-1 0 0,0 1 0,-1 1 0,14 25 0,-25-38-127,-1 0 0,0 0 0,0 0 0,-1 0 0,0 1-1,0-1 1,0 1 0,0-1 0,-1 1 0,0-1 0,0 1 0,0-1 0,-1 1 0,0-1-1,0 1 1,0-1 0,-1 0 0,-3 8 0,2-5-114,-2 1 1,1 0-1,-1-1 1,0 0-1,-1 0 1,0 0-1,0-1 1,-1 0-1,-8 7 1,14-14 115,0 1-1,1-1 1,-1 0 0,0 0 0,0 0-1,1 1 1,-1-1 0,0 0 0,0 0 0,0 0-1,1 0 1,-1-1 0,0 1 0,0 0 0,0 0-1,1 0 1,-1-1 0,0 1 0,1 0 0,-1-1-1,0 1 1,0-1 0,-1 0 3,0 0 24,-1 0 1,1 0-1,0 0 0,0 0 0,0-1 0,0 1 0,1-1 0,-1 1 0,0-1 0,0 0 0,1 0 0,0 0 0,-1 0 0,1 0 0,0 0 0,0 0 0,0 0 0,0 0 1,0-1-1,0 1 0,1 0 0,-1-1 0,1 1 0,-1 0 0,1-4 0,-1-5 247,0 0-1,1 0 1,0 0-1,3-17 1,0 15 159,0 0 0,0 0-1,2 0 1,-1 1 0,13-23 0,41-56 2171,-37 60-1801,-3 5 129,37-42-1,-55 66-1153,1 0 0,0 1 0,-1-1 0,1 0 0,-1 0 0,1 0 0,-1 0 0,0 0 0,0 0 0,0 0 0,0 0-1,0 0 1,-1 0 0,0-3 0,-1 2-250,0 1-1,0-1 1,0 1-1,-1 0 1,1 0-1,-1 0 1,1 0-1,-1 0 1,-3-2-1,-2-1-1364,-11-6-5425,-5 9-4767</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5.758"/>
    </inkml:context>
    <inkml:brush xml:id="br0">
      <inkml:brushProperty name="width" value="0.035" units="cm"/>
      <inkml:brushProperty name="height" value="0.035" units="cm"/>
    </inkml:brush>
  </inkml:definitions>
  <inkml:trace contextRef="#ctx0" brushRef="#br0">1 196 10145,'14'3'571,"1"-1"551,-1-1 8695,-14-1-9790,1 0-1,-1 0 1,1-1-1,-1 1 1,1 0-1,-1 0 1,0 0-1,1-1 0,-1 1 1,1 0-1,-1-1 1,0 1-1,1 0 1,-1-1-1,0 1 1,1 0-1,-1-1 1,0 1-1,1-1 0,-1 1 1,0-1-1,0 0 1,1 0 18,-1 0 0,1 1 0,-1-1 1,0 0-1,1 0 0,0 1 0,-1-1 0,1 0 1,-1 1-1,1-1 0,0 1 0,-1-1 0,1 1 1,0-1-1,0 1 0,-1-1 0,1 1 0,0-1 1,0 1-1,0 0 0,1-1 0,95-2 2526,-15 1-1413,285-36 2026,19 0-1205,520 1-1516,-101 6-309,-376 13-154,-296 13 0,97 2-31,-155 3-149,-70 0-992,-9 0-3249,-12-2 2185,-22-1-1319,4 3-4045,0 3-2988</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6.278"/>
    </inkml:context>
    <inkml:brush xml:id="br0">
      <inkml:brushProperty name="width" value="0.035" units="cm"/>
      <inkml:brushProperty name="height" value="0.035" units="cm"/>
    </inkml:brush>
  </inkml:definitions>
  <inkml:trace contextRef="#ctx0" brushRef="#br0">11 186 7025,'-1'0'117,"1"-1"1,-1 1-1,0 0 1,1-1-1,-1 1 1,1-1-1,-1 1 1,0-1-1,1 1 1,-1-1 0,1 0-1,0 1 1,-1-1-1,1 0 1,-1 1-1,1-1 1,0 0-1,-1 1 1,1-1-1,0 0 1,0-1-1,13-2 3327,4 1-2244,24-11 3085,64-32 0,13-4-55,-94 41-3647,6-2 319,1 1 0,0 2-1,47-8 1,-77 16-894,0 0 0,0 0 1,0 0-1,0 0 0,0 0 0,-1 0 0,1 0 0,0 0 0,0 1 0,0-1 1,0 0-1,0 0 0,0 1 0,0-1 0,0 1 0,-1-1 0,1 1 0,0-1 0,0 1 1,0-1-1,-1 1 0,1 0 0,0-1 0,-1 1 0,1 0 0,-1 0 0,1 0 1,0 2-18,0-1 1,0 0 0,-1 1 0,1-1 0,-1 1 0,1-1 0,-1 1 0,0-1 0,0 1 0,-1 3-1,-1 9-171,-1-1-1,-9 27 0,10-34 100,-36 101-1580,-11 43-345,24-86 3225,25-64-1192,-1 0 0,1-1 0,0 1 1,0 0-1,0 0 0,0-1 1,-1 1-1,1 0 0,0 0 0,0-1 1,1 1-1,-1 0 0,0 0 0,0-1 1,0 1-1,0 0 0,1 0 0,-1-1 1,0 1-1,1 0 0,-1-1 1,0 1-1,1 0 0,-1-1 0,1 1 1,-1-1-1,1 1 0,0 0 1,1 1 120,1-1 0,-1 1 1,1-1-1,-1 0 0,1 0 1,0 0-1,-1 0 0,5 1 1,8 0 595,1 0 1,18 1 0,-26-3-649,36 0-96,1-1 0,49-9 0,-46 4 0,211-33 0,-184 27 0,-72 11 7,1 1 1,-1-1-1,0 0 0,1 0 0,-1 0 1,0 0-1,0 0 0,0-1 0,0 1 1,4-3-1,-7 3-10,0 1-1,1 0 1,-1-1 0,0 1-1,1-1 1,-1 1 0,0-1-1,1 1 1,-1-1 0,0 1-1,0-1 1,0 1 0,0-1-1,1 1 1,-1-1 0,0 1-1,0-1 1,0 0 0,0 1-1,0-1 1,0 1 0,0-1-1,-1 0 1,1-1-26,-1 0 0,0 0 0,0 1 0,0-1 0,0 0-1,0 1 1,-1-1 0,1 1 0,0-1 0,-2 0 0,-1-2-390,0 1 0,-1-1 0,1 1 0,-1 0 0,1 1 0,-8-4 1,3 3-1921,1 0 0,-1 1 1,-12-2-1,-32-5-14837</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9.416"/>
    </inkml:context>
    <inkml:brush xml:id="br0">
      <inkml:brushProperty name="width" value="0.035" units="cm"/>
      <inkml:brushProperty name="height" value="0.035" units="cm"/>
    </inkml:brush>
  </inkml:definitions>
  <inkml:trace contextRef="#ctx0" brushRef="#br0">10 64 9465,'-10'2'4611,"26"-10"-665,31-9 2421,7 5-2910,109-7 0,-84 12-2330,-72 6-1713,0 0 0,0 1 0,1 0 0,-1 0 0,0 0 0,12 3 0,-19-3 492,1 0 0,-1 0 0,1 1 1,-1-1-1,1 0 0,-1 0 0,0 0 0,1 1 1,-1-1-1,1 0 0,-1 0 0,0 1 0,1-1 0,-1 0 1,0 1-1,1-1 0,-1 0 0,0 1 0,0-1 1,1 1-1,-1-1 0,0 0 0,0 1 0,0-1 0,0 1 1,1-1-1,-1 1 0,0-1 0,0 1 0,0-1 1,0 1-1,0-1 0,0 0 0,0 1 0,0-1 1,0 1-1,0-1 0,-1 1 0,1-1 0,0 1 0,0-1 1,0 0-1,0 1 0,-1-1 0,1 1 0,0-1 1,-1 0-1,1 1 0,0-1 0,0 0 0,-1 1 0,1-1 1,-1 0-1,0 1 0,-28 24-5225,19-17 2435,-23 22-9097</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19.556"/>
    </inkml:context>
    <inkml:brush xml:id="br0">
      <inkml:brushProperty name="width" value="0.035" units="cm"/>
      <inkml:brushProperty name="height" value="0.035" units="cm"/>
    </inkml:brush>
  </inkml:definitions>
  <inkml:trace contextRef="#ctx0" brushRef="#br0">0 228 20910,'63'-43'2700,"-34"26"-236,3-3-443,5-1-261,-5 1-352,8 3-292,3 3-728,-3-4-388,-2 7 0,-24 5 0,15 0-1020,-3 1-976,-12-10-953,4 1-507</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0.058"/>
    </inkml:context>
    <inkml:brush xml:id="br0">
      <inkml:brushProperty name="width" value="0.035" units="cm"/>
      <inkml:brushProperty name="height" value="0.035" units="cm"/>
    </inkml:brush>
  </inkml:definitions>
  <inkml:trace contextRef="#ctx0" brushRef="#br0">82 0 13685,'-41'9'9384,"40"-5"-8379,-9 31-432,1 1 1,2-1 0,1 1 0,-1 50 0,6-25-2263,13 111 0,-1-113-3579,-5-37 19,-5-21 4760,5 15-9086</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0.781"/>
    </inkml:context>
    <inkml:brush xml:id="br0">
      <inkml:brushProperty name="width" value="0.035" units="cm"/>
      <inkml:brushProperty name="height" value="0.035" units="cm"/>
    </inkml:brush>
  </inkml:definitions>
  <inkml:trace contextRef="#ctx0" brushRef="#br0">41 35 10325,'0'0'7063,"2"1"-6837,20 8 124,-20-8 232,0-2-472,14-6 348,-13 5-86,-13 6-512,-38 17-1150,44-19 996,-10 2 462,14-4 29,-1 0 0,1 0 0,0 1 0,-1-1 0,1 0 0,-1 0 0,1 0 0,0 1 0,-1-1 0,1 0 0,-1 0 0,1 0 0,-1 0 0,1 0 0,0 0 0,-1 0 0,1 0-1,-1 0 1,1 0 0,-1 0 0,1 0 0,0-1 0,-1 1 0,1 0 0,-1 0 0,1 0 0,-1-1 0,8-7 1639,-3 4-1622,0 2 0,0-1-1,0 0 1,1 1 0,4-3 0,121-31 3503,-127 35-3533,32-2-159,-35 7-364,1 5-71,0 0-1,-1 0 1,-1 0-1,1 0 0,-1 1 1,-1-1-1,-3 13 0,-2-4-1080,0 0-1,-16 30 0,12-25-172,-11 30-1,21-50 2488,1 0-145,9 29 2396,-6-32-1850,114 0 3698,-74 3-4086,-42-3-821,0 0-1,0 1 1,0-1 0,0 1 0,0-1-1,0 1 1,0-1 0,0 1 0,0 0-1,0-1 1,0 1 0,0 0-1,-1 0 1,1 0 0,0 0 0,-1 0-1,1 0 1,-1 0 0,1 0 0,-1 0-1,1 0 1,-1 0 0,1 0 0,-1 0-1,0 2 1,-1 2-106,-1 0-1,0 1 0,0-1 1,-1 0-1,-4 9 1,-3 3-389,4-4-303,-1 0 1,0 0 0,-2-1 0,1 0-1,-1 0 1,-18 17 0,15-18-1739,1-1-1,-2-1 1,-19 12 0,-5-2-8907</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1.015"/>
    </inkml:context>
    <inkml:brush xml:id="br0">
      <inkml:brushProperty name="width" value="0.035" units="cm"/>
      <inkml:brushProperty name="height" value="0.035" units="cm"/>
    </inkml:brush>
  </inkml:definitions>
  <inkml:trace contextRef="#ctx0" brushRef="#br0">3 67 16858,'3'0'2820,"-8"-14"6729,25 11-8601,0 3 888,0-3-1952,3 3-616,-12-9-972,1 6-989,-1-14-8240,1 0-1916</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1.346"/>
    </inkml:context>
    <inkml:brush xml:id="br0">
      <inkml:brushProperty name="width" value="0.035" units="cm"/>
      <inkml:brushProperty name="height" value="0.035" units="cm"/>
    </inkml:brush>
  </inkml:definitions>
  <inkml:trace contextRef="#ctx0" brushRef="#br0">1 108 13161,'3'0'597,"0"-1"1,0 1-1,0-1 0,0 0 0,-1 1 0,1-1 0,0 0 0,0-1 1,-1 1-1,4-2 0,21-9 3589,130-22 1489,-35 8-2499,-63 17-3677,-50 6-2482,4-5 2701,-6 4-2443</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1.486"/>
    </inkml:context>
    <inkml:brush xml:id="br0">
      <inkml:brushProperty name="width" value="0.035" units="cm"/>
      <inkml:brushProperty name="height" value="0.035" units="cm"/>
    </inkml:brush>
  </inkml:definitions>
  <inkml:trace contextRef="#ctx0" brushRef="#br0">1 0 120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1.768"/>
    </inkml:context>
    <inkml:brush xml:id="br0">
      <inkml:brushProperty name="width" value="0.035" units="cm"/>
      <inkml:brushProperty name="height" value="0.035" units="cm"/>
    </inkml:brush>
  </inkml:definitions>
  <inkml:trace contextRef="#ctx0" brushRef="#br0">49 12 9017,'12'-11'11432,"-14"11"-11404,1 0 1,-1 0 0,0 0 0,1 1 0,-1-1 0,1 1 0,-1-1 0,0 1-1,1 0 1,-1-1 0,1 1 0,0 0 0,-1 0 0,1 0 0,0 0 0,-1 0 0,1 0-1,0 1 1,-1 1 0,-13 24 226,12-20-156,0 0-1,1 0 0,0 1 1,0-1-1,1 0 0,0 1 1,-1 9-1,3-16-66,-1 0 1,0 0-1,0 0 0,0-1 1,0 1-1,1 0 0,-1 0 1,0 0-1,0-1 0,1 1 0,-1 0 1,1-1-1,-1 1 0,1 0 1,-1-1-1,1 1 0,-1 0 1,1-1-1,1 1 0,1 2 130,0 1 80,0-1-1,0 0 0,1 1 1,-1-1-1,1-1 1,0 1-1,0 0 1,0-1-1,0 0 1,10 3-1,45 13 1339,-52-17-1476,26 6 987,47 2-1,-7-1 35,-24-2-332,-36-6-630,0 2 1,20 4 0,-32-6-169,0 0 1,-1 0 0,1 1 0,0-1-1,0 0 1,0 1 0,0-1-1,-1 0 1,1 1 0,0-1 0,0 1-1,-1-1 1,1 1 0,0 0 0,-1-1-1,1 1 1,0 0 0,-1-1 0,1 1-1,-1 0 1,0 0 0,1 0-1,-1-1 1,1 1 0,-1 1 0,0 0-47,0 0 0,0-1 1,0 1-1,0 0 1,0-1-1,-1 1 0,1 0 1,0-1-1,-1 1 1,0-1-1,1 1 0,-2 2 1,-2 2-395,0 0-1,0 0 1,-1 0 0,0 0 0,-8 7 0,4-6-946,0 0-1,0-1 1,-19 11-1,-13 0-6421,6-5-4190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2.126"/>
    </inkml:context>
    <inkml:brush xml:id="br0">
      <inkml:brushProperty name="width" value="0.035" units="cm"/>
      <inkml:brushProperty name="height" value="0.035" units="cm"/>
    </inkml:brush>
  </inkml:definitions>
  <inkml:trace contextRef="#ctx0" brushRef="#br0">566 1 13485,'-1'1'179,"0"-1"1,0 0-1,0 1 0,0-1 0,0 0 0,1 0 0,-1 0 1,0 0-1,0 0 0,0 0 0,0 0 0,0 0 0,0 0 1,0 0-1,0-1 0,1 1 0,-1 0 0,-1-1 1,-2 1 3018,-4 8-1327,-4 7-1229,0 2-1,2 0 1,0 0-1,-11 26 1,-3 4-113,-51 107 454,-86 256 0,18 97-2673,137-477 928,-26 110-2130,24-111-2488,-13 29-1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2.311"/>
    </inkml:context>
    <inkml:brush xml:id="br0">
      <inkml:brushProperty name="width" value="0.035" units="cm"/>
      <inkml:brushProperty name="height" value="0.035" units="cm"/>
    </inkml:brush>
  </inkml:definitions>
  <inkml:trace contextRef="#ctx0" brushRef="#br0">17 0 21302,'-17'12'4860,"34"-18"-3015,1 3 2275,-1 3-6208,0-3-224</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2.483"/>
    </inkml:context>
    <inkml:brush xml:id="br0">
      <inkml:brushProperty name="width" value="0.035" units="cm"/>
      <inkml:brushProperty name="height" value="0.035" units="cm"/>
    </inkml:brush>
  </inkml:definitions>
  <inkml:trace contextRef="#ctx0" brushRef="#br0">12 29 22686,'0'0'7257,"17"-3"-8401,-2 0-845,-35-8 65,-3-1-5380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3.288"/>
    </inkml:context>
    <inkml:brush xml:id="br0">
      <inkml:brushProperty name="width" value="0.035" units="cm"/>
      <inkml:brushProperty name="height" value="0.035" units="cm"/>
    </inkml:brush>
  </inkml:definitions>
  <inkml:trace contextRef="#ctx0" brushRef="#br0">1 168 7729,'9'-1'506,"-7"1"101,-1 0 0,1 0 0,0-1 0,-1 1 0,1-1 0,-1 1 0,1-1 0,-1 0 0,1 0 0,-1 0 0,2 0 0,-1-1-413,0 1-1,-1 0 1,1 1-1,0-1 1,0 0-1,0 1 1,0-1-1,1 1 1,-1-1-1,0 1 1,0 0-1,0 0 1,0 0-1,4 1 1,18-2 1084,13-9-97,0-1 0,61-27 0,-46 16-1071,-49 22-280,-1-1 0,1 0-1,-1-1 1,1 1-1,-1 0 1,1-1-1,-1 1 1,0-1 0,0 0-1,0 0 1,0 0-1,0 0 1,0 0-1,2-4 1,-3 5-156,-1 0 0,1-1-1,-1 1 1,0 0 0,0 0 0,0 0 0,0-1-1,0 1 1,0 0 0,0 0 0,0-1 0,0 1 0,0 0-1,-1 0 1,1-1 0,0 1 0,-1 0 0,1 0-1,-1 0 1,0 0 0,1 0 0,-1 0 0,0 0 0,0 0-1,1 0 1,-1 0 0,-2-2 0,-10-6-8354</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6.651"/>
    </inkml:context>
    <inkml:brush xml:id="br0">
      <inkml:brushProperty name="width" value="0.035" units="cm"/>
      <inkml:brushProperty name="height" value="0.035" units="cm"/>
    </inkml:brush>
  </inkml:definitions>
  <inkml:trace contextRef="#ctx0" brushRef="#br0">780 1 8401,'-8'6'821,"0"1"1,1 0-1,0 0 0,1 1 1,0 0-1,0 0 1,0 0-1,-6 15 0,-156 302 3934,-67 168-2984,169-347-1617,-118 278-3425,150-344 275,16-47-2797,9-21-1636</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7.027"/>
    </inkml:context>
    <inkml:brush xml:id="br0">
      <inkml:brushProperty name="width" value="0.035" units="cm"/>
      <inkml:brushProperty name="height" value="0.035" units="cm"/>
    </inkml:brush>
  </inkml:definitions>
  <inkml:trace contextRef="#ctx0" brushRef="#br0">935 1 10613,'0'1'115,"-1"-1"0,1 1 1,-1 0-1,1 0 0,-1-1 0,1 1 1,-1 0-1,1-1 0,-1 1 0,0 0 1,1-1-1,-1 1 0,0-1 0,1 1 1,-1-1-1,0 1 0,0-1 0,0 0 1,1 1-1,-1-1 0,0 0 0,0 0 1,0 0-1,0 1 0,0-1 0,1 0 0,-1 0 1,0 0-1,0 0 0,0-1 0,0 1 1,0 0-1,1 0 0,-1 0 0,0-1 1,-1 1-1,-5-2 581,6 2-596,0 1 1,0-1 0,0 0 0,1 1-1,-1-1 1,0 1 0,0-1-1,1 1 1,-1 0 0,0-1-1,0 1 1,1 0 0,-1-1 0,1 1-1,-1 0 1,1 0 0,-1 0-1,-2 3 190,-33 37 565,1 1 0,-34 58 0,46-67-652,-51 89 501,-83 183 0,130-249-604,-193 463 165,177-410-542,-97 273-3295,98-263-668,29-82-127,8-14-2409</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7.422"/>
    </inkml:context>
    <inkml:brush xml:id="br0">
      <inkml:brushProperty name="width" value="0.035" units="cm"/>
      <inkml:brushProperty name="height" value="0.035" units="cm"/>
    </inkml:brush>
  </inkml:definitions>
  <inkml:trace contextRef="#ctx0" brushRef="#br0">1073 1 13689,'-5'3'362,"0"1"0,0 0 0,1 0 0,0 0 0,0 0 0,0 1 0,0 0-1,0 0 1,1 0 0,0 0 0,-5 11 0,-12 19 703,-126 221 1427,20 11-1965,85-177-307,-74 157 67,-163 366-68,96-203-1922,113-269-1061,36-81-5272,32-57 7483,-8 14-6249</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7.785"/>
    </inkml:context>
    <inkml:brush xml:id="br0">
      <inkml:brushProperty name="width" value="0.035" units="cm"/>
      <inkml:brushProperty name="height" value="0.035" units="cm"/>
    </inkml:brush>
  </inkml:definitions>
  <inkml:trace contextRef="#ctx0" brushRef="#br0">1102 1 13033,'-14'11'273,"4"-3"-14,1-1 0,-1 2-1,2-1 1,-1 1 0,1 0 0,0 1 0,1 0-1,0 0 1,0 1 0,1 0 0,-6 16 0,11-25-224,-175 467 4415,-26-13-3610,-90 132-1219,99-198-3312,148-293 1626,-11 19-4251,35-74 14</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8.178"/>
    </inkml:context>
    <inkml:brush xml:id="br0">
      <inkml:brushProperty name="width" value="0.035" units="cm"/>
      <inkml:brushProperty name="height" value="0.035" units="cm"/>
    </inkml:brush>
  </inkml:definitions>
  <inkml:trace contextRef="#ctx0" brushRef="#br0">814 2 13281,'-2'0'169,"0"-1"-1,0 1 1,0 0-1,0-1 1,0 1 0,0 0-1,-1 0 1,1 1-1,0-1 1,0 0-1,0 1 1,0-1 0,0 1-1,0 0 1,0 0-1,0 0 1,0 0-1,1 0 1,-4 2-1,0 2 258,1 0 0,0 0 0,0 0 0,1 1 0,-7 11 0,-146 309 2817,126-259-2836,-278 699 2134,279-690-2444,23-57-80,-161 439-1632,132-338-1774,26-72-6122</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8.508"/>
    </inkml:context>
    <inkml:brush xml:id="br0">
      <inkml:brushProperty name="width" value="0.035" units="cm"/>
      <inkml:brushProperty name="height" value="0.035" units="cm"/>
    </inkml:brush>
  </inkml:definitions>
  <inkml:trace contextRef="#ctx0" brushRef="#br0">721 1 11913,'-13'17'352,"-14"19"1463,-43 77 0,20-21 539,-195 387 2298,165-299-3917,-57 126-474,59-127-3278,63-150-1759,9-19-484</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8.794"/>
    </inkml:context>
    <inkml:brush xml:id="br0">
      <inkml:brushProperty name="width" value="0.035" units="cm"/>
      <inkml:brushProperty name="height" value="0.035" units="cm"/>
    </inkml:brush>
  </inkml:definitions>
  <inkml:trace contextRef="#ctx0" brushRef="#br0">696 1 7113,'-8'5'468,"1"1"0,-1 0 0,1 1 0,-7 8-1,11-12-279,0 0-1,1 1 0,-1 0 0,1-1 0,0 1 1,1 0-1,-1 0 0,0 0 0,1 0 0,0 1 0,0-1 1,0 6-1,-2 18 1575,-1-1 0,-12 39 0,-1-12-202,-31 67-1,-233 426 1449,173-373-5810,-8-5-5489,81-122-931</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9.079"/>
    </inkml:context>
    <inkml:brush xml:id="br0">
      <inkml:brushProperty name="width" value="0.035" units="cm"/>
      <inkml:brushProperty name="height" value="0.035" units="cm"/>
    </inkml:brush>
  </inkml:definitions>
  <inkml:trace contextRef="#ctx0" brushRef="#br0">544 1 9433,'-16'17'992,"0"1"0,1 1 0,1 0 0,0 1 0,-17 38 0,-84 244 2288,21-56-1893,-85 192 28,173-423-1751,5-13 102,1 0-1,-1 1 0,0-1 1,0 0-1,0 0 1,0 0-1,0 0 0,0 0 1,-1 0-1,1 0 1,-1 0-1,1 0 0,-1-1 1,0 1-1,0 0 1,0-1-1,0 0 1,0 1-1,0-1 0,-2 1 1,-8 2-4885</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29.927"/>
    </inkml:context>
    <inkml:brush xml:id="br0">
      <inkml:brushProperty name="width" value="0.035" units="cm"/>
      <inkml:brushProperty name="height" value="0.035" units="cm"/>
    </inkml:brush>
  </inkml:definitions>
  <inkml:trace contextRef="#ctx0" brushRef="#br0">454 13 8913,'-10'2'433,"8"-2"-292,-1 1 1,1 0-1,0-1 1,0 0 0,-1 1-1,1-1 1,0 0-1,-1 0 1,1 0 0,0-1-1,-1 1 1,1 0 0,0-1-1,0 0 1,-1 1-1,1-1 1,0 0 0,0 0-1,-4-3 1,3 3 23,1 0 0,-1 0 0,0 0 0,0 0 0,0 0 0,1 1 0,-1-1 0,0 1 0,0 0 0,0 0 0,0 0 0,0 0 0,0 0 0,0 1 0,0-1 0,0 1 0,0 0 0,1 0 0,-5 2 0,-6 3 304,-1 0-1,-18 14 1,24-15-268,-20 13 72,1 2 0,1 1 0,2 1 0,0 1 0,1 1 1,1 1-1,-25 37 0,41-53-208,0 1 0,0 0 0,1 1 0,0-1 0,-5 18 0,8-21-5,1-1-1,-1 1 1,1 0-1,0 0 1,1-1-1,0 1 1,0 0-1,0 0 1,1 0-1,2 11 1,-2-16-44,0 1 0,1-1 1,-1 1-1,0-1 1,1 0-1,-1 0 1,1 1-1,0-1 0,-1 0 1,1-1-1,0 1 1,0 0-1,1 0 1,-1-1-1,0 1 1,0-1-1,1 0 0,-1 0 1,1 0-1,-1 0 1,1 0-1,0 0 1,-1-1-1,1 1 1,0-1-1,-1 0 0,1 0 1,5 0-1,3-1 8,-1 1 1,1-2-1,0 1 0,-1-2 0,1 1 0,12-6 1,-3 0-117,0-2 0,-1 0 0,0-1 0,0-1 0,-1-1 0,19-17 0,-1-4-231,53-63-1,-52 61 1101,-35 34 66,-6 41 68,-13 49 0,-2 24 127,-8 70 340,14-113-968,-7 136 0,26-77-5132,1-89-4191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0.177"/>
    </inkml:context>
    <inkml:brush xml:id="br0">
      <inkml:brushProperty name="width" value="0.035" units="cm"/>
      <inkml:brushProperty name="height" value="0.035" units="cm"/>
    </inkml:brush>
  </inkml:definitions>
  <inkml:trace contextRef="#ctx0" brushRef="#br0">1 122 11185,'1'1'251,"0"1"0,1 0-1,-1 0 1,0-1 0,1 1 0,0-1-1,-1 1 1,1-1 0,3 2 0,-4-3-11,0 0-1,0 0 1,0 0 0,0 0 0,0 0 0,0 0 0,0 0-1,0 0 1,0-1 0,0 1 0,0 0 0,-1-1-1,1 1 1,0-1 0,0 1 0,0-1 0,0 1 0,0-1-1,-1 0 1,2 0 0,0-1 178,0 1 0,1 1 0,-1-1 0,0 0 0,0 0 0,1 1 0,-1-1 0,0 1 0,1 0 0,-1 0 0,4 0 0,8-2 713,73-18 3565,23-7-2789,-106 27-2185,0-1 0,1-1 1,-1 1-1,0 0 0,-1-1 0,1 0 1,0 0-1,5-4 0,-8 5-37,0 0 1,0 0-1,0 0 1,0 0-1,-1 0 1,1 0-1,0-1 1,-1 1-1,1 0 0,-1 0 1,1-3-1,-1-21-8012,-2 8-5566</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0.711"/>
    </inkml:context>
    <inkml:brush xml:id="br0">
      <inkml:brushProperty name="width" value="0.035" units="cm"/>
      <inkml:brushProperty name="height" value="0.035" units="cm"/>
    </inkml:brush>
  </inkml:definitions>
  <inkml:trace contextRef="#ctx0" brushRef="#br0">61 6 5621,'0'0'1260,"-2"0"-254,-9-4-403,2 2 600,0 14-369,2 6 3961,-1 11-2814,0-1-1023,6-22-799,1-1 0,0 1 0,0 0 0,0 0 0,1 0 1,0 0-1,0 0 0,0 0 0,1-1 0,0 1 0,2 7 0,0 2 128,-1 10 234,-2-16-318,1-1 1,0 1 0,4 13 0,-4-20-141,-1 0 1,1 0 0,0 0 0,0 0 0,0-1-1,0 1 1,0 0 0,0 0 0,0-1-1,1 1 1,-1-1 0,1 1 0,-1-1 0,1 0-1,-1 0 1,1 0 0,0 1 0,0-1 0,-1-1-1,4 2 1,16 4 909,1-1 0,0-1 0,44 2 0,-64-6-953,-1 0 0,1 0 0,0 0 0,0 0 0,0 0 0,0 0 0,-1 1 0,1-1 0,0 1 0,0-1 0,-1 1 0,1 0 1,0-1-1,-1 1 0,1 0 0,0 0 0,-1 0 0,0 1 0,1-1 0,-1 0 0,2 2 0,-2-1-28,0 0 1,0 0-1,-1 0 0,1-1 1,-1 1-1,1 0 0,-1 0 1,0 0-1,0 0 0,0 0 0,0 0 1,0 0-1,0 0 0,-1 0 1,1 0-1,-1 2 0,-3 6-170,0 0-1,0 0 1,-1 0 0,0-1-1,-8 11 1,-5 8-1136,5-8 173,-24 30 0,6-21-2356,26-26 2312,0 0 1,0 0 0,0 0 0,-1-1-1,-5 3 1,-8 1-7897</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0.978"/>
    </inkml:context>
    <inkml:brush xml:id="br0">
      <inkml:brushProperty name="width" value="0.035" units="cm"/>
      <inkml:brushProperty name="height" value="0.035" units="cm"/>
    </inkml:brush>
  </inkml:definitions>
  <inkml:trace contextRef="#ctx0" brushRef="#br0">0 22 18466,'0'0'2795,"3"0"-67,50-1 198,1-2 0,57-10 0,-82 8-2926,-24 7 0,-1 1 0,7 0-2793,-20-5-4676,2 1 3510,-14-3-11603</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1.476"/>
    </inkml:context>
    <inkml:brush xml:id="br0">
      <inkml:brushProperty name="width" value="0.035" units="cm"/>
      <inkml:brushProperty name="height" value="0.035" units="cm"/>
    </inkml:brush>
  </inkml:definitions>
  <inkml:trace contextRef="#ctx0" brushRef="#br0">385 11 9173,'-14'-3'5697,"12"1"-5150,-1 1-472,0 0-1,0 0 0,1 0 1,-1 1-1,0-1 0,0 1 1,0-1-1,0 1 0,0 0 1,1 0-1,-1 0 0,0 1 1,0-1-1,0 1 0,0-1 0,0 1 1,1 0-1,-5 2 0,-9 4 332,-30 18-1,30-17-120,0 2 29,-1 1-1,2 1 1,-1 0 0,2 0-1,-1 2 1,2 0-1,0 0 1,1 2 0,-17 26-1,21-30-100,2 0-1,0 1 1,0-1 0,1 2-1,1-1 1,0 0-1,0 1 1,2 0 0,0 0-1,0 0 1,1 0-1,1 0 1,0 0 0,4 20-1,-3-26-64,1-1-1,0 1 0,0 0 1,1-1-1,0 0 0,0 0 1,1 0-1,-1 0 1,2 0-1,-1-1 0,1 0 1,0 0-1,0 0 0,1 0 1,-1-1-1,1 0 1,0 0-1,1 0 0,-1-1 1,1 0-1,0 0 0,0-1 1,0 0-1,1 0 1,10 2-1,12 4 264,21 3-34,-35-8-295,-15-4-101,0 0 1,0 0-1,-1 0 1,1 0-1,0-1 0,0 1 1,0 0-1,-1 0 1,1-1-1,0 1 0,-1 0 1,1-1-1,0 1 0,-1-1 1,1 1-1,0-1 1,-1 1-1,1-1 0,-1 1 1,1-1-1,-1 1 1,2-2-1,-1 0-85,0 2 3,-1-1 1,1 0 0,0 0-1,0 0 1,0 0-1,-1-1 1,1 1-1,0 0 1,-1 0 0,1 0-1,-1 0 1,1-1-1,-1 1 1,0 0-1,1-1 1,-1 1-1,0 0 1,0 0 0,0-1-1,0 1 1,0 0-1,0-1 1,-1 1-1,1 0 1,0-1 0,-1 1-1,1 0 1,-1 0-1,1 0 1,-1-1-1,1 1 1,-1 0-1,-1-1 1,0-1-141,0 0-1,0 0 1,-1 0-1,0 1 1,1-1 0,-1 1-1,0-1 1,0 1-1,0 0 1,-1 0-1,-4-2 1,-27-9-2973,0 1 0,-1 1 1,-63-8-1,60 15-3055</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1.870"/>
    </inkml:context>
    <inkml:brush xml:id="br0">
      <inkml:brushProperty name="width" value="0.035" units="cm"/>
      <inkml:brushProperty name="height" value="0.035" units="cm"/>
    </inkml:brush>
  </inkml:definitions>
  <inkml:trace contextRef="#ctx0" brushRef="#br0">275 1 8961,'-10'4'1016,"1"-1"0,-1 0 1,0 0-1,-16 1 0,12-2-527,0 1 0,-19 7 0,-86 25 2884,118-35-3301,-1 1 0,0 0 0,1-1 0,-1 1 0,0 0 0,1 0 0,-1 0 0,1 0 0,0 0 0,-1 0 0,1 0 0,0 1 0,0-1 0,-1 0 0,1 1 0,0-1 0,1 1 0,-1-1 0,0 1 0,0 0 0,1-1 0,-1 1-1,0 0 1,1-1 0,0 1 0,-1 0 0,1 0 0,0-1 0,0 1 0,0 0 0,0 0 0,0 0 0,1-1 0,-1 1 0,1 0 0,-1-1 0,1 1 0,-1 0 0,1-1 0,1 4 0,3 4 274,0 0-1,1-1 1,0 1 0,0-1 0,15 14 0,-17-18-223,13 13 430,0 1 1,21 29-1,-34-41-524,-1 0 0,1 0 0,-1 0 0,0 0 0,0 1 0,-1-1 0,0 1 0,0 0 0,0 0 0,-1 0 0,0 0 0,-1 0 0,1 11 0,-3 0-415,-1 0 0,0-1-1,-1 1 1,-1-1 0,-7 17-1,9-25-374,-1 0 0,-1 0 0,0-1 0,0 0 0,0 0 0,-1 0 0,0-1 0,-1 1 0,0-2 0,-13 12 0,0-9-4131,-4-8-2640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2.014"/>
    </inkml:context>
    <inkml:brush xml:id="br0">
      <inkml:brushProperty name="width" value="0.035" units="cm"/>
      <inkml:brushProperty name="height" value="0.035" units="cm"/>
    </inkml:brush>
  </inkml:definitions>
  <inkml:trace contextRef="#ctx0" brushRef="#br0">0 415 13453,'2'-5'88,"12"-25"1139,0 0-1,2 1 0,27-37 0,-31 51-294,17-25 2809,-17 24-2697,0 1-1,0 0 0,1 0 1,26-21-1,-6 5 226,-32 29-1324,0 1 1,1-1 0,-1 0 0,0 0-1,0 0 1,0 0 0,-1 0-1,1-1 1,0 1 0,-1 0 0,1-3-1,1-2-839,-3 1-1214,-1 4 1574,1-1-330,0 1 0,-1-1 1,1 1-1,-1-1 0,1 1 0,-1 0 0,0 0 1,0 0-1,0 0 0,0 0 0,-4-2 0,-15 4-11203</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2.454"/>
    </inkml:context>
    <inkml:brush xml:id="br0">
      <inkml:brushProperty name="width" value="0.035" units="cm"/>
      <inkml:brushProperty name="height" value="0.035" units="cm"/>
    </inkml:brush>
  </inkml:definitions>
  <inkml:trace contextRef="#ctx0" brushRef="#br0">0 328 14029,'0'0'5179,"2"-2"-3424,0-1-1499,0 0 0,1 0 0,-1 1 0,1-1 0,0 1 0,-1 0 0,1 0 0,0 0 0,0 0 0,0 0 0,1 0 1,6-1-1,46-12 1457,-56 15-1707,446-66 3062,3 34 246,-283 23-2940,191-13-374,500-34 0,-824 54-90,82-9-1233,-100 8 994,-1 1 1,0-2-1,0 0 0,0-1 1,17-8-1,-30 12 98,1 1 0,-1-1 0,0 1 0,0-1 0,0 0 0,0 0 1,0 0-1,0 1 0,0-1 0,0 0 0,-1 0 0,1 0 0,0-1 0,0 1 0,-1 0 0,1 0 0,-1 0 0,1 0 0,-1-1 0,1 1 0,-1 0 1,0 0-1,0-1 0,0 1 0,0 0 0,1 0 0,-2-1 0,1 1 0,0 0 0,0-1 0,0 1 0,0 0 0,-1 0 0,1-1 0,-1 1 0,1 0 1,-1 0-1,1 0 0,-1 0 0,-1-2 0,0 2-493,-1 1-1,1-1 1,0 0 0,-1 1-1,1-1 1,-1 1 0,0 0 0,-4 0-1,-39-1-9686</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2.896"/>
    </inkml:context>
    <inkml:brush xml:id="br0">
      <inkml:brushProperty name="width" value="0.035" units="cm"/>
      <inkml:brushProperty name="height" value="0.035" units="cm"/>
    </inkml:brush>
  </inkml:definitions>
  <inkml:trace contextRef="#ctx0" brushRef="#br0">1 210 11253,'6'0'616,"-1"-1"0,1 0 0,0 0 0,-1 0 0,1-1 1,0 1-1,-1-1 0,0-1 0,0 1 0,1-1 0,-2 0 0,10-6 0,24-13 1952,7 8-634,0 1-1,0 2 1,60-6-1,-15 3-115,36-2-433,-125 16-1393,0 0-1,1 0 1,-1 0-1,1 0 1,-1 0-1,0 0 1,1 0-1,-1 0 1,1 1-1,-1-1 1,0 0-1,1 1 1,-1-1-1,0 1 1,0 0-1,1-1 1,0 2-1,-1-2-9,-1 1 0,1 0-1,-1 0 1,1-1 0,-1 1 0,0 0-1,1 0 1,-1 0 0,0-1 0,1 1-1,-1 0 1,0 0 0,0 0-1,0 0 1,0 0 0,0 0 0,0-1-1,0 1 1,0 0 0,0 1 0,-2 5-151,0 0 1,0-1-1,-1 1 1,0-1 0,-4 9-1,4-10 47,-22 43-1931,-33 87 0,58-134 2098,-1 0 0,1 0-1,-1 0 1,1 0 0,-1 0 0,1 1-1,0-1 1,-1 0 0,1 0-1,0 0 1,0 1 0,0-1-1,0 0 1,0 0 0,0 1-1,1-1 1,-1 0 0,0 0-1,0 0 1,1 0 0,-1 1-1,1-1 1,-1 0 0,1 0-1,0 0 1,-1 0 0,1 0-1,0 0 1,0 0 0,-1 0-1,1-1 1,0 1 0,0 0-1,0 0 1,0-1 0,0 1-1,0 0 1,0-1 0,1 1-1,-1-1 1,2 1 0,4 0 151,1 0 0,-1 0-1,1-1 1,-1 0 0,13-1 0,-9 0-23,36-3 408,1-1 0,55-15 0,-92 17-531,33-8-6,61-25 1,-94 31-384,1 0 0,-1-1 0,0 0 1,-1-1-1,1 0 0,-2-1 0,1 0 1,-1 0-1,0-1 0,10-13 1,-10 9-707,-1 0 1,-1-1-1,0 0 1,8-22-1,-11 22-1727,0-1-1,4-21 1,-4-16-9077</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3.481"/>
    </inkml:context>
    <inkml:brush xml:id="br0">
      <inkml:brushProperty name="width" value="0.035" units="cm"/>
      <inkml:brushProperty name="height" value="0.035" units="cm"/>
    </inkml:brush>
  </inkml:definitions>
  <inkml:trace contextRef="#ctx0" brushRef="#br0">18 1 3728,'0'0'156,"-17"0"-2252</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33.653"/>
    </inkml:context>
    <inkml:brush xml:id="br0">
      <inkml:brushProperty name="width" value="0.035" units="cm"/>
      <inkml:brushProperty name="height" value="0.035" units="cm"/>
    </inkml:brush>
  </inkml:definitions>
  <inkml:trace contextRef="#ctx0" brushRef="#br0">73 1 7209,'10'6'1609,"-15"-2"403,-8 8-1052,7-3-776,1 1-1,0-1 1,0 1-1,1 0 1,0 1-1,0-1 1,1 1-1,-2 15 1,-7 95 1112,10-85-847,1 21-1528,-4-45-4493,2 2 20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17.362"/>
    </inkml:context>
    <inkml:brush xml:id="br0">
      <inkml:brushProperty name="width" value="0.035" units="cm"/>
      <inkml:brushProperty name="height" value="0.035" units="cm"/>
    </inkml:brush>
  </inkml:definitions>
  <inkml:trace contextRef="#ctx0" brushRef="#br0">4726 518 3884,'0'0'13233,"-3"-2"-12783,-3-1-295,0 0-1,-1 1 1,1 0 0,-1 0 0,1 0-1,-1 1 1,0 0 0,-10-1 0,-64 3 123,38 0-167,-3 2-47,1 1-1,0 3 1,0 1-1,-75 25 0,108-30-81,-227 63 343,-159-5 149,31-7-394,92-12-75,121-21-6,114-16 2,-67 13-68,-43 8 204,132-23-124,1-1 54,0-1-1,0 0 1,1-1 0,-1 0 0,-27-5 0,32 2-38,1 0-1,-1 0 1,1-1-1,0 0 1,0-1-1,1-1 1,-1 0-1,-14-11 1,5 1 1,1-2 1,-31-38-1,11 13-9,-12-8-28,-92-70 1,44 48 9,-178-101 0,251 161-4,1 0 1,-47-14-1,60 23 1,1 1-1,0 1 0,-1 0 0,0 0 1,1 1-1,-1 1 0,0 0 1,0 0-1,-18 4 0,-145 26 41,56-9-82,-206 12 0,304-33 36,1 2 0,0 0 1,0 1-1,0 2 1,0 0-1,1 0 0,0 2 1,0 0-1,-26 16 1,28-12 8,1 0 1,0 1 0,1 1 0,0 1 0,-13 16 0,-57 79-2,42-49-43,22-33 47,1 1 1,1 0-1,2 2 1,1 0-1,1 1 1,1 0-1,2 2 1,-12 51-1,15-30-15,3 1 0,2-1 0,4 82 0,29 165-20,-27-283 30,47 340-37,-34-253 43,-5-43-54,-3 0-1,0 74 1,-12-53 54,-4-1 1,-3-1-1,-42 148 1,25-95-64,12-45 27,13-72 6,2 1 1,0 0-1,1 0 0,1 23 0,12 73-6,-4-47-50,-3-12 61,3 0 0,2-1 0,3 0 0,1-1-1,4 0 1,1-1 0,33 61 0,-41-95 13,0-2 1,1 1-1,1-1 1,0-1-1,22 19 1,-5-7 4,60 39 0,-54-45 10,0-1 1,2-2-1,0-1 0,56 16 1,167 31-29,-206-52 14,-10-2 44,151 37-122,-8-7 152,-111-26-156,96 14 107,48 10 41,27 20-77,-133-37-3,-51-10-54,10-2 81,1-3 0,78-4 0,-129-2-27,340-14 83,-1-1-89,-81 9-6,-213 6 63,177 3-65,199 5-364,-37-1-264,-325-4 565,401 4-246,-198-34 240,-107 7 76,60-5 65,109-8-34,345 39-66,-3 8-128,-400-28 82,-109 3 88,293-17-36,-328 23 90,203-4-13,91-2 144,-428 10-160,183-12 35,11-1-77,75 1 29,217-3 155,-67 4-174,-290 7 97,117-16-129,-40 2 98,493-37 13,-568 42 31,159-12 238,-158 16-77,25-2 64,-18 7-149,92-2-71,80-2 302,315 23 28,103 3 110,-542-29-110,-161 9-333,0-1-1,-1-3 0,0-1 0,0-1 0,-1-3 1,61-26-1,135-61 98,-219 94-179,84-33 58,113-49 158,-173 69-139,-1-2 0,49-36 0,-57 35-3,-1-1-1,-1-1 1,-1-2 0,-1 0 0,37-52-1,-34 38 4,-1 4-25,-2-2 0,32-64 0,-6-27 420,-25 59-133,-5 10-45,-3-1 1,-2 0 0,-4-1 0,-1-1 0,-4 1 0,-2-1 0,-3-1 0,-7-64 0,-11-66-138,-15-289 24,3 100 100,-2 146-204,26 206-84,0 0 1,-2 0 0,-2 1-1,0 0 1,-14-28 0,-78-132-10,85 162-5,-2 1 0,0 0 0,-2 2 0,0 0 0,-2 1 0,0 2-1,-2 0 1,0 1 0,-1 1 0,-34-18 0,7 10-28,-1 2 0,-103-33 0,-120-15-120,-805-117-334,449 133 423,-108 57 98,416 8-20,-769-11 57,-96 3-106,1042 2 46,-754-6 27,170 6-28,-743 105-201,974-16-177,8 39-568,398-105 892,-1-3 1,-109 10 0,70-26-12,84-5 87,-91 13 1,-85 21-96,88-16 60,-192 5 6,220-19 11,-140-7 32,99-1-55,59 2 84,-176 7 11,97 13 103,78-12-75,-35 5-141,68 0-218,-50 7-1757,14-4-2622,36-5-1880,13-6-3002</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18.318"/>
    </inkml:context>
    <inkml:brush xml:id="br0">
      <inkml:brushProperty name="width" value="0.035" units="cm"/>
      <inkml:brushProperty name="height" value="0.035" units="cm"/>
    </inkml:brush>
  </inkml:definitions>
  <inkml:trace contextRef="#ctx0" brushRef="#br0">11 67 15701,'-1'0'104,"1"0"-1,-1 0 0,1 0 0,-1-1 0,1 1 0,0 0 0,-1 0 0,1 0 0,-1 0 0,1-1 0,-1 1 0,1 0 0,0 0 0,-1-1 1,1 1-1,-1 0 0,1-1 0,0 1 0,-1 0 0,1-1 0,0 1 0,0-1 0,-1 1 0,1-1 0,0 1 0,0 0 0,0-1 0,-1 1 1,1-1-1,0 1 0,0-1 0,0 1 0,0-1 0,0 1 0,0-1 0,0 1 0,0-1 0,0 1 0,0-1 0,0 1 0,1-1 0,-1 1 0,0-1 1,0 1-1,0 0 0,1-1 0,-1 1 0,0-1 0,0 1 0,1-1 0,-1 1 0,0 0 0,1-1 0,-1 1 0,0 0 0,1-1 1,1-1 217,-1 1 1,1-1-1,-1 1 1,1-1 0,0 1-1,0-1 1,0 1-1,-1 0 1,1 0 0,0 0-1,0 0 1,1 0-1,2 0 1,179-9 4763,-81 7-3482,-42 0-1603,102-7 0,-108 9-19,-52 1-595,-7 0-2169,-72 15-9663,21-2-1475</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18.476"/>
    </inkml:context>
    <inkml:brush xml:id="br0">
      <inkml:brushProperty name="width" value="0.035" units="cm"/>
      <inkml:brushProperty name="height" value="0.035" units="cm"/>
    </inkml:brush>
  </inkml:definitions>
  <inkml:trace contextRef="#ctx0" brushRef="#br0">1 133 20370,'43'-18'3336,"-9"13"-296,1-4-371,-1 3-433,-2-2-1120,6-4-1116,8 6 0,0-5 0,0 2 0,0 0 0,0-2 0,-26 5 0,3 3 0,3 0 0,-12-8-1808,3 5-756</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19.360"/>
    </inkml:context>
    <inkml:brush xml:id="br0">
      <inkml:brushProperty name="width" value="0.035" units="cm"/>
      <inkml:brushProperty name="height" value="0.035" units="cm"/>
    </inkml:brush>
  </inkml:definitions>
  <inkml:trace contextRef="#ctx0" brushRef="#br0">26 1129 6949,'-26'-6'12748,"29"3"-11782,14-16-33,0-2 1,-1 0-1,-1-1 1,-1-1-1,-1 0 1,16-40-1,45-157-204,-50 131-620,24-79-324,-47 166 205,9-27-259,-1 0 1,8-54-1,-14 65 67,1 0 0,0 1 0,2-1 0,0 1 0,8-17 0,-13 31 167,0-1-1,0 1 0,-1 0 0,1-1 0,-1 1 0,0 0 1,0-1-1,0-3 0,0 2-273,-7 47 237,3-23 43,2-1 0,0 0 0,0 25 0,3-38 12,-1 8 56,1 0 0,0 1-1,2-1 1,-1 0 0,5 13 0,-5-22-1,0 0 1,-1-1-1,1 1 1,0-1-1,1 1 0,-1-1 1,0 0-1,1 0 1,0 0-1,0 0 1,0-1-1,0 1 0,0-1 1,0 0-1,1 1 1,-1-2-1,1 1 1,0 0-1,-1-1 1,1 1-1,7 0 0,-1 0-29,1-1 0,-1 0 0,1 0 0,0-1-1,0-1 1,-1 0 0,1 0 0,-1-1-1,1 0 1,-1-1 0,17-7 0,-14 5-189,0-1 0,0-1 0,0 0 0,-1-1 0,-1 0 0,1-1 0,-1 0 0,13-15 0,-16 14 7,0 0 1,-1-1 0,0 0 0,-1 0-1,0-1 1,-1 0 0,6-18-1,18-93-947,-26 109 1018,4-10 222,16-37-1,-17 46 6,4 47 394,-1 4-176,-6-24-166,0 0 0,1 0 0,0 0 0,11 19 0,3 1 169,33 50 754,-46-74-1002,1 0 1,0-1 0,0 0 0,1-1 0,0 1 0,1-1 0,13 8-1,-10-8-201,-1 0-1,2-1 1,-1-1-1,0 0 0,1 0 1,15 2-1,-21-5-307,0-1-1,0 1 0,0-1 0,0 0 1,0-1-1,1 1 0,-1-1 1,0-1-1,0 1 0,0-1 0,-1 0 1,1 0-1,10-6 0,13-12-5969,-2 0-4031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59.510"/>
    </inkml:context>
    <inkml:brush xml:id="br0">
      <inkml:brushProperty name="width" value="0.035" units="cm"/>
      <inkml:brushProperty name="height" value="0.035" units="cm"/>
    </inkml:brush>
  </inkml:definitions>
  <inkml:trace contextRef="#ctx0" brushRef="#br0">12 318 6089,'-12'-14'4729,"17"27"165,-1-3 2339,-2-12-7212,1 1 0,-1-1 0,1 1 1,-1 0-1,1 0 0,-1 0 0,1 0 1,0 0-1,0 0 0,-1 1 0,5-1 0,86 5 445,-27-4-415,508-8 136,-387 5-182,23 0 57,64-7-61,-94 6 60,628-32-5,-567 27-72,400-13 38,-264 3-120,22 7 16,174-3-65,-550 15 147,748 7-234,-760-7 226,403 4-6,-172-3 47,129-7-152,77-14-104,-292 13 190,352-9-29,-64 7 0,70-7-8,35-14 70,-129 7-12,-80 0 26,194 9 268,-40 5 527,-390 1-305,-37 4 3,-44 2 50,0 1-1,39 3 0,-26 0-338,-20-2-112,1 1 1,-1 1-1,29 6 0,-11 1 76,1-1 0,39 2-1,-12-2 35,-2 1 114,86 2 0,-143-11-298,0 0-805,26-3-2242,-41-12-1267,9 7-3992,1-9-1242</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4:59.949"/>
    </inkml:context>
    <inkml:brush xml:id="br0">
      <inkml:brushProperty name="width" value="0.035" units="cm"/>
      <inkml:brushProperty name="height" value="0.035" units="cm"/>
    </inkml:brush>
  </inkml:definitions>
  <inkml:trace contextRef="#ctx0" brushRef="#br0">41 19 9697,'0'-1'373,"0"0"1,0 0 0,0 0-1,1 0 1,-1 1-1,1-1 1,-1 0-1,0 0 1,1 1-1,-1-1 1,1 0-1,0 1 1,-1-1-1,1 0 1,-1 1 0,1-1-1,0 1 1,0-1-1,-1 1 1,1-1-1,0 1 1,1-1-1,0 0-28,1 1-1,0-1 0,-1 1 1,1-1-1,0 1 1,0 0-1,4 1 0,6 0-621,0 2 0,18 4 0,-18-3 1212,103 28 272,-46-12-804,-50-13-269,0 2 0,0 0 0,-1 1 0,0 1 0,-1 0 0,24 21 1,-39-30-61,0 0 0,0 1 0,-1 0 0,1-1 0,-1 1 0,1 0 0,-1 1 0,0-1 0,-1 0 0,1 0 0,0 1 0,-1-1 0,0 1 0,0 0 0,0-1 0,0 1 0,0 0 0,-1-1 0,0 1 0,0 0 0,0 0 0,0-1 0,0 1 0,-1 0 0,0-1 0,1 1 0,-1 0 0,-1-1 0,1 1 0,-2 3 0,-3 4 52,0 1 0,0-2 0,-1 1 0,-1-1 0,1 0 0,-2-1 0,-13 14 0,-20 11-10,-46 31 0,-31 25-1479,100-74 321,-42 28 0,16-22-2347,36-18 1233,0-1 0,0 0 1,-11 1-1,-7 1-6631</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00.728"/>
    </inkml:context>
    <inkml:brush xml:id="br0">
      <inkml:brushProperty name="width" value="0.035" units="cm"/>
      <inkml:brushProperty name="height" value="0.035" units="cm"/>
    </inkml:brush>
  </inkml:definitions>
  <inkml:trace contextRef="#ctx0" brushRef="#br0">21 41 3660,'-20'-3'3505,"37"-6"-4457,-3-3 27,-11-5-1379</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01.104"/>
    </inkml:context>
    <inkml:brush xml:id="br0">
      <inkml:brushProperty name="width" value="0.035" units="cm"/>
      <inkml:brushProperty name="height" value="0.035" units="cm"/>
    </inkml:brush>
  </inkml:definitions>
  <inkml:trace contextRef="#ctx0" brushRef="#br0">612 71 5997,'1'-2'1064,"70"-50"4089,-69 51-4647,1 0-43,23-3 413,-23 3 890,-1 0-1135,20-8 991,-97 39-1158,-107 57 1,75-33-301,-7-2-112,-47 24 887,69-36 531,91-38-1428,-1-1-1,2 0 1,-1 0-1,0 1 1,0-1-1,0 0 1,1 1-1,-1-1 1,0 1-1,1-1 1,-1 1-1,1-1 1,0 1-1,0-1 1,-1 1-1,1-1 1,0 1-1,0-1 1,0 1 0,1 2-1,1 1 60,0 0-1,1 1 1,-1-1-1,1 0 1,0 0-1,0-1 1,1 1-1,-1-1 1,8 7-1,-9-8-34,102 98 1832,-67-66-1466,0-1 0,3-2-1,0-2 1,65 37 0,-11-17-103,107 41-1,-186-85-443,84 33-813,-33-21-3028,-62-19-956,1-8 783,-1-12-7136</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6.760"/>
    </inkml:context>
    <inkml:brush xml:id="br0">
      <inkml:brushProperty name="width" value="0.035" units="cm"/>
      <inkml:brushProperty name="height" value="0.035" units="cm"/>
    </inkml:brush>
  </inkml:definitions>
  <inkml:trace contextRef="#ctx0" brushRef="#br0">0 403 6049,'0'0'6715,"1"-2"-6104,0 1-434,0 0 0,-1 0 1,1 0-1,0 0 1,-1 0-1,1 0 1,0 1-1,0-1 1,0 0-1,0 0 0,0 1 1,0-1-1,0 1 1,0-1-1,0 1 1,0-1-1,0 1 1,0 0-1,0-1 0,0 1 1,0 0-1,1 0 1,-1 0-1,2 0 1,-2 1-87,1-1 0,0 1 0,-1 0 0,1 0 0,-1 0 0,1 0 0,-1 0 0,1 0 0,-1 1 0,0-1 0,0 0 0,1 1 0,-1-1 1,0 1-1,0-1 0,0 1 0,0 2 0,7 7-1,-1 0 0,2 0 0,-1-1 0,1 0 0,1 0 0,0-1 1,0 0-1,1-1 0,0 0 0,15 7 0,0-1 78,1-1 0,1-1 1,44 12-1,-33-14-72,1-2-1,0-1 1,0-3-1,50 0 1,164-17 119,-147 1-145,156-38 0,99-54-48,-127 22-86,80-25 61,-244 88 6,0 2 1,115-10-1,-118 23-8,1 3 0,0 3 0,-1 3 0,77 16 0,-143-21 6,494 79 64,-400-73-43,-1-3 0,1-5 0,143-20 0,247-88-222,-164 30-238,-243 65 298,109-8-1,-140 20 114,1 3 0,-1 2 0,75 13 0,-29 2-29,294 42 236,122-48 431,2-40-382,-355 19-177,92-10-197,103-5-556,-85 36 445,-153-2 223,111 6 76,200 10 440,-32-7-131,-200-7-218,-20-1-94,206 5 76,146-28-83,-6-48 27,-465 51-279,62-3-1,-95 13-778,-21 0 971,0 0 0,0-1 1,0 1-1,0 0 1,0 0-1,-1 0 1,1 0-1,0 0 0,0 0 1,0 0-1,0 0 1,0 0-1,0-1 1,0 1-1,0 0 0,0 0 1,0 0-1,0 0 1,0 0-1,0 0 0,0 0 1,0-1-1,0 1 1,0 0-1,0 0 1,0 0-1,0 0 0,0 0 1,0 0-1,0 0 1,0 0-1,0-1 1,0 1-1,0 0 0,1 0 1,-1 0-1,0 0 1,0 0-1,0 0 1,0 0-1,0 0 0,0 0 1,0 0-1,0 0 1,0-1-1,0 1 1,1 0-1,-1 0 0,0 0 1,0 0-1,0 0 1,0 0-1,0 0 0,0 0 1,0 0-1,1 0 1,-1 0-1,0 0 1,0 0-1,0 0 0,0 0 1,0 0-1,0 0 1,-2-5-733,-1 0 0,0 0 0,0 0 0,-1 0 0,0 1 0,0 0 0,0-1 0,0 1 0,-8-5 0,-32-16-7685</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7.639"/>
    </inkml:context>
    <inkml:brush xml:id="br0">
      <inkml:brushProperty name="width" value="0.035" units="cm"/>
      <inkml:brushProperty name="height" value="0.035" units="cm"/>
    </inkml:brush>
  </inkml:definitions>
  <inkml:trace contextRef="#ctx0" brushRef="#br0">146 1 11745,'15'-1'905,"-14"1"-870,-1 0 1,0 0-1,0 0 1,0 0 0,1 1-1,-1-1 1,0 0-1,0 0 1,0 0-1,1 0 1,-1 0 0,0 0-1,0 0 1,0 1-1,0-1 1,0 0-1,1 0 1,-1 0-1,0 0 1,0 1 0,0-1-1,0 0 1,0 0-1,0 0 1,0 1-1,0-1 1,0 0 0,0 0-1,0 0 1,0 1-1,0-1 1,0 0-1,0 0 1,0 0 0,0 1-1,-14 25 2362,4-11-1939,1 4-26,0 0 0,2 0 0,0 1 0,-7 33 0,1-4-101,-53 227 813,59-230-780,2 1 0,2 0 0,6 94 0,-2-125-46,1-1 0,0 0 0,1 0 0,1 0 0,7 19 0,-9-30-165,0 1 0,1-1 0,-1 1 0,1-1 0,0 0 1,0 0-1,1-1 0,-1 1 0,1-1 0,-1 1 1,1-1-1,0 0 0,1-1 0,-1 1 0,0-1 1,1 1-1,-1-1 0,1-1 0,0 1 0,6 1 0,6 0 185,0 0-1,0-2 0,1 0 0,-1 0 0,21-4 0,89-15 867,-96 13-880,-30 5-316,112-23-1180,-111 22 945,0 1 0,0-1 0,0 0 1,-1 0-1,1 0 0,0 0 0,-1 0 1,1-1-1,-1 1 0,1 0 0,-1-1 1,0 1-1,1-1 0,-1 1 0,0-1 1,0 0-1,0 1 0,0-1 0,-1 0 0,1 0 1,0 0-1,-1 0 0,1 0 0,-1 0 1,0 0-1,0 1 0,1-1 0,-1 0 1,0 0-1,-1 0 0,1 0 0,0 0 1,-1 0-1,1 0 0,-1-2 0,1 4 95,0 0 0,0 0-1,0 0 1,0-1 0,0 1 0,0 0-1,0 0 1,0 0 0,0 0-1,0 0 1,0-1 0,-1 1-1,1 0 1,0 0 0,0 0 0,0 0-1,0 0 1,0-1 0,0 1-1,0 0 1,0 0-133,-1 0 133,1 0 0,0 0 0,0 0-1,0 0 1,0 0 0,0-1-1,0 1 1,-1 0 0,1 0 0,0 0-1,0 0 1,0 0 0,0 0-1,0 0 1,-1 0 0,1 0-1,0 0 1,0 0 0,0 0 0,0 0-1,0 0 1,-1 0 0,1 0-1,0 0 1,0 0 0,0 1 0,0-1-1,-1 0 1,-20 2-11228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8.107"/>
    </inkml:context>
    <inkml:brush xml:id="br0">
      <inkml:brushProperty name="width" value="0.035" units="cm"/>
      <inkml:brushProperty name="height" value="0.035" units="cm"/>
    </inkml:brush>
  </inkml:definitions>
  <inkml:trace contextRef="#ctx0" brushRef="#br0">17 93 15101,'-2'-3'270,"0"2"35,1-1-1,-1 0 1,1 1-1,-1-1 1,1 0 0,0 0-1,0 0 1,-2-4-1,3 5-165,0 0 0,0 1-1,0-1 1,0 0-1,1 0 1,-1 1 0,0-1-1,0 0 1,1 1 0,-1-1-1,0 0 1,1 1-1,-1-1 1,0 1 0,1-1-1,-1 1 1,1-1 0,-1 1-1,1-1 1,-1 1-1,1-1 1,0 1 0,-1-1-1,1 1 1,0 0 0,-1-1-1,1 1 1,0 0-1,-1 0 1,1 0 0,0-1-1,-1 1 1,1 0 0,0 0-1,1 0 1,32-7 2462,0 1 1,64-2-1,-25 3-741,169-11-1860,-171 12 0,-28 6-2025,-39-1-1012,-21-7-8765,0 3-1117</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8.297"/>
    </inkml:context>
    <inkml:brush xml:id="br0">
      <inkml:brushProperty name="width" value="0.035" units="cm"/>
      <inkml:brushProperty name="height" value="0.035" units="cm"/>
    </inkml:brush>
  </inkml:definitions>
  <inkml:trace contextRef="#ctx0" brushRef="#br0">0 52 21670,'20'-6'2520,"6"1"-388,-6-4-335,0-2-357,6 5-292,-3 0-236,9 6-216,14-6-256,-29 3-428,18 6-156,-1 3-464,-5-6-580,3 3-448,-9 0-337,5 3-723,-10-9-7265,-1 0-1616</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8.707"/>
    </inkml:context>
    <inkml:brush xml:id="br0">
      <inkml:brushProperty name="width" value="0.035" units="cm"/>
      <inkml:brushProperty name="height" value="0.035" units="cm"/>
    </inkml:brush>
  </inkml:definitions>
  <inkml:trace contextRef="#ctx0" brushRef="#br0">851 0 8345,'-162'75'5049,"138"-61"-4162,1 0 0,1 1 0,0 2 0,-34 32-1,4 8 318,3 2 1,-80 124-1,-50 151 1395,155-282-2147,2 1 1,2 1 0,3 0 0,2 2-1,3 0 1,-8 86 0,18-112-296,2 1 1,1 0-1,1 0 0,2-1 0,14 55 1,-12-63-196,2-1 0,1 1 1,0-1-1,2-1 1,0 1-1,1-2 0,1 0 1,24 27-1,-23-31-329,1-1 0,1 0 0,0-1 0,1-1 0,0-1 0,0 0 0,1-1 0,36 14 0,-34-17-1695,1-1 0,0 0 0,0-2 0,42 4 0,14-6-9155</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9.035"/>
    </inkml:context>
    <inkml:brush xml:id="br0">
      <inkml:brushProperty name="width" value="0.035" units="cm"/>
      <inkml:brushProperty name="height" value="0.035" units="cm"/>
    </inkml:brush>
  </inkml:definitions>
  <inkml:trace contextRef="#ctx0" brushRef="#br0">602 0 12329,'3'7'666,"3"9"2366,-24-12-383,14-2-2436,0 0 0,0 0 0,-1 1 0,1-1 1,1 1-1,-1 0 0,0 0 0,1 0 0,-6 7 0,-28 40 702,20-25-496,-10 15 344,-31 64 0,13-20 35,-21 28-103,-80 141 1260,21 9-5230,124-261 2839,1 0 1,-1-1 0,1 1 0,-1 0 0,1 0 0,-1-1-1,0 1 1,1-1 0,-1 1 0,0 0 0,1-1 0,-1 1-1,0-1 1,0 0 0,0 1 0,1-1 0,-1 1 0,0-1-1,0 0 1,0 0 0,0 0 0,0 0 0,0 1 0,-1-1 0,-5-18-9542</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9.238"/>
    </inkml:context>
    <inkml:brush xml:id="br0">
      <inkml:brushProperty name="width" value="0.035" units="cm"/>
      <inkml:brushProperty name="height" value="0.035" units="cm"/>
    </inkml:brush>
  </inkml:definitions>
  <inkml:trace contextRef="#ctx0" brushRef="#br0">0 2 18642,'1'0'159,"0"0"1,-1-1-1,1 1 1,0 0 0,0 0-1,-1 0 1,1-1-1,0 1 1,0 0 0,-1 0-1,1 0 1,0 0-1,0 0 1,0 0-1,-1 0 1,1 0 0,0 1-1,0-1 1,-1 0-1,1 0 1,0 1-1,-1-1 1,1 0 0,0 1-1,-1-1 1,1 1-1,0-1 1,-1 1 0,1-1-1,-1 1 1,2 0-1,17 28 2439,-4-6-1027,21 13 741,59 48 0,-58-54-2114,218 179-170,-153-126-6251,-6-5-4774,-79-62-1566</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49.714"/>
    </inkml:context>
    <inkml:brush xml:id="br0">
      <inkml:brushProperty name="width" value="0.035" units="cm"/>
      <inkml:brushProperty name="height" value="0.035" units="cm"/>
    </inkml:brush>
  </inkml:definitions>
  <inkml:trace contextRef="#ctx0" brushRef="#br0">1 32 10145,'8'-5'1650,"0"-1"-1,0 1 1,1 0-1,15-5 4313,-21 10-5546,4 1-221,-4 0-151,-1-1 0,1 0 0,0 1 0,0 0 0,-1 0 0,1-1 0,-1 2 0,4 0 0,-5-1-47,0 1 0,1-1 0,-1 0 0,0 0 0,0 0 0,0 1 0,-1-1 0,1 0 0,0 1 0,0-1 0,-1 1 0,1-1 0,-1 1 0,1-1 1,-1 1-1,0-1 0,0 1 0,0-1 0,0 4 0,0 19-143,-1 0 0,-4 26 0,-1 7-99,-14 138 775,20-194-457,0 1-1,0-1 1,-1 0-1,2 0 1,-1 1 0,0-1-1,0 0 1,0 0-1,1 1 1,-1-1 0,0 0-1,1 0 1,-1 0-1,1 1 1,0-1-1,-1 0 1,1 0 0,0 0-1,0 0 1,0 0-1,0 0 1,-1 0-1,1-1 1,0 1 0,1 0-1,-1 0 1,0-1-1,0 1 1,0-1-1,0 1 1,0-1 0,1 1-1,-1-1 1,2 1-1,4 0 198,0 0-1,1-1 0,-1 1 0,14-2 0,-11 0-124,18 0 88,0-1 0,0-1 0,0-2 0,0-1 0,52-18 0,-77 23-500,0 0 0,0 0 0,-1 0 0,1-1 0,0 1 0,0-1-1,-1 0 1,1 0 0,-1 0 0,0 0 0,1 0 0,-1-1 0,0 1 0,0 0-1,-1-1 1,1 0 0,0 1 0,-1-1 0,3-5 0,-18-12-20336</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0.172"/>
    </inkml:context>
    <inkml:brush xml:id="br0">
      <inkml:brushProperty name="width" value="0.035" units="cm"/>
      <inkml:brushProperty name="height" value="0.035" units="cm"/>
    </inkml:brush>
  </inkml:definitions>
  <inkml:trace contextRef="#ctx0" brushRef="#br0">32 0 12801,'24'50'4911,"-17"-36"-3505,0 0-1,10 16 1,5 2-146,-1 1 1,-2 1 0,-1 1-1,13 39 1,8 44-652,-6 2 1,-4 1-1,-7 1 0,-4 1 0,-6 1 1,-8 241-1,-10-276-1663,-32 157 0,25-188-445,-4-2-1,-1 1 1,-45 90 0,-64 78-8836,54-119-738</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1.942"/>
    </inkml:context>
    <inkml:brush xml:id="br0">
      <inkml:brushProperty name="width" value="0.035" units="cm"/>
      <inkml:brushProperty name="height" value="0.035" units="cm"/>
    </inkml:brush>
  </inkml:definitions>
  <inkml:trace contextRef="#ctx0" brushRef="#br0">87 24 12333,'-46'-9'2654,"5"1"3243,57 6-355,6-1-3249,116 22 1755,80 1-4048,-204-17 0,30 0 0,-43-3-40,1 0 1,-1 0-1,1 0 1,-1 0-1,1 0 1,-1 0-1,0 0 1,1 0-1,-1 0 1,1-1-1,-1 1 1,1-1-1,-1 1 1,0-1-1,1 1 0,1-2 1,-3 1-81,0-1 1,-1 1-1,1 0 0,0 0 1,0 0-1,-1 0 1,1 0-1,-1-1 0,1 1 1,-1 0-1,1 0 1,-1 0-1,0 0 0,1 1 1,-1-1-1,0 0 1,0 0-1,0 0 0,-1 0 1,1-1-258,0 0 0,-1 1 0,1-1 0,-1 1 0,0-1 0,1 1 0,-1 0 0,0 0 0,0 0-1,0 0 1,-3-1 0,-26 0-7785,-13 1-5870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2.591"/>
    </inkml:context>
    <inkml:brush xml:id="br0">
      <inkml:brushProperty name="width" value="0.035" units="cm"/>
      <inkml:brushProperty name="height" value="0.035" units="cm"/>
    </inkml:brush>
  </inkml:definitions>
  <inkml:trace contextRef="#ctx0" brushRef="#br0">206 3 6741,'-8'-3'12666,"7"4"-12196,-7 6 3727,-5 21-6414,8-18 3615,-20 48-582,-33 111 0,44-122-509,-9 28 409,-13 83-1,30-118-237,1 0 0,2 1 0,4 77 0,0-107-273,1 1-1,0 0 0,0 0 1,1-1-1,1 0 1,0 0-1,0 0 0,1 0 1,12 19-1,-12-23-51,1 0 0,0 0 0,0-1 0,0 0 0,1 0 0,-1-1 0,1 1 0,1-2 0,-1 1 0,1-1 1,0 0-1,0 0 0,16 4 0,3-1-140,1-2 0,-1 0 0,32 0 1,85-3-21,-82-3 4,-50 2-289,-4-1-677,-1 0-1,1 0 0,0 0 1,11-3-1,-18 3 802,0 0-1,-1-1 0,1 1 0,-1 0 1,1 0-1,0 0 0,-1-1 0,1 1 1,-1 0-1,1-1 0,-1 1 0,1-1 1,-1 1-1,1 0 0,-1-1 0,1 1 1,-1-1-1,0 1 0,1-1 0,-1 1 1,0-1-1,1 0 0,-1 1 0,0-2 1,0 1-132,0 0 1,0-1 0,-1 1-1,1 0 1,0-1 0,-1 1-1,1 0 1,-1 0 0,1-1 0,-1 1-1,0 0 1,0 0 0,1 0-1,-1 0 1,0 0 0,-2-2-1,-17-13-15036</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2.967"/>
    </inkml:context>
    <inkml:brush xml:id="br0">
      <inkml:brushProperty name="width" value="0.035" units="cm"/>
      <inkml:brushProperty name="height" value="0.035" units="cm"/>
    </inkml:brush>
  </inkml:definitions>
  <inkml:trace contextRef="#ctx0" brushRef="#br0">0 59 16838,'53'-15'2905,"84"-18"8831,-114 29-11702,1 0 1,0 2-1,0 1 1,0 1 0,1 1-1,-1 2 1,-1 0-1,1 1 1,37 12-1,-46-11-2199,-12-4-810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3.141"/>
    </inkml:context>
    <inkml:brush xml:id="br0">
      <inkml:brushProperty name="width" value="0.035" units="cm"/>
      <inkml:brushProperty name="height" value="0.035" units="cm"/>
    </inkml:brush>
  </inkml:definitions>
  <inkml:trace contextRef="#ctx0" brushRef="#br0">4 52 19422,'-3'-20'2760,"23"20"-100,15-3-308,-21-3-439,15 3-389,5 3-316,-2-5-280,22 2-928,-16 3 0,-4 0 0,4 0 0,-21 3 0,15 2-1320,-1-2-716,-11-14-1045,1-1-351,-7 21-3317,0 2-6416</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3.691"/>
    </inkml:context>
    <inkml:brush xml:id="br0">
      <inkml:brushProperty name="width" value="0.035" units="cm"/>
      <inkml:brushProperty name="height" value="0.035" units="cm"/>
    </inkml:brush>
  </inkml:definitions>
  <inkml:trace contextRef="#ctx0" brushRef="#br0">0 119 11817,'17'-13'2892,"18"-13"4091,-9 14-5246,86-16 3552,0 1-1240,-101 22-4049,-7 4 0,-1-1 0,1 1 0,-1 0 0,0 0 0,1 1 0,0-1 0,-1 0 0,1 1 0,-1 0 0,1 0 0,0 0 0,-1 1 0,6 0 0,-8-1 0,-1 0 0,1 0 0,0 0 0,0 0 0,0 0 0,0 0 0,0 1 0,0-1 0,-1 0 0,1 0 0,0 1 0,0-1 0,0 0 0,0 1 0,-1-1 0,1 1 0,0-1 0,-1 1 0,1 0 0,0-1 0,-1 1 0,1 0 0,-1-1 0,1 1 0,-1 0 0,1 0 0,-1-1 0,1 1 0,-1 0 0,0 0 0,1 0 0,-1 0 0,0-1 0,0 1 0,0 0 0,0 0 0,0 0 0,0 0 0,0 2 0,-1 2 0,0 0 0,0 0 0,-1 0 0,0 0 0,-4 8 0,2-5 0,-34 74-1237,20-46-201,-20 57 1,16-7 545,22-84 941,0 0 0,1 0 0,-1 0 0,0 0 0,1 0 0,0 0 0,-1-1 0,1 1-1,0 0 1,0 0 0,0 0 0,0-1 0,0 1 0,1 0 0,-1-1 0,0 1 0,1-1 0,2 2 0,-1-2-19,1 0 1,-1-1-1,1 1 1,-1-1-1,1 0 1,0 0-1,-1 0 1,1 0-1,-1-1 1,1 0-1,4-1 1,2 0 13,50-10-1910,104-35 1,-113 26-2373,-16 5-2078,4 3-5518</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3.961"/>
    </inkml:context>
    <inkml:brush xml:id="br0">
      <inkml:brushProperty name="width" value="0.035" units="cm"/>
      <inkml:brushProperty name="height" value="0.035" units="cm"/>
    </inkml:brush>
  </inkml:definitions>
  <inkml:trace contextRef="#ctx0" brushRef="#br0">919 0 20098,'-14'2'281,"-87"17"3762,87-16-3616,1 1 0,-1 1 0,1 1 0,1 0 0,-19 11 0,-3 7-80,1 2 0,2 2 0,1 0 0,1 2-1,1 1 1,-44 67 0,11-2 264,-61 135 1,68-114-309,5 2 1,6 3 0,-40 179 0,69-231-402,3 1 1,3 1-1,3 0 1,5 86-1,2-137-65,0 0 1,1 0-1,2 0 0,0 0 1,1 0-1,1-1 0,1 0 0,0 0 1,17 27-1,-14-32-298,0 1 0,1-1-1,0-1 1,1 0 0,1-1 0,0 0-1,1-2 1,0 1 0,1-2 0,32 17 0,-33-19-851,1-2 0,0 0 0,1-1 1,-1 0-1,1-2 0,0 0 1,19 1-1,49-2-9872</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4.228"/>
    </inkml:context>
    <inkml:brush xml:id="br0">
      <inkml:brushProperty name="width" value="0.035" units="cm"/>
      <inkml:brushProperty name="height" value="0.035" units="cm"/>
    </inkml:brush>
  </inkml:definitions>
  <inkml:trace contextRef="#ctx0" brushRef="#br0">499 1 11441,'-13'11'737,"0"1"0,1 1 0,0 0 0,1 1 0,0 0 0,1 1 1,1 0-1,0 0 0,-13 33 0,-49 83 1708,20-41-1207,25-41-630,-75 152 1445,76-146-1796,-29 99 0,42-96-742,-1 3-1114,-4-20-3336,10-28-1046</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4.433"/>
    </inkml:context>
    <inkml:brush xml:id="br0">
      <inkml:brushProperty name="width" value="0.035" units="cm"/>
      <inkml:brushProperty name="height" value="0.035" units="cm"/>
    </inkml:brush>
  </inkml:definitions>
  <inkml:trace contextRef="#ctx0" brushRef="#br0">0 0 20042,'3'1'347,"-1"0"0,0 1 0,0-1 0,0 0 0,0 1 1,0 0-1,-1-1 0,1 1 0,0 0 0,-1 0 0,1 0 0,-1 0 1,0 0-1,2 3 0,15 21 2047,120 97 1135,-28-29-1934,-51-39-1595,-3 3 0,67 87 0,-101-117-595,-10-12-854,-1-1 1,0 2-1,-1-1 1,10 22-1,-6 2-6704,-7-20-5639</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4.703"/>
    </inkml:context>
    <inkml:brush xml:id="br0">
      <inkml:brushProperty name="width" value="0.035" units="cm"/>
      <inkml:brushProperty name="height" value="0.035" units="cm"/>
    </inkml:brush>
  </inkml:definitions>
  <inkml:trace contextRef="#ctx0" brushRef="#br0">1 0 17414,'74'135'10172,"-39"-73"-7817,46 106-1,-47-77-2147,-4 2 1,-3 2-1,-5 0 0,17 174 1,-36-212-1108,-3 1 0,-2-1 0,-16 98 0,8-110-1360,-1 0 0,-2-1 0,-2-1 0,-2 0 1,-28 50-1,-17 7-10929</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7.675"/>
    </inkml:context>
    <inkml:brush xml:id="br0">
      <inkml:brushProperty name="width" value="0.035" units="cm"/>
      <inkml:brushProperty name="height" value="0.035" units="cm"/>
    </inkml:brush>
  </inkml:definitions>
  <inkml:trace contextRef="#ctx0" brushRef="#br0">1 138 11581,'17'-16'2247,"-12"10"-1155,1 1 0,0 0 1,0 0-1,0 1 0,0 0 1,7-4-1,22-6 1196,0 2 1,0 2-1,67-11 1,-12 3-150,-30 9-2270,-57 8-736,-17 13-7846,2-4 4937,-15 9 1,-15 4-8746</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7.847"/>
    </inkml:context>
    <inkml:brush xml:id="br0">
      <inkml:brushProperty name="width" value="0.035" units="cm"/>
      <inkml:brushProperty name="height" value="0.035" units="cm"/>
    </inkml:brush>
  </inkml:definitions>
  <inkml:trace contextRef="#ctx0" brushRef="#br0">0 237 19362,'89'-43'2980,"-43"25"-228,0-2-423,0 3-413,0 0-336,6-1-356,-3 7-600,0-1-624,0 1 0,-9 2 0,-5 4 0,-18 2-1816,6-3-488,-12-20-1117,-16 6 261,2 43-3357,3 0-6048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8.443"/>
    </inkml:context>
    <inkml:brush xml:id="br0">
      <inkml:brushProperty name="width" value="0.035" units="cm"/>
      <inkml:brushProperty name="height" value="0.035" units="cm"/>
    </inkml:brush>
  </inkml:definitions>
  <inkml:trace contextRef="#ctx0" brushRef="#br0">481 236 11573,'-8'-6'379,"6"4"-158,0 0-1,0 0 0,-1 0 1,1 0-1,-1 0 0,1 1 1,-1-1-1,0 1 0,1 0 1,-1 0-1,0 0 0,0 0 1,0 0-1,0 0 0,0 1 1,0 0-1,0-1 0,0 1 1,-5 1-1,-11 4 266,0 1-1,0 2 1,0 0 0,0 0 0,2 2-1,-1 0 1,1 1 0,-28 24 0,7-1 153,2 2-1,-42 54 1,69-79-296,0 0 0,1 1 0,1 0 0,0 0-1,0 1 1,1 0 0,-4 13 0,9-21-226,-1-1 1,1 0-1,0 0 0,1 1 1,-1-1-1,1 0 0,0 1 1,0-1-1,0 0 0,1 1 1,-1-1-1,1 0 1,0 1-1,1-1 0,-1 0 1,1 0-1,-1 0 0,1 0 1,0 0-1,1 0 0,-1-1 1,1 1-1,0-1 1,-1 1-1,1-1 0,7 5 1,4 3 91,1-2 1,0 0-1,0 0 1,1-2-1,0 0 0,1-1 1,-1 0-1,1-1 1,0-1-1,33 3 1,-24-4 62,0-2 0,0-2 0,-1 0 0,1-1 0,-1-2 0,47-12 0,-67 15-329,0-1 1,0 1-1,0-1 0,-1 0 1,1-1-1,-1 1 1,0-1-1,1 0 0,-1 0 1,0 0-1,-1-1 0,1 1 1,-1-1-1,1 0 1,-1 0-1,0 0 0,4-8 1,-5 7-59,0-1 1,0 1 0,-1-1 0,0 0-1,0 1 1,0-1 0,-1 0 0,1 0-1,-1 0 1,-1 0 0,1 0-1,-1 1 1,0-1 0,-1 0 0,-2-7-1,-1-2-497,-2-1 0,0 2 0,0-1 0,-2 1-1,0 0 1,0 1 0,-1 0 0,-18-18 0,-15-10-554,-49-37 0,65 56 1471,6 7 1310,-29-17 0,49 32-1595,1 0-1,0 0 1,0 0 0,0 0 0,0 0-1,0 0 1,0 0 0,0 0 0,-1 0-1,1 0 1,0 0 0,0 0 0,0 0-1,0 0 1,0-1 0,0 1 0,0 0-1,0 0 1,0 0 0,-1 0-1,1 0 1,0 0 0,0 0 0,0 0-1,0 0 1,0 0 0,0-1 0,0 1-1,0 0 1,0 0 0,0 0 0,0 0-1,0 0 1,0 0 0,0 0 0,0-1-1,0 1 1,0 0 0,0 0-1,0 0 1,0 0 0,0 0 0,0 0-1,0 0 1,0-1 0,0 1 0,0 0-1,0 0 1,0 0 0,0 0 0,0 0-1,0 0 1,0 0 0,0 0-1,1 0 1,-1-1 0,0 1 0,0 0-1,0 0 1,6-7 195,0 0 0,0 1 0,0-1 0,1 1 0,0 1 0,0-1 0,1 1 0,-1 0 0,1 1 0,0 0 0,0 0 0,10-2 0,18-6 1273,59-11-1,-62 16-1287,28-7-189,234-56-183,-294 70 60,0-1 0,0 1 0,0 0 0,0-1 0,1 1 0,-1-1 0,0 1 0,0-1-1,0 0 1,0 1 0,0-1 0,0 0 0,-1 0 0,1 0 0,0 0 0,0 0 0,0 1 0,-1-1 0,1-1-1,0 0 1,2-23-5590,-3 23 5106,-17-13-20374</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5:58.916"/>
    </inkml:context>
    <inkml:brush xml:id="br0">
      <inkml:brushProperty name="width" value="0.035" units="cm"/>
      <inkml:brushProperty name="height" value="0.035" units="cm"/>
    </inkml:brush>
  </inkml:definitions>
  <inkml:trace contextRef="#ctx0" brushRef="#br0">1 257 13561,'5'-4'454,"0"0"0,-1-1 0,1 0-1,-1 0 1,0 0 0,0-1 0,0 0-1,-1 1 1,3-8 0,-4 11-198,-1 0 0,1 0 0,-1 0 1,1 0-1,0 0 0,0 0 0,0 0 0,0 1 1,0-1-1,0 1 0,1-1 0,-1 1 0,4-1 0,3-4 434,31-14 1627,0 1 0,72-23 0,-67 26-1302,12-6-165,80-25 726,-136 47-1576,-1 0 0,1-1 0,0 1 0,0 0 0,0 0 0,0 0 0,0 0 0,0 0 0,0 0 0,0 0 0,0 0 0,0 0 0,-1 0 0,1 0 0,0 0 0,0 1 0,0-1 0,1 1 0,-2 0 1,1 0 1,-1 1-1,1-1 0,-1 0 0,0 0 1,0 1-1,0-1 0,0 0 1,0 0-1,0 1 0,0-1 1,0 0-1,0 0 0,-1 1 0,1-1 1,0 0-1,-1 0 0,1 0 1,-1 1-1,0-1 0,0 2 0,-17 27-143,-20 25-744,20-31 55,2 1-1,-21 41 1,20-30 391,1 1 1,3 1 0,-12 49-1,24-84 527,1 0 0,0 1-1,0-1 1,0 0 0,0 1-1,1-1 1,-1 0-1,1 0 1,0 0 0,0 1-1,0-1 1,0 0 0,0 0-1,1 0 1,0 0 0,-1-1-1,1 1 1,0 0 0,0-1-1,4 4 1,-2-2 82,0-1 0,0 0 0,0 0 0,0 0 0,1-1 0,-1 1 0,1-1 0,0 0-1,-1 0 1,1-1 0,10 3 0,22-2 172,-1 0 0,1-3 0,45-5 0,-52 3-300,57-4-41,137-29 0,-217 34-255,-1 1 0,1-1 0,-1 0 0,6-4 0,-11 6 203,-1 0 0,0-1 0,1 1 0,-1 0 0,1 0 0,-1 0 0,0-1 0,0 1 0,1 0 0,-1-1 0,0 1 0,0 0 0,1-1 0,-1 1 0,0 0 0,0-1 1,0 1-1,1 0 0,-1-1 0,0 1 0,0-1 0,0 1 0,0 0 0,0-1 0,0 0 0,0 0-43,-1 0 1,1 0-1,-1 1 0,1-1 1,-1 0-1,1 0 0,-1 1 1,1-1-1,-1 0 1,0 1-1,1-1 0,-1 1 1,0-1-1,0 1 0,0-1 1,-1 0-1,-34-14-5064,8 7-1693,-12-2-6685</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6:04.416"/>
    </inkml:context>
    <inkml:brush xml:id="br0">
      <inkml:brushProperty name="width" value="0.035" units="cm"/>
      <inkml:brushProperty name="height" value="0.035" units="cm"/>
    </inkml:brush>
  </inkml:definitions>
  <inkml:trace contextRef="#ctx0" brushRef="#br0">2144 335 2040,'-25'1'1502,"-1"3"-1,-35 8 0,27-5-1208,-41 12 91,-35 7-5,-44 8-197,106-22-140,-25 7-13,1 2 0,-71 33 0,91-31-10,7-4-37,-69 40-1,-45 33-337,112-64 284,-186 119-91,184-111 235,0 1-1,-64 66 1,74-61 135,-56 76 0,77-90-109,0 0 1,2 2-1,1 0 1,-14 39-1,-7 50 15,-40 242 0,-10 110-27,73-399 73,-5 101 0,16-126-41,2 0 0,3 0 0,9 57 1,9 19-98,8 47 86,-19-122-45,2-1 0,2 0 0,35 77 1,-38-101-10,2-1 0,0 0 1,1-1-1,1 0 1,1-1-1,1-1 1,1-1-1,39 32 1,341 270 492,-325-260-433,90 57-1,-129-96 38,51 23 0,-22-13 15,-28-15-84,74 25 0,-8-5 19,-45-16-84,2-3-1,111 19 1,-165-35-13,64 9 18,1-3 0,74-1 0,139-16 25,-201 6-3,742-28-53,-344-4 29,-228 15 99,97-22-129,-37 3 109,6 20-158,-31 22 30,-14 0 46,43-1-49,7-1-120,-56-15-407,390-119-594,78 7 578,-605 109 543,177-21 821,-219 33-364,134 5 1,127 18-91,37-13-280,-250-17-81,0-6 0,164-45-1,-55-2 28,191-34-96,-357 85 100,115-28-30,41-15 34,-149 39 10,296-59-50,-372 76 38,66-11-49,55-13 58,-107 21 4,-1-2-1,0-1 0,35-17 1,-52 22 1,-1 0 0,1 0 0,-1-1 0,1 0 0,-1 1 0,0-1-1,-1-1 1,1 1 0,-1-1 0,1 1 0,-1-1 0,-1 0 0,1 0 0,2-7 0,2-8 146,-1 0 0,5-34 0,2-5-41,-2 16-25,4-12 210,27-65-1,-24 72 18,-13 31-136,2-1 1,12-22-1,-14 30-113,-1 0 1,0 0-1,0 0 0,-1-1 1,3-18-1,4-56 172,-13 27-151,1 44-90,1 1 1,1 0-1,2-26 1,4-10 1,-3 22 54,1 0 0,1 0 0,1 0 0,15-40 0,8-8 142,-19 47-39,0 1 0,21-35 1,-27 54-88,-1 1 0,0-1 0,0 1 0,0-1 0,1-13 1,2-1 140,6-24-36,-1 0 0,-3 0 0,-2-1-1,1-64 1,2-23-119,-3 77 110,-4-95 0,-4 121 4,-1 0 0,-2 0 0,-1 1 1,-15-50-1,12 60-145,0 0 1,-1 0-1,-1 1 1,0 1-1,-2 0 0,0 1 1,-1 0-1,0 1 1,-2 0-1,0 1 1,-24-17-1,-76-60 6,21 15-43,-119-73 0,-238-71 105,324 165-75,-21-15-87,-40-18 69,137 68-10,-94-25 1,17 19 7,-173-14 0,-135 17 75,-62 20 38,292 7 135,-300 12 419,276-4-339,19-2-95,-280 19 511,70 1-467,34-2-57,8-11 16,96-6-155,-365 1-60,563-14-32,-161 1-6,80 10 14,-269 48-1,-153 86 124,517-121-130,-189 59-33,3 4-6,208-69 38,3-1-17,1-2 0,-74 9 0,108-20 25,0-1 0,-1 0 0,1-1 0,0-1 0,-15-3 0,18 4-7,-77-22-15,34 9 26,-108-36-29,98 32 22,25 6 13,-68-13 1,87 23 17,-29-6-45,-93 0 0,-321 36-20,356-16 26,0 6-1,-138 41 0,100-15 28,68-20 187,66-20-242,0 0 1,0 1-1,0 0 0,-9 7 1,12-7-505,-1-1 0,-1 1 1,1-1-1,-1-1 0,-11 5 0,-9 1-2579,10-1-1850,-3 3-3754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6:12.879"/>
    </inkml:context>
    <inkml:brush xml:id="br0">
      <inkml:brushProperty name="width" value="0.035" units="cm"/>
      <inkml:brushProperty name="height" value="0.035" units="cm"/>
    </inkml:brush>
  </inkml:definitions>
  <inkml:trace contextRef="#ctx0" brushRef="#br0">121 354 4988,'-7'19'1415,"7"-18"-1389,0-1 1,0 0 0,0 0 0,0 0-1,0 0 1,0 0 0,0 1 0,0-1-1,0 0 1,0 0 0,0 0-1,-1 0 1,1 0 0,0 1 0,0-1-1,0 0 1,0 0 0,0 0 0,0 0-1,0 0 1,0 0 0,-1 0 0,1 1-1,0-1 1,0 0 0,0 0 0,0 0-1,0 0 1,-1 0 0,1 0 0,0 0-1,0 0 1,0 0 0,0 0-1,0 0 1,-1 0 0,1 0 0,0 0-1,0 0 1,0 0 0,0 0 0,-1 0-1,1 0 1,0 0 0,0 0 0,0 0-1,-77-11 4968,74 11-4062,-14-3 854,6 1 1287,22 0 1455,5-1-5123,632-150 5867,-587 138-5026,613-129 1257,-491 101-1158,-325 85-615,122-38-1425,1 2-1,-25 10 1,41-15-525,9-27-16963</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3:56:18.252"/>
    </inkml:context>
    <inkml:brush xml:id="br0">
      <inkml:brushProperty name="width" value="0.035" units="cm"/>
      <inkml:brushProperty name="height" value="0.035" units="cm"/>
    </inkml:brush>
  </inkml:definitions>
  <inkml:trace contextRef="#ctx0" brushRef="#br0">271 0 6241,'-17'3'1218,"0"1"1,0 1-1,0 0 1,-19 10-1,-16 4 770,9-5 603,41-13-727,-16 0-1044,-18-2 4056,23-1-5224,11 1 662,3 0-68,6-1-110,-1-1-1,1 1 1,0 1 0,-1-1 0,1 1 0,0 0 0,11 0 0,57 4 272,-18 0-200,122 12 145,-45-1-214,13-3-43,150 3 35,142-30-65,1-1-92,1 24-12,131 25 68,-226-25-50,-95-3-170,141 5-155,-7 2 110,194-8-121,-481-5 338,433-16-182,-16 1 6,-301 14 134,494-16 114,-280-1 1,181 0 161,0 24 120,-403-1-279,599 28 416,0 25 596,-627-42-612,-147-12-364,685 71 1741,-497-45-1229,-123-16-387,-94-12-137,2 0-9,12 2 32,-4 0-938,-25-7-513,-2-1-143,0-1 0,1-1 1,0 0-1,-19-15 1,3 3-874,-14-9-3914,4-4-3714</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04.574"/>
    </inkml:context>
    <inkml:brush xml:id="br0">
      <inkml:brushProperty name="width" value="0.035" units="cm"/>
      <inkml:brushProperty name="height" value="0.035" units="cm"/>
    </inkml:brush>
  </inkml:definitions>
  <inkml:trace contextRef="#ctx0" brushRef="#br0">247 116 4932,'0'0'7676,"3"0"-7159,26 6 6396,-32-8-6850,-20-10 10,-3 14-95,23-2 26,0 1 6,-28 6-5,28-6 1,-14 2-72,13-1 53,1-1 1,-1 1-1,1-1 0,0 1 1,0 0-1,0 0 0,0 0 0,0 1 1,-4 4-1,5-5 55,0-1-36,0 1 1,-1 0 0,1 1-1,0-1 1,0 0 0,0 0-1,1 1 1,-1 0-1,1-1 1,-3 5 0,1-2-11,-5 9 26,4-8-34,0 0 0,0 1 0,0-1 0,-3 13 0,-9 33 24,10-34-36,0-1 0,1 1 0,2 0 1,-4 36-1,0-21 72,2-8 9,-3 19 15,7-42-82,-1 16 41,-2 10-44,2-21 3,1 1-1,0 0 1,1-1 0,0 1-1,0 0 1,1-1 0,-1 1-1,4 9 1,-3-11 0,1 0 1,0 0-1,0-1 1,0 1-1,1-1 1,0 1-1,0-1 0,1 0 1,5 7-1,-7-10-27,-1 0 37,2 1 13,-1-1-1,0 1 0,0 0 1,0-1-1,0 1 1,0 0-1,2 4 1,-4-6-5,1 1 32,-1-1 1,5 6-6,6 3-25,-9-8-11,17 19 14,-11-17-15,-1-1 0,1 0 1,1-1-1,-1 0 0,0 0 1,16 1-1,-11-2-17,-2-1 1,17-6 25,67-16-69,-70 16 114,-21 5-37,13-4 24,-9 2-44,-1 0 1,1 0-1,-1-1 0,0 0 0,0 0 0,-1-1 1,1 1-1,-1-1 0,0-1 0,7-7 1,-11 12 34,-2-1-29,0 0 0,1 0 1,-1 1-1,1-1 0,-1 1 1,1-1-1,0 0 1,-1 1-1,1-1 0,0 1 1,0 0-1,0-1 0,0 1 1,1 0-1,-1-1 1,0 1-1,1 0 0,1-1 1,-2 1 0,1 0 0,-1-1 1,1 1-1,-1-1 0,1 1 1,-1-1-1,0 0 0,0 0 1,0 1-1,0-1 0,2-3 1,15-29 261,-12 26-205,-5 6 6,17-22 119,-16 22-87,-2-33 160,0 32-65,1 0-118,6-28 43,-6 28-117,-1-1 45,15-73 105,-5 6 15,-9 68-115,-1-1 45,5-29 75,-5 29-90,0 2-18,-2-30 36,2 29-38,-9-14 52,6 6 16,0-1 1,-2-18 0,5 29-141,-1-3 96,0 3-68,0 0-1,1 0 1,-1 0-1,0 0 1,0 0-1,0 0 0,1 0 1,-1-1-1,1 1 1,-1 0-1,1-1 0,-1 1 1,1 0-1,-1-3 1,-4-13 37,-4 0 105,0 1-1,-21-28 1,21 36-88,0 0 0,-1 0 0,-12-8 0,8 7-49,8 4-193,0 1-1,-1 0 1,1 0-1,-1 0 0,0 1 1,0 0-1,-1 1 1,1-1-1,-1 1 1,1 1-1,-1 0 1,1 0-1,-1 0 0,0 1 1,-11 0-1,-18 1-3249,2-2-2978,10 4-2135</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2.780"/>
    </inkml:context>
    <inkml:brush xml:id="br0">
      <inkml:brushProperty name="width" value="0.035" units="cm"/>
      <inkml:brushProperty name="height" value="0.035" units="cm"/>
    </inkml:brush>
  </inkml:definitions>
  <inkml:trace contextRef="#ctx0" brushRef="#br0">299 266 13609,'12'1'1770,"-18"6"6238,2-8-7685,1-1 1,0 1-1,-1 0 1,0 0-1,1 0 1,-5 0-1,1 1-233,0 1 0,-1 0 0,1 1 0,-13 4 0,15-4-198,-1-1 1,1 1 0,-1-1-1,1 0 1,-1 0-1,0 0 1,0-1 0,-8 0-1,9-1 52,-1-1 0,1 1-1,0-1 1,0 0 0,-1 0-1,1-1 1,0 1 0,1-1 0,-1 0-1,1-1 1,-1 1 0,1-1-1,0 0 1,0 0 0,-4-5-1,2 1 86,0-1-1,1 0 0,0 0 0,0 0 0,1 0 1,-6-20-1,10 28-21,-1 0-1,1 0 1,0-1 0,0 1 0,0 0-1,0 0 1,0 0 0,0 0 0,0 0 0,0 0-1,1-1 1,-1 1 0,0 0 0,0 0-1,1 0 1,0-1 0,1-4 21,0 0 3,0 1 0,0 0 0,0 0 1,1 0-1,-1 0 0,1 0 1,1 0-1,-1 1 0,0 0 0,1-1 1,0 1-1,0 1 0,0-1 1,1 0-1,-1 1 0,1 0 1,0 0-1,0 1 0,8-4 0,4-1 38,0 0 0,1 1 0,-1 2-1,35-6 1,3 5-28,1 2 1,-1 3-1,1 3 1,-1 1-1,103 24 1,-125-24-143,-30-4 68,1 1-1,0-1 1,0 1 0,-1-1 0,1 1-1,-1 1 1,6 1 0,-11 16-393,-1-13 389,1 0 0,-1 0 0,0 0 0,0 0 0,0-1-1,-1 1 1,0-1 0,0 0 0,-1 0 0,1-1 0,-9 8 0,-4 4-87,-376 449 144,328-375 761,-92 170 0,143-235-340,1 1 1,1 0 0,-13 48 0,24-70-388,0 0 0,0 1 0,1-1 0,-1 0 0,1 1 0,0-1 0,0 0 0,1 1 0,-1-1 0,1 0 0,0 0 0,0 1 0,0-1 0,1 0 0,0 0 0,2 4 1,-1-4 86,0 1 1,0-1-1,1 0 1,0 0 0,0 0-1,0-1 1,0 0-1,0 1 1,1-1 0,0-1-1,5 4 1,7 1 196,0-1 1,0-1 0,1-1-1,-1 0 1,1-1-1,24 1 1,234-9-346,-197 1-90,-9-4-4620,-66 4 983,-4-9 1523,-2-2-5277</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3.112"/>
    </inkml:context>
    <inkml:brush xml:id="br0">
      <inkml:brushProperty name="width" value="0.035" units="cm"/>
      <inkml:brushProperty name="height" value="0.035" units="cm"/>
    </inkml:brush>
  </inkml:definitions>
  <inkml:trace contextRef="#ctx0" brushRef="#br0">0 147 16109,'1'-1'104,"1"1"177,-1-1 0,1 1 0,0-1-1,-1 1 1,1-1 0,-1 0 0,1 0-1,-1 1 1,0-1 0,1 0 0,-1-1-1,0 1 1,0 0 0,1 0 0,-1 0-1,0-1 1,0 1 0,-1-1 0,1 1 0,1-2-1,-1 0 65,1 1 0,-1 0 1,1 0-1,0 0 0,0 0 0,-1 0 0,1 1 0,0-1 0,1 1 0,-1-1 0,0 1 0,0 0 0,1-1 0,-1 1 0,0 0 0,1 1 0,2-2 0,51-10 2343,-44 10-1894,244-27 145,-145 19-913,148-23-26,-257 33 0,71-9-3470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3.441"/>
    </inkml:context>
    <inkml:brush xml:id="br0">
      <inkml:brushProperty name="width" value="0.035" units="cm"/>
      <inkml:brushProperty name="height" value="0.035" units="cm"/>
    </inkml:brush>
  </inkml:definitions>
  <inkml:trace contextRef="#ctx0" brushRef="#br0">1 53 20274,'9'-4'1041,"1"-1"0,-1 2 0,1 0 0,0 0 0,18-2-1,55-4 3766,-44 7-3465,100-13-1240,-136 14-99,0 0-1,1 1 1,0-1-1,-1 1 1,1-1-1,-1 1 1,1 0-1,-1 1 1,1-1-1,4 2 1,0-1-161,-5-1-837,-5 1-1216,-34 25-9355,8-4-3299</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3.568"/>
    </inkml:context>
    <inkml:brush xml:id="br0">
      <inkml:brushProperty name="width" value="0.035" units="cm"/>
      <inkml:brushProperty name="height" value="0.035" units="cm"/>
    </inkml:brush>
  </inkml:definitions>
  <inkml:trace contextRef="#ctx0" brushRef="#br0">1 159 18342,'28'-41'2756,"18"24"-108,-11 8-332,-1-5-463,9 3-349,-2-1-308,-7 1-296,6-1-368,-8 3-644,0 4-700,-4-4-904,-13 6-1017,2 0-1575,0 0-2293</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3.976"/>
    </inkml:context>
    <inkml:brush xml:id="br0">
      <inkml:brushProperty name="width" value="0.035" units="cm"/>
      <inkml:brushProperty name="height" value="0.035" units="cm"/>
    </inkml:brush>
  </inkml:definitions>
  <inkml:trace contextRef="#ctx0" brushRef="#br0">32 1 13649,'-32'11'15058,"35"-10"-13692,10 2-1067,1 0 0,-1 2 1,0-1-1,0 2 1,-1 0-1,0 0 0,0 1 1,13 10-1,15 12-299,-1 2 0,48 49 0,59 81 0,-91-91-775,78 132 0,-103-153 85,-26-44 101,23 44-3309,-16-13-6645,-8-21-1970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4.291"/>
    </inkml:context>
    <inkml:brush xml:id="br0">
      <inkml:brushProperty name="width" value="0.035" units="cm"/>
      <inkml:brushProperty name="height" value="0.035" units="cm"/>
    </inkml:brush>
  </inkml:definitions>
  <inkml:trace contextRef="#ctx0" brushRef="#br0">431 6 14821,'-6'-1'873,"1"-1"0,0 1-1,0 1 1,-1-1 0,1 1-1,0 0 1,-1 0 0,-9 2-1,12-2 360,3 3-1034,-1 1-1,0-1 1,0 0 0,0 0 0,-1 0-1,1 0 1,-1 0 0,1-1 0,-3 4 0,-5 9 159,-77 210 1305,52-129-1297,-33 95-234,-79 369 0,140-514-1436,1 0 0,2 59 0,10-58-3835,-5-48 2634,-2 1 2392,0 0 0,0 0 1,0 0-1,1 0 0,-1 0 0,0 0 0,0 0 0,0 0 0,0 1 0,0-1 0,1 2-2391,16-19-7723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4.561"/>
    </inkml:context>
    <inkml:brush xml:id="br0">
      <inkml:brushProperty name="width" value="0.035" units="cm"/>
      <inkml:brushProperty name="height" value="0.035" units="cm"/>
    </inkml:brush>
  </inkml:definitions>
  <inkml:trace contextRef="#ctx0" brushRef="#br0">1 138 18106,'7'-14'871,"10"-18"2644,-16 30-3290,0 1 0,0 0-1,1 0 1,-1-1-1,0 1 1,1 0 0,-1 0-1,1 0 1,-1 0-1,1 1 1,-1-1 0,1 0-1,0 1 1,-1-1-1,1 1 1,0-1 0,-1 1-1,3 0 1,333-19 5782,-256 11-6007,-49 4 0,34 0 0,-64 4-153,-1 0 1,0 0-1,0 0 0,1-1 0,-1 1 1,0 0-1,0 0 0,0-1 1,1 1-1,-1-1 0,0 1 1,0-1-1,0 1 0,0-1 0,0 0 1,0 1-1,0-1 0,0 0 1,0 0-1,0 0 0,0 0 1,0 0-1,-1 0 0,1 0 0,0 0 1,-1 0-1,1 0 0,-1 0 1,1 0-1,-1-1 0,1 1 1,-1 0-1,0-2 0,2-1-622,-27-7-23041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5.288"/>
    </inkml:context>
    <inkml:brush xml:id="br0">
      <inkml:brushProperty name="width" value="0.035" units="cm"/>
      <inkml:brushProperty name="height" value="0.035" units="cm"/>
    </inkml:brush>
  </inkml:definitions>
  <inkml:trace contextRef="#ctx0" brushRef="#br0">3 493 6105,'0'0'2732,"0"3"-2021,5 14 113,2 9 1677,-5-8 7613,-3-17-9966,1 0 0,-1 0-1,0 0 1,0 0-1,0 0 1,1-1-1,-1 1 1,0 0 0,0 0-1,0 0 1,-1-1-1,-1 2 1,0 0 2526,14-48-2387,1 0 1,19-44-1,-12 39-540,42-136-1210,-50 155 1297,-6 20 166,0-1-1,-1 0 0,-1 0 1,0 0-1,1-26 0,-5 23 141,-2 29-84,-2 30-31,4-18-64,-2 84 288,4-98-114,0 0 0,1 1 0,0-1 0,1 0 0,0 0 0,0 0 0,7 13 0,-8-21-105,-1 1-1,1-1 0,0 0 1,0 0-1,1 1 1,-1-2-1,1 1 0,-1 0 1,1 0-1,0-1 1,0 0-1,0 1 0,0-1 1,1-1-1,-1 1 1,0 0-1,1-1 0,0 1 1,-1-1-1,1 0 1,0 0-1,-1-1 0,7 1 1,-5-1-51,0 0-1,1-1 1,-1 0 0,1 0 0,-1 0 0,0 0 0,0-1 0,0 0-1,0 0 1,0-1 0,0 1 0,-1-1 0,1 0 0,-1 0 0,0-1-1,5-3 1,6-10-318,0-1 0,-2-1 0,0 0 1,-1 0-1,0-1 0,11-31 0,-3 11-118,-16 31 359,0 0 0,0 0 0,-1 0-1,0-1 1,0 0 0,-1 1 0,-1-1-1,1-13 1,20 41 494,-17-9-194,-1 1 0,-1 0 0,4 13 0,7 19 312,-9-28-531,1-1 1,0 0-1,1 0 1,0-1-1,1 0 1,1-1-1,0 1 1,0-2-1,1 1 1,1-1-1,0-1 1,0 0-1,1 0 1,0-1-1,0-1 1,1 0-1,-1-1 1,2 0 0,-1-1-1,1 0 1,16 3-1,-18-6-832,0 0 0,0 0 0,0-1 1,17-1-1,-21-1-1087,1 0 0,-1 0 1,17-6-1,12-7-9148</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5.976"/>
    </inkml:context>
    <inkml:brush xml:id="br0">
      <inkml:brushProperty name="width" value="0.035" units="cm"/>
      <inkml:brushProperty name="height" value="0.035" units="cm"/>
    </inkml:brush>
  </inkml:definitions>
  <inkml:trace contextRef="#ctx0" brushRef="#br0">1 95 9469,'0'0'8419,"3"0"-7445,40-4 2332,84 5 0,-24 2-1745,1291-6 4116,-1148 5-5637,1125-13-25,-704-21-62,-606 27-761,-24-5-2466,-38 10 3229,1 0 0,0 0 0,0 0 1,0 0-1,0 0 0,0 0 0,0 0 0,0 0 1,0 0-1,0 0 0,0 0 0,-1 0 0,1 0 0,0-1 1,0 1-1,0 0 0,0 0 0,0 0 0,0 0 1,0 0-1,0 0 0,0 0 0,0 0 0,0 0 0,0 0 1,0 0-1,0 0 0,0 0 0,0-1 0,0 1 1,-1 0-1,1 0 0,0 0 0,0 0 0,0 0 0,0 0 1,0 0-1,0 0 0,0 0 0,0 0 0,0-1 1,0 1-1,0 0 0,1 0 0,-1 0 0,0 0 0,0 0 1,0 0-1,0 0 0,0 0 0,0 0 0,0 0 1,0-1-1,0 1 0,0 0 0,0 0 0,0 0 0,0 0 1,0 0-1,0 0 0,0 0 0,1 0 0,-6-4-1082,1 1 0,-1 0 0,0 0-1,0 0 1,0 0 0,-1 1 0,1 0-1,0 0 1,-10-2 0,-37 1-10431</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16.530"/>
    </inkml:context>
    <inkml:brush xml:id="br0">
      <inkml:brushProperty name="width" value="0.035" units="cm"/>
      <inkml:brushProperty name="height" value="0.035" units="cm"/>
    </inkml:brush>
  </inkml:definitions>
  <inkml:trace contextRef="#ctx0" brushRef="#br0">300 251 8949,'0'0'2081,"-3"-2"-370,1 1-1382,0 0 0,-1 0-1,1 0 1,0 0 0,-1 1 0,1-1-1,-1 1 1,0-1 0,1 1 0,-1 0-1,1 0 1,-1 0 0,-4 1-1,-34 15 2083,40-16-2413,-23 12 596,0 1 0,1 2-1,1 0 1,0 1 0,1 1 0,-20 22-1,37-36-478,0 1 1,1 0-1,0-1 0,0 1 1,0 1-1,1-1 0,-1 0 1,1 1-1,0-1 0,0 1 1,0 0-1,1 0 0,0-1 0,0 1 1,0 0-1,0 0 0,1 0 1,0 0-1,0 0 0,0 0 1,1 0-1,0 0 0,0 0 0,0 0 1,0 0-1,1 0 0,-1-1 1,1 1-1,1 0 0,-1-1 1,1 0-1,-1 0 0,1 1 0,1-2 1,-1 1-1,0 0 0,1-1 1,0 1-1,0-1 0,0 0 1,0 0-1,0-1 0,0 1 0,1-1 1,-1 0-1,7 2 0,14 3 116,1-1-1,1-2 1,-1 0-1,1-2 1,-1-1-1,1-1 0,32-4 1,-53 3-285,-1 0 1,1 0-1,-1-1 0,1 0 0,-1 0 1,0 0-1,0-1 0,0 0 1,0 0-1,0 0 0,8-8 1,-8 7-102,-3 2 41,0 1 0,0-1 0,0 0-1,0 0 1,-1 0 0,1 0 0,-1 0 0,0 0-1,1 0 1,-1-1 0,0 1 0,0 0 0,0-1-1,-1 1 1,1-1 0,-1 1 0,1-1 0,-1 1-1,0-1 1,0 1 0,0-1 0,0 0 0,0 1-1,-1-1 1,0-2 0,0-1-134,-1 0-1,0 0 1,-1 1-1,1-1 1,-1 1 0,0 0-1,0-1 1,-1 2-1,-4-7 1,-1 1-234,-1 1 0,0 0 0,0 1 0,-1 0 1,0 1-1,-19-10 0,1 3 722,-48-14-1,75 27-141,-36-14 1930,24 6-394,13 9-1586,1-1-1,0 1 1,0 0-1,0 0 0,-1 0 1,1-1-1,0 1 1,0 0-1,0 0 1,0 0-1,0-1 1,0 1-1,0 0 1,-1 0-1,1-1 1,0 1-1,0 0 1,0 0-1,0-1 0,0 1 1,0 0-1,0 0 1,0-1-1,0 1 1,0 0-1,1 0 1,-1-1-1,0 1 1,0 0-1,0 0 1,0 0-1,0-1 0,0 1 1,0 0-1,1 0 1,-1 0-1,0-1 1,0 1-1,0 0 1,1 0-1,6-6 368,1 1 0,0 0-1,0 1 1,1 0-1,-1 0 1,1 1 0,0 0-1,0 0 1,0 1 0,15-2-1,11-3-34,323-69-261,-10 3-143,-283 52 24,-64 20-180,0 0 0,0 0 1,0 0-1,0 0 0,0 0 0,0 0 1,0 0-1,0 0 0,0-1 0,-1 1 1,1 0-1,0 0 0,-1-1 0,1 1 1,-1 0-1,0-1 0,1 1 0,-1-1 0,0 1 1,0-1-1,0 1 0,0 0 0,0-1 1,0 1-1,0-1 0,0 1 0,-1 0 1,1-1-1,0 1 0,-1-1 0,1 1 1,-1 0-1,0 0 0,1-1 0,-1 1 0,-2-2 1,1 1-677,0 0 1,-1 1-1,1-1 0,-1 1 1,0 0-1,1 0 0,-1 0 1,0 0-1,-2-1 1,-48-12-13721</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1.519"/>
    </inkml:context>
    <inkml:brush xml:id="br0">
      <inkml:brushProperty name="width" value="0.035" units="cm"/>
      <inkml:brushProperty name="height" value="0.035" units="cm"/>
    </inkml:brush>
  </inkml:definitions>
  <inkml:trace contextRef="#ctx0" brushRef="#br0">251 0 11489,'0'0'2020,"-2"2"-251,-2 2-1466,0 1 1,0-1-1,1 1 0,0 0 1,0-1-1,0 1 0,1 1 1,-1-1-1,1 0 0,0 1 0,1-1 1,-1 1-1,1-1 0,-1 11 1,-6 22 281,-56 205 1103,-26 89-358,76-283-442,2 1 0,-8 64 0,20-108-725,-1-1-1,1 1 0,0-1 1,0 0-1,0 1 1,1-1-1,0 1 1,0-1-1,0 0 1,0 1-1,1-1 0,0 0 1,0 0-1,1 0 1,0 0-1,-1-1 1,1 1-1,1-1 1,-1 0-1,1 1 1,-1-1-1,1-1 0,1 1 1,-1-1-1,0 1 1,1-1-1,-1-1 1,1 1-1,0-1 1,0 1-1,0-1 1,0-1-1,1 1 0,9 1 1,5-1-13,0 0 0,0-1 0,1-1 0,29-4 0,81-20 86,-50 4-233,-37 9-12,56-8-1,-96 18 580,36-5-4971,-32 1-1555,-22 0-1454,-6 1-5160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1.919"/>
    </inkml:context>
    <inkml:brush xml:id="br0">
      <inkml:brushProperty name="width" value="0.035" units="cm"/>
      <inkml:brushProperty name="height" value="0.035" units="cm"/>
    </inkml:brush>
  </inkml:definitions>
  <inkml:trace contextRef="#ctx0" brushRef="#br0">32 89 13681,'-31'-8'6574,"68"-3"-341,120-7-2134,-30 6-1919,109-19-2180,-229 29-331,0 1 0,-1 0-1,1 0 1,0 1 0,-1-1 0,1 1-1,8 1 1,-3 1-1663,-25-5-10281,-4 0-589</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2.124"/>
    </inkml:context>
    <inkml:brush xml:id="br0">
      <inkml:brushProperty name="width" value="0.035" units="cm"/>
      <inkml:brushProperty name="height" value="0.035" units="cm"/>
    </inkml:brush>
  </inkml:definitions>
  <inkml:trace contextRef="#ctx0" brushRef="#br0">1 1 21422,'2'1'2636,"1"1"-1668,0-1 0,1 1 0,-1-1 0,1 0 0,0 0 0,-1 0 0,6 0 0,17-1-82,92 3-807,-98-2-1210,33 6 0,-44-5 444,0 0 1,0-1-1,0 0 1,-1-1-1,1 1 1,0-2-1,0 1 0,0-1 1,0-1-1,-1 1 1,11-4-1,-8-5-6638</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2.473"/>
    </inkml:context>
    <inkml:brush xml:id="br0">
      <inkml:brushProperty name="width" value="0.035" units="cm"/>
      <inkml:brushProperty name="height" value="0.035" units="cm"/>
    </inkml:brush>
  </inkml:definitions>
  <inkml:trace contextRef="#ctx0" brushRef="#br0">782 1 14289,'-7'2'235,"-14"2"929,0 0 1,-25 1-1,37-3-853,-1-1 0,1 2-1,0-1 1,0 1 0,1 1 0,-1-1 0,1 2-1,-1-1 1,1 1 0,1 0 0,-15 13 0,2 0 136,0 0 1,2 2 0,-17 24-1,-9 17 110,3 2-1,-44 93 1,-49 144 172,97-206-585,4 1 0,4 1 0,4 2 0,-20 168 0,43-232-148,0 0-1,2 0 0,2 1 0,1-2 0,1 1 0,2 0 0,18 57 1,-18-72-125,2 0 1,0 0 0,1-1 0,1 1 0,1-2 0,0 0 0,2 0 0,-1-1-1,2-1 1,0 0 0,1-1 0,1 0 0,0-1 0,19 11 0,-20-15-308,0-2 1,1 0 0,-1-1 0,1-1 0,1 0-1,-1-1 1,28 3 0,-18-5-1302,0 0 1,0-2-1,0-1 0,34-6 0,29-13-7809</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2.946"/>
    </inkml:context>
    <inkml:brush xml:id="br0">
      <inkml:brushProperty name="width" value="0.035" units="cm"/>
      <inkml:brushProperty name="height" value="0.035" units="cm"/>
    </inkml:brush>
  </inkml:definitions>
  <inkml:trace contextRef="#ctx0" brushRef="#br0">1 136 9113,'28'-14'12569,"-24"12"-10936,10-7-870,0 0 0,1 2-1,0 0 1,1 0 0,0 2 0,18-5 0,107-18 1969,-92 20-2233,204-21 382,-252 29-881,1-1 0,-1 1 0,1 0 0,-1 0 0,1 1 0,-1-1 0,1 0 0,-1 0 0,1 1 0,-1-1 0,1 1 0,-1-1 0,0 1 0,1 0 0,-1-1 0,0 1 0,1 0 0,-1 0 0,0 0 0,0 0 0,2 2 0,-2-1 0,1 1 0,-1-1 0,0 1 0,0-1 0,0 1 0,0 0 0,-1-1 0,1 1 0,-1 0 0,1 0 0,-1-1 0,0 6 0,-1 1-35,0 1 0,0-1 0,-1 0 0,0 1 0,0-1 0,-7 14 0,-28 53-488,30-63 424,-166 280-1855,46-82 1246,86-148 817,40-60-34,-1-1 0,1 1 0,-1 0 0,1 1 0,0-1 0,1 0 0,-1 0 0,0 0 0,1 1 1,0-1-1,-1 0 0,2 0 0,-1 1 0,0-1 0,0 0 0,1 0 0,0 1 0,0-1 0,0 0 0,0 0 0,0 0 0,0 0 1,1 0-1,0 0 0,-1-1 0,1 1 0,0 0 0,0-1 0,1 1 0,2 2 0,3 0-2,1 0 0,-1-1 1,1 0-1,-1-1 0,1 0 0,0 0 0,0-1 0,17 3 0,79 1 342,-82-5-395,204-9-20,-177 4 0,-17-1-1541,-44-6-6085,-4 2-147,-5 3-5070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3.279"/>
    </inkml:context>
    <inkml:brush xml:id="br0">
      <inkml:brushProperty name="width" value="0.035" units="cm"/>
      <inkml:brushProperty name="height" value="0.035" units="cm"/>
    </inkml:brush>
  </inkml:definitions>
  <inkml:trace contextRef="#ctx0" brushRef="#br0">0 162 15385,'13'-10'1431,"1"2"0,0 0 0,0 0-1,1 1 1,-1 1 0,2 0 0,19-4 0,114-16 3143,-91 18-3430,-17 1-1043,350-39-50,-351 40-1667,-25 3-2821,-1 1-5648</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3.549"/>
    </inkml:context>
    <inkml:brush xml:id="br0">
      <inkml:brushProperty name="width" value="0.035" units="cm"/>
      <inkml:brushProperty name="height" value="0.035" units="cm"/>
    </inkml:brush>
  </inkml:definitions>
  <inkml:trace contextRef="#ctx0" brushRef="#br0">6 1 10657,'0'0'3071,"1"4"-1455,0 2-1075,0 8 706,1-1 0,0 1 0,1-1-1,9 23 1,44 74 3459,31 68-1020,-45-56-2934,-4 3 0,40 253 0,-62-260-777,-5-1 1,-6 1-1,-13 165 1,-7-133-276,-7-1-1,-49 178 1,53-262-1588,-4 0 0,-33 70 0,14-46-1008,-19 41-5350,11-42-3732</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3.896"/>
    </inkml:context>
    <inkml:brush xml:id="br0">
      <inkml:brushProperty name="width" value="0.035" units="cm"/>
      <inkml:brushProperty name="height" value="0.035" units="cm"/>
    </inkml:brush>
  </inkml:definitions>
  <inkml:trace contextRef="#ctx0" brushRef="#br0">23 18 14969,'0'0'8316,"-3"-2"-7237,-11-4 7,8 3 486,20 2-593,34-2 755,-38 2-1606,1 0 0,-1 0 0,1 1 0,0 1 0,20 3 0,9-2-5274,-38-2 3504,-5 1-81,-7-1-74,-7 4-4719,3 10-4179</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4.039"/>
    </inkml:context>
    <inkml:brush xml:id="br0">
      <inkml:brushProperty name="width" value="0.035" units="cm"/>
      <inkml:brushProperty name="height" value="0.035" units="cm"/>
    </inkml:brush>
  </inkml:definitions>
  <inkml:trace contextRef="#ctx0" brushRef="#br0">0 170 19094,'78'-52'2856,"-41"41"-204,1 5-408,2-6-439,3 4-345,-3 2-356,1-6-172,-21 10-312,11-4-620,-2 3-284,-6 0-1088,3 3-744,-37-23-1297,5 3 197,-17 14-16166</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4.920"/>
    </inkml:context>
    <inkml:brush xml:id="br0">
      <inkml:brushProperty name="width" value="0.035" units="cm"/>
      <inkml:brushProperty name="height" value="0.035" units="cm"/>
    </inkml:brush>
  </inkml:definitions>
  <inkml:trace contextRef="#ctx0" brushRef="#br0">49 670 10877,'-1'-3'281,"0"0"0,0 0 0,0-1 0,-1 1 0,1 0 1,-1 0-1,0 0 0,0 1 0,0-1 0,0 0 0,0 1 0,-1-1 0,1 1 0,-5-4 4518,6 8-4726,1-1 0,0 1 0,-1-1 0,1 0 0,-1 1 0,0-1 0,1 1 0,-1-1 0,0 0 0,0 0 0,-1 2 0,-7 11 127,9-8-148,1-1-1,-1 1 0,1-1 1,0 0-1,0 1 0,1-1 1,-1 0-1,5 8 1,-6-11-34,4 7 39,0 0 0,0-1 1,1 1-1,0-1 0,1 0 0,0 0 0,0-1 1,0 0-1,1 0 0,0 0 0,1-1 1,-1 0-1,1 0 0,1-1 0,-1 0 0,1-1 1,-1 1-1,1-2 0,13 5 0,-1-3 9,-1-1 0,1-1 0,0 0 0,0-2-1,0 0 1,0-2 0,39-5 0,410-87 303,-353 66-312,152-20-73,-215 42-73,0 2 1,0 2-1,56 7 0,-74 0-25,0 1 0,0 2 0,40 17 0,-45-14 72,1-2-1,0-1 0,1-2 0,44 5 0,-31-11 42,0-2 0,0-2 0,60-11 0,133-40 162,-192 42-170,773-171 249,-783 177-301,1 1 0,0 3 0,0 0-1,1 3 1,-1 1 0,0 2 0,66 16 0,-50-10 79,0-1 1,0-3-1,1-3 0,-1-2 1,1-2-1,-1-2 1,73-15-1,461-115 548,-8-40-361,-531 160-211,1 2-1,0 3 0,1 2 0,0 1 1,0 3-1,61 6 0,598-18 1152,-682 13-1112,220-18 630,56-2-40,-291 20-727,-1-1 1,-1 0 0,22-6-1,-31 7 34,1 1-19,6-5-612,-19-7-630,-47-33-2894,14 14-2121,3 0-2952</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5.973"/>
    </inkml:context>
    <inkml:brush xml:id="br0">
      <inkml:brushProperty name="width" value="0.035" units="cm"/>
      <inkml:brushProperty name="height" value="0.035" units="cm"/>
    </inkml:brush>
  </inkml:definitions>
  <inkml:trace contextRef="#ctx0" brushRef="#br0">0 1636 10505,'1'-2'1855,"4"-6"-655,1 0 0,0 0 1,7-7-1,8-11-73,2-10-510,-1-1 0,-1-1 0,-3-1 0,-1 0 0,-2-2 0,16-63 0,31-257 350,-55 309-783,79-661 960,-84 696-1167,-1 8 38,0-1 1,0 1 0,-1 0 0,0-1-1,-1 1 1,-2-15 0,-1 14-50,1 9 12,-7 20-8,7-11 23,-12 35 14,2 1-1,2 0 0,-6 53 1,-8 142-48,25-235 36,-5 62 28,8 119 0,0-148 143,3 0-1,1 0 0,1-1 1,23 60-1,-28-87-86,2 0-1,-1 0 1,1-1-1,1 1 1,-1-1-1,1 0 1,1-1-1,14 14 1,-17-18-37,0 1 0,0-1-1,1 0 1,0 0 0,-1 0 0,1-1 0,0 0 0,0 0 0,1 0-1,-1 0 1,0-1 0,0 0 0,1 0 0,-1 0 0,1-1-1,-1 0 1,9 0 0,-3-2-14,-1-1 0,1 0 0,0 0 0,-1-1-1,0 0 1,0-1 0,0 0 0,0-1 0,-1 0 0,0-1-1,0 1 1,10-12 0,7-9-236,-1-1-1,28-40 1,-14 15-295,-7 12-434,28-50 0,-60 91 931,0 0 0,0 0 1,0 0-1,0 0 0,0 1 0,0-1 1,0 0-1,0 0 0,0 0 0,0 0 1,0 0-1,0 0 0,0 0 0,0 0 1,0 0-1,1 0 0,-1 0 0,0 1 1,0-1-1,0 0 0,0 0 0,0 0 1,0 0-1,0 0 0,0 0 0,0 0 1,0 0-1,0 0 0,1 0 0,-1 0 1,0 0-1,0 0 0,0 0 0,0 0 1,0 0-1,0 0 0,0 0 0,0 0 1,0 0-1,0 0 0,1 0 0,-1 0 1,0 0-1,0 0 0,0 0 0,0 0 1,0 0-1,0 0 0,0 0 0,0 0 1,0 0-1,0-1 0,1 1 0,-1 0 1,0 0-1,0 0 0,0 0 0,0 0 1,0 0-1,1 17-205,-4 39 31,1-22 92,3 2 140,2-1 1,2 0-1,8 36 1,-12-65 51,0 0-1,1-1 1,0 1 0,0 0 0,0-1 0,1 1-1,0-1 1,0 1 0,0-1 0,1 0-1,0-1 1,-1 1 0,2-1 0,-1 1-1,0-1 1,1 0 0,0-1 0,0 1 0,0-1-1,0 0 1,1 0 0,-1-1 0,1 0-1,0 0 1,-1 0 0,1 0 0,0-1 0,0 0-1,0 0 1,0-1 0,0 1 0,0-2-1,10 0 1,1-1-5,-1-1-1,1-1 1,-1-1 0,0 0-1,0-1 1,0 0 0,27-17-1,-34 17-450,1 0 0,-1-1 0,0 0 0,-1 0 0,0-1 0,0 0-1,0 0 1,-1-1 0,-1 0 0,1 0 0,-2-1 0,10-20 0,1-25-4238,-12 17-1258,-7-3-4425</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6.145"/>
    </inkml:context>
    <inkml:brush xml:id="br0">
      <inkml:brushProperty name="width" value="0.035" units="cm"/>
      <inkml:brushProperty name="height" value="0.035" units="cm"/>
    </inkml:brush>
  </inkml:definitions>
  <inkml:trace contextRef="#ctx0" brushRef="#br0">116 130 22986,'-15'-40'4781,"1"34"-3237,0-2-992,8-4-2840,-20-25-933,9 11 197,5 37-3289,1 7-5720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6.758"/>
    </inkml:context>
    <inkml:brush xml:id="br0">
      <inkml:brushProperty name="width" value="0.035" units="cm"/>
      <inkml:brushProperty name="height" value="0.035" units="cm"/>
    </inkml:brush>
  </inkml:definitions>
  <inkml:trace contextRef="#ctx0" brushRef="#br0">95 128 8213,'-4'5'2079,"14"-10"5909,-14 7-7836,1 1-1,0 0 1,0 0-1,0 0 1,0 0 0,-3 4-1,0 2-34,1 1-1,1 0 1,-1 0-1,1 0 1,-5 20-1,-3 10 8,11-35-40,-6 10 273,2 1-1,0 0 0,1 1 0,1-1 0,-3 29 0,25-60 357,-9 4-582,-1-1 0,-1 0-1,0 0 1,-1-1 0,0 0-1,9-24 1,7-13 382,85-164 2484,-106 211-2980,3-5 196,-1 19-82,-2-4-159,17 67-1448,8 80 0,-7-38-2457,-6-60 131,2-24-2461,-6-19-1659</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7.138"/>
    </inkml:context>
    <inkml:brush xml:id="br0">
      <inkml:brushProperty name="width" value="0.035" units="cm"/>
      <inkml:brushProperty name="height" value="0.035" units="cm"/>
    </inkml:brush>
  </inkml:definitions>
  <inkml:trace contextRef="#ctx0" brushRef="#br0">68 287 13405,'36'-5'2076,"-35"5"-1975,-1 0 1,1 0-1,-1-1 1,1 1-1,-1 0 1,1-1-1,-1 1 1,1 0-1,-1-1 1,0 1-1,1 0 1,-1-1-1,0 1 1,1-1-1,-1 1 1,0-1-1,1 1 1,-1-1-1,0 1 1,0-1-1,0 1 1,1-1-1,-1 1 1,0-1-1,0 1 1,0-1-1,0 0 1,0 1-1,0-1 0,0 1 1,0-1-1,0 1 1,0-1-1,0 1 1,-1-1-1,1 0 1,0 0 304,0-1-111,1 0 0,0-1 0,0 1 0,0 0 0,0 0 0,0 0 0,1 0 0,-1 0 0,1 0 0,-1 1 0,1-1 0,-1 0 0,1 1 0,0-1 0,0 1 0,0 0 0,2-2 0,42-21 1934,-33 17-1748,36-20 1379,78-58 1,-126 80-2303,-2 1 267,0-1 1,-1 1 0,1 0-1,-1 0 1,0 0-1,0 0 1,0 0 0,0 0-1,-1 1 1,0-1-1,1 1 1,-1 0 0,-1 0-1,1 0 1,0 0-1,-1 0 1,1 1 0,-1-1-1,0 1 1,0 0-1,0 0 1,0 1-1,0-1 1,0 1 0,0 0-1,-1 0 1,1 0-1,-9 0 1,-10 2-139,0 0 0,-1 2 0,1 1 0,0 0 0,-23 9 0,10-3 123,30-9 208,0 0 0,1 1 0,-1 0 1,1 0-1,-1 1 0,1-1 0,0 1 0,-8 6 0,11-6 33,-1-1 0,1 0 0,0 0 0,1 1 0,-1-1-1,0 1 1,1 0 0,0-1 0,-1 1 0,1 0 0,0 0-1,0 0 1,1 0 0,-1 0 0,1 0 0,-1 0 0,1 0-1,0 5 1,0-1 33,1 0 0,0 0-1,0 0 1,1 0 0,0 0-1,0 0 1,0 0 0,1-1 0,0 1-1,1-1 1,-1 0 0,1 0-1,0 0 1,0 0 0,1-1-1,0 1 1,11 8 0,4 2-160,2 0-1,0-2 1,35 18 0,-34-21-658,0-1 1,0-1 0,29 7-1,32 4-3964,-30-12-1294,1-4-3546</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8.538"/>
    </inkml:context>
    <inkml:brush xml:id="br0">
      <inkml:brushProperty name="width" value="0.035" units="cm"/>
      <inkml:brushProperty name="height" value="0.035" units="cm"/>
    </inkml:brush>
  </inkml:definitions>
  <inkml:trace contextRef="#ctx0" brushRef="#br0">124 1274 8897,'10'-11'3307,"-10"11"-3163,0 0 0,0 0 0,0 0 0,0-1 0,0 1 0,0 0 0,0 0 0,0 0 0,-1-1 1008,1 1-1008,0 0 0,0 0 0,0 0 0,-1 0 0,1-1 0,0 1 0,0 0 0,0 0 0,0 0 0,0 0 0,-1 0 0,1 0 0,0 0 0,0 0 0,0 0 0,0 0 0,0 0 0,-1 0 0,1 0 0,0 0 0,0 0 0,0 0 0,0 0 0,0 0 0,-1 0 0,1 1 0,-17 3 4848,5 0-6999,7-2 2055,0 1-1,1 1 0,-1-1 0,1 0 1,0 1-1,0 0 0,-4 5 1,-6 5 19,10-10-49,0 1-1,0 0 1,0 1 0,0-1 0,1 0 0,0 1 0,1 0-1,-5 12 1,-2 3 27,9-20-35,-1 1 1,1 0-1,0 0 1,-1-1-1,1 1 0,0 0 1,0 0-1,0 0 0,0-1 1,0 1-1,1 0 1,-1 0-1,0-1 0,1 1 1,0 0-1,-1-1 1,1 1-1,0 0 0,0-1 1,0 1-1,0-1 0,0 1 1,0-1-1,0 0 1,0 1-1,0-1 0,1 0 1,-1 0-1,1 0 1,-1 0-1,1 0 0,-1 0 1,4 1-1,-1 1 21,1-1 0,0 0-1,-1 0 1,1-1 0,0 1 0,0-1-1,0 0 1,0 0 0,0 0 0,0-1-1,9 0 1,5-3-6,0-1 1,-1 0-1,0-2 0,0 0 1,-1-1-1,1 0 0,-1-2 1,-1 0-1,0-1 0,0 0 1,14-13-1,-25 19-71,-1 0 0,0 0 0,0 0 0,-1-1 0,1 1 0,-1-1 0,0 0 0,0 0 0,0 0 0,-1 0 0,0 0 0,0-1 0,0 1 0,1-10 0,-3 9-10,1 1 0,-2 0 0,1 0 0,-1 0 0,0 0 0,0 0 0,0 0 0,0 0 0,-1 0 0,0 0 0,0 0 0,-1 1 0,1-1 0,-1 1 0,-5-7 0,6 8 137,-16-20-379,13 18 631,9 17 998,2-2-1190,1 0 0,0 0 0,0-1 0,1 0 0,0 0-1,1-1 1,13 11 0,-9-9-85,0 0-1,1-1 1,1 0-1,26 11 1,-28-15-123,2 1-309,0-1-1,18 5 1,-29-9 204,0-1 0,0 1 1,1-1-1,-1 1 0,0-1 0,0 0 0,0-1 0,0 1 1,0-1-1,0 0 0,0 0 0,0 0 0,6-3 1,1-2 8,-1 0 0,1-1 0,-1-1 0,0 0 0,-1 0 0,0-1 0,0 0 0,-1 0 0,0-1 0,7-12 0,-13 20 267,0-1 0,0 1 0,0 0-1,0 0 1,0 0 0,0 1-1,0-1 1,1 0 0,-1 1-1,1 0 1,-1-1 0,5-1 0,-5 3-73,-1 0 1,1 0-1,-1 0 1,1 0 0,0 0-1,-1 0 1,1 0 0,-1 0-1,1 0 1,-1 1 0,1-1-1,-1 1 1,1-1-1,-1 1 1,1-1 0,-1 1-1,0 0 1,1 0 0,-1 0-1,0 0 1,0 0 0,1 0-1,-1 0 1,0 0-1,0 0 1,0 1 0,-1-1-1,1 0 1,0 1 0,0-1-1,-1 0 1,1 1 0,0-1-1,-1 3 1,3 2 14,-1 1 1,0-1-1,-1 1 0,1 0 1,-1 0-1,0 9 1,-1-13-58,0 1-82,9 32-41,8-38 94,-2 0 31,0-1 0,-1 0 0,21-8 0,-19 5 140,1 2-1,23-5 0,-13 5-24,-16 2-45,1 1 1,0-1-1,0 2 0,0 0 0,12 1 1,-20 0-52,0-1 0,-1 1 0,1 0 0,-1 1 1,1-1-1,-1 1 0,1 0 0,-1-1 0,0 1 1,0 1-1,0-1 0,0 0 0,0 1 1,0 0-1,-1-1 0,1 1 0,-1 0 0,0 0 1,1 1-1,1 3 0,-1-1-8,0 0 0,1-1 1,-1 1-1,1-1 0,1 0 0,-1 0 0,1 0 0,0-1 1,0 0-1,0 0 0,0 0 0,1 0 0,0-1 0,0 0 1,0 0-1,0-1 0,0 1 0,0-1 0,1-1 0,-1 1 1,1-1-1,-1 0 0,1-1 0,0 1 0,-1-1 0,1-1 1,-1 1-1,1-1 0,0 0 0,-1-1 0,12-3 0,-2-1 41,1 0 0,-2-1 0,1 0 0,-1-1 0,0-1 0,0-1 0,-1 0-1,-1-1 1,16-14 0,-12 7 18,-1-1-1,-1 0 1,-1-1-1,0 0 1,-2-1-1,11-24 0,9-25 56,-4-1-1,-2-2 0,-4-1 0,-3 0 0,-3-1 0,-3-1 0,-4 0 0,-3-1 0,-4 0 0,-7-79 0,1 129-51,-1-1 1,-1 0-1,-2 1 1,0 0-1,-16-32 1,20 50-6,2 3-38,0 0 0,-1 0 0,0 0 0,0 1 0,-7-9 0,10 13-20,-1 0 0,0 0-1,1 1 1,-1-1 0,0 0-1,0 1 1,0-1-1,0 1 1,0-1 0,1 1-1,-1-1 1,0 1 0,0-1-1,0 1 1,0 0-1,0 0 1,0-1 0,0 1-1,-1 0 1,1 0 0,0 0-1,0 0 1,0 0-1,0 1 1,0-1 0,0 0-1,0 0 1,0 1 0,0-1-1,0 0 1,0 1-1,0-1 1,1 1 0,-1-1-1,0 1 1,0 0 0,0-1-1,0 1 1,1 0-1,-1 0 1,0-1 0,0 3-1,-3 1 7,0 1 0,0 0 0,1 1 0,-1-1 0,2 1 0,-1-1 0,0 1 0,1 0 0,0 0 0,-1 8 0,-3 12 46,-1 31 1,4-28-42,-6 72-47,5 1 0,17 182 0,-7-222 2,27 116 1,-24-146-34,1-1 0,1 0 1,2-1-1,1 0 1,24 38-1,-31-57-24,1-1 1,0 0-1,1 0 0,0 0 0,0-1 0,1 0 0,0-1 1,0 0-1,1-1 0,0 0 0,1-1 0,-1 0 0,1-1 1,16 5-1,-23-9-46,1 0 0,0 0 0,-1 0 0,1-1 0,0 0 0,0 0 0,0-1 1,-1 0-1,1 0 0,0 0 0,-1 0 0,1-1 0,-1 0 0,8-4 0,4-3-540,0-1-1,27-21 0,-38 26 480,-4 4-10,-1 1 173,0-1 1,0 1-1,0 0 1,0 0-1,0 0 0,0-1 1,0 1-1,0-1 1,0 1-1,0-1 1,0 1-1,0-1 1,2-1-1,-3 2 24,1-1 0,-1 1 0,0 0 1,1-1-1,-1 1 0,1 0 0,-1-1 0,0 1 0,1 0 1,-1 0-1,1-1 0,-1 1 0,1 0 0,-1 0 0,1 0 1,-1 0-1,1 0 0,0 0 0,-1 0 0,1 0 0,-1 0 1,1 0-1,-1 0 0,1 0 0,-1 0 0,1 0 0,-1 0 1,1 1-1,-1-1 0,1 0 0,-1 0 0,1 0 0,-1 1 0,0-1 1,1 0-1,-1 1 0,1-1 0,-1 0 0,0 1 0,1-1 1,-1 1-1,0-1 0,1 1 0,-1-1 0,0 1 0,0-1 1,1 1-1,22 32-3,-11-17 328,22 26 0,-30-38-248,1 1 1,-1-1 0,1 0 0,0-1-1,0 1 1,1-1 0,-1 0 0,1-1 0,10 5-1,-11-6-119,0 0 0,1-1 0,-1 1-1,1-1 1,-1 0 0,1 0 0,-1-1-1,0 1 1,1-1 0,-1-1 0,0 1-1,1-1 1,-1 0 0,0 0-1,0 0 1,0-1 0,6-4 0,-2 1 38,-1 0 0,1 0 0,-2-1 0,1 0 0,-1-1 1,0 0-1,-1 0 0,8-12 0,7-6 1836,-20 24 467,0 5-1422,5 52 1104,-1 64 1,-6-37-1209,-17 101 1,-13-34-1096,22-112-176,6-22-4,-1-1 0,-1-1 0,0 1 0,0-1 0,-2 1 0,-12 19 0,13-24-907,-1-1 0,0-1 0,0 1 0,0-1-1,-1 0 1,-10 7 0,-20 10-10192</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8.710"/>
    </inkml:context>
    <inkml:brush xml:id="br0">
      <inkml:brushProperty name="width" value="0.035" units="cm"/>
      <inkml:brushProperty name="height" value="0.035" units="cm"/>
    </inkml:brush>
  </inkml:definitions>
  <inkml:trace contextRef="#ctx0" brushRef="#br0">0 78 22722,'81'-17'3316,"-29"11"-451,-6-2-405,-3 2-1056,0-3-1404,0 1 0,3 2 0,0 0 0,-26 6 0,6-8 0,-3 5-1008,-40 6-10265,-21 5-6229</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8.873"/>
    </inkml:context>
    <inkml:brush xml:id="br0">
      <inkml:brushProperty name="width" value="0.035" units="cm"/>
      <inkml:brushProperty name="height" value="0.035" units="cm"/>
    </inkml:brush>
  </inkml:definitions>
  <inkml:trace contextRef="#ctx0" brushRef="#br0">52 1 23418,'-52'92'6645,"70"-89"-4133,-1 3-2320,-23-38-3904,3 0-73,-8 55-3627,-1 3-7462</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09.512"/>
    </inkml:context>
    <inkml:brush xml:id="br0">
      <inkml:brushProperty name="width" value="0.035" units="cm"/>
      <inkml:brushProperty name="height" value="0.035" units="cm"/>
    </inkml:brush>
  </inkml:definitions>
  <inkml:trace contextRef="#ctx0" brushRef="#br0">302 609 14625,'-12'3'484,"1"1"0,0 1 0,0-1 0,0 2 0,1-1-1,0 1 1,0 1 0,0 0 0,1 1 0,0-1 0,0 2-1,1-1 1,-9 13 0,4-5-305,2 1 0,0 0 0,1 1-1,1-1 1,1 2 0,-11 35 0,9-21 281,11-33-432,0 1 1,-1-1 0,1 1-1,0-1 1,0 1 0,-1-1-1,1 0 1,0 1 0,0-1-1,-1 0 1,1 0 0,0 1-1,0-1 1,0 0 0,0 0-1,0 0 1,-1 0 0,1 0-1,1 0 1,-2 0 5,9 0 145,-1 0-1,1 0 0,0-1 1,-1 0-1,1-1 1,-1 0-1,13-4 0,4-4 207,24-13-1,-39 17-384,-8 6-312,-3-4-155,1 0 309,0 0-1,-1 0 1,1 1-1,-1-1 1,0 0-1,-1 1 1,1-1 0,0 1-1,-1-1 1,0 1-1,0 0 1,0 0 0,0 0-1,0 0 1,-1 0-1,0 0 1,1 0-1,-1 1 1,0-1 0,0 1-1,0 0 1,-6-3-1,-39-15-1542,30 13 1532,0-1 0,0 0 0,1-1 0,0-1 0,1-1-1,-28-22 1,42 26 649,4-2-270,0 0 0,0 0 0,1 0 0,0 1 0,1-1 0,0 1 0,9-15 0,45-57 984,-29 41-823,238-273 5043,-244 287-4976,13-11 1236,42-35 1,-76 70-1649,0-1 0,0 1 0,0-1 0,0 1 0,0 0 0,0 0 0,0 0 0,0 0 0,0 0 0,0 0 0,1 1 0,-1-1 0,0 1 0,1-1 0,2 1 0,-4 0-4,1 0 0,-1 1 1,1-1-1,-1 1 0,1-1 0,-1 1 0,0-1 1,1 1-1,-1 0 0,0 0 0,1 0 1,-1 0-1,0 0 0,0 0 0,0 0 0,0 0 1,2 2-1,2 4 30,-1 1 1,0 0-1,-1 0 0,0 0 1,0 0-1,0 0 1,1 10-1,7 38-52,-3 0 0,3 111 0,-18 119 0,-47 260 0,-33-5 0,84-524 0,-5 30 0,-1-1 0,-3 0 0,-23 62 0,33-102-301,0-1 0,-1 1 0,0-1 0,0 1 0,0-1 0,-1 0 0,0 0 0,0 0 0,0-1 0,0 1 0,-1-1 0,0 0 0,0 0 0,0-1 0,0 0 0,0 0 0,-1 0 0,0 0 0,1-1 0,-1 0 0,0 0 0,0 0 0,0-1 0,0 0 0,-7 1 0,5-2-1058,-1 1 0,1-1 0,0 0-1,0-1 1,-9-2 0,-1-2-5532,-29-11-1,47 16 6873</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0.077"/>
    </inkml:context>
    <inkml:brush xml:id="br0">
      <inkml:brushProperty name="width" value="0.035" units="cm"/>
      <inkml:brushProperty name="height" value="0.035" units="cm"/>
    </inkml:brush>
  </inkml:definitions>
  <inkml:trace contextRef="#ctx0" brushRef="#br0">92 248 12469,'0'0'12033,"5"0"-10651,21-7-617,0-1 0,0-1 0,-1-1-1,-1-1 1,0-1 0,0-2 0,-1 0-1,21-18 1,8-17-767,-40 37-23,-10 5-195,-2 4 147,0 0-83,-1 0 1,1-1 0,-1 1 0,1-1 0,-1 1 0,0 0 0,-1 0 0,-1-5 0,1 6 65,0 0-1,1 0 1,-1 1 0,0-1 0,0 1 0,0-1 0,0 1 0,0 0 0,0-1 0,-1 1 0,1 1 0,0-1 0,0 0 0,-1 0 0,1 1-1,-4-1 1,-7-1-86,0 1 0,-1 0 0,1 1 0,-1 0 1,1 1-1,0 1 0,-1 0 0,1 1 0,0 0 0,0 1 0,-13 6 0,11-4 115,1 1 1,0 0 0,0 1-1,1 0 1,0 2-1,0-1 1,1 1 0,0 1-1,-14 16 1,22-21 123,-1-1 0,2 1 0,-1 0 0,0 0 0,1 1 0,0-1 0,1 1 0,-1-1 0,1 1 0,1 0 0,-1 0 0,1 0 0,0 0 0,1 0 0,0 0 0,0 0 0,0 0 0,1 0 0,0 0 0,0 0 0,4 9 0,-2-6 34,1 0 0,1-1-1,-1 1 1,2-1 0,-1 0 0,1-1 0,1 1 0,0-1 0,0-1 0,0 1-1,1-1 1,0 0 0,17 10 0,-10-9-152,0 0 0,1 0 0,0-2 0,0 0 1,0-1-1,1-1 0,0 0 0,0-1 0,33 1 0,0-4-2365,1-2 0,54-9 0,-27-1-4690,2-4-4533</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0.283"/>
    </inkml:context>
    <inkml:brush xml:id="br0">
      <inkml:brushProperty name="width" value="0.035" units="cm"/>
      <inkml:brushProperty name="height" value="0.035" units="cm"/>
    </inkml:brush>
  </inkml:definitions>
  <inkml:trace contextRef="#ctx0" brushRef="#br0">537 0 14189,'-11'5'426,"9"-4"-314,0 0-1,0-1 1,1 1-1,-1 0 0,0 0 1,0 0-1,0 0 1,1 0-1,-1 1 0,0-1 1,1 1-1,-1-1 1,1 1-1,0-1 0,-1 1 1,1 0-1,0-1 1,0 1-1,0 0 0,0 0 1,1 0-1,-1 0 0,0 0 1,0 2-1,-1 4 146,-1 0 0,0-1-1,-1 0 1,0 0 0,0 0-1,0 0 1,-1 0 0,-7 7-1,-2 5 103,-61 87 490,-63 82-315,-53 40-1959,190-227 1279,0 0 1,0 0-1,0 0 0,0 0 1,0 0-1,0 0 0,0-1 1,0 1-1,0 0 0,0 0 1,-1-1-1,1 1 0,-3 0 1,4-1-45,-1 0 1,1 0-1,-1-1 1,0 1 0,1 0-1,-1 0 1,0 0-1,1-1 1,-1 1 0,1 0-1,-1-1 1,1 1-1,-1-1 1,1 1 0,-1 0-1,1-1 1,-1 1-1,1-1 1,0 1 0,-1-1-1,1 1 1,0-1-1,-1 0 1,1 1 0,0-1-1,0 1 1,-1-1-1,1 0 1,0 1 0,0-1-1,0 0 1,0 1-1,0-1 1,0 1-1,0-1 1,0 0 0,1-23-7807</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0.471"/>
    </inkml:context>
    <inkml:brush xml:id="br0">
      <inkml:brushProperty name="width" value="0.035" units="cm"/>
      <inkml:brushProperty name="height" value="0.035" units="cm"/>
    </inkml:brush>
  </inkml:definitions>
  <inkml:trace contextRef="#ctx0" brushRef="#br0">0 4 17118,'12'-3'5132,"5"17"-2796,9 6-440,-3-2-403,6 5-273,8 0-268,0 5-156,9 4-176,0 2-344,3 4-600,0 2-940,-3-5-744,-8 2 79,-4-2-5771,-8-15-7930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0.768"/>
    </inkml:context>
    <inkml:brush xml:id="br0">
      <inkml:brushProperty name="width" value="0.035" units="cm"/>
      <inkml:brushProperty name="height" value="0.035" units="cm"/>
    </inkml:brush>
  </inkml:definitions>
  <inkml:trace contextRef="#ctx0" brushRef="#br0">17 1 13805,'0'0'93,"0"0"-1,0 0 1,0 1 0,0-1-1,0 0 1,0 1-1,0-1 1,0 0-1,0 1 1,0-1 0,0 0-1,0 1 1,0-1-1,0 0 1,0 1-1,-1-1 1,1 0 0,0 0-1,0 1 1,0-1-1,0 0 1,-1 0-1,1 1 1,0-1 0,0 0-1,0 0 1,-1 1-1,1-1 1,0 0-1,-1 0 1,1 0 0,0 0-1,0 1 1,-1-1-1,1 0 1,0 0-1,-1 0 1,-5 4 1034,5 1-704,0-1-1,0 1 1,0-1-1,1 0 1,-1 1-1,1-1 1,0 1-1,1-1 1,-1 1 0,1-1-1,1 8 1,0-1 190,23 136 2633,7 58-1096,17 535-2157,-46-679-1127,-1 128-2325,-13-66-7228,5-80-572</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0.988"/>
    </inkml:context>
    <inkml:brush xml:id="br0">
      <inkml:brushProperty name="width" value="0.035" units="cm"/>
      <inkml:brushProperty name="height" value="0.035" units="cm"/>
    </inkml:brush>
  </inkml:definitions>
  <inkml:trace contextRef="#ctx0" brushRef="#br0">0 13 18690,'4'-1'126,"14"-3"1830,0 1-1,0 0 1,31 1 0,-43 2-1616,-1 1 1,0-1-1,1 1 1,-1 0-1,0 1 1,0-1-1,0 1 0,0 0 1,0 0-1,0 0 1,0 1-1,-1 0 1,1 0-1,-1 0 1,0 0-1,0 1 1,6 7-1,-6-7-361,-1 0 0,0 1 0,-1-1 0,1 1 1,-1 0-1,0 0 0,0 0 0,0 0 0,-1 0 0,0 0 0,1 8 0,-1-4-89,-1 1 0,0 0 0,-1-1-1,0 1 1,-4 16 0,-2-1-394,-2 0 0,0-1 0,-24 44 0,20-45-1304,-1 0-1,-18 20 0,21-29-2489,-25 23 0,-7-3-8535</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1.429"/>
    </inkml:context>
    <inkml:brush xml:id="br0">
      <inkml:brushProperty name="width" value="0.035" units="cm"/>
      <inkml:brushProperty name="height" value="0.035" units="cm"/>
    </inkml:brush>
  </inkml:definitions>
  <inkml:trace contextRef="#ctx0" brushRef="#br0">24 225 14537,'-24'0'2278,"25"-5"1628,13-14-1240,-5 14-1918,0 0-1,1 1 1,0 1 0,0-1 0,0 2-1,0-1 1,13 0 0,-9 0 128,0 0 0,18-6 1,7 0-177,-36 8-1088,-2 0-294,0-1 485,0 1-1,0 0 0,-1-1 1,1 1-1,-1 0 1,1-1-1,-1 1 0,1-1 1,-1 1-1,0-1 1,0 1-1,1-1 1,-1 1-1,0-1 0,-1-1 1,0 1-60,0 0 1,0 0 0,-1 0-1,1 0 1,-1 0-1,1 0 1,-1 0-1,-3-2 1,0-1 220,-7-8-737,5 5 468,-1 1-1,0 0 1,0 0-1,-9-6 1,-2-1 514,16 12 8,0-1 0,0 0 0,-1 1-1,1-1 1,-1 1 0,1 0 0,-1 0 0,0 1-1,0-1 1,0 1 0,-7-2 0,9 4-151,0 0 1,1-1-1,-1 1 1,1 1-1,-1-1 1,1 0 0,0 0-1,0 1 1,-1-1-1,1 0 1,0 1-1,0-1 1,0 1-1,-1 2 1,2 1-8,-1-1 0,1 1 1,1 0-1,-1-1 0,1 1 0,-1-1 1,1 0-1,1 1 0,1 5 0,3 10 8,-2-3-273,1-1 0,1 0 0,0-1 0,1 1 0,1-1 1,13 18-1,-13-22-858,0 0 1,1 0-1,12 10 1,-13-14-961,1 0 0,0 0 0,0-1 0,14 7 0,-4-5-7468</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1.683"/>
    </inkml:context>
    <inkml:brush xml:id="br0">
      <inkml:brushProperty name="width" value="0.035" units="cm"/>
      <inkml:brushProperty name="height" value="0.035" units="cm"/>
    </inkml:brush>
  </inkml:definitions>
  <inkml:trace contextRef="#ctx0" brushRef="#br0">298 0 8621,'-38'17'1891,"-72"43"0,102-53-1417,-1 1 0,1 0-1,1 0 1,-1 0 0,2 1-1,-1 1 1,-8 15 0,-9 12 1024,11-18-305,2 0-1,-11 22 1,19-35-802,2-4-250,0 0-1,0 1 1,0-1-1,0 0 1,0 1-1,0-1 1,1 0-1,-1 1 1,1-1-1,0 1 1,0-1-1,0 1 1,0-1-1,0 1 1,0-1-1,1 0 1,-1 1-1,1-1 1,0 1-1,1 2 1,0-2-15,0 0-1,0 0 1,0-1 0,0 1 0,1 0-1,-1-1 1,1 0 0,0 0 0,-1 0-1,1 0 1,0 0 0,6 2 0,2 1 41,0-1 1,1-1-1,-1 0 1,1 0 0,0-1-1,0-1 1,12 0 0,62-4-463,160-28-1,-225 28-190,-1-2-1,0 0 0,-1-1 1,1-1-1,36-19 0,-47 21 16,0-1 0,0 0 0,-1-1 0,1 0 0,-1 0 0,-1 0 0,0-1 0,0-1-1,0 1 1,-1-1 0,0 0 0,-1 0 0,5-12 0,-5 9-1397,-1-1 0,5-23 0,2-34-7025</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1.853"/>
    </inkml:context>
    <inkml:brush xml:id="br0">
      <inkml:brushProperty name="width" value="0.035" units="cm"/>
      <inkml:brushProperty name="height" value="0.035" units="cm"/>
    </inkml:brush>
  </inkml:definitions>
  <inkml:trace contextRef="#ctx0" brushRef="#br0">49 1 16778,'-40'7'2254,"31"-5"3030,12-1-4005,5 4-548,-5-4-510,1 1 1,-1 0-1,0 0 1,0 0-1,-1 0 1,1 1-1,0-1 1,-1 1-1,1 0 0,-1 0 1,3 5-1,15 29 89,-2 1 1,-1 1-1,-2 0 0,-2 1 0,-2 1 0,11 72 0,8 256 1303,-30-369-1613,1 21-40,2 210-5020,-5-192 2498,-2 1 0,-1-1 0,-20 71 1,8-60-11875</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3.222"/>
    </inkml:context>
    <inkml:brush xml:id="br0">
      <inkml:brushProperty name="width" value="0.035" units="cm"/>
      <inkml:brushProperty name="height" value="0.035" units="cm"/>
    </inkml:brush>
  </inkml:definitions>
  <inkml:trace contextRef="#ctx0" brushRef="#br0">1 1062 20486,'6'-3'255,"1"0"493,0-1 0,1 1 0,-1 0 0,1 1 0,-1 0-1,1 0 1,0 1 0,9-1 0,30 2 134,0 2 1,0 2-1,-1 2 1,1 2-1,54 18 1,-36-8-1377,-38-11-11,-1 2 0,35 14 1,-2-4-1760,-57-18 1959,0 0 48,1-1 223,-1 1 0,0-1 0,1 1 1,-1 0-1,0 0 0,0 0 0,3 2 0,-2-2-5,0 1 975,-6-1-823,-46 22 57,-49 33 1,86-49-227,0 0 0,1 1 0,-1 0 0,2 1 0,-1 0 0,1 1 0,0 0 0,-11 17 0,20-26 53,0-1 0,1 1 0,0 0 1,-1-1-1,1 1 0,-1 0 1,1-1-1,0 1 0,-1 0 0,1 0 1,0 0-1,0-1 0,-1 1 1,1 0-1,0 0 0,0 0 0,0-1 1,0 1-1,0 0 0,0 0 1,0 0-1,1 0 0,-1-1 0,0 1 1,0 0-1,1 0 0,-1-1 0,0 1 1,1 0-1,-1 0 0,1-1 1,-1 1-1,1 0 0,-1-1 0,1 1 1,-1-1-1,1 1 0,0-1 1,-1 1-1,1-1 0,0 1 0,-1-1 1,1 0-1,0 1 0,0-1 1,-1 0-1,1 1 0,0-1 0,0 0 1,0 0-1,0 0 0,1 0 0,3 1 22,1 0 0,0-1 0,-1 0-1,1 0 1,0 0 0,-1-1-1,8-1 1,54-16 62,94-40-1,-159 57-320,-10 17-2374,5-11 2577,0 0 1,0 0-1,1 0 1,0 0-1,0 0 1,0 0-1,1 0 1,-2 6-1,3-9 57,0 0 0,0 0 0,0 0 0,1 0 0,-1 0 0,0-1 0,1 1 0,-1 0 0,1 0 0,0 0 0,-1-1 0,1 1 0,0 0 0,0-1 0,0 1 0,0-1 0,0 1 0,1-1 0,-1 0 0,0 1 0,1-1 0,-1 0 0,1 0 0,-1 0 0,1 0 0,-1 0 0,4 1 0,4 2 12,-1-1 0,1-1 0,0 1 0,0-1 0,0-1 0,0 0 0,0 0 0,0-1-1,1 0 1,14-2 0,11-3 92,47-13 0,-82 18-123,23-7 2,-1-1 0,0-1 0,0-1-1,-1 0 1,0-2 0,-1-1 0,0 0 0,-1-1 0,-1-1 0,0-1 0,-1-1 0,21-27 0,-6 3-287,-3-1 0,-1-1 0,-3-1 0,36-84 0,-25 34 62,-4-2 1,-5-1-1,-4-1 1,-4-1-1,-4 0 1,2-142 0,-12 160 629,-7 68-250,-5 16 9,5-1-130,0 1 0,0 0-1,0-1 1,0 1-1,1 0 1,-3 6 0,-1 7 121,1-1 1,1 1-1,-2 32 1,0 2 172,-9 37 274,-20 169 836,28-161-891,4 0 1,14 137-1,-6-187-401,2 1 0,1-2-1,3 1 1,1-1 0,3-1-1,1-1 1,27 48-1,-37-79-178,0 1-1,1-2 0,0 1 0,1-1 0,0 0 0,0-1 0,1 0 0,0-1 0,1 0 0,0 0 0,0-1 0,14 6 0,-22-12-75,1 0 0,0 0 0,0 0 0,-1 0 0,1-1 0,0 1-1,0-1 1,0 0 0,0 0 0,0-1 0,-1 1 0,1-1-1,5-1 1,1-1-226,0-1 0,17-8 0,-22 9 186,0 0 0,-1-1 0,1 1 1,-1-1-1,1 0 0,-1 0 1,0 0-1,0-1 0,-1 1 1,0-1-1,1 0 0,-2 0 1,1 0-1,3-9 0,0-5-385,0 1-1,5-36 1,-10 47 450,5-35-327,-3-1-1,-1 1 1,-4-58 0,3 54 398,0 42 224,0 7-49,60 175 1319,-47-147-946,1-1-1,1 0 1,33 45 0,-36-59-298,0-1 0,1 0 0,1-1-1,1 0 1,22 15 0,-28-22-322,1 0 0,0-1 0,0 0-1,1-1 1,-1 0 0,1-1 0,0 0 0,1-1 0,23 3-1,-32-6-36,1 0 0,-1 0 0,1 0 0,-1 0-1,0-1 1,1 1 0,-1-1 0,0-1 0,1 1-1,-1 0 1,0-1 0,0 0 0,0 0 0,0 0-1,-1-1 1,1 1 0,0-1 0,3-3 0,-2 0-107,0-1 0,0 1 0,-1-1 0,1 1 0,-2-1 0,1-1 0,-1 1 0,0 0 1,3-13-1,-3 9 0,6-21 96,18-43-1,-26 72 279,2 2 10,21-14 255,-19 16-177,127 83 2589,15 4-397,-141-84-2482,1 0 0,-1 0 0,1-1 0,0 0 0,0 0-1,0 0 1,0-1 0,14 2 0,-12-3-480,-8-3-85,-14-7-655,-3-1 432,-68-43-2794,63 42 3198,2 0 0,-1-2 0,1-1 0,-20-19 0,-39-33 2262,75 64-1698,0 0 1,0-1-1,1 0 0,0 1 1,-1-1-1,1 0 0,-2-4 1,4 6-87,-1 0 0,1 0 0,0 0 0,0-1 0,-1 1 0,1 0 0,0 0 0,0 0-1,0-1 1,0 1 0,0 0 0,0 0 0,1 0 0,-1-1 0,0 1 0,0 0 0,1 0 0,-1 0 0,1 0 0,-1 0 0,1 0 0,0-1 0,-1 1 0,1 1 0,0-1 0,1-1 0,1-1 135,0 0 1,0 0-1,1 0 1,-1 1-1,1-1 1,0 1-1,-1 0 1,1 0-1,0 0 0,0 1 1,1 0-1,-1-1 1,0 1-1,8 0 1,31-8 650,0 2 0,1 2 0,-1 1 0,1 3 0,0 2 1,54 7-1,121 38 998,-216-45-1822,0-1 0,0 1 0,0 0 0,-1 1 0,1-1 0,0 0 0,-1 1 0,1 0 0,-1 0 0,1-1 0,-1 1 0,3 4 0,-4-5-21,0 1 0,0-1 0,-1 1 0,1-1 0,-1 1 0,1-1 0,-1 1 0,1-1 0,-1 1 0,0 0 0,0-1 0,0 1 0,0-1 0,0 1 0,0 0 0,0-1 0,-1 1 0,1-1 0,-1 1 0,1 0 0,-1-1 0,1 1 1,-1-1-1,0 1 0,-1 1 0,-5 8-103,4-7 80,1 0 1,-1 1-1,1-1 1,0 0-1,0 1 0,0-1 1,1 1-1,-1 0 1,0 7-1,5-15 204,8-3-117,0-1 0,0 1 0,0 1 0,0 0 0,1 0 0,0 1 0,0 1 0,0 0 1,0 1-1,1 0 0,-1 1 0,0 0 0,1 1 0,-1 0 0,1 1 0,-1 0 0,1 1 0,-1 1 1,0 0-1,0 1 0,0 0 0,16 8 0,-25-10-134,0 0 0,0 0-1,0 0 1,0 0 0,-1 1 0,1 0-1,-1-1 1,0 1 0,1 0 0,-1 0-1,0 0 1,-1 0 0,1 1 0,-1-1-1,1 0 1,-1 1 0,0-1 0,1 6 0,-2-6-49,1 0 0,-1 0 1,0 0-1,0-1 1,0 1-1,0 0 0,0 0 1,-1 0-1,0-1 1,1 1-1,-1 0 0,0 0 1,0-1-1,0 1 1,-1-1-1,1 1 1,-1-1-1,1 1 0,-1-1 1,0 0-1,0 0 1,0 0-1,0 0 0,-3 2 1,-7 5-1329,-17 11-3012,6-10-1415,-15-7-6918</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3.345"/>
    </inkml:context>
    <inkml:brush xml:id="br0">
      <inkml:brushProperty name="width" value="0.035" units="cm"/>
      <inkml:brushProperty name="height" value="0.035" units="cm"/>
    </inkml:brush>
  </inkml:definitions>
  <inkml:trace contextRef="#ctx0" brushRef="#br0">127 20 15173,'-23'-20'608,"9"32"-940,-15-6-1100,-2-6-2612,2 14-2945</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3.535"/>
    </inkml:context>
    <inkml:brush xml:id="br0">
      <inkml:brushProperty name="width" value="0.035" units="cm"/>
      <inkml:brushProperty name="height" value="0.035" units="cm"/>
    </inkml:brush>
  </inkml:definitions>
  <inkml:trace contextRef="#ctx0" brushRef="#br0">1 216 22042,'201'-60'3620,"-109"51"-355,-9 1-489,-11 5-1712,-8-3-1064,-7 0 0,-2-2 0,-9 2 0,-9 0 0,-20 1 0,1-4 0,-10-17-1112,-31-3-1780,-8 15-5549,-7-6-8897</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5.028"/>
    </inkml:context>
    <inkml:brush xml:id="br0">
      <inkml:brushProperty name="width" value="0.035" units="cm"/>
      <inkml:brushProperty name="height" value="0.035" units="cm"/>
    </inkml:brush>
  </inkml:definitions>
  <inkml:trace contextRef="#ctx0" brushRef="#br0">164 3 9193,'-9'-1'806,"1"-1"611,-1 2 8830,15 16-8551,-6-9-1537,0-1-1,0 1 0,0-1 0,-1 1 0,0-1 0,0 0 0,-1 1 0,1-1 0,-1 0 0,-5 9 0,-4 18 228,-53 238 885,48-200-1065,3-5 302,2 1 0,-2 86 0,13-147-359,-1 0-1,2 0 1,-1 0 0,1 0-1,0 0 1,0 0-1,1 0 1,0 0 0,0-1-1,0 1 1,0-1-1,1 1 1,7 9 0,-7-11-33,0 0 1,1-1 0,0 1 0,0-1 0,0 0 0,0 0 0,0 0 0,1-1 0,-1 0 0,1 1-1,0-1 1,-1-1 0,1 1 0,0-1 0,0 0 0,0 0 0,7 0 0,29 0-90,0-2 0,0-2 0,77-15 0,-46 7-38,-46 7 11,0-1 0,49-16 0,-48 10-294,-23 7-816,-2 0-715,4-3-687,-30 5-21530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5.388"/>
    </inkml:context>
    <inkml:brush xml:id="br0">
      <inkml:brushProperty name="width" value="0.035" units="cm"/>
      <inkml:brushProperty name="height" value="0.035" units="cm"/>
    </inkml:brush>
  </inkml:definitions>
  <inkml:trace contextRef="#ctx0" brushRef="#br0">38 33 16518,'-35'0'5175,"32"0"-2961,4-3-235,9-18 996,-9 19-750,2 1-1255,35-2-734,1 1 1,66 5-1,-94-2-234,39 3-179,-33-2-354,0 0 1,20-2 0,-32 0 154,29-3-4132,-13-2-5945</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5.593"/>
    </inkml:context>
    <inkml:brush xml:id="br0">
      <inkml:brushProperty name="width" value="0.035" units="cm"/>
      <inkml:brushProperty name="height" value="0.035" units="cm"/>
    </inkml:brush>
  </inkml:definitions>
  <inkml:trace contextRef="#ctx0" brushRef="#br0">1 9 20002,'0'0'7933,"17"-3"-7205,0-3-144,6 12-116,-3 0-104,9-1-80,14 4-184,-25-6-340,16 3-784,21 2-424,-38-5-1037,6 0-1511,20 6-2301,-23-6-5692</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5.987"/>
    </inkml:context>
    <inkml:brush xml:id="br0">
      <inkml:brushProperty name="width" value="0.035" units="cm"/>
      <inkml:brushProperty name="height" value="0.035" units="cm"/>
    </inkml:brush>
  </inkml:definitions>
  <inkml:trace contextRef="#ctx0" brushRef="#br0">769 3 14217,'-55'0'1878,"22"-2"1122,31 2-2916,0 0 0,-1-1 0,1 1 0,-1 1 0,1-1 0,-1 0 0,1 0 0,-1 1 0,1 0 0,-5 1 0,-4 2 116,0 1 0,0 1 0,0 0 0,0 0 0,1 1 0,0 1 0,-9 8 0,-63 66 526,71-69-626,-28 32 72,2 3-1,3 1 1,1 1 0,-48 103 0,28-29 101,-40 140 1,66-173-210,-20 127 0,37-151-33,4-1 1,3 127 0,6-150-74,2-1 0,1 1 1,3-1-1,1-1 0,22 58 1,-19-70-60,0 0-1,2-1 1,1-1 0,1 0 0,1-1 0,2-1 0,0-1 0,27 25 0,-36-39-231,1-1 0,0 0 0,0 0 0,1-1 0,0-1-1,0 0 1,1-1 0,0-1 0,0 0 0,0 0 0,1-1 0,0-1 0,-1-1 0,1 0-1,17 0 1,60-3-5237,2-8-3478</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6.316"/>
    </inkml:context>
    <inkml:brush xml:id="br0">
      <inkml:brushProperty name="width" value="0.035" units="cm"/>
      <inkml:brushProperty name="height" value="0.035" units="cm"/>
    </inkml:brush>
  </inkml:definitions>
  <inkml:trace contextRef="#ctx0" brushRef="#br0">501 0 13717,'-21'21'640,"13"-14"-272,0 1 0,0 1 0,1 0-1,0 0 1,0 0 0,1 0 0,-6 14 0,-186 431 5129,72-94-5666,73-207-2376,52-150 2342,-13 33-1711,-2-15-5154,7-10-846</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6.522"/>
    </inkml:context>
    <inkml:brush xml:id="br0">
      <inkml:brushProperty name="width" value="0.035" units="cm"/>
      <inkml:brushProperty name="height" value="0.035" units="cm"/>
    </inkml:brush>
  </inkml:definitions>
  <inkml:trace contextRef="#ctx0" brushRef="#br0">0 0 17942,'7'7'472,"-1"-1"203,1 0 0,-2 0-1,1 1 1,-1 0 0,0 0-1,0 0 1,6 14 0,9 17 1791,2-1 1,52 67-1,-19-31-910,209 339-3057,-212-318-13812,-38-75 2344</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6.821"/>
    </inkml:context>
    <inkml:brush xml:id="br0">
      <inkml:brushProperty name="width" value="0.035" units="cm"/>
      <inkml:brushProperty name="height" value="0.035" units="cm"/>
    </inkml:brush>
  </inkml:definitions>
  <inkml:trace contextRef="#ctx0" brushRef="#br0">1 69 18886,'7'-3'1218,"0"1"0,0-1 1,0 1-1,1 1 0,-1 0 0,12-1 1,49 1 2999,-45 1-3500,46 1-579,1-3 0,75-13 0,-94 1-209,-51 13-86,0 1 0,0-1 0,0 1-1,0-1 1,0 1 0,0-1 0,0 0 0,0 1 0,0-1-1,0 1 1,0-1 0,-1 1 0,1-1 0,0 1 0,0-1 0,-1 1-1,1-1 1,0 1 0,-1 0 0,1-1 0,0 1 0,-1-1-1,0 0 1,1 1-504,-1-1 361,1 1-195,0-1 1,-1 0 0,1 0 0,-1 1-1,1-1 1,-1 1 0,0-1-1,1 0 1,-1 1 0,1-1-1,-1 1 1,0-1 0,0 1 0,1 0-1,-1-1 1,0 1 0,-1-1-1,-25 4-15632</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7.552"/>
    </inkml:context>
    <inkml:brush xml:id="br0">
      <inkml:brushProperty name="width" value="0.035" units="cm"/>
      <inkml:brushProperty name="height" value="0.035" units="cm"/>
    </inkml:brush>
  </inkml:definitions>
  <inkml:trace contextRef="#ctx0" brushRef="#br0">1 685 11589,'0'0'3995,"2"-1"-2171,13-10 206,-12 10-1735,1-1 0,-1 0 0,0-1 0,0 1 0,0-1 0,0 1 1,0-1-1,0 0 0,-1 0 0,1 0 0,-1 0 0,3-6 0,3-9-51,-1 1 0,12-16 0,-12 21-314,0-1 0,-1 0 0,0 0 0,5-20 0,2-30-319,-4-1 0,-2-1 0,-1-66 0,0-7 225,-5 121 193,-1 14 28,9 17 22,-6-9-47,0 1 0,0-1 0,0 1 0,-1 0 0,0 1 0,0-1 0,0 0 0,1 11 0,2 7 53,3 5 185,2 0-1,22 47 1,-25-62-82,1-1 1,1 1 0,0-1-1,1-1 1,0 0-1,22 21 1,-27-29-158,0 0-1,1-1 1,-1 0 0,1 1 0,0-2 0,0 1-1,0-1 1,0 1 0,0-2 0,0 1 0,1-1-1,9 1 1,-13-2-60,0 1 0,1-1 0,-1-1-1,0 1 1,1 0 0,-1-1 0,0 0-1,0 1 1,0-1 0,1-1 0,-1 1 0,0 0-1,-1-1 1,1 1 0,0-1 0,0 0-1,-1 0 1,1 0 0,-1 0 0,1-1 0,-1 1-1,0-1 1,0 1 0,0-1 0,3-5 0,0-6-78,0-1 1,-1 0 0,-1 0-1,0 0 1,-1 0 0,-1 0 0,0 0-1,-2-25 1,1 24 106,11-66 184,-11 79 1037,6 20 235,3 4-1048,0-1-1,2 0 0,0-1 0,1 0 1,1 0-1,23 25 0,-1-9-259,0-1 1,2-2-1,2-1 0,0-2 0,45 24 0,-74-48-618,0 0-1,0 0 1,0-1-1,0 0 1,1-1-1,0 0 1,-1-1 0,1 0-1,0 0 1,0-1-1,14-1 1,11 0-7209,-13 0-5901</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8.091"/>
    </inkml:context>
    <inkml:brush xml:id="br0">
      <inkml:brushProperty name="width" value="0.035" units="cm"/>
      <inkml:brushProperty name="height" value="0.035" units="cm"/>
    </inkml:brush>
  </inkml:definitions>
  <inkml:trace contextRef="#ctx0" brushRef="#br0">0 272 11289,'0'-1'378,"1"0"0,-1-1 0,0 1 1,1 0-1,-1 0 0,0 0 0,1 0 0,0 0 0,-1 0 0,1 0 0,-1 0 1,1 1-1,0-1 0,0 0 0,0 0 0,-1 0 0,1 1 0,0-1 0,0 0 0,0 1 1,0-1-1,0 1 0,0-1 0,0 1 0,0 0 0,1-1 0,-1 1 0,0 0 1,0 0-1,0-1 0,0 1 0,0 0 0,2 1 0,6-3-1302,284-34 9739,-185 26-8177,1033-66-545,-555 55-93,192-11 0,-775 32 0,32-1-142,-1-2 0,1-1 0,-1-2 1,36-10-1,-68 14-1050,-6-1-473,-2-1 272,-1-1-1,0 1 0,0 0 0,0 0 1,-1 1-1,1 0 0,-1 0 0,-13-2 1,9 4-3163,-1 0 1,-23 2 0,36-1 4547</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8.629"/>
    </inkml:context>
    <inkml:brush xml:id="br0">
      <inkml:brushProperty name="width" value="0.035" units="cm"/>
      <inkml:brushProperty name="height" value="0.035" units="cm"/>
    </inkml:brush>
  </inkml:definitions>
  <inkml:trace contextRef="#ctx0" brushRef="#br0">307 205 12493,'-3'-1'325,"0"0"0,0 0 0,-1 1 0,1-1 0,0 1 0,0 0 0,-1 0 0,1 0 0,0 0-1,0 1 1,0-1 0,-7 3 0,-4-1 758,10-1 52,1-1-255,-5 2-655,0 1 0,0-1 0,0 1 0,0 1 0,0-1 0,1 2 0,0-1 0,0 1 0,0-1 0,-8 9 0,-9 9 188,-27 33 0,50-54-395,-10 13 522,1 1 0,0-1 1,1 2-1,1-1 0,-10 27 0,17-39-454,0-1-1,0 1 1,0 0-1,1 0 1,0-1-1,-1 1 1,1 0-1,0 0 1,0 0-1,1 0 1,-1-1 0,1 1-1,-1 0 1,1 0-1,0-1 1,0 1-1,0 0 1,0-1-1,0 1 1,1-1-1,-1 1 1,1-1-1,3 4 1,-4-5-32,0 1-1,0-1 1,0 1 0,1-1-1,-1 0 1,0 0 0,1 0-1,-1 1 1,1-1 0,-1-1 0,1 1-1,-1 0 1,1 0 0,0 0-1,-1-1 1,1 1 0,0-1-1,2 1 1,8 2 183,19 7 188,1-2 1,0-1 0,64 5-1,-74-11-252,0-1-1,0 0 1,-1-2-1,1-1 1,0 0-1,-1-2 1,23-8-1,-38 12-250,-1-1 0,-1 0 1,1 0-1,0-1 0,0 0 0,-1 0 1,0 0-1,1 0 0,-1-1 0,-1 1 1,1-1-1,0 0 0,3-5 0,-5 5-15,0 0 1,-1 1-1,1-1 0,-1 0 0,0 0 0,0 1 0,0-1 0,0 0 0,-1 0 0,0 0 0,1 0 0,-2 0 0,1 0 0,0 0 0,-1 0 1,0 0-1,1 0 0,-4-6 0,1 1-265,-1 0 0,0-1 1,-1 2-1,0-1 0,0 0 1,-1 1-1,0 0 1,-1 0-1,0 1 0,0 0 1,-8-7-1,-12-6-844,-57-34 0,9 7 1208,0 2 3419,74 45-3379,1-1 1,-1 1 0,1 0-1,-1 0 1,1-1-1,-1 1 1,1 0-1,0 0 1,-1-1 0,1 1-1,-1-1 1,1 1-1,0 0 1,-1-1-1,1 1 1,0-1 0,-1 1-1,1-1 1,0 1-1,0-1 1,-1 1 0,1-1-1,0 1 1,0-1-1,0 1 1,0-1-1,0 1 1,0-1 0,0 1-1,0-1 1,0 0-1,0 1 1,0-1-1,0 1 1,0-1 0,0 1-1,0-1 1,1 1-1,-1-1 1,0 0 0,2-1 164,1 0 0,-1 0 0,0 0 0,1 0 0,-1 0 0,1 0 0,4-2 0,5-1 80,1 0-1,0 1 1,0 1-1,0 0 0,1 0 1,-1 1-1,21 0 1,-1-1-94,72-8-197,234-36 0,-294 39-2784,-41 8-1514,-4-20-18403</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38.992"/>
    </inkml:context>
    <inkml:brush xml:id="br0">
      <inkml:brushProperty name="width" value="0.035" units="cm"/>
      <inkml:brushProperty name="height" value="0.035" units="cm"/>
    </inkml:brush>
  </inkml:definitions>
  <inkml:trace contextRef="#ctx0" brushRef="#br0">12 1 16538,'48'21'2676,"-47"-20"-2509,0-1 0,0 1 0,0-1 0,-1 1 0,1-1-1,0 1 1,0-1 0,0 0 0,0 1 0,0-1 0,0 0 0,1 0 0,-1 0 0,0 0 0,0 0 0,0 0 0,0 0 0,0 0 0,0 0 0,0 0 0,0 0 0,0-1 0,1 0 0,3 0 544,-1 0-468,0 2 1,-1-1-1,1 0 0,0 1 0,-1 0 1,1 0-1,-1 0 0,1 0 0,-1 1 1,1-1-1,-1 1 0,0 0 0,0 0 0,0 0 1,0 0-1,0 0 0,3 4 0,6 5 382,-1 1 0,17 22 0,-8-5-356,-1 1 0,-1 1 0,-2 1 0,-1 0 0,14 46 0,-7-4 215,18 107 0,-17-28-484,4 189 0,-34 161 0,-43-44 0,-29-4 0,72-419 0,-85 388-4143,-38-13-6217,62-245-4920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0.560"/>
    </inkml:context>
    <inkml:brush xml:id="br0">
      <inkml:brushProperty name="width" value="0.035" units="cm"/>
      <inkml:brushProperty name="height" value="0.035" units="cm"/>
    </inkml:brush>
  </inkml:definitions>
  <inkml:trace contextRef="#ctx0" brushRef="#br0">1 38 17450,'0'0'7284,"11"-11"-5232,1 5-303,8-3-361,0 4-268,6 5-216,0 0-188,5-3-612,1 3-104,-3-3 0,-3 3-228,0 0-1516,-3 0-516,-41 11-7537,-10 15-5957</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0.701"/>
    </inkml:context>
    <inkml:brush xml:id="br0">
      <inkml:brushProperty name="width" value="0.035" units="cm"/>
      <inkml:brushProperty name="height" value="0.035" units="cm"/>
    </inkml:brush>
  </inkml:definitions>
  <inkml:trace contextRef="#ctx0" brushRef="#br0">1 214 22150,'37'-43'2804,"-8"23"-315,5-1-381,9 1-488,-2 6-240,-1 2-1164,0 1-216,-2-4 0,-1 7 0,-8-4-1904,-12-11-1316,-11 9-453</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1.232"/>
    </inkml:context>
    <inkml:brush xml:id="br0">
      <inkml:brushProperty name="width" value="0.035" units="cm"/>
      <inkml:brushProperty name="height" value="0.035" units="cm"/>
    </inkml:brush>
  </inkml:definitions>
  <inkml:trace contextRef="#ctx0" brushRef="#br0">70 3 15145,'-15'-2'9612,"14"4"-8611,-5 8-639,2 1 0,-1 0 0,1 0 0,1 0 1,-3 19-1,-7 62 268,13-92-623,-3 22 80,-1 11 91,1-1 1,1 1-1,4 39 1,-3-44 11,0-18-95,1-7 43,16-17 95,-11 9-253,0 0 1,-1-1 0,0 1-1,0-1 1,0 0-1,0 0 1,-1-1 0,0 1-1,-1-1 1,1 0 0,-1 1-1,1-10 1,11-55-2239,-13 63 1457,-1 0 0,1 1 0,-1-1 0,-1 0 0,1 0 0,-2 1 0,-1-10 0,2 15 483,1 1-145,0 0 0,0 0 1,-1 0-1,1 0 0,-1 0 0,1-1 0,-1 1 0,0 0 0,1 0 0,-1 0 0,0 0 0,0 1 1,-1-2-1,0 1-670,1 0 1,-1 1-1,0-1 1,0 1-1,0-1 1,0 1 0,0 0-1,0 0 1,-3 0-1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1.544"/>
    </inkml:context>
    <inkml:brush xml:id="br0">
      <inkml:brushProperty name="width" value="0.035" units="cm"/>
      <inkml:brushProperty name="height" value="0.035" units="cm"/>
    </inkml:brush>
  </inkml:definitions>
  <inkml:trace contextRef="#ctx0" brushRef="#br0">0 133 16862,'18'-13'1634,"-14"10"-1023,0 0 0,0 0-1,0 1 1,0 0 0,0-1-1,1 1 1,-1 1 0,1-1-1,-1 1 1,1-1 0,7 0-1,394-33 5395,-254 25-5067,301-6-938,-106 6 0,-241 0 0,23 0 0,-90 8-1034,-28 2-858,-32 3-1037,-26 6-5894,-12 7-6282</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2.098"/>
    </inkml:context>
    <inkml:brush xml:id="br0">
      <inkml:brushProperty name="width" value="0.035" units="cm"/>
      <inkml:brushProperty name="height" value="0.035" units="cm"/>
    </inkml:brush>
  </inkml:definitions>
  <inkml:trace contextRef="#ctx0" brushRef="#br0">222 267 12297,'0'0'2177,"-3"0"-311,1 0-1726,-12 2 1325,1 1 0,-17 4 0,25-5-1331,0 0 1,1 0 0,-1 0 0,1 0 0,0 1 0,-1-1 0,1 1 0,0 0 0,1 1 0,-7 6 0,-10 12-85,7-8 374,0 1 1,2-1-1,0 2 0,-16 28 0,25-41-308,0 0 0,1 1 0,0-1 0,0 0 0,0 1-1,0-1 1,0 1 0,0-1 0,1 1 0,0-1 0,0 1 0,0-1 0,0 1 0,0-1 0,1 1 0,0-1 0,-1 1 0,1-1 0,0 1 0,1-1 0,-1 0-1,1 0 1,-1 0 0,1 0 0,0 0 0,0 0 0,0 0 0,1 0 0,-1-1 0,1 1 0,5 3 0,3 2 88,0-1-1,0-1 1,1 0-1,0 0 1,1-1 0,-1-1-1,1 0 1,0-1 0,0 0-1,0-1 1,25 1-1,-17-2 95,1-1 0,-1-2-1,0 0 1,1-1 0,-1-1-1,35-11 1,-52 13-363,0 1 0,0-1 0,0 0 1,0 0-1,0 0 0,-1-1 0,1 1 0,-1-1 0,1 0 1,-1 0-1,0 0 0,0 0 0,-1-1 0,1 1 0,0-1 0,-1 0 1,0 1-1,0-1 0,2-6 0,-2 4-94,-1-1-1,0 1 1,0 0 0,0 0-1,-1-1 1,0 1-1,0 0 1,0-1 0,-1 1-1,0 0 1,0 0-1,-5-12 1,2 7-410,0 0 0,-1 0 1,-1 0-1,1 1 0,-2-1 0,0 1 0,-12-14 0,5 10-332,-1 0-1,-1 0 0,-26-17 1,-68-37 3454,86 53-347,22 14-717,3 0-1267,0 0 1,-1 0-1,1-1 1,0 1-1,0 0 1,0 0-1,0 0 1,0 1-1,0-1 1,1 0-1,1-1 1,0 0 224,3-2-268,1 0-1,-1 1 1,1 0 0,-1 0-1,1 1 1,0 0-1,12-2 1,54-6 548,-68 9-722,21-1-5,96-10 0,153-35 0,-242 42 52,-3-1-141,-29 6 50,1-1 1,-1 0 0,0 0-1,0 0 1,0 0-1,0 0 1,0 0 0,0 0-1,0 0 1,0 0-1,0-1 1,0 1 0,0 0-1,-1 0 1,1-1-1,-1 1 1,1-1 0,0-1-1,4-17-3562</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2.635"/>
    </inkml:context>
    <inkml:brush xml:id="br0">
      <inkml:brushProperty name="width" value="0.035" units="cm"/>
      <inkml:brushProperty name="height" value="0.035" units="cm"/>
    </inkml:brush>
  </inkml:definitions>
  <inkml:trace contextRef="#ctx0" brushRef="#br0">144 0 10313,'0'0'5203,"0"3"-3876,1 1-1000,0 0-180,0-1 0,-1 0 1,0 0-1,1 0 0,-1 1 0,0-1 1,-1 0-1,1 0 0,0 1 0,-1-1 1,0 0-1,0 0 0,0 0 0,-2 5 0,2-5-96,-96 234 1780,87-207-1704,1 2 1,2-1-1,1 1 0,1 1 1,1 61-1,4-72-76,0-5 252,0 0 0,1-1 0,1 1 1,1-1-1,5 19 0,-7-31-173,1 1-1,0-1 1,0 0 0,0 0 0,1 0 0,-1 0-1,1-1 1,0 1 0,0-1 0,0 1 0,0-1-1,1 0 1,0 0 0,-1-1 0,1 1 0,0-1-1,0 1 1,0-1 0,0-1 0,1 1 0,-1 0 0,0-1-1,7 1 1,19 3 630,1-1-1,-1-1 0,1-2 1,43-3-1,122-28 1169,-109 16-3179,-85 13 1029,0 1 1,-1-1 0,1 1-1,0-1 1,-1 1-1,1-1 1,0 0-1,-1 0 1,1 0-1,-1 0 1,1 0-1,-1 0 1,0 0 0,1-1-1,-1 1 1,0 0-1,0-1 1,0 1-1,0-1 1,0 1-1,0-1 1,0 1-1,0-1 1,-1 0-1,1 0 1,-1 1 0,1-1-1,-1 0 1,0-2-1,4-8-2003,-4 12 2096,0 0 0,0 0 0,0 0 0,0 0 0,0 0 0,1-1-1,-1 1 1,0 0 0,0 0 0,0 0 0,0 0 0,0 0 0,0 0 0,0-1 0,0 1 0,0 0 0,0 0-1,0 0 1,0 0 0,0-1 0,0 1 0,0 0 0,0 0 0,0 0 0,0 0 0,0 0 0,0-1 0,0 1 0,0 0-1,0 0 1,-1 0 0,1 0 0,0 0 0,0 0 0,0 0 0,0-1 0,0 1 0,0 0 0,0 0 0,0 0-1,-1 0 1,1 0 0,0 0 0,0 0 0,0 0 0,0 0 0,0 0 0,-1 0 0,1 0 0,0-1 0,0 1-1,0 0 1,0 0 0,0 0 0,-1 0 0,1 0 0,-22-7-12143</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3.010"/>
    </inkml:context>
    <inkml:brush xml:id="br0">
      <inkml:brushProperty name="width" value="0.035" units="cm"/>
      <inkml:brushProperty name="height" value="0.035" units="cm"/>
    </inkml:brush>
  </inkml:definitions>
  <inkml:trace contextRef="#ctx0" brushRef="#br0">0 52 15909,'3'-2'3113,"7"-3"-2131,1 0-1,0 1 0,0 0 1,1 1-1,-1 0 0,14-2 1,78-6 5678,-87 10-6445,5-1-214,37-3-27,79 4 0,-116 5-1588,-2 3-4320,-7-3-1199</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3.245"/>
    </inkml:context>
    <inkml:brush xml:id="br0">
      <inkml:brushProperty name="width" value="0.035" units="cm"/>
      <inkml:brushProperty name="height" value="0.035" units="cm"/>
    </inkml:brush>
  </inkml:definitions>
  <inkml:trace contextRef="#ctx0" brushRef="#br0">1 23 9661,'4'1'399,"8"4"1370,0-1 0,0 0 0,0-1 0,1-1 0,0 0 0,-1-1 0,25 0 0,218-21 4220,-222 17-5775,-9 2-1324,0-2 1,30-7-1,-44 7 147,-7 2 97,-1 0 0,0 0 0,1 0 0,-1 1 1,1-1-1,-1 1 0,1-1 0,-1 1 0,1 0 1,3 1-1,17 1-12749</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3.544"/>
    </inkml:context>
    <inkml:brush xml:id="br0">
      <inkml:brushProperty name="width" value="0.035" units="cm"/>
      <inkml:brushProperty name="height" value="0.035" units="cm"/>
    </inkml:brush>
  </inkml:definitions>
  <inkml:trace contextRef="#ctx0" brushRef="#br0">803 6 7765,'-16'-2'433,"0"0"1,0 1-1,0 1 1,-1 0-1,1 1 1,0 1-1,-31 7 1,5 4 790,-44 8 0,61-15-137,-1 1 1,2 1 0,-1 1 0,1 1-1,-44 25 1,51-23-683,1 0 1,0 1-1,1 1 0,0 0 0,1 1 1,-16 22-1,5-1 633,-39 73 0,45-69-611,1 0 0,3 2-1,1 0 1,2 1-1,2 0 1,2 0 0,-4 64-1,10-59-256,2 0 0,2 0 0,2 0 0,2-1 0,2 1 0,25 76 0,-25-100-307,1 0 0,1-1 0,2 0-1,0-1 1,1 0 0,1-1 0,29 33 0,-32-42-491,1-1 0,1 0 0,0-1 0,0 0 0,20 11 0,-22-15-653,1 0-1,0-1 1,1-1-1,-1 1 1,1-2-1,0 0 1,18 2-1,28-4-10340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3.797"/>
    </inkml:context>
    <inkml:brush xml:id="br0">
      <inkml:brushProperty name="width" value="0.035" units="cm"/>
      <inkml:brushProperty name="height" value="0.035" units="cm"/>
    </inkml:brush>
  </inkml:definitions>
  <inkml:trace contextRef="#ctx0" brushRef="#br0">495 0 14209,'-18'16'445,"1"-1"200,1 0-1,1 0 1,-16 21 0,-110 150 2661,107-135-2653,-50 101-1,-53 140-2606,136-291 148,12-21-13294</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3.986"/>
    </inkml:context>
    <inkml:brush xml:id="br0">
      <inkml:brushProperty name="width" value="0.035" units="cm"/>
      <inkml:brushProperty name="height" value="0.035" units="cm"/>
    </inkml:brush>
  </inkml:definitions>
  <inkml:trace contextRef="#ctx0" brushRef="#br0">1 0 17818,'20'23'2672,"0"-11"-116,-3 11-224,18 11-468,-6-5-295,11 3-229,3-1-252,9 7-196,2-1-256,-2 3-636,6 1 0,-4-1-580,-5-3-1300,-11-8-1285,-7 8-431,-2 9-3336,-6-17-6698</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4.239"/>
    </inkml:context>
    <inkml:brush xml:id="br0">
      <inkml:brushProperty name="width" value="0.035" units="cm"/>
      <inkml:brushProperty name="height" value="0.035" units="cm"/>
    </inkml:brush>
  </inkml:definitions>
  <inkml:trace contextRef="#ctx0" brushRef="#br0">127 1 14081,'4'62'1204,"8"60"2781,11-14 940,1 7-1518,-12-14-1787,-5 0 0,-8 132 0,-9-92-2188,-31 151 0,29-241-1012,-2-1 0,-22 52 0,-4 12-2937,12-14-2655,2-13-4741</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4.541"/>
    </inkml:context>
    <inkml:brush xml:id="br0">
      <inkml:brushProperty name="width" value="0.035" units="cm"/>
      <inkml:brushProperty name="height" value="0.035" units="cm"/>
    </inkml:brush>
  </inkml:definitions>
  <inkml:trace contextRef="#ctx0" brushRef="#br0">1 64 17942,'46'-3'3152,"-17"0"-16,17 0-356,-29 6-307,12 0-401,2-3-860,-2 0-1212,0 0 0,0 0 0,2 0 0,-8 0 0,0-6 0,-11 0 0,-4 0-324,-19-8-2504,-1 0-5869,-8-1-9237</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4.954"/>
    </inkml:context>
    <inkml:brush xml:id="br0">
      <inkml:brushProperty name="width" value="0.035" units="cm"/>
      <inkml:brushProperty name="height" value="0.035" units="cm"/>
    </inkml:brush>
  </inkml:definitions>
  <inkml:trace contextRef="#ctx0" brushRef="#br0">173 1 12649,'0'1'150,"-1"0"0,1 1 1,0-1-1,-1 0 0,0 0 0,1 0 0,-1 0 0,1 0 1,-1 0-1,0 0 0,0 0 0,0 0 0,1 0 0,-1 0 0,-2 1 1,2-3 1,1 0 1,-1 1 0,0-1 0,1 0-1,-1 1 1,1-1 0,-1 0-1,1 0 1,-1 0 0,1 1 0,0-1-1,-1 0 1,1 0 0,0 0 0,0 0-1,-1 0 1,1 0 0,0 1 0,0-1-1,0-1 1,-15 20 2151,-9 25-1627,2 1 1,2 1 0,-16 54 0,27-69-597,1 1 0,1 0 0,2 1 0,2-1 0,0 63-1,3-88 24,1 0-1,0 1 0,0-1 0,0 1 0,1-1 0,0 0 1,0 0-1,1 0 0,0 0 0,0 0 0,0-1 0,0 1 1,1-1-1,0 0 0,0 0 0,1 0 0,-1-1 0,1 0 1,0 1-1,0-2 0,10 7 0,-9-8 58,1 1 1,0-1-1,0 0 1,0 0-1,0-1 1,0 0-1,0 0 0,0-1 1,0 0-1,12-1 1,10 1 267,18 1-85,0-2 1,0-2 0,67-13-1,-108 15-699,1-1 1,-1 0-1,0 0 0,0-1 1,0 0-1,-1 0 0,1-1 0,-1 1 1,1-1-1,-1 0 0,0 0 1,-1-1-1,1 0 0,7-10 1,-11 15-239,0-1 1,0 0 0,-1 0 0,1-1-1,0 1 1,-1 0 0,1 0-1,-1 0 1,1 0 0,-1 0 0,1-1-1,-1-1 1,-3-23-13016</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5.235"/>
    </inkml:context>
    <inkml:brush xml:id="br0">
      <inkml:brushProperty name="width" value="0.035" units="cm"/>
      <inkml:brushProperty name="height" value="0.035" units="cm"/>
    </inkml:brush>
  </inkml:definitions>
  <inkml:trace contextRef="#ctx0" brushRef="#br0">88 5 9445,'-1'-1'34,"0"1"1,1-1 0,-1 1-1,0-1 1,0 1 0,0 0-1,1-1 1,-1 1 0,0 0-1,0 0 1,0 0-1,0-1 1,1 1 0,-1 0-1,0 0 1,0 0 0,0 0-1,0 1 1,0-1 0,1 0-1,-1 0 1,0 0-1,0 1 1,0-1 0,1 0-1,-1 1 1,0-1 0,0 1-1,1-1 1,-1 1 0,0-1-1,1 1 1,-1-1-1,0 1 1,1 0 0,-1-1-1,0 2 1,0-1-34,1 0-1,-1-1 1,1 1-1,-1 0 1,1-1-1,-1 1 1,0-1 0,1 1-1,-1-1 1,0 0-1,0 1 1,1-1-1,-1 0 1,0 1-1,0-1 1,0 0 0,1 0-1,-1 0 1,-1 1-1,-3 0-104,3-1-28,0 1 0,0 0 0,0 0 0,0 0 0,0 0 0,0 0 0,0 0 0,0 0 0,0 1 0,1-1 0,-1 1 0,0 0 0,1-1 0,0 1 0,-1 0 0,1 0 0,0 0 0,0 0 0,0 0 1,0 0-1,0 0 0,0 0 0,1 0 0,-1 0 0,0 3 0,2 22 2322,-1-24-1795,1-1 1,0 0 0,-1 0-1,1 0 1,0 0-1,0 0 1,0 0-1,1 0 1,-1-1 0,0 1-1,1 0 1,-1 0-1,1-1 1,-1 1 0,1-1-1,0 0 1,0 1-1,-1-1 1,4 1-1,2 2 1022,1-1-1,-1 0 0,12 3 1,-16-5-1006,15 3 347,1-1 0,-1-1 0,1-1 0,-1 0 0,1-2 0,25-3 0,0 1-185,-42 3-618,12 0-131,1-1 0,0-1-1,17-4 1,-27 5-500,-1-1 0,0 0 0,0 1 0,0-1 0,7-5 0,-8 5-478,0-1 1,0 1 0,-1-1 0,1 1 0,-1-1 0,0 0 0,0 0 0,2-4 0,3-5-9973</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5.427"/>
    </inkml:context>
    <inkml:brush xml:id="br0">
      <inkml:brushProperty name="width" value="0.035" units="cm"/>
      <inkml:brushProperty name="height" value="0.035" units="cm"/>
    </inkml:brush>
  </inkml:definitions>
  <inkml:trace contextRef="#ctx0" brushRef="#br0">1 61 21874,'31'-20'3104,"27"8"-235,-12 6-449,-29 3-484,15 1-1372,2 2-564,-8-6 0,0 3 0,-3-3-12,0 3-2524</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5.820"/>
    </inkml:context>
    <inkml:brush xml:id="br0">
      <inkml:brushProperty name="width" value="0.035" units="cm"/>
      <inkml:brushProperty name="height" value="0.035" units="cm"/>
    </inkml:brush>
  </inkml:definitions>
  <inkml:trace contextRef="#ctx0" brushRef="#br0">1020 59 14433,'-2'-5'361,"0"0"-1,0 0 0,0 1 1,-1-1-1,0 1 1,-5-8-1,6 10-220,0 0 0,-1 1-1,1-1 1,0 0 0,0 1 0,-1 0-1,1-1 1,-1 1 0,1 0 0,-1 0 0,1 1-1,-1-1 1,0 0 0,0 1 0,-4-1-1,-5 1 60,0 1 0,0 0 0,0 1 0,0 0 0,0 0 0,1 1 0,-1 1 0,1 0 0,0 1-1,0 0 1,-16 10 0,-3 5 89,0 0 0,-45 42 0,18-6-80,1 2 0,4 3 1,-51 74-1,39-37 209,-80 160 0,108-183-209,4 1 0,3 1 0,4 1 0,-25 131 0,43-158-220,1-1-1,3 1 0,5 68 1,1-81-155,2-1 1,1 0-1,2-1 0,2 0 1,17 41-1,-21-61-112,1-1 1,0-1-1,1 0 0,1 0 1,0 0-1,1-1 0,1 0 1,0-1-1,13 12 0,-13-16-518,-1 0 0,2 0 1,-1-1-1,1-1 0,0 0 0,0 0 0,1-2 0,-1 1 1,1-1-1,0-1 0,20 2 0,36 0-7970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6.354"/>
    </inkml:context>
    <inkml:brush xml:id="br0">
      <inkml:brushProperty name="width" value="0.035" units="cm"/>
      <inkml:brushProperty name="height" value="0.035" units="cm"/>
    </inkml:brush>
  </inkml:definitions>
  <inkml:trace contextRef="#ctx0" brushRef="#br0">0 589 6397,'5'-34'2128,"-4"27"3496,3 6-5065,-1-1-1,1 0 0,0-1 1,-1 1-1,1-1 0,-1 1 0,5-6 1,-2 1-77,0 0 1,0 0 0,5-9-1,7-10 381,-3 3-512,-1 0 0,-1 0 1,-1-2-1,-2 1 0,10-31 1,-6 18-262,-5 9-214,-1 0-1,-2 0 1,0-1 0,-2 0 0,1-56-1,-5 85 120,0-1-1,0 0 1,0 0-1,0 0 1,0 0-1,-1 1 1,1-1-1,0 0 0,0 0 1,-1 0-1,1 1 1,0-1-1,-1 0 1,1 0-1,0 1 1,-2-2-1,0-1-16,2 3 20,0-1 1,0 1-1,0 0 0,0-1 1,0 1-1,0 0 1,0-1-1,0 1 0,-1 0 1,1-1-1,0 1 1,0 0-1,0-1 0,-1 1 1,1 0-1,0 0 0,0-1 1,-1 1-1,1 0 1,0 0-1,-1-1 0,1 1 1,0 0-1,0 0 1,-1 0-1,1 0 0,-1 0 1,1-1-1,0 1 1,-1 0-1,1 0 0,0 0 1,-1 0-1,1 0 1,0 0-1,-1 0 0,1 0 1,0 0-1,-1 0 1,1 0-1,-1 1 0,1-1 1,0 0-1,-1 0 1,1 0-1,0 0 0,-1 0 1,1 1-1,0-1 1,0 0-1,-1 0 0,1 1 1,0-1-1,0 0 1,-1 0-1,1 1 0,0-1 1,0 0-1,0 1 1,-1-1-1,1 0 0,0 1 1,0-1-1,0 0 1,0 1-1,0-1 0,0 0 1,0 1-1,-3 3 0,1 0 0,0 0 0,0 0 1,1 1-1,-1-1 0,1 0 0,0 1 0,0-1 0,1 1 0,-1-1 1,1 6-1,6 52 220,-2-23 234,-3-33-273,0-1 1,0 1-1,0-1 0,1 0 0,0 0 0,0 0 1,0 0-1,1 0 0,0 0 0,0 0 1,0-1-1,0 1 0,0-1 0,1 0 0,0 0 1,0 0-1,6 3 0,-7-4-85,1 0-1,0-1 1,-1 0-1,1 0 1,0 0-1,0 0 1,1 0 0,-1-1-1,0 0 1,0 0-1,1 0 1,-1 0-1,1-1 1,-1 0 0,1 0-1,-1 0 1,0 0-1,1-1 1,-1 1-1,1-1 1,7-3 0,6-4-354,0-1 1,-1-1-1,-1 0 0,29-23 1,-27 18-1069,-1-2 1,0 0-1,25-34 1,-32 39-93,-1 1 0,23-21 1,-31 31 1379,0 1 1,0 0 0,0-1 0,0 1 0,0-1 0,0 1 0,0 0 0,0 0-1,0-1 1,1 1 0,-1 0 0,0 0 0,0 0 0,0 0 0,0 1-1,0-1 1,0 0 0,2 1 0,1 0-53,1-1 91,0 1 1,0 1 0,0-1-1,0 1 1,0-1 0,0 1 0,0 1-1,-1-1 1,1 1 0,-1 0-1,6 5 1,6 5 107,21 24 0,-33-33-97,10 11-309,7 8 586,0-2 1,26 20-1,-38-35-784,0 0-1,-1 0 0,19 7 1,-21-11-479,0 0 1,0 0-1,1 0 1,-1-1-1,1 0 1,12 0-1,7-4-4868</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2:46.575"/>
    </inkml:context>
    <inkml:brush xml:id="br0">
      <inkml:brushProperty name="width" value="0.035" units="cm"/>
      <inkml:brushProperty name="height" value="0.035" units="cm"/>
    </inkml:brush>
  </inkml:definitions>
  <inkml:trace contextRef="#ctx0" brushRef="#br0">81 1 17742,'107'106'2976,"-61"-51"-120,-9-4-388,1 7-439,-4 2-265,-5 12-256,2 14-244,-8 9-1104,-11 6-160,-24 14 0,-16 3 0,-13 8 0,-7 10-1052,-16-10-1432,-16 1 263,-1-1-5691,-2-17-8202</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4.308"/>
    </inkml:context>
    <inkml:brush xml:id="br0">
      <inkml:brushProperty name="width" value="0.035" units="cm"/>
      <inkml:brushProperty name="height" value="0.035" units="cm"/>
    </inkml:brush>
  </inkml:definitions>
  <inkml:trace contextRef="#ctx0" brushRef="#br0">52 1 9121,'-7'9'898,"-1"1"0,-18 15-1,25-24-738,0 1-1,0 0 1,0-1-1,0 1 0,0 0 1,0 0-1,0 0 1,1 0-1,-1 0 0,1 0 1,-1 0-1,1 0 1,0 0-1,-1 0 0,1 0 1,0 0-1,1 0 1,-1 0-1,0 0 1,0 0-1,1 0 0,-1 0 1,3 3-1,-2 0 63,-1-4-74,1 1-1,0-1 1,-1 1-1,1-1 1,0 0-1,0 0 1,0 1-1,0-1 1,0 0-1,0 0 1,0 0-1,0 0 0,1 0 1,-1 0-1,0-1 1,3 2-1,21 9 1046,-20-10-982,0 0-1,0 0 1,0 0 0,0-1-1,0 1 1,9-2 0,1 1 147,66 1 1224,130-4 1596,25-18-1087,220-15 285,330 11-700,-521 22-2814,-206 3-720,-56 0 935,-6 1-592,-11 6 1066,-1-2 0,0 1 0,0-2-1,-28 5 1,-70 3-877,34-5-192,-99 7-3243,59-13-1733,37-1-971</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14.495"/>
    </inkml:context>
    <inkml:brush xml:id="br0">
      <inkml:brushProperty name="width" value="0.035" units="cm"/>
      <inkml:brushProperty name="height" value="0.035" units="cm"/>
    </inkml:brush>
  </inkml:definitions>
  <inkml:trace contextRef="#ctx0" brushRef="#br0">0 130 11357,'48'4'1941,"1"-2"0,90-9 0,426-43 7541,-2 28-5553,-278 12-2704,208-3-386,-366 4-1698,-47-4-3957,-89 14-1333,-7-3 2861,9 1 1213,-44-9-10409</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21.123"/>
    </inkml:context>
    <inkml:brush xml:id="br0">
      <inkml:brushProperty name="width" value="0.035" units="cm"/>
      <inkml:brushProperty name="height" value="0.035" units="cm"/>
    </inkml:brush>
  </inkml:definitions>
  <inkml:trace contextRef="#ctx0" brushRef="#br0">0 0 13853,'3860'0'0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23.219"/>
    </inkml:context>
    <inkml:brush xml:id="br0">
      <inkml:brushProperty name="width" value="0.035" units="cm"/>
      <inkml:brushProperty name="height" value="0.035" units="cm"/>
    </inkml:brush>
  </inkml:definitions>
  <inkml:trace contextRef="#ctx0" brushRef="#br0">124 168 4376,'-33'13'4805,"-4"2"-1586,25-6-2112,11-8-948,1-1 0,-1 1 0,1 0 1,-1-1-1,1 1 0,-1-1 0,0 1 0,1-1 0,-1 1 0,0-1 0,1 0 0,-1 1 0,0-1 0,0 0 0,1 1 0,-1-1 0,0 0 0,0 0 0,1 0 0,-3 1 1,-1-1-425,-15 1 2693,17 2-823,10 4-986,-3-4-518,0-1 1,0 0-1,0 0 1,1 0-1,-1-1 1,1 0 0,-1 0-1,9 1 1,48-3 263,-37 0-160,185-15 1035,-92 6-676,252-22 777,335-19-139,441 20-259,-1095 28-121,69-11 0,-96 11-558,-21 2 401,-1 0-647,15-11-26,-16 11 48,-2-6-5857,-4-20 1550,-4 10-2738,-2 5-3554</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56.257"/>
    </inkml:context>
    <inkml:brush xml:id="br0">
      <inkml:brushProperty name="width" value="0.035" units="cm"/>
      <inkml:brushProperty name="height" value="0.035" units="cm"/>
    </inkml:brush>
  </inkml:definitions>
  <inkml:trace contextRef="#ctx0" brushRef="#br0">0 182 27863,'1225'-181'0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3:57.518"/>
    </inkml:context>
    <inkml:brush xml:id="br0">
      <inkml:brushProperty name="width" value="0.035" units="cm"/>
      <inkml:brushProperty name="height" value="0.035" units="cm"/>
    </inkml:brush>
  </inkml:definitions>
  <inkml:trace contextRef="#ctx0" brushRef="#br0">334 236 3440,'-7'7'411,"1"1"231,1 0 3911,-14-8-3681,-7 4-165,1 1-1,0 0 0,-44 17 1,-11 2 2420,8-18 3307,98-8-5650,-15 0-574,163-25 2185,36-7-290,-73 10-1301,422-71 797,-186 29 243,-344 61-1644,69-7 319,-82 12-574,-13 0-309,-8-1-4254,4 1 4289,-1-1-1,1 1 0,-1-1 0,1 0 0,-1 0 0,1 1 1,-3-3-1,-5-2-702,-6-2-513,-10-4-1788,8 0-2440,2-5-4652</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23.138"/>
    </inkml:context>
    <inkml:brush xml:id="br0">
      <inkml:brushProperty name="width" value="0.035" units="cm"/>
      <inkml:brushProperty name="height" value="0.035" units="cm"/>
    </inkml:brush>
  </inkml:definitions>
  <inkml:trace contextRef="#ctx0" brushRef="#br0">2813 320 4400,'-12'11'9205,"33"-1"-995,-25-12-8133,0 0 0,0-1 0,0 1 0,0 1 0,0-1 1,-1 0-1,1 1 0,0 0 0,-1 0 0,-6 0 0,6 0-40,0 1 0,0-1 0,1 0-1,-1-1 1,0 1 0,1-1 0,-5-2-1,-15-5 91,11 5-48,0-1 0,-14-8 0,-17-7 130,42 20-195,1 0 0,-1-1 0,1 0-1,-1 1 1,1-1 0,-1 0 0,1 0-1,0 0 1,-1 0 0,1 0 0,-1-1 0,-15-10 36,-32-9 104,42 17-152,1 1 1,-1 0-1,0 0 1,0 0-1,-8-1 1,12 3 6,1 0-1,-1 0 1,0 0 0,1 0-1,-1 0 1,1-1-1,-1 1 1,-2-3 0,0 0-14,2 3-9,-1 0 0,-22-7 67,-34-15 1,-14-6-59,-10 3 97,79 25-90,-22-11-15,16 6 12,-17-6 33,4 3-5,1 1 1,-1 1 0,0 2 0,0 0 0,-31-2-1,-1 0 91,-3 0-137,0 2 1,-65 4-1,69 2 35,21 4 30,31-5-44,-1 1-29,-41 4-47,19-3 67,1 0 0,0 2 0,1 1 0,-29 10 0,45-13 13,0 0 0,0 0 0,0-1 0,-9 1 1,-8 1 6,-6 2 64,25-4-89,1 0 1,-1 0 0,0 0-1,1 0 1,0 1-1,-7 3 1,-19 3 44,15-4-81,-35 7 91,29-8-68,20-2 89,-25 9-158,14-5 88,0-2-1,-20 4 1,5-1-2,26-6-20,-58 9-85,43-6 89,0 0 0,-29 10 0,43-12 122,-1-1-154,-64 11 64,39 0 73,26-10-89,0-1-31,-31 0-7,31 0 56,0 0 86,-138 17-302,138-17 196,-14 1-20,0 1 0,0 1 0,0 0 0,-19 7 0,16-2 22,0-2 0,-37 7 1,52-12-5,0 0 1,1 1-1,-1 0 1,1 0 0,-7 3-1,-6 3-22,12-6 27,0 0 0,0 0 1,0 0-1,1 1 0,-1-1 0,1 1 0,0 0 0,0 0 1,0 1-1,0-1 0,-4 6 0,7-7 94,-1-2-128,1 1 29,0-1 1,-1 1 0,1 0-1,0 0 1,0-1 0,-1 1 0,1 0-1,0 0 1,0 0 0,0 1 0,0-1-1,0 0 1,0 2 0,-15 19-55,14-18 47,0-2-11,1 1 22,-1 1 0,1 0 0,-1-1 1,0 0-1,0 1 0,0-1 0,-5 5 0,1 0-1,-2 5-11,-1 0 1,-19 20 0,26-32-3,-16 24-66,-9 17-32,26-40 90,1 2 30,0 0-2,3 25 4,-3-26-1,0-1 1,0 1 0,0-1 0,-1 1-1,1-1 1,-1 1 0,1-1-1,-1 0 1,-1 4 0,-1 1-7,3-4 77,-1 0-90,-1 28-3,2-27 90,-1-2-141,-1 25 74,2-25-24,-3 15-5,-12 25 31,11-35-17,3-4-15,0 0 35,-9 23-4,9-23-16,-2 12-14,-10 22 24,12-35 17,1 1-15,-3 24 11,3-25-20,1 1-72,0 3 75,0 0 1,0 0-1,0 0 0,1 0 0,0 0 0,4 7 0,35 45-93,-39-56 93,-1 2 6,1 0-1,-1 0 1,1 0-1,0-1 1,0 1-1,0-1 1,1 0-1,2 4 1,1 1-2,-5-6 2,0 0 0,0 1 1,1-1-1,-1 0 0,1 0 0,0 0 1,-1 0-1,1-1 0,0 1 0,4 2 0,1 3 5,-4-4-3,-1 1 0,1-1-1,0 0 1,0 0 0,0-1-1,0 1 1,0-1 0,1 1-1,-1-1 1,1 0 0,3 2-1,-4-3 0,-1 0 0,0 0 0,1 1 0,-1-1 0,0 1-1,0-1 1,0 1 0,3 3 0,-3-3 0,0 0 0,0 0 0,0 0 0,0 0 0,0-1 0,0 1-1,4 1 1,0 0-8,-1 1-1,0-1 1,0 1-1,9 9 1,-11-11 4,0 0 0,0 0 0,0-1 0,0 1 0,0-1 0,0 0 0,6 2 0,7 3 0,-9-2 4,0-1-1,1 1 1,-1-1 0,1 0 0,13 2 0,1 2 14,-19-5-14,0-1 0,1 0 0,-1 0 0,0 0 0,1 0 0,-1-1 0,0 1 0,1-1 0,6 0 0,19 3-25,21 6 43,-36-7-8,-1 0-1,0 1 1,18 6-1,39 9-13,-36-8-3,0-1-1,1-2 0,41 2 1,1 2 7,-8-4 12,75-2 0,-19-1-34,-74-4 6,-34-1 2,33 3 0,-35-1 21,1-1 0,25-2-1,22 0-38,-52 2 36,0 0-1,-1-1 1,16-3 0,-15 2-3,1 0-1,-1 1 1,18 0-1,-13 1 5,0-1 0,28-4 0,4-1-9,16-8 7,21 2 1,21 1 22,-71 12-11,-6 0-33,24-5-29,14-3-43,61-26-205,-39 8 175,1 0 70,1-2 42,24-4-38,-62 19 51,57-15 12,-107 26-33,0 0-52,61-17 148,-62 17-94,24-7 71,-20 5-46,-4 2 8,1 0-13,-1-1 1,0 1-1,0 0 1,0 0-1,1 0 0,-1 0 1,1 0-1,-1 0 1,4 0-1,-6 1 1,2 0 150,2-2-100,1 0-44,-2 1-1,0 0-1,0 0 1,0-1 0,0 1-1,-1-1 1,1 1-1,0-1 1,-1 0 0,1 0-1,-1 0 1,0-1-1,1 1 1,-1 0-1,3-6 1,1 2 11,-5 6-22,0-1 1,1 1-1,-1 0 1,0-1-1,1 1 0,-1-1 1,0 0-1,0 1 1,0-1-1,1 0 0,-1 0 1,0 0-1,0 1 0,0-1 1,0 0-1,0 0 1,0-1-1,1-1 0,29-36 188,-30 38-138,6-13 13,-1 4-38,-4 8-8,-2-1-21,2-11-1,1 0 117,-1 0 1,-1-16-1,0 18-79,0 0 1,1 0-1,5-18 0,-6 27 132,-4-14 305,3 14-395,0 0-1,-1 1 1,0-1 0,0 0-1,0 1 1,0-1-1,0 0 1,0 1 0,-1 0-1,1-1 1,-1 1-1,0 0 1,1 0 0,-5-4-1,4 4 140,1-1-141,1 1 1,-1-1-1,0 0 1,0 1-1,0-1 1,0 1-1,0 0 0,0-1 1,-1 1-1,1 0 1,-1 0-1,-3-4 0,-19-17 727,20 18-683,-2 0 1,1 0-1,-1 0 1,1 0-1,-1 1 1,0 0-1,-12-5 1,-186-77 1289,182 70-1003,20 15-377,1-1-1,0 1 1,0 0-1,0 0 0,-1 0 1,1 0-1,0 0 1,-1 0-1,1 1 1,-1-1-1,1 0 1,-1 1-1,0-1 1,-2 0-1,-7-25 172,9 24-185,2 1-14,-1-1-12,-1 0 0,1-1 0,-1 1-1,1 0 1,-1 0 0,0 0-1,1 0 1,-1 0 0,0 0 0,0 0-1,-1 1 1,1-1 0,0 1-1,-1-1 1,-2 0 0,-9-4-403,1 0 1,-19-11 0,17 8-852,-29-11 0,-30-14-2226,22 8-135,-1 6-3554,14 8-2157</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08.596"/>
    </inkml:context>
    <inkml:brush xml:id="br0">
      <inkml:brushProperty name="width" value="0.035" units="cm"/>
      <inkml:brushProperty name="height" value="0.035" units="cm"/>
    </inkml:brush>
  </inkml:definitions>
  <inkml:trace contextRef="#ctx0" brushRef="#br0">15 58 5985,'1'0'95,"-1"1"0,1-1 0,-1 0 0,1 0 1,-1 1-1,1-1 0,-1 0 0,0 1 0,1-1 1,-1 0-1,0 1 0,1-1 0,-1 1 1,0-1-1,1 1 0,-1-1 0,0 1 0,0-1 1,1 1-1,-1-1 0,0 1 0,0-1 0,0 1 1,0-1-1,0 1 0,0-1 0,0 1 1,0 0-1,0 0 0,-13 8 2471,4-3 6183,12-7-8024,21-4 1727,45-4 1,-16 4-1329,375-35 3230,-305 25-4022,-119 15-466,-1 1-56,26 3-318,-26-3 166,-7-1-89,-22 0-342,0 2-1,-34 7 0,48-6 626,0-1-1,0 0 1,0-1 0,0-1-1,-12 0 1,-21 0-102,-238 9 1937,210-8 2660,79-5-4206,-3 0-92,16-2-36,1 3-13,0 1 0,0 1 0,0 1 0,23 3 0,16-1 0,-32-1 0,69-5 0,-86 5-61,-12 3-82,-15 3-158,-17-2-86,31-4 214,-11 2-131,7-1 108,-1 0 1,1-1 0,0 1 0,-13-1 0,3 6 299,14-5 186,12-5-185,-8 3-230,-1 0 0,1 0 0,-1-1 1,1 1-1,-1 0 0,1 0 0,-1 0 1,1 0-1,-1-1 0,1 1 0,-1 0 0,0-1 1,1 1-1,-1 0 0,1-1 0,-1 1 0,0 0 1,1-1-1,-1 1 0,0-1 0,1 1 1,-1-1-1,0 1 0,0 0 0,0-1 0,1 1 1,-1-1-1,0 1 0,0-1 0,0 0 0,0 1 1,0-1-1,0 1 0,0-1 0,0 1 1,0-1-1,0 1 0,0-1 0,0 1 0,0-1 1,-1 1-1,1-1 0,0 1 0,0-1 1,0 1-1,-1-1 0,1 1 0,-1-1 0,0-1-1293,0-1 0,0 1-1,1-1 1,-1 1-1,1 0 1,-1-1 0,1-4-1,0-12-9056</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10.641"/>
    </inkml:context>
    <inkml:brush xml:id="br0">
      <inkml:brushProperty name="width" value="0.035" units="cm"/>
      <inkml:brushProperty name="height" value="0.035" units="cm"/>
    </inkml:brush>
  </inkml:definitions>
  <inkml:trace contextRef="#ctx0" brushRef="#br0">58 0 4908,'0'0'5105,"-3"1"-4609,-21 11 383,22-10-489,0 0 19,-25 16 8854,27-17-9215,0 0 1,1 0-1,-1 0 0,0 1 1,1-1-1,-1 0 1,0 0-1,1 0 0,-1 0 1,1 0-1,0 0 0,-1 0 1,1 0-1,0 0 0,0 0 1,-1 0-1,1-1 1,0 1-1,0 0 0,0-1 1,0 1-1,0 0 0,0-1 1,0 1-1,0-1 0,0 1 1,0-1-1,0 0 1,1 1-1,1-1 0,4 1 183,1 1-1,0-2 1,12 1-1,-8-1-45,144 4 2100,20 3-1086,-79-7-819,-16 0-137,430-3 170,-192-5-406,-150 7 50,491 22-38,-178 3 5,-423-23-54,239-1 24,156 7 8,-171 12 28,99 7-6,-63-3 424,-59-22 281,-239-1-624,24-2-1165,-45 2 1023,0 0-1,1 0 1,-1 0 0,1 0 0,-1 0 0,0 0 0,1 0-1,-1 0 1,0-1 0,1 1 0,-1 0 0,0 0 0,1 0-1,-1-1 1,0 1 0,1 0 0,-1 0 0,0-1-1,0 1 1,1 0 0,-1 0 0,0-1 0,0 1 0,0 0-1,1-1 1,-1 1 0,0 0 0,0-1 0,0 0-1,0 1-49,-1-1 0,1 0 0,0 0 0,-1 0 0,1 0 0,-1 0-1,0 0 1,1 0 0,-1 1 0,0-1 0,0 0 0,1 1-1,-1-1 1,0 0 0,0 1 0,-1-1 0,-17-12-2015,0 2 0,-1 0 0,-1 1 0,0 1 0,-22-6 0,-26-4-8630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2.670"/>
    </inkml:context>
    <inkml:brush xml:id="br0">
      <inkml:brushProperty name="width" value="0.035" units="cm"/>
      <inkml:brushProperty name="height" value="0.035" units="cm"/>
    </inkml:brush>
  </inkml:definitions>
  <inkml:trace contextRef="#ctx0" brushRef="#br0">1 1 10113,'1'-1'266,"0"1"1,-1 0-1,1 0 1,0 0-1,0 0 1,0 0-1,0 0 1,0 0-1,-1 1 1,1-1-1,0 0 1,0 0-1,0 1 1,-1-1 0,1 0-1,0 1 1,0 0-1,-4 9 7935,-3 0-5102,2 5-4551,3 5 1870,2 0-1,0 0 0,1 0 0,8 35 1,-7-41-255,81 301 1638,27-8-1133,-79-225-1940,58 105-1,-86-180 525,0 0-1,-1 0 1,5 15 0,-6-14-3164,-1 1-3463</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3.110"/>
    </inkml:context>
    <inkml:brush xml:id="br0">
      <inkml:brushProperty name="width" value="0.035" units="cm"/>
      <inkml:brushProperty name="height" value="0.035" units="cm"/>
    </inkml:brush>
  </inkml:definitions>
  <inkml:trace contextRef="#ctx0" brushRef="#br0">81 209 5705,'-8'15'1593,"1"-1"1,1 1 0,1 0 0,0 0 0,1 0-1,-4 25 1,-4 13-243,6-15-485,5-29-516,0 0-1,0 0 1,-1 0 0,-5 14 0,4-17-413,-2 9 1376,6-15-1285,-1 0 1,0 1 0,0-1-1,1 0 1,-1 1 0,0-1-1,0 0 1,1 0 0,-1 1-1,0-1 1,1 0 0,-1 0-1,0 0 1,1 1 0,-1-1-1,1 0 1,-1 0 0,0 0-1,1 0 1,-1 0 0,0 0-1,1 0 1,-1 0 0,1 0-1,-1 0 1,0 0 0,1 0-1,-1 0 1,0 0 0,1 0-1,-1 0 1,1-1 0,-1 1-1,0 0 1,1 0 0,-1 0-1,0 0 1,1-1 0,-1 1-1,1-1 1,1 0 33,-1 0 0,1 0 0,0 0 0,0 0 0,0 0 0,-1-1 0,1 1 0,-1-1 0,1 1 0,-1-1 0,1 0 0,-1 1 0,0-1 0,2-3 0,12-31 543,-10 23-418,9-28 775,15-63 0,3-10 193,-28 101-1054,6-18 367,2 1 0,20-39-1,-30 66-444,-1 1 0,1 0 0,0-1 1,0 1-1,0 0 0,0 0 0,0 0 0,1 0 0,-1 0 0,0 1 0,1-1 0,-1 1 0,1-1 0,0 1 0,-1 0 0,1 0 0,0 0 0,0 1 0,0-1 0,0 0 0,0 1 0,0 0 0,-1 0 0,1 0 0,0 0 0,0 0 1,0 1-1,4 0 0,5 2 8,1 1 0,-1 0-1,0 1 1,20 11 0,-31-15-29,50 27-1064,-1 3-1,81 67 0,-117-87 666,5 6-3270,42 26 0,-17-16-2577,-10-5-3991</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3.550"/>
    </inkml:context>
    <inkml:brush xml:id="br0">
      <inkml:brushProperty name="width" value="0.035" units="cm"/>
      <inkml:brushProperty name="height" value="0.035" units="cm"/>
    </inkml:brush>
  </inkml:definitions>
  <inkml:trace contextRef="#ctx0" brushRef="#br0">3 165 12249,'-2'18'9462,"9"15"-8519,-3-16 82,12 82 1035,13 55-398,-13-97-951,40 92-1,-44-123-364,2 0 1,0-1 0,2 0-1,1-1 1,25 28 0,-40-50-321,0 0 1,0 0 0,0 0 0,0 0 0,0 0 0,0 0 0,1-1-1,-1 1 1,0-1 0,1 0 0,-1 1 0,1-1 0,0 0 0,-1-1 0,1 1-1,0 0 1,0-1 0,-1 1 0,1-1 0,0 0 0,0 0 0,0 0-1,-1 0 1,1-1 0,0 1 0,0-1 0,-1 0 0,1 1 0,0-1 0,-1 0-1,1-1 1,-1 1 0,1 0 0,-1-1 0,0 1 0,1-1 0,-1 0 0,0 0-1,3-3 1,4-5 86,0 0 0,-1 0 0,0-1 0,-1 0 0,0-1 0,10-22 0,-6 8-149,-2-2-1,-1 1 1,-1-1 0,-1 0-1,-2-1 1,2-49 0,-6 24-260,-2-1-1,-15-86 1,8 92-2041,-18-54 0,18 76-1263,-19-39 0,17 46-2822,-3 5-3922</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4.355"/>
    </inkml:context>
    <inkml:brush xml:id="br0">
      <inkml:brushProperty name="width" value="0.035" units="cm"/>
      <inkml:brushProperty name="height" value="0.035" units="cm"/>
    </inkml:brush>
  </inkml:definitions>
  <inkml:trace contextRef="#ctx0" brushRef="#br0">207 88 9057,'-2'0'135,"0"-1"1,0 0-1,-1 1 1,1-1-1,0 1 1,0 0-1,-1 0 1,1 0-1,0 0 1,0 0-1,-4 1 1,5 0-32,1 0 0,-1-1 0,0 1-1,1 0 1,-1 0 0,0 0 0,1 0 0,-1 0 0,1 0 0,-1 0 0,1 0 0,0 0 0,0 1-1,-1-1 1,1 0 0,0 0 0,0 0 0,0 0 0,0 0 0,0 0 0,0 1 0,1 0 0,-1 1 878,-25 25 207,1 2 0,1 0 0,2 1 0,-34 67 0,51-93-1051,1 1-1,1 0 0,-1 0 1,1 0-1,0 0 0,0 0 1,1 1-1,0-1 0,0 1 1,0-1-1,1 0 0,0 1 0,0-1 1,1 1-1,0-1 0,2 9 1,-3-14-123,1 0 1,0-1-1,-1 1 1,1-1-1,-1 1 1,1 0-1,0-1 1,0 0 0,-1 1-1,1-1 1,0 1-1,0-1 1,-1 0-1,1 0 1,0 1-1,0-1 1,0 0-1,0 0 1,1 0 0,1 1 32,3 0-13,0 0 0,0-1 0,1 1 1,-1-1-1,0 0 0,1-1 0,-1 1 0,0-1 0,0-1 0,1 1 0,-1-1 1,0 0-1,0 0 0,-1-1 0,1 0 0,5-3 0,2-2-7,0 0 0,-1-1-1,0 0 1,0-1 0,16-18-1,-21 19-93,0-1-1,-1 0 0,0 0 0,0 0 0,-1-1 0,0 0 0,4-17 0,2-2-254,-8 22 287,-1-1 1,0 1 0,0 0-1,-1-1 1,0-13 0,23 40 507,71 63 514,-94-80-1080,1 0 1,1 1-1,-1-1 1,0 0-1,0 0 1,0 0-1,0 0 1,1-1-1,-1 1 1,0-1-1,1 1 1,-1-1-1,0 0 1,1 0-1,-1 0 1,1 0-1,-1 0 1,0 0-1,1-1 1,-1 1-1,0-1 1,1 0-1,-1 0 0,0 1 1,0-1-1,3-2 1,-3 2-305,11-22-499,-1 2 1359,-11 19 1187,2 1-1380,-1 0-144,0 0-1,1 0 0,-1 0 0,1 1 0,-1-1 0,1 1 0,-1 0 1,1-1-1,-1 1 0,1 0 0,-1 1 0,1-1 0,-1 0 0,1 1 1,-1-1-1,1 1 0,-1 0 0,0 0 0,7 3 3024,-7-7-2761,22-25-45,0 2-1,2 0 1,1 2-1,46-32 1,-34 25-827,-36 29 231,1 0-1,-1 0 1,0 0 0,1 0-1,-1 0 1,1 1 0,0 0-1,0 0 1,-1 0 0,7-1-1,2 0-933,2-6-5844,-13 8 6749,-1 0 0,1-1 0,-1 1-1,1 0 1,-1-1 0,1 1 0,-1 0-1,1-1 1,-1 1 0,1 0 0,-1 0 0,1 0-1,0 0 1,-1 0 0,1-1 0,-1 1-1,1 0 1,-1 0 0,1 0 0,1 1-1,12 3-9494</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4.700"/>
    </inkml:context>
    <inkml:brush xml:id="br0">
      <inkml:brushProperty name="width" value="0.035" units="cm"/>
      <inkml:brushProperty name="height" value="0.035" units="cm"/>
    </inkml:brush>
  </inkml:definitions>
  <inkml:trace contextRef="#ctx0" brushRef="#br0">478 11 14581,'-20'-4'870,"14"2"-311,-1 0 1,1 1 0,-1 0 0,1 1 0,-1-1 0,1 1 0,-1 0 0,0 1-1,-8 1 1,4 2 278,1 0 1,0 0-1,0 1 0,-13 9 0,12-6-542,0 1 0,1 1-1,0-1 1,1 2 0,-13 16-1,-5 11 181,1 1 0,3 2 0,1 0 0,-27 70 0,26-44-92,2 1 0,-16 97-1,28-103-260,3 1-1,2-1 0,9 117 1,-2-155-157,0 0 0,2-1 1,0 0-1,2 0 0,0 0 0,2-1 1,0 0-1,23 37 0,-26-50-170,0 0-1,0 0 0,1 0 1,0-1-1,1 0 0,0 0 1,0-1-1,1 0 1,0-1-1,0 0 0,0 0 1,1-1-1,0 0 0,0 0 1,0-1-1,0-1 0,1 0 1,0 0-1,-1-1 0,23 2 1,-19-5-615,-1 1 0,1-1 1,-1-1-1,1-1 0,21-6 1,-18 3-1695,-1 0 1,16-10 0,18-14-8489</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4.953"/>
    </inkml:context>
    <inkml:brush xml:id="br0">
      <inkml:brushProperty name="width" value="0.035" units="cm"/>
      <inkml:brushProperty name="height" value="0.035" units="cm"/>
    </inkml:brush>
  </inkml:definitions>
  <inkml:trace contextRef="#ctx0" brushRef="#br0">334 0 10869,'-73'109'4319,"60"-87"-3315,1 0 0,1 1-1,-12 34 1,-1 23 31,-24 72 341,22-77-873,11-29-224,-1-2 0,-28 52 1,38-84-215,-1 0-1375,7-11 1255,0-1-1,-1 0 1,1 0-1,0 0 1,-1-1-1,1 1 1,-1 0 0,1 0-1,0 0 1,-1 0-1,1 0 1,0 0-1,-1 0 1,1 0 0,0-1-1,0 1 1,-1 0-1,1 0 1,0-1-1,-1 1 1,1 0 0,0 0-1,0-1 1,-1 1-1,1 0 1,0 0-1,0-1 1,0 1 0,0 0-1,-1-1 1,1 1-1,0 0 1,0-1-1,0 1 1,0 0 0,0-1-1,0 0 1,-1-2-514,0 0 0,0 0 0,0 0 0,0 0 0,0 0 0,1 0 0,-1 0-1,1 0 1,0 0 0,1-5 0,-1-1-1042,0-41-7138</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5.158"/>
    </inkml:context>
    <inkml:brush xml:id="br0">
      <inkml:brushProperty name="width" value="0.035" units="cm"/>
      <inkml:brushProperty name="height" value="0.035" units="cm"/>
    </inkml:brush>
  </inkml:definitions>
  <inkml:trace contextRef="#ctx0" brushRef="#br0">4 1 14213,'-1'1'165,"0"1"0,1-1-1,0 0 1,-1 1 0,1-1-1,0 1 1,0-1 0,0 1 0,0-1-1,0 1 1,0-1 0,0 1-1,0-1 1,1 1 0,-1-1-1,0 1 1,1-1 0,0 2-1,0-2 72,1 0 0,-1 0 0,0 0-1,1 0 1,-1 0 0,0-1-1,1 1 1,-1-1 0,1 1 0,-1-1-1,1 1 1,2-1 0,28 11 2565,28 35 1754,344 212 449,-381-242-5329,-3-2-1629,0 0 1,2-2-1,-1 0 0,45 16 0,-49-22-5427</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35.441"/>
    </inkml:context>
    <inkml:brush xml:id="br0">
      <inkml:brushProperty name="width" value="0.035" units="cm"/>
      <inkml:brushProperty name="height" value="0.035" units="cm"/>
    </inkml:brush>
  </inkml:definitions>
  <inkml:trace contextRef="#ctx0" brushRef="#br0">13 1 13181,'0'0'113,"-1"0"1,1 0-1,-1 0 0,1 0 0,0 0 1,-1-1-1,1 2 0,-1-1 0,1 0 1,0 0-1,-1 0 0,1 0 0,-1 0 1,1 0-1,0 0 0,-1 0 0,1 0 1,0 1-1,-1-1 0,1 0 0,0 0 1,-1 1-1,1-1 0,0 0 0,-1 0 1,1 1-1,0-1 0,0 0 0,-1 1 1,1-1-1,0 0 0,0 1 0,0-1 1,0 0-1,-1 1 0,1-1 0,0 1 1,0-1-1,0 0 0,0 1 0,0-1 0,0 1 1,0-1-1,0 0 0,0 1 0,0-1 1,0 1-1,0-1 0,0 0 0,0 1 1,1-1-1,-1 1 0,13 20 2014,30 33 737,-2 1 0,-3 2 1,59 118-1,-56-82-2864,45 151 0,-70-184 0,-3 1 0,-2 0 0,5 113 0,-17-64-216,-4-1 0,-35 192 0,29-248-2385,-27 75 1,-10-11-7285,8-30-4164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43.887"/>
    </inkml:context>
    <inkml:brush xml:id="br0">
      <inkml:brushProperty name="width" value="0.035" units="cm"/>
      <inkml:brushProperty name="height" value="0.035" units="cm"/>
    </inkml:brush>
  </inkml:definitions>
  <inkml:trace contextRef="#ctx0" brushRef="#br0">55 907 5160,'-2'1'172,"0"0"-1,0 0 0,0 0 1,0 0-1,0 1 0,0-1 0,0 1 1,0-1-1,1 1 0,-1 0 0,1-1 1,-1 1-1,1 0 0,-1 0 1,1 0-1,-1 3 0,1-3 72,-1 0 0,1 0 0,-1 0 0,1-1 0,-1 1 0,0-1 1,1 1-1,-5 1 0,0 2 4164,21-18-2146,4-8-782,27-39 0,-3 2-378,61-66 1948,165-151-1,-227 237-2646,280-243 1755,-308 269-1991,0-1-1,15-18 1,0 0-5048,-32 33 2951,-27 18-2445,9-5-2289,6-3-2637</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44.265"/>
    </inkml:context>
    <inkml:brush xml:id="br0">
      <inkml:brushProperty name="width" value="0.035" units="cm"/>
      <inkml:brushProperty name="height" value="0.035" units="cm"/>
    </inkml:brush>
  </inkml:definitions>
  <inkml:trace contextRef="#ctx0" brushRef="#br0">1 764 9205,'112'-118'5351,"-2"1"-913,59-71-912,-103 111-2402,-2-3-180,-37 45-837,1 2 0,50-47 0,-52 53-2585,-24 19 304,-14 11-278,-5 8-3197,2 7-3523</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44.914"/>
    </inkml:context>
    <inkml:brush xml:id="br0">
      <inkml:brushProperty name="width" value="0.035" units="cm"/>
      <inkml:brushProperty name="height" value="0.035" units="cm"/>
    </inkml:brush>
  </inkml:definitions>
  <inkml:trace contextRef="#ctx0" brushRef="#br0">0 230 10841,'13'6'2926,"-24"-19"891,11 12-3610,-1 0 0,1 0 0,0 0 0,0-1 0,0 1 0,1 0 0,-1 0 0,0 0 0,0 0 0,0 0 0,1 0 0,-1 0 1,1 0-1,-1 0 0,1 0 0,-1 0 0,1 0 0,1-1 0,-2 0 203,3-2 21,1 0 0,-1 0 0,0 0 0,1 1 0,0-1 0,0 1 0,0 0 0,0 0 0,0 0 0,7-3 0,50-20 2277,-56 24-2659,101-36 1622,179-40-1,-273 74-1623,22-6-305,-32 9-1075</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47.921"/>
    </inkml:context>
    <inkml:brush xml:id="br0">
      <inkml:brushProperty name="width" value="0.035" units="cm"/>
      <inkml:brushProperty name="height" value="0.035" units="cm"/>
    </inkml:brush>
  </inkml:definitions>
  <inkml:trace contextRef="#ctx0" brushRef="#br0">59 20 6865,'-1'-2'110,"0"0"1,0 1 0,-1-1-1,1 1 1,0-1 0,-1 1-1,0-1 1,1 1 0,-1 0-1,0 0 1,-1-1 0,1 2-31,1-1 0,0 1 1,0 0-1,0 0 1,-1 0-1,1 0 1,0 0-1,0 0 1,0 0-1,-1 1 1,1-1-1,0 0 1,0 1-1,0-1 1,0 1-1,0-1 1,0 1-1,-2 1 1,0-1 2711,1 1-2417,2-2-285,-1 0 1,1 0 0,-1 1 0,0-1 0,1 0 0,-1 0 0,1 1-1,-1-1 1,1 1 0,-1-1 0,1 0 0,-1 1 0,1-1 0,-1 1-1,1-1 1,0 1 0,-1 0 0,1-1 0,0 1 0,-1-1 0,1 1-1,0-1 1,0 1 0,-1 0 0,1 1 0,17-2 4381,16 0-3672,-9 2-274,36 0 1,4 0-132,100 6 9,132 2-176,-170-8-195,168 0 19,131 4-45,-137 5-3,32-3-26,-14-1 4,-110-8 55,-75-1 2,153-7-43,76 4 26,182 1-23,-331 10 326,-145-10-123,-39 3-102,1 0 1,25 1-1,-39 1-123,-21-16-11187,-6-5 1847</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51.839"/>
    </inkml:context>
    <inkml:brush xml:id="br0">
      <inkml:brushProperty name="width" value="0.035" units="cm"/>
      <inkml:brushProperty name="height" value="0.035" units="cm"/>
    </inkml:brush>
  </inkml:definitions>
  <inkml:trace contextRef="#ctx0" brushRef="#br0">0 55 6529,'2'1'6575,"3"-1"-198,5 2-3548,3-1-2773,0 0 1,18-1-1,81-7 1877,117 6 1,-164 2-1516,1117 10 2498,-282-8-2262,-835-3-618,196-3 456,-228 0-448,-22 2-27,0 0 1,0 1-1,0 0 1,15 2-1,-22-1 941,8-1-4202,-12-1 2974,0 0 0,0 1-1,0-1 1,-1 0-1,1 1 1,0-1 0,0 0-1,0 0 1,0 1 0,-1-1-1,1 0 1,0 1 0,-1-1-1,1 1 1,-1-1 0,1 0-1,0 1 1,-1-1 0,-1 0-1,-14-17-3039,-1 4-3589,1-1-3208</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4:56.475"/>
    </inkml:context>
    <inkml:brush xml:id="br0">
      <inkml:brushProperty name="width" value="0.035" units="cm"/>
      <inkml:brushProperty name="height" value="0.035" units="cm"/>
    </inkml:brush>
  </inkml:definitions>
  <inkml:trace contextRef="#ctx0" brushRef="#br0">58 1 4176,'-2'3'856,"-1"-1"-1,0 1 1,0-1-1,0 0 1,0 0-1,0 0 1,-1 0-1,1 0 1,-8 2-1,6-2 5080,5-2-5879,-1 0 0,0 0 0,1 0-1,-1 0 1,0 1 0,1-1-1,-1 0 1,0 1 0,1-1 0,-1 0-1,0 1 1,1-1 0,-1 1-1,1-1 1,-1 1 0,1-1 0,-1 1-1,1-1 1,0 1 0,-1-1 0,1 1-1,0 0 1,-1-1 0,1 1-1,0 0 1,-1-1 0,1 1 0,0 0-1,0-1 1,0 1 0,0 1-1,1-1 35,0 0-1,0 1 0,0-1 0,0 0 0,1 0 0,-1 0 0,0 0 0,1 0 0,-1 0 1,3 1-1,-2-1-103,-1 0 53,0-1 0,0 1 0,0-1 0,1 1 0,-1-1 1,0 1-1,1-1 0,-1 0 0,0 0 0,1 1 0,-1-1 0,0 0 0,1 0 0,1-1 0,4 1 66,26 2 245,0-2 0,41-4-1,-7 0-168,0 2-16,450-10 202,262 54-325,-512-15-45,24-2 29,-173-16-29,167-9-1,-206-2-7,351-14 108,-220 7-58,121 7-49,-176 3-55,324 7 200,-441-7-121,-12 0 160,1-1 1,27-4 0,-39 2 242,1 2 1,15 1-1,-5 0-362,-23-1-366,-6 0-2338,-13 3 976,11-2 553,0 0-1,0 0 1,0 0 0,0-1-1,0 0 1,0 0-1,-10-2 1,-25-3-8257</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00.237"/>
    </inkml:context>
    <inkml:brush xml:id="br0">
      <inkml:brushProperty name="width" value="0.035" units="cm"/>
      <inkml:brushProperty name="height" value="0.035" units="cm"/>
    </inkml:brush>
  </inkml:definitions>
  <inkml:trace contextRef="#ctx0" brushRef="#br0">44 98 5436,'-8'-11'2527,"7"9"-1386,0 1 0,0 0 1,0 0-1,0 0 0,0 0 0,0 0 0,-1 0 0,1 0 0,0 0 0,-1 1 0,1-1 0,-3-1 0,-3 1 856,0-1-3391,6 2 857,-2-1 2905,7 1-1263,220-21 3155,-64 8-2089,122-10-2171,-236 23 0,-1 0-86,-41 0-501,-27-8-17051,0 4 6166</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00.791"/>
    </inkml:context>
    <inkml:brush xml:id="br0">
      <inkml:brushProperty name="width" value="0.035" units="cm"/>
      <inkml:brushProperty name="height" value="0.035" units="cm"/>
    </inkml:brush>
  </inkml:definitions>
  <inkml:trace contextRef="#ctx0" brushRef="#br0">20 162 8629,'-20'-14'10164,"23"13"-9734,0 1 1,1-1-1,-1 0 1,-1 0-1,1 0 1,0 0-1,0 0 0,0-1 1,3-1-1,19-8 1063,14 1 637,49-5 1,15-3 387,89-17-1114,-171 32-1423,13 0-2043,-51-21-12946,-3 8 2308</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08.769"/>
    </inkml:context>
    <inkml:brush xml:id="br0">
      <inkml:brushProperty name="width" value="0.035" units="cm"/>
      <inkml:brushProperty name="height" value="0.035" units="cm"/>
    </inkml:brush>
  </inkml:definitions>
  <inkml:trace contextRef="#ctx0" brushRef="#br0">244 49 5448,'0'0'4758,"-3"1"-4359,-3 0-384,-6 1 674,1 0 1,-18 6-1,26-7 1438,1-1-1449,-25 5 448,25-4-609,-2-1-45,-24 7 845,-44 15 1,52-15-834,17-6-136,1 0-29,-4 3-571,-7 4 1980,13-7-688,10-3-534,10-2 36,-1 0 1,38 0-1,-15 1-117,800-49 1687,-475 38-1936,-338 13-142,199-9 948,-156 11-601,-23 0-303,-15 2-57,-31-3-4,0 1-3,60 7 152,-60-8-140,15 0 16,76 2 122,-46-3-94,-27 0-84,63 1 1768,-66-19-3019,-37 36-1336,18-17 2384,0 0-1,0 0 1,0 0 0,0 0-1,0 0 1,0 0-1,-1-1 1,1 1-1,0 0 1,0-1-1,0 1 1,0 0 0,0-1-1,0 0 1,1 1-1,-2-1 1,1 0-296,-41-15-9695,12 0-1016</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0.907"/>
    </inkml:context>
    <inkml:brush xml:id="br0">
      <inkml:brushProperty name="width" value="0.035" units="cm"/>
      <inkml:brushProperty name="height" value="0.035" units="cm"/>
    </inkml:brush>
  </inkml:definitions>
  <inkml:trace contextRef="#ctx0" brushRef="#br0">179 1 11837,'-3'0'754,"1"-1"-1,-1 1 1,1 0 0,-1 0-1,1 1 1,-1-1 0,1 0 0,-1 1-1,1-1 1,-1 1 0,1 0-1,0 0 1,-5 2 0,4-1-428,0 0 1,0 1 0,1-1 0,-1 0-1,1 1 1,-1 0 0,1-1 0,-4 7-1,0 3-193,0 0 0,1 0-1,0 1 1,-4 14 0,9-25 26,-53 197 1464,43-149-1352,2-1 0,-2 56 1,10-90-130,0 0 1,3 28 0,-2-38-46,0 0-1,1-1 1,-1 1 0,1 0 0,0-1-1,0 1 1,0-1 0,0 1 0,1-1 0,0 0-1,0 0 1,7 7 0,-7-8 22,0 0 0,0 0 1,1 0-1,0 0 0,-1-1 1,1 0-1,0 0 0,0 0 1,0 0-1,1 0 0,-1-1 0,0 1 1,1-1-1,-1-1 0,0 1 1,6 0-1,2-1-70,0-1 0,0 0 0,0-1 0,0 0 1,15-5-1,60-24 89,-12 3-107,-68 26-51,24-7-1789,0-1 0,42-21 1,-73 31 1646,0-1 0,0 1 1,0 0-1,0 0 1,0 0-1,0 0 0,0-1 1,0 1-1,0 0 1,0 0-1,0 0 0,0 0 1,0-1-1,0 1 1,0 0-1,0 0 0,0 0 1,0 0-1,0-1 1,-1 1-1,1 0 0,0 0 1,0 0-1,0 0 1,0 0-1,-1-1-969,1 1 969,0 0 1,0-1-1,-1 1 0,1 0 1,0 0-1,0 0 1,0 0-1,0 0 0,-1 0 1,1 0-1,0 0 1,0 0-1,0 0 0,-10-4-3901,-16 0-8615</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1.334"/>
    </inkml:context>
    <inkml:brush xml:id="br0">
      <inkml:brushProperty name="width" value="0.035" units="cm"/>
      <inkml:brushProperty name="height" value="0.035" units="cm"/>
    </inkml:brush>
  </inkml:definitions>
  <inkml:trace contextRef="#ctx0" brushRef="#br0">1 207 16730,'12'-3'1847,"0"-2"0,1 1 1,-1-2-1,13-7 0,23-9 1412,200-50-19,-179 53-2938,-58 17-434,-5 0-349,1 1 1,-1-1-1,0-1 1,7-2-1,-12 4 356,0 1-1,-1 0 0,1-1 0,0 1 1,0-1-1,0 0 0,-1 1 0,1-1 1,0 0-1,-1 1 0,1-1 1,-1 0-1,1 0 0,-1 1 0,1-1 1,-1 0-1,1 0 0,-1 0 0,0 0 1,0 0-1,1 0 0,-1 1 0,0-1 1,0 0-1,0 0 0,0 0 0,0 0 1,0 0-1,0 0 0,0 0 1,0 0-1,-1-1 0,1 1-469,-1-1-1,1 1 1,0 0 0,-1 0-1,1 0 1,-1 0 0,1 0-1,-1 0 1,0 0 0,1 0-1,-1 0 1,0 0 0,-1-1-1,-18-3-14168</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1.524"/>
    </inkml:context>
    <inkml:brush xml:id="br0">
      <inkml:brushProperty name="width" value="0.035" units="cm"/>
      <inkml:brushProperty name="height" value="0.035" units="cm"/>
    </inkml:brush>
  </inkml:definitions>
  <inkml:trace contextRef="#ctx0" brushRef="#br0">0 98 21958,'49'-23'3036,"-20"9"-451,-15 8-385,9-2-436,6 5-540,-6-6-1224,6 6 0,-3-3 0,-3 3 0,0-2 0,-3 2 0,11 6-1672,-2 0-704,-20-12-1013,-1-3 53,12 21-3161,1 0-6016</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1.904"/>
    </inkml:context>
    <inkml:brush xml:id="br0">
      <inkml:brushProperty name="width" value="0.035" units="cm"/>
      <inkml:brushProperty name="height" value="0.035" units="cm"/>
    </inkml:brush>
  </inkml:definitions>
  <inkml:trace contextRef="#ctx0" brushRef="#br0">597 29 14125,'-3'0'285,"-1"1"-1,0-2 1,0 1-1,1 0 1,-1-1-1,-6-1 1,9 1-82,0 0 0,-1 0 1,1 0-1,0 0 0,-1 0 0,1 0 0,0 0 1,0 0-1,0 0 0,0 0 0,0-1 0,0 1 1,1 0-1,-1-1 0,0 1 0,1-1 0,-2-1 0,2 3-178,0 0 0,0 0 0,0-1-1,0 1 1,0 0 0,0 0 0,0 0-1,0 0 1,0 0 0,0 0 0,0 0-1,0 0 1,0 0 0,0-1-1,0 1 1,0 0 0,-1 0 0,1 0-1,0 0 1,0 0 0,0 0 0,0 0-1,0 0 1,0 0 0,0 0-1,0 0 1,-1 0 0,1 0 0,0 0-1,0 0 1,0 0 0,0 0 0,0 0-1,0 0 1,0 0 0,-1 0-1,1 0 1,0 0 0,0 0 0,0 0-1,0 0 1,0 0 0,0 0 0,0 0-1,-1 0 1,1 0 0,0 0 0,0 0-1,0 0 1,0 0 0,0 1-1,0-1 1,0 0 0,0 0 0,-21 9 359,1 1 1,0 1 0,0 1-1,1 0 1,1 2 0,0 0-1,1 1 1,1 1 0,-17 19-1,-5 12-146,2 1-1,-38 68 1,45-64-122,2 0 0,3 2 1,1 0-1,4 2 0,1 0 1,3 1-1,3 1 0,2 0 1,3 0-1,0 76 0,7-109-235,2 1 0,1 0 0,2-1 0,0 0 0,13 39 0,-12-49-66,0 0 1,1 0 0,1-1-1,0 0 1,1 0 0,0-1-1,1 0 1,0 0 0,24 20 0,-28-28-43,0-1 0,1 1 1,-1-2-1,1 1 0,0-1 1,0 0-1,0 0 1,1-1-1,-1 0 0,0 0 1,1-1-1,0 0 0,14 0 1,-9-1-840,1-1 0,-1-1 0,0 0 1,0 0-1,1-2 0,-2 1 0,14-7 0,35-21-8666</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2.203"/>
    </inkml:context>
    <inkml:brush xml:id="br0">
      <inkml:brushProperty name="width" value="0.035" units="cm"/>
      <inkml:brushProperty name="height" value="0.035" units="cm"/>
    </inkml:brush>
  </inkml:definitions>
  <inkml:trace contextRef="#ctx0" brushRef="#br0">0 3 6205,'7'4'708,"-5"-3"-415,-1 0 0,0 0-1,0-1 1,1 1 0,-1 0 0,1-1-1,-1 1 1,1-1 0,-1 1 0,1-1 0,1 0-1,23-14 8951,-25 16-8798,1 0-1,-1 0 1,1 0-1,0 0 1,0 0-1,0 0 1,0-1-1,4 3 1,-1 0 262,57 59 3022,-44-42-3314,-1 1 1,22 38-1,-14-20-2193,-4-16-5904,-18-10-9226</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2.546"/>
    </inkml:context>
    <inkml:brush xml:id="br0">
      <inkml:brushProperty name="width" value="0.035" units="cm"/>
      <inkml:brushProperty name="height" value="0.035" units="cm"/>
    </inkml:brush>
  </inkml:definitions>
  <inkml:trace contextRef="#ctx0" brushRef="#br0">314 0 13077,'0'0'3301,"-2"2"-2037,-6 11-786,1 1 0,0 0 1,1 1-1,0-1 0,-4 21 0,1-7-192,-29 86 216,-154 487-1228,189-590-18,-12 44-327,4-16-7697</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2.828"/>
    </inkml:context>
    <inkml:brush xml:id="br0">
      <inkml:brushProperty name="width" value="0.035" units="cm"/>
      <inkml:brushProperty name="height" value="0.035" units="cm"/>
    </inkml:brush>
  </inkml:definitions>
  <inkml:trace contextRef="#ctx0" brushRef="#br0">0 1 17834,'16'44'7157,"18"21"-2776,-10-20-2719,19 51-1229,-4 1 1,-4 2-1,35 164 0,-49-152-483,-6 2 0,-4-1 0,-5 178 0,-56 336-1079,16-399-4002,3-80-4476,8-50-4109</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3.145"/>
    </inkml:context>
    <inkml:brush xml:id="br0">
      <inkml:brushProperty name="width" value="0.035" units="cm"/>
      <inkml:brushProperty name="height" value="0.035" units="cm"/>
    </inkml:brush>
  </inkml:definitions>
  <inkml:trace contextRef="#ctx0" brushRef="#br0">0 69 17430,'18'-7'629,"-8"1"799,1 2 0,0-1 1,0 1-1,1 1 1,22-4-1,-5 7 450,-14 1-563,0-1 0,18-3 0,165-22-1000,-140 19-2973,-64 8-1269,-3 4 2326,1-1 10,-28 14-5880,-6-2-5064</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3.270"/>
    </inkml:context>
    <inkml:brush xml:id="br0">
      <inkml:brushProperty name="width" value="0.035" units="cm"/>
      <inkml:brushProperty name="height" value="0.035" units="cm"/>
    </inkml:brush>
  </inkml:definitions>
  <inkml:trace contextRef="#ctx0" brushRef="#br0">1 92 19770,'75'-46'3132,"-35"44"-356,0-1-647,3-3-453,0-3-344,6 4-284,-6-1-384,-5 0-456,-1-3-888,-2 9-996,-15 0-780,-6 3-1353,4 6-3279</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3.900"/>
    </inkml:context>
    <inkml:brush xml:id="br0">
      <inkml:brushProperty name="width" value="0.035" units="cm"/>
      <inkml:brushProperty name="height" value="0.035" units="cm"/>
    </inkml:brush>
  </inkml:definitions>
  <inkml:trace contextRef="#ctx0" brushRef="#br0">132 12 6929,'0'0'1692,"-2"-2"-243,-22-7 779,21 8-672,2 3-932,-32 78 2754,26-68-3028,1 0 0,1 1 1,0-1-1,0 1 0,2 0 1,-5 24-1,-2 84 1315,5-31-519,-7 63 1473,11-145-2433,0-1 0,1 0 0,0 1 0,0-1 0,1 1 0,0-1 0,0 1 0,3 8 0,-2-11-29,0-1 1,0 1-1,1-1 1,0 0-1,-1 0 0,2 0 1,-1 0-1,0-1 1,1 1-1,-1-1 1,1 0-1,0 0 1,6 4-1,4 1 309,0-1 1,0 0-1,1-1 0,0-1 0,28 7 1,-20-9-518,0-1 1,-1-1-1,1-1 0,32-4 1,81-18-4834,-120 19 3640,0 0 0,27-11 0,-18 2-2687,-1-5-3685,-7 3-1398</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4.186"/>
    </inkml:context>
    <inkml:brush xml:id="br0">
      <inkml:brushProperty name="width" value="0.035" units="cm"/>
      <inkml:brushProperty name="height" value="0.035" units="cm"/>
    </inkml:brush>
  </inkml:definitions>
  <inkml:trace contextRef="#ctx0" brushRef="#br0">0 116 17250,'95'-16'10406,"-20"3"-5683,13 3-4339,71-11-380,-118 16 77,-34 4-237,1 0 0,0 0 0,0-1 0,9-3 0,-16 5-3,0 0 0,-1 0 0,1 0-1,0 0 1,0 0 0,-1-1 0,1 1-1,0 0 1,-1-1 0,1 1 0,-1 0-1,1-1 1,-1 1 0,1-1 0,0 1 0,-1-1-1,1 1 1,-1-1 0,0 0 0,1 1-1,-1-1 1,0 1 0,1-1 0,-1-1-1,0 1-525,-1 0-1,1 0 1,-1-1-1,1 1 0,-1 0 1,0 0-1,0 0 0,0 0 1,0 0-1,0 0 0,0 0 1,0 0-1,0 0 0,0 1 1,0-1-1,-3-1 1,-19-9-12763</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4.396"/>
    </inkml:context>
    <inkml:brush xml:id="br0">
      <inkml:brushProperty name="width" value="0.035" units="cm"/>
      <inkml:brushProperty name="height" value="0.035" units="cm"/>
    </inkml:brush>
  </inkml:definitions>
  <inkml:trace contextRef="#ctx0" brushRef="#br0">1 20 22270,'3'-2'3048,"4"-2"-1811,14-4 2767,29 2-1796,-22 7-3617,-1 1 0,1 1 0,-1 1 0,0 1 0,0 2 0,27 10 0,-47-18-6073,14-8-4956</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4.789"/>
    </inkml:context>
    <inkml:brush xml:id="br0">
      <inkml:brushProperty name="width" value="0.035" units="cm"/>
      <inkml:brushProperty name="height" value="0.035" units="cm"/>
    </inkml:brush>
  </inkml:definitions>
  <inkml:trace contextRef="#ctx0" brushRef="#br0">957 2 10777,'-2'19'2174,"1"-15"1587,1-5-3663,0 0 1,0 0-1,0 0 0,0 0 0,0 0 1,0 0-1,-1 0 0,1 0 0,0 0 0,-1 0 1,1 0-1,0 0 0,-1 0 0,1 1 1,-1-1-1,0 0 0,1 0 0,-1 0 1,0 1-1,1-1 0,-1 0 0,0 1 0,0-1 1,0 1-1,1-1 0,-1 1 0,0-1 1,0 1-1,0 0 0,0-1 0,0 1 0,0 0 1,0-1-1,0 1 0,0 0 0,0 0 1,0 0-1,0 0 0,0 0 0,-1 1 1,-4 0-42,0 0 0,1 1 0,-1 0 1,0 1-1,-7 4 0,1-2 209,-30 16 58,1 2-1,2 1 0,0 2 0,1 2 0,-45 43 1,25-14 332,3 3 1,-57 79 0,59-67-176,4 2 0,3 2 0,4 2-1,3 1 1,-32 94 0,55-123-289,2 2 0,2 0 0,-9 99 1,19-110-160,2-1-1,1 0 1,2 0 0,2 0 0,18 69 0,-17-88-151,0-1 1,2 0-1,0-1 1,2 0-1,0 0 1,0-1-1,2-1 1,0 0-1,2 0 1,15 15-1,-19-22-136,1-1-1,0 0 1,0-1-1,1 0 1,0 0-1,0-2 0,1 0 1,0 0-1,0-1 1,0 0-1,1-1 1,-1-1-1,1 0 1,0-1-1,28 0 1,-16-3-1719,0-1 0,0-2 0,-1 0 0,45-15 1,23-11-8925</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5.261"/>
    </inkml:context>
    <inkml:brush xml:id="br0">
      <inkml:brushProperty name="width" value="0.035" units="cm"/>
      <inkml:brushProperty name="height" value="0.035" units="cm"/>
    </inkml:brush>
  </inkml:definitions>
  <inkml:trace contextRef="#ctx0" brushRef="#br0">350 6 8105,'0'0'3654,"-2"0"-2622,-5-2-435,0 1 1,-1 0-1,1 0 0,0 1 0,0 0 0,0 0 0,-1 1 1,1 0-1,-13 3 0,3 2-246,1 0 0,-1 1 0,1 1 1,1 0-1,-1 2 0,1 0 0,1 0 0,-15 14 0,18-14-196,0 1 1,1 0-1,0 0 0,1 1 0,1 1 0,-1-1 0,2 2 1,0-1-1,0 1 0,-4 16 0,9-24-42,0 0 0,1 0 0,0 0 0,0 1 0,1-1 0,-1 1 0,1-1 0,1 0 0,-1 1 0,1-1 0,2 9 0,-2-12-55,0-1-1,0 0 1,0 1-1,1-1 1,-1 0-1,0 0 1,1 0 0,-1 1-1,1-2 1,0 1-1,0 0 1,0 0-1,0 0 1,0-1-1,0 1 1,0-1 0,1 0-1,-1 0 1,0 0-1,1 0 1,-1 0-1,1 0 1,-1 0-1,1-1 1,-1 0-1,1 1 1,-1-1 0,1 0-1,0 0 1,-1 0-1,6-1 1,-2 0-28,2 1 9,-1-1-1,0 0 1,0 0 0,1-1 0,-1 0 0,0 0-1,0 0 1,-1-1 0,9-4 0,-5 0-151,0 0 0,0 0 1,-1-1-1,0 0 0,0-1 1,-1 0-1,0 0 0,-1-1 0,0 0 1,7-13-1,42-84-1364,-47 78 1147,-9 26 310,1 0 0,-1 1 1,1-1-1,0 1 1,0-1-1,0 1 0,0-1 1,0 1-1,1 0 0,-1-1 1,1 1-1,3-4 1,-4 5 6,7 16 46,-3-8-30,13 29-19,-12-20 9,2-1 1,0 0-1,1-1 0,0 1 0,1-2 1,14 16-1,-5-12-498,0 0 0,0-2 0,2 0 0,25 14 0,-29-20-1689,1-1 0,0-1 0,26 7-1,10-1-7470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5.562"/>
    </inkml:context>
    <inkml:brush xml:id="br0">
      <inkml:brushProperty name="width" value="0.035" units="cm"/>
      <inkml:brushProperty name="height" value="0.035" units="cm"/>
    </inkml:brush>
  </inkml:definitions>
  <inkml:trace contextRef="#ctx0" brushRef="#br0">435 1 9505,'0'0'6774,"-3"1"-5039,-1 0-1438,1-1-105,0 1-1,0 0 1,1 0-1,-1 0 1,0 0-1,1 0 1,-1 0-1,1 1 1,-1-1-1,1 1 1,0 0-1,-1-1 1,1 1-1,0 0 1,0 1-1,0-1 1,1 0-1,-1 0 1,0 1-1,-1 4 1,-253 438 5734,232-397-6908,2 0 0,-29 98 1,28-89-4877,22-53 2552,4-24-9860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5.766"/>
    </inkml:context>
    <inkml:brush xml:id="br0">
      <inkml:brushProperty name="width" value="0.035" units="cm"/>
      <inkml:brushProperty name="height" value="0.035" units="cm"/>
    </inkml:brush>
  </inkml:definitions>
  <inkml:trace contextRef="#ctx0" brushRef="#br0">1 1 17854,'19'38'2916,"-14"-27"-1888,0-1 0,0 0-1,1 0 1,0 0 0,1-1 0,0 0-1,11 11 1,77 72 1828,-33-29-1937,98 78-919,-136-122-399,39 28-4188,-52-40 2348,0 0 0,1 0 0,21 7-1,-19-9-13600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6.080"/>
    </inkml:context>
    <inkml:brush xml:id="br0">
      <inkml:brushProperty name="width" value="0.035" units="cm"/>
      <inkml:brushProperty name="height" value="0.035" units="cm"/>
    </inkml:brush>
  </inkml:definitions>
  <inkml:trace contextRef="#ctx0" brushRef="#br0">0 69 17142,'41'-4'2416,"-7"0"2333,49 0 0,282-4-1038,-361 7-4179,0 1 0,0 0-1,-1-1 1,1 1 0,0-1 0,-1 0 0,1 0-1,-1 0 1,4-3 0,-6 4 336,-1 0 0,0 0 0,0 0 0,0-1 0,1 1 0,-1 0 1,0 0-1,0 0 0,0-1 0,1 1 0,-1 0 0,0-1 0,0 1 0,0 0 0,0 0 0,0-1 0,0 1 0,0 0 0,0-1 0,0 1 1,0 0-1,0-1 0,0 1 0,0 0 0,0 0 0,0-1 0,0 1 0,0 0 0,0-1 0,0 1 0,0 0 0,0 0 0,0-1 0,-1 1 0,1 0 1,0-1-1,-2-1-503,0 0 0,1 1 1,-1-1-1,0 0 0,0 1 1,0 0-1,-1-1 0,-2 0 1,-21-12-13874</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6.442"/>
    </inkml:context>
    <inkml:brush xml:id="br0">
      <inkml:brushProperty name="width" value="0.035" units="cm"/>
      <inkml:brushProperty name="height" value="0.035" units="cm"/>
    </inkml:brush>
  </inkml:definitions>
  <inkml:trace contextRef="#ctx0" brushRef="#br0">109 1 8793,'-1'0'220,"0"-1"0,0 1 0,1 1 0,-1-1 0,0 0 0,0 0 1,0 0-1,0 0 0,1 1 0,-1-1 0,0 0 0,0 1 0,1-1 0,-1 0 0,0 1 1,0-1-1,1 1 0,-1-1 0,1 1 0,-1 0 0,0-1 0,1 1 0,-1-1 0,1 1 1,-1 0-1,1 0 0,0-1 0,-1 1 0,1 0 0,0 0 0,0-1 0,-1 1 0,1 1 1,-8 39 1378,4-17-109,-22 64 499,13-49-917,-10 49-1,18-57-442,1 1 0,0 48 0,4-64-1138,1 0 1,1 0-1,8 31 1,-3-25-1785,3 0-6195,-1-8-1098</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6.903"/>
    </inkml:context>
    <inkml:brush xml:id="br0">
      <inkml:brushProperty name="width" value="0.035" units="cm"/>
      <inkml:brushProperty name="height" value="0.035" units="cm"/>
    </inkml:brush>
  </inkml:definitions>
  <inkml:trace contextRef="#ctx0" brushRef="#br0">96 1 15109,'0'0'9111,"-2"2"-7728,-4 9-983,0 0 0,0 1 0,2 0 0,-1 0-1,1 0 1,1 0 0,-2 14 0,-3 8 60,-9 41 394,-12 152 0,28-194-771,2 1-1,1 0 0,9 47 1,-4-33-69,-7-43-11,1 0 1,0 0-1,0 0 0,0 0 0,1 0 1,0-1-1,3 7 0,-5-9-4,1-1 0,0 0 1,0 0-1,1 0 0,-1 1 0,0-1 0,0 0 0,0 0 1,1-1-1,-1 1 0,0 0 0,1 0 0,-1-1 0,1 1 1,-1-1-1,1 1 0,-1-1 0,1 1 0,0-1 0,-1 0 1,1 0-1,-1 0 0,1 0 0,0 0 0,-1 0 0,4-1 1,16-4-20,-1-1 0,1-1 0,-1-1 1,-1-1-1,1-1 0,17-12 0,16-6-64,-45 24 70,19-10-43,2 1 0,40-13-1,-31 10 98,-25 9-12,-11 7-21,0 0 1,0 0 0,0 0-1,1 0 1,-1 1-1,0-1 1,0 1-1,0-1 1,0 1 0,0 0-1,0-1 1,0 1-1,-1 0 1,1 0-1,0 1 1,3 2 0,-5-3-5,1 0 0,-1 0 0,0 0 0,1 1 0,-1-1 1,0 0-1,0 0 0,0 1 0,0-1 0,0 0 1,0 0-1,-1 1 0,1-1 0,0 0 0,0 0 0,-2 2 1,-8 22 25,9-24-26,-7 15-160,-2-1 1,0-1 0,-1 0 0,0-1 0,-20 20 0,-17 18-1872,39-42 1121,0 0 0,0-1 1,-1 0-1,-1-1 1,1 0-1,-1 0 1,0-1-1,-14 5 1,-7 5-5346,15-6-4580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7.155"/>
    </inkml:context>
    <inkml:brush xml:id="br0">
      <inkml:brushProperty name="width" value="0.035" units="cm"/>
      <inkml:brushProperty name="height" value="0.035" units="cm"/>
    </inkml:brush>
  </inkml:definitions>
  <inkml:trace contextRef="#ctx0" brushRef="#br0">0 0 16289,'12'32'1986,"0"0"-1,21 35 0,18 31-482,-5 1 0,-5 3 0,-4 1 0,-4 2 1,-5 1-1,20 152 0,-41-189-1574,-4 0-1,-2 1 1,-4-1 0,-2 1 0,-4-2-1,-2 1 1,-4-1 0,-2-1 0,-28 68-1,25-87-1838,-1-1 0,-28 46 0,27-58-2792,-33 42 0,-13-2-9234</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17.750"/>
    </inkml:context>
    <inkml:brush xml:id="br0">
      <inkml:brushProperty name="width" value="0.035" units="cm"/>
      <inkml:brushProperty name="height" value="0.035" units="cm"/>
    </inkml:brush>
  </inkml:definitions>
  <inkml:trace contextRef="#ctx0" brushRef="#br0">1 83 10729,'8'-11'7361,"13"8"-5065,-1-3-268,3 3-308,20-5-120,-6 5-332,1-3-247,2 0-205,-3 1-192,-20 5-408,15-9-408,14 3-980,-31 3-885,10-2-2091,-2-4-2381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0.711"/>
    </inkml:context>
    <inkml:brush xml:id="br0">
      <inkml:brushProperty name="width" value="0.035" units="cm"/>
      <inkml:brushProperty name="height" value="0.035" units="cm"/>
    </inkml:brush>
  </inkml:definitions>
  <inkml:trace contextRef="#ctx0" brushRef="#br0">0 54 16221,'3'-2'2795,"9"-3"-725,-1 0 1,1 1-1,17-4 1,78-8 2632,-60 10-3981,85-2-1351,-109 10-1487,-23-2 2069,0 0 0,0 0 0,0 0 0,0 0-1,0 0 1,0 0 0,1 0 0,-1 0 0,0 0 0,0 0 0,0 0 0,0 0 0,0 0 0,0 0-1,0 0 1,1 0 0,-1 0 0,0 0 0,0 0 0,0 0 0,0 0 0,0 0 0,0 0 0,0 0-1,0 0 1,0 1 0,0-1 0,0 0 0,1 0 0,-1 0 0,0 0 0,0 0 0,0 0 0,0 0-1,0 0 1,0 1 0,0-1 0,0 0 0,0 0 0,0 0 0,0 0 0,0 0 0,0 0 0,0 0-1,0 0 1,0 1 0,0-1 0,0 0 0,0 0 0,0 0 0,0 0 0,0 0 0,0 0 0,0 0-1,0 0 1,-1 1 0,1-1 0,0 0 0,0 0 0,0 0 0,0 0 0,0 0 0,0 0-1,-29 13-7748,15-7 4168,-16 6-8927</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0.851"/>
    </inkml:context>
    <inkml:brush xml:id="br0">
      <inkml:brushProperty name="width" value="0.035" units="cm"/>
      <inkml:brushProperty name="height" value="0.035" units="cm"/>
    </inkml:brush>
  </inkml:definitions>
  <inkml:trace contextRef="#ctx0" brushRef="#br0">0 144 22630,'18'-14'3148,"13"-3"-439,-8 2-397,6 4-404,-15 8-1848,15-9-60,23-5 0,-15 6 0,-19 5 0,5 0 0,2-2-48,-13-4-2736,0 1 324</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1.521"/>
    </inkml:context>
    <inkml:brush xml:id="br0">
      <inkml:brushProperty name="width" value="0.035" units="cm"/>
      <inkml:brushProperty name="height" value="0.035" units="cm"/>
    </inkml:brush>
  </inkml:definitions>
  <inkml:trace contextRef="#ctx0" brushRef="#br0">308 3 10933,'-1'0'260,"0"-1"-1,0 1 1,0 0-1,0-1 1,0 1 0,0 0-1,0 0 1,0 0-1,0 0 1,-1 0-1,1 0 1,0 0 0,0 0-1,0 0 1,0 0-1,0 1 1,0-1 0,0 0-1,0 1 1,0-1-1,0 1 1,0-1 0,0 1-1,0-1 1,0 1-1,1 0 1,-1-1-1,0 1 1,0 0 0,1 0-1,-2 1 1,1-1-440,-1 1 922,1-1-613,-1 0-1,0 0 1,1 0-1,-1 1 1,1-1-1,-1 1 1,1-1-1,0 1 1,-3 3-1,-3 4 120,-88 70 892,72-61-1012,5-5 105,1 0 0,0 2-1,1 0 1,-20 25 0,29-31-156,5-7-38,0-1 0,0 1 0,1 0 1,-1 0-1,1 0 0,0 0 0,-1 0 0,1 0 1,0 0-1,0 0 0,0 0 0,1 1 0,-1-1 0,0 0 1,1 1-1,0-1 0,-1 0 0,1 1 0,0 2 1,3 19 277,-3-17-140,1 0-1,0 0 1,0 0-1,2 7 0,-2-11-128,0-1 0,0 0 1,0 0-1,0 0 0,1 0 0,-1 0 0,0-1 0,1 1 0,-1 0 0,1-1 0,0 1 0,-1-1 0,1 1 0,0-1 0,0 0 0,0 1 0,2 0 0,3 0-7,0 1 0,0-1 0,0 0 0,1 0 0,-1-1 0,0 0 0,1-1 0,-1 1 0,1-1 0,-1-1 0,1 1 0,-1-1 0,0-1 0,1 1 0,-1-1 0,0-1 0,0 1 0,0-1 0,0 0 0,10-7 0,-3 1-309,-1-1-1,1 0 1,-2-1-1,1 0 1,-2-1-1,1 0 0,-2-1 1,11-16-1,-18 24 162,0 0-1,-1 0 1,0 0-1,-1-1 1,1 1-1,-1 0 1,0-1 0,0 1-1,0-1 1,-1 1-1,0-1 1,0 1-1,0-1 1,-1 1-1,0-1 1,0 1-1,0-1 1,-1 1-1,0 0 1,-4-9-1,5 13 6,-2 1 150,1 0-40,-1 1 16,0-1 0,0 0 0,0 1 0,0 0 0,1 0 0,-1 0 0,-5 2-1,7-2-5,0 0 0,0 0-1,0 0 1,0 0 0,1 0-1,-1 0 1,0 0 0,0 0-1,1 0 1,-1 0 0,1 0-1,-1 0 1,1 1 0,-1-1-1,1 0 1,0 0 0,0 1-1,-1-1 1,1 0 0,0 1-1,0-1 1,0 0 0,1 3-1,1 10 61,1-1-1,1 1 1,0-1 0,1 0-1,1 0 1,7 12-1,-8-13-22,1-1-45,1-1 0,-1 0 0,1 0 1,1-1-1,0 0 0,0 0 1,1-1-1,0 0 0,0-1 0,1 0 1,21 12-1,-17-11-703,1-1 0,1-1 0,19 6 0,-21-8-1433,0-1 0,0 0 0,25 0 0,9-2-7783</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1.912"/>
    </inkml:context>
    <inkml:brush xml:id="br0">
      <inkml:brushProperty name="width" value="0.035" units="cm"/>
      <inkml:brushProperty name="height" value="0.035" units="cm"/>
    </inkml:brush>
  </inkml:definitions>
  <inkml:trace contextRef="#ctx0" brushRef="#br0">212 1 11833,'-26'7'2114,"25"-7"-2013,1 0 0,-1 1 0,0-1 0,1 1 0,-1-1 0,1 0 1,-1 1-1,1-1 0,0 1 0,-1-1 0,1 1 0,-1-1 0,1 1 0,0 0 0,0-1 0,-1 1 0,1-1 0,0 1 0,0 0 0,-1-1 0,1 1 0,0 0 0,0-1 0,0 1 0,0 0 0,0-1 0,0 1 0,0 0 0,1 0 0,-1 0 237,-4 13 615,1 0 0,-9 19-1,-4 14-191,-29 89 568,7-23-624,23-65-504,2-7 70,2 0-1,-8 49 1,18-81-49,1 0 0,-1 0 1,2 0-1,-1-1 0,1 1 1,2 11-1,-2-18-133,0 1-1,0 0 0,0-1 1,0 1-1,0-1 1,0 1-1,0-1 1,1 1-1,-1-1 0,1 0 1,0 1-1,0-1 1,0 0-1,0 0 0,0-1 1,0 1-1,1 0 1,-1-1-1,0 1 1,1-1-1,-1 0 0,5 2 1,6 0 137,0-1 0,0 0 1,0-1-1,0 0 0,0-1 1,25-3-1,84-20 818,-54 9-497,-3 4-250,-29 5-502,45-12 1,-24-2-4762,-68 6-6064,-6 2-625</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2.304"/>
    </inkml:context>
    <inkml:brush xml:id="br0">
      <inkml:brushProperty name="width" value="0.035" units="cm"/>
      <inkml:brushProperty name="height" value="0.035" units="cm"/>
    </inkml:brush>
  </inkml:definitions>
  <inkml:trace contextRef="#ctx0" brushRef="#br0">0 86 10589,'27'12'2464,"-22"-9"2373,-3-6-2452,1 0-1879,1 0 1,-1-1 0,1 1-1,0 1 1,0-1 0,0 1-1,0-1 1,1 1 0,-1 0 0,1 1-1,-1-1 1,9-1 0,10-2 1058,33-1 1,-22 2-267,138-16 176,-28 7-3740,-136 12-3377,0-4 2064,-5 3 396,12-7-11934</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2.543"/>
    </inkml:context>
    <inkml:brush xml:id="br0">
      <inkml:brushProperty name="width" value="0.035" units="cm"/>
      <inkml:brushProperty name="height" value="0.035" units="cm"/>
    </inkml:brush>
  </inkml:definitions>
  <inkml:trace contextRef="#ctx0" brushRef="#br0">1 63 18026,'0'0'4346,"2"-2"-2662,2-2-1386,1 0 0,-1 0 0,1 0 0,0 1 0,0 0 0,1 0 0,-1 1 0,1-1 0,-1 1 0,1 0 0,0 0 0,0 1 0,9-1 0,16-3 483,40 0 0,-64 5-599,159-3 543,-115-6-6511</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2.921"/>
    </inkml:context>
    <inkml:brush xml:id="br0">
      <inkml:brushProperty name="width" value="0.035" units="cm"/>
      <inkml:brushProperty name="height" value="0.035" units="cm"/>
    </inkml:brush>
  </inkml:definitions>
  <inkml:trace contextRef="#ctx0" brushRef="#br0">598 12 13193,'-41'-10'1775,"33"9"-123,6 2-284,-10 10-570,0-1 0,-21 12 0,-18 15-3,17-6-311,2 1 1,1 2 0,2 1 0,-47 72-1,36-38 449,-61 143-1,81-163-592,2 1-1,3 1 1,2 0-1,2 1 1,-5 69-1,14-91-212,2 1-1,1-1 1,1 0-1,9 42 1,-6-51-101,1 0 1,1-1-1,0 0 1,2 0-1,0-1 0,23 36 1,-23-42-175,1-1-1,0 0 1,1 0 0,0-1-1,1-1 1,16 13 0,-21-18-48,1-1 0,0 1 1,0-1-1,0 0 0,0-1 0,1 0 1,-1 0-1,1-1 0,0 0 0,0-1 0,0 0 1,12 0-1,7-2-1380,-1-2 0,38-8-1,14-11-5219,-8-7-3432</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3.203"/>
    </inkml:context>
    <inkml:brush xml:id="br0">
      <inkml:brushProperty name="width" value="0.035" units="cm"/>
      <inkml:brushProperty name="height" value="0.035" units="cm"/>
    </inkml:brush>
  </inkml:definitions>
  <inkml:trace contextRef="#ctx0" brushRef="#br0">300 0 8749,'-9'8'324,"-5"5"625,1 1 1,0 0 0,-19 26-1,-1 10 1753,-65 103 2611,80-121-4408,1 1 0,-23 67 0,39-98-902,-2 5 31,1 1-1,0-1 1,1 1 0,-1 0-1,1-1 1,0 13-1,2-15-134,-1-4 29,1 1 1,-1-1-1,0 0 1,0 0-1,0 1 1,0-1-1,0 0 1,0 0 0,0 1-1,0-1 1,-1 3-1,21-10-2754,-19 5 2495,1 1 0,0-1 1,-1 1-1,1-1 0,-1 1 0,0-1 1,1 0-1,-1 0 0,1 0 1,-1 0-1,0 0 0,0 0 0,0 0 1,0 0-1,0-1 0,0 1 1,0 0-1,0-1 0,0 1 0,0-1 1,-1 1-1,1-1 0,0 1 0,0-3 1,7-19-8472</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3.421"/>
    </inkml:context>
    <inkml:brush xml:id="br0">
      <inkml:brushProperty name="width" value="0.035" units="cm"/>
      <inkml:brushProperty name="height" value="0.035" units="cm"/>
    </inkml:brush>
  </inkml:definitions>
  <inkml:trace contextRef="#ctx0" brushRef="#br0">17 0 18794,'-17'7'2823,"17"-3"660,11 8-1715,14 13-313,0-2-1,52 36 0,5 4 82,-42-28-1617,33 28-1408,-49-43-2574,-19-16 1875,1 0 0,-1 1 0,1-2 0,11 7 0,4-5-11022</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3.775"/>
    </inkml:context>
    <inkml:brush xml:id="br0">
      <inkml:brushProperty name="width" value="0.035" units="cm"/>
      <inkml:brushProperty name="height" value="0.035" units="cm"/>
    </inkml:brush>
  </inkml:definitions>
  <inkml:trace contextRef="#ctx0" brushRef="#br0">52 12 16582,'-6'-12'5163,"15"15"-1563,13 14-1346,-16-11-1857,-1 1 1,0 0 0,0 0-1,0 1 1,4 10 0,-1-2 65,8 15-298,-2 0 0,-2 1-1,0 0 1,-2 1 0,-2 0-1,-1 1 1,-1 0 0,2 60 0,-9-21 44,-3-1 0,-2 1 0,-18 75 0,-10 57-1705,-27 129-3393,31-216 1129,1-3-3652,5-16-4814</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4.136"/>
    </inkml:context>
    <inkml:brush xml:id="br0">
      <inkml:brushProperty name="width" value="0.035" units="cm"/>
      <inkml:brushProperty name="height" value="0.035" units="cm"/>
    </inkml:brush>
  </inkml:definitions>
  <inkml:trace contextRef="#ctx0" brushRef="#br0">47 144 14397,'-13'-5'874,"9"4"-493,1 0 0,0-1 0,0 1 0,0-1 0,1 1 0,-1-1 0,0 0 1,0 0-1,-3-4 2220,8 4-624,3-1-1290,0 0 0,1 0 0,-1 1 0,1 0 0,0 0-1,0 0 1,0 1 0,0 0 0,9-1 0,60 0 1492,-64 2-2012,155-8 130,-3 0-321,-139 6-153,-23 2 85,0-1 1,0 1 0,0-1 0,1 1 0,-1-1-1,0 0 1,0 1 0,0-1 0,0 0-1,-1 0 1,1 0 0,0 0 0,0 0-1,0 0 1,-1 0 0,1 0 0,-1 0 0,1 0-1,0 0 1,-1 0 0,1-2 0,2-21-2533,-5 2-1671,2 22 4086,0 0 1,0 0-1,0-1 0,0 1 1,0 0-1,0 0 0,0 0 1,0-1-1,0 1 0,0 0 0,0 0 1,-1 0-1,1 0 0,-4-3-4591,-15-1-8158</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4.609"/>
    </inkml:context>
    <inkml:brush xml:id="br0">
      <inkml:brushProperty name="width" value="0.035" units="cm"/>
      <inkml:brushProperty name="height" value="0.035" units="cm"/>
    </inkml:brush>
  </inkml:definitions>
  <inkml:trace contextRef="#ctx0" brushRef="#br0">30 1 10249,'0'0'10546,"-1"2"-8898,0-1-1591,0 1 131,-1 1-1,0-1 1,1 1 0,-1 0 0,1-1-1,0 1 1,0 0 0,0 0-1,0 0 1,1 0 0,-1 0 0,1-1-1,0 1 1,0 0 0,0 0 0,0 0-1,0 0 1,1 0 0,0 5-1,6 39 613,-2 0 0,-2 1-1,-4 51 1,-23 144-944,20-206-2539,3 63 0,1-57-6733</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5.284"/>
    </inkml:context>
    <inkml:brush xml:id="br0">
      <inkml:brushProperty name="width" value="0.035" units="cm"/>
      <inkml:brushProperty name="height" value="0.035" units="cm"/>
    </inkml:brush>
  </inkml:definitions>
  <inkml:trace contextRef="#ctx0" brushRef="#br0">208 1 7585,'-23'17'11900,"12"-2"-10494,-16 31-374,9-18-540,1 1 1,1 1-1,1 1 1,-16 52 0,17-32 51,-15 72 1028,28-118-1487,-1 5 162,0 1 0,1-1 0,1 1 0,0 11 0,0-19-187,1 0 0,-1 0 0,1 0 0,-1 0 0,1 0 0,0-1 0,0 1 0,1 0 0,-1 0 0,0-1 0,1 1 0,0-1 0,0 1 0,-1-1 0,1 0 0,0 0 0,1 0 0,-1 0 0,5 3 0,6 2 155,0-1 0,0 0 1,0-1-1,1 0 0,0-1 0,0-1 1,0 0-1,26 1 0,123-5 1303,-109-1-1273,-14 1-231,-19 2-401,0-2 0,42-6 0,-61 7 106,1-1 0,0 0 0,0 0 1,0 1-1,-1-2 0,1 1 0,0 0 0,-1 0 1,1-1-1,-1 1 0,3-4 0,-4 5 107,-1-1-1,0 1 1,1 0-1,-1-1 1,0 1-1,1-1 1,-1 0-1,0 1 1,0-1-1,0 1 1,0-1-1,1 1 1,-1-1-1,0 1 1,0-1 0,0 0-1,0 1 1,0-1-1,0 1 1,0-1-1,-1 1 1,1-1-1,0 0 1,-1-1-614,0 0 1,0 1 0,0-1-1,0 1 1,0-1 0,-1 1-1,1-1 1,0 1-1,-1 0 1,-2-2 0,-21-12-11586</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5.596"/>
    </inkml:context>
    <inkml:brush xml:id="br0">
      <inkml:brushProperty name="width" value="0.035" units="cm"/>
      <inkml:brushProperty name="height" value="0.035" units="cm"/>
    </inkml:brush>
  </inkml:definitions>
  <inkml:trace contextRef="#ctx0" brushRef="#br0">0 104 15169,'24'7'2941,"-15"-7"610,0-5-2647,-7 3-165,11-3 375,0 0 0,1 1 1,-1 1-1,1 0 0,0 1 0,19-1 0,-5 0-434,43-3 318,-47 5-1387,1-2 1,-1 0 0,31-9 0,-54 12 183,1 0 0,-1-1 0,0 1 0,0 0 0,0-1 0,0 0-1,0 1 1,0-1 0,0 1 0,0-1 0,0 0 0,0 0 0,-1 0 0,1 1 0,0-1-1,0 0 1,-1 0 0,1 0 0,-1 0 0,2-2 0,-2 2-182,0 0 0,0 1 1,0-1-1,0 0 0,0 0 1,0 0-1,0 0 0,-1 0 0,1 1 1,0-1-1,0 0 0,-1 0 1,1 0-1,0 1 0,-1-1 0,1 0 1,-1 0-1,1 1 0,-1-1 1,1 0-1,-1 1 0,0-1 0,1 1 1,-1-1-1,0 1 0,1-1 1,-3 0-1,-16-13-12722</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5.769"/>
    </inkml:context>
    <inkml:brush xml:id="br0">
      <inkml:brushProperty name="width" value="0.035" units="cm"/>
      <inkml:brushProperty name="height" value="0.035" units="cm"/>
    </inkml:brush>
  </inkml:definitions>
  <inkml:trace contextRef="#ctx0" brushRef="#br0">1 92 22134,'101'-11'3292,"-61"11"-311,-26-3-689,15-3-500,0 3-1516,-1-6-276,1 4 0,0-1 0,-3 6 0,-6-12-2052,6-11-1421,-23 9-111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6.132"/>
    </inkml:context>
    <inkml:brush xml:id="br0">
      <inkml:brushProperty name="width" value="0.035" units="cm"/>
      <inkml:brushProperty name="height" value="0.035" units="cm"/>
    </inkml:brush>
  </inkml:definitions>
  <inkml:trace contextRef="#ctx0" brushRef="#br0">535 43 15613,'-3'-9'434,"2"6"-270,0 0 0,0 0-1,0 0 1,0 0 0,0 1 0,-1-1 0,1 0 0,-3-2 0,3 5-86,0-1 1,1 0-1,-1 1 1,0-1 0,0 1-1,0-1 1,0 1-1,0 0 1,0-1-1,0 1 1,0 0-1,0 0 1,0 0-1,0-1 1,-1 1 0,1 0-1,0 1 1,0-1-1,0 0 1,0 0-1,0 0 1,0 0-1,0 1 1,0-1-1,0 1 1,0-1 0,-2 2-1,-10 5 374,0 0-1,1 1 1,-1 0-1,1 2 1,1-1-1,0 1 1,0 1-1,1 0 1,-16 22-1,-5 13 278,-33 63 0,52-86-489,-129 252 1006,118-224-1264,3 1 0,2 0-1,-17 86 1,30-106-285,1 0 1,2 0-1,1 0 0,1 0 0,2 0 1,1 0-1,2 0 0,1 0 0,19 59 1,-21-81-43,0 0 0,1 0 0,0 0 0,0 0 0,1-1 0,1 0 0,0 0 0,0 0 1,13 12-1,-13-15-669,1-1 0,0 1 0,0-1 0,0-1 0,0 0 1,0 0-1,13 4 0,30 5-8522</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6.572"/>
    </inkml:context>
    <inkml:brush xml:id="br0">
      <inkml:brushProperty name="width" value="0.035" units="cm"/>
      <inkml:brushProperty name="height" value="0.035" units="cm"/>
    </inkml:brush>
  </inkml:definitions>
  <inkml:trace contextRef="#ctx0" brushRef="#br0">116 1 9973,'-4'2'354,"1"1"-1,-1 0 1,0 0-1,1 1 1,0-1 0,0 1-1,0-1 1,0 1 0,1 0-1,-1 0 1,1 0 0,0 1-1,0-1 1,1 0 0,-1 1-1,0 4 1,-31 137 5276,6 74-2463,23-172-2547,1-20-100,1 0 1,1 0 0,2 0 0,0 1 0,10 46 0,2-34-177,-12-41-371,0 0 1,0 0-1,0 0 0,0-1 0,0 1 0,0 0 0,0-1 0,0 1 0,0 0 0,0-1 1,0 1-1,-1-1 0,1 0 0,0 1 0,0-1 0,0-1 0,0 2-4,18-17-509,-1-1 0,0 0 0,15-22 0,14-15-514,-20 28 996,0 1 1,56-39-1,-81 64 179,1 0 0,0 0 0,-1 0-1,1 1 1,0 0 0,-1-1 0,1 1 0,0 0-1,0 0 1,0 1 0,-1-1 0,4 1-1,-2 0 124,-3-1-204,-1 0-1,1 1 0,0-1 0,0 1 1,-1-1-1,1 1 0,0-1 0,-1 1 1,1-1-1,-1 1 0,1 0 0,-1-1 1,1 1-1,-1 0 0,1-1 0,-1 1 1,1 0-1,-1 0 0,0 0 1,0-1-1,1 1 0,-1 1 0,1 0 87,0 1-74,0 1-1,1-1 1,-1 1 0,-1-1 0,1 1 0,0 0 0,-1-1 0,0 1 0,0 0 0,0 0 0,0-1 0,-1 1 0,1 0 0,-1-1 0,0 1 0,0-1 0,0 1 0,-3 4 0,-1 4-94,-1-1-1,0 0 1,0 0-1,-10 11 1,8-11-493,0-1 0,-1 0 0,0-1-1,-1 0 1,-13 10 0,16-14-84,0-1 0,0-1-1,0 1 1,0-1 0,-1 0 0,0 0-1,1-1 1,-1 0 0,-15 1-1,-20-3-5511,-5-4-3964</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6.806"/>
    </inkml:context>
    <inkml:brush xml:id="br0">
      <inkml:brushProperty name="width" value="0.035" units="cm"/>
      <inkml:brushProperty name="height" value="0.035" units="cm"/>
    </inkml:brush>
  </inkml:definitions>
  <inkml:trace contextRef="#ctx0" brushRef="#br0">504 1 19130,'-2'33'2335,"1"-31"-2079,1-1 1,0 1 0,0 0-1,0 0 1,0-1 0,0 1-1,1 0 1,-1-1 0,0 1 0,1 0-1,-1-1 1,1 1 0,1 2-1,2 7 412,5 28 948,-2 1 0,4 75 1,-10 86 104,-1-183-1585,-6 99-265,-5-1 1,-5 0 0,-5-1 0,-5-1 0,-5-2 0,-5 0-1,-56 117 1,70-181-1822,-3-1 0,-52 76-1,51-89-3345,-56 58-1,16-32-6681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7.543"/>
    </inkml:context>
    <inkml:brush xml:id="br0">
      <inkml:brushProperty name="width" value="0.035" units="cm"/>
      <inkml:brushProperty name="height" value="0.035" units="cm"/>
    </inkml:brush>
  </inkml:definitions>
  <inkml:trace contextRef="#ctx0" brushRef="#br0">1 56 10061,'0'0'2139,"2"-2"-147,4-1-944,-1 0 1,1 1-1,0 0 0,0 0 1,0 0-1,10-1 0,39-2 2112,-23 3-2158,110-4 3240,-51 4-2348,-44 4-931,-29 0-2599,1-1-4665,-27-8-988,2 2 4151,-17-9-8305</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8.519"/>
    </inkml:context>
    <inkml:brush xml:id="br0">
      <inkml:brushProperty name="width" value="0.035" units="cm"/>
      <inkml:brushProperty name="height" value="0.035" units="cm"/>
    </inkml:brush>
  </inkml:definitions>
  <inkml:trace contextRef="#ctx0" brushRef="#br0">1 47 17042,'37'8'2836,"-20"-19"-320,1 2-192,8 6-384,-1-2-391,1 2-309,12-6-196,-21 6-256,12-3-192,-1 4-284,-7-1-496,-1 3-508,-26 14-6645,-14 9 285,-20-3-6886</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8.692"/>
    </inkml:context>
    <inkml:brush xml:id="br0">
      <inkml:brushProperty name="width" value="0.035" units="cm"/>
      <inkml:brushProperty name="height" value="0.035" units="cm"/>
    </inkml:brush>
  </inkml:definitions>
  <inkml:trace contextRef="#ctx0" brushRef="#br0">0 121 20534,'46'-29'3052,"-6"26"-352,3-14-535,-5 6-425,-4-1-344,7 0-272,-1 4-1068,-9-4-56,-13 9 0,5-2 0,0-4-828,-38 18-14473,1-4 1647</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9.307"/>
    </inkml:context>
    <inkml:brush xml:id="br0">
      <inkml:brushProperty name="width" value="0.035" units="cm"/>
      <inkml:brushProperty name="height" value="0.035" units="cm"/>
    </inkml:brush>
  </inkml:definitions>
  <inkml:trace contextRef="#ctx0" brushRef="#br0">416 63 8949,'0'0'5145,"-2"3"-5060,-2 3-21,3-4-31,0 0 0,0 0 0,0-1 0,0 1 0,-1 0 0,1 0-1,-1-1 1,1 1 0,-1-1 0,0 1 0,0-1 0,0 0 0,1 0-1,-1 0 1,0 0 0,-3 1 0,-26 7 1006,1 1 1,0 1-1,1 2 0,-30 17 1,40-18-735,0 0 0,1 1 0,1 2 0,0-1 0,1 2 0,-23 28 0,30-33-140,0 1 0,1-1-1,0 2 1,-6 13 0,13-23-127,-1 1 1,1-1-1,0 1 0,0-1 1,0 1-1,0-1 0,1 1 1,0 0-1,-1 0 0,1-1 1,0 1-1,1 0 0,-1-1 1,1 1-1,0 0 1,-1-1-1,2 1 0,-1-1 1,0 1-1,1-1 0,2 4 1,-2-4-3,0-1 0,1 1 0,-1-1 0,1 0 0,0 0 1,0 0-1,0 0 0,0 0 0,0 0 0,0-1 0,0 0 1,1 1-1,-1-1 0,0 0 0,1-1 0,-1 1 1,1-1-1,3 1 0,9 0 59,-1-1 0,23-3 0,-38 3-95,13-2-5,-1 0 1,0-1-1,1 0 1,-2-2-1,1 1 1,0-1-1,-1-1 1,0 0-1,19-14 1,-17 12-97,-1-1-1,0 0 1,0-1-1,-1 0 1,0-1-1,-1 0 1,0-1 0,-1 0-1,-1-1 1,0 1-1,0-2 1,-1 1 0,-1-1-1,0 0 1,-1 0-1,0-1 1,-2 0 0,5-28-1,-6 22-8,1 2 39,-2 0-1,0-20 1,-1 34 89,-1 1-1,1 0 1,-1 0 0,0 0-1,0 0 1,0-1 0,0 1-1,-1 1 1,1-1 0,-1 0 0,0 0-1,0 0 1,-1 1 0,-4-6-1,5 7 98,-1 3 33,1-1-112,0 0 0,0 1 1,1-1-1,-1 1 0,0-1 0,0 1 0,0 0 0,0 0 1,1 0-1,-1 0 0,0 0 0,1 0 0,-1 0 0,0 1 1,1-1-1,0 0 0,-1 1 0,0 1 0,0 0 46,1 0 0,0 0 0,0 0 1,0 1-1,0-1 0,0 0 0,1 0 0,-1 1 0,1-1 0,0 0 0,1 6 0,0 6 79,0 1-1,2-1 0,0 0 0,0 1 0,2-2 1,0 1-1,0 0 0,2-1 0,-1 0 1,2-1-1,0 1 0,1-1 0,0-1 1,0 0-1,2 0 0,-1-1 0,2 0 1,-1-1-1,1 0 0,1-1 0,17 10 1,-17-12-829,1 0 0,0-2 1,0 1-1,0-2 1,30 6-1,-29-8-867,0 0 0,1-1 0,-1-1 0,1-1 0,-1 0 0,19-4 0,19-8-8934</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29.954"/>
    </inkml:context>
    <inkml:brush xml:id="br0">
      <inkml:brushProperty name="width" value="0.035" units="cm"/>
      <inkml:brushProperty name="height" value="0.035" units="cm"/>
    </inkml:brush>
  </inkml:definitions>
  <inkml:trace contextRef="#ctx0" brushRef="#br0">1 479 8269,'17'23'12548,"-8"-37"-11782,1 0-584,-1-1 0,0 1 1,-1-2-1,7-17 1,21-71 45,-8 24-152,4-21-22,-14 40-28,-17 58-16,-11 11-34,9-8 26,0 1-1,0-1 0,0 1 0,0-1 0,0 1 0,0 0 0,0-1 0,0 1 0,0 0 1,0 0-1,0 0 0,0 0 0,0 0 0,0 1 0,-3 7 2,1-1-1,0 1 0,1 0 1,0-1-1,0 1 1,0 10-1,-1 58 93,3-51 74,1 0 0,0 0 0,2 0 0,10 39 0,-12-62-119,0 0 0,0 0 1,0 1-1,0-1 0,0 0 0,1 0 0,-1-1 1,1 1-1,0 0 0,0 0 0,0-1 1,1 1-1,-1-1 0,0 0 0,1 0 0,-1 1 1,1-2-1,0 1 0,0 0 0,0-1 1,0 1-1,0-1 0,0 0 0,0 0 1,0 0-1,1 0 0,-1 0 0,0-1 0,1 0 1,-1 0-1,0 0 0,1 0 0,-1 0 1,0 0-1,0-1 0,1 0 0,-1 1 0,4-3 1,3 0-21,0-1 1,-1 0-1,1-1 1,-1 0-1,0 0 0,0-1 1,0 0-1,-1-1 1,0 0-1,0 0 1,-1-1-1,0 0 1,0 0-1,-1-1 1,0 1-1,7-15 0,-4 5-193,-2 1-1,0-1 0,0 0 0,-2-1 0,0 1 0,-2-1 1,0 0-1,1-26 0,-4 38 115,1-86-697,-1 93 737,0-1 0,0 0 0,0 0 1,0 1-1,-1-1 0,1 0 0,0 0 1,0 1-1,-1-1 0,1 0 1,0 1-1,-1-1 0,1 1 0,-1-1 1,1 0-1,-1 1 0,1-1 1,-1 1-1,1-1 0,-1 1 0,-1-1 1,-1-2-20,3 2 24,0 1 0,-1-1 1,1 1-1,0-1 1,0 1-1,-1-1 0,1 1 1,-1 0-1,1-1 1,0 1-1,-1-1 1,1 1-1,-1 0 0,1-1 1,-1 1-1,1 0 1,-1-1-1,1 1 1,-1 0-1,1 0 0,-1 0 1,1-1-1,-1 1 1,0 0-1,-3 14-50,1 4 84,1-3 57,1 0 1,0 0 0,1 0 0,1 1 0,0-1 0,1 0 0,0 0 0,1 0 0,1 0 0,1 0-1,0-1 1,1 0 0,0 0 0,1 0 0,18 24 0,-15-23-241,1-1-1,0 0 1,2-1 0,-1-1 0,28 21-1,-29-25-458,1 0 0,1-1 0,-1 0 0,1-1 0,0-1 0,1 0 0,21 5 0,13-1-5563,-2-6-3968</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30.233"/>
    </inkml:context>
    <inkml:brush xml:id="br0">
      <inkml:brushProperty name="width" value="0.035" units="cm"/>
      <inkml:brushProperty name="height" value="0.035" units="cm"/>
    </inkml:brush>
  </inkml:definitions>
  <inkml:trace contextRef="#ctx0" brushRef="#br0">1 75 10501,'0'1'120,"0"0"0,0 0 0,0 0 0,1 0 1,-1 0-1,0-1 0,0 1 0,1 0 0,-1 0 0,1 0 0,-1-1 1,1 1-1,-1 0 0,1-1 0,-1 1 0,1 0 0,-1-1 0,1 1 0,0-1 1,0 1-1,-1-1 0,3 1 0,-2-1 329,0 0-1,1 0 1,-1 0 0,1 0-1,-1-1 1,0 1 0,1-1-1,-1 1 1,1-1 0,-1 1-1,2-2 1,19-7 3301,23-1-533,1 3-1,71-4 0,-73 8-2496,92-15-720,-117 16-17,-15 1-597,-16-5-11670,3 1 8587,-25-9-9474</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30.579"/>
    </inkml:context>
    <inkml:brush xml:id="br0">
      <inkml:brushProperty name="width" value="0.035" units="cm"/>
      <inkml:brushProperty name="height" value="0.035" units="cm"/>
    </inkml:brush>
  </inkml:definitions>
  <inkml:trace contextRef="#ctx0" brushRef="#br0">169 0 13245,'-31'14'2055,"25"-11"-181,-11 5 1036,14-6-2793,0-1 1,1 1-1,-1 0 1,1 0-1,-1 0 1,1 0 0,0 0-1,-1 0 1,1 1-1,0-1 1,1 1-1,-1 0 1,0-1-1,1 1 1,-3 5-1,-1 6 106,1 0 0,-4 18 0,3-12 95,1-4-233,-38 180 938,37-165-1880,2 0-1,2 0 1,0 0-1,7 47 1,0-36-7343,2-29-388</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31.066"/>
    </inkml:context>
    <inkml:brush xml:id="br0">
      <inkml:brushProperty name="width" value="0.035" units="cm"/>
      <inkml:brushProperty name="height" value="0.035" units="cm"/>
    </inkml:brush>
  </inkml:definitions>
  <inkml:trace contextRef="#ctx0" brushRef="#br0">297 1 14369,'-7'0'573,"0"0"-1,1 1 1,-1-1-1,1 2 1,-1-1-1,-12 5 1,16-5-396,0 0 0,0 1 1,0 0-1,0 0 0,0 0 1,0 0-1,1 0 0,-1 1 0,1-1 1,0 1-1,-1-1 0,1 1 0,0 0 1,0 0-1,-2 6 0,-11 27 648,2 1-1,1 0 0,-11 62 1,13-34-9,-2 91-1,18-28-151,-1-71-374,-5-54-270,0 1-1,1-1 0,-1 1 0,1-1 0,0 1 0,0-1 0,0 0 0,0 0 0,1 1 0,-1-1 0,1 0 0,3 4 0,-4-7-15,-1 1-1,1-1 1,0 1 0,0-1 0,-1 0-1,1 0 1,0 1 0,0-1 0,-1 0 0,1 0-1,0 0 1,0 0 0,0 0 0,0 0-1,-1 0 1,1 0 0,0 0 0,0 0-1,1-1 1,0 1 8,3-1-6,-1 1 0,1-1 0,-1 0 0,1 0 0,-1-1 0,1 1 0,-1-1 0,0 0 0,0 0 0,0 0 0,5-5 0,42-35-60,-39 31 54,18-12 137,0 1 1,1 1-1,65-32 0,-95 53-117,0 0 0,0-1 0,0 1 0,0 0 0,0 0 0,-1 1 0,1-1 0,0 0 0,0 0 0,0 0 0,0 1 0,0-1 0,-1 0 0,1 1 0,0-1 0,0 0 0,-1 1 0,1-1 0,0 1 0,0 0 0,2 1 49,-2-1-49,1 0-1,-1 0 0,1 0 0,-1 0 1,1 1-1,-1-1 0,0 0 0,0 1 1,0-1-1,0 1 0,0 0 1,0-1-1,0 1 0,0 0 0,-1-1 1,1 1-1,-1 0 0,1 0 0,-1-1 1,0 1-1,1 0 0,-1 0 1,0 0-1,0 0 0,0-1 0,-1 1 1,1 0-1,0 0 0,-1 0 1,1-1-1,-2 4 0,-1 6 13,-1-1 1,0 0-1,-1 0 0,-6 10 0,2-6-103,0 0 0,-1-1 0,-1 0 0,-21 20 0,-53 38-1708,81-68 1656,-4 3-167,0 0 0,-1-1-1,0 0 1,0-1 0,0 0-1,0 0 1,0-1 0,-1 0-1,0-1 1,1 0 0,-1 0-1,0-1 1,0 0-1,0-1 1,-18-2 0,18 1-381,0-1 0,0 0 1,1-1-1,-1 0 0,1 0 0,0-1 1,0 0-1,0-1 0,-15-10 0,0-1-4277,10 8-2775</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31.557"/>
    </inkml:context>
    <inkml:brush xml:id="br0">
      <inkml:brushProperty name="width" value="0.035" units="cm"/>
      <inkml:brushProperty name="height" value="0.035" units="cm"/>
    </inkml:brush>
  </inkml:definitions>
  <inkml:trace contextRef="#ctx0" brushRef="#br0">0 323 12861,'0'0'5829,"3"-3"-4899,5-3-581,1 1 0,-1 0 0,1 0 0,0 0 1,0 1-1,0 1 0,16-5 0,77-11 2023,-79 15-1947,842-84 6923,56 67-7138,-870 21-211,922 12 1,0-1 0,-918-10 0,105-5 0,-137 2 0,-1-1 0,0 0 0,0-2 0,-1-1 0,22-9 0,-42 15-10,1-1 1,-1 1-1,0-1 1,1 1-1,-1-1 1,0 0-1,0 1 1,0-1-1,1 0 1,-1 0-1,0 0 1,0 0-1,0 0 1,0 0-1,0 0 1,-1 0-1,1-1 0,0 1 1,0-2-1,0 2-16,-1 0-1,0 0 0,0 0 0,-1 0 0,1 0 0,0 0 0,0 0 1,0 0-1,-1 0 0,1 0 0,0 0 0,-1 0 0,1 0 0,-1 0 1,0 0-1,1 0 0,-1 0 0,1 0 0,-3-1 0,-3-3-354,0 0 0,0 0 0,-1 0 0,-14-7-1,-1 1-2739,15 8 1194,0 0 1,0-1 0,0 0 0,1 0 0,-7-6 0,-4-11-10545</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5:40.033"/>
    </inkml:context>
    <inkml:brush xml:id="br0">
      <inkml:brushProperty name="width" value="0.035" units="cm"/>
      <inkml:brushProperty name="height" value="0.035" units="cm"/>
    </inkml:brush>
  </inkml:definitions>
  <inkml:trace contextRef="#ctx0" brushRef="#br0">9 127 4704,'0'0'5074,"-1"2"-4502,-7 25 12451,72-24-9656,287-28 331,-63 3-2535,95 1-528,-263 13-474,-45 0-1007,-216 17-108,117-7 846,-41 9-1,8-1-11,-459 30-778,214-28 653,237-4 281,61-8 291,9-1-148,327-62 1434,8 24-976,-52 19-2223,-283 20 1198,0-1 1,0 1 0,0-1-1,-1 0 1,6-2-1,-8 3 218,-1-1-1,0 1 0,0-1 0,0 1 0,0-1 0,0 1 0,0-1 0,0 0 0,-1 1 0,1-1 0,0 0 1,0 0-1,-1 0 0,1 0 0,0 0 0,-1 0 0,1 0 0,-1 0 0,1 0 0,-1 0 0,1 0 0,0-2 1,-1 3 66,0-1 1,0 1-1,0-1 1,0 1-1,0 0 1,0-1-1,0 1 1,0 0-1,0-1 1,0 1-1,0-1 1,0 1-1,0 0 1,0-1-1,0 1 1,0-1-1,0 1 1,-1 0-1,1-1 1,0 1-1,0 0 1,0-1 0,-1 1-1,1 0 1,0-1-1,0 1 1,-1 0-1,1 0 1,0-1-1,-1 1 1,-13-2-4851,9 2 2929,-27-5-8872</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4.304"/>
    </inkml:context>
    <inkml:brush xml:id="br0">
      <inkml:brushProperty name="width" value="0.035" units="cm"/>
      <inkml:brushProperty name="height" value="0.035" units="cm"/>
    </inkml:brush>
  </inkml:definitions>
  <inkml:trace contextRef="#ctx0" brushRef="#br0">43 50 17114,'-13'-6'844,"-3"-1"210,2 5 6405,44-10-3766,4 10-2870,40 1 0,-53 2-4442,1-1-3453,-27-20-11063</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4.839"/>
    </inkml:context>
    <inkml:brush xml:id="br0">
      <inkml:brushProperty name="width" value="0.035" units="cm"/>
      <inkml:brushProperty name="height" value="0.035" units="cm"/>
    </inkml:brush>
  </inkml:definitions>
  <inkml:trace contextRef="#ctx0" brushRef="#br0">141 85 9013,'-4'4'425,"-1"0"1,0 0-1,1 0 1,0 0-1,0 0 1,0 1-1,1 0 1,-5 8-1,1-3 126,0 0-228,1 1 0,0-1 0,0 1 0,2 1 1,-1-1-1,-5 22 0,4-2 181,-2 41 0,5-41-55,3-24-283,-1 0 1,2 0 0,-1 0 0,1 0 0,0-1-1,0 1 1,1 0 0,0 0 0,3 7 0,-4-11-97,0-1 0,0 0 0,0 0 1,0 1-1,1-1 0,-1 0 1,1 0-1,-1-1 0,1 1 1,0 0-1,0 0 0,-1-1 0,1 1 1,0-1-1,1 0 0,-1 1 1,0-1-1,0 0 0,0 0 0,1 0 1,-1-1-1,0 1 0,1-1 1,-1 1-1,1-1 0,-1 0 0,1 0 1,-1 0-1,1 0 0,3 0 1,1-3 33,1 0 1,-1 0 0,0 0 0,0-1-1,0 0 1,0 0 0,-1-1 0,10-8-1,8-10 228,0-1 0,-1-1 1,32-48-1,28-29 422,-44 59-406,-1 1-10,48-40 1,-82 79-309,1-1 1,-1 1-1,1 0 0,0 0 0,0 1 1,0-1-1,0 1 0,0 0 1,1 1-1,-1-1 0,0 1 0,9-1 1,-11 2-22,-1 0 0,1 0 0,0 0 0,0 1 0,-1-1 0,1 1 0,0 0 0,-1-1 1,1 1-1,-1 1 0,1-1 0,-1 0 0,0 0 0,1 1 0,-1-1 0,0 1 0,0 0 0,0 0 1,0 0-1,0 0 0,0 0 0,-1 0 0,1 0 0,-1 1 0,0-1 0,3 5 0,5 16 10,-1 0-1,0 1 0,-2 0 1,-1 0-1,2 29 0,3 128-737,-8-125 312,-2-53 390,-1 58-214,1-57 232,0-1-1,-1 1 0,1-1 0,-1 1 0,0-1 0,0 1 1,0-1-1,0 0 0,-1 1 0,1-1 0,-1 0 1,0 0-1,-4 6 0,5-9 8,1 1 0,-1-1 0,1 0 0,-1 1 1,0-1-1,1 0 0,-1 0 0,0 1 0,1-1 0,-1 0 0,0 0 0,1 0 0,-1 0 1,0 0-1,1 1 0,-1-1 0,0-1 0,1 1 0,-1 0 0,0 0 0,1 0 1,-1 0-1,0 0 0,0-1 0,-18-12 212,-15-31 296,26 32-305,-17-25 933,-35-72 0,-1-2 274,56 103-1516,0 1 0,-1 0 0,1 1 1,-1-1-1,-1 1 0,1 0 0,-1 1 1,0 0-1,0 0 0,-1 0 0,0 1 1,1 0-1,-1 0 0,-1 1 0,1 0 1,0 1-1,-1 0 0,1 0 0,-1 0 1,0 1-1,0 1 0,1 0 1,-1 0-1,0 0 0,0 1 0,1 0 1,-12 4-1,-88 18-4526,0-1-4491,50-10-668</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28.405"/>
    </inkml:context>
    <inkml:brush xml:id="br0">
      <inkml:brushProperty name="width" value="0.035" units="cm"/>
      <inkml:brushProperty name="height" value="0.035" units="cm"/>
    </inkml:brush>
  </inkml:definitions>
  <inkml:trace contextRef="#ctx0" brushRef="#br0">78 312 7573,'-41'0'1305,"33"0"-206,5 1-227,-1 1-120,-9 5-756,4-5 7252,20 24-5193,-6-7-1779,0-1 1,-1 1-1,0 0 1,-2 0 0,-1 1-1,0-1 1,-2 21-1,1-12-151,-7 164 307,3 94-505,3-227 82,4-24 29,-3-32-74,1-6-23,4-17-80,-1 0 1,-1 0-1,0-35 0,-6-66-447,2 86 408,-3-89 218,22-228 0,-11 282 237,-4 36 485,12-63 0,-12 86-456,0 1 0,1-1 1,0 0-1,1 1 0,0 0 0,1 0 1,0 1-1,0-1 0,13-13 0,-11 14 55,1 0-1,0 1 0,0 1 0,16-11 0,-23 17-309,1 0 1,-1 0 0,0 0-1,1 0 1,-1 0 0,1 0-1,-1 0 1,1 1 0,-1-1-1,1 1 1,5 0 0,-7 0-32,1 1 1,-1-1 0,0 0-1,1 1 1,-1 0 0,1-1-1,-1 1 1,0 0-1,0-1 1,1 1 0,-1 0-1,0 0 1,0 0 0,0 0-1,0 0 1,0 0 0,0 1-1,0-1 1,0 0 0,-1 0-1,1 1 1,1 1-1,0 4-57,0 0-1,0 0 1,-1 0-1,0 0 1,0 0-1,-1 0 1,0 0-1,0 0 0,0 0 1,-1 1-1,0-1 1,0 0-1,-5 12 1,-4 12-1231,-23 49 0,31-75 1118,-50 97-4278,9-38-3455,1-14-3678</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28.783"/>
    </inkml:context>
    <inkml:brush xml:id="br0">
      <inkml:brushProperty name="width" value="0.035" units="cm"/>
      <inkml:brushProperty name="height" value="0.035" units="cm"/>
    </inkml:brush>
  </inkml:definitions>
  <inkml:trace contextRef="#ctx0" brushRef="#br0">1050 30 14385,'-1'-2'217,"0"0"-1,-1 0 0,1 1 1,0-1-1,-1 0 0,1 1 1,-1-1-1,0 1 0,1-1 0,-1 1 1,0 0-1,0 0 0,0 0 1,0 0-1,0 0 0,0 0 1,0 0-1,0 1 0,-1-1 1,1 1-1,-4-1 0,-6 0 330,1 0-1,-1 1 1,-14 1-1,9 2-296,0 0 0,0 1 0,1 1 0,0 1 1,0 0-1,0 1 0,0 1 0,1 0 0,-27 20 0,-5 8 485,-66 66-1,51-38-325,2 3 1,4 3-1,3 2 0,2 2 0,5 3 0,2 1 0,4 3 0,4 1 1,3 1-1,4 2 0,-31 147 0,50-181-480,2 1 0,3 0 0,2 1 0,2-1 1,2 1-1,12 71 0,-10-106-145,2 0 1,0-1 0,0 0 0,2 0 0,0 0-1,1 0 1,1-1 0,0-1 0,22 27-1,-21-30-291,1-1-1,0 0 0,1-1 0,0-1 0,0 0 1,1 0-1,0-1 0,1-1 0,0 0 0,0-1 1,0 0-1,17 3 0,-8-3-1750,0-2 0,28 2 0,59-1-8882</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0.873"/>
    </inkml:context>
    <inkml:brush xml:id="br0">
      <inkml:brushProperty name="width" value="0.035" units="cm"/>
      <inkml:brushProperty name="height" value="0.035" units="cm"/>
    </inkml:brush>
  </inkml:definitions>
  <inkml:trace contextRef="#ctx0" brushRef="#br0">32 0 4092,'-4'21'22115,"11"-17"-22004,-3-1-3052,-2-2 3110,-4 0-178,-10 7 836,11-8-1063,0 1 0,0-1 0,1 0 1,-1 0-1,0 0 0,0 0 0,0 0 0,0 0 1,0 0-1,1 0 0,-1 0 0,0-1 0,0 1 0,0 0 1,0 0-1,1-1 0,-1 1 0,0 0 0,0-1 0,1 1 1,-1-1-1,0 1 0,1-1 0,-1 0 0,0 1 1,1-1-1,-1 1 0,1-1 0,-1 0 0,1 0 0,-1 1 1,1-1-1,0 0 0,-1-1 0,0 0-951,1-21-10752</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1.599"/>
    </inkml:context>
    <inkml:brush xml:id="br0">
      <inkml:brushProperty name="width" value="0.035" units="cm"/>
      <inkml:brushProperty name="height" value="0.035" units="cm"/>
    </inkml:brush>
  </inkml:definitions>
  <inkml:trace contextRef="#ctx0" brushRef="#br0">148 173 6521,'-1'0'146,"0"1"1,-1-1-1,1 1 1,0-1 0,0 1-1,0-1 1,0 1 0,-1 0-1,1 0 1,0 0-1,0-1 1,1 1 0,-1 0-1,0 0 1,0 0 0,0 0-1,1 1 1,-1-1-1,0 0 1,1 0 0,-1 0-1,1 1 1,-1 0 0,0 2 3848,0-2-2966,-4 8-469,0 0 1,-1-1-1,0 0 0,-1 0 0,0-1 1,0 0-1,0 0 0,-14 11 0,-7 7 275,6 4 1134,20-26-559,9-18-976,-7 14-438,6-11 17,0 1-1,1 0 1,0 0 0,1 1-1,0 0 1,0 0-1,1 1 1,0 0 0,0 1-1,1 0 1,0 0-1,19-9 1,10-1 0,1 1 0,53-13 0,-23 7 44,97-22-53,-76 23 16,27-2 36,-40 10-64,42-17 648,-117 29-424,-2 3-130,-1 0-82,1 1 0,0-1 0,-1 0 0,0 1 0,1-1 0,-1 0 0,0 1-1,0-1 1,-1 0 0,1 1 0,0-1 0,-1 0 0,1 0 0,-1 1 0,0-1 0,0 0-1,0 0 1,0 0 0,0 0 0,0 0 0,0 0 0,-1 0 0,-2 3 0,-256 380-74,-17 49 374,261-409-235,-16 25 724,-60 70 1,88-115-573,2-3-70,0 0 0,-1 0 0,2 0 0,-1 1 0,0-1 0,0 1 0,-1 3 0,20 0 777,-9-3-819,1 0-1,-1-1 1,1 0-1,-1-1 1,1 0-1,0 0 1,10-1-1,65-7 1069,-28 1-820,232-28-1104,-130 13-97,-151 20 174,0 0-1,0-1 1,0 0 0,0 0-1,11-5 1,3-8-3256,-20 14 3257,0-1 0,0 1 0,0 0 0,-1-1 0,1 1 0,0-1 0,0 1 0,-1-1 0,1 1 0,-1-1 0,1 0 0,-1-2 0,-3-10-10878</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1.944"/>
    </inkml:context>
    <inkml:brush xml:id="br0">
      <inkml:brushProperty name="width" value="0.035" units="cm"/>
      <inkml:brushProperty name="height" value="0.035" units="cm"/>
    </inkml:brush>
  </inkml:definitions>
  <inkml:trace contextRef="#ctx0" brushRef="#br0">0 161 17302,'1'-2'315,"0"-1"0,0 1 0,0-1 0,1 1 0,-1-1 0,1 1 1,-1 0-1,1-1 0,0 1 0,0 0 0,0 0 0,0 0 1,0 1-1,0-1 0,1 0 0,-1 1 0,0-1 0,1 1 0,0 0 1,-1 0-1,1 0 0,-1 0 0,1 1 0,0-1 0,0 1 0,0-1 1,2 1-1,34-3 1956,47 1 0,13 0-172,114-7-2099,36-3 0,-214 10 0,-28 3 0,0-2 0,0 1 0,-1-1 0,12-2 0,-17 3-19,-1-1 0,1 1 0,-1 0 0,1 0-1,-1-1 1,1 1 0,-1 0 0,0-1 0,1 1 0,-1 0 0,1-1 0,-1 1 0,0-1-1,1 1 1,-1-1 0,0 1 0,0-1 0,1 1 0,-1-1 0,0 1 0,0-1 0,0 1-1,0-1 1,0 1 0,1-1 0,-1 1 0,0-1 0,0 1 0,-1-2 0,2-4-624,-1 1 0,0-1 1,-1 1-1,-1-10 1,-7-3-3155,9 17 3264,-1 0-1,0 0 1,0 1-1,1-1 1,-1 0 0,0 1-1,0-1 1,0 0 0,0 1-1,0-1 1,0 1 0,0-1-1,0 1 1,-1 0 0,0-1-1,-15-2-13132</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2.384"/>
    </inkml:context>
    <inkml:brush xml:id="br0">
      <inkml:brushProperty name="width" value="0.035" units="cm"/>
      <inkml:brushProperty name="height" value="0.035" units="cm"/>
    </inkml:brush>
  </inkml:definitions>
  <inkml:trace contextRef="#ctx0" brushRef="#br0">591 3 13729,'-1'0'83,"0"-1"0,0 1 0,1 0 0,-1-1 0,0 1 0,0 0-1,1 0 1,-1 0 0,0 0 0,0-1 0,0 1 0,1 0 0,-1 0 0,0 1-1,0-1 1,0 0 0,1 0 0,-1 0 0,0 0 0,0 1 0,0-1 0,1 0-1,-2 1 1,2 1 142,0 0 0,0 0-1,1-1 1,-1 1-1,1 0 1,-1-1-1,1 1 1,0 0 0,0-1-1,1 3 1,-2-4-222,-1-1 74,0 0 1,0 0 0,0 0 0,-1 0 0,1 0 0,0 0-1,0 0 1,-1 0 0,1 1 0,-1-1 0,1 0-1,-1 1 1,1-1 0,-1 1 0,1 0 0,-1-1 0,1 1-1,-1 0 1,0 0 0,1 0 0,-1 0 0,1 0-1,-1 1 1,0-1 0,1 0 0,-3 1 0,-46 14-469,-61 32 584,-156 92 1,159-67 3835,108-71-3904,0 0 1,1 0-1,-1 0 1,0 0 0,1-1-1,-1 1 1,1 0-1,-1 0 1,1-1-1,0 1 1,-1 0 0,1-1-1,0 1 1,-1-1-1,1 1 1,0-1 0,0 1-1,1 0 1,5 3 281,1 0 1,0-1 0,-1 1-1,2-2 1,-1 1 0,16 2-1,57 4 1603,-37-5-1213,-21-2-692,208 21 193,-185-17-216,-33-4-229,0 0 0,23 0 0,-35-3 4,0 1 0,0 0-1,0-1 1,-1 1 0,1 0 0,0-1 0,0 1 0,0-1 0,-1 1 0,1-1 0,0 0 0,-1 1 0,1-1 0,0 0 0,-1 1 0,1-1 0,-1 0 0,1 0 0,-1 0 0,0 1-1,1-1 1,-1 0 0,0 0 0,1 0 0,-1 0 0,0 0 0,0 0 0,0 0 0,0 1 0,0-1 0,0 0 0,0 0 0,0 0 0,0 0 0,0 0 0,0 0 0,-1 0 0,0-1-1,1 1-483,0 0-1,-1 0 1,1 1-1,-1-1 1,1 0-1,-1 0 1,0 1-1,1-1 1,-1 0-1,0 1 1,1-1-1,-1 0 1,0 1-1,0-1 1,1 1-1,-1-1 1,-2 0-1,-16-6-11921</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2.743"/>
    </inkml:context>
    <inkml:brush xml:id="br0">
      <inkml:brushProperty name="width" value="0.035" units="cm"/>
      <inkml:brushProperty name="height" value="0.035" units="cm"/>
    </inkml:brush>
  </inkml:definitions>
  <inkml:trace contextRef="#ctx0" brushRef="#br0">1 42 16365,'7'0'450,"-5"1"-269,0-1 0,0 0 0,-1 0 0,1 0 1,0 0-1,0 0 0,0 0 0,0 0 0,0-1 0,0 1 0,0-1 0,0 1 0,0-1 0,-1 0 0,1 0 0,0 0 0,0 0 0,-1 0 0,1 0 1,-1 0-1,1 0 0,-1-1 0,1 1 0,-1-1 0,0 1 0,2-3 0,-2 2 28,0 1 0,0-1 0,0 1 0,0-1-1,0 1 1,0 0 0,0 0 0,0 0 0,1 0 0,-1-1 0,1 2 0,-1-1 0,0 0-1,1 0 1,0 0 0,-1 1 0,3-2 0,1 2 417,0-1 0,0 1 0,0 0 0,0 0 0,5 1 0,2 0 249,64 9 359,112 30 0,-117-23-1030,-47-11-360,32 14-1,-3 0-829,-52-20 674,1 0 0,-1 1 0,1-1 0,-1 0 0,1 0-1,-1 0 1,1 1 0,-1-2 0,1 1 0,-1 0 0,1 0 0,-1 0 0,1-1-1,-1 1 1,1-1 0,-1 1 0,0-1 0,1 0 0,-1 1 0,0-1 0,1 0-1,-1 0 1,0 0 0,0 0 0,0 0 0,0 0 0,0 0 0,0 0 0,0-1-1,1-1 1,15-14-6701,7-5-4782</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3.846"/>
    </inkml:context>
    <inkml:brush xml:id="br0">
      <inkml:brushProperty name="width" value="0.035" units="cm"/>
      <inkml:brushProperty name="height" value="0.035" units="cm"/>
    </inkml:brush>
  </inkml:definitions>
  <inkml:trace contextRef="#ctx0" brushRef="#br0">0 0 6397,'0'1'313,"0"-1"0,0 1 0,0-1 0,1 1 0,-1-1 1,0 1-1,0-1 0,0 0 0,0 1 0,1-1 0,-1 1 1,0-1-1,0 1 0,1-1 0,-1 0 0,0 1 0,1-1 1,-1 0-1,0 1 0,1-1 0,-1 0 0,1 1 0,-1-1 1,0 0-1,1 0 0,-1 0 0,1 1 0,-1-1 0,2 0 1,19 1 2562,20-9 211,-37 7-2639,0 0 1,0 1-1,-1-1 1,1 1-1,0 0 1,0 0-1,0 0 1,4 1-1,8 0 605,125 8 4270,-102-5-5066,41 8-1,25 3-169,-96-14-571,-1 1 0,1 1 0,-1-1 0,0 1 0,0 1 1,13 7-1,-12-7-125,-6-2-1691,-3-5-728,-1-5 1188,-3-17-6712,4 6-1515</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4.536"/>
    </inkml:context>
    <inkml:brush xml:id="br0">
      <inkml:brushProperty name="width" value="0.035" units="cm"/>
      <inkml:brushProperty name="height" value="0.035" units="cm"/>
    </inkml:brush>
  </inkml:definitions>
  <inkml:trace contextRef="#ctx0" brushRef="#br0">0 122 6353,'9'-23'10808,"-6"21"-10267,0 1 1,0-1 0,-1 0-1,1 1 1,0-1-1,-1-1 1,5-3-1,1-1 827,0 1-792,1 1 0,0 0-1,0 1 1,0 0-1,0 0 1,20-4 0,62-8 4479,-51 10-4234,28-7-821,-50 11 0,-16 2-9,-1 0 0,0 1 0,1-1-1,-1 1 1,1-1 0,-1 1 0,0-1 0,0 1 0,1-1-1,-1 1 1,0 0 0,0 0 0,0 0 0,0 0 0,0 0-1,0 0 1,0 0 0,0 0 0,0 0 0,0 0 0,1 3-1,-1-1-36,0-1-1,-1 1 0,1 0 0,-1-1 1,1 1-1,-1 0 0,0 0 0,0-1 1,0 1-1,-1 5 0,-2 4-237,0 0 0,-1-1-1,0 1 1,-7 12-1,-29 53-2920,-59 86 0,83-139 2742,-34 55 1252,49-77 126,4-1 51,22 7-175,1 0-1,0-2 1,0-2-1,0 0 1,46 1-1,34 4 808,-69-4-1598,21 6 0,-57-11 0,0 0 0,-1 0 0,1 0 0,0 0 0,-1 0 0,1 1 0,-1-1 0,1 0 0,0 0 0,-1 1 0,1-1 0,-1 0 0,1 1 0,-1-1 0,1 1 0,-1-1 0,1 1 0,-1-1 0,1 1 0,-1-1 0,1 1 0,-2 4 0,-1 0 0,0 0 0,0 0 0,0 0 0,0 0 0,-1-1 0,0 1 0,0-1 0,-3 5 0,-4 2-405,0 0 1,0 0-1,-1-1 1,-1 0-1,1-1 0,-2 0 1,-17 9-1,-11 4-1792,-45 16 0,37-19-487,-77 20 0,88-31 2851,-43 4-1,76-11 1788,7-3-552,2 0-1126,0 0 0,0 0 0,0 0 0,0 0 0,0 1 0,0 0 0,0-1-1,1 2 1,-1-1 0,1 0 0,4 1 0,54 2 1481,-42-1-1074,28 3-288,0 1 1,-1 3-1,0 2 1,0 2-1,-1 2 1,-1 2-1,0 2 1,60 33-1,-72-30-1542,55 45-1,-87-59-2197,-2 15-5360,0 6-6733</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4.836"/>
    </inkml:context>
    <inkml:brush xml:id="br0">
      <inkml:brushProperty name="width" value="0.035" units="cm"/>
      <inkml:brushProperty name="height" value="0.035" units="cm"/>
    </inkml:brush>
  </inkml:definitions>
  <inkml:trace contextRef="#ctx0" brushRef="#br0">6 0 15101,'66'58'4108,"-35"-33"-739,51 55-1,-39-26-2686,-1 1 0,-3 2 0,-2 1 0,-3 2 0,-3 2 0,-2 0 1,-4 2-1,-1 1 0,26 127 0,-43-142-805,-1 1-1,-3 0 1,-3-1 0,-1 1-1,-3 0 1,-1 0 0,-17 63-1,12-71-178,-3-1 0,-1-1 0,-2 0 0,-2 0 0,-2-2 0,-1 0 0,-2-2-1,-48 61 1,-42 20-5284,30-49-1159,-20-4-4861,86-54 9466</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6.765"/>
    </inkml:context>
    <inkml:brush xml:id="br0">
      <inkml:brushProperty name="width" value="0.035" units="cm"/>
      <inkml:brushProperty name="height" value="0.035" units="cm"/>
    </inkml:brush>
  </inkml:definitions>
  <inkml:trace contextRef="#ctx0" brushRef="#br0">130 1 12569,'-26'5'5686,"1"0"922,10-4-6582,15-1-7,0 0 0,-1 0 0,1 0 0,0 0 1,0 0-1,0 0 0,0 0 0,0 0 0,-1 0 0,1 0 0,0 0 1,0 0-1,0 0 0,0 0 0,0 0 0,0 0 0,-1 1 0,1-1 1,0 0-1,0 0 0,0 0 0,0 0 0,0 0 0,0 0 0,0 0 0,-1 0 1,1 1-1,0-1 0,0 0 0,0 0 0,0 0 0,0 0 0,0 0 1,0 0-1,0 1 0,0-1 0,0 0 0,0 0 0,0 0 0,0 0 1,0 0-1,0 1 0,0-1 0,0 0 0,0 0 0,0 0 0,-13 56 1200,-19 98 192,23 38-136,9-190-1055,18-5 327,-17 2-527,1 1-1,-1-1 1,1 0-1,-1 0 1,1 1-1,-1-1 1,1 0-1,-1-1 1,0 1-1,0 0 1,1 0-1,-1-1 0,0 1 1,0 0-1,0-1 1,0 1-1,-1-1 1,2-1-1,10-32 114,-9 23-102,2-6-159,-1 0 0,-1-1 0,0 0 1,-1 1-1,-2-29 0,2-5-1896,-2 48 1765,0 0 0,0 0-1,-1 0 1,1 1 0,-1-1 0,0 0-1,0 0 1,0 0 0,0 0-1,-1 1 1,-1-5 0,2 7-57,0-1-1,0 1 1,0-1 0,-1 1 0,1-1-1,0 1 1,-1 0 0,1 0-1,-1 0 1,1 0 0,-3-1 0,2 1-337,0 0-1,0 0 1,0 1 0,0-1 0,0 1 0,0 0 0,0-1 0,0 1 0,0 0-1,0 0 1,-4 1 0,-18 6-9822</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5.926"/>
    </inkml:context>
    <inkml:brush xml:id="br0">
      <inkml:brushProperty name="width" value="0.035" units="cm"/>
      <inkml:brushProperty name="height" value="0.035" units="cm"/>
    </inkml:brush>
  </inkml:definitions>
  <inkml:trace contextRef="#ctx0" brushRef="#br0">33 23 13813,'-9'5'772,"-13"4"1337,20-10-720,12-6 456,-2 3-945,0 1 0,0 0-1,0 0 1,0 1-1,0 0 1,1 0 0,-1 1-1,1 0 1,-1 0-1,13 2 1,11-3 844,-27 1-1651,30-2 460,60 2 0,-91 0-591,-1 2 0,1-1 0,0 0 1,0 1-1,-1-1 0,1 1 0,0 0 0,-1 0 0,1 1 0,3 1 0,1 1-807,-25 7-7174,-15 6 228,-5-1-4920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6.050"/>
    </inkml:context>
    <inkml:brush xml:id="br0">
      <inkml:brushProperty name="width" value="0.035" units="cm"/>
      <inkml:brushProperty name="height" value="0.035" units="cm"/>
    </inkml:brush>
  </inkml:definitions>
  <inkml:trace contextRef="#ctx0" brushRef="#br0">1 121 18542,'54'-40'2688,"-5"31"-128,-29 6-384,6-2-535,3 2-313,-3 0-424,3 0-716,-6-3-824,5 0-1068,-19-17-1329,0 3-99,-9 43-3233,0 0-5808</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7.330"/>
    </inkml:context>
    <inkml:brush xml:id="br0">
      <inkml:brushProperty name="width" value="0.035" units="cm"/>
      <inkml:brushProperty name="height" value="0.035" units="cm"/>
    </inkml:brush>
  </inkml:definitions>
  <inkml:trace contextRef="#ctx0" brushRef="#br0">0 75 10493,'16'-31'3842,"-14"28"-403,2 3-1617,147 7 5492,-61-6-5163,261 2 470,-80-3-1536,-213 2-1085,1238-1 0,-1240-1 16,-25 0-55,0-1 0,38-6 0,-68 7-4,-1 0 0,1 0-1,0 0 1,-1 0-1,1 0 1,-1 0 0,1 0-1,0-1 1,-1 1-1,1 0 1,0 0 0,-1 0-1,1-1 1,-1 1 0,1 0-1,-1-1 1,1 1-1,0 0 1,-1-1 0,1 1-1,-1-1 1,0 1-1,1-1 1,-1 1 0,1-1-1,-1 1 1,0-1 0,1 0-1,-1 1 1,0-1-1,0-1-154,-1 1 0,1 0-1,-1 0 1,0 0 0,1-1-1,-1 1 1,0 0-1,0 0 1,0 0 0,0 0-1,0 1 1,0-1 0,0 0-1,-1-1 1,-1 0-246,-1 0 1,1 0-1,0 0 1,-1 0-1,1 1 0,-1-1 1,0 1-1,0 0 0,1 0 1,-5-1-1,-4 1-2003,-1 0 0,-17 2 0,-49 2-10694</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8.354"/>
    </inkml:context>
    <inkml:brush xml:id="br0">
      <inkml:brushProperty name="width" value="0.035" units="cm"/>
      <inkml:brushProperty name="height" value="0.035" units="cm"/>
    </inkml:brush>
  </inkml:definitions>
  <inkml:trace contextRef="#ctx0" brushRef="#br0">61 480 7905,'0'0'14264,"-3"1"-13422,-52 15 3089,52-16-2734,4 1-1160,0 0 1,0-1-1,-1 1 0,1 0 0,0 0 0,-1-1 0,1 1 0,0 0 0,-1 0 1,1 0-1,-1 0 0,0 0 0,1 0 0,-1-1 0,0 1 0,1 2 0,5 12 380,31 24 211,-35-37-315,-10-32-1007,30 119 782,4-1 0,3-1 0,4-2 0,80 148-1,-84-182 27,2-2 0,67 81 0,-42-72-201,-56-58 84,0 0-1,0 0 1,0 0 0,0 0-1,0 0 1,0 0 0,0 0-1,0 0 1,0 0-1,0-1 1,0 1 0,0 0-1,0 0 1,0 0 0,0 0-1,0 0 1,0 0 0,0 0-1,0 0 1,0 0-1,0-1 1,0 1 0,0 0-1,0 0 1,0 0 0,0 0-1,1 0 1,-1 0 0,0 0-1,0 0 1,0 0-1,0 0 1,0 0 0,0 0-1,0 0 1,0 0 0,0 0-1,1 0 1,-1 0 0,0 0-1,0 0 1,0 0-1,0 0 1,0 0 0,0 0-1,0 0 1,0 0 0,0 0-1,1 0 1,-1 0 0,0 0-1,0 0 1,0 0-1,0 0 1,0 0 0,0 0-1,0 0 1,0 0 0,0 1-1,0-1 1,0 0 0,1 0-1,-1 0 1,0 0-1,0 0 1,0 0 0,0 0-1,0 0 1,0 1 0,6-20-436,0 0 1,-1 0-1,-1 0 1,0 0-1,-2-1 1,0 0 0,-2 1-1,-2-39 1,-7-15-630,-19-74 0,20 108 811,-109-424-190,108 434 1174,-1 0 0,-19-39 0,18 52 13,7 12-478,1 0-1,1 0 0,-1-1 1,1 1-1,-4-9 1,6 12-199,0 0 1,-1 1-1,1-1 0,0 0 1,0 0-1,0 0 1,0 0-1,0 0 0,0 0 1,0 0-1,0 0 1,1 0-1,-1 1 0,0-1 1,1 0-1,-1 0 1,0 0-1,1 0 0,-1 1 1,1-1-1,-1 0 1,1 0-1,-1 1 0,1-1 1,0 0-1,-1 1 1,1-1-1,0 1 1,0-1-1,-1 1 0,1-1 1,0 1-1,0-1 1,0 1-1,0 0 0,1-1 1,3 0 242,1-1 1,0 1-1,-1 0 0,1 1 1,6-1-1,5 0 133,170-5 72,-55 4-475,244-12-36,225-14 0,-510 20 0,103-23 0,-188 30-25,0-1-1,0 1 1,0-1-1,-1 0 1,1-1 0,0 1-1,-1-1 1,0 0 0,0-1-1,0 1 1,0-1-1,0 0 1,-1 0 0,7-8-1,-10 10-174,0 1 0,0-1-1,0 1 1,-1-1 0,1 0 0,0 1-1,-1-1 1,0 0 0,1 1 0,-1-1-1,0 0 1,0 1 0,0-1-1,0 0 1,0 0 0,0 1 0,0-1-1,-1 0 1,1 1 0,-1-1-1,1 0 1,-1 1 0,0-1 0,1 1-1,-3-3 1,-1-3-802,0 0 1,-1 0-1,-8-9 0,12 15 767,-3-3-1017,0 0 0,0 0 0,0 1 0,0-1 0,-8-4 0,-25-8-11189</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8.840"/>
    </inkml:context>
    <inkml:brush xml:id="br0">
      <inkml:brushProperty name="width" value="0.035" units="cm"/>
      <inkml:brushProperty name="height" value="0.035" units="cm"/>
    </inkml:brush>
  </inkml:definitions>
  <inkml:trace contextRef="#ctx0" brushRef="#br0">1 110 5577,'21'-5'5367,"-2"0"1749,-10 2-7232,-8 2 434,0 1 0,0-1 1,0 1-1,0-1 1,0 0-1,0 1 0,0-1 1,0 0-1,0 0 1,0 0-1,0 0 0,-1 0 1,2-2-1,9-7 1245,27-6 2469,55-15 0,-50 18-3320,-37 11-707,1 0 1,0 0 0,0 1-1,0 0 1,13 0-1,18-3-11,-21 4 6,-16 0 0,0 0 0,0 0 0,0 1 0,0-1 0,0 1 0,0-1 0,0 1 0,0-1 0,-1 1 0,1 0 0,0-1 0,0 1 0,-1 0 0,1-1 0,0 1 0,-1 0 0,1 0 0,-1 0 0,1 0 0,-1 0 0,1 0 0,-1 0 0,0 0 0,1 0 0,-1 0 0,0 0 0,0 0 0,0 2 0,0 1 0,0 0 0,-1 0 0,1 1 0,-1-1 0,-3 7 0,-41 103-1257,14-42-18,-56 123-3166,46-133 5692,42-61-1188,-1-1 0,1 1 0,-1-1 0,1 1 1,-1-1-1,1 1 0,-1-1 0,1 1 0,-1-1 0,1 0 0,0 1 0,-1-1 0,1 0 0,0 1 0,0-1 0,-1 0 0,1 0 1,1 1-1,-2-1-22,5 0 78,-1 1 0,0-1 0,1 0 1,-1-1-1,1 1 0,-1-1 0,0 1 1,1-1-1,-1-1 0,0 1 0,0 0 1,8-5-1,12-3 181,33-5 92,-21 5-1182,49-19 1,-82 27 596,0-1 0,-1 1 0,1-1 0,0 1 0,-1-1 0,0 0 0,1 0 0,-1 0 0,0 0-1,0 0 1,0 0 0,0-1 0,2-4 0,5-10-6542,-6 12 3933</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9.357"/>
    </inkml:context>
    <inkml:brush xml:id="br0">
      <inkml:brushProperty name="width" value="0.035" units="cm"/>
      <inkml:brushProperty name="height" value="0.035" units="cm"/>
    </inkml:brush>
  </inkml:definitions>
  <inkml:trace contextRef="#ctx0" brushRef="#br0">36 1 10897,'8'8'2970,"-13"-3"1608,4-5-4471,0 1-1,0-1 1,1 1 0,-1 0 0,0 0 0,0-1-1,0 1 1,1 0 0,-1 0 0,0 0 0,0 0-1,1-1 1,-1 1 0,1 0 0,-1 0 0,1 0-1,0 1 1,-1 0 0,-23 123 990,23-107-768,1-1 0,3 31 0,-1-21-3581,-1-2-6112</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9.594"/>
    </inkml:context>
    <inkml:brush xml:id="br0">
      <inkml:brushProperty name="width" value="0.035" units="cm"/>
      <inkml:brushProperty name="height" value="0.035" units="cm"/>
    </inkml:brush>
  </inkml:definitions>
  <inkml:trace contextRef="#ctx0" brushRef="#br0">83 5 13901,'2'-1'125,"-1"0"1,0 1-1,0-1 0,1 1 0,-1 0 0,0-1 1,1 1-1,-1 0 0,0 0 0,0 0 0,1 0 1,-1 0-1,0 0 0,3 1 0,-15 11 3440,5-8-2993,2 1-1,-1 0 1,0 0-1,-5 7 0,3 4-87,0 0-1,0 0 0,2 0 0,0 1 0,0 0 0,-2 24 1,-2 7 63,5-31-437,1 0 1,-1 24-1,4-33-277,0-1 0,0 0 0,1 1 0,0-1 1,0 0-1,1 0 0,0 0 0,4 10 0,-4-13-714,1 3 1258</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39.878"/>
    </inkml:context>
    <inkml:brush xml:id="br0">
      <inkml:brushProperty name="width" value="0.035" units="cm"/>
      <inkml:brushProperty name="height" value="0.035" units="cm"/>
    </inkml:brush>
  </inkml:definitions>
  <inkml:trace contextRef="#ctx0" brushRef="#br0">0 219 17382,'59'-10'6506,"25"5"-1895,-15 2-1696,587-73-1562,-375 35-1353,-278 41-1,0-1-1,0 1 1,0-1 0,0 0-1,0-1 1,0 1 0,0 0-1,-1-1 1,1 1-1,0-1 1,-1 0 0,1 0-1,-1 0 1,3-3 0,2-1-145,-7 5-19,0 0-1,0 0 1,0 0 0,0 0-1,0 1 1,0-1 0,0 0-1,0 0 1,0 0 0,0 0 0,-1 1-1,1-1 1,0 0 0,0 0-1,-1 0 1,1 1 0,-1-1-1,1 0 1,0 0 0,-1 1-1,0-1 1,0 0 0,1 0-338,-1-1-34,0 0 0,0 1 0,-1-1 0,1 0-1,0 1 1,-1-1 0,1 1 0,-1 0 0,1-1 0,-1 1 0,0 0 0,1 0 0,-1 0 0,0 0 0,0 0-1,0 0 1,0 1 0,0-1 0,0 0 0,0 1 0,0 0 0,-3-1 0,-43-7-12422</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0.333"/>
    </inkml:context>
    <inkml:brush xml:id="br0">
      <inkml:brushProperty name="width" value="0.035" units="cm"/>
      <inkml:brushProperty name="height" value="0.035" units="cm"/>
    </inkml:brush>
  </inkml:definitions>
  <inkml:trace contextRef="#ctx0" brushRef="#br0">1 205 9109,'174'-30'13910,"82"-9"-6616,-47 7-4867,-79 9-2389,54-8-262,-184 31 152,0 0 0,1 0 0,-1 0 0,0 0 0,0 0-1,1-1 1,-1 1 0,0 0 0,0 0 0,1 0 0,-1 0-1,0-1 1,0 1 0,0 0 0,1 0 0,-1 0 0,0-1-1,0 1 1,0 0 0,0 0 0,0-1 0,0 1 0,1 0 0,-1 0-1,0-1 1,0 1 0,0 0 0,0-1 0,0 1 0,0 0-1,0 0 1,0-1 0,0 1 0,0 0 0,0 0 0,0-1 0,-1 1-1,-1-10-1309,2 9 1126,-1 0-80,1 0 0,-1-1 0,1 1 0,-1 0 0,0 0-1,1-1 1,-1 1 0,0 0 0,0 0 0,0 0 0,0 0 0,0 0 0,0 0 0,-3-2 0,-16-3-6948,-12 1-5581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2.518"/>
    </inkml:context>
    <inkml:brush xml:id="br0">
      <inkml:brushProperty name="width" value="0.035" units="cm"/>
      <inkml:brushProperty name="height" value="0.035" units="cm"/>
    </inkml:brush>
  </inkml:definitions>
  <inkml:trace contextRef="#ctx0" brushRef="#br0">29 2753 9433,'-10'34'1891,"10"-32"-1568,-1 0 0,1-1 0,-1 1 1,0 0-1,0 0 0,0-1 0,0 1 1,0 0-1,0-1 0,0 1 0,0-1 0,-3 3 1,1 0 535,1-2 502,3 1-191,-1 1-882,0 0 0,1 0 1,0 0-1,0 0 0,0 0 0,0 0 1,0 0-1,1-1 0,0 1 1,0 0-1,0-1 0,0 1 0,0-1 1,1 0-1,0 0 0,-1 0 1,1 0-1,0 0 0,0-1 0,1 1 1,-1-1-1,1 0 0,-1 0 1,1 0-1,-1 0 0,1-1 0,0 0 1,0 1-1,0-1 0,7 0 1,35 7 381,0-3 0,0-2 0,72-5 0,-86 0-351,0-2 0,-1-2 1,1-1-1,-1-1 0,0-1 0,32-16 0,-53 20-386,-2 0-1,1 0 1,-1-1-1,0 0 1,0-1-1,0 0 1,-1 0 0,0 0-1,-1-1 1,1 0-1,-2 0 1,1-1-1,-1 0 1,0 0 0,-1 0-1,0 0 1,0-1-1,2-14 1,3-15-331,-2 0 0,-2-1-1,1-54 1,-6 82 367,3-133-425,-7 0 1,-31-194-1,-87-281 1177,66 411-355,13 53-38,-12-33 242,-5-26-6,54 187-436,0 1 0,3-1 0,0-1 0,1 1 0,2 0 0,4-34 0,-3 49-77,1 0 1,1 0 0,0 0-1,0 0 1,2 0 0,-1 1 0,2 0-1,0 0 1,0 0 0,1 1-1,0-1 1,1 2 0,0-1 0,1 1-1,12-11 1,-17 18-117,1-1 0,0 1 1,0 0-1,0 0 0,0 1 0,0-1 1,1 1-1,-1 1 0,1-1 0,-1 1 0,1 0 1,0 0-1,-1 0 0,1 1 0,0 0 0,0 0 1,-1 0-1,1 1 0,0 0 0,-1 0 1,1 0-1,0 1 0,-1 0 0,0 0 0,1 0 1,8 6-1,-6-4-101,-1 1 1,1 1-1,-1-1 0,0 1 1,0 1-1,-1-1 1,1 1-1,-2 0 0,1 0 1,-1 1-1,0 0 1,0 0-1,-1 0 0,0 0 1,-1 1-1,4 12 1,-1 12-3716,3 56 1,-7-65 647,3 51-10992</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3.188"/>
    </inkml:context>
    <inkml:brush xml:id="br0">
      <inkml:brushProperty name="width" value="0.035" units="cm"/>
      <inkml:brushProperty name="height" value="0.035" units="cm"/>
    </inkml:brush>
  </inkml:definitions>
  <inkml:trace contextRef="#ctx0" brushRef="#br0">1 142 16438,'3'-3'482,"0"-1"0,0 1 0,1 0 0,0 1 0,-1-1 1,1 0-1,0 1 0,0 0 0,0 0 0,1 0 1,-1 1-1,0 0 0,9-2 0,9-1 3622,36-2 1,-24 3-2735,211-35-1370,-215 34-496,-30 4 453,0 0 0,1 0 1,-1 0-1,0 0 0,0 0 0,0 0 1,0 0-1,0 0 0,0 0 0,0 0 1,0 0-1,0 0 0,1 0 0,-1 0 1,0 0-1,0 0 0,0 0 1,0 0-1,0 0 0,0 0 0,0 0 1,0 0-1,0 0 0,0 0 0,1 0 1,-1-1-1,0 1 0,0 0 0,0 0 1,0 0-1,0 0 0,0 0 0,0 0 1,0 0-1,0 0 0,0 0 0,0 0 1,0-1-1,0 1 0,0 0 0,0 0 1,0 0-1,0 0 0,0 0 0,0 0 1,0 0-1,0 0 0,0 0 0,0-1 1,0 1-1,0 0 0,0 0 0,0 0 1,0 0-1,0 0 0,0 0 0,0 0 1,0 0-1,-1 0 0,1 0 0,0-1 1,-1-3-1188,-4-13-3824,-1 5-1328,-10-3-7589</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3.837"/>
    </inkml:context>
    <inkml:brush xml:id="br0">
      <inkml:brushProperty name="width" value="0.035" units="cm"/>
      <inkml:brushProperty name="height" value="0.035" units="cm"/>
    </inkml:brush>
  </inkml:definitions>
  <inkml:trace contextRef="#ctx0" brushRef="#br0">128 72 10189,'0'0'6425,"-2"2"-6246,-67 46 2875,65-43-2853,1 0 0,0 1 0,0-1 1,1 0-1,-1 1 0,1 0 0,0 0 0,1 0 0,-2 8 0,0-1 14,-7 22 289,-4 43-1,12-67-326,1 0 0,1 1 0,0-1 0,0 0 0,1 1 0,1-1 1,0 0-1,3 12 0,-4-20-90,0-1 1,0 1 0,0-1-1,0 0 1,0 1-1,1-1 1,-1 0 0,1 1-1,-1-1 1,1 0 0,0 0-1,0 0 1,0-1 0,0 1-1,0 0 1,0-1 0,0 1-1,0-1 1,1 0 0,2 1-1,-1-1-8,0 0-1,0 0 0,0-1 1,0 1-1,0-1 0,0 0 1,0-1-1,0 1 1,0-1-1,0 1 0,8-4 1,4-2 38,1-1 1,-1-1 0,0-1 0,27-18-1,32-26 90,17-12-112,105-55 0,-147 92 193,2 3-1,1 2 1,0 3 0,72-18 0,-119 36-195,1 1 0,0 0 0,-1 1 0,1 0 0,0 0-1,0 0 1,-1 1 0,1-1 0,11 4 0,-17-3-90,1-1-1,0 1 1,0 0 0,0 0-1,-1 0 1,1 0-1,0 0 1,-1 0-1,1 0 1,-1 1-1,1-1 1,-1 1-1,0-1 1,0 1 0,1-1-1,-1 1 1,0 0-1,0-1 1,-1 1-1,1 0 1,0 0-1,0 0 1,-1 0 0,1-1-1,-1 1 1,0 0-1,0 0 1,0 0-1,0 0 1,0 0-1,0 0 1,0 0 0,0 0-1,-1 0 1,0 2-1,-2 12-388,-1 0 0,-1-1 0,-1 0-1,0 1 1,-1-2 0,0 1 0,-16 21 0,18-29 205,-1 1 0,0-1 1,-1 0-1,0 0 0,0 0 1,0-1-1,-1 0 0,0-1 0,0 0 1,0 0-1,-1-1 0,1 1 1,-1-2-1,-13 4 0,2-3 183,0-1 0,0-1 1,0-1-1,-1 0 0,1-2 0,0 0 0,-1-2 0,-30-7 0,8-1 757,1-3-1,-75-33 1,80 27-317,0-1 1,-51-41 0,72 51-508,12 7-160,1 1 0,-1-1 1,1 0-1,0 1 0,0-1 0,0-1 1,1 1-1,0 0 0,-3-6 0,2 4-528,0 0 0,0 0-1,-1 0 1,-6-7-1,2 5-1636,0 1 0,-1 0 0,-17-12 0,-2 5-7709</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7.054"/>
    </inkml:context>
    <inkml:brush xml:id="br0">
      <inkml:brushProperty name="width" value="0.035" units="cm"/>
      <inkml:brushProperty name="height" value="0.035" units="cm"/>
    </inkml:brush>
  </inkml:definitions>
  <inkml:trace contextRef="#ctx0" brushRef="#br0">54 98 4140,'-1'0'103,"1"0"0,-1 0 0,0-1 0,1 1 0,-1 0 0,0 0 0,1 0 0,-1 0 0,1 0 0,-1 0 0,0 0 0,1 0 0,-1 0 0,0 0 0,1 0 0,-1 1 0,0-1 0,1 0 0,-1 0 0,1 0 0,-1 1 0,1-1 0,-1 0-1,0 1 1,1-1 0,-1 1 0,1-1 0,0 1 0,-1-1 0,1 1 0,-1-1 0,-7 11 13550,113-79-6238,-91 61-7100,0 0 0,1 1 0,0 0-1,0 2 1,1-1 0,23-2 0,-23 4-195,-14 3-183,1 0-557,-1 0 525,0 0-1,-1 0 1,1 0-1,-1 1 1,1-1 0,0 1-1,-1-1 1,1 1 0,-1-1-1,1 1 1,-1 0-1,0-1 1,1 1 0,-1 0-1,0 0 1,0 0-1,1 0 1,-1 1 0,0-1-1,0 0 1,0 0-1,0 1 1,0-1 0,0 2-1,0 2-311,0 0 0,0 1 0,0-1-1,-1 0 1,0 1 0,0-1 0,-1 6 0,-2 7-776,0-1 0,-1 0 1,-1 0-1,-13 32 1,10-28 599,7-18 633,0 0-1,0 0 1,1 0-1,-1 0 1,1 0-1,0 0 1,0 5-1,0 2 353,-1-7 851,2 14-73,1 0 4006,0-15-5050,-1-1-193,0 0 1,1 1-1,-1-1 0,0 0 0,0 1 0,0 0 1,0-1-1,0 1 0,0-1 0,0 1 1,-1 0-1,1 0 0,-1 0 0,1 3 1,-1-2-88,0 0 1,0 0 0,-1 0-1,1 0 1,-1 0 0,0 0 0,0 0-1,0 0 1,-3 4 0,-6 10-802,0-1 0,-2 0 0,0 0 0,-1-1 0,0-1 0,-25 21 1,3-1-781,0-5 643,29-25 1179,-1 2-1,1-1 1,-9 10-1,13-12 1081,-1-3-437,-31 2 936,31-1 575,4-4-2108,1 0 0,0 0 0,0 0 0,0 1-1,0-1 1,0 1 0,1 0 0,-1-1 0,1 1 0,-1 0 0,4-2 0,32-26 2086,-36 28-1604,0 0-51,17-19 362,-17 18-582,0 2-84,19-11 54,-18 11-60,1 1-198,5 1-66,1 0 1,-1 1 0,1 0-1,-1 0 1,0 1-1,0 0 1,0 1 0,14 7-1,68 46-54,-82-51 62,0 0-50,-2-1-1,1 1 1,-1 0-1,13 13 1,-19-17-5,1 0 0,0 1 0,-1-1-1,0 1 1,1-1 0,-1 1 0,0-1 0,0 1 0,-1 0 0,1-1 0,0 1-1,-1 0 1,0 0 0,1 0 0,-1-1 0,-1 1 0,1 0 0,0 0 0,0 0-1,-1-1 1,-1 4 0,-2 6-223,0 0 1,-1-1-1,-1 1 0,0-1 0,0 0 0,-1-1 1,0 0-1,-1 0 0,0 0 0,-19 16 0,13-15-102,0 0-1,0-1 1,-1 0-1,-1-1 0,0-1 1,0 0-1,-20 5 1,18-8 392,0-1 1,0-1 0,-1-1 0,0-1 0,-19 0 0,35-2 65,1 1 1,-1 0-1,0-1 0,1 0 1,-1 0-1,0 0 1,1 0-1,-1 0 0,1 0 1,0 0-1,-4-3 0,1 1 229,4 2-240,1 1 0,-1-1 0,1 1 0,-1-1 0,0 1 0,1-1 0,-1 1 0,1-1-1,-1 0 1,1 1 0,0-1 0,-1 0 0,1 1 0,0-1 0,-1 0 0,1 0 0,0 1 0,0-1-1,0 0 1,0 0 0,0 0 0,-1 0 0,1-2 233,0 0-185,-1 1 0,1 0 0,0 0 0,-1 0 0,1-1 1,0 1-1,1 0 0,-1-1 0,0 1 0,1 0 0,-1 0 0,1 0 1,0 0-1,0-1 0,-1 1 0,2 0 0,-1 0 0,0 0 0,0 1 1,0-1-1,1 0 0,-1 0 0,1 1 0,0-1 0,-1 1 1,1-1-1,0 1 0,0 0 0,0 0 0,0-1 0,4 0 0,4-3 317,0 1-1,0 0 1,0 1-1,0 0 0,16-2 1,-6 2-259,1 2 0,-1 0 0,0 1-1,0 1 1,0 1 0,1 0 0,-2 2 0,39 12 0,-27-5-254,-2 2 0,0 0 0,0 3 0,49 34 0,-70-44 335,30 21-5248,-2-4-7975</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9.036"/>
    </inkml:context>
    <inkml:brush xml:id="br0">
      <inkml:brushProperty name="width" value="0.035" units="cm"/>
      <inkml:brushProperty name="height" value="0.035" units="cm"/>
    </inkml:brush>
  </inkml:definitions>
  <inkml:trace contextRef="#ctx0" brushRef="#br0">1 21 4276,'20'-20'-52</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49.494"/>
    </inkml:context>
    <inkml:brush xml:id="br0">
      <inkml:brushProperty name="width" value="0.035" units="cm"/>
      <inkml:brushProperty name="height" value="0.035" units="cm"/>
    </inkml:brush>
  </inkml:definitions>
  <inkml:trace contextRef="#ctx0" brushRef="#br0">181 327 8757,'-17'-20'8247,"19"19"-7851,0 1 0,0-1-1,0 0 1,0 1 0,1-1 0,-1 1-1,0 0 1,4-1 0,5 0 670,66-19 3649,56-16-1682,81-42-341,-212 78-2774,1-1 1,-1 0-1,0 0 1,0-1 0,1 1-1,-1 0 1,0-1-1,0 1 1,0-1-1,0 0 1,-1 1 0,1-1-1,0 0 1,-1 0-1,1 0 1,-1-1 0,0 1-1,0 0 1,0 0-1,0-1 1,0 1-1,0 0 1,0-5 0,0 4-79,-2 0 0,1 0 0,0 1 0,-1-1 0,1 0-1,-1 1 1,0-1 0,0 0 0,0 1 0,0-1 0,0 1 0,0 0 0,-1-1 0,1 1 0,-1 0 0,0 0 0,0 0 0,1 0 0,-1 0 0,-1 0 0,-3-2 0,-7-5-474,0 1 0,-1 1 0,0 0 0,-1 1 1,1 1-1,-1 0 0,0 1 0,-1 0 0,-23-1 0,-12 0-254,-80 4-1,90 3 1384,-40 6 0,66-6-132,0 1 1,0 1-1,0 1 1,0 0-1,-22 11 0,33-14-250,1-1 0,0 1-1,0 0 1,0 0 0,0 1 0,0-1-1,0 0 1,1 1 0,-1 0 0,1 0-1,-1 0 1,1 0 0,0 0-1,1 0 1,-1 0 0,0 0 0,-1 5-1,3-4 17,-1 0 0,1-1 1,-1 1-1,1 0 0,1-1 0,-1 1 0,0 0 0,1-1 0,0 1 0,0-1 0,0 1 1,0-1-1,0 1 0,3 4 0,3 3 140,0-1 1,0 0-1,1-1 1,0 1-1,0-2 1,1 1-1,0-1 0,1 0 1,11 7-1,26 13 148,1-2 0,1-3 1,1-1-1,66 19 0,-103-37-833,0-1 1,0-1-1,0 0 1,0-1-1,21 0 1,0-5-3159,-1-4-3984,-1-10-6230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0.385"/>
    </inkml:context>
    <inkml:brush xml:id="br0">
      <inkml:brushProperty name="width" value="0.035" units="cm"/>
      <inkml:brushProperty name="height" value="0.035" units="cm"/>
    </inkml:brush>
  </inkml:definitions>
  <inkml:trace contextRef="#ctx0" brushRef="#br0">19 72 14025,'-1'1'147,"0"-1"-1,0 0 0,0 1 0,1-1 1,-1 0-1,0 0 0,0 0 1,0 0-1,0 1 0,0-1 0,0 0 1,1 0-1,-1-1 0,0 1 1,0 0-1,0 0 0,0 0 0,0-1 1,-1 1-1,13-10 2738,-3 5-1293,-1 1 0,2 0 1,15-6-1,8 4 240,0 1-1,56 0 1,-27 2-756,-56 2-1073,0 0-1,0 1 1,0 0-1,0 0 1,0 0-1,0 1 1,0-1-1,7 3 1,-2 0-223,-6-3-1007,-19-10-3728,-2-1-3694,-11 6-6092</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1.662"/>
    </inkml:context>
    <inkml:brush xml:id="br0">
      <inkml:brushProperty name="width" value="0.035" units="cm"/>
      <inkml:brushProperty name="height" value="0.035" units="cm"/>
    </inkml:brush>
  </inkml:definitions>
  <inkml:trace contextRef="#ctx0" brushRef="#br0">96 9 5913,'7'0'17485,"-12"-3"-15385,-1-1-4757,4 3 2995,0 4-101,-10 15-65,1 0 1,1 1-1,1 0 0,0 1 1,1 0-1,2 0 0,0 1 0,1-1 1,1 1-1,1 1 0,0-1 1,2 0-1,1 0 0,0 1 0,2-1 1,4 22-1,-4-33-44,1 0-1,0 0 1,0-1 0,1 1-1,1-1 1,-1 0-1,1 0 1,1 0 0,0-1-1,0 0 1,1 0-1,-1 0 1,2-1 0,-1 0-1,10 6 1,-4-4 3,1 0 0,0-1-1,0-1 1,1 0 0,0-1 0,0 0 0,1-1 0,26 4 0,-24-5-208,0-2 0,25 1 1,-38-3-100,0 0 1,-1 0 0,1-1 0,0 1 0,-1-1 0,1 0 0,-1-1 0,1 1 0,-1-1-1,0 0 1,0 0 0,1 0 0,-1-1 0,5-4 0,-2 0-699,-2 0 1,1-1-1,-1 0 1,0 0 0,5-13-1,-7 16 58,2-13-5857,-8-8-4321</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1.818"/>
    </inkml:context>
    <inkml:brush xml:id="br0">
      <inkml:brushProperty name="width" value="0.035" units="cm"/>
      <inkml:brushProperty name="height" value="0.035" units="cm"/>
    </inkml:brush>
  </inkml:definitions>
  <inkml:trace contextRef="#ctx0" brushRef="#br0">0 0 7077,'0'0'1032,"0"20"-3656,0-2 123</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1.940"/>
    </inkml:context>
    <inkml:brush xml:id="br0">
      <inkml:brushProperty name="width" value="0.035" units="cm"/>
      <inkml:brushProperty name="height" value="0.035" units="cm"/>
    </inkml:brush>
  </inkml:definitions>
  <inkml:trace contextRef="#ctx0" brushRef="#br0">0 83 13589,'12'-8'1996,"2"-1"1997,-2-2-3213,2 5-252,-11-11-3560,3-3-2277,-18 8-4252</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2.570"/>
    </inkml:context>
    <inkml:brush xml:id="br0">
      <inkml:brushProperty name="width" value="0.035" units="cm"/>
      <inkml:brushProperty name="height" value="0.035" units="cm"/>
    </inkml:brush>
  </inkml:definitions>
  <inkml:trace contextRef="#ctx0" brushRef="#br0">24 84 12825,'-19'4'2060,"15"-3"1730,36-13 1713,-4 6-3322,0 1 0,48-3 0,29-4-191,-77 8-2673,1 1 0,37 2 0,-65 1 576,0 0-1,0 0 1,-1 0-1,1 0 1,0 0 0,0 0-1,0 0 1,0 0-1,0 0 1,0 0-1,0 0 1,0-1-1,-1 1 1,1 0 0,0-1-1,0 1 1,0-1-1,-1 1 1,1-1-1,0 1 1,0-1 0,-1 1-1,2-2 1,-2 1-230,0-1 0,0 1-1,0-1 1,0 1 0,0 0 0,0-1 0,0 1 0,-1-1 0,1 1 0,-1 0 0,1-1 0,-1 0 0,-3-9-1898</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3.109"/>
    </inkml:context>
    <inkml:brush xml:id="br0">
      <inkml:brushProperty name="width" value="0.035" units="cm"/>
      <inkml:brushProperty name="height" value="0.035" units="cm"/>
    </inkml:brush>
  </inkml:definitions>
  <inkml:trace contextRef="#ctx0" brushRef="#br0">4 92 5665,'-4'5'8598,"18"-13"-5304,20-18 488,-31 24-3413,0-1 1,0 1-1,1-1 0,-1 1 0,1 0 0,-1 0 1,1 0-1,0 1 0,-1 0 0,6-2 0,44-8 1480,-31 6-1213,8-1 575,32-3-1,-2 1-342,-57 7-933,-2 5-629,0 6 303,-1 0-1,1 0 0,-1 0 0,-1 0 0,0 0 0,-1 0 0,1 0 0,-5 10 0,2-3-405,1 0-1,-2 33 1,4-42 393,3 34 774,-2-41-288,0 1 0,0-1 1,0 0-1,0 0 0,1 0 0,-1 0 1,0 1-1,1-1 0,-1 0 0,1 0 0,-1 0 1,1 0-1,0 0 0,-1 0 0,1 0 0,0 0 1,0 0-1,-1-1 0,1 1 0,0 0 1,0 0-1,0-1 0,0 1 0,0 0 0,0-1 1,0 1-1,1-1 0,-1 0 0,1 1 0,6-1 171,0-1 0,0 0-1,0 0 1,0-1-1,-1 0 1,16-5-1,-3 0 201,138-36 2081,-92 29-5912,-118 15-9965,18 7 1365</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3.662"/>
    </inkml:context>
    <inkml:brush xml:id="br0">
      <inkml:brushProperty name="width" value="0.035" units="cm"/>
      <inkml:brushProperty name="height" value="0.035" units="cm"/>
    </inkml:brush>
  </inkml:definitions>
  <inkml:trace contextRef="#ctx0" brushRef="#br0">23 147 7245,'-22'3'17767,"33"-6"-16527,2 1-505,1 0 0,-1 1 0,0 0 0,1 1 0,25 4 0,-9-2-56,707-11 705,-570 2-1342,212-22-42,-366 28-77,0-1 0,0 0 0,-1 0 0,22-8 0,-34 10 38,0 0-1,1 0 1,-1 0 0,0 0 0,0 0 0,0 0 0,0 0 0,0-1 0,0 1 0,1 0-1,-1 0 1,0 0 0,0 0 0,0 0 0,0 0 0,0 0 0,0-1 0,0 1 0,0 0 0,0 0-1,0 0 1,0 0 0,0 0 0,0-1 0,0 1 0,0 0 0,0 0 0,0 0 0,0 0-1,0 0 1,0-1 0,0 1 0,0 0 0,0 0 0,0 0 0,0 0 0,0 0 0,0-1-1,0 1 1,0 0 0,0 0 0,0 0 0,0 0 0,0 0 0,0 0 0,-1 0 0,1-1 0,0 1-1,0 0 1,0 0 0,0 0 0,0 0 0,0 0 0,-1 0 0,-5-16-2066,5 12 1547,0 0-1,-1 1 1,1-1-1,-1 1 1,0-1-1,0 1 0,0 0 1,-5-6-1,5 8-85,0-1 0,0 0 0,0 1-1,0 0 1,0-1 0,-1 1-1,1 0 1,0 0 0,-1 0 0,1 1-1,-4-2 1,-42-8-11740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4.086"/>
    </inkml:context>
    <inkml:brush xml:id="br0">
      <inkml:brushProperty name="width" value="0.035" units="cm"/>
      <inkml:brushProperty name="height" value="0.035" units="cm"/>
    </inkml:brush>
  </inkml:definitions>
  <inkml:trace contextRef="#ctx0" brushRef="#br0">1 69 10913,'22'6'4098,"-21"-6"-3883,0 0 0,0-1 0,0 1 0,0 0 0,0-1 0,0 1 0,0-1 0,0 1 0,0-1 0,0 1 0,0-1 0,0 1 0,-1-1 0,1 0 0,0 0 0,-1 1 0,1-1 0,0 0 0,0-1 0,2-1 265,0 0 0,0 0 1,0 0-1,0 0 0,1 1 0,-1 0 0,1-1 1,0 2-1,0-1 0,-1 0 0,7-1 0,49-12 2514,-42 11-2231,39-8 1089,-40 10-1707,-15 3-145,-1-1-1,1 0 0,-1 1 0,1-1 0,-1 0 0,1 1 0,-1-1 0,1 1 0,-1-1 0,1 1 0,-1-1 0,0 1 0,1-1 0,-1 1 0,0-1 0,1 1 0,-1-1 0,0 1 0,0 0 0,1-1 0,-1 1 0,0-1 0,0 1 0,0 1 0,0-1-9,2 7-92,-1 0 0,0 0 0,-1 0 0,0 1 0,0-1-1,-1 0 1,0 0 0,0 0 0,-4 14 0,-2 15-293,6-28 341,-2 27 41,4-35 46,-1 1 0,0 0 0,1 0 1,-1 0-1,1 0 0,0 0 0,0 0 0,-1 0 0,1-1 0,0 1 1,0 0-1,1-1 0,-1 1 0,0-1 0,1 1 0,1 1 0,0 0 109,0-1-1,1 1 1,-1 0-1,1-1 1,0 0-1,0 0 1,0 0-1,0-1 1,0 1-1,0-1 1,0 0-1,0 0 1,1 0-1,-1 0 0,7-1 1,317-6 427,-281 4-525,-45 2-56,0 0-237,1 0 0,0 0 1,0-1-1,0 1 0,-1-1 1,1 1-1,0-1 0,-1 0 1,1 0-1,0 0 0,-1 0 0,5-3 1,-6 3-193,6-5-4010,-21 3-3154,-15 0-6419</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4.750"/>
    </inkml:context>
    <inkml:brush xml:id="br0">
      <inkml:brushProperty name="width" value="0.035" units="cm"/>
      <inkml:brushProperty name="height" value="0.035" units="cm"/>
    </inkml:brush>
  </inkml:definitions>
  <inkml:trace contextRef="#ctx0" brushRef="#br0">130 506 7769,'-3'1'388,"-1"1"0,1-1 0,0 0 0,0 1 0,0 0 0,0 0 0,0 0 0,0 0 0,0 0 0,1 0 0,-1 1 0,1-1 0,0 1 1,-1 0-1,-1 3 0,-7 11 1778,-13 27 0,11-20-628,-21 54 1532,44-50-1556,-9-27-1471,-1 0 1,1 0 0,-1-1 0,1 1-1,-1 0 1,1-1 0,-1 1 0,1 0 0,0-1-1,-1 1 1,1-1 0,0 1 0,0-1-1,0 0 1,-1 1 0,1-1 0,0 0-1,0 0 1,1 1 0,1 0 95,1 1-92,0-1 0,0 1 0,0-1 0,0 0 1,1 0-1,-1 0 0,0 0 0,0-1 0,1 0 0,-1 0 1,0 0-1,1 0 0,-1-1 0,0 0 0,0 0 1,0 0-1,0 0 0,1-1 0,-2 1 0,1-1 0,0 0 1,0 0-1,5-4 0,-4 2-154,0-1-1,0 1 1,0-1 0,-1 1-1,0-1 1,0-1 0,0 1-1,0 0 1,-1-1 0,0 0-1,0 0 1,-1 0 0,1 0 0,-1 0-1,1-10 1,1-16-470,-3 0 0,0 0 0,-7-54 0,2 22-94,-10-182-116,11 139 2179,1 73 262,3 28 456,3 22-1073,18 202 1124,11 55-1881,-27-244-823,1 0 0,15 37 1,-17-54-119,0-1 1,0 1 0,1-1-1,1 0 1,0-1 0,0 0-1,16 17 1,-20-25 81,-1 0 1,0 0-1,1-1 0,-1 1 0,1-1 0,0 1 1,-1-1-1,1 0 0,0 0 0,0 0 1,0 0-1,0 0 0,5 0 0,0 0-1063,38 5-8447</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5.062"/>
    </inkml:context>
    <inkml:brush xml:id="br0">
      <inkml:brushProperty name="width" value="0.035" units="cm"/>
      <inkml:brushProperty name="height" value="0.035" units="cm"/>
    </inkml:brush>
  </inkml:definitions>
  <inkml:trace contextRef="#ctx0" brushRef="#br0">157 0 11889,'-16'6'1850,"12"-5"-1399,0 1-1,0-1 0,1 1 0,-1-1 0,0 1 0,1 0 1,0 1-1,-1-1 0,-3 4 0,-4 7 229,1 0 0,1 0 0,0 1 0,0 0 0,2 1 0,-1 0 0,2 0 1,0 0-1,1 1 0,1 0 0,0 0 0,-3 32 0,4-10-24,1 1 0,2 0 0,1 0 1,10 55-1,-6-63-240,1 0 1,2 0 0,1-1-1,26 58 1,-31-79-425,1 1 1,0-1-1,1 0 1,0 0 0,1-1-1,0 0 1,0 0-1,0 0 1,1-1 0,0 0-1,1 0 1,0-1-1,0 0 1,0-1 0,0 0-1,1-1 1,0 0-1,11 4 1,-17-7-323,1 0 0,0 0 0,0 0-1,0-1 1,0 0 0,0 0 0,0 0 0,0 0 0,0-1 0,0 0 0,0 0 0,0 0-1,0 0 1,-1-1 0,1 0 0,6-3 0,-7 2-704,0 0 0,0 0 0,-1 0 0,1 0 0,-1 0 0,0-1 0,0 1 0,0-1 0,-1 0 0,3-5 0,3-5-11230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5.237"/>
    </inkml:context>
    <inkml:brush xml:id="br0">
      <inkml:brushProperty name="width" value="0.035" units="cm"/>
      <inkml:brushProperty name="height" value="0.035" units="cm"/>
    </inkml:brush>
  </inkml:definitions>
  <inkml:trace contextRef="#ctx0" brushRef="#br0">0 130 18614,'63'-34'2868,"-20"31"-44,-2 3-440,-7 0-487,1 0-365,2-6-320,-20 6-552,15 0-692,17-6-804,-26-8-1260,-14-15-1193,-9 12-75,-3-3-16026</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6.566"/>
    </inkml:context>
    <inkml:brush xml:id="br0">
      <inkml:brushProperty name="width" value="0.035" units="cm"/>
      <inkml:brushProperty name="height" value="0.035" units="cm"/>
    </inkml:brush>
  </inkml:definitions>
  <inkml:trace contextRef="#ctx0" brushRef="#br0">243 163 9441,'0'0'17797,"3"-1"-17189,33-9 418,-20 6-578,32-12 0,-43 14-538,0 0 1,0-1-1,0 0 0,0 0 1,8-7-1,-11 8-34,-1 1 1,1-1-1,-1 0 0,0 1 0,0-1 0,0 0 1,0 0-1,0 0 0,0 0 0,0 0 1,-1 0-1,1 0 0,-1-1 0,1 1 0,-1 0 1,0 0-1,0 0 0,0 0 0,0-3 0,-1 2 7,1 0 0,0 1-1,-1-1 1,1 0-1,-1 0 1,0 1-1,0-1 1,0 1-1,0-1 1,0 1 0,-1-1-1,1 1 1,-1 0-1,0-1 1,0 1-1,1 0 1,-1 0-1,-3-2 1,1 2-114,0-1 0,0 1 1,1 1-1,-1-1 0,0 0 1,-1 1-1,1 0 0,0 0 0,0 0 1,-9 0-1,2 1-169,-1 0 0,1 1 0,0 0 0,0 1 0,0 0 0,0 1 0,0 0 0,-16 7 0,12-2 272,0 0 0,1 1 0,0 0 0,0 1 0,1 1 0,0 0 0,1 1 0,-16 20 0,20-22 391,1 0-1,0 0 1,1 0 0,0 1-1,0 0 1,1 1-1,1-1 1,0 1 0,1 0-1,0 0 1,0 0 0,0 17-1,2-19 5,1-1-1,0 1 0,1-1 1,-1 1-1,2-1 1,0 0-1,0 0 1,0 1-1,1-1 0,1-1 1,0 1-1,0 0 1,0-1-1,1 0 0,0 0 1,1 0-1,0-1 1,0 1-1,1-2 0,-1 1 1,1-1-1,1 0 1,9 7-1,5 0 169,0 0-1,0-2 1,1 0-1,0-2 1,1-1-1,37 9 1,-47-14-645,1 0 1,-1-1-1,1-1 1,0 0-1,-1-1 1,1-1-1,0 0 0,-1-1 1,1 0-1,-1-1 1,0-1-1,18-7 1,21-17-3752,-22 5-2611,5-17-7270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6.957"/>
    </inkml:context>
    <inkml:brush xml:id="br0">
      <inkml:brushProperty name="width" value="0.035" units="cm"/>
      <inkml:brushProperty name="height" value="0.035" units="cm"/>
    </inkml:brush>
  </inkml:definitions>
  <inkml:trace contextRef="#ctx0" brushRef="#br0">0 51 16113,'4'-3'539,"0"0"0,0 0 0,0 0 0,1 0 0,-1 1 0,1 0 0,0 0 0,0 0 0,-1 1 0,1-1 0,8 0 0,10-1 3647,30 0-1,-16 1-2370,-5-1-2265,51 4 0,-83-1 360,1 1-1,-1-1 1,1 0 0,-1 0 0,1 0 0,-1 0-1,1 0 1,-1 0 0,1 0 0,0 0-1,-1 0 1,1 0 0,-1 0 0,1 0-1,-1 0 1,1 0 0,-1 0 0,1 0-1,-1 0 1,1-1 0,-1 1 0,1 0 0,-1 0-1,0-1 1,1 1 0,-1 0 0,1-1-1,-1 1 1,1-1 0,-5-3-3560,-5-2-4032</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7.474"/>
    </inkml:context>
    <inkml:brush xml:id="br0">
      <inkml:brushProperty name="width" value="0.035" units="cm"/>
      <inkml:brushProperty name="height" value="0.035" units="cm"/>
    </inkml:brush>
  </inkml:definitions>
  <inkml:trace contextRef="#ctx0" brushRef="#br0">32 110 9801,'1'2'5860,"1"0"-5615,0 0 1,0 0 0,0 0 0,-1 0-1,1 0 1,-1 1 0,0-1-1,0 1 1,0-1 0,0 1-1,0-1 1,0 1 0,-1 0-1,1-1 1,-1 1 0,0 0 0,0 0-1,0-1 1,0 1 0,0 0-1,-1-1 1,0 5 0,1-4-224,-2 20 920,0-16-663,1 1-1,1 0 1,-1 0 0,1 0-1,1 0 1,-1 0 0,2 0 0,2 13-1,-3-18 458,-1 14-151,-4-4-318,-1-21-12,-3-32 24,-15-114 52,12 78-316,10 73-103,12-29-1237,-10 30 727,1 4 110,0 0 0,0 0 0,0 0 0,0 1 0,-1-1 0,1 1 0,-1-1 0,0 1 0,2 2 0,2 34-7787,1-21-827</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7.807"/>
    </inkml:context>
    <inkml:brush xml:id="br0">
      <inkml:brushProperty name="width" value="0.035" units="cm"/>
      <inkml:brushProperty name="height" value="0.035" units="cm"/>
    </inkml:brush>
  </inkml:definitions>
  <inkml:trace contextRef="#ctx0" brushRef="#br0">0 123 14333,'2'-2'5075,"4"-1"-4217,0-1 1,0 1 0,1 1-1,-1-1 1,1 1-1,-1 0 1,12-2 0,55-6 2430,-51 8-2783,288-39 2189,-101 11-2695,-168 23 0,-3-1-132,-1 10-2559,-34-2 288</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8.228"/>
    </inkml:context>
    <inkml:brush xml:id="br0">
      <inkml:brushProperty name="width" value="0.035" units="cm"/>
      <inkml:brushProperty name="height" value="0.035" units="cm"/>
    </inkml:brush>
  </inkml:definitions>
  <inkml:trace contextRef="#ctx0" brushRef="#br0">16 129 11689,'-1'-2'2626,"-14"-20"2083,16 21-4508,-1 1-1,1-1 1,-1 1 0,1-1 0,-1 0 0,1 1 0,0-1 0,-1 1 0,1-1-1,0 1 1,-1 0 0,1-1 0,0 1 0,-1 0 0,1-1 0,0 1-1,1 0 1,-2 0 160,161-66 6431,-116 50-5787,-23 9-701,9 0-135,-23 9-236,-2 0 16,-5-2 7,0 1 1,1-1 0,-1 1-1,0-1 1,0 1 0,0 0 0,0 0-1,1-1 1,-1 1 0,0 0 0,0 0-1,-1 0 1,1 0 0,0 0-1,0 0 1,0 0 0,-1 1 0,1-1-1,0 0 1,-1 0 0,1 0 0,-1 1-1,0-1 1,1 0 0,-1 1-1,0-1 1,0 0 0,0 1 0,0-1-1,0 0 1,0 1 0,0 1 0,-1 9-584,0 1 1,-4 20 0,2-16 277,-26 168-3161,24-165 3194,-5 17 1628,10-36-1233,0 0 0,0 0-1,0 0 1,0 0 0,0 0 0,0 0 0,0 0 0,0 1 0,0-1 0,0 0-1,0 0 1,1 0 0,-1 0 0,0 0 0,1 0 0,-1 0 0,1 0-1,-1 0 1,1 0 0,0-1 0,-1 1 0,1 0 0,0 0 0,-1 0 0,3 1-1,2-1 117,1 0-1,-1 0 1,1-1-1,-1 0 1,1 0-1,-1 0 0,1 0 1,-1-1-1,1 0 1,-1 0-1,8-3 0,0 2 74,179-33 2203,-174 31-3028,-11 3 402,1 0 1,-1-1-1,1 0 0,-1 0 0,12-6 0,-17 7-183,-1 0 1,1 0 0,-1 0 0,1 0 0,-1-1 0,0 1 0,1 0 0,-1-1 0,0 1-1,0-1 1,2-2 0,-2 2-382,-1 0-1,1 0 0,0 0 0,-1 0 1,0-1-1,1 1 0,-1 0 1,0 0-1,0 0 0,0 0 1,0-1-1,-1-1 0,-2-14-13512</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8.852"/>
    </inkml:context>
    <inkml:brush xml:id="br0">
      <inkml:brushProperty name="width" value="0.035" units="cm"/>
      <inkml:brushProperty name="height" value="0.035" units="cm"/>
    </inkml:brush>
  </inkml:definitions>
  <inkml:trace contextRef="#ctx0" brushRef="#br0">572 0 8833,'-33'9'3127,"7"-2"-150,-41 16 0,58-18-2699,-1 0 0,1 0 0,0 1 0,0 0 0,0 1 0,1-1 0,-11 13 0,-7 11 102,1 2 1,2 1 0,1 1-1,-23 46 1,-54 153 737,71-154-677,4 1 0,3 2 0,4 0 0,3 1 0,-5 142 0,19-167-221,2-1 1,2 0 0,3 0-1,3-1 1,2 0 0,2 0-1,3-1 1,2-1 0,33 65-1,-35-87-222,1-1 0,1-1 0,1-1 0,2-1 0,1-1-1,40 37 1,-50-52-420,0-1-1,1-1 0,0 0 0,1-1 0,0-1 0,0 0 1,0-1-1,1-1 0,1 0 0,-1-1 0,1-1 1,-1 0-1,1-2 0,0 1 0,28-2 0,-23-2-3002,31-6-1,22-11-7970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9.399"/>
    </inkml:context>
    <inkml:brush xml:id="br0">
      <inkml:brushProperty name="width" value="0.035" units="cm"/>
      <inkml:brushProperty name="height" value="0.035" units="cm"/>
    </inkml:brush>
  </inkml:definitions>
  <inkml:trace contextRef="#ctx0" brushRef="#br0">142 1 8457,'0'0'2080,"-2"1"-277,1-1-1729,-2 1 161,1 0 0,0 0 0,0 0 0,0 0 0,0 0 0,0 0 0,0 0 0,0 1 0,0-1 0,0 1 0,0-1 0,1 1 0,-1 0 0,1 0 0,-1-1 0,1 1 0,0 0 0,0 0 0,0 1 0,0-1 0,-1 2 0,-16 46 660,2 1 1,2 0-1,-9 61 0,-5 162 721,26-243-1209,2 0 0,2 0 0,0 0 0,2 0 0,2-1 0,0 1-1,2-2 1,20 50 0,-25-73-325,0 1 0,1 0 0,0-1 0,0 0 0,0 0 0,1 0 0,0 0 0,0-1 0,0 0 0,1 0 0,0 0-1,0-1 1,0 1 0,0-2 0,1 1 0,-1-1 0,1 0 0,0 0 0,0 0 0,8 1 0,-6-2-171,1-1 0,-1 0-1,1 0 1,0 0 0,-1-2 0,1 1 0,0-1 0,-1 0-1,1-1 1,-1 0 0,0-1 0,1 0 0,-1 0-1,0-1 1,9-5 0,-12 5-237,0 0-1,0-1 1,0 0-1,0 0 0,-1-1 1,0 1-1,0-1 1,0 0-1,-1-1 1,6-10-1,2-8-3100,15-41-1,-19 44 232,5-23-6914</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59.748"/>
    </inkml:context>
    <inkml:brush xml:id="br0">
      <inkml:brushProperty name="width" value="0.035" units="cm"/>
      <inkml:brushProperty name="height" value="0.035" units="cm"/>
    </inkml:brush>
  </inkml:definitions>
  <inkml:trace contextRef="#ctx0" brushRef="#br0">6 123 15001,'-1'-1'154,"1"0"0,-1 0 0,0 0 0,1-1 0,-1 1 0,1 0 0,-1 0 0,1-1-1,0 1 1,0 0 0,-1-1 0,1 1 0,0-1 0,0 1 0,0 0 0,1-1 0,-1 1 0,0 0-1,0-1 1,1 1 0,-1 0 0,1-1 0,-1 1 0,1 0 0,0-2 0,3 1 387,-1 0 0,0 0 0,0 0 1,1 0-1,-1 0 0,1 1 0,-1 0 1,7-2-1,9-3 866,13-4-32,0 2 0,58-8 0,70 3 1966,-149 12-3321,37-1-20,-15 1 0,46-8 0,-74 8-737,0 0 0,0 0-1,0 0 1,-1 1 0,1 0 0,0 0 0,9 1-1,-14-1 550,0 1-1,0-1 0,1 0 1,-1 0-1,0 0 0,0 0 1,0 1-1,0-1 0,0 0 1,0 0-1,1 0 0,-1 1 1,0-1-1,0 0 0,0 0 1,0 1-1,0-1 0,0 0 1,0 0-1,0 0 0,0 1 1,0-1-1,0 0 0,0 0 1,0 1-1,0-1 0,0 0 1,-1 0-1,1 0 0,0 1 1,0-1-1,0 0 0,0 0 1,0 0-1,0 1 0,0-1 1,-1 0-1,1 0 0,0 0 1,0 0-1,0 0 0,-1 1 1,1-1-1,0 0 0,0 0 1,0 0-1,-1 0 0,1 0 1,0 0-1,0 0 0,0 0 1,-1 0-1,1 0 0,0 0 1,0 0-1,-1 0 0,1 0 1,0 0-1,-12 6-12565</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0.159"/>
    </inkml:context>
    <inkml:brush xml:id="br0">
      <inkml:brushProperty name="width" value="0.035" units="cm"/>
      <inkml:brushProperty name="height" value="0.035" units="cm"/>
    </inkml:brush>
  </inkml:definitions>
  <inkml:trace contextRef="#ctx0" brushRef="#br0">21 75 10937,'-8'5'308,"-2"1"2769,10-7-2970,0 1-1,-1 0 0,1-1 1,0 1-1,0 0 1,0-1-1,0 1 1,-1 0-1,1-1 0,0 1 1,0-1-1,0 1 1,0 0-1,0-1 0,0 1 1,0 0-1,0-1 1,0 1-1,0-1 0,0 1 1,0 0-1,0-1 1,0 1-1,1 0 0,-1-1 1,0 1-1,0 0 1,0-1-1,1 1 1,-1-1-1,1 0 210,0-1 0,0 0 1,0 0-1,0 1 0,0-1 0,1 1 0,-1-1 1,1 1-1,-1 0 0,1-1 0,-1 1 1,1 0-1,0 0 0,-1 0 0,1 0 0,0 0 1,0 1-1,0-1 0,0 0 0,0 1 0,2-1 1,52-8 1651,-41 8-791,30-2 316,-1 3 0,55 5 0,-43-1-928,45 4-565,-73-7 8,-24-4-16,-2 0-29,-2 2-8,1 1 1,-1 0 0,0 0 0,0-1-1,0 1 1,1 0 0,-1 0 0,0-1 0,0 1-1,0 0 1,1-1 0,-1 1 0,0 0-1,0-1 1,0 1 0,0 0 0,0-1-1,0 1 1,0 0 0,0-1 0,0 1-1,0 0 1,0-1 0,0 1 0,0 0-1,0-1 1,0 1 0,0 0 0,0-1-1,0 1 1,-1-1 0,-8-12-1900,-18-7-3068,7 17-2944,3 3-5462</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0.900"/>
    </inkml:context>
    <inkml:brush xml:id="br0">
      <inkml:brushProperty name="width" value="0.035" units="cm"/>
      <inkml:brushProperty name="height" value="0.035" units="cm"/>
    </inkml:brush>
  </inkml:definitions>
  <inkml:trace contextRef="#ctx0" brushRef="#br0">1 595 9465,'37'-11'12079,"-26"5"-11490,7-3-349,-16 7-236,1-2-47,0 0 0,0 0-1,0 0 1,0 0 0,-1 0 0,1 0 0,-1-1 0,0 1 0,-1-1 0,1 0-1,1-6 1,56-331-1903,-44 204 3328,-14 136-1327,-1-1-1,1 1 1,-1 0 0,1 0 0,0 0 0,0 0 0,0 0 0,1 0 0,1-2 0,-1 0 27,0 2 70,-4 6-19,-6 22-2,1 0-1,1 1 1,2-1-1,-3 55 0,7-67-102,2 1 0,-1-1-1,2 0 1,0-1-1,0 1 1,1 0-1,1-1 1,12 24-1,-13-32-17,-1 0-1,1-1 0,0 0 1,1 0-1,-1 0 0,1 0 1,0-1-1,0 1 0,0-1 1,0 0-1,0-1 0,0 0 1,1 1-1,0-2 0,-1 1 1,1-1-1,0 1 0,11-1 1,-10-1-2,0 0 0,0-1 0,0 0 0,0-1 0,0 1 0,13-6 0,-15 5-5,-1-1 0,1 1-1,-1-1 1,0 0 0,0 0-1,0-1 1,0 1 0,0-1-1,-1 0 1,0 0 0,6-9-1,-2 4 4,-1 1-2,-1 0-1,0-1 1,-1 1 0,0-1 0,0 0-1,4-16 1,9-58-45,-14 66 18,-3 14 129,2 17 21,0 1 0,1-1-1,1 1 1,0-1-1,1 0 1,8 16 0,-5-13-87,0-1 0,1 0 1,0-1-1,24 28 0,-26-35-360,1 0 0,-1 0 0,2-1 0,-1 0 0,1-1 0,0 1 0,1-2 0,-1 1 0,16 5 0,-12-6-863,7 3-1853,-4-5-1730,13-5-4604</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1.401"/>
    </inkml:context>
    <inkml:brush xml:id="br0">
      <inkml:brushProperty name="width" value="0.035" units="cm"/>
      <inkml:brushProperty name="height" value="0.035" units="cm"/>
    </inkml:brush>
  </inkml:definitions>
  <inkml:trace contextRef="#ctx0" brushRef="#br0">0 199 11941,'0'-1'106,"0"1"0,0-1 0,1 1 0,-1 0 0,0-1 0,0 1 0,0 0 0,0-1 0,1 1 0,-1 0 0,0-1 0,0 1 0,1 0 0,-1 0 0,0-1 0,0 1 0,1 0 0,-1 0 0,0-1 0,1 1 0,-1 0 0,1 0 0,-1 0 0,0 0 0,1-1 0,-1 1 0,0 0 0,1 0 0,-1 0 0,1 0 0,-1 0 0,22-1 4019,12-1-1161,39-7 0,14-1-410,1166-57 2273,-953 59-4827,168-8 0,-413 16-145,27-3-611,-75 3 593,1-2 0,-1 1 0,0-1 0,0 0 0,0 0 0,0-1 0,0 0 0,8-5 0,-14 8 68,-1 0-1,0 0 0,1 0 0,-1-1 1,1 1-1,-1 0 0,0 0 0,1-1 1,-1 1-1,0 0 0,1 0 0,-1-1 1,0 1-1,0 0 0,1-1 0,-1 1 1,0-1-1,0 1 0,0 0 0,1-1 1,-1 1-1,0-1 0,0 1 0,0 0 1,0-1-1,0 1 0,0-1 0,0 1 0,0-1 1,0 1-1,0-1 0,0 1 0,0 0 1,0-1-1,-14-11-2145,-27-3-1451,-1 8-3104,-8 1-4539</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1.904"/>
    </inkml:context>
    <inkml:brush xml:id="br0">
      <inkml:brushProperty name="width" value="0.035" units="cm"/>
      <inkml:brushProperty name="height" value="0.035" units="cm"/>
    </inkml:brush>
  </inkml:definitions>
  <inkml:trace contextRef="#ctx0" brushRef="#br0">273 224 8629,'-4'0'346,"1"0"0,-1-1 1,0 0-1,1 0 1,-1 0-1,1 0 0,-7-4 1,0 1 706,8 4-809,-1-1-1,0 1 1,1 0 0,-1 0-1,0 0 1,0 0 0,1 0-1,-1 0 1,0 1-1,1 0 1,-1-1 0,1 1-1,-1 0 1,-3 2 0,-37 19 1453,32-15-1420,0 0 0,1 1-1,0 0 1,0 1 0,1 0 0,1 1 0,-1 0 0,1 0-1,1 0 1,0 1 0,0 0 0,1 1 0,-8 22 0,4-16 1341,6-12-957,4-5-534,1 0 0,0 0-1,-1 0 1,1-1 0,0 1-1,0 0 1,-1 0 0,1-1-1,0 1 1,0-1 0,0 1-1,0 0 1,1 0 0,-1-1 74,3 2-47,1 0 0,-1 0 0,0-1 0,1 1 1,-1-1-1,1 0 0,-1 0 0,1-1 0,0 0 0,-1 1 0,1-1 0,6-2 1,0 2 36,12-1 156,0-1 0,0-1 1,-1 0-1,0-2 0,37-13 0,-56 17-399,0 0 0,0 0 0,0 0-1,0 0 1,0-1 0,0 0 0,-1 1-1,1-1 1,0 0 0,-1 0-1,0 0 1,1-1 0,-1 1 0,0-1-1,0 1 1,0-1 0,0 0-1,-1 1 1,1-1 0,-1 0 0,0 0-1,1 0 1,0-5 0,-2 4-187,1-1 0,-1 1 0,0-1 0,0 1 0,-1-1 0,1 1 0,-1-1 0,0 1 0,0 0 0,-1-1 0,1 1 0,-1 0 0,0 0 0,0 0 0,0 0 0,-6-7 0,-18-29-888,17 23 1204,-21-25-1,30 42-6,-1-1 0,1 1 0,-1-1 0,1 1 0,0-1 0,-1 1-1,1-1 1,0 1 0,0-1 0,0 1 0,-1-1 0,1 1 0,0-1 0,0 0 0,0 1 0,0-1-1,0 1 1,0-1 0,0 0 0,0 1 0,0-1 0,0 1 0,0-1 0,1 1 0,-1-1-1,0 0 1,1 0 0,13-13 900,-7 10-655,0 0 1,0 1-1,12-5 1,60-13 1186,1 3 1,128-12-1,-159 24-1353,-43 6-891,0-1 0,0 0 0,0 0 0,0 0 0,0-1 0,0 0 0,0 0 0,-1 0 0,1-1 0,-1 0 0,10-6 0,-21-13-20137</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2.250"/>
    </inkml:context>
    <inkml:brush xml:id="br0">
      <inkml:brushProperty name="width" value="0.035" units="cm"/>
      <inkml:brushProperty name="height" value="0.035" units="cm"/>
    </inkml:brush>
  </inkml:definitions>
  <inkml:trace contextRef="#ctx0" brushRef="#br0">41 0 14561,'52'35'8234,"-28"-17"-6881,0 2 0,37 40 0,-40-33-812,-2 1 1,0 1 0,-2 0-1,19 48 1,38 135 814,-51-122-909,-3 1 1,16 183 0,-31-148-117,-19 211 1,-56 123-910,-36-11-1805,-18-68-2765,22-137-5054,47-125-1427</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3.005"/>
    </inkml:context>
    <inkml:brush xml:id="br0">
      <inkml:brushProperty name="width" value="0.035" units="cm"/>
      <inkml:brushProperty name="height" value="0.035" units="cm"/>
    </inkml:brush>
  </inkml:definitions>
  <inkml:trace contextRef="#ctx0" brushRef="#br0">6 157 7437,'0'0'45,"0"1"0,0-1 0,0 0 1,-1 0-1,1 0 0,0 0 0,0 0 1,0 0-1,0 0 0,0 0 0,-1 0 0,1 0 1,0 0-1,0 0 0,0 0 0,0 0 1,-1 0-1,1 0 0,0 0 0,0 0 1,0 0-1,0 0 0,0 0 0,-1 0 0,1 0 1,0 0-1,0 0 0,0 0 0,0 0 1,0-1-1,0 1 0,-1 0 0,1 0 1,0 0-1,0 0 0,0 0 0,0 0 0,0-1 1,0 1-1,0 0 0,0 0 0,0 0 1,-1 0-1,1 0 0,0-1 0,0 1 1,3-10 1314,11-12 880,39-23 2021,-52 45-4169,0-1-1,0 1 1,0-1-1,0 1 1,0-1-1,0 1 1,0 0-1,0-1 1,0 1-1,0 0 1,0 0-1,0 0 1,1 0-1,-1 0 1,0 0-1,1 0 1,0 0-16,-1 0 1,0 0-1,0 0 1,0 0-1,0 0 1,0 0-1,0 0 1,0 0-1,0 0 1,0-1-1,0 1 1,0 0-1,0-1 0,0 1 1,0-1-1,2 0 1,6-6 191,1 0 0,0 1 1,0 0-1,0 0 0,1 1 1,0 1-1,0 0 0,23-5 1,-10 3-92,-18 4-159,0 0 1,0 1-1,0-1 1,0 1-1,0 0 0,0 1 1,0 0-1,0 0 1,0 0-1,0 1 1,0-1-1,0 1 1,0 1-1,6 1 1,-10-2-18,0 0 0,-1 0 0,1 0 0,0 0 1,-1 0-1,1 0 0,-1 0 0,0 1 0,1-1 0,-1 0 0,0 1 1,0-1-1,0 1 0,0 0 0,0-1 0,0 1 0,0 0 0,0-1 1,-1 1-1,1 0 0,-1 0 0,1 0 0,-1 0 0,0-1 0,0 1 1,0 0-1,0 0 0,0 0 0,0 0 0,-1 2 0,-1 7 1,0 0-1,-1 0 0,-1 0 1,-4 11-1,-1 3-9,7-22 18,1 0 0,0 1 0,0-1-1,0 0 1,0 0 0,0 1-1,1-1 1,-1 0 0,1 1-1,0-1 1,0 1 0,1 5-1,1-1 41,-2-7 40,1 1 1,0-1 0,-1 1 0,1-1-1,0 0 1,0 0 0,0 1-1,0-1 1,0 0 0,0 0-1,0 0 1,0 0 0,1 0-1,-1 0 1,0 0 0,1 0-1,-1-1 1,3 2 0,1 0 133,1-1 0,0 0 0,-1 0 0,1 0 0,0 0 0,0-1 0,8 0 0,45-7 585,-38 4-582,129-19 1056,-57-3-4244,-90 25 398,-29-9-18122</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4.267"/>
    </inkml:context>
    <inkml:brush xml:id="br0">
      <inkml:brushProperty name="width" value="0.035" units="cm"/>
      <inkml:brushProperty name="height" value="0.035" units="cm"/>
    </inkml:brush>
  </inkml:definitions>
  <inkml:trace contextRef="#ctx0" brushRef="#br0">167 221 10693,'-6'-2'454,"0"1"-1,0 0 1,0 1 0,0-1-1,-9 2 1,12-1-145,0 1 0,1-1 0,-1 1 0,0 0 0,1 0 1,-1 0-1,1 0 0,-1 0 0,1 1 0,-1-1 0,1 1 0,0 0 0,-4 3 0,-42 43 4127,36-35-3235,9-10-877,0 0 0,0 0 0,0 0 1,1 1-1,-1-1 0,-1 6 0,3-7 454,4 19 654,-2-18-1334,1-1 0,-1 1 0,0-1-1,1 0 1,-1 0 0,1 0 0,0 0 0,0 0 0,0 0 0,0 0 0,0 0 0,0-1-1,0 1 1,0-1 0,1 1 0,-1-1 0,1 0 0,-1 0 0,1 0 0,-1 0 0,1-1-1,5 1 1,9 3 568,2-2 0,23 1-1,-29-2-376,12-1-165,-1-1 0,29-5 0,-50 6-126,0-1 0,0 0 0,-1 0-1,1 0 1,0 0 0,0 0 0,3-3 0,-4 2-18,0-3-338,-2 3 249,1-3-202,-1 0 1,0 1-1,0-1 1,0 0-1,0 1 1,-1-1-1,0 0 1,0 1-1,0-1 1,-1 1-1,1 0 1,-1-1-1,0 1 1,-1 0-1,1 0 1,-1 0-1,1 0 1,-6-5-1,-28-31-1166,25 27 2190,-2-1-1,-14-12 1,27 26-635,-1-1 0,1 0 1,0 0-1,0 1 0,-1-1 1,1 0-1,0 1 0,0-1 1,0 0-1,0 0 0,0 1 1,0-1-1,0 0 0,0 0 1,0 1-1,0-1 0,1 0 1,-1 0-1,0 1 0,0-1 1,1 0-1,0-1 0,-1 2 92,1-3 20,1 0 1,-1 0 0,1 0 0,0 0 0,0 0-1,0 0 1,0 1 0,0-1 0,1 1-1,-1 0 1,1-1 0,-1 1 0,1 0 0,4-2-1,3-1 91,0 0 0,21-8-1,61-14-245,185-29-1,-209 39-34,-46 13-2626,-16 3-2115,-18 2-1947,-5-1-9040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4.641"/>
    </inkml:context>
    <inkml:brush xml:id="br0">
      <inkml:brushProperty name="width" value="0.035" units="cm"/>
      <inkml:brushProperty name="height" value="0.035" units="cm"/>
    </inkml:brush>
  </inkml:definitions>
  <inkml:trace contextRef="#ctx0" brushRef="#br0">58 23 12857,'-41'-10'3026,"24"9"3475,178-6-2167,78 3 1715,-210 11-6321,-26-6-1311,-8 11-10899,2-9 9840,-9 16-10162</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4.782"/>
    </inkml:context>
    <inkml:brush xml:id="br0">
      <inkml:brushProperty name="width" value="0.035" units="cm"/>
      <inkml:brushProperty name="height" value="0.035" units="cm"/>
    </inkml:brush>
  </inkml:definitions>
  <inkml:trace contextRef="#ctx0" brushRef="#br0">0 75 17994,'58'-60'2960,"-41"65"44,17-5-300,18 0-459,-14 0-373,2-5-336,3 5-1084,3-3-452,-6 0 0,-20 3 0,6-3 0,-3 0 0,-3 0-1052,3 3-1800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5.177"/>
    </inkml:context>
    <inkml:brush xml:id="br0">
      <inkml:brushProperty name="width" value="0.035" units="cm"/>
      <inkml:brushProperty name="height" value="0.035" units="cm"/>
    </inkml:brush>
  </inkml:definitions>
  <inkml:trace contextRef="#ctx0" brushRef="#br0">89 0 17326,'0'0'8182,"-1"4"-7025,-45 207 1968,28-109-3029,-5 125 1,22-190-934,8 60-1,5-7-4355,-11-63-1512,-1-22 3374</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5.851"/>
    </inkml:context>
    <inkml:brush xml:id="br0">
      <inkml:brushProperty name="width" value="0.035" units="cm"/>
      <inkml:brushProperty name="height" value="0.035" units="cm"/>
    </inkml:brush>
  </inkml:definitions>
  <inkml:trace contextRef="#ctx0" brushRef="#br0">44 653 7873,'-36'-2'1953,"29"1"6209,9 3-7920,0-1 0,0 0 1,0 1-1,0-1 0,0 0 1,1 0-1,-1-1 0,0 1 1,5 0-1,-5 0 958,-1-3-557,24-45 802,27-63-770,-32 55-876,-3 0 0,-2-1-1,-2-1 1,7-81-1,-20 102 173,1-9 46,1 4 62,-5 24-40,3 17-39,0 0 0,0-1 1,-1 1-1,1 0 0,0 0 1,0 0-1,0 0 1,-1-1-1,1 1 0,0 0 1,0 0-1,0 0 0,-1 0 1,1 0-1,0 0 0,0 0 1,0-1-1,-1 1 0,1 0 1,0 0-1,0 0 1,-1 0-1,1 0 0,0 0 1,0 0-1,-1 0 0,1 0 1,0 1-1,0-1 0,-1 0 1,1 0-1,0 0 0,0 0 1,0 0-1,-1 0 1,1 0-1,0 0 0,0 1 1,0-1-1,-1 0 0,1 0 1,0 0-1,0 0 0,0 1 1,0-1-1,0 0 0,-1 0 1,1 1-1,-1 1 5,-1 0-1,1 0 0,0 0 1,-1 0-1,1 0 1,0 1-1,0-1 0,1 0 1,-1 1-1,0-1 1,1 1-1,-1 3 0,0 32 3,1-24 7,-1 12 10,2 138 559,0-143-418,2 0 0,1-1 1,0 1-1,2-1 1,13 35-1,-11-38 34,0-1-1,1 0 1,13 17 0,-20-31-161,0 1-1,1-1 1,-1 0 0,0 0 0,1 0-1,-1-1 1,1 1 0,0 0 0,-1-1 0,1 0-1,0 0 1,0 0 0,0 0 0,0 0 0,0 0-1,0-1 1,0 1 0,0-1 0,0 0 0,0 0-1,0 0 1,4-1 0,3-1-6,0 0 1,1 0-1,-1-1 0,17-8 0,-14 4-132,0 0-1,0 0 1,-1-1-1,0-1 0,-1 0 1,1 0-1,-2-1 0,1-1 1,-2 0-1,1 0 0,10-18 1,4-11-442,-2-1 0,20-50 0,-34 72 435,30-71-588,-37 88 639,1 6 81,1 0-1,-1 1 0,1-1 1,-1 1-1,-1 0 0,1 0 1,1 7-1,6 53 378,-7-47-233,0 0 0,1 0 0,8 22 0,-2-13 23,2-1 0,0 0 0,2 0-1,20 29 1,-25-43-356,0-2 0,1 1 0,0-1 0,0-1 0,1 0 0,1 0 0,-1-1 0,1 0 0,1 0 0,-1-2 0,15 7 0,-21-11-252,1 0-1,-1 0 0,1-1 0,0 0 1,0 0-1,0 0 0,8-1 0,24-2-4776,-26 1 2836,24-2-7340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6.071"/>
    </inkml:context>
    <inkml:brush xml:id="br0">
      <inkml:brushProperty name="width" value="0.035" units="cm"/>
      <inkml:brushProperty name="height" value="0.035" units="cm"/>
    </inkml:brush>
  </inkml:definitions>
  <inkml:trace contextRef="#ctx0" brushRef="#br0">1 41 17526,'49'-17'2976,"-29"2"52,14 13-228,18 4-447,-35 4-385,15-9-360,2 3-1100,-5-3-508,3 3 0,-6 0 0,5-2 0,-13 4 0,2 4 0,-38-17-2276,-13 8-372,-4 14-5513,-2-2-8537</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6.246"/>
    </inkml:context>
    <inkml:brush xml:id="br0">
      <inkml:brushProperty name="width" value="0.035" units="cm"/>
      <inkml:brushProperty name="height" value="0.035" units="cm"/>
    </inkml:brush>
  </inkml:definitions>
  <inkml:trace contextRef="#ctx0" brushRef="#br0">1 72 20890,'43'-26'3004,"-12"23"-144,21-5-471,-32 8-417,15-3-392,-4 3-1508,-2-3-72,3 0 0,-12 9 0,3-3 0,-9-6-1764,-5-17-1632,-15 8-289,-11 18-17253</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6.718"/>
    </inkml:context>
    <inkml:brush xml:id="br0">
      <inkml:brushProperty name="width" value="0.035" units="cm"/>
      <inkml:brushProperty name="height" value="0.035" units="cm"/>
    </inkml:brush>
  </inkml:definitions>
  <inkml:trace contextRef="#ctx0" brushRef="#br0">176 98 12557,'-32'15'2145,"26"-12"-275,-9-12 1026,13 8-2729,0 1-1,0-1 0,0 0 0,-1 1 0,1 0 0,0 0 0,0-1 0,-1 1 0,1 0 0,0 1 0,0-1 1,-1 0-1,1 1 0,0-1 0,0 1 0,0 0 0,0 0 0,-1 0 0,1 0 0,0 0 0,1 0 1,-1 0-1,0 1 0,-3 2 0,0 0 6,1 1 0,-1 0 0,1 1 1,0-1-1,0 1 0,0 0 0,1-1 0,0 2 0,0-1 1,-3 10-1,-4 8 451,8-20-498,0 1-1,0 0 0,1-1 0,0 1 0,0 0 0,0 0 0,0 0 0,1 0 1,-1 0-1,1 0 0,1-1 0,-1 1 0,1 0 0,-1 0 0,1 0 1,1 0-1,2 7 0,-1-6 18,0-1 1,0 1 0,1-1-1,-1 1 1,1-1 0,0 0-1,1-1 1,-1 1 0,1-1-1,0 0 1,0 0 0,12 6-1,4 1 17,0-1 0,2-1 0,-1-1-1,1-1 1,0-1 0,0-1 0,1-1-1,-1-1 1,1-1 0,0-1-1,0-1 1,0-1 0,-1-1 0,1-1-1,29-9 1,-47 11-239,-1-1 0,0 0 1,0 0-1,0 0 0,0-1 0,-1 0 1,1 0-1,0 0 0,-1 0 0,0-1 0,7-7 1,-9 8-7,1-1 0,-1 1 0,0-1 0,0 0 0,0 0 0,-1 0 0,1 0 0,-1 0 0,0 0 0,0 0 0,0 0 0,-1 0 0,0-1 0,1 1 0,-2 0 0,1-6 0,-2 1-146,0-1-1,0 1 1,0 0 0,-1 0-1,-1 0 1,0 0 0,0 0-1,0 1 1,-1-1 0,-1 1-1,1 1 1,-1-1 0,-1 1-1,1 0 1,-1 0 0,-14-10-1,5 6-65,-1 1-1,0 1 1,0 0-1,-1 1 0,-24-8 1,-95-18-955,10 3-2425,100 19-283,24 7-943,3-11-2923</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7.702"/>
    </inkml:context>
    <inkml:brush xml:id="br0">
      <inkml:brushProperty name="width" value="0.035" units="cm"/>
      <inkml:brushProperty name="height" value="0.035" units="cm"/>
    </inkml:brush>
  </inkml:definitions>
  <inkml:trace contextRef="#ctx0" brushRef="#br0">4202 200 10169,'0'0'5157,"-2"0"-3813,-25-3 654,24 3-213,0-1-1282,-129-46 4708,61 25-3075,-82-23-600,-8 16-1355,-220-13 0,-270 31-495,521 13 300,-441 36-43,461-22 24,1 5 0,1 5 0,-121 46 1,137-35-15,2 5 0,1 4 0,2 3 0,3 4 0,2 4 0,3 3 0,2 4 1,-128 138-1,161-149 37,2 1 0,3 3 0,2 1 0,3 2 1,-31 75-1,18-19 21,-62 238-1,91-275 30,3 0-1,3 1 0,4 1 0,3 118 0,7-147 2,2 0 0,3 0-1,2-1 1,2 0 0,29 80-1,-21-84-40,3-1-1,2-1 0,1-1 1,3-1-1,1-1 0,2-1 1,2-2-1,1-2 0,2-1 1,77 59-1,-57-55-29,2-3 0,1-2 0,1-3 1,2-2-1,2-3 0,0-3 0,108 25 0,-77-30 52,1-4 0,0-5 0,1-4 0,118-7 0,383-68 267,-436 39-243,-1-8 0,-3-7 0,198-83 0,-286 96-21,-1-2 0,-1-3 0,117-87 0,-106 60 38,-2-3 1,98-112-1,381-519 391,-540 675-275,-1-2 0,-1 0-1,-1 0 1,-1-1 0,8-29-1,-15 38-86,-1 0 1,-1-1-1,0 1 0,-1-1 0,-1 0 0,-1 0 0,0 1 0,-2-1 1,-3-20-1,-2 9-87,-1-1 1,-2 1 0,0 0-1,-2 1 1,-26-44 0,4 17-10,-65-81 1,49 77 3,-111-99 0,-76-29 0,177 146-1087,-2 3 0,-1 2 1,-77-30-1,37 26-2290,-148-37-1,163 54-3627,4 0-4671</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09.391"/>
    </inkml:context>
    <inkml:brush xml:id="br0">
      <inkml:brushProperty name="width" value="0.035" units="cm"/>
      <inkml:brushProperty name="height" value="0.035" units="cm"/>
    </inkml:brush>
  </inkml:definitions>
  <inkml:trace contextRef="#ctx0" brushRef="#br0">1051 28 7477,'-16'1'817,"13"-1"-598,0 0 0,0 0 0,0 0 1,0 0-1,0 0 0,0-1 0,0 1 0,0-1 0,1 0 0,-1 0 0,0 0 0,0 0 1,-4-3-1,3 3 346,-1 0 1,1 0-1,-1 0 1,0 1-1,1 0 1,-1-1-1,0 2 1,1-1-1,-1 0 1,1 1-1,-1 0 1,-5 2-1,-2-1 140,9-1 2180,6-3-2614,5-2-116,0 1-1,1 0 1,-1 0-1,1 1 0,0 0 1,-1 0-1,1 1 1,0 0-1,0 1 1,0 0-1,0 1 1,0-1-1,-1 2 1,1-1-1,17 6 1,-7-1 318,-1 1 1,1 0 0,-1 2-1,-1 0 1,0 1 0,24 17-1,-28-15-313,0-1-1,-1 2 0,-1 0 1,0 0-1,17 27 0,39 81 145,-62-110-278,58 123 86,-6 2 0,-6 3 0,40 172 0,-47-107-56,-9 1 0,13 303 0,-60 419-2,11-905-56,-32 395-212,24-330 183,-3 26-27,-28 117-1,-40 32 43,33-138-2,-150 369-1007,-106 265 1437,279-693-374,-4-2 0,-2 0 0,-3-2 1,-76 108-1,95-152-22,-135 180 166,18 12-98,-89 224 146,89-177 2,93-180-452,37-74 189,-13 18-1165,14-23 1062,1 0 0,-1 0 0,1 0-1,0 0 1,0 1 0,0-1 0,0 0 0,0 0 0,1 1-1,-1-1 1,1 1 0,0-1 0,3-3 0,0 1-87,0 0 0,0-1 0,-1 1-1,0-1 1,0 0 0,-1 0 0,1 0 0,3-10 0,-2 2-22,-1 0 0,0 0 0,2-17 0,17-129-712,-10 54 606,-9 63 238,10-47 0,-4 22 23,-9 55 106,0 0 1,1 0-1,0 0 1,1 0-1,0 1 1,7-15-1,-10 26-1,1-1-1,-1 1 0,1-1 0,-1 1 1,1-1-1,-1 1 0,0-1 0,0 1 1,1-1-1,-1 0 0,0 1 0,-1-3 0,3-17 327,7-6-21,-8 25-102,-1-1 45,-5-17 695,2 18 243,0 15-742,0 4-302,-1 0 0,-1 0 0,-1-1 0,0 1-1,-16 28 1,-38 76 798,-54 159 0,86-163-590,20-88-238,-9 51 1,17-76-38,-3 91 449,3-73-532,0-19 12,-3 31 82,3-30 243,1-4-312,-1 0-1,1 0 1,0 1 0,-1-1 0,1 0 0,-1 1-1,1-1 1,-1 0 0,1 1 0,-1-1-1,1 0 1,-1 1 0,1-1 0,-1 1-1,1-1 1,-1 1 0,1 0 0,-1 0 1,1 0 1,-1-1-1,1 1 1,-1-1-1,1 1 1,-1 0-1,1-1 1,-1 1-1,1-1 1,-1 1-1,1-1 1,0 0-1,-1 1 1,1-1-1,0 0 0,-1 1 1,1-1-1,0 0 1,0 0-1,-1 0 1,1 0-1,0 1 1,1-1-1,5-2-13,0 0-1,-1 0 1,1-1-1,0 0 0,-1 0 1,0 0-1,12-9 1,45-39 46,-22 16-59,60-37-9,193-102 0,-252 149 0,-22 13 0,0 1 0,25-10 0,-16 9-545,-24 7-715,-1 0 109,-4 5 1114,1 0 1,-1 0 0,0 0-1,0 0 1,0 0 0,0 0-1,0 0 1,0 0-1,0-1 1,0 1 0,0 0-1,0 0 1,0 0 0,0 0-1,0 0 1,1 0 0,-1 0-1,0 0 1,0-1-1,0 1 1,0 0 0,0 0-1,0 0 1,0 0 0,0 0-1,0 0 1,0 0 0,0-1-1,0 1 1,0 0-1,0 0 1,-1 0 0,1 0-1,0 0 1,0 0 0,0 0-1,0 0 1,0-1 0,0 1-1,0 0 1,0 0-1,0 0 1,0 0 0,0 0-1,0 0 1,-1 0 0,1 0-1,0 0 1,0 0 0,0 0-1,0 0 1,0 0-1,0 0 1,0-1 0,0 1-1,-1 0 1,1 0 0,0 0-1,0 0 1,0 0 0,-36-33-6554</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26.814"/>
    </inkml:context>
    <inkml:brush xml:id="br0">
      <inkml:brushProperty name="width" value="0.035" units="cm"/>
      <inkml:brushProperty name="height" value="0.035" units="cm"/>
    </inkml:brush>
  </inkml:definitions>
  <inkml:trace contextRef="#ctx0" brushRef="#br0">916 4 8465,'0'0'13638,"-4"0"-13464,-32-3 11,0 2 1,-63 7 0,-78 19 98,161-22-250,-29 5 30,1 2 1,0 2-1,1 2 0,-56 26 0,84-32-46,2 0-1,-1 1 0,2 1 0,-1 0 0,1 0 0,1 1 0,-1 1 1,2 0-1,0 1 0,0-1 0,2 2 0,-1 0 0,-7 17 0,-2 10 43,2 0-1,1 1 0,-13 67 0,17-53-32,2 0 0,3 1 0,3 0 0,1-1-1,4 1 1,13 89 0,-12-129-25,2-1 0,0 0 0,0 0 0,2 0 0,0-1 0,1 0 0,0-1 0,1 1 0,1-2 0,0 1 0,13 12 0,-14-18 2,-1 0-1,1 0 1,1-1-1,0 0 1,0 0-1,0-2 1,0 1-1,17 5 1,92 27 31,-111-36-34,62 15 29,2-4 0,98 7 0,148-19-105,-276-5 46,-1-1 1,0-2-1,0-2 1,-1-1-1,0-2 1,59-28-1,-68 26 34,-1-2-1,-1-1 0,-1-2 1,0 0-1,-1-2 1,-2-1-1,0-1 0,33-40 1,-53 57-8,13-15 35,-2-1 0,20-34 0,-29 40 202,-1-1-1,0 0 1,-1 0 0,-1 0-1,4-30 1,-8 30-46,0 0-1,-1 1 1,0-1 0,-2 1 0,0-1 0,-9-26 0,2 2 119,-23-63 413,3 15-19,19 55-344,-3-1 0,-26-49 0,30 65-214,0-2 19,-2 0 0,0 1 1,-30-35-1,35 46-157,-1 1 0,0 0-1,-1 1 1,1 0 0,-1 0 0,-1 1 0,1 0-1,-1 1 1,0 0 0,-16-5 0,5 4-388,0 2 0,-1 0 0,1 1 1,-1 2-1,1 0 0,-29 2 0,-131 26-4450,72-1-1104,76-17 2290,-31 7-6811</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27.458"/>
    </inkml:context>
    <inkml:brush xml:id="br0">
      <inkml:brushProperty name="width" value="0.035" units="cm"/>
      <inkml:brushProperty name="height" value="0.035" units="cm"/>
    </inkml:brush>
  </inkml:definitions>
  <inkml:trace contextRef="#ctx0" brushRef="#br0">18 1 9645,'0'0'8816,"0"3"-8047,2 20-139,0 0 0,-2 1 0,-1-1 0,-5 37-1,-2-2 816,1 104 0,8-140-1158,1 1 0,0 0 0,2 0 0,1-1 0,0 0 0,2 0 0,14 34 0,-8-33-58,0 0 1,1-1-1,1 0 1,1-1 0,1-1-1,1 0 1,1-2 0,0 0-1,1-1 1,1-1 0,27 16-1,-11-12 121,0 0-1,2-3 1,0-1-1,1-3 1,0 0-1,56 8 1,315 37-350,6-21 0,-183-18 0,373 43 2,-389-38-57,-210-23-143,152 11-1482,-108-13-2023,2-4-4026,-65-13-8691</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09:27.757"/>
    </inkml:context>
    <inkml:brush xml:id="br0">
      <inkml:brushProperty name="width" value="0.035" units="cm"/>
      <inkml:brushProperty name="height" value="0.035" units="cm"/>
    </inkml:brush>
  </inkml:definitions>
  <inkml:trace contextRef="#ctx0" brushRef="#br0">12 0 15625,'2'2'252,"0"0"0,0-1 0,0 0 0,1 1 0,-1-1 0,0 0 0,1 0 0,-1 0 0,1-1 0,-1 1 0,1 0 1,0-1-1,-1 0 0,1 0 0,-1 1 0,1-2 0,0 1 0,-1 0 0,1 0 0,-1-1 0,1 0 0,-1 1 0,4-2 0,32-4 2128,-8 6-1133,0 2 0,0 0 1,45 11-1,-63-11-937,-1 2 1,1-1-1,-1 2 0,0 0 1,0 0-1,0 1 0,-1 0 1,0 0-1,0 2 0,-1-1 1,15 15-1,-19-17-310,-1 2 0,1-1 0,-1 0 0,0 1 0,-1 0 0,1 0 0,-1 0 0,-1 0 0,1 0 0,-1 1 0,-1-1 0,1 1 0,-1-1 0,-1 1 0,1 0 0,-1 0 0,0-1 0,-1 1 0,-3 14 0,-2 4 0,-2 0 0,0-1 0,-2 0 0,-17 31 0,5-14-1310,-2-1 0,-37 50 0,22-43-3020,-1-1 1,-93 81-1,53-65-8534</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6.808"/>
    </inkml:context>
    <inkml:brush xml:id="br0">
      <inkml:brushProperty name="width" value="0.035" units="cm"/>
      <inkml:brushProperty name="height" value="0.035" units="cm"/>
    </inkml:brush>
  </inkml:definitions>
  <inkml:trace contextRef="#ctx0" brushRef="#br0">4 242 4100,'-4'16'6515,"15"-19"1096,-3-1-9572,-6 3 2873,12-20-175,-10 10-576,0 0-1,-1-1 1,-1 0-1,1 1 1,-2-1-1,0 0 1,0 0-1,-2-23 0,-1 27 38,1 0-1,-1 0 0,0 1 0,-4-12 0,5 17 547,2 0-703,6-20-47,-7 20 422,1 5-303,33 114 503,-23-76-473,-7-29-100,-1 1 0,0-1 0,2 23 72,-6-33-68,-4 20 38,5-20 708,2-1-792,-1 0-17,14 5 123,-12-9 24,-6-5-52,-17-27 423,19 33-303,-5-12-25,-16-25 77,22 38-243,-1 0-1,1-1 0,0 1 0,-1 0 0,1 0 1,0-1-1,0 1 0,0 0 0,0-1 0,0 1 1,0 0-1,0 0 0,0-1 0,1-1 1,0-10-61,-14-30 38,12 31 7,-1 1 0,-1-1 1,0 1-1,0 0 0,-6-13 0,8 22 34,-1-1-96,-17-21 58,17 22 132,2 5-142,3 14 17,-2-1 1,0 0 0,0 1 0,-4 26 0,2-32 10,0-1 1,1 1-1,1-1 1,2 18-1,0 23-17,13 433 105,-9-335-64,-1 21-14,11 170-16,-11-245 65,3 29-87,-5-53 76,-4-48-7,2 0 0,6 40 0,-6-50-46,0-1 0,-2 1 0,1 0 0,-1 0 0,-3 18 0,1-14 18,1 0 1,2 31-1,5 92 77,-3-32-24,-4-68-48,0-33-9,0 1-1,1-1 0,0 0 0,0 0 1,1 1-1,1 6 0,0-2-10,-1 0-1,0 22 0,1 5 89,3 37 324,-7 136 0,1-111 373,1-99-700,-1 1 0,-1 0 0,1 0 1,0-1-1,-1 1 0,1-1 0,-1 1 0,0-1 0,0 0 0,-3 4 0,-4 7 1285,-2-197-1115,1 21-364,8 111 15,0-7-565,7-67 1,-2 82-801,-2 0 1,-2 0 0,-9-66-1,7 94-13,0 0 1,-6-18-1,-2 5-5240,3 11-1989</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7.755"/>
    </inkml:context>
    <inkml:brush xml:id="br0">
      <inkml:brushProperty name="width" value="0.035" units="cm"/>
      <inkml:brushProperty name="height" value="0.035" units="cm"/>
    </inkml:brush>
  </inkml:definitions>
  <inkml:trace contextRef="#ctx0" brushRef="#br0">90 205 6165,'9'23'9700,"-15"-23"-9432,0 0 0,0 1 0,0 0-1,-9 4 1,9-4 269,-1 1 1,1-1-1,0 0 0,-11 1 0,0-2 3850,18-2-3654,2-4-472,0 0 1,0 0-1,1 1 0,0 0 0,0 0 0,1 0 1,-1 0-1,1 1 0,0 0 0,8-6 0,7-3 278,33-17-1,161-64 811,-191 85-1256,2 1-72,-1 1 0,35-5 0,-30 7-435,-28 6 304,1-1-1,0 1 1,-1 0-1,1 0 1,-1 0-1,1 0 1,-1 0-1,0 1 1,1-1-1,-1 0 1,0 1-1,0-1 0,2 4 1,0 1-150,0 0 0,0 0 0,0 1 0,-1 0-1,0-1 1,-1 1 0,1 0 0,-1 0 0,-1 0 0,1 0 0,-1 0 0,0 0 0,-1 0 0,0 0 0,-1 7-1,-4 11-302,-2-1 0,-18 43 0,15-38 432,-10 18 288,-2-1-1,-45 69 1,-72 78 43,68-95-186,58-81-12,-22 22 1,14-15 19,16-17 56,0 1-1,0 0 0,-5 12 0,-5 5 828,15-23-177,5-3 102,68-19 1532,94-40-1,-92 31-1432,49-18 29,96-35-1200,-190 67-2701,-26 13 317,-7 3-1429,-15 2-3373,-4 2-4909</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8.071"/>
    </inkml:context>
    <inkml:brush xml:id="br0">
      <inkml:brushProperty name="width" value="0.035" units="cm"/>
      <inkml:brushProperty name="height" value="0.035" units="cm"/>
    </inkml:brush>
  </inkml:definitions>
  <inkml:trace contextRef="#ctx0" brushRef="#br0">0 297 17378,'3'-29'2668,"52"6"-356,-6 3-8,-1 0-248,4 0-339,6 0-345,2-3-264,6 0-212,3 3-172,-6 2-492,-2-2-232,-9 3-164,-6 3-948,-6 2-612,-3 1-849,-22 5-1479</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9.017"/>
    </inkml:context>
    <inkml:brush xml:id="br0">
      <inkml:brushProperty name="width" value="0.035" units="cm"/>
      <inkml:brushProperty name="height" value="0.035" units="cm"/>
    </inkml:brush>
  </inkml:definitions>
  <inkml:trace contextRef="#ctx0" brushRef="#br0">435 70 8801,'-19'-3'1577,"15"3"646,9-1-1463,38-6 350,-43 6-1080,1 1 0,-1 0 0,1 0 0,0-1 0,-1 1 0,1 0 0,-1-1 0,1 1 0,-1 0 0,1-1 0,-1 1 0,1-1 0,-1 1 0,0-1 0,1 1 0,-1-1 0,0 1 0,1-1 0,-1 0 0,0 1 0,0-1 0,0 1 0,1-1 0,-1 0 0,0 0 0,1-1 100,25-38 2514,-25 37-691,-10 17-1053,-114 232 227,100-194-1039,-186 472 333,138-336-328,55-145-121,-24 54-698,36-89 270,2-8-364,2-16-749,1 6 1378,2-14-2297,0 1 1,8-26-1,6-9-5882</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9.406"/>
    </inkml:context>
    <inkml:brush xml:id="br0">
      <inkml:brushProperty name="width" value="0.035" units="cm"/>
      <inkml:brushProperty name="height" value="0.035" units="cm"/>
    </inkml:brush>
  </inkml:definitions>
  <inkml:trace contextRef="#ctx0" brushRef="#br0">587 12 7893,'16'3'1815,"-22"-11"453,-1 1 2857,6 8-5085,0-1 0,0 1 0,-1-1 0,1 1 0,0 0 0,0-1 0,0 1 0,0 0 0,0 0 0,0 0 0,0 0 0,0 0 0,0 1 0,-2 1 55,-9 14 145,0 0 0,1 0 0,1 1 1,1 0-1,-14 40 0,6-17 12,-103 262 1267,-146 583-1,185-583-4932,77-282 1944,4-18-703,-6-20-10272</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19.816"/>
    </inkml:context>
    <inkml:brush xml:id="br0">
      <inkml:brushProperty name="width" value="0.035" units="cm"/>
      <inkml:brushProperty name="height" value="0.035" units="cm"/>
    </inkml:brush>
  </inkml:definitions>
  <inkml:trace contextRef="#ctx0" brushRef="#br0">506 0 9825,'0'0'6753,"-2"3"-6241,-12 25-159,1 0 1,2 1 0,-15 55 0,-70 329 365,20 5 190,48-258-485,-166 1052-407,180-1119-741,-5 90-2992,16-146 2361,-4 4-1399,4-26-870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0.274"/>
    </inkml:context>
    <inkml:brush xml:id="br0">
      <inkml:brushProperty name="width" value="0.035" units="cm"/>
      <inkml:brushProperty name="height" value="0.035" units="cm"/>
    </inkml:brush>
  </inkml:definitions>
  <inkml:trace contextRef="#ctx0" brushRef="#br0">500 9 6233,'4'-8'8605,"-3"16"-3730,-2 1-6688,-3 21 2338,-13 44-1,2-7-159,-73 510 1328,50-284-1125,20-168-368,-115 726 812,20-114-1260,73-450-2147,32-226 1093,-6 35-1135,-1-36-4226</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0.746"/>
    </inkml:context>
    <inkml:brush xml:id="br0">
      <inkml:brushProperty name="width" value="0.035" units="cm"/>
      <inkml:brushProperty name="height" value="0.035" units="cm"/>
    </inkml:brush>
  </inkml:definitions>
  <inkml:trace contextRef="#ctx0" brushRef="#br0">995 8 7673,'0'0'4522,"-2"-1"-3682,-2-2-609,3 3-138,1-1 1,-1 1-1,0 0 0,1-1 0,-1 1 1,0 0-1,1-1 0,-1 1 1,0 0-1,0 0 0,1-1 0,-1 1 1,0 0-1,0 0 0,1 0 0,-1 0 1,-1 0-1,-6 16 726,6-11-911,-105 365 3034,30 11-1465,52-254-1035,-136 722 1372,-115 563-928,157-814-923,-28 133-2082,114-560 52,14-59-3868</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1.314"/>
    </inkml:context>
    <inkml:brush xml:id="br0">
      <inkml:brushProperty name="width" value="0.035" units="cm"/>
      <inkml:brushProperty name="height" value="0.035" units="cm"/>
    </inkml:brush>
  </inkml:definitions>
  <inkml:trace contextRef="#ctx0" brushRef="#br0">946 93 6269,'0'0'13379,"1"-3"-13196,6-16-1,-1 0-1,6-29 1,-12 45 49,-15 11-216,10-1 9,0 0 0,1 0 0,-1 0 0,1 0-1,1 1 1,0 0 0,0 0 0,0-1 0,-3 18 0,2-8 28,-12 50 222,-9 78-1,13-69-118,-156 946 854,64-401-508,-21 83-134,34-199-315,-121 527-2158,209-1018 2022,-8 36-345,-29 119-860,29-134 53,0-1 0,-29 57-1,40-91 1172,0 1-1,0-1 1,-1 1-1,1-1 0,0 1 1,0-1-1,0 1 1,-1-1-1,1 1 1,0-1-1,0 0 0,-1 1 1,1-1-1,-1 1 1,1-1-1,0 0 0,-1 1 1,1-1-1,-1 0 1,1 0-1,0 1 0,-1-1 1,1 0-1,-1 0 1,1 1-1,-1-1 0,1 0 1,-1 0-1,1 0 1,-1 0-1,1 0 1,-1 0-1,1 0 0,-1 0 1,1 0-1,-1 0 1,1 0-1,-1 0 0,1 0 1,-1-1-1,1 1 1,-1 0-1,1 0 0,-1 0 1,1-1-1,-1 1 1,1 0-1,-1-1 0,1 1 1,0 0-1,-1-1 1,1 1-1,0 0 0,-1-1 1,1 1-1,-1-1 1,-1-3-491,0 1 0,0-1-1,0 0 1,0 0 0,1 0 0,-3-6 0,-1-33-4756</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1.864"/>
    </inkml:context>
    <inkml:brush xml:id="br0">
      <inkml:brushProperty name="width" value="0.035" units="cm"/>
      <inkml:brushProperty name="height" value="0.035" units="cm"/>
    </inkml:brush>
  </inkml:definitions>
  <inkml:trace contextRef="#ctx0" brushRef="#br0">731 24 6621,'17'-23'12012,"-18"27"-11510,-31 97 663,-2 3-628,-87 519 618,103-518-1002,-235 1406 1714,213-1264-1582,-55 308 57,-12 211-1352,81-536-1058,6-102-2707,20-126 1982</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2.334"/>
    </inkml:context>
    <inkml:brush xml:id="br0">
      <inkml:brushProperty name="width" value="0.035" units="cm"/>
      <inkml:brushProperty name="height" value="0.035" units="cm"/>
    </inkml:brush>
  </inkml:definitions>
  <inkml:trace contextRef="#ctx0" brushRef="#br0">1131 1 7437,'0'0'6291,"-3"1"-5501,-2 3-624,1 0 1,-1-1-1,0 2 0,1-1 0,0 1 1,0-1-1,0 1 0,1 0 0,0 0 1,-5 10-1,-3 9 314,-9 31 1,7-19-109,-149 496 2555,132-417-2532,-53 184 496,-113 452 1049,139-496-1410,-124 606 629,91-398-1137,-48 310-1170,75-367-935,51-334 1121,4-31 259,-1 3-648,6-12-4231,3-37 1388,-2-22-2343</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2.759"/>
    </inkml:context>
    <inkml:brush xml:id="br0">
      <inkml:brushProperty name="width" value="0.035" units="cm"/>
      <inkml:brushProperty name="height" value="0.035" units="cm"/>
    </inkml:brush>
  </inkml:definitions>
  <inkml:trace contextRef="#ctx0" brushRef="#br0">908 0 10269,'0'0'6665,"-2"2"-6155,-17 25-224,1 1 1,1 1-1,1 0 0,2 1 0,-14 39 0,-42 165 736,14-16-120,-40 146 279,34-152-525,-63 231 582,57-179-743,-92 394-986,120-474-258,-34 180-2415,35-179-502,38-178 2877,0 0 0,0-1 0,1 1 0,0 0-1,0 0 1,3 13 0,-2-14-1041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3.136"/>
    </inkml:context>
    <inkml:brush xml:id="br0">
      <inkml:brushProperty name="width" value="0.035" units="cm"/>
      <inkml:brushProperty name="height" value="0.035" units="cm"/>
    </inkml:brush>
  </inkml:definitions>
  <inkml:trace contextRef="#ctx0" brushRef="#br0">605 8 9449,'12'4'2142,"-20"-12"351,5 4-1946,2 7-137,-1 0-1,0 0 0,1 0 1,0-1-1,0 1 1,0 0-1,-1 5 0,-17 55 577,-50 192 674,-45 175-330,-29-8-445,13-10-305,55-164-1240,43-139-1218,20-61-8455</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3.436"/>
    </inkml:context>
    <inkml:brush xml:id="br0">
      <inkml:brushProperty name="width" value="0.035" units="cm"/>
      <inkml:brushProperty name="height" value="0.035" units="cm"/>
    </inkml:brush>
  </inkml:definitions>
  <inkml:trace contextRef="#ctx0" brushRef="#br0">489 0 8773,'-6'135'2576,"-11"-60"-328,0-3-288,-4 0-279,4 0-237,-9 5-72,-2 12-344,-4 6-84,0 17-148,-5 1-200,2 2-412,1-9-196,-1-11-296,4-12-576,-1-11-628,3-6-732,-2-11-3321,2-12-4528</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6.717"/>
    </inkml:context>
    <inkml:brush xml:id="br0">
      <inkml:brushProperty name="width" value="0.035" units="cm"/>
      <inkml:brushProperty name="height" value="0.035" units="cm"/>
    </inkml:brush>
  </inkml:definitions>
  <inkml:trace contextRef="#ctx0" brushRef="#br0">444 12 6833,'11'-12'6612,"-13"13"-5177,-2 1-1125,1 0 0,0 0 0,0 0 0,0 0 0,0 0 0,0 1 0,0-1 0,0 1 0,1 0 0,-4 5 0,-21 37 687,20-33-857,-148 338 1404,-42 199-2965,182-515-1015,8-30-105,2-15-1732,2-6-3043</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7.031"/>
    </inkml:context>
    <inkml:brush xml:id="br0">
      <inkml:brushProperty name="width" value="0.035" units="cm"/>
      <inkml:brushProperty name="height" value="0.035" units="cm"/>
    </inkml:brush>
  </inkml:definitions>
  <inkml:trace contextRef="#ctx0" brushRef="#br0">326 18 8721,'23'-18'5102,"-26"22"-3788,-26 40 54,2 1 1,-32 71 0,-31 107-962,51-121-193,-47 127-3302,81-216 2286,-5 12-74,10-9-5133</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8.158"/>
    </inkml:context>
    <inkml:brush xml:id="br0">
      <inkml:brushProperty name="width" value="0.035" units="cm"/>
      <inkml:brushProperty name="height" value="0.035" units="cm"/>
    </inkml:brush>
  </inkml:definitions>
  <inkml:trace contextRef="#ctx0" brushRef="#br0">271 0 6341,'0'15'1509,"7"-18"516,-6 2-1963,0 1 1,0-1-1,0 0 0,-1 1 0,1-1 1,0 1-1,0 0 0,0-1 0,0 1 0,0 0 1,1-1-1,-1 1 0,0 0 0,0 0 1,0 0-1,2 0 0,-3 18 977,-4 38 639,-2 0 1,-21 92-1,11-74-1037,-155 820 2735,122-585-5426,37-219-3040,0-99-5810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28.455"/>
    </inkml:context>
    <inkml:brush xml:id="br0">
      <inkml:brushProperty name="width" value="0.035" units="cm"/>
      <inkml:brushProperty name="height" value="0.035" units="cm"/>
    </inkml:brush>
  </inkml:definitions>
  <inkml:trace contextRef="#ctx0" brushRef="#br0">379 0 9433,'-22'42'2030,"1"1"0,-26 78 1,-16 98 605,52-178-2362,-172 739 402,158-618-3461,19-59-3962,8-81 153</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0:31.373"/>
    </inkml:context>
    <inkml:brush xml:id="br0">
      <inkml:brushProperty name="width" value="0.035" units="cm"/>
      <inkml:brushProperty name="height" value="0.035" units="cm"/>
    </inkml:brush>
  </inkml:definitions>
  <inkml:trace contextRef="#ctx0" brushRef="#br0">7295 262 8493,'-3'2'564,"-9"4"-85,7-5 2846,-32-27 1504,11 16-4214,-1 0 1,0 1-1,-52-8 0,-87-2-333,101 12-88,-243-11-40,135 10-78,-593-24 189,-2 53 463,402 13-552,-486 109 0,-19 47-115,479-120-53,174-33-66,-50 3 89,108-18-58,-201 55 0,-33 34-65,-39-4 2,365-94 92,-61 16 13,119-27-27,-1 1 4,0 0 0,0 1-1,-13 6 1,20-8 7,-1 1 0,0 1 0,1-1-1,-1 1 1,1-1 0,0 1 0,1 0 0,-1 1 0,-3 4 0,-8 15 1,2 2 0,0-1 0,2 1 1,1 1-1,-13 51 0,10-35-4,-71 341 71,71-287-64,4 1 1,4 0-1,5 1 1,4-1-1,23 133 1,1-88-4,5 0 0,101 264 1,-123-378-3,2-1 0,21 38 0,-29-59 4,-1 0-1,1 0 0,0-1 0,1 0 1,-1 1-1,1-2 0,1 1 1,-1-1-1,1 0 0,0 0 1,0-1-1,0 0 0,1 0 0,7 3 1,18 2 7,0-2 1,0-1-1,1-1 1,53 0-1,141-14 3,-143 3-3,280-22 10,-86 4 2,-37 6-55,351-18-149,290-6 147,-844 40 44,697-55-126,-276 3 2,-82 7-37,-28 3 174,-78 8-116,-209 28 114,319-27-65,-189 25 70,111-3-83,287-2 51,-406 10-111,232-29-874,-389 30 1137,-1 0 1,0-2 0,0-1 0,-1-1 0,1-1 0,-2-1-1,46-26 1,-12-4 351,-41 26-428,1 1 0,0 1-1,1 1 1,21-8-1,-23 12-8,93-33 382,-94 35-400,0 1 1,0 0-1,0 1 1,26 0-1,-34 3-31,0-1 0,0 0 0,0-1 0,0 0 0,8-3 0,-3 1 23,37-8 113,-20 5 29,35-12 0,-60 16-113,0-1-1,0 1 1,0-1-1,-1 0 0,1 0 1,-1 0-1,0-1 0,-1 0 1,1 0-1,-1 0 1,0-1-1,0 1 0,3-7 1,2-5 204,-1 1 1,0-2 0,7-25 0,-6 6-20,-3-1 0,0 1 0,-3-1 0,-1-53 0,1-10-122,-2 1 144,-3 0 1,-21-124 0,14 142-190,-52-382 128,32 175-142,-8-51 22,20 206-21,8 89-80,8 43 37,1-1-52,-5-28 29,5 28 32,-9-12-47,7 13 16,0 0 0,-1 0-1,1 1 1,0-1 0,0 0-1,-1 1 1,1-1-1,-1 1 1,0 0 0,1 0-1,-1 0 1,0 0 0,-5 0-1,-45-7-1,26 5 28,-44-6 141,-96 0 0,65 6-9,-2277-85 277,1933 72-3215,206 1-928,78 9-2914,-36-4-6463</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14.188"/>
    </inkml:context>
    <inkml:brush xml:id="br0">
      <inkml:brushProperty name="width" value="0.035" units="cm"/>
      <inkml:brushProperty name="height" value="0.035" units="cm"/>
    </inkml:brush>
  </inkml:definitions>
  <inkml:trace contextRef="#ctx0" brushRef="#br0">2052 78 2652,'0'0'11073,"0"3"-10901,3 29 2117,14-35-1967,-6 0 255,-10-1 980,-16-5-392,12 8 1802,1 2-2943,0 1 0,-1-1 0,1 0-1,-1 1 1,1-1 0,-1 0 0,-3 1 0,-25-10 2,28 7-10,-15 2-5,-39-2 36,54 1 41,0 0-127,-103-2 144,103 2-117,0-1-84,-57-9-136,57 9 215,-15-2 0,-41 0 1,55 3 9,-13-3-17,-37-5-45,51 8 59,-1 0 14,-1 0-5,-30-4-18,-31-4 11,63 8-20,0-1 40,-36-6 0,35 7-40,-10-4 48,-35-3-24,7 1 19,21 3-13,0 1 0,-26 0-1,-4 0-8,46 2-53,-67-6 57,70 6 63,-2 0-68,-27-3-32,28 3 71,0 0-26,-36-1-35,-40 0 136,50-2-97,7 0-18,-36 5 7,4-4 16,51 2-7,-1 0-46,-32 0 27,33 0 18,-15 0-10,-39 2 5,54-2-2,0 0 3,-69 0-2,69 0-2,0 1 16,-28 4-25,28-5-8,-1 0-15,-128 10 24,64-3 4,4-1-29,62-6 40,-1 1-17,-1-1 3,-21 7 3,22-6 14,-29 4-28,30-4 24,-25 9-25,25-9-47,-2 0 47,1 0 1,-1 0-1,1 1 1,-1-1-1,1 1 1,0 0-1,0 0 1,-1 0-1,1 0 0,1 0 1,-1 1-1,0-1 1,-3 5-1,5-5-4,-25 8-36,23-9 47,-10 5-90,9-2 51,1-1-1,-1 0 0,1 1 1,0-1-1,-3 6 0,3-5 56,2-2-82,0-2 70,1 0 1,-1 0-1,0 0 1,1 1-1,-1-1 0,0 0 1,1 1-1,-1-1 1,1 0-1,-1 1 1,1-1-1,-1 1 1,1-1-1,-1 1 1,1-1-1,-1 1 1,1-1-1,-1 1 1,1-1-1,-1 2 1,-10 10-442,9-10 438,0-1-1,0 1 1,0 0 0,0 0-1,0 0 1,0 0 0,0 0-1,0 0 1,1 1 0,-1-1-1,1 0 1,0 1 0,0-1-1,0 1 1,0 0 0,0-1-1,0 6 1,0-5 65,-7 20-95,8-21 137,-6 16 10,5-12-70,1-1-1,-1 1 1,1 0 0,1 9-1,0 1-21,18 6 48,25 9-12,-42-30-47,-1 0-1,0-1 1,0 1 0,0 0-1,0-1 1,0 1-1,1-1 1,-1 0 0,0 1-1,0-1 1,1 0-1,-1 0 1,0 1-1,1-1 1,-1 0 0,2-1-1,14 4-38,3 2 36,37 5-1,-46-6-106,-7-1 119,29 3 12,-10-5-35,-6-1 0,-1 1 1,25 5-1,-1-3 34,201 0-115,-151 0 62,37-1-16,104-11 24,-205 8 4,-4-1 18,1 1-1,30 3 1,-49-2-5,-1 0 11,115 3 4,-4 0-111,-14 5 29,-71-5 108,3-3-69,-8-2-1,36-1 0,12 0-16,34 0-3,-37 0 12,-66 3 30,0-1-19,26-3 54,-27 3-15,1 0-10,0 1 0,0-1-1,0 1 1,0-1 0,0 1 0,0 0-1,5 0 1,-5 0 1,15-5 36,0 2-20,-14 3-16,0-1-36,91-21 136,-93 22-61,15-4 72,24-4 341,-39 8 264,2 0-630,32-3 52,-33 3 1957,-4-6-1949,0 0 0,-1 0 0,1 0 0,-2 0 0,1 0 0,-7-10 0,6 10-150,2 4 391,1 0-332,-1 0 0,1 0 0,-1 0 0,0 0 0,0 0 0,0 0 0,0 0 0,0 0 0,0 0-1,0 1 1,-1-1 0,1 0 0,-1 1 0,1-1 0,-1 1 0,0 0 0,1 0 0,-1-1 0,-3 0 0,0-2 51,3 3-7,0-2-75,1 0 0,-1 1 0,0 0 0,0-1 0,0 1 0,-1 0 0,-2-3 0,-32-24 985,35 28-798,0-1-146,-19-12-32,19 13 74,-1 0-94,-1 0-9,-21-12-21,-33-14 92,54 25-60,0 0 0,0 1-1,0 0 1,0 0 0,0 0 0,-7-1 0,-8-2 11,2-2-50,11 3 27,-1 0 0,0 0 0,0 1 0,0 1 0,-1-1 0,-8 0 0,8 2-128,0-1 1,-1-1-1,1 1 0,0-1 1,0 0-1,-7-4 1,-4-1-2650,6 4 921,-13-5-2416,6 3-1490,-5-1-4246</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1.281"/>
    </inkml:context>
    <inkml:brush xml:id="br0">
      <inkml:brushProperty name="width" value="0.035" units="cm"/>
      <inkml:brushProperty name="height" value="0.035" units="cm"/>
    </inkml:brush>
  </inkml:definitions>
  <inkml:trace contextRef="#ctx0" brushRef="#br0">1 785 6389,'2'-12'1845,"-2"11"-1217,0 0-1,1 0 1,-1 0 0,1-1-1,-1 1 1,1 0 0,-1 0-1,1 0 1,-1 0 0,1 0 0,0 0-1,0 0 1,0 1 0,-1-1-1,3-1 1,10-3-1177,-12 5 598,0-1 0,-1 0 1,1 1-1,0-1 0,-1 1 1,1-1-1,0 0 0,-1 1 0,1-1 1,-1 0-1,1 0 0,-1 0 1,1 1-1,-1-1 0,0 0 1,1 0-1,-1-2 0,1 1 100,5-5 51,0 0-1,0 1 0,0 0 1,1 0-1,-1 0 0,1 1 1,15-8-1,7-7 263,65-60 862,-27 20-364,501-379 5700,-549 425-6570,-13 9-242,0 0-1,1 1 1,0-1 0,0 1-1,0 1 1,1-1 0,-1 1-1,13-3 1,2 0-644,10-7-7114,-17 7 4094</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1.549"/>
    </inkml:context>
    <inkml:brush xml:id="br0">
      <inkml:brushProperty name="width" value="0.035" units="cm"/>
      <inkml:brushProperty name="height" value="0.035" units="cm"/>
    </inkml:brush>
  </inkml:definitions>
  <inkml:trace contextRef="#ctx0" brushRef="#br0">1 41 13413,'0'-13'1574,"0"6"1634,5 5-932,25-4 468,0 1 1,37-2 0,-61 7-2588,0 0-1,0 0 0,0 1 1,0 0-1,0 0 0,0 1 1,0 0-1,0 0 0,0 0 1,0 1-1,-1-1 0,1 1 1,6 6-1,-9-7-148,-1 0-1,0 0 1,1 0-1,-1 0 1,0 1-1,0-1 1,0 1-1,-1-1 1,1 1-1,-1 0 1,1-1-1,-1 1 1,0 0-1,0 0 1,0 0 0,0 0-1,-1 0 1,1 1-1,-1-1 1,0 3-1,1 10-230,-1 0 0,-4 26 0,3-36 120,-2 16-793,-1 0-1,-1 0 1,-1-1 0,-13 33-1,1-16-4949,-31 51 1,24-44-5278</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2.162"/>
    </inkml:context>
    <inkml:brush xml:id="br0">
      <inkml:brushProperty name="width" value="0.035" units="cm"/>
      <inkml:brushProperty name="height" value="0.035" units="cm"/>
    </inkml:brush>
  </inkml:definitions>
  <inkml:trace contextRef="#ctx0" brushRef="#br0">60 251 12525,'0'0'7936,"1"2"-7618,1 2-231,0 1 0,0-1 0,0 1 0,-1 0 0,0-1 0,0 1-1,0 0 1,-1 0 0,1 0 0,-1 0 0,-1 0 0,0 6 0,-19 249 1194,19-214-1084,1-23-54,-5 32 1,5-51-198,0-1 1,0 1 0,1-1 0,-1 1 0,0-1 0,1 1 0,0-1 0,0 1 0,0-1 0,0 0 0,1 1-1,0-1 1,-1 0 0,1 0 0,4 5 0,-5-7-584,-8-19-1451,-1 3 1310,-3-16 423,1 0-1,2-1 1,1 0-1,1 0 1,2-1-1,-1-50 1,6 77 379,-1-21 432,1 1 0,1 0 1,2 0-1,11-44 0,0 25 1176,2 1-1,23-45 1,-25 62 274,31-42 0,-44 67-1648,-2 3-230,1 0 1,-1 0 0,1 0 0,-1 0 0,1 0 0,0 1 0,-1-1 0,1 0-1,0 0 1,0 0 0,0-1 0,1 3 0,9 13-82,-10-9-87,0 1 0,-1-1 0,0 1 0,0-1 0,-1 1 0,0-1 0,-2 11 0,1-12-1,-1 10-442,-1-1 1,-1 1-1,0-1 1,-2 0-1,-9 18 1,-47 65-6833,47-75 4046,-13 21-6532</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2.492"/>
    </inkml:context>
    <inkml:brush xml:id="br0">
      <inkml:brushProperty name="width" value="0.035" units="cm"/>
      <inkml:brushProperty name="height" value="0.035" units="cm"/>
    </inkml:brush>
  </inkml:definitions>
  <inkml:trace contextRef="#ctx0" brushRef="#br0">519 1 11781,'-63'20'2930,"48"-16"-2165,-1 0-1,1 2 1,-1-1-1,1 2 1,1 0-1,0 1 1,0 0-1,-17 14 1,10-2-123,2 1 1,0 1 0,-28 44-1,-36 79 696,63-106-1068,2 0 1,2 1 0,1 0 0,3 1 0,1 1-1,-11 83 1,20-98-217,2 0 0,0-1 0,1 1 0,2-1 0,7 32 0,-5-39-139,0 0 0,2 0 0,0-1 0,1 1 0,1-2 0,1 1 0,18 25 0,-15-26-339,1-1 0,0 0 0,1-2 0,0 1-1,34 23 1,-35-30-465,0 0-1,0-1 0,18 7 0,-18-9-966,0-1 0,1 0 0,24 2 0,29-1-8671</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2.889"/>
    </inkml:context>
    <inkml:brush xml:id="br0">
      <inkml:brushProperty name="width" value="0.035" units="cm"/>
      <inkml:brushProperty name="height" value="0.035" units="cm"/>
    </inkml:brush>
  </inkml:definitions>
  <inkml:trace contextRef="#ctx0" brushRef="#br0">1 144 10993,'1'11'1438,"1"-9"25,8-17 1495,-8 11-2463,-1 1-1,1-1 1,0 1-1,1-1 1,-1 1-1,0 0 1,1 0-1,0 0 1,4-3-1,47-17 1978,1 2 0,0 3 0,60-12-1,-93 25-1929,42-4-1,-63 9-543,0 0 1,1 0-1,-1 0 0,0 0 1,0 1-1,1-1 0,-1 0 1,0 1-1,0-1 1,0 0-1,0 1 0,0 0 1,0-1-1,0 1 0,0 0 1,0-1-1,0 1 0,0 0 1,0 0-1,0 0 0,0 0 1,0 0-1,-1 0 0,1 0 1,0 0-1,-1 0 1,1 0-1,-1 0 0,1 0 1,-1 0-1,0 1 0,0-1 1,1 0-1,-1 0 0,0 0 1,0 1-1,0-1 0,0 0 1,0 2-1,0 5-38,-1-1 1,1 1-1,-1 0 0,-1-1 0,-3 13 0,-13 26-560,-1 0-1,-41 67 1,-6 15-416,-9 37 123,72-160 929,1 1-1,0-1 1,0 1-1,0 0 1,1 0-1,0-1 1,0 1 0,0 11-1,1-15-13,1 0 0,-1-1 0,0 1 0,1-1 0,-1 1 0,1-1 0,0 1 0,-1-1 0,1 1 0,0-1 0,0 1 1,0-1-1,0 0 0,0 0 0,0 0 0,1 1 0,-1-1 0,0 0 0,0 0 0,1-1 0,-1 1 0,1 0 0,-1 0 0,1-1 0,-1 1 0,1-1 0,-1 1 0,1-1 0,0 0 0,-1 1 0,1-1 0,-1 0 0,1 0 0,0 0 0,1-1 0,17 0 63,0-1-1,0-1 0,0-1 0,0-1 1,-1-1-1,26-11 0,8-1-46,70-24-1380,-98 31-590,29-15 0,-31 11-618,-10 1-5384</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3.236"/>
    </inkml:context>
    <inkml:brush xml:id="br0">
      <inkml:brushProperty name="width" value="0.035" units="cm"/>
      <inkml:brushProperty name="height" value="0.035" units="cm"/>
    </inkml:brush>
  </inkml:definitions>
  <inkml:trace contextRef="#ctx0" brushRef="#br0">32 188 13357,'-30'10'2676,"30"-10"-2650,1 0 0,-1 0 0,0 0 0,0 0 0,0 0 0,0 0 0,0 0 0,0 0-1,0 0 1,0 0 0,0 0 0,0 0 0,0 0 0,0-1 0,0 1 0,0 0 0,0 0 0,0 0 0,0 0 0,0 0 0,0 0 0,0 0 0,0 0 0,-1 0 0,1 0 0,0 0 0,0 0 0,0 0 0,0 0 0,0-1-1,0 1 1,0 0 0,0 0 0,0 0 0,0 0 0,0 0 0,0 0 0,0 0 0,0 0 0,0 0 0,0 0 0,0 0 0,-1 0 0,1 0 0,0 0 0,0 0 0,0 0 0,0 0 0,0 0 0,0 0 0,0 0 0,0 0-1,0 0 1,0 0 0,0 0 0,0 0 0,0 0 0,-1 0 0,1 0 0,0 0 0,14-11 1862,-3 4-901,-1 1 0,1 0 0,0 1 0,1 0 0,-1 1 0,18-4 0,81-12 3620,-41 9-3091,31-7-1265,140-32-271,-227 48-330,-5 0-852,0 0 0,-1 0 1,14-6-1,-20 8 1003,-1 0-1,1 0 1,0-1 0,0 1 0,-1 0 0,1-1 0,0 1-1,-1 0 1,1-1 0,-1 1 0,1-1 0,-1 1 0,1-1-1,-1 0 1,1 1 0,-1-1 0,1 1 0,-1-1-1,1 0 1,-1 1 0,0-1 0,0 0 0,1 0 0,-1 1-1,0-1 1,0 0 0,0 0 0,0 1 0,0-1 0,0 0-1,0 0 1,0 1 0,0-1 0,0 0 0,0 0-1,0 1 1,-1-1 0,1 0 0,0 0 0,0 1 0,-1-1-1,1 0 1,-1 1 0,1-1 0,-1 0 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3.691"/>
    </inkml:context>
    <inkml:brush xml:id="br0">
      <inkml:brushProperty name="width" value="0.035" units="cm"/>
      <inkml:brushProperty name="height" value="0.035" units="cm"/>
    </inkml:brush>
  </inkml:definitions>
  <inkml:trace contextRef="#ctx0" brushRef="#br0">507 0 11489,'0'0'9055,"-5"1"-8961,-12 5-353,1 0 0,-1 1 1,1 1-1,1 0 0,-1 2 1,-23 18-1,-33 18-728,-114 55 2190,171-92-710,-2 0 596,0 0-1,-24 9 1,27-12 77,11-5 41,8 0-52,54 8 804,1-4-1,104-3 1,54 4-1430,-205-4-1538,1 0-1,23 8 1,-31-8 425,-1 0-2299,-23 3-6589,16-5 7375,-18 6-9590</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3.995"/>
    </inkml:context>
    <inkml:brush xml:id="br0">
      <inkml:brushProperty name="width" value="0.035" units="cm"/>
      <inkml:brushProperty name="height" value="0.035" units="cm"/>
    </inkml:brush>
  </inkml:definitions>
  <inkml:trace contextRef="#ctx0" brushRef="#br0">17 5 14593,'-16'7'1724,"15"-5"-11,25-6 1264,2 0-1373,-3 3 288,-1 0 1,32 4-1,-7 0-447,9-2 7,-20-1-675,38 5-1,49 7-2488,-122-13 1503,0 1 1,-1-1 0,1 1-1,0 0 1,-1-1 0,1 1 0,0-1-1,-1 0 1,1 1 0,0-1 0,-1 1-1,1-1 1,-1 0 0,1 0 0,-1 1-1,0-1 1,1 0 0,-1 0-1,0 1 1,1-1 0,-1 0 0,0-1-1,0 1-344,5-9-3315,-15 14-3214,-2 2-4666</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4.340"/>
    </inkml:context>
    <inkml:brush xml:id="br0">
      <inkml:brushProperty name="width" value="0.035" units="cm"/>
      <inkml:brushProperty name="height" value="0.035" units="cm"/>
    </inkml:brush>
  </inkml:definitions>
  <inkml:trace contextRef="#ctx0" brushRef="#br0">82 1 13969,'-17'24'9985,"7"3"-6189,2 32-4492,5-24 1870,-3 7-801,-19 170 640,21-167-915,-2 14-1075,3 84 1,9-63-1696,1-27-3495,-7-52 5736,0 0-1,0 1 0,0-1 0,0 0 0,1 0 1,-1 0-1,0 0 0,1 0 0,-1 0 0,1 0 1,-1 0-1,1 0 0,1 2 0,-1-3-274,0 0-1,0 1 1,0-1-1,0 0 1,0 0-1,0 0 1,0 1-1,0-1 1,0 0-1,1-1 1,-1 1-1,0 0 1,2-1-1</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4.497"/>
    </inkml:context>
    <inkml:brush xml:id="br0">
      <inkml:brushProperty name="width" value="0.035" units="cm"/>
      <inkml:brushProperty name="height" value="0.035" units="cm"/>
    </inkml:brush>
  </inkml:definitions>
  <inkml:trace contextRef="#ctx0" brushRef="#br0">24 1 20182,'-3'17'7497,"-9"-11"-7081,4 2-480,16 4-1693,7-1-55</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4.902"/>
    </inkml:context>
    <inkml:brush xml:id="br0">
      <inkml:brushProperty name="width" value="0.035" units="cm"/>
      <inkml:brushProperty name="height" value="0.035" units="cm"/>
    </inkml:brush>
  </inkml:definitions>
  <inkml:trace contextRef="#ctx0" brushRef="#br0">1 99 13409,'25'-20'3898,"-22"17"-3233,0 0-1,0 0 1,0 0-1,0 1 1,1 0-1,-1-1 1,7-2-1,19-4 1472,1 2-1,56-8 0,-32 7-389,-18 2-1082,0 1 0,39 1 0,-50 5-664,-19 3 0,-2-1 0,-3-2 0,1 0 0,0 0 0,-1 1 0,0-1 0,1 0 0,-1 1 0,0-1 0,1 1 0,-1-1 0,0 1 0,0 0 0,0-1 0,-1 1 0,1 0 0,0 0 0,-1 0 0,1-1 0,-1 1 0,1 0 0,-1 0 0,0 0 0,0 0 0,0 0 0,0 4 0,-1 8 0,0 1 0,-5 19 0,4-21 0,-45 217-883,44-218 834,-4 18-849,-6 42-1,12-63 456,0 0-1,1 0 0,0 0 0,1 0 0,0 0 0,0 0 0,1 0 0,0-1 0,5 14 0,4-4-2878,-10-17 2895,0 0-1,0 0 1,0 0-1,0-1 1,0 1-1,0 0 1,0-1-1,0 1 1,1-1-1,-1 1 1,0-1-1,0 1 1,1-1-1,-1 0 1,0 0-1,0 1 1,1-1-1,-1 0 1,0 0-1,1-1 1,-1 1-1,0 0 1,2-1-1,19-8-8605</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5.109"/>
    </inkml:context>
    <inkml:brush xml:id="br0">
      <inkml:brushProperty name="width" value="0.035" units="cm"/>
      <inkml:brushProperty name="height" value="0.035" units="cm"/>
    </inkml:brush>
  </inkml:definitions>
  <inkml:trace contextRef="#ctx0" brushRef="#br0">1 110 19918,'2'-2'663,"1"0"0,0 0 0,0 1 0,0-1 0,0 1 0,0 0 0,0 0 0,6-1-1,0 1-18,0 0-1,0 1 0,0 0 0,9 2 0,22 0 980,362-25 398,-390 22-2416,0 0 0,19-5 0,-27 5-12,0 0 0,0 0 1,-1-1-1,1 0 0,-1 0 1,1 0-1,-1 0 0,1 0 1,-1-1-1,5-4 0,-5 3-1044,0 0 0,1 1 0,0 0 0,-1 0-1,1 0 1,0 0 0,8-4 0,11-5-11041</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5.456"/>
    </inkml:context>
    <inkml:brush xml:id="br0">
      <inkml:brushProperty name="width" value="0.035" units="cm"/>
      <inkml:brushProperty name="height" value="0.035" units="cm"/>
    </inkml:brush>
  </inkml:definitions>
  <inkml:trace contextRef="#ctx0" brushRef="#br0">10 78 13685,'-3'-29'2480,"-2"20"-1046,4 4 178,11 4-161,-2 1-1006,132-14 7267,41-2-3764,-174 15-4919,0 0-1,0 0 1,0 0 0,0 1 0,12 2-1,-3-1-3242,-37 2-15527</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5.724"/>
    </inkml:context>
    <inkml:brush xml:id="br0">
      <inkml:brushProperty name="width" value="0.035" units="cm"/>
      <inkml:brushProperty name="height" value="0.035" units="cm"/>
    </inkml:brush>
  </inkml:definitions>
  <inkml:trace contextRef="#ctx0" brushRef="#br0">154 0 11469,'-33'8'2881,"30"-8"-2732,0 0 1,1 0-1,-1 1 1,0-1-1,1 1 0,-1 0 1,0-1-1,1 1 1,-1 1-1,1-1 1,0 0-1,-1 0 1,1 1-1,0-1 1,0 1-1,0 0 1,0 0-1,0 0 0,-3 3 1,-6 11 214,0 0 0,1 1 0,1 0 1,1 0-1,-11 32 0,18-46-219,1 1 0,-1-1 0,1 0 0,0 1 0,1-1 1,-1 0-1,0 1 0,1-1 0,0 0 0,0 0 0,0 0 0,0 1 1,0-1-1,0 0 0,1 0 0,0-1 0,0 1 0,-1 0 0,1-1 0,1 1 1,-1-1-1,4 4 0,3 2 425,0 0 1,0 0-1,1-1 0,18 10 1,1-3 306,1-2 0,39 11 0,1 1 48,-27-10-474,-28-10-256,1 1 0,14 8-1,-29-13-209,1 1-1,-1 0 0,0 0 0,0 0 0,0 0 0,0 0 1,0 0-1,0 0 0,0 0 0,0 1 0,0-1 0,0 0 0,-1 0 1,1 1-1,0-1 0,-1 1 0,1-1 0,-1 0 0,0 1 1,1-1-1,-1 1 0,0-1 0,0 1 0,0-1 0,0 1 1,0-1-1,0 1 0,-1-1 0,1 1 0,0-1 0,-1 0 0,1 1 1,-2 2-1,0 0-170,1 0 0,-1 0 0,-1-1 0,1 1 0,0 0 0,-1-1 0,0 1 0,0-1 0,0 0 0,0 0 0,0 0 0,-4 2-1,-16 9-2510,-42 17-1,3-6-4785,2-5-4003</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5.944"/>
    </inkml:context>
    <inkml:brush xml:id="br0">
      <inkml:brushProperty name="width" value="0.035" units="cm"/>
      <inkml:brushProperty name="height" value="0.035" units="cm"/>
    </inkml:brush>
  </inkml:definitions>
  <inkml:trace contextRef="#ctx0" brushRef="#br0">604 1 20698,'1'2'438,"0"1"1,0-1 0,0 0-1,1 1 1,-1-1-1,1 0 1,-1 0 0,1 0-1,0 0 1,0 0-1,0 0 1,2 2 0,-1-2-43,0 0 1,-1 1 0,1 0 0,-1-1 0,0 1 0,0 0 0,0 0 0,0 0 0,3 6 0,2 12-161,-1 1 0,0 0 0,-2 0 0,-1 0 0,0 0 0,-1 31 0,-16 137 510,-8-41-746,-7-2 0,-6 0 0,-57 146 0,-55 79-3499,91-253 385,-74 116 1,49-108-4439,4-14-4953</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26.655"/>
    </inkml:context>
    <inkml:brush xml:id="br0">
      <inkml:brushProperty name="width" value="0.035" units="cm"/>
      <inkml:brushProperty name="height" value="0.035" units="cm"/>
    </inkml:brush>
  </inkml:definitions>
  <inkml:trace contextRef="#ctx0" brushRef="#br0">37 0 13497,'0'0'13011,"-8"11"-17180,-3 1 1147,10-12 2629,0 0 0,0 0 0,0-1 0,0 1 0,0 0-1,0 0 1,1-1 0,-1 1 0,0 0 0,0-1 0,0 1-1,1-1 1,-1 1 0,0-1 0,0 1 0,1-1 0,-1 0-1,0 1 1,1-1 0,-1-1 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2:45.020"/>
    </inkml:context>
    <inkml:brush xml:id="br0">
      <inkml:brushProperty name="width" value="0.035" units="cm"/>
      <inkml:brushProperty name="height" value="0.035" units="cm"/>
    </inkml:brush>
  </inkml:definitions>
  <inkml:trace contextRef="#ctx0" brushRef="#br0">0 165 6257,'0'-5'557,"1"0"0,-1 1 0,1-1 0,0 0 0,0 1 0,0-1 0,1 1 1,0-1-1,0 1 0,0 0 0,0 0 0,1 0 0,-1 0 0,6-6 0,-4 5 305,-1 1 0,0-1 0,0 0-1,4-10 1,6-8 605,12-12 2796,-24 38-4125,9 150 776,-7-78-566,1-3-186,38 461 1698,-25-330-1516,-1-6-446,-11-169-519,2 1 1,16 46 0,-17-57 123,5 21-2689,-11-38 3110,0-1 0,0 0-1,0 0 1,0 0 0,0 0 0,0 1-1,0-1 1,0 0 0,1 0-1,-1 0 1,0 0 0,0 1 0,0-1-1,0 0 1,0 0 0,0 0 0,0 1-1,0-1 1,0 0 0,0 0 0,0 0-1,-1 0 1,1 1 0,0-1 0,0 0-1,0 0 1,0 0 0,0 0 0,0 1-1,0-1 1,0 0 0,0 0-1,-1 0 1,1 0 0,0 0 0,0 1-1,0-1 1,0 0 0,0 0 0,-1 0-1,1 0 1,0 0 0,-12-14-3168,-9-18-1974,1-11-2829</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2:48.111"/>
    </inkml:context>
    <inkml:brush xml:id="br0">
      <inkml:brushProperty name="width" value="0.035" units="cm"/>
      <inkml:brushProperty name="height" value="0.035" units="cm"/>
    </inkml:brush>
  </inkml:definitions>
  <inkml:trace contextRef="#ctx0" brushRef="#br0">0 436 7581,'0'0'5625,"4"0"-4790,30 0 1060,-8 1-376,0-1 0,-1-1-1,28-5 1,44-9-289,0 4-1,106 2 1,-56 3-868,284-16 115,636-42 94,-681 40-475,-64 5-32,564-38 69,-514 34-137,-163 7 8,446-40 39,-630 53-48,551-41-91,-349 28 171,-62 4-43,588-6 37,-356 24-71,-200-11-37,43 1-30,38-1 70,-104 0-9,419 4 71,-229 13-139,199 0-495,-39-15 266,-282-2 345,686-1 1,-451 27-162,-19 1 350,-373-20-241,304-2 29,434 3-64,-559 15 265,217 11 270,-182-5-453,-84-5-99,259 32 212,-452-48-133,31 2 661,-50-4-633,0 0 1,0-1-1,0 1 0,-1 0 1,1 0-1,0 0 0,-1 1 1,1-1-1,2 3 1,23 10 89,136 50-61,-101-39-40,-53-21-3,0 0 0,-1 1 0,0 0 0,0 1 0,0-1 0,0 2 0,-1-1 0,0 1 0,0 0 0,-1 1 0,0 0 0,-1 0 0,1 0 0,-1 1-1,-1 0 1,9 19 0,-4 3 30,-1-1 0,-2 1 0,-1 1 0,1 34-1,6 24 10,6 126-26,-10-82-4,-1-61-59,-4 1 0,-3 0 0,-11 93 0,10-162-14,-3 14-130,-7 29 0,9-43 135,-1 1-1,0 0 0,-1-1 0,1 0 0,-1 1 0,0-1 0,0 0 0,-1-1 0,-6 8 0,-1-2 1,-1 1 0,0-2 0,-1 0 0,0-1 0,-1 0 0,0 0 0,0-2 0,0 0 0,-1 0 0,0-2 0,0 0 0,-27 4 0,-69 4-169,-162-3 1,113-8 64,-230-6 82,102-1 2,115 6 0,-290 3-53,-1-4-381,365-1 418,-367-7-299,-89-11 173,-97-3-78,223 3 53,186 7 41,-141-2 150,223 14 37,-420 14 639,289 13-583,-117 8 66,-457 2-389,787-34 4,-298 0-532,-16-2 462,360 0 315,-75 3-65,-138-1 17,-316 16-71,310 8 81,-105 6-144,79-19 118,73-1-122,61-3 201,142-9-8,-814 48-545,405-23 475,56 1 75,114-5 29,-36 1 2,57-6-110,-66 3 32,13-1-28,49-11-19,93-5 29,-61-4 128,-43 3-137,-23 5 27,14 0 44,85-5 94,-13 13-116,24-6-38,49-4 23,1 1 23,95-5 50,-1 0-44,-27 2-6,28-1 496,0-2-355,-23-3 151,24 3 307,-1 0-508,-24-8 194,25 8 2276,3-58-2320,-6-58 0,1 44-252,6-98-2884,-2 169 2689,0-1 1,0 0-1,-1 0 0,1 1 0,-1-1 0,1 0 0,-1 1 0,0-1 0,0 0 1,0 1-1,-1-1 0,1 1 0,0 0 0,-1-1 0,0 1 0,0 0 0,1 0 1,-1 0-1,0 0 0,0 0 0,-1 1 0,1-1 0,-4-1 0,4 2-322,-1 0 0,1 0 0,0 0 0,-1 0 0,0 1 0,1-1 0,-1 1 0,1 0-1,-1 0 1,1 0 0,-1 0 0,0 0 0,1 0 0,-1 1 0,1-1 0,-4 2 0,-15 6-7600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40.788"/>
    </inkml:context>
    <inkml:brush xml:id="br0">
      <inkml:brushProperty name="width" value="0.035" units="cm"/>
      <inkml:brushProperty name="height" value="0.035" units="cm"/>
    </inkml:brush>
  </inkml:definitions>
  <inkml:trace contextRef="#ctx0" brushRef="#br0">0 477 4908,'0'0'9161,"3"0"-8496,23-5 6659,-23 4-7197,67-10 245,82-10-112,736-6-126,-505 34-101,-202-11-28,-67 0 11,325-22-48,-245 11 42,174-10 89,272-7-56,-204-2-117,-42 6 52,-121 9 19,-88 4-16,294-20-13,231-11 30,332 19 124,-942 27-135,-99 0 14,654-16 9,-522 9-21,27-1 13,255-17-12,-319 21 5,752 2-41,-509 27 28,-114-5 34,416 4-34,-472-20 13,-14-2 13,94 4 11,51-3-50,-160-5 57,78 2-9,-26-4-7,-39 0-3,733-10 33,-656 5 165,57-16 549,-62 15 1259,-191 13-1510,-31-3-272,-7-1-3361,-56-24-1020,3 0-2697,9 10-2842</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42.905"/>
    </inkml:context>
    <inkml:brush xml:id="br0">
      <inkml:brushProperty name="width" value="0.035" units="cm"/>
      <inkml:brushProperty name="height" value="0.035" units="cm"/>
    </inkml:brush>
  </inkml:definitions>
  <inkml:trace contextRef="#ctx0" brushRef="#br0">72 535 6489,'0'0'79,"-1"-1"0,0 0 1,0 0-1,-1 1 0,1-1 1,0 0-1,0 1 0,0-1 1,0 1-1,-1 0 0,1-1 0,0 1 1,0 0-1,-1 0 0,1 0 1,0 0-1,0 0 0,-1 0 1,1 0-1,0 0 0,0 0 1,-1 0-1,1 1 0,0-1 1,0 1-1,0-1 0,-1 1 1,1-1-1,-1 2 0,-2 0 137,1-2 1336,0 0-860,-11 1-922,3-1 5804,25-2-2669,5 0-2578,0 1 0,38 3 0,-12 1-32,412-16 848,-311 6-1015,716 1 83,-646 15-170,292 18-8,-34 3-3,-48-12-77,-142-8 80,1227-30-139,-1356 9 120,414-24-60,-214 17 19,531-33 24,-417 20 28,611-35-54,-576 43 36,386-37 28,-584 45-11,-94 7-32,146-4-20,-47 4 54,-13 2-68,-12 0 61,307-12 14,-398 15-6,96-5-14,-82 2 13,88-6-38,-58-4 59,444-34 54,-266-1 1311,-396 47-1767,39-1 1,-65 2-1179,-37-19-2147,7 5-2689,2-1-2289</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50.160"/>
    </inkml:context>
    <inkml:brush xml:id="br0">
      <inkml:brushProperty name="width" value="0.035" units="cm"/>
      <inkml:brushProperty name="height" value="0.035" units="cm"/>
    </inkml:brush>
  </inkml:definitions>
  <inkml:trace contextRef="#ctx0" brushRef="#br0">3342 164 10557,'0'0'1258,"-2"-2"-164,-1-1-626,0 0 0,0 0 0,-1 0 0,1 1 0,-1 0 0,0-1 0,1 1 0,-1 0 0,0 1 0,-8-3 0,-9-5-61,19 8-359,-15-3 309,7 2-158,-1 0 0,-19-1 0,-7-1 234,-49-4 307,11 2-452,-363-38 170,277 30-300,-398-22 450,347 36-374,169 4-242,-67 15 0,19-2 26,-4-1 20,-44 5-23,-231 17 93,56 1-13,287-34-98,1 2-1,0 1 0,1 1 0,-1 1 0,2 1 0,-1 1 0,2 1 1,-23 17-1,29-18 2,0 0 0,1 2 1,1 0-1,-22 25 0,26-27 8,6-8-3,1 0 1,1 0-1,-1 1 1,1-1-1,-5 9 1,-18 28 51,21-34-57,-1 1-1,1 1 1,0-1-1,1 1 1,-6 15-1,5-7 3,1-5-2,0 0 0,1 0 1,1 1-1,0-1 0,0 1 0,1-1 1,1 15-1,6 40-1,-5-46 1,0 0 0,2 0 0,0 0 0,2-1 0,10 33 0,2-8-7,-11-27 3,1-1 1,1 0-1,12 22 0,-7-9-6,-11-25 8,0 0 0,0 0 0,0 0 1,0-1-1,1 1 0,3 5 0,10 8 4,1-1-1,1-1 0,0 0 1,1-1-1,1-1 1,0 0-1,0-2 0,40 17 1,2-4-21,123 30-1,39-11 62,-98-22-20,-33-10-25,-18-3 1,359 27-72,-395-34 65,192-5-86,-123-1 79,166-7-49,376-32-3,-609 37 63,51-14 0,-36 7 1,-38 9 19,6-1 86,-1 0-1,0-2 0,0 0 0,36-18 0,-53 22-53,-1-1 0,0 0 0,0 0-1,0 0 1,0-1 0,-1 1 0,0-1 0,0 0 0,0-1 0,4-8 0,4-10 36,13-33 0,4-11-41,-13 40-14,0 1 0,2 1 0,22-26 0,-30 42 153,0-1-1,-1 0 1,-1-1-1,0 0 1,0 0-1,-1-1 1,-1 1-1,0-1 1,4-15-1,-9 20 22,0 0-1,-1 0 1,0 1-1,-1-1 1,0 0-1,0 0 1,-1 0-1,0 1 1,0-1-1,0 1 1,-5-8-1,-5-26 454,-27-128 747,35 154-1360,0 1 0,-2 0-1,1 0 1,-1 0 0,-1 0-1,-1 1 1,0 0 0,0 1-1,-1 0 1,-1 0-1,-13-12 1,3 5-387,-2 0 0,0 1 0,-1 1 0,-1 2 0,-29-16 0,30 19-1075,-1 1 0,0 1 0,0 1 0,-1 1 1,-49-8-1,26 10-4939,4-4-3904</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3:52.231"/>
    </inkml:context>
    <inkml:brush xml:id="br0">
      <inkml:brushProperty name="width" value="0.035" units="cm"/>
      <inkml:brushProperty name="height" value="0.035" units="cm"/>
    </inkml:brush>
  </inkml:definitions>
  <inkml:trace contextRef="#ctx0" brushRef="#br0">2416 258 10837,'-9'-12'851,"8"10"-746,0 0 0,0 0 0,0 1 1,-1-1-1,1 0 0,-1 1 0,1-1 0,-1 1 0,0-1 1,0 1-1,1 0 0,-1 0 0,0 0 0,0 0 0,0 0 0,0 0 1,0 0-1,-3 0 0,-109-31 2901,53 18-2042,0 3 0,-93-5 0,-124 12 616,198 4-1235,-63 4-39,0 7-1,0 6 0,-173 43 1,189-25-246,1 6 0,-122 58 0,189-72 22,2 3 0,2 1 0,-71 54 0,119-79-77,1 1 0,0 0 0,0 0 0,1 1 0,0 0 0,0 0 0,0 0 0,1 0 0,-5 15 0,2 5-12,1 1 0,-3 34 0,8-57 8,1 16-1,0 0-1,1 0 1,1 0 0,9 43-1,-7-54 1,-1 0 0,2-1 0,-1 1 0,2-1 0,-1 0 0,9 11 0,0 0-1,-5-7 2,1-1 0,0 0-1,1-1 1,1 0 0,0 0-1,20 14 1,89 51 23,-68-50-16,2-2 1,1-3-1,68 18 0,-76-25-6,202 47 13,4-20 31,547 44-112,561-64-53,-513-64-332,76-45 226,-462 24 214,193-78 444,-441 75-224,-191 56-145,25-12 0,5-3 86,-46 22-61,-2-1 0,1 0 0,0-1-1,-1 0 1,0 0 0,0 0 0,0 0-1,0-1 1,-1 0 0,0 0 0,6-11-1,-5 8 19,1 1-1,0-1 0,0 2 0,0-1 0,13-9 1,13-12 90,-26 21-57,0 2 0,1-1 0,0 1 0,12-7-1,-18 11-64,1 1 0,-1-1 0,0 1 0,0-1 0,1 0 0,-1 0 0,-1 0 0,1 0 0,0 0 0,0 0 0,-1-1 0,1 1 0,-1-1 0,1-2 0,1-3 210,-1 0-1,0 0 1,2-11-1,3-18 204,5-26 156,2 16-498,-13 45-60,2-15-12,5-32 85,-7 46-137,-1 0 3,0-33 5,0 32-20,0 0-2,-1 0-5,4-23 16,-3 25-18,1 0 0,-1 1 1,0-1-1,0 0 0,0 0 0,-1 0 1,1 0-1,0 0 0,-1 0 0,1 0 1,-2-2-1,-3-20 23,5 16-18,1 1-2,-1 1 1,-1-1 0,1 1-1,-3-12 1,-1 5-12,-2-1 1,0 1-1,0 0 0,-1 0 1,0 1-1,-1 0 0,-18-20 1,10 15-5,0 2 1,-1 0-1,0 1 0,-30-18 1,8 10-1,0 2 1,-1 2-1,-1 1 1,-71-18-1,-37 2-18,-278-26 0,-244 28 38,-1 42-38,99 32 14,535-39 15,-562 84-57,378-50 64,-144 25 9,-154 25-119,283-55-440,-185 29-6107,360-54 2985,20-4-1879,-6-1-4764</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05.513"/>
    </inkml:context>
    <inkml:brush xml:id="br0">
      <inkml:brushProperty name="width" value="0.035" units="cm"/>
      <inkml:brushProperty name="height" value="0.035" units="cm"/>
    </inkml:brush>
  </inkml:definitions>
  <inkml:trace contextRef="#ctx0" brushRef="#br0">68 800 7117,'-58'5'3320,"49"-3"7301,27-1-8700,40-1-2359,372 4 1875,-232 2-1137,-27-1-293,80 1 254,-126-6-283,270-3 96,270-14-4,-567 16-115,280-10 58,431-44-106,-654 44 72,175-15 25,-113 12 29,76-4-69,-120 9 47,47-1 19,594-58 21,-645 49-95,-136 15 70,273-21-32,-168 16-39,21-1 39,667-19 520,-820 29-513,483-27 127,168-45 16,-509 52-30,1045-97 2177,-473 67-547,-300 13-959,-153 6 22,-224 28-833,-42 3-15,-1 0-1,1 0 1,-1 0 0,1 0-1,-1 0 1,1-1-1,-1 1 1,1 0-1,-1 0 1,1 0 0,-1 0-1,0-1 1,1 1-1,-1 0 1,1 0 0,-1-1-1,0 1 1,1 0-1,-1-1 1,1 1-1,-1-1 1,0 1 0,0 0-1,1-1 1,-1 1-1,0-1 1,0 1 0,1-1-1,-1 1 1,0-1-1,0 1 1,0 0-1,0-1 1,0 1 0,0-1-1,0 1 1,0-2-1,0 1-66,0 0-1,0 0 0,0 0 0,0 0 0,0-1 0,-1 1 0,1 0 1,0 0-1,-1 0 0,1 0 0,-1 0 0,1 0 0,-2-1 1,-5-4-529,0 2 1,0-1-1,-1 1 1,1 0-1,-1 1 1,0 0-1,0 0 1,-16-3-1,14 3-20,-76-22-6375,-15-12-4511</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09.052"/>
    </inkml:context>
    <inkml:brush xml:id="br0">
      <inkml:brushProperty name="width" value="0.035" units="cm"/>
      <inkml:brushProperty name="height" value="0.035" units="cm"/>
    </inkml:brush>
  </inkml:definitions>
  <inkml:trace contextRef="#ctx0" brushRef="#br0">145 1 11253,'-10'6'446,"1"1"-1,-1 0 1,1 1 0,1 0-1,-1 0 1,1 1-1,1 0 1,-1 0 0,2 1-1,-1 0 1,1 0 0,-8 21-1,7-12-38,0 1 0,2 0 0,0 0-1,1 0 1,2 0 0,-1 25 0,8 120 1128,-5-157-1372,1-1 1,0 1-1,1-1 1,0 0 0,0 0-1,0 0 1,1 0-1,0 0 1,8 12-1,-9-16-20,0 0-1,0 0 1,1 0-1,0 0 1,-1 0-1,1-1 1,0 1-1,0-1 1,1 0-1,-1 0 1,0 0-1,1 0 1,-1-1-1,1 1 1,-1-1-1,1 0 1,0 0-1,0 0 0,-1-1 1,5 1-1,13-2 308,-1-1-1,1-1 0,-1-1 0,0-1 1,0 0-1,25-11 0,-8 3 70,215-80 1327,-188 78-3384,-63 14 1338,1 1-1,-1 0 1,0-1 0,1 0-1,-1 1 1,0-1 0,1 0 0,-1 0-1,0 0 1,0 0 0,0 0-1,0 0 1,0 0 0,0 0-1,0 0 1,0 0 0,0 0-1,-1-1 1,1 1 0,0 0-1,-1-1 1,1 1 0,-1 0-1,1-1 1,-1 1 0,0-1-1,1 1 1,-1-1 0,0-1-1,2-6-2110,-24 11-16412</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09.448"/>
    </inkml:context>
    <inkml:brush xml:id="br0">
      <inkml:brushProperty name="width" value="0.035" units="cm"/>
      <inkml:brushProperty name="height" value="0.035" units="cm"/>
    </inkml:brush>
  </inkml:definitions>
  <inkml:trace contextRef="#ctx0" brushRef="#br0">128 0 13381,'-4'6'704,"3"-5"-427,0 0-1,0 1 1,1-1-1,-1 0 1,0 0-1,1 0 1,-1 1-1,1-1 1,-1 0-1,1 1 0,-1 1 1707,-2-2-582,0 0-1242,0 1-1,0-1 1,0 1 0,0-1 0,0 1 0,0 0-1,1 0 1,-1 1 0,0-1 0,1 0 0,0 1-1,0 0 1,0-1 0,0 1 0,0 0 0,0 0-1,1 0 1,-1 0 0,0 4 0,-4 10 401,1-1 1,-4 30-1,3-16-77,-10 63 426,4 1 0,4 0 0,6 135 0,2-165-825,4 64-55,-2-113-505,0 1 0,1-1 0,1 0-1,0 0 1,1 0 0,9 17 0,-9-20-626,4 7-529,-8-18 1532,-1-1-1,0 0 0,0 0 1,1 0-1,-1 1 1,0-1-1,0 0 0,1 0 1,-1 0-1,0 1 1,1-1-1,-1 0 1,0 0-1,1 0 0,-1 0 1,0 0-1,1 0 1,-1 0-1,0 0 0,1 0 1,-1 0-1,0 0 1,1 0-1,-1 0 0,0 0 1,1 0-1,-1 0 1,0 0-1,1-1 0,-1 1 1,0 0-1,1 0 1,-1 0-1,0 0 0,0-1 1,1 1-1,-1 0 1,0 0-1,0-1 0,1 1 1,-1 0-1,0 0 1,0-1-1,0 1 0,1 0 1,-1-1-1,0 1 1,0-1-1,18-20-5980,5-5-3509</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09.893"/>
    </inkml:context>
    <inkml:brush xml:id="br0">
      <inkml:brushProperty name="width" value="0.035" units="cm"/>
      <inkml:brushProperty name="height" value="0.035" units="cm"/>
    </inkml:brush>
  </inkml:definitions>
  <inkml:trace contextRef="#ctx0" brushRef="#br0">151 1 7681,'2'19'1915,"-2"-19"-1884,0 0 0,0 0 0,0 0 0,0 1 0,0-1 0,0 0 0,0 0 0,1 0 0,-1 0 0,0 0 0,0 0 0,0 0 0,0 1 1,0-1-1,0 0 0,0 0 0,0 0 0,0 0 0,0 0 0,0 0 0,0 0 0,-1 1 0,1-1 0,0 0 0,0 0 0,0 0 0,0 0 0,0 0 0,0 0 0,0 0 0,0 0 0,0 1 0,0-1 0,0 0 0,0 0 0,0 0 0,-1 0 0,1 0 0,0 0 0,0 0 0,0 0 0,0 0 0,0 0 0,0 0 0,0 0 0,-1 0 0,1 0 0,0 0 0,0 0 0,0 0 0,0 0 0,0 0 0,0 0 0,-1 0 0,1 0 0,0 0 0,-4 1 371,-1 0-1,1 1 0,0-1 0,-1 1 1,1 0-1,0 0 0,0 0 1,1 1-1,-1-1 0,0 1 0,1 0 1,-1 0-1,1 0 0,0 0 0,0 1 1,0-1-1,1 1 0,-1 0 1,1 0-1,-3 5 0,4-7 269,-4 15 563,4-15-1096,1 0 0,0 1 1,-1-1-1,1 0 0,0 0 0,0 0 0,1 0 1,-1 0-1,0 0 0,1 0 0,-1 0 0,1 0 0,0 0 1,-1 0-1,1 0 0,0 0 0,0 0 0,0-1 1,1 1-1,-1 0 0,0-1 0,1 1 0,-1-1 1,1 1-1,-1-1 0,1 0 0,0 1 0,-1-1 1,1 0-1,0 0 0,0 0 0,3 1 0,7 2 217,-1 0 0,1 0 1,0-1-1,15 1 0,-26-3-345,53 5 1103,1-3-1,86-4 1,-38-1-95,-62 4-684,-40-2-329,1 0 0,-1 0-1,0 1 1,0-1 0,0-1 0,0 1 0,0 0 0,0 0 0,0 0 0,0-1 0,0 1 0,0 0 0,0-1 0,0 1 0,-1-1-1,3 0 1,2-2-28,-4 3 0,0 0 1,0 0-1,-1 0 1,1 0 0,0 0-1,-1-1 1,1 1-1,0 0 1,-1 0-1,1-1 1,0 1 0,-1 0-1,1-1 1,-1 1-1,1-1 1,-1 1-1,1 0 1,-1-1 0,1 1-1,0-2 1,-15-7-603,9 6 600,-15-6-628,-1 0 1,0 2 0,-1 0 0,0 1-1,-36-4 1,-118-4-2350,137 12 2354,-28 0-980,-1 0-1174,18-4-2218,26 4 434</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0.128"/>
    </inkml:context>
    <inkml:brush xml:id="br0">
      <inkml:brushProperty name="width" value="0.035" units="cm"/>
      <inkml:brushProperty name="height" value="0.035" units="cm"/>
    </inkml:brush>
  </inkml:definitions>
  <inkml:trace contextRef="#ctx0" brushRef="#br0">0 93 19046,'22'-7'3376,"-14"7"910,1 6-3305,-7-5-182,1 0-580,0 0-1,1 0 1,-1 0 0,0-1-1,1 1 1,-1-1 0,1 0-1,-1 0 1,1-1 0,-1 1-1,1 0 1,-1-1 0,0 0-1,1 0 1,-1 0 0,0 0-1,5-3 1,8-2 124,101-16-343,-83 17 0,0-1 0,48-16 0,-57 9-1028,-19 3-1876,-4 6 511</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0.727"/>
    </inkml:context>
    <inkml:brush xml:id="br0">
      <inkml:brushProperty name="width" value="0.035" units="cm"/>
      <inkml:brushProperty name="height" value="0.035" units="cm"/>
    </inkml:brush>
  </inkml:definitions>
  <inkml:trace contextRef="#ctx0" brushRef="#br0">0 94 7533,'6'-6'14933,"10"-3"-8589,48-24-5478,-58 30 656,13-6-1209,1 2 1,-1 0 0,1 1 0,40-6 0,-57 12-337,-1-1-1,0 1 1,0 0-1,1 0 1,-1 0 0,0 0-1,1 0 1,-1 0 0,0 1-1,0-1 1,1 1-1,-1-1 1,0 1 0,0 0-1,0 0 1,0 0 0,0 0-1,0 0 1,0 1-1,0-1 1,0 0 0,0 1-1,-1 0 1,1-1-1,-1 1 1,1 0 0,-1 0-1,0 0 1,1 0 0,-1 0-1,0 0 1,0 0-1,-1 0 1,1 0 0,0 1-1,0 2 1,1 8-236,0 1 0,-1-1 0,-1 1 0,0-1 0,-2 15 0,1-19 107,-4 36-1995,-15 60-1,3-17 125,16-85 2069,0 1 0,0 0 0,0-1 0,0 1 0,-1-1 0,1 1 0,-1-1 0,0 0 0,0 0 1,0 0-1,0 0 0,-4 4 0,4-6 1704,6-1-844,27-2 291,0-1 0,57-14 0,29-4 846,-103 19-2043,23-2 0,-36 4 0,0 0 0,0 0 0,0 0 0,-1 0 0,1 0 0,0 1 0,0-1 0,0 0 0,0 0 0,0 1 0,-1-1 0,1 0 0,0 1 0,0-1 0,0 1 0,-1-1 0,1 1 0,0-1 0,-1 1 0,1 0 0,0-1 0,-1 1 0,1 0 0,-1-1 0,1 1 0,-1 0 0,1 0 0,-1 0 0,0-1 0,1 1 0,-1 0 0,0 1 0,1 5 3,-1-1 1,-1 1-1,1-1 0,-1 1 1,0-1-1,-1 1 0,0-1 1,0 0-1,0 0 0,-6 11 1,-5 9-203,-20 25 1,29-44 98,-17 22-1738,0-1 0,-2 0 0,-38 33 0,-36 20-9021,53-49-253</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1.279"/>
    </inkml:context>
    <inkml:brush xml:id="br0">
      <inkml:brushProperty name="width" value="0.035" units="cm"/>
      <inkml:brushProperty name="height" value="0.035" units="cm"/>
    </inkml:brush>
  </inkml:definitions>
  <inkml:trace contextRef="#ctx0" brushRef="#br0">116 169 5825,'-5'8'2982,"4"-8"-2444,1 1 0,-1-1 0,1 0 0,-1 0 0,1 0 0,-1 0 0,1 0 0,-1 1 0,1-1 0,-1 0 0,1 0 0,-1 0 0,1-1 0,-7-2 7532,7 2-7532,-8-3-2836,6 3 3847,4 3-689,10 13-291,2-2 0,0 1 0,0-2 0,1 0 0,1 0 0,24 13 1,-13-10-316,1-2 0,0-1 0,44 12 1,-67-22-226,0-1 0,0 0 0,0 0 0,0-1 0,0 1 0,0-1-1,0 0 1,1-1 0,-1 1 0,0-1 0,0 0 0,0 0 0,0-1 0,0 0 0,5-2 0,-7 2-21,0 0 0,0 0 0,0 0 0,0 0 0,0 0 0,-1-1-1,1 0 1,-1 1 0,1-1 0,-1 0 0,0 0 0,0 0 0,-1 0 0,1-1 0,-1 1 0,1 0 0,-1-1 0,0 1-1,0-1 1,-1 1 0,1-1 0,-1-6 0,1-1-56,-2 1 1,1-1-1,-2 1 0,1 0 0,-1-1 0,-1 1 1,0 0-1,0 0 0,-1 0 0,-1 1 1,1-1-1,-1 1 0,-1 0 0,0 1 0,0-1 1,-1 1-1,0 0 0,0 1 0,-1-1 1,-12-8-1,10 9-209,1 0 0,-1 1 1,0 1-1,-1 0 0,1 0 1,-1 1-1,0 0 0,0 1 1,0 0-1,-1 1 0,1 0 0,-1 1 1,1 0-1,-1 1 0,1 0 1,-1 1-1,1 0 0,-20 5 1,11 0-907,-64 18-2461,32-1-5113,36-13 421</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2.067"/>
    </inkml:context>
    <inkml:brush xml:id="br0">
      <inkml:brushProperty name="width" value="0.035" units="cm"/>
      <inkml:brushProperty name="height" value="0.035" units="cm"/>
    </inkml:brush>
  </inkml:definitions>
  <inkml:trace contextRef="#ctx0" brushRef="#br0">47 513 6901,'-2'-1'146,"0"1"0,1 0 0,-1 0 0,0-1 0,1 1 0,-1 0 0,0 1 1,0-1-1,1 0 0,-1 0 0,0 1 0,1-1 0,-1 1 0,0-1 0,1 1 0,-1 0 0,1 0 1,-1 0-1,1 0 0,-1 0 0,1 0 0,-9 11 14467,475-106-10335,5 29-517,653-33-3761,7 55 0,-330 15 0,-652 22 0,423-26 0,405-74 0,-699 58 0,-259 47 67,-12 1-128,-1-1 1,1 1-1,-1-1 1,0 0-1,10-3 0,-11 3-1630,-50-1-7402,6 1 3008,-15 1-6532</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4.156"/>
    </inkml:context>
    <inkml:brush xml:id="br0">
      <inkml:brushProperty name="width" value="0.035" units="cm"/>
      <inkml:brushProperty name="height" value="0.035" units="cm"/>
    </inkml:brush>
  </inkml:definitions>
  <inkml:trace contextRef="#ctx0" brushRef="#br0">113 1 12837,'-2'2'1881,"-3"4"-1377,0 0-1,1 0 1,0 0-1,0 1 1,1-1-1,0 1 1,0 0-1,-3 11 1,-15 68 738,13-44-573,-8 28 444,-9 92-1,22-128-541,2 0 0,1-1 0,2 1 0,12 66-1,-13-94-438,1 0-1,0 0 1,0 0-1,1 0 1,0-1-1,0 1 1,0-1-1,1 0 1,0 0-1,-1 0 1,2 0-1,-1-1 1,1 1-1,-1-1 1,1 0-1,0-1 1,1 1-1,-1-1 1,0 0-1,1 0 0,0-1 1,0 0-1,8 2 1,6 2 350,1-2-1,0-1 1,0 0 0,0-2 0,37-1-1,24-7-401,0-2 1,-1-5-1,-1-2 0,0-5 0,121-47 0,-192 64-406,1 0-1,-1 0 1,0-1 0,0 0-1,-1-1 1,0 0 0,11-10-1,-17 15 185,-1-1-1,1 0 0,-1 1 0,1-1 1,-1 0-1,0 0 0,0 0 0,0 0 1,0 0-1,0 0 0,0 0 0,0 0 1,-1 0-1,1-1 0,-1 1 0,1 0 1,-1 0-1,0-1 0,0 1 1,0 0-1,0 0 0,-1-1 0,1 1 1,0 0-1,-1 0 0,0 0 0,1-1 1,-1 1-1,0 0 0,0 0 0,0 0 1,0 0-1,-1 0 0,1 1 1,-1-1-1,1 0 0,-4-2 0,3 2-754,0 0-1,-1 0 1,1 0-1,-1 0 0,0 1 1,1-1-1,-1 1 1,-5-2-1,-30-9-12772</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4.548"/>
    </inkml:context>
    <inkml:brush xml:id="br0">
      <inkml:brushProperty name="width" value="0.035" units="cm"/>
      <inkml:brushProperty name="height" value="0.035" units="cm"/>
    </inkml:brush>
  </inkml:definitions>
  <inkml:trace contextRef="#ctx0" brushRef="#br0">72 2 13657,'-4'-1'305,"1"1"1,0 0-1,-1 0 0,1 0 0,-1 0 0,1 1 1,0-1-1,-1 1 0,1 0 0,0 0 0,0 0 1,0 1-1,0-1 0,0 1 0,-9 6 3883,2 61-516,17 253-880,-6-293-2650,85 555 798,-77-535-1162,-2-19-369,1 0-1,13 29 1,11 42-7385,-28-74 1540,-10-13-4141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6.642"/>
    </inkml:context>
    <inkml:brush xml:id="br0">
      <inkml:brushProperty name="width" value="0.035" units="cm"/>
      <inkml:brushProperty name="height" value="0.035" units="cm"/>
    </inkml:brush>
  </inkml:definitions>
  <inkml:trace contextRef="#ctx0" brushRef="#br0">1 279 8245,'0'0'7598,"2"-2"-6015,15-13-555,0 0 1,1 2-1,1 0 1,0 2-1,0 0 1,1 0 0,1 2-1,21-7 1,180-43 2713,-209 56-3495,514-86 1848,-433 78-2095,-71 11-2,-23 0 1,0 0 0,0-1 0,0 1 0,0 0 0,0 0 0,0 0 0,0 0 0,0 0 0,1 0 0,-1 0 0,0 0 0,0 0 0,0 0 0,0 0 0,0 1 0,0-1 0,0 0 0,0 0 0,0 0 1,0 0-1,0 0 0,1 0 0,-1 0 0,0 0 0,0 0 0,0 0 0,0 0 0,0 0 0,0 0 0,0 0 0,0 0 0,0 0 0,0 1 0,0-1 0,0 0 0,0 0 0,0 0 0,0 0 0,0 0 0,0 0 0,0 0 0,0 0 0,0 0 0,0 0 0,0 1 0,0-1 0,0 0 0,0 0 0,0 0 0,0 0 0,0 0 0,0 0 0,0 0 1,0 0-1,0 0 0,0 0 0,0 1 0,0-1 0,0 0 0,0 0 0,0 0 0,0 0 0,0 0 0,0 0 0,0 0 0,-1 0 0,-10 6-671,-8 2-519,-1 0 0,0-2 0,-1-1 1,0 0-1,-41 3 0,-16 4-2686,-8 10-2990,-3 1-4288</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6.767"/>
    </inkml:context>
    <inkml:brush xml:id="br0">
      <inkml:brushProperty name="width" value="0.035" units="cm"/>
      <inkml:brushProperty name="height" value="0.035" units="cm"/>
    </inkml:brush>
  </inkml:definitions>
  <inkml:trace contextRef="#ctx0" brushRef="#br0">0 202 18030,'72'-60'1900,"-9"37"24,9 0-16,6 2 24,-4 10-275,7-1-309,8 4-180,0-1-328,6 9-192,-9-3-180,-2 3-412,-12 0-524,-9 3-792,-31 0-760,-18-23-1253,0 3 193,-19 40-3357,-24 8-5920</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18.811"/>
    </inkml:context>
    <inkml:brush xml:id="br0">
      <inkml:brushProperty name="width" value="0.035" units="cm"/>
      <inkml:brushProperty name="height" value="0.035" units="cm"/>
    </inkml:brush>
  </inkml:definitions>
  <inkml:trace contextRef="#ctx0" brushRef="#br0">154 154 25580,'-154'-77'0,"308"1"0,-308 152 0,2921-76 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20.689"/>
    </inkml:context>
    <inkml:brush xml:id="br0">
      <inkml:brushProperty name="width" value="0.035" units="cm"/>
      <inkml:brushProperty name="height" value="0.035" units="cm"/>
    </inkml:brush>
  </inkml:definitions>
  <inkml:trace contextRef="#ctx0" brushRef="#br0">35 240 6013,'0'0'1416,"-4"0"-228,-27 0 10718,63-12-9874,456-49 2610,5 25-3686,-224 18-597,148-4-77,89-7 296,-123 5 891,-312 18-977,48-2 487,-116 8-677,0 0-190,2 1-79,-4 0-32,1-1-1,0 1 1,0 0 0,0-1-1,0 0 1,0 1-1,0-1 1,0 0 0,0 0-1,0 0 1,0 0-1,4-1 1,-2 1-1,21-8 0,-11 1 0,-22 7-1298,-1 0-1,0-1 1,-14-3 0,-21-2-4412,0 5-1454,3 1-4552</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22.359"/>
    </inkml:context>
    <inkml:brush xml:id="br0">
      <inkml:brushProperty name="width" value="0.035" units="cm"/>
      <inkml:brushProperty name="height" value="0.035" units="cm"/>
    </inkml:brush>
  </inkml:definitions>
  <inkml:trace contextRef="#ctx0" brushRef="#br0">7 423 9213,'-3'-9'710,"0"-4"-80,3 4 8936,21 11-8231,0-2-455,37-5 0,0 0 184,496-47 3551,-343 28-3756,-70 9-732,1670-156 2761,-1573 145-3289,-231 25 76,-1 0-1,0-1 1,1 0 0,-1 0 0,9-5 0,-6 3-397,-6 3-646,-3-1 1066,-1 0 1,1 0 0,-1 0 0,0 1 0,1-1 0,-1 0 0,0 1 0,0-1-1,0 1 1,0-1 0,0 1 0,0-1 0,0 1 0,-3-3 0,-19-13-2846,-4 4-3561,3-5-4261</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34.654"/>
    </inkml:context>
    <inkml:brush xml:id="br0">
      <inkml:brushProperty name="width" value="0.035" units="cm"/>
      <inkml:brushProperty name="height" value="0.035" units="cm"/>
    </inkml:brush>
  </inkml:definitions>
  <inkml:trace contextRef="#ctx0" brushRef="#br0">0 1 4988,'0'0'15714</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37.121"/>
    </inkml:context>
    <inkml:brush xml:id="br0">
      <inkml:brushProperty name="width" value="0.035" units="cm"/>
      <inkml:brushProperty name="height" value="0.035" units="cm"/>
    </inkml:brush>
  </inkml:definitions>
  <inkml:trace contextRef="#ctx0" brushRef="#br0">48 441 5444,'0'0'73,"0"1"-1,0-1 0,1 1 0,-1-1 0,0 1 0,0-1 0,0 1 0,0 0 0,0-1 1,0 1-1,0-1 0,0 1 0,0-1 0,-1 1 0,1-1 0,0 1 0,0-1 0,0 1 1,-1-1-1,1 1 0,0-1 0,0 1 0,-1-1 0,1 1 0,0-1 0,-1 0 0,1 1 1,-1-1-1,1 0 0,-1 1 0,1-1 0,-15-8 1855,11 5-1870,3 3 5,0 0 0,0 0 0,0 0 0,0 0 0,0 0 0,0 0 0,0 0-1,0 1 1,0-1 0,0 0 0,0 0 0,0 1 0,0-1 0,0 1 0,-8 8 10930,42-22-10259,22-9-376,1 3 0,0 2 0,71-12 0,26 6-341,82-9 57,-78 17-115,159-9 10,-112 16 29,110-2-33,-70 15 80,163-4 86,-318-6-159,184-16-60,121-18-29,-375 38 109,42-2-14,36-5 27,55-6-18,-12 1 2,108-12-179,-42 11 67,-165 11 141,58 4 0,-34 0-80,524-16-190,-165 4 217,-175 15 45,-184-3 16,114-5 19,41-3-26,-83 5-69,49 0 23,73-5 13,-62 1 19,14-2 18,-67 2-10,-37 3-22,196 1 88,-152 4-102,45 7 106,-165-6-96,432 20-6,-198-5-39,-220-15 43,453 10-23,-110-22 38,-82 6-10,280-3 130,-378 6-160,-73-2 91,202-1-54,-132-9-66,-66 4 69,39-1-20,82 1 6,-118 1 9,321-10-19,-350 12 37,50-1-23,203-5 4,-249 8-18,79 3 56,-76 6 20,105 7-87,-147-9 63,16 2-31,-41-2 39,64-2-1,16 0 56,2 8-134,282 29-28,163 43 33,-200-40 49,-292-34-10,104 3-3,-29 2-33,53 6 21,-76-4 31,51 6-20,375 64 102,-276-44 12,208-2-59,403-14 165,-313-14 444,-165 8-327,-272-12-202,-31 7-401,-93-10 26,-25-4 140,0 1 1,0-1 0,-1 0 0,1 0 0,0 0-1,0 0 1,0 0 0,0 0 0,-1 0 0,1-1 0,0 1-1,0 0 1,-1-1 0,1 0 0,0 1 0,-1-1 0,1 0-1,0 0 1,-1 0 0,1 0 0,-1 0 0,0 0 0,1-1-1,-1 1 1,0 0 0,0-1 0,1 1 0,0-2 0,-2 1-207,1 0 1,-1 1 0,1-1-1,-1 0 1,0 0 0,0 1-1,0-1 1,0 0 0,0 0 0,0 1-1,0-1 1,0 0 0,-1 0-1,1 1 1,-1-1 0,1 0-1,-1 1 1,0-1 0,0 1 0,0-1-1,1 1 1,-1-1 0,-1 1-1,1-1 1,0 1 0,-3-2 0,-30-26-9496</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4:39.716"/>
    </inkml:context>
    <inkml:brush xml:id="br0">
      <inkml:brushProperty name="width" value="0.035" units="cm"/>
      <inkml:brushProperty name="height" value="0.035" units="cm"/>
    </inkml:brush>
  </inkml:definitions>
  <inkml:trace contextRef="#ctx0" brushRef="#br0">1 561 6333,'0'0'6484,"3"1"-5806,162 13 4777,-65-3-4205,135-3-1,187-30-488,18-1-572,315-14-17,-436 23-127,45-3-79,321-44 21,-434 53-20,-83 4 69,199-22 40,2 0-83,-222 15-5,20-1 2,-117 9 10,-1-2 1,51-12 0,96-31-2,-59 14 15,191-37-9,66 14-11,-22 37 28,-184 14-4,-129 3-16,195-14 1,106-9-14,-52 6 3,-144 21 0,17-2 30,223-5 14,-271 7-39,180 8-3,0 1 74,-186-10-46,389-3 71,-417 3-118,64-3 69,251 5 41,-95-5-45,46 2-26,-191 11 95,409 14-59,-192-11-62,-92 0 9,-42 1-6,196 4 4,-290-9 16,33 1 6,344 2-6,-371-11 1,149-2 64,294 1 39,-80 7-110,-290 0 116,-29-6-52,85 3 55,262-8 339,-314-2-256,260-13 332,122 0 281,-562 19-606,210 8 1081,-208-6-636,-49-2-401,0 1 0,29 5 0,4 1 311,-1-3 0,70-1-1,-112-3-528,68 1-164,-78-2-65,0 0 0,-1 1 0,1-1-1,0 0 1,0 0 0,0 0 0,0 0-1,0 0 1,0 0 0,0 0 0,0 0-1,-1-2 1,0 0-283,-11-11-783,-43-54-10485,33 32 326</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1.482"/>
    </inkml:context>
    <inkml:brush xml:id="br0">
      <inkml:brushProperty name="width" value="0.035" units="cm"/>
      <inkml:brushProperty name="height" value="0.035" units="cm"/>
    </inkml:brush>
  </inkml:definitions>
  <inkml:trace contextRef="#ctx0" brushRef="#br0">173 688 5416,'-6'20'2459,"3"-20"-1426,1 0-978,-2-1 356,0 1 0,-1 0 0,1 1 0,0-1 0,0 1 1,-1 0-1,1 0 0,0 0 0,0 0 0,-8 4 0,-19 8 2772,15-8-2095,11-3-642,0 1 1,-1 0-1,1 0 1,1 0-1,-9 7 1,11-8 469,-1-1-564,-13 7 261,16-8-589,0 1-1,0-1 1,0 0-1,0 0 1,0 0-1,-1 0 1,1 0 0,0 0-1,0 0 1,0 0-1,0 0 1,0 0-1,0 0 1,0 0 0,0 0-1,0 0 1,0 1-1,0-1 1,0 0-1,0 0 1,0 0-1,0 0 1,0 0 0,0 0-1,0 0 1,0 0-1,0 0 1,0 0-1,0 1 1,0-1 0,0 0-1,0 0 1,0 0-1,0 0 1,0 0-1,0 0 1,0 0 0,0 0-1,0 0 1,0 1-1,0-1 1,0 0-1,0 0 1,0 0 0,0 0-1,0 0 1,0 0-1,0 0 1,0 0-1,1 0 1,-1 0 0,0 0-1,0 0 1,0 0-1,0 0 1,0 0-1,0 0 1,0 1-1,0-1 1,0 0 0,1 0-1,-1 0 1,0 0-1,0 0 1,32 1 3009,-6-1-3136,324 6 2147,-6-1-1653,615-15-210,-729 2-154,563-35 22,-723 38-42,695-61-49,-443 37 30,-130 14 15,76-1-35,-99 7 10,188-6 33,-55-6 23,432-18-56,-381 27 46,48-13-12,-315 18-66,545-29 62,-261 31-46,208-11 95,548-47 16,516-32 117,-873 35-73,-598 49-52,103-13 10,-218 18-80,-23 2-851,64-14-1,-97 18 768,1 0 1,0 0-1,-1-1 1,1 1-1,0 0 1,-1 0-1,1-1 1,0 1-1,-1-1 1,1 1-1,-1 0 1,1-1-1,-1 1 1,1-1-1,-1 1 1,1-1-1,-1 0 1,1 1-1,-1-1 1,0 1-1,1-1 1,-1 0-1,0 1 1,0-1-1,1 0 1,-1-1-1,0 0-79,0 1 1,0-1-1,0 0 0,-1 0 0,1 1 1,0-1-1,-1 0 0,1 1 0,-1-1 1,-1-2-1,-1-2-417,-1 1 0,1 0 1,-1 0-1,0 0 0,-7-7 1,4 7-739,-1 0 1,1 1 0,-1 0 0,-14-6 0,-51-19-9546</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3.396"/>
    </inkml:context>
    <inkml:brush xml:id="br0">
      <inkml:brushProperty name="width" value="0.035" units="cm"/>
      <inkml:brushProperty name="height" value="0.035" units="cm"/>
    </inkml:brush>
  </inkml:definitions>
  <inkml:trace contextRef="#ctx0" brushRef="#br0">20 0 6189,'-1'1'738,"0"0"0,0 0 1,0 1-1,1-1 0,-1 0 1,0 0-1,1 1 1,-1-1-1,1 0 0,-1 0 1,1 1-1,0-1 0,-1 1 1,1-1-1,0 0 0,0 1 1,0-1-1,0 1 1,0-1-1,1 0 0,-1 1 1,0 1-1,2 10-2640,-3 9 2258,0 0-1,-4 26 0,1-25-27,2 0-1,1 42 0,19 228 1185,-1-166-1179,-1-18-1005,-14-97-335,1 1-1,6 19 0,-8-29-1687,-10-20-13093</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4.102"/>
    </inkml:context>
    <inkml:brush xml:id="br0">
      <inkml:brushProperty name="width" value="0.035" units="cm"/>
      <inkml:brushProperty name="height" value="0.035" units="cm"/>
    </inkml:brush>
  </inkml:definitions>
  <inkml:trace contextRef="#ctx0" brushRef="#br0">1 69 7457,'26'-14'9141,"-25"12"-8071,1 0-715,0 0-1,0 0 0,-1 0 1,1-1-1,-1 1 0,1-1 0,-1 1 1,0-1-1,0 0 0,0 0 1,0 1-1,0-1 0,-1 0 1,1 0-1,-1 0 0,0 0 1,0 0-1,0-3 0,-6 24-136,0-6-179,3 0-4,0 1-1,1 0 1,0 1 0,1 22-1,5 59 67,-2-68-84,57 443 683,43-7 316,-91-423-1412,25 60 1,4-12-4132,-39-86 3943,-1 1 0,0-1 0,1 1 0,-1-1 0,0 1 0,0 0 0,-1-1 0,1 1 0,0-1 0,-1 1 0,0-1 0,-1 3 0,1-1-1937</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4.856"/>
    </inkml:context>
    <inkml:brush xml:id="br0">
      <inkml:brushProperty name="width" value="0.035" units="cm"/>
      <inkml:brushProperty name="height" value="0.035" units="cm"/>
    </inkml:brush>
  </inkml:definitions>
  <inkml:trace contextRef="#ctx0" brushRef="#br0">15 45 4440,'0'0'1345,"-1"-2"-249,-12-19 4379,13 18-4744,9-15 610,-9 18-1308,0 0 1,0 0 0,0 0 0,0 0 0,0 0-1,0 0 1,0 0 0,0 0 0,0 0-1,0 0 1,1 0 0,-1-1 0,0 1 0,0 0-1,0 0 1,0 0 0,0 0 0,0 0 0,0 0-1,1 0 1,-1 0 0,0 0 0,0 0 0,0 0-1,0 0 1,0 0 0,0 0 0,0 0-1,1 0 1,-1 0 0,0 0 0,0 0 0,0 1-1,0-1 1,0 0 0,0 0 0,0 0 0,1 0-1,-1 0 1,0 0 0,0 0 0,0 0 0,0 0-1,0 0 1,0 0 0,0 1 0,0-1 0,0 0-1,0 0 1,0 0 0,0 0 0,0 0-1,0 0 1,0 0 0,0 1 0,0-1 0,0 0-1,0 0 1,0 0 0,5 36 2948,-4-18-3439,55 367 2202,-40-310-2307,1 11-5170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5.628"/>
    </inkml:context>
    <inkml:brush xml:id="br0">
      <inkml:brushProperty name="width" value="0.035" units="cm"/>
      <inkml:brushProperty name="height" value="0.035" units="cm"/>
    </inkml:brush>
  </inkml:definitions>
  <inkml:trace contextRef="#ctx0" brushRef="#br0">3 264 5753,'6'11'1554,"-15"-28"6355,44 8-5016,-20-4-2188,-8 4-524,2 0-615,-1-1 1,1 0-1,-2 0 0,1-1 1,-2 0-1,12-24 0,-10 17 189,1 0 0,0 0 0,20-27 0,-23 39 864,-1 1 1,1-1-1,0 2 0,9-7 0,-13 30 239,14 337 1876,11 338-1413,-10-417-773,0-25-257,11 173 182,-7-121-333,-7-82-12,-7-113-276,-4-43-341,2-1 1,4 0-1,18 70 0,-26-131-30,-6-26-6000,1 9 5399,-7-34-3335,2 2-2413</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6.643"/>
    </inkml:context>
    <inkml:brush xml:id="br0">
      <inkml:brushProperty name="width" value="0.035" units="cm"/>
      <inkml:brushProperty name="height" value="0.035" units="cm"/>
    </inkml:brush>
  </inkml:definitions>
  <inkml:trace contextRef="#ctx0" brushRef="#br0">1 55 4956,'0'0'5800,"1"-2"-5273,5-9 801,6-14 965,-8 8 5052,3 38-6878,0-5-360,0 18 134,6 53 0,-4-16-78,113 808 410,-77-529-426,40 279 12,-6 220 245,-74-781-401,6 183-114,4 50-246,-12-260 232,11 83-771,-8-95-235,-6-26 12,2-7-510,0-1 757,1 0 0,-1 0 0,-1 0 0,1 0 0,-1 0 0,0-1 0,0 1 0,0-9 0,-2-31-7682</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7.304"/>
    </inkml:context>
    <inkml:brush xml:id="br0">
      <inkml:brushProperty name="width" value="0.035" units="cm"/>
      <inkml:brushProperty name="height" value="0.035" units="cm"/>
    </inkml:brush>
  </inkml:definitions>
  <inkml:trace contextRef="#ctx0" brushRef="#br0">1 11 5028,'1'-1'1195,"-1"0"-1020,1 1 0,-1-1 0,1 0-1,-1 1 1,1-1 0,-1 1 0,1-1-1,-1 0 1,1 1 0,0 0 0,-1-1-1,1 1 1,0-1 0,-1 1 0,1 0-1,0-1 1,0 1 0,-1 0 0,1 0-1,0 0 1,0-1 0,0 1 0,1 15 7074,-2 1-4702,3 1-3517,2-1 1435,0-2-53,-1 0 0,0 1 0,3 25 1,7 297 2969,12 139-849,115 427-536,-85-603-1776,2 8-192,-42-226-147,-6-30-750,28 91 1,-20-84-686,-8-4-3467,-18-67-4121,-3-14 347</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7.960"/>
    </inkml:context>
    <inkml:brush xml:id="br0">
      <inkml:brushProperty name="width" value="0.035" units="cm"/>
      <inkml:brushProperty name="height" value="0.035" units="cm"/>
    </inkml:brush>
  </inkml:definitions>
  <inkml:trace contextRef="#ctx0" brushRef="#br0">9 0 5465,'9'35'15516,"-15"-7"-14782,1 1 1,1 0 0,1 36 0,8 91 263,-1-68-208,37 445 1899,33-2-1303,-54-397-1180,64 558-1556,-61-468-4297,-23-219 4709,0 0 0,0 0-1,0 0 1,-1-1 0,1 1-1,-1 0 1,0 0 0,0-1 0,-1 1-1,-1 4 1,1-6-264</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18.495"/>
    </inkml:context>
    <inkml:brush xml:id="br0">
      <inkml:brushProperty name="width" value="0.035" units="cm"/>
      <inkml:brushProperty name="height" value="0.035" units="cm"/>
    </inkml:brush>
  </inkml:definitions>
  <inkml:trace contextRef="#ctx0" brushRef="#br0">3 0 9517,'-1'4'497,"1"0"0,-1 0 1,1 0-1,0 0 0,0 0 0,0 0 0,1 0 1,-1-1-1,1 1 0,2 7 0,-1-5-58,-1 0 1,0 0-1,0 0 0,-1 0 0,1 8 0,-5 275 7446,5-249-7356,32 346 2237,-11-189-2184,-11-118-2537,40 147-1,-47-211 1031,5 19-1961,-7-10-5426,-2-5-2053</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20.721"/>
    </inkml:context>
    <inkml:brush xml:id="br0">
      <inkml:brushProperty name="width" value="0.035" units="cm"/>
      <inkml:brushProperty name="height" value="0.035" units="cm"/>
    </inkml:brush>
  </inkml:definitions>
  <inkml:trace contextRef="#ctx0" brushRef="#br0">1 3909 6385,'8'0'1832,"-10"9"6607,4-10-7742,39-3 1388,42-1 1,-45 4-1640,75-11 1,77-29-81,268-95 0,-425 122-257,0-1-1,32-22 1,14-8-107,-12 8 18,119-91-1,-153 104 2,74-60-30,-48 28 11,1 0-12,-47 45 13,-1-1-1,0 1 1,11-16-1,3-4 6,221-241 50,-244 267-53,74-91-19,-49 60 53,70-98-70,-64 87 179,47-87 1,14-57 275,-19 37-246,-41 82-104,34-58 312,25-46 381,-15 24-48,-23 58-589,4 2-1,5 3 0,111-119 1,49-40-41,-154 169-141,73-75 45,-122 125 36,-16 21-30,0 1 0,0 0 1,11-10-1,17-11-30,1 1 0,60-33 0,87-32-10,65-3 51,-144 58-34,-32 14 5,112-19 0,-132 32 35,318-46-154,-357 54 113,161-15 132,-143 12-90,0 2-1,0 1 1,39 3 0,-27 3-28,0 0 0,-1 3 1,1 2-1,-1 1 0,-1 2 0,0 2 0,-1 1 1,45 26-1,-28-11-5,-2 3 0,-1 2 0,54 47 0,11 13-89,-7 1 96,-4-5-45,204 225 85,-272-275-62,18 14 2,116 86 0,15 23-109,-25 10 226,-111-116-122,-18-19 65,149 173 30,-108-121-83,34 45 26,50 64 50,-121-153-20,1-2-31,2-3 0,1-1-1,79 58 1,-30-35-25,100 50-1,-123-79-10,1-3-1,85 27 0,151 30 98,-209-63-122,265 55 119,-188-46 69,526 76 1360,-654-106-1531,175 11-585,-208-18-473,-9-3-129,-4 3 984,1 1 1,-1 0-1,0-1 0,0 1 0,0-1 1,0 1-1,0 0 0,0 0 0,-1 0 1,1 0-1,-2-2 0,-45-28-8062,6 9-2583</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21.634"/>
    </inkml:context>
    <inkml:brush xml:id="br0">
      <inkml:brushProperty name="width" value="0.035" units="cm"/>
      <inkml:brushProperty name="height" value="0.035" units="cm"/>
    </inkml:brush>
  </inkml:definitions>
  <inkml:trace contextRef="#ctx0" brushRef="#br0">84 6 4072,'-1'1'191,"1"0"0,0 0 0,0-1 0,-1 1-1,1 0 1,-1 0 0,1-1 0,0 1 0,-1 0-1,0-1 1,1 1 0,-1-1 0,1 1 0,-1-1-1,0 1 1,1-1 0,-2 1 0,-7-7 3547,3-1-4493,5 6 1755,-3 0-960,-32-1-241,33 4 21,1 1 0,0 0 0,0 0 0,0 0-1,0 0 1,-1 3 0,1-3-756</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21.917"/>
    </inkml:context>
    <inkml:brush xml:id="br0">
      <inkml:brushProperty name="width" value="0.035" units="cm"/>
      <inkml:brushProperty name="height" value="0.035" units="cm"/>
    </inkml:brush>
  </inkml:definitions>
  <inkml:trace contextRef="#ctx0" brushRef="#br0">20 29 3820,'13'-5'1715,"-32"9"-520,14-3 2001,4-4-2747,0 2-544,-5-18 1237,8 14-22,8 12-564,-7-3-478,1 1 0,-1 0 0,0-1-1,0 1 1,0 0 0,-1 0 0,0 1 0,0-1 0,3 10 0,8 58 349,-9-45-310,28 184 433,25 144-1104,-22-91-1855,-23-87-2587,-7-95 968</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22.247"/>
    </inkml:context>
    <inkml:brush xml:id="br0">
      <inkml:brushProperty name="width" value="0.035" units="cm"/>
      <inkml:brushProperty name="height" value="0.035" units="cm"/>
    </inkml:brush>
  </inkml:definitions>
  <inkml:trace contextRef="#ctx0" brushRef="#br0">18 1 5308,'-12'23'1377,"21"9"-153,-4 19-148,-10-5-48,-1 12-296,0 5-196,3 12-68,3 17-100,0 8-72,0 13-104,3 7-472,3 4-280,-3 5-632,0-2-1960,5-3-1285</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29.036"/>
    </inkml:context>
    <inkml:brush xml:id="br0">
      <inkml:brushProperty name="width" value="0.035" units="cm"/>
      <inkml:brushProperty name="height" value="0.035" units="cm"/>
    </inkml:brush>
  </inkml:definitions>
  <inkml:trace contextRef="#ctx0" brushRef="#br0">1 60 5861,'0'0'7806,"0"-3"-7128,5-26 437,-5 27 651,1-24 94,0 46-150,1 5-1733,23 210 1001,-15 103-934,-10-298-196,5 135-1319,-1-89-1035,-3 0-3827,-1-39-2016</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0.939"/>
    </inkml:context>
    <inkml:brush xml:id="br0">
      <inkml:brushProperty name="width" value="0.035" units="cm"/>
      <inkml:brushProperty name="height" value="0.035" units="cm"/>
    </inkml:brush>
  </inkml:definitions>
  <inkml:trace contextRef="#ctx0" brushRef="#br0">26 1 2088,'-23'103'-100,"20"-62"-552,12 5 196</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1.534"/>
    </inkml:context>
    <inkml:brush xml:id="br0">
      <inkml:brushProperty name="width" value="0.035" units="cm"/>
      <inkml:brushProperty name="height" value="0.035" units="cm"/>
    </inkml:brush>
  </inkml:definitions>
  <inkml:trace contextRef="#ctx0" brushRef="#br0">1 0 5432,'0'35'1401,"0"-4"-201,2 7-200,-2 2-68,3 3-244,0 6-168,3 0-84,0 5-68,2 1-88,1 0-80,-3-4-292,2-2-224,4 3-280,-9-12-720,0-5-1704,-1-18-1113</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3.236"/>
    </inkml:context>
    <inkml:brush xml:id="br0">
      <inkml:brushProperty name="width" value="0.035" units="cm"/>
      <inkml:brushProperty name="height" value="0.035" units="cm"/>
    </inkml:brush>
  </inkml:definitions>
  <inkml:trace contextRef="#ctx0" brushRef="#br0">12 16 4256,'-11'-6'5830,"31"-3"-4404,-12 9 4294,-6 3-5630,1 0 0,-1 0 1,0 1-1,0-1 0,0 0 1,-1 1-1,1-1 0,-1 1 1,0 0-1,0-1 0,0 1 1,0 0-1,-1 0 0,1 0 1,-1 6-1,37 295 1210,25 60-637,3 17-496,-18-101-968,11 56-3651,-41-230-1920,-14-80 174</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3.816"/>
    </inkml:context>
    <inkml:brush xml:id="br0">
      <inkml:brushProperty name="width" value="0.035" units="cm"/>
      <inkml:brushProperty name="height" value="0.035" units="cm"/>
    </inkml:brush>
  </inkml:definitions>
  <inkml:trace contextRef="#ctx0" brushRef="#br0">154 3 6661,'10'-2'1009,"-13"3"963,-1 0 2194,0 13-3361,-42 130 92,19-41-485,7-19-149,-35 143 1924,50-206-1681,5-21-497,0 0 0,0 0 1,0 0-1,0 0 1,0 0-1,1 0 0,-1 0 1,0 0-1,0 0 1,0 0-1,0 0 0,0 0 1,0 0-1,0 0 1,0 0-1,0 0 1,0 0-1,0 0 0,0 0 1,0 0-1,0 0 1,0 0-1,0 0 0,0 0 1,0 0-1,1 0 1,-1 1-1,0-1 1,0 0-1,0 0 0,0 0 1,0 0-1,0 0 1,0 0-1,0 0 0,0 0 1,0 0-1,14-30 402,-4 9-257,4-6-5,2-4 55,-1-1-1,14-42 1,-6 8-4,-14 41-152,0 0 0,4-28 0,10-31-103,-23 82 77,1 2 0,1 0 0,-1 1 0,0-1-1,0 1 1,0-1 0,1 1 0,-1-1-1,0 1 1,0 0 0,0 0 0,2 1-1,3 3 59,31 22 510,54 49 1,17 15 171,-66-60-531,100 63-840,-119-82-585,15 8-8010,-23-11-191</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4.647"/>
    </inkml:context>
    <inkml:brush xml:id="br0">
      <inkml:brushProperty name="width" value="0.035" units="cm"/>
      <inkml:brushProperty name="height" value="0.035" units="cm"/>
    </inkml:brush>
  </inkml:definitions>
  <inkml:trace contextRef="#ctx0" brushRef="#br0">39 0 6981,'0'0'7836,"2"1"-7430,2 0-211,1 0-1,-1 0 1,0 1-1,0 0 0,0 0 1,0 0-1,-1 1 0,1-1 1,-1 1-1,6 4 1,-9-6-175,1 0 1,-1 0 0,1 0 0,-1 0 0,0 0-1,1 0 1,-1 0 0,0 0 0,0 0-1,0 0 1,0 0 0,0 1 0,0-1 0,0 0-1,0 0 1,0 0 0,-1 2 0,1 2 51,-3 31 297,-1 0-1,-1 0 1,-12 41-1,-3 19 467,-11 130 605,25-90-640,2-82-238,4-51-542,0-6-46,0-41-221,-1-17-62,3 0-1,12-77 1,-5 98 606,17-45 0,2-9 832,-14 51-341,-14 40-328,4 4-354,-1-1-1,1 1 1,-1 0 0,0-1 0,1 2-1,-1-1 1,0 0 0,0 1-1,0-1 1,0 1 0,0 0 0,0 0-1,0 0 1,-1 0 0,1 1 0,3 4-1,5 6 72,-1 0-1,11 18 1,-10-14 17,26 37-256,3-2 0,2-2 0,58 56 0,-44-58-4689,3-4-4339,-36-27-1067</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5.405"/>
    </inkml:context>
    <inkml:brush xml:id="br0">
      <inkml:brushProperty name="width" value="0.035" units="cm"/>
      <inkml:brushProperty name="height" value="0.035" units="cm"/>
    </inkml:brush>
  </inkml:definitions>
  <inkml:trace contextRef="#ctx0" brushRef="#br0">341 0 6397,'0'0'11555,"-2"1"-11288,-2 0-239,0 0-1,1 0 1,-1 0 0,1 1 0,-1-1-1,1 1 1,0 0 0,-1 0 0,1 0-1,0 1 1,1-1 0,-1 1 0,0 0-1,1-1 1,-1 1 0,-2 5 0,-4 7 42,0-1 0,-9 26 1,8-18 17,-32 77 663,-31 110 0,-12 110 594,73-274-1173,5-21 6,-5 36 0,7-34-3,5-23-122,1-13-16,40-420-622,-23 244 159,-14 153 338,-3 25 80,0 0 0,1 0 0,0 0 0,0 0 0,3-8 0,-4 14 21,0 0-1,0 0 1,0 1 0,0-1 0,1 0-1,-1 0 1,0 1 0,1-1 0,-1 1-1,1-1 1,-1 1 0,1 0 0,0 0-1,-1-1 1,1 1 0,0 0-1,0 0 1,0 1 0,0-1 0,0 0-1,0 1 1,0-1 0,0 1 0,3-1-1,5 1 68,1 1 0,0 0 0,0 0 0,-1 1 0,1 0 0,-1 0 0,1 2 1,-1-1-1,0 1 0,0 1 0,-1-1 0,1 2 0,-1-1 0,15 13 0,7 9 191,-2 0 1,43 51-1,-30-30-161,74 87 158,-48-39-4450,-47-61-4432,-7-27 200</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6.082"/>
    </inkml:context>
    <inkml:brush xml:id="br0">
      <inkml:brushProperty name="width" value="0.035" units="cm"/>
      <inkml:brushProperty name="height" value="0.035" units="cm"/>
    </inkml:brush>
  </inkml:definitions>
  <inkml:trace contextRef="#ctx0" brushRef="#br0">352 1 8365,'-3'23'8447,"0"-19"-7756,-21 37 208,-36 87 0,-6 54-331,41-108-258,-31 91 251,-26 74 15,51-155-305,30-81-269,8-16 47,-2 6-25,4-13 7,0-1 1,-2 0-1,9-40 1,1 1 5,23-73 46,106-330 204,-126 420-255,-14 33-15,-1 1 0,-1-1-1,4-13 1,-8 23-15,0-1-1,0 1 1,0 0-1,0-1 1,0 1-1,0 0 1,1-1-1,-1 1 1,0-1-1,0 1 1,0 0-1,0-1 1,1 1 0,-1 0-1,0-1 1,0 1-1,0 0 1,1-1-1,-1 1 1,0 0-1,1 0 1,-1-1-1,0 1 1,1 0-1,-1 0 1,0 0-1,1 0 1,-1-1 0,0 1-1,1 0 1,-1 0-1,1 0 1,9 9 13,-8-4-15,1 0 0,-1 0 0,0 0 0,0 1-1,1 5 1,4 15 91,1 0 0,1-1 0,1 0 0,1 0 0,2-1-1,0-1 1,30 40 0,11 5 390,68 66 0,-91-104-857,1-1 0,2-1 0,65 40 0,-71-52-10417,-14-8 2026</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6.724"/>
    </inkml:context>
    <inkml:brush xml:id="br0">
      <inkml:brushProperty name="width" value="0.035" units="cm"/>
      <inkml:brushProperty name="height" value="0.035" units="cm"/>
    </inkml:brush>
  </inkml:definitions>
  <inkml:trace contextRef="#ctx0" brushRef="#br0">11 12 8177,'-8'-12'1781,"5"12"1777,5 22 3003,1-2-7440,7 61 1751,3 62-191,-10-65-481,14 217 419,2-85-551,17 127-1761,-30-300 730,-1 2 0,0 43 1,-9-10-6159,3-41 169</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7.245"/>
    </inkml:context>
    <inkml:brush xml:id="br0">
      <inkml:brushProperty name="width" value="0.035" units="cm"/>
      <inkml:brushProperty name="height" value="0.035" units="cm"/>
    </inkml:brush>
  </inkml:definitions>
  <inkml:trace contextRef="#ctx0" brushRef="#br0">305 15 6733,'11'-15'7916,"-11"18"-7241,-54 111 1682,16-38-2047,-20 64 1130,-59 213 1,102-303-1149,4-15 256,-11 62 1,21-93-391,3-6-21,18-29-24,-1 0 0,-2-1 0,19-47 0,-27 58-72,26-59 101,10-24 132,65-111 1,-92 182-148,-14 24-41,1 0 0,0 0-1,0 1 1,1-1 0,9-10 0,-14 19-73,0-1-1,0 0 1,0 0-1,0 0 0,0 1 1,1-1-1,-1 1 1,0-1-1,0 1 1,1-1-1,-1 1 0,0 0 1,1-1-1,-1 1 1,0 0-1,1 0 1,-1 0-1,0 0 1,1 0-1,-1 0 0,0 1 1,1-1-1,-1 0 1,0 1-1,0-1 1,1 1-1,-1-1 0,0 1 1,0-1-1,0 1 1,0 0-1,0 0 1,1 1-1,3 1 16,0 1 0,-1 0 0,0 1 0,0-1 0,0 1 0,5 8 0,93 163 246,66 100-1711,-141-235 232,7 11-2248,-29-46 2143,0 1-1,1-1 1,0-1 0,0 1 0,8 6-1,22 7-7023</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7.863"/>
    </inkml:context>
    <inkml:brush xml:id="br0">
      <inkml:brushProperty name="width" value="0.035" units="cm"/>
      <inkml:brushProperty name="height" value="0.035" units="cm"/>
    </inkml:brush>
  </inkml:definitions>
  <inkml:trace contextRef="#ctx0" brushRef="#br0">186 132 7229,'-4'3'3124,"3"-3"-2868,0 1 1,0-1-1,1 0 1,-1 1-1,0-1 1,0 0-1,0 1 1,1-1 0,-1 1-1,0-1 1,1 1-1,-1 0 1,0-1-1,1 1 1,-2 1-1,-22 32 1858,17-25-1827,1-1 0,0 1-1,0 0 1,-8 19-1,-1 14 377,1 1-1,2 0 1,-11 77 0,-3 30 248,12-84-548,14-60-298,-1 0 1,0 0-1,1-1 1,0 1-1,1 0 1,1 11 0,-1-7 71,0-6 157,17-25-251,-13 13-49,0 0-1,-1 0 1,0-1 0,0 0-1,5-18 1,9-54-108,-10 41 58,72-303-335,-68 296 438,30-76-1,-40 117 16,0 1 0,1 0 1,0 0-1,0 1 0,0-1 0,5-5 0,-4 6 42,-4 3-97,0 1-1,0 0 0,0 0 0,0 0 0,0 0 0,0 0 0,0 0 1,0 0-1,0-1 0,1 1 0,-1 0 0,0 0 0,0 0 0,0 0 1,0 0-1,0 0 0,0 0 0,1 0 0,-1 0 0,0 0 0,0 0 1,0 0-1,0 0 0,0 0 0,1 0 0,-1 0 0,0 0 0,0 0 0,0 0 1,0 0-1,0 0 0,1 0 0,-1 0 0,0 0 0,0 0 0,0 0 1,0 0-1,0 0 0,0 0 0,1 0 0,-1 0 0,0 0 0,0 1 1,0-1-1,0 0 0,0 0 0,0 0 0,11 6 250,-1-1 0,1 2 0,-2-1 0,1 2 0,-1-1-1,0 1 1,0 0 0,-1 1 0,9 13 0,100 125 2041,-93-121-2091,1-1 0,1-1 0,38 28-1,-47-42-831,0 0 0,21 9 1,10-1-6495</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38.759"/>
    </inkml:context>
    <inkml:brush xml:id="br0">
      <inkml:brushProperty name="width" value="0.035" units="cm"/>
      <inkml:brushProperty name="height" value="0.035" units="cm"/>
    </inkml:brush>
  </inkml:definitions>
  <inkml:trace contextRef="#ctx0" brushRef="#br0">233 1 6857,'-3'4'10724,"-9"0"-8014,-5 3-3191,13-1 535,0 0 0,0 0-1,0 1 1,1-1 0,0 1 0,-3 9 0,0-2-1,-16 47 384,3 2 1,-21 118-1,24-97-120,-29 205 363,28-156-268,10-96-297,7-37-100,1 0-1,0-1 1,0 1-1,0 0 1,0-1-1,-1 1 1,1-1-1,0 1 1,0-1-1,-1 1 1,1-1-1,0 1 1,-1-1-1,1 0 1,0-1-1,5-4-8,-1 0-1,-1-1 0,0 0 1,0 0-1,0-1 1,3-9-1,16-54-6,-10 27 4,75-254 71,-81 273-74,14-58-1,-9 31-1,31-80-1,-42 129 2,0 0 0,1 1-1,-1-1 1,1 0 0,0 1 0,0 0-1,0-1 1,0 1 0,0 0 0,1 0-1,-1 0 1,0 0 0,1 0-1,0 1 1,3-3 0,0 2 4,0 0 0,0 0 0,0 1 0,1-1 0,-1 1 0,0 0 0,8 1 0,8 0 60,0 2 0,-1 0 0,28 8 0,-47-10-52,57 14 127,-1 3 0,61 26 0,107 58-458,-200-89 113,47 26-2854,-71-37 2531,0 0 0,1 0 0,-1 0 1,0 1-1,0-1 0,0 1 0,0 0 1,0 0-1,-1-1 0,1 1 1,0 0-1,-1 0 0,2 3 0,1 0-968,13 18-7112</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49.452"/>
    </inkml:context>
    <inkml:brush xml:id="br0">
      <inkml:brushProperty name="width" value="0.035" units="cm"/>
      <inkml:brushProperty name="height" value="0.035" units="cm"/>
    </inkml:brush>
  </inkml:definitions>
  <inkml:trace contextRef="#ctx0" brushRef="#br0">2654 35 9553,'-12'-1'2460,"21"-2"499,6-2 3571,-19 5-6201,-98-7 1285,-7-1-1029,-47 0-81,81 6-364,-54 2 110,48 2-191,-402 28 632,189-5 292,262-23-907,-214 22 85,10 2-89,229-26-72,-56 6-27,1 2-1,-100 26 0,17 1 129,49-10-181,88-22 66,1 0 1,0 0-1,0 0 1,-11 8-1,8-6 45,6-3-32,1 0 0,0 0 0,1 1 0,-1-1 0,0 1-1,0-1 1,-2 5 0,-7 6-23,-41 29 10,52-41 18,0 0-7,0-1 0,0 1 0,1-1 0,-1 1 0,0-1-1,1 1 1,-1 0 0,1-1 0,-1 1 0,1 0 0,-1-1 0,1 1-1,-1 0 1,1 0 0,0 0 0,-1-1 0,1 2 0,-1-1 2,1 0 0,0 0 1,0 0-1,-1-1 1,1 1-1,-1 0 1,1 0-1,-1-1 0,1 1 1,-1 0-1,1-1 1,-1 1-1,0 0 0,1-1 1,-1 1-1,0-1 1,0 1-1,0 0 1,0 0-1,1 0 0,-1 0 1,0 0-1,1 0 1,-1 0-1,1 0 1,0 0-1,-1 0 1,1 1-1,0-1 0,0 0 1,0 0-1,0 0 1,0 2-1,-3 10-64,2-9 13,0 1 51,-1 0-1,2 1 1,-1-1-1,0 1 1,1 0-1,0-1 1,1 1-1,-1-1 1,1 1-1,0-1 1,3 9-1,-3-9 11,5 17-20,1 0 0,1 0-1,1 0 1,14 25 0,14 10 46,47 79-136,16 31 143,0-14-134,-95-146 93,7 9-29,0-1 0,19 19 0,-13-17 14,2-1 1,-1 0-1,2-2 0,28 16 0,-25-19 13,1-1 0,-1-2 0,2 0 0,46 6 0,111 5-232,109-8 129,-261-12 66,0-1 1,-1-2-1,35-9 1,-51 10 15,295-74-613,-135 32 297,-122 32 289,143-33-29,-162 39 84,44-18 1,-51 17-60,39-12 33,-35 13 16,0-3 0,37-16 0,-1-1 62,-42 20-16,-22 6 174,1 0-136,21-6 99,-22 7 108,-2-1-266,0 0 1,1 1 0,-1-1 0,0 1-1,0-1 1,1 0 0,-1 1-1,1-1 1,-1 1 0,0-1 0,1 1-1,-1-1 1,1 1 0,-1 0 0,1-1-1,-1 1 1,2-1 0,-1 0 15,0 0 1,0 0-1,0 0 1,0 0-1,0 0 1,0 0 0,0 0-1,0 0 1,0 0-1,0 0 1,-1-1-1,1 1 1,0-2-1,12-70 1210,-11 58-1125,-1 4-64,0 0 0,1 1 0,1-1 0,-1 1-1,1-1 1,8-15 0,8-25 5,15-28 23,-9 20-100,-24 54 42,1 0-1,0 0 0,-1 0 1,0 0-1,-1-1 1,1 1-1,-1-8 0,2-7 100,0 5-45,-1-1 1,0 1-1,-2-1 1,1 1-1,-2-1 1,-3-16-1,-2 2 79,-2 0 0,-12-30 0,15 47-130,-1 0 1,0 1-1,-1 0 1,0 0-1,-1 0 1,0 1-1,-1 0 1,0 1-1,0 0 0,-1 1 1,-1 0-1,0 1 1,0 0-1,-20-9 1,-7-1-30,-1 1 1,0 3-1,-68-16 1,-69-10-1551,149 28-1911,25 11 1666,14 9-7744,1-1-1329</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5:51.214"/>
    </inkml:context>
    <inkml:brush xml:id="br0">
      <inkml:brushProperty name="width" value="0.035" units="cm"/>
      <inkml:brushProperty name="height" value="0.035" units="cm"/>
    </inkml:brush>
  </inkml:definitions>
  <inkml:trace contextRef="#ctx0" brushRef="#br0">1076 60 8297,'0'0'9169,"-4"-1"-8704,-14 0 110,0 0 0,0 2 0,0 0-1,-33 6 1,-25 6 187,-73 14 13,-56 13-202,143-26-397,18-4-3,-79 28 0,99-26-166,0 0 0,1 1 1,1 2-1,0 0 0,1 1 0,1 1 1,0 1-1,-19 24 0,31-33-3,1 1 0,1 0 1,0 1-1,0 0 0,-6 16 0,-3 7-8,12-28 3,0 1 0,1 0 1,0 1-1,1-1 0,-1 0 1,1 0-1,0 1 0,1 12 1,8 62 14,-4-52 30,2 7-33,1-1-1,22 58 0,-8-25-59,-12-43 50,1-2 0,1 1 0,28 44 0,-30-54-6,0-1 0,2 0 0,-1-1-1,2-1 1,0 0 0,0 0 0,1-1-1,0 0 1,29 16 0,6 0-5,-29-15 9,0-2 0,0 0 1,1-1-1,33 10 0,48 13-38,-60-17-20,85 18-1,119-5 10,32-25-68,-237-3 112,51 1-16,-1-5 0,94-15 0,31-22 119,-167 29-117,0-2-1,83-35 1,-47 4 34,-51 27-34,46-34 20,-45 31 6,-19 13 43,0-1 0,-1-1 0,0 0 0,12-12-1,-2-8 370,-23 28-316,0 0 35,1-3-59,0-1 0,-1 1 0,1 0 0,-1 0 0,-1-1-1,1 1 1,-1 0 0,0-1 0,-1-7 0,1 10-39,0 0 0,0 0-1,0 0 1,1 0 0,-1 0 0,1 0-1,-1 1 1,3-6 0,1-7 77,-3-12 442,-1 0-1,-1 0 1,-1 0-1,-1 1 0,-10-38 1,2 9-72,-9-63 172,13 83-419,-1-1 1,-2 1 0,-14-33-1,24 67-235,-6-12 63,0 0 0,0 0 0,-2 0 0,1 1 1,-2 0-1,1 1 0,-2 0 0,1 0 0,-15-11 1,-12-7-50,-58-38 1,71 52-5,-53-37-39,61 43 31,0 1 0,0 1 0,-1 0 0,0 1-1,0 1 1,0 0 0,-26-3 0,-5 0 13,0 2 0,-85 1 0,-98 18-36,129-6 19,-287 36 97,290-25-1473,-183 59-1,230-60-453,-48 19-3935,83-29 3175,1 1 0,-15 10 0,-9 11-7939</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6:55.305"/>
    </inkml:context>
    <inkml:brush xml:id="br0">
      <inkml:brushProperty name="width" value="0.035" units="cm"/>
      <inkml:brushProperty name="height" value="0.035" units="cm"/>
    </inkml:brush>
  </inkml:definitions>
  <inkml:trace contextRef="#ctx0" brushRef="#br0">35 590 7161,'-2'1'1188,"-30"7"6871,58 2-6055,-23-9-340,13 3-747,-3 2-507,-11-4-44,1-3-47,28-1 226,-27 2-261,-1-1 62,489-76 1441,-1 17-1545,-19-9-103,-183 5-132,-44 8 15,-235 54-31,506-80-103,75 42 80,-187 25 66,371 24 9,-469-19-66,134 2 76,-304 10-93,37 2 78,105 19-140,247-12 113,-334-13-2,207-7-47,205 1 112,-600 8-74,1060 17-267,-695-9 97,-131-5 39,-92 1 48,189 3-8,87-18 44,396-11-56,-432 7 140,366-9 186,-28-7 36,-618 28-133,126-3-87,-111 1 118,30 2 277,-45 0-41,-46 0-587,-55 3-284,-4-2-682,0 0 847,0-1-1,-1 1 1,1 0 0,-1 0 0,0 0 0,0-1-1,1 1 1,-1 0 0,0 0 0,-1 0 0,1 0-1,0 0 1,-1 1 0,1-1 0,-1 0 0,1 1-1,-4-3 1,-1-1-1456,0 1-1,-1 0 1,-13-6-1,-6-4-6840</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6:58.699"/>
    </inkml:context>
    <inkml:brush xml:id="br0">
      <inkml:brushProperty name="width" value="0.035" units="cm"/>
      <inkml:brushProperty name="height" value="0.035" units="cm"/>
    </inkml:brush>
  </inkml:definitions>
  <inkml:trace contextRef="#ctx0" brushRef="#br0">1 196 5092,'0'0'15049,"2"0"-14581,24 8 1481,-23-10-1850,-1 0 0,0 0-1,0 1 1,1-1 0,-1 0 0,1 1-1,0-1 1,3 0 0,23-7 309,1 1 0,41-5 1,-27 5-109,193-29 592,342-9 0,99 43-512,-421 8-289,341-1 52,-481-4-25,33 0 437,-18-1 33,-115 1-520,-14 0 84,14 3-21,34-3 1008,-47 0-1257,-6-1-894,-15-11-1885,0 0 0,-20-8 0,4 4-3954,6 2-3614</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6:59.834"/>
    </inkml:context>
    <inkml:brush xml:id="br0">
      <inkml:brushProperty name="width" value="0.035" units="cm"/>
      <inkml:brushProperty name="height" value="0.035" units="cm"/>
    </inkml:brush>
  </inkml:definitions>
  <inkml:trace contextRef="#ctx0" brushRef="#br0">0 446 4828,'0'0'18542,"3"0"-18310,23 3 195,1-1 0,0-1 0,29-3 0,-19 0-212,178-12 727,-69 2-667,67-11 191,-86 7-267,804-106 502,-547 68-645,787-106 1493,-953 122-573,-155 29-861,-64 9-155,0 1-1,1-1 1,-1 0-1,1 1 1,-1-1-1,1 1 1,-1-1-1,1 1 1,0-1-1,-1 1 1,1-1-1,-1 1 1,1-1-1,0 1 1,0-1-1,-1 1 1,1-1 0,0 1-1,0 0 1,0-1-1,-1 1 1,1 1-1,-8 12-2151,2-11 1851,5-2 5,0 0 0,-1 0-1,1-1 1,-1 1-1,1-1 1,-1 1 0,1-1-1,-1 1 1,1-1 0,-1 0-1,0 0 1,1 0 0,-1 0-1,1 0 1,-1 0 0,0 0-1,1 0 1,-1-1 0,1 1-1,-1 0 1,1-1 0,-1 0-1,1 1 1,-3-2 0,-27-12-5739,4 0-3798</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7:43.486"/>
    </inkml:context>
    <inkml:brush xml:id="br0">
      <inkml:brushProperty name="width" value="0.035" units="cm"/>
      <inkml:brushProperty name="height" value="0.035" units="cm"/>
    </inkml:brush>
  </inkml:definitions>
  <inkml:trace contextRef="#ctx0" brushRef="#br0">38 325 5601,'0'0'2189,"-2"2"-1322,-1 4-275,-1-1 0,0 0-1,0 0 1,0 0 0,-1 0-1,-7 5 9781,16-10-10192,16-1 26,0-1-1,23-6 0,37-4 26,188-17 137,6 0-308,230 7 10,-398 21-47,119 2-14,-90-4 85,-28 0-148,200-9 0,-131 6 55,-65 0 3,511-28 64,-135 0-113,-390 34 26,7 0 82,-11-6-90,199-17 58,3 8-9,-170 12 19,-21 2-91,79-6 21,93-16 49,-76 21-45,-35 2 102,-80-3-106,78-6 18,8 4-50,-129 5 42,404 11 89,-308-6-75,22 2 48,246 0-85,-273-11 45,156-9 29,-184 12 3,-65 1 3,66-7 0,-63 3-38,65 2 0,-76 2-25,315-9 286,-252 7 175,-27 7 146,-66-5-174,-33-38-13501,11 13 3162</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7:47.377"/>
    </inkml:context>
    <inkml:brush xml:id="br0">
      <inkml:brushProperty name="width" value="0.035" units="cm"/>
      <inkml:brushProperty name="height" value="0.035" units="cm"/>
    </inkml:brush>
  </inkml:definitions>
  <inkml:trace contextRef="#ctx0" brushRef="#br0">32 432 7337,'-31'14'8902,"33"-15"-8151,15-8-269,0 0 0,0 2 1,1 0-1,0 1 1,1 1-1,23-4 1,120-8 219,-74 10-344,192-6 202,-195 12-439,340 6 151,-109 1-220,-247-6-40,450-11-5,-190-4-11,5 7 51,-196 6-62,104-5 41,465-56-43,-388 31 10,405-5-5,-519 29 37,42 2-22,133 22 17,5-13-33,-192-6-54,-98 3 81,385 18-12,-253 0 54,-68-6-46,-13-2-6,80 2-16,-86-7-18,467 4 61,-143-7-62,-204-2 57,-109-2-47,-57-1 35,26 0-52,-26 3 51,28 1-14,251 21-20,-125-8 89,-9-3-58,-44 1-13,-54-4-3,227-8 21,-159-5-17,-70 4-33,123 2-6,243 4-1,-221-3-60,5-1-40,-129-3 143,-39-2-28,75-4 28,49 1-25,-73 0-63,-45 1 102,50 1 4,68-2 11,-116 2-10,53-10-18,551-68 10,-501 52-8,66 6 112,-43 4-34,-2 3-72,-157 11-1,117 6-1,-74 13-2,3-6 5,133 1 17,-267-7-26,588-2 352,-472 6-335,53 4 46,135 8 75,-149-14 166,-16-1-28,-73 3-10,254 21 782,-281-17-978,-37-5-83,-1-1 0,1-1 0,-1 1 0,1-2 0,-1 1 0,1-1 0,15-2 1,-24 2-7,-1 0 0,0 0 0,1 0 0,-1 0 1,0 0-1,1 0 0,-1 0 0,1 0 1,-1 0-1,0 0 0,1 0 0,-1 0 0,0-1 1,1 1-1,-1 0 0,0 0 0,1 0 0,-1 0 1,0 0-1,1-1 0,-1 1 0,0 0 0,0 0 1,1-1-1,-1 1 0,0 0 0,0 0 1,1-1-1,-1 1 0,0 0 0,0-1 0,0 1 1,0 0-1,0-1 0,1 1 0,-1 0 0,0-1 1,-15-15-1027,-24-16-918,-51-46-6797,42 24-734</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7:49.596"/>
    </inkml:context>
    <inkml:brush xml:id="br0">
      <inkml:brushProperty name="width" value="0.035" units="cm"/>
      <inkml:brushProperty name="height" value="0.035" units="cm"/>
    </inkml:brush>
  </inkml:definitions>
  <inkml:trace contextRef="#ctx0" brushRef="#br0">26 346 7189,'-25'-14'7689,"26"15"-6918,23 12 1499,-20-14-1860,39-2 289,1 1 1,50 5-1,2 0-207,266 3 340,-215-6-698,372-5 127,-404 2-278,100-6 131,255-12-38,6-1-47,91 10-68,-361 21 11,158-1-48,150-45 154,-235 14-112,-276 22 34,669-39-42,-473 28 15,103-9-45,-164 8 93,349-14 20,-485 27-39,184-1 19,-29 1-6,23 1-4,-53 2 1,13-3-25,219-2-17,21 3 51,162-4-30,-413 3 14,175-6 51,-202 8-53,18-1-2,235-2-22,-155 5 28,379 17 188,-339-8-90,305 6 2,-141-6 31,15-13 14,-377-1-131,355-10 187,130-11 863,140 28 3287,-400 13-2381,-136-4-1437,-87-12-522,-17-1-18,-1 0-1,1-2 1,0-1 0,-1-1-1,36-8 1,-59 10 69,5-2-202,0 1 0,0-1 0,0 0 1,0-1-1,12-6 0,-19 9 59,0-1 0,0 1 1,0-1-1,0 0 1,0 0-1,0 1 0,0-1 1,-1 0-1,1 0 0,0 0 1,0 0-1,-1 0 0,1 0 1,-1 0-1,1 0 1,-1 0-1,1 0 0,-1 0 1,0-2-1,0 1-39,0 0 0,0 0 0,0 1 0,-1-1-1,1 0 1,-1 0 0,0 1 0,1-1 0,-1 0 0,0 1 0,0-1 0,0 1 0,0-1-1,0 1 1,0-1 0,-3-1 0,-3-4-480,-1 0 0,1 1 0,-1 0 0,-10-6 0,-41-21-5886,51 29 5415,-73-40-12459</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7:55.557"/>
    </inkml:context>
    <inkml:brush xml:id="br0">
      <inkml:brushProperty name="width" value="0.035" units="cm"/>
      <inkml:brushProperty name="height" value="0.035" units="cm"/>
    </inkml:brush>
  </inkml:definitions>
  <inkml:trace contextRef="#ctx0" brushRef="#br0">1872 124 8081,'-31'-18'12728,"28"18"-12379,-21-3 226,22 3-335,-2 0-32,-28 0 141,-51 0 107,-49 9-255,14 2-114,-48 1 120,38 3-36,34-2 11,-165 27-122,107-13-126,122-22 63,0 1 0,-46 16-1,51-13 6,-45 7-1,20-5 3,28-6-17,13-4 22,0 1 1,0 1 0,-1-1-1,2 2 1,-1-1-1,-11 7 1,17-8-13,1-1 1,-1 0-1,0 0 1,1 0-1,-1 0 1,0 0-1,1 0 1,-1-1-1,-5 1 1,-9 3-5,6 1 17,0 0 0,1 1 0,0 1 0,0 0 0,1 0 0,-1 1 0,2 0 0,-1 1-1,1 0 1,0 0 0,1 1 0,0 0 0,1 0 0,-7 15 0,-7 12-94,-28 75-1,46-104 87,0 0 1,0 1 0,0 15-1,0 1-13,1-16 15,0 0 0,1 0 0,0 0 0,0 0 0,1 0 0,0-1 0,1 1 0,0 0 0,0 0-1,1-1 1,0 0 0,1 1 0,4 7 0,-1-3-6,1-1 0,0 0-1,1 0 1,0-1 0,1 0-1,0-1 1,17 14 0,25 17 7,2-3 0,2-1-1,118 56 1,-121-70-6,1-2 1,0-3-1,94 20 0,-114-32-18,2 0 40,1 0-1,37-1 1,-21-3-54,29-1 25,163-15 127,-176 12-178,23-1 14,242-32-12,-83-10 116,-241 43-45,114-21-34,-40 7 160,101-30 1,-181 44-155,-1 1-1,0-1 1,0 0 0,0 1-1,0-2 1,-1 1 0,4-3-1,14-9-53,-16 12 67,0 0 1,0 0 0,0-1 0,-1 1 0,1-1 0,-1 0-1,6-5 1,-7 6 20,-1 0-4,22-50 388,-21 49-410,-1 1 3,9-9 11,1 0 0,22-18 0,-31 27 56,17-20-114,-17 19 73,0 0 1,0 0-1,-1 0 0,1 0 1,-1-1-1,0 1 0,0 0 1,0-1-1,0 1 0,0-1 1,-1 1-1,1-1 0,-1 0 1,0-4-1,0 5 61,15-22 531,0 3-175,-14 20-212,0 2-202,0-1 1,0 1 0,-1-1-1,1 1 1,0-1 0,0 1-1,-1-1 1,1 1 0,0-1-1,-1 1 1,1-1 0,0 0-1,-1 0 1,1 1 0,-1-1-1,1 0 1,-1 0 0,0 1-1,1-1 1,-1 0 0,0 0-1,1 0 1,-1 0 0,0 0-1,0 0 1,0 1-1,0-1 1,0 0 0,0 0-1,0 0 1,0-1 0,-1-1 17,0 0 0,0 1 0,0-1 0,-1 1 0,1 0 0,0-1 0,-3-2 0,2 2-17,1 0 1,-1 0 0,1 0-1,0 0 1,0-1 0,1 1-1,-1 0 1,0-5 0,-2-9 10,-19-51 172,14 38 36,-16-36-1,8 32-128,-2 2-1,0 0 1,-2 1-1,-30-35 1,10 13-13,-16-19 57,40 56-146,-1 1 0,0 1 0,-1 0 0,0 1 0,-1 1 0,0 1 0,-1 1 0,-1 0 0,1 2 0,-2 0 0,-26-6 0,-27-2 20,-146-13 0,-104 16-49,262 14-83,1 3 0,-1 3 0,1 2-1,0 4 1,-110 36 0,135-33-1929,-48 28 1,43-21-2531,22-10-1974,10-3-4217</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12.054"/>
    </inkml:context>
    <inkml:brush xml:id="br0">
      <inkml:brushProperty name="width" value="0.035" units="cm"/>
      <inkml:brushProperty name="height" value="0.035" units="cm"/>
    </inkml:brush>
  </inkml:definitions>
  <inkml:trace contextRef="#ctx0" brushRef="#br0">102 129 5609,'0'0'17740,"2"0"-17628,17-5 410,0 0 0,-1-2 0,19-9 0,-15 7-32,159-57 1216,-137 47-1547,-33 18-132,-19 7 17,-20 10 14,26-15-58,-71 36-25,-99 34-1,104-51 121,66-20 36,-24 13 540,-18 10-449,42-21-200,-1-2-23,1 1 0,-1 0 1,1 0-1,0 0 1,-1 0-1,1 0 0,0 0 1,-3 3-1,2-2-11,1-1 1035,19-9-904,37-12-504,1 2 0,112-22 0,-135 39-1543,-18 2-2761,-23 5-2493,6-3 4887,-11 8-7719</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27.615"/>
    </inkml:context>
    <inkml:brush xml:id="br0">
      <inkml:brushProperty name="width" value="0.035" units="cm"/>
      <inkml:brushProperty name="height" value="0.035" units="cm"/>
    </inkml:brush>
  </inkml:definitions>
  <inkml:trace contextRef="#ctx0" brushRef="#br0">30 707 5144,'5'15'5760,"-4"-18"-4945,0 2-1356,2-8-443,-2 8 1681,-1 0 0,0 0-1,1 0 1,-1 0-1,0 0 1,0 0-1,0 0 1,0 0 0,0 0-1,0-1 1,0 1-1,0 0 1,0 0-1,-1 0 1,1 0 0,0 0-1,-1-1 1,-6-10 978,6 11-1352,-3 0-359,-4 4 25,-6 2 8,12-4 1941,2-4-1811,1-74 146,-2 53-282,3-38 0,-1 57 3,-1-5-4,-6-18 13,6 25-13,0-1-74,0 4 84,0-6-13,0 0 1,0 0-1,1 0 1,2-10 0,-3 14 10,1 0 0,0 0 1,-1 1-1,1-1 1,0 0-1,0 1 0,0-1 1,0 0-1,1 1 0,-1 0 1,0-1-1,1 1 1,-1 0-1,1-1 0,-1 1 1,1 0-1,-1 0 1,1 0-1,0 1 0,2-2 1,158-53 833,213-44 0,-341 92-773,575-107 797,67 54-646,-445 41-2152,-179 10-4506,-53 8 6085,-1 1-1,1-1 0,0 1 1,0-1-1,-1 0 0,1 1 1,0-1-1,0 0 1,0 0-1,0 1 0,-2-3 1,-1-1-799,-16-8-3842,2 3-2680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27.930"/>
    </inkml:context>
    <inkml:brush xml:id="br0">
      <inkml:brushProperty name="width" value="0.035" units="cm"/>
      <inkml:brushProperty name="height" value="0.035" units="cm"/>
    </inkml:brush>
  </inkml:definitions>
  <inkml:trace contextRef="#ctx0" brushRef="#br0">0 145 8145,'5'-2'480,"-1"0"1,0 0 0,1 0 0,-1-1-1,0 0 1,0 1 0,0-1-1,3-5 1,-6 8-312,0-1 0,0 0 0,-1 1 0,1-1 0,0 0 0,0 1 0,0-1 0,0 1 0,-1 0 0,1-1-1,0 1 1,0 0 0,0-1 0,0 1 0,0 0 0,0 0 0,0 0 0,1 0 0,3-1 382,10-3 746,-1-1 0,16-9 1,30-9 1243,-38 17-1823,157-38 2983,-149 38-3241,0 2 0,1 1 1,60 3-1,-86 0-430,0 0 0,0 0 0,-1 1 0,1 0 1,0 0-1,-1 0 0,1 1 0,0-1 0,-1 1 0,0 0 1,1 0-1,-1 1 0,0-1 0,0 1 0,-1 0 0,1 0 1,0 0-1,-1 1 0,0-1 0,0 1 0,0 0 0,0 0 1,0 0-1,-1 0 0,0 0 0,0 1 0,0-1 1,0 1-1,-1-1 0,2 8 0,0 4 3,-2-1 0,1 1 0,-2 0 0,0 0 0,-1-1 0,0 1 0,-1 0-1,-6 20 1,-4 7-47,-30 72 0,-24 24-658,7-15-1033,2-11-302,40-82-2443,1 0-5688,28-55 1966</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29.076"/>
    </inkml:context>
    <inkml:brush xml:id="br0">
      <inkml:brushProperty name="width" value="0.035" units="cm"/>
      <inkml:brushProperty name="height" value="0.035" units="cm"/>
    </inkml:brush>
  </inkml:definitions>
  <inkml:trace contextRef="#ctx0" brushRef="#br0">21 208 9309,'0'0'12145,"-2"2"-11755,-1 0-315,2-1-49,0-1-1,0 1 1,0-1-1,0 1 1,0 0-1,0-1 1,0 1 0,1 0-1,-1 0 1,0-1-1,1 1 1,-1 0-1,0 0 1,1 0-1,-1 0 1,1 0-1,-1 0 1,1 0-1,0 0 1,-1 0 0,1 0-1,0 0 1,0 0-1,0 0 1,0 1-1,0-1 1,0 0-1,0 0 1,0 1-1,3 15 173,0 4-106,1 0 1,1 0 0,1-1-1,16 38 1,-16-48-62,0-1 1,0 1-1,0-1 0,14 14 0,-18-21 92,1-3-16,0-1-94,0-1 0,0 1 0,-1-1 0,1 1 0,0-1 0,-1 0 0,0 0 0,1 0 0,-1 0 0,0 0 0,-1 0 1,1-1-1,-1 1 0,1 0 0,-1-1 0,0 0 0,1-4 0,1-3-4,4-16-31,-2-1-1,0 0 0,-2 0 1,0-39-1,2-19-241,1 51 109,-5 27 117,0 1-1,0-1 1,0 1 0,-1-1-1,-1-8 1,1 14 15,0 0 0,0-1 1,1 1-1,-1 0 0,0 0 0,1-1 0,0 1 0,-1 0 1,1 0-1,0-1 0,0 1 0,0 0 0,0 0 0,1 0 1,1-2-1,11 31-69,-3-12 90,0 0 1,2-1-1,-1 0 1,2-1-1,0-1 0,20 15 1,-12-9 1,-13-12 2,1 0 0,-1-1 1,1 0-1,-1-1 0,1 0 0,1-1 0,15 4 0,-11-3 1,-2-1-7,-1-1-1,1-1 1,-1 0 0,18-2-1,-15 1-37,-9 0-152,1-1-1,-1 0 1,1 0-1,-1-1 1,10-3-1,6-2-597,-20 7 452,0-1-247,16-6 360,-4 0 667,1 2 1,0 0 0,24-5 0,126-13 519,61-11-411,-165 29-519,-81-14-395,4 11 153,1 1-1,-1 0 0,-1 1 1,1 1-1,-1 0 1,0 1-1,-24-2 1,-126 0-3204,134 6 2201,22 0-464,1-1 1,0 0-1,-19-5 1,26 5 962,-16-4-5065</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29.483"/>
    </inkml:context>
    <inkml:brush xml:id="br0">
      <inkml:brushProperty name="width" value="0.035" units="cm"/>
      <inkml:brushProperty name="height" value="0.035" units="cm"/>
    </inkml:brush>
  </inkml:definitions>
  <inkml:trace contextRef="#ctx0" brushRef="#br0">1 270 10217,'25'-8'2864,"-22"8"648,-2 1-3401,-1 0 0,1 1-1,-1-1 1,1 0 0,0 0 0,-1 0 0,1 1 0,0-1-1,0 0 1,0 0 0,1 1 0,5 5 580,43 78 1898,-48-83-2241,7 7 347,-9-9-661,1 0 1,-1 0-1,0 1 0,1-1 0,-1 0 1,1 0-1,-1 0 0,0 0 0,1 1 1,-1-1-1,1 0 0,-1 0 0,1 0 1,-1 0-1,0 0 0,1 0 0,-1 0 1,1 0-1,-1 0 0,1-1 1,-1 1-1,0 0 0,1 0 0,-1 0 1,1 0-1,-1 0 0,0-1 0,1 1 1,-1 0-1,0 0 0,1-1 0,-1 1 1,0 0-1,1-1 0,-1 1 0,0 0 1,1-1-1,-1 1 0,0-1 0,0 1 1,0 0-1,1-2 0,12-22 496,-10 16-248,42-85 1557,-13 23-1143,32-54 67,-62 120-907,0 1-1,0-1 0,0 0 1,1 1-1,-1-1 1,1 1-1,0 0 0,0 0 1,0 0-1,0 0 1,1 1-1,-1-1 0,1 1 1,-1 0-1,1 0 0,0 0 1,0 1-1,5-2 1,-8 2-26,0 1 0,0 0 0,0 0 0,0 1 0,0-1 0,0 0 0,0 0 0,0 0 0,0 1 0,0-1 0,0 0 0,0 1 0,0-1 0,0 1 0,0-1-1,0 1 1,0 0 0,0-1 0,-1 1 0,1 0 0,0-1 0,-1 1 0,2 1 0,10 18-3458,-5-3-1930,0 7-3273</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0.128"/>
    </inkml:context>
    <inkml:brush xml:id="br0">
      <inkml:brushProperty name="width" value="0.035" units="cm"/>
      <inkml:brushProperty name="height" value="0.035" units="cm"/>
    </inkml:brush>
  </inkml:definitions>
  <inkml:trace contextRef="#ctx0" brushRef="#br0">18 258 10881,'-9'-9'3020,"9"9"-2951,0 0 1,0 0 0,-1 0-1,1 0 1,0 0 0,0 0 0,0 0-1,0 0 1,0 0 0,-1-1-1,1 1 1,0 0 0,0 0 0,0 0-1,0 0 1,0 0 0,-1 0-1,1 0 1,0 0 0,0 0 0,0 0-1,0 0 1,-1 0 0,1 0-1,0 0 1,0 1 0,0-1 0,0 0-1,0 0 1,-1 0 0,1 0-1,0 0 1,0 0 0,0 0 0,0 0-1,0 0 1,0 1 0,-1-1-1,1 0 1,0 0 0,0 0 0,0 0-1,0 0 1,0 0 0,0 1-1,-3 11 1235,3 24-1159,1-23 239,-1-10-55,3 15 3,1-2-23,-3-16-283,0 0 1,-1 0-1,1 0 1,-1 0-1,1 0 1,-1 0-1,1 0 1,-1 0-1,1 0 1,0 0-1,-1 0 1,1 0-1,-1-1 1,1 1-1,-1 0 1,1 0-1,-1-1 1,1 1-1,-1 0 1,0-1-1,1 1 1,0-1-1,0 0 58,6-3 36,0 0 0,-1-1-1,1 0 1,-1 0 0,0 0-1,-1-1 1,1 0 0,-1 0-1,0 0 1,0-1 0,6-13-1,3-8 107,17-52 0,-13 31-36,-9 27-146,-4 9-108,0 1-1,5-22 0,-10 32-50,1-1-160,-1 1 271,5-15-185,-2 15 77,0 12 59,0 1 40,1 1-1,0 0 1,1-1 0,0 0 0,1 0 0,0-1 0,10 12 0,-11-15 147,1 0 1,0-1-1,1 0 1,-1 0-1,1 0 1,0-1-1,1 0 1,7 3-1,-12-7-39,-1-1 0,1 0 0,0 0 0,0 0 0,-1 0 0,1 0 1,0-1-1,0 1 0,-1-1 0,1 0 0,4-2 0,-5 3 21,6-4 45,-1 1 1,0-1-1,-1 0 0,1-1 1,-1 0-1,1 0 1,-1 0-1,-1 0 0,1-1 1,8-12-1,-8 10-363,0 1 0,0 0-1,1 0 1,0 1 0,0 0-1,0 0 1,12-6 0,-17 15 144,1 0 0,-1 0 0,0 0 1,0 1-1,-1-1 0,1 1 1,-1-1-1,0 1 0,0-1 1,0 1-1,0 0 0,0 3 0,3 13-62,1 0-1,0 0 1,10 20-1,-13-34 82,1 1 0,0-1 0,1 0 0,-1 0 0,1 0 0,0 0 0,1 0 0,0-1 0,0 0 0,0 0 0,0-1 0,9 7 0,2-2-429,1-1-1,0 0 1,0-2 0,0 0 0,1 0-1,0-2 1,30 4 0,-22-6-1453,0-1-1,0-1 1,0-2 0,49-8 0,-21-1-4305</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0.665"/>
    </inkml:context>
    <inkml:brush xml:id="br0">
      <inkml:brushProperty name="width" value="0.035" units="cm"/>
      <inkml:brushProperty name="height" value="0.035" units="cm"/>
    </inkml:brush>
  </inkml:definitions>
  <inkml:trace contextRef="#ctx0" brushRef="#br0">233 767 9317,'-36'-9'1613,"29"7"-163,3 2-60,-7 0-551,0 1 0,0 0-1,0 1 1,-17 5 0,22-6-674,1 1-1,-1 0 1,1 1 0,0-1-1,0 1 1,0 0 0,0 0-1,1 0 1,-1 1 0,1-1-1,-6 8 1,-10 5 266,18-15-363,0 0 0,0 1 0,0-1-1,0 0 1,1 1 0,-1-1-1,0 1 1,1-1 0,-1 1-1,1 0 1,-1 0 0,1 0-1,0 0 1,0 0 0,0 0-1,0 0 1,0 0 0,-1 4-1,3-3-14,0 0-1,1-1 0,-1 1 1,1-1-1,-1 1 0,1-1 1,0 0-1,0 0 0,3 3 1,-3-3 14,-2-1-50,1-1-1,0 1 1,-1 0-1,1-1 1,0 1-1,0 0 1,-1-1-1,1 1 1,0-1-1,0 0 1,0 1-1,0-1 1,0 0-1,0 1 1,0-1-1,0 0 1,-1 0-1,3 0 1,2 1 21,0 1-17,0-1 0,1 0 0,-1 0 0,1 0 0,-1-1 0,1 0 0,-1 0 0,8-1 0,47-9 121,-38 6-100,45-17-461,-47 14-11,-18 6 86,-2 2-646,0 0 966,0 0 0,0-1 0,-1 1 0,1-1 0,0 1 0,0-1 0,-1 1 0,1-1 0,0 1 0,-1-1 0,1 1 0,-1-1 0,1 1 0,-1-1 0,1 0 0,-1 1 0,0-1 0,0 1 9,1-1 0,-1 1 0,0-1 1,1 1-1,-1 0 0,0-1 0,1 1 1,-1-1-1,1 1 0,-1 0 0,1 0 1,-1-1-1,1 1 0,0 0 0,-1 0 1,1 0-1,0-1 0,0 1 0,-1 0 1,1 0-1,0 1 0,0 31 110,1-32-77,-1 0 0,0 0-1,1 0 1,-1-1 0,1 1 0,-1 0 0,1 0 0,0-1 0,-1 1-1,1 0 1,0-1 0,-1 1 0,1 0 0,0-1 0,0 1 0,-1-1-1,1 1 1,0-1 0,0 0 0,1 1 0,0 0 42,4 2 20,-1 0-1,0-1 1,1 0-1,0 0 1,-1 0-1,1-1 1,0 1-1,0-1 1,0-1-1,0 1 1,0-1-1,0 0 1,10-2-1,4-1 103,0-1-1,33-10 0,-40 9-131,1 0-1,0 0 1,-1-2-1,0 1 1,-1-2 0,1 0-1,15-14 1,-20 16-35,-1-1 0,0 0 0,-1-1 0,0 0 0,0 0 0,-1 0 0,0-1 0,0 0 0,-1 0 0,0 0 0,5-18 0,-3-4-11,-1-1 0,-1 1-1,-2-1 1,-1 0 0,-1 1-1,-9-61 1,-52-185 97,59 271-95,-60-177 579,62 183-581,-1-1 0,0 1 0,1 0-1,-1 0 1,1 0 0,-1 0-1,0 0 1,1 0 0,-1 0-1,1 0 1,-1 0 0,0 0-1,1 0 1,-1 0 0,1 0 0,-1 1-1,0-1 1,1 0 0,-1 0-1,1 1 1,-1-1 0,1 0-1,-1 1 1,1-1 0,-1 0-1,1 1 1,-1 0 0,-1 1 2,0 0 1,0 0-1,0 0 1,0 1 0,0-1-1,1 1 1,-1-1-1,1 1 1,0 0-1,0-1 1,0 1-1,0 0 1,0 0 0,1 0-1,-1 0 1,0 5-1,1 8 24,0 0 0,2 15 0,-2-21-8,4 49 98,15 172 97,-10-158-163,22 83 1,38 74-68,-56-197-641,1-1-1,1-1 1,2 0 0,38 52-1,-48-73-598,0-1 0,1 0 0,1-1 0,-1 0 0,1 0 0,16 10 0,17 3-7995</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1.127"/>
    </inkml:context>
    <inkml:brush xml:id="br0">
      <inkml:brushProperty name="width" value="0.035" units="cm"/>
      <inkml:brushProperty name="height" value="0.035" units="cm"/>
    </inkml:brush>
  </inkml:definitions>
  <inkml:trace contextRef="#ctx0" brushRef="#br0">156 439 10301,'-6'17'2102,"6"-17"-1980,-1 0 1,1 0-1,-1 0 1,1 0 0,-1 0-1,1-1 1,-1 1-1,1 0 1,-1 0-1,1 0 1,-1-1-1,1 1 1,0 0-1,-1-1 1,1 1 0,0 0-1,-1-1 1,1 1-1,0-1 1,-1 1-1,1 0 1,0-1-1,-8-7 4431,9 4-3211,1-4-682,-1 2-225,1-1 1,0 1 0,1 0 0,-1 0-1,5-8 1,3-1-21,-2 0 0,0-1 0,-1 1 0,9-30 0,13-68-443,-21 79-471,-7 28 385,0 0-1,-1 0 1,0 1-1,0-1 1,0 0-1,-1 1 1,0-1-1,0 0 1,0 1 0,-1-1-1,0 1 1,0-1-1,0 1 1,-1 0-1,0 0 1,0 0-1,0 0 1,0 1-1,-1-1 1,-5-4-1,7 7 74,1 1 1,-1 0-1,1 0 0,-1 0 1,0 0-1,0 0 0,0 0 1,1 0-1,-1 1 0,0-1 0,0 1 1,0-1-1,0 1 0,0 0 1,-2 0-1,-4-1-59,-2 0 14,1 1 1,-1 0-1,0 0 1,0 1-1,1 0 1,-1 1-1,0 0 1,-11 4 0,-13 2 99,33-7 3,-1-1 0,1 0 0,0 1-1,0-1 1,0 1 0,0 0 0,0-1 0,0 1-1,0 0 1,0 0 0,0 0 0,0-1 0,-1 2 0,2-1 5,-1 0 0,1-1 0,-1 1 1,1-1-1,-1 1 0,1-1 0,-1 1 1,0-1-1,1 1 0,-1-1 0,0 0 1,1 1-1,-1-1 0,0 0 0,0 0 1,1 1-1,-2-1 0,20 20 1125,134 58 2525,37 22-2516,-154-77-2805,43 35 0,-75-55 740,0 0 0,0 0-1,0 1 1,0-1 0,0 0 0,-1 1-1,1 0 1,-1 0 0,2 5 0,-1-3-2246</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1.885"/>
    </inkml:context>
    <inkml:brush xml:id="br0">
      <inkml:brushProperty name="width" value="0.035" units="cm"/>
      <inkml:brushProperty name="height" value="0.035" units="cm"/>
    </inkml:brush>
  </inkml:definitions>
  <inkml:trace contextRef="#ctx0" brushRef="#br0">255 168 6325,'-43'48'901,"36"-41"-545,0 1-1,-1-1 1,1 0 0,-12 6-1,-12 13 528,5 4-48,21-23-260,0-1 0,0 0 0,0 0 0,-1-1 1,0 0-1,0 0 0,0 0 0,-12 6 0,14-8 19,0 0 0,0 0 0,0 1 0,1-1 0,-1 1 0,-3 5 1,5-7 983,-6 7-881,7-8-661,1-1 0,-1 1-1,1 0 1,0-1 0,-1 1 0,1 0-1,0-1 1,-1 1 0,1 0-1,0 0 1,0-1 0,-1 1 0,1 0-1,0 0 1,0 0 0,0-1 0,0 1-1,0 0 1,0 0 0,1-1 0,-1 1-1,0 0 1,0 0 0,0 0 0,1-1-1,-1 1 1,0 0 0,1-1 0,-1 1-1,1 0 1,-1-1 0,1 1 0,-1-1-1,1 1 1,0 1 0,25 11 127,2-1-216,-6-3-467,0-1-1,24 6 0,-37-13 331,0 0-1,0-1 1,0 0-1,0 0 1,0-1-1,-1 0 1,1-1-1,0 1 1,-1-2-1,1 1 0,-1-1 1,0-1-1,0 1 1,0-1-1,0-1 1,0 0-1,12-10 1,-12 7 215,-1 1 0,0-2 1,0 1-1,6-11 0,17-19 1278,-19 21 245,-11 12-586,-7 8-604,6-2-357,0 1 0,0-1 0,0 0 0,0 1 0,0-1 0,0 0 0,0 1 0,1-1 0,-1 1 0,1-1 0,-1 1 0,1 0 0,-1-1 0,1 1 0,0-1 0,0 1 0,0 0 0,0-1 0,0 1 0,0 0 0,1 2 0,-1-2-1,0-1 0,1 0-1,-1 1 1,0-1 0,1 0-1,-1 0 1,1 1-1,-1-1 1,1 0 0,0 0-1,-1 0 1,1 0 0,0 1-1,0-1 1,0 0-1,0-1 1,0 1 0,0 0-1,0 0 1,0 0 0,0 0-1,0-1 1,1 1-1,-1-1 1,0 1 0,0-1-1,1 1 1,-1-1-1,2 0 1,10 0-9,0-1 0,0 0-1,0-1 1,-1-1 0,24-7 0,-11 3 3,99-38-123,-47 14 15,28-14-368,-26 9-101,-76 35 513,-6 3-183,1-1 274,0 1-1,0 0 0,-1 0 1,1 0-1,1 0 0,-4 4 0,4-4 488,5-5-454,9-7 156,0-1 0,-1 0 0,0-1 0,20-25-1,-18 18 88,0 0-1,1 1 1,1 1-1,0 1 1,1 0-1,30-21 1,-44 35-307,-1 1 0,1-1 1,0 1-1,0-1 0,-1 1 0,1 0 1,0 0-1,0 0 0,0 0 0,0 1 1,1-1-1,2 1 0,-4 0-11,-1 1-1,1-1 0,0 1 0,-1-1 1,1 1-1,-1 0 0,1-1 1,-1 1-1,1 0 0,-1 0 0,1 0 1,-1 0-1,0 0 0,0 1 1,1-1-1,-1 0 0,0 1 1,0-1-1,0 1 0,-1-1 0,1 1 1,0-1-1,0 1 0,0 3 1,3 6-110,-1 0 1,0 0-1,-1 1 1,-1-1 0,1 16-1,1 8-406,2 27-920,4 36-1743,-7-87 1850,0-1-1,1 1 1,0 0 0,1-1-1,0 0 1,8 15 0,-3-12-4751</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3.002"/>
    </inkml:context>
    <inkml:brush xml:id="br0">
      <inkml:brushProperty name="width" value="0.035" units="cm"/>
      <inkml:brushProperty name="height" value="0.035" units="cm"/>
    </inkml:brush>
  </inkml:definitions>
  <inkml:trace contextRef="#ctx0" brushRef="#br0">228 552 10137,'-9'0'265,"2"-1"326,-1 1 0,1 0 0,0 0 0,-1 1 0,1 0 0,-1 0-1,1 1 1,0 0 0,0 0 0,0 1 0,0 0 0,-6 3 0,2 3-365,1-1 1,0 2-1,1-1 1,0 1 0,0 1-1,1 0 1,1 0-1,0 0 1,0 1 0,1 0-1,1 0 1,0 1-1,0-1 1,-3 22 0,7-27-152,0-1 0,1 1 1,0 0-1,0-1 0,1 1 1,0 0-1,0-1 0,0 1 1,1-1-1,0 1 0,0-1 1,1 0-1,0 0 0,4 8 1,-5-12-56,0 1 0,-1-1 0,1 0 0,0 0 0,1 0 0,-1 0 0,0 0 0,1 0 0,-1-1 0,1 1 0,-1-1 0,1 1 0,0-1 0,-1 0 0,1 0 0,0 0 0,0-1 0,0 1 1,3 0-1,5 0 15,0-1 1,-1 1 0,20-3 0,-21 1-41,-1-1 0,0 1 0,1-1 0,-1-1 0,0 0 0,0 0 0,-1 0 0,1-1 0,0 0 0,-1-1 0,0 0 0,0 0 0,-1 0 1,0-1-1,1 0 0,-2 0 0,1 0 0,-1-1 0,0 0 0,0 0 0,-1 0 0,0-1 0,0 1 0,-1-1 0,5-15 0,-1-6-150,-2 0 0,0 0 0,-2-1 0,-2 1 0,0 0 0,-4-31 1,-2 12-158,-2 1 0,-25-90 1,23 108 223,-4-15-71,-22-51 0,30 83 197,-1 1-1,0 0 1,0 0-1,-1 1 1,-1 0-1,0 0 1,0 1-1,0 0 1,-15-11 0,22 20-22,1 0 1,-1 1 0,0-1 0,0 0 0,0 1 0,1-1-1,-1 1 1,0-1 0,1 1 0,-1-1 0,0 1 0,1-1-1,-1 1 1,0 0 0,1-1 0,-1 1 0,0 1 0,1-2-2,-1 1 3,0 1-1,0-1 0,0 1 1,1 0-1,-1-1 0,0 1 1,1 0-1,-1-1 0,1 1 1,-1 0-1,1-1 0,0 1 1,0 0-1,-1 0 0,1-1 1,1 1-1,-1 0 0,0 0 1,1 2-1,0 7 46,3 23 100,1 0 1,1 0 0,18 52-1,47 99 358,-52-141-421,2-2-1,2 0 1,2-1 0,42 54-1,-49-75-245,0-1 0,1 0 0,1-2 1,1 0-1,40 25 0,-58-41 28,-1 0-1,1-1 1,-1 1 0,1 0 0,0-1 0,-1 0 0,1 1-1,0-1 1,0 0 0,3-1 0,1 1-215,-6 0 281,0 0 0,0 0 0,0 0 0,-1 0 0,1-1 0,0 1 0,0 0-1,0 0 1,-1-1 0,1 1 0,0 0 0,-1-1 0,1 1 0,0-1 0,-1 1 0,1-1 0,0 1 0,-1-1 0,1 0 0,0 0 0,1-2-135,48-45-1733,-48 47 1994,-1-1-16,0 0 1,0 0-1,0 0 1,0 0-1,1 0 1,-1 0-1,0 0 1,1 1-1,0-1 1,2-2-1,-3 3 47,1-1 763,1 2-388,16 2-196,0 0-1,0 1 0,0 1 0,-1 1 0,0 1 0,25 11 0,26 7 34,-31-10-28,62 31 1,-97-43-263,-4-2-1388,-1 0 1253,1-1 0,-1 1-1,1 0 1,0-1-1,-1 1 1,1-1 0,0 1-1,-1-1 1,1 1 0,0-1-1,-2-1 1,-3-1-178,-15-7-370,1-1-1,-1 0 0,2-1 1,-24-20-1,36 26 784,1 0-1,0 0 1,0-1 0,0 0 0,1 0-1,0 0 1,0 0 0,1-1 0,-5-13-1,7 18 10,1 0-1,0 0 1,1-1-1,-1 1 0,0 0 1,1-1-1,0 1 1,0 0-1,0-1 0,0 1 1,0-1-1,1 1 1,0 0-1,-1-1 1,1 1-1,1 0 0,-1 0 1,0 0-1,1 0 1,-1 0-1,1 0 1,0 0-1,0 0 0,0 1 1,0-1-1,5-4 1,-1 2 96,1-1 0,0 1-1,0 0 1,0 0 0,0 1 0,1 0 0,-1 0 0,1 0 0,14-3 0,-18 6-171,0 1 0,0-1 0,0 1 0,0 0 0,-1 0 0,1 0 0,0 1 0,0-1 0,0 1 0,-1 0 0,1 0-1,0 0 1,-1 1 0,1-1 0,-1 1 0,1 0 0,-1 0 0,0 0 0,0 0 0,0 1 0,0-1 0,0 1 0,3 4 0,1 2-61,-1 0 0,0 1 0,-1 0 0,0 0 0,0 1 0,-1-1 0,0 1 0,-1 0 0,2 16 0,-2-13-242,1-1 1,0 1 0,0-1-1,12 21 1,-11-24 50,-5-9 178,1-1 0,-1 1-1,0 0 1,1-1 0,-1 1 0,0 0 0,1-1 0,-1 1 0,1 0 0,-1-1 0,1 1 0,-1-1 0,1 1 0,-1-1 0,1 1 0,0-1 0,0 1 0,0-1 7,0-1 0,0 0 0,0 1 0,0-1-1,0 0 1,0 0 0,0 0 0,0 0 0,-1 0-1,1 0 1,0 0 0,-1 0 0,1 0 0,0-2-1,8-15-29,-1 0-1,9-31 0,4-9 4,12-28 144,-18 43 143,38-73 0,-51 112-243,1 4-8,-1 0 1,1 0 0,0 1 0,-1-1 0,1 0 0,-1 1-1,1-1 1,-1 1 0,1 0 0,-1 0 0,1 0 0,-1 0 0,0 0-1,0 1 1,1-1 0,-1 1 0,0-1 0,0 1 0,-1 0-1,1 0 1,0 0 0,0 0 0,-1 0 0,1 0 0,1 5 0,9 20 7,7 30 1,-13-37 5,0-1 0,2 0 0,0 0 0,13 21 0,-20-40-19,0 1 0,0-1 1,0 0-1,0 0 1,0 0-1,0 0 1,0-1-1,0 1 0,0 0 1,0 0-1,-1 0 1,1-1-1,0 1 1,0-1-1,0 1 0,0 0 1,0-1-1,1-1 1,-2 2-2,6-3 0,-1 0 0,0-1 0,0 0 0,0 0 0,-1 0 0,1 0 0,-1-1 0,0 1 0,0-1 0,5-9 0,17-19 125,108-88-114,-96 86 272,-37 35-267,1-1 0,0 1 0,0 0 1,-1 0-1,1 0 0,0 0 0,-1 0 1,1 0-1,0 1 0,-1-1 0,1 0 1,0 1-1,-1-1 0,1 1 0,-1 0 0,1 0 1,-1-1-1,1 1 0,-1 0 0,1 0 1,1 3-1,0 1 1,-1 0 1,0 0-1,0 1 0,-1 0 1,1-1-1,-1 1 1,0 0-1,0 6 0,1 3-30,11 112-705,-11-88-966,3-1 0,12 56 0,-3-60-4547,-10-27 4378,10 19-6228</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3.367"/>
    </inkml:context>
    <inkml:brush xml:id="br0">
      <inkml:brushProperty name="width" value="0.035" units="cm"/>
      <inkml:brushProperty name="height" value="0.035" units="cm"/>
    </inkml:brush>
  </inkml:definitions>
  <inkml:trace contextRef="#ctx0" brushRef="#br0">1 213 13253,'0'0'4977,"1"3"-3881,12 20-224,-2 2 0,-1-1 0,11 42 0,-13-37-562,2 0 0,22 45 0,-19-51-77,-3-3 401,0-1 0,2-1 0,18 24-1,-29-41-557,0 0-1,1 1 0,-1-1 0,0 0 0,1 0 1,-1 0-1,0 0 0,1 0 0,-1-1 1,1 1-1,0 0 0,-1-1 0,1 1 0,0-1 1,-1 1-1,1-1 0,0 0 0,-1 0 0,1 0 1,0 0-1,0 0 0,-1 0 0,1 0 0,0 0 1,0-1-1,-1 1 0,1-1 0,-1 1 0,1-1 1,0 0-1,2-1 0,1-1 55,-1 0-1,1-1 1,0 0 0,-1 1-1,0-1 1,0-1 0,0 1-1,4-7 1,-1-1-13,0 0-1,0-1 1,-1 0-1,-1 0 1,0-1-1,-1 1 1,4-25-1,-3 6-162,-2-1-1,-1-37 0,-2 40-199,-4-99-1788,3 118 1452,-1-1 0,0 1-1,-1 0 1,0 0 0,-1 0-1,0 1 1,-1-1 0,-9-16-1,13 25 10,-1 0-1,0 0 0,1 0 0,-1 0 0,0 1 0,0-1 1,0 0-1,0 1 0,-1-1 0,1 1 0,-4-2 0,-1-1-2167,-12-7-8005</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4.168"/>
    </inkml:context>
    <inkml:brush xml:id="br0">
      <inkml:brushProperty name="width" value="0.035" units="cm"/>
      <inkml:brushProperty name="height" value="0.035" units="cm"/>
    </inkml:brush>
  </inkml:definitions>
  <inkml:trace contextRef="#ctx0" brushRef="#br0">67 34 8961,'0'0'2101,"-2"-1"-276,-3-2-1680,4 3 55,0-1-1,0 1 0,0-1 0,0 1 1,1-1-1,-1 1 0,0 0 1,0-1-1,0 1 0,0 0 0,0 0 1,0 0-1,0 0 0,0 0 1,0 0-1,0 0 0,0 0 1,0 0-1,0 0 0,0 0 0,0 1 1,0-1-1,0 0 0,0 1 1,0-1-1,0 1 0,0-1 0,0 1 1,-1 0-1,-1 3-74,0 0 0,0 0 0,0 0 0,1 0 0,-1 0 0,1 1 0,0-1-1,0 1 1,1 0 0,-1-1 0,1 1 0,0 0 0,1 0 0,-1 0 0,1 7 0,0 0 80,0-1-1,1 1 1,1 0 0,0 0-1,5 14 1,-4-21-154,0 1 0,1-1-1,-1 0 1,1 0 0,0 0 0,0 0-1,1-1 1,5 5 0,1 2 19,-6-7-60,0 0 0,0 0 0,0 0 0,1-1 0,0 0 0,-1 0 0,8 3 0,-11-5-89,8-16-287,-8 13 305,-1-1 8,1 1 0,-1-1 0,0 0 0,0 0 0,0 1 0,0-1 0,0 0 0,0 0 0,-1 0 0,0 0 0,1 0 0,-1 0 0,0 0 0,-1-5 0,-10-44-521,4 22 509,6 29 95,1 0 0,0 0 0,0 0 0,0-1 0,-1 1 0,1 0 0,0 0 1,-1 0-1,1 0 0,-1 0 0,1 0 0,-1 0 0,0 0 0,1 1 0,-1-1 0,0 0 1,0 0-1,-1 0 0,2 0-3,0 1 0,-1 0 0,1 0 0,-1 0 0,1 0 0,-1 0 0,1 0 0,0 0 0,-1 0-1,1 0 1,-1 0 0,1 0 0,0 0 0,-1 0 0,1 0 0,-1 0 0,1 0 0,0 1 0,-1-1 0,1 0 0,-1 0 0,1 0 0,0 1 0,-1-1 0,1 0 0,0 0 0,0 1 0,-1-1 0,1 0 0,0 1 0,-1-1 0,1 0 0,0 1 0,0 0 0,-2 1 6,1 0 1,1 0 0,-1 0 0,0 1-1,0-1 1,1 0 0,0 1-1,-1-1 1,1 1 0,0-1-1,0 0 1,0 1 0,0-1 0,2 5-1,11 36 176,-5-18-18,-7-21-166,0 0 1,1 0-1,0 0 1,-1-1-1,1 1 0,1 0 1,-1 0-1,0-1 0,1 0 1,0 1-1,0-1 0,0 0 1,0 0-1,0-1 1,1 1-1,3 2 0,-1-2-60,0 0-1,1-1 0,-1 1 1,0-1-1,1-1 1,-1 1-1,1-1 0,-1 0 1,13 0-1,-9-1-126,0 0 0,0-1-1,0 0 1,0-1 0,-1 0 0,1-1-1,0 0 1,-1 0 0,0-1-1,1 0 1,-2-1 0,1 0 0,14-11-1,1-7-239,-1-1 0,-1-1-1,-1-1 1,-1-1 0,27-51 0,-30 34 1727,-16 42-307,23-12-301,-23 15-684,0 0-1,0 0 1,0 0 0,0 0-1,0 1 1,0-1 0,0 0-1,-1 0 1,1 1 0,1 2 0,-2-4 10,12 22 181,1 0 1,2-1-1,-1-1 1,32 32-1,-42-48-207,0-1 0,1 0 0,-1 0 0,1 0 0,0 0 0,0-1 0,0 0 0,0 0 0,0 0 0,0-1 0,1 0 0,-1 0 0,0 0 0,1-1 0,-1 1 0,1-1 0,-1-1 0,0 1 0,1-1 0,-1 0 0,1 0 0,-1 0 0,0-1 0,0 0 0,0 0 0,0 0 0,5-4 0,-6 5 299,0-1-1,0 0 1,0 1 0,0 0 0,0 0-1,0 0 1,1 0 0,-1 1-1,0-1 1,1 1 0,-1 1 0,0-1-1,1 0 1,-1 1 0,5 1 0,-7-1-338,-1 0 1,0 0 0,0 0 0,0 0 0,0 0 0,0 0-1,0 0 1,0 1 0,-1-1 0,1 0 0,0 1 0,-1-1 0,1 2-1,4 6-373,15 10-891,-12-15-4058,-1-13-1389,-5 7 4585,9-10-7494</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4.279"/>
    </inkml:context>
    <inkml:brush xml:id="br0">
      <inkml:brushProperty name="width" value="0.035" units="cm"/>
      <inkml:brushProperty name="height" value="0.035" units="cm"/>
    </inkml:brush>
  </inkml:definitions>
  <inkml:trace contextRef="#ctx0" brushRef="#br0">106 18 11517,'-34'-6'1876,"17"-2"-424,-3 5-344,2 14-4428,1 4-360,23 2-2289</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4.878"/>
    </inkml:context>
    <inkml:brush xml:id="br0">
      <inkml:brushProperty name="width" value="0.035" units="cm"/>
      <inkml:brushProperty name="height" value="0.035" units="cm"/>
    </inkml:brush>
  </inkml:definitions>
  <inkml:trace contextRef="#ctx0" brushRef="#br0">234 846 13345,'-32'6'1305,"25"-6"-896,0 1-1,1 1 0,-1-1 1,1 1-1,-1 0 1,-7 4-1,-19 11 1000,23-12-1177,1-1 1,-1 2-1,1-1 1,0 1-1,1 0 0,0 1 1,-15 15-1,2-5-16,16-13-157,3-3 8,3 1 118,0 0-155,0-1 0,0 1 0,1-1 0,-1 1-1,1-1 1,-1 0 0,1 1 0,-1-1 0,1 0 0,0 0 0,0 0 0,-1-1 0,1 1 0,0 0 0,0-1 0,0 1 0,0-1 0,0 1 0,0-1 0,0 0 0,0 0 0,-1 0 0,1 0 0,0 0 0,4-1 0,8-1 60,1-1 0,21-7 0,-16 5-14,114-33 469,52-11 98,-62 27-2242,-121 21 629,-3 3-441,0-1 1312,0 0 0,0 0 0,0 0-1,0 0 1,1 0 0,-1 0 0,0 0 0,1 0 0,-1-1 0,0 1 0,1 0-1,-1 0 1,1 0 0,0-1 0,-1 1 0,1 0 0,0 0 0,-1-1 0,1 1 0,0-1-1,0 1 1,-1 0 0,1-1 0,0 0 0,0 1 0,0-1 0,0 1 0,0-1-1,0 0 1,0 0 0,0 0 0,-1 1 0,1-1 0,0 0 0,0 0 0,0 0-1,0 0 1,0-1 0,1 1 0,2 0 161,-1-1 0,0 1 0,0-1 0,0 0 0,0 0-1,0 0 1,0 0 0,0-1 0,0 1 0,-1-1 0,5-3 0,17-18 682,-1-1 1,-2-1-1,0-1 1,-1 0-1,-2-2 1,24-46-1,-17 23 60,-2-2 1,-2 0-1,-2-1 0,19-98 0,-34 128-470,1-5 37,-1 1-1,-1-1 0,-1 1 1,-2-1-1,-4-36 1,-1 26 11,5 35-278,-4 6-55,-1 1-38,0 1-1,0-1 0,1 1 1,-1 0-1,1 0 0,0 0 1,0 1-1,1-1 0,-1 1 0,1 0 1,0 0-1,0 0 0,1 1 1,-1-1-1,1 1 0,0-1 1,-1 9-1,-3 14 1,1 1 0,-1 39-1,5-52-13,-3 61 58,3 0 0,4 0 0,22 134 0,-23-201-10,0 1-1,1-1 1,0 0 0,0 1-1,1-2 1,1 1-1,0 0 1,0-1 0,9 12-1,-9-15-6,1 0 0,-1-1-1,1 0 1,0 0 0,0 0-1,1-1 1,-1 0 0,1 0 0,0-1-1,0 1 1,0-2 0,0 1-1,15 3 1,12 3 58,18 5-967,-51-14 767,1 0-1,0 0 0,-1 0 0,1 0 0,-1 1 1,1-1-1,-1 1 0,1-1 0,-1 1 0,1-1 1,-1 1-1,1 0 0,-1 0 0,0 0 1,1 0-1,-1 0 0,0 0 0,0 0 0,0 0 1,0 0-1,0 1 0,1 1 0,-1-2-44,-1 1 1,0-1-1,0 1 0,0-1 0,0 1 0,0 0 0,0-1 0,0 1 0,-1-1 1,1 1-1,0-1 0,-1 1 0,1-1 0,-1 1 0,0-1 0,1 0 0,-1 1 1,-1 1-1,-5 6-2221,-1 1 0,0-1 1,0-1-1,-16 13 0,9-9-6710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5.081"/>
    </inkml:context>
    <inkml:brush xml:id="br0">
      <inkml:brushProperty name="width" value="0.035" units="cm"/>
      <inkml:brushProperty name="height" value="0.035" units="cm"/>
    </inkml:brush>
  </inkml:definitions>
  <inkml:trace contextRef="#ctx0" brushRef="#br0">248 1 15349,'-11'10'682,"1"0"-1,0 1 0,1 1 0,0-1 0,1 1 0,-12 24 0,-12 34 1008,4 1-1,-34 133 1,52-168-1507,0 2-260,2 1-1,-3 51 1,3 79-2361,7-118 785,0-42 792,1 0 0,1-1 0,2 17 0,-2-21-118,0 0-1,0 0 0,1 0 1,-1-1-1,1 1 1,4 6-1,8 8-6760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5.302"/>
    </inkml:context>
    <inkml:brush xml:id="br0">
      <inkml:brushProperty name="width" value="0.035" units="cm"/>
      <inkml:brushProperty name="height" value="0.035" units="cm"/>
    </inkml:brush>
  </inkml:definitions>
  <inkml:trace contextRef="#ctx0" brushRef="#br0">289 1 10077,'-10'0'232,"2"0"224,-1 0 0,1 0 1,0 1-1,0 0 0,-1 1 0,1 0 1,0 0-1,1 1 0,-1-1 0,0 2 0,1-1 1,-1 1-1,-7 6 0,-102 92 4543,113-98-4829,0-1 0,1 1-1,-1 0 1,1 0-1,0 1 1,0-1-1,0 1 1,1-1 0,0 1-1,-1 0 1,2 0-1,-1 0 1,1 0 0,-1 0-1,1 0 1,1 1-1,-1-1 1,1 0 0,0 0-1,0 1 1,0-1-1,1 0 1,0 0 0,0 1-1,0-1 1,1 0-1,0 0 1,0 0 0,0-1-1,0 1 1,1 0-1,0-1 1,-1 0-1,2 1 1,-1-1 0,1 0-1,-1-1 1,1 1-1,0 0 1,8 4 0,3 0 13,0 0 1,0-2-1,1 0 1,-1-1 0,1 0-1,1-1 1,-1-1 0,0 0-1,1-2 1,29 0-1,7-3-363,106-17 0,-138 14-566,-1 0 0,1-1 1,-1-1-1,0-1 0,0-1 0,-1-1 0,34-23 1,-44 28-1188,0-1 0,-1-1 1,11-10-1,-12 8-2609,0 0-1,11-19 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7.224"/>
    </inkml:context>
    <inkml:brush xml:id="br0">
      <inkml:brushProperty name="width" value="0.035" units="cm"/>
      <inkml:brushProperty name="height" value="0.035" units="cm"/>
    </inkml:brush>
  </inkml:definitions>
  <inkml:trace contextRef="#ctx0" brushRef="#br0">223 43 7201,'9'3'459,"0"-1"225,-1-1 4413,-7-2-5046,0 1 0,-1-1 1,1 1-1,-1-1 1,1 0-1,-1 1 0,1-1 1,-1 0-1,1 1 1,-1-1-1,1 0 0,-1 0 1,0 1-1,0-1 1,1 0-1,-1 0 0,0 0 1,7-12 883,-6 11-605,1 1 1,0-1-1,-1 1 1,1-1-1,-1 0 0,1 1 1,-1-1-1,0 0 1,0 0-1,1-3 1,-30 14-248,1 2-1,-1 0 1,1 2 0,-43 28 0,61-34-53,0 0 0,0 0 1,0 1-1,-12 14 0,17-17-38,0-1 0,1 2 0,0-1 0,0 0 0,0 1 0,0-1 0,1 1 0,0 0 0,0 0 0,-2 11 0,-1 25 66,0 59 1,39 146 124,-29-224-132,0 1-1,2 0 1,1-1 0,1 0-1,0-1 1,2 0 0,1 0 0,0-2-1,28 36 1,-31-48-12,0 0 0,0 0 0,1-1 0,0 0 1,0 0-1,0-1 0,1-1 0,0 0 0,0 0 0,16 4 1,-14-6-31,0-1 1,0 0-1,1-1 1,-1 0-1,0-1 1,1 0-1,-1-1 1,0-1-1,19-4 1,19-5 177,-2-2 0,0-2 0,0-2 0,61-32 0,-108 47-165,0 1 0,0-1 0,0 0 0,-1 1-1,1-1 1,0 0 0,-1 0 0,0 0 0,1 0 0,-1 0-1,1-3 1,3-3 84,-3 3-85,1-1 0,-1 1 1,0-1-1,0 0 1,0 1-1,-1-1 1,0 0-1,0 0 0,-1 0 1,1 0-1,-1 0 1,-2-10-1,-1-8 19,-14-46 0,1-2-18,4 8-3,6 29 31,0-1 1,0-44-1,6 72-6,0 1-1,-1-1 0,0 1 0,-1-1 1,0 0-1,0 1 0,0 0 1,-1 0-1,0 0 0,0 0 0,-1 0 1,0 0-1,0 1 0,-1 0 0,1 0 1,-1 0-1,-1 0 0,-6-5 1,3 4-36,0 0 0,-1 1 0,0 0 0,0 0 0,0 1 1,0 1-1,-1 0 0,0 0 0,0 1 0,0 0 0,-18-1 0,1 0-534,-1 2 0,0 1 0,0 2 0,1 0 0,-1 2 0,-52 13-1,63-12-338,8-1-711,0-1 0,0 1 0,0 1-1,1 0 1,-14 7 0,12 1-4954</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8.111"/>
    </inkml:context>
    <inkml:brush xml:id="br0">
      <inkml:brushProperty name="width" value="0.035" units="cm"/>
      <inkml:brushProperty name="height" value="0.035" units="cm"/>
    </inkml:brush>
  </inkml:definitions>
  <inkml:trace contextRef="#ctx0" brushRef="#br0">87 9 4708,'-12'17'761,"10"-14"1302,2-5-1748,-8-22 356,7 22 1917,-1 3-1796,-3 0-566,2-1-29,1 1-1,-1 0 1,1 0-1,0-1 0,-1 2 1,1-1-1,-1 0 1,1 0-1,0 1 0,0-1 1,0 1-1,0-1 1,0 1-1,0 0 1,0 0-1,1 0 0,-1 0 1,1 0-1,-1 1 1,1-1-1,0 0 0,0 1 1,-1 2-1,0 0-23,0 0 1,1-1-1,-1 1 0,1 0 0,0 0 1,1 0-1,-1 0 0,1 0 0,0 0 1,1 0-1,-1 0 0,1 0 0,1 6 1,0-5-50,1 0 0,0 0 0,0-1 0,0 1 0,1-1 0,0 1 1,0-1-1,0 0 0,0-1 0,7 6 0,2 1 44,1 0-1,0-1 0,1-1 0,0 0 1,0-1-1,1-1 0,0-1 1,1 0-1,-1-1 0,27 5 0,20 0 117,99 4-1,-102-11-207,1085 40 265,3-37-349,-1042-6 4,951-31-18,-571 5 29,384-26-34,817-23-83,-901 93 686,-432-7-95,-156-10-181,-111 7-1681,-87-8 1316,0 0 0,0-1 0,0 1 0,1 0 0,-1 0 0,0 0 0,0 0 0,0 0 0,0 0 0,0 0 0,1-1 0,-1 1 0,0 0 0,0 0 0,0 0 0,0 0 0,0-1 0,0 1 0,0 0 0,0 0 0,0 0 0,0-1 0,0 1 0,0 0 0,1 0 0,-1 0 0,0-1 0,0 1 0,0 0 0,-1 0 0,1 0 0,0 0 0,0-1 0,0 1 0,0 0 0,0 0 0,0 0 0,0-1 0,0 1 1,0 0-1,0 0 0,-1 0 0,-2-9-1428,-14-11-4556,-7 4-3896</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8.364"/>
    </inkml:context>
    <inkml:brush xml:id="br0">
      <inkml:brushProperty name="width" value="0.035" units="cm"/>
      <inkml:brushProperty name="height" value="0.035" units="cm"/>
    </inkml:brush>
  </inkml:definitions>
  <inkml:trace contextRef="#ctx0" brushRef="#br0">1 27 11765,'0'0'2036,"3"-2"-234,7-2-1030,-1 0 0,1 0 0,-1 1 1,1 1-1,0-1 0,0 2 0,20-2 1,-8 3-246,0 0 0,1 2 1,-1 1-1,0 0 0,0 2 1,-1 0-1,1 2 0,-1 0 1,0 1-1,-1 2 0,20 11 1,-30-14-373,1 0 1,-1 1 0,0 1 0,-1 0-1,0 0 1,0 0 0,-1 1-1,0 1 1,-1-1 0,0 1 0,5 13-1,-5-8-40,-1 0-1,-1 0 1,-1 0-1,0 0 1,-1 1-1,-1-1 1,-1 1-1,0 18 1,-2-5-102,-1-1 1,-1 1 0,-2-1 0,-10 33 0,-1-11-1208,-31 70 1,36-100 141,0 1 0,-2-1 0,0-1-1,-23 26 1,18-25-3603,-35 30-1,11-22-6478</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9.179"/>
    </inkml:context>
    <inkml:brush xml:id="br0">
      <inkml:brushProperty name="width" value="0.035" units="cm"/>
      <inkml:brushProperty name="height" value="0.035" units="cm"/>
    </inkml:brush>
  </inkml:definitions>
  <inkml:trace contextRef="#ctx0" brushRef="#br0">20 0 9585,'0'0'9997,"0"3"-9208,-7 85 880,-1-10-913,4 48-30,5 0 0,31 227 0,-21-284-647,46 213 179,-28-160 3,-28-119-239,-1 0 1,1-1-1,0 1 1,0-1-1,0 0 1,0 1 0,0-1-1,1 0 1,-1 0-1,0 0 1,1 0-1,0 0 1,0 0-1,2 3 1,-3-5-15,0 1 0,0-1 1,1 0-1,-1 1 0,0-1 1,0 0-1,0 0 0,0 0 0,0 0 1,0 0-1,0 0 0,0 0 0,0 0 1,0 0-1,1-1 0,-1 1 0,0 0 1,0-1-1,0 1 0,0-1 0,0 1 1,0-1-1,-1 1 0,1-1 0,0 0 1,0 1-1,0-1 0,0 0 0,-1 0 1,1 0-1,0 1 0,0-3 0,9-9 34,0-1 0,-1-1 0,-1 0 0,0 0 0,0-1 0,6-20 0,27-101 79,-24 74-146,-3 12 10,1-7-472,3 1-1,29-62 1,-269 572-12606,212-433 9446,-1-8-1724</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9.435"/>
    </inkml:context>
    <inkml:brush xml:id="br0">
      <inkml:brushProperty name="width" value="0.035" units="cm"/>
      <inkml:brushProperty name="height" value="0.035" units="cm"/>
    </inkml:brush>
  </inkml:definitions>
  <inkml:trace contextRef="#ctx0" brushRef="#br0">66 0 16898,'3'18'2388,"-29"-13"-448,18 10-348,2-1-320,0 1-244,1-1-268,2 9-156,-3-3-148,3 3-436,-3 3-572,12-3-180,-3-3-724,0-6-312,3 4-440,-15-33-15050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39.531"/>
    </inkml:context>
    <inkml:brush xml:id="br0">
      <inkml:brushProperty name="width" value="0.035" units="cm"/>
      <inkml:brushProperty name="height" value="0.035" units="cm"/>
    </inkml:brush>
  </inkml:definitions>
  <inkml:trace contextRef="#ctx0" brushRef="#br0">164 0 12605,'-83'17'1392,"63"1"-584,11-7-1008,-11-2-952,0 2-2744,8 7-2677</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0.854"/>
    </inkml:context>
    <inkml:brush xml:id="br0">
      <inkml:brushProperty name="width" value="0.035" units="cm"/>
      <inkml:brushProperty name="height" value="0.035" units="cm"/>
    </inkml:brush>
  </inkml:definitions>
  <inkml:trace contextRef="#ctx0" brushRef="#br0">1 412 12041,'0'0'8563,"0"3"-8248,0 8-74,0 0 0,1 0 0,1 0 0,3 13 0,-4-21 1244,14-14-1152,-8 5-314,-1 0 0,0-1 0,-1 0 1,1 0-1,-2 0 0,1-1 0,5-11 0,23-65-133,-11 25-113,10-32-641,-20 55 318,-12 34 416,2 29-150,1 1 197,2-1 1,0 0-1,18 51 1,-19-68 126,1-1 1,0 0-1,0 0 0,1 0 1,0 0-1,1-1 1,0 0-1,0 0 0,1-1 1,0 0-1,0-1 0,0 1 1,1-1-1,0-1 1,1 0-1,-1 0 0,12 4 1,-12-6-8,0-1 1,1 0 0,-1 0 0,1 0 0,-1-1-1,1-1 1,-1 0 0,1 0 0,0-1 0,-1 0-1,12-3 1,-8 2-60,0-1 0,0-1-1,0 0 1,-1 0 0,0-2 0,0 1 0,0-2-1,-1 1 1,19-15 0,-13 6-350,-2 1 0,0-2 0,0 0 0,-2-1 0,15-22 1,-27 38 489,0-2 112,1 0 0,0 1 1,1-1-1,-1 0 1,0 1-1,1-1 1,2-1-1,-2 5-194,0 0 0,0 0 0,0 1 0,-1-1 0,1 1 0,0 0 0,-1 0 0,1 0 0,-1 0 0,1 0 0,1 3 0,7 5 46,10 4 73,0 0 0,1-2 0,1 0 0,0-2-1,0 0 1,40 10 0,104 18 400,-166-38-616,1 0-1,0 0 1,0 0-1,-1-1 1,1 1 0,0 0-1,0-1 1,-1 1 0,1-1-1,0 0 1,-1 1-1,1-1 1,-1 0 0,3-2-1,-4 3-141,0-1 140,0 0 0,0 0 1,0 0-1,-1 0 0,1 0 1,-1 0-1,1 0 0,0 1 1,-1-1-1,1 0 0,-1 0 1,0 0-1,1 1 0,-1-1 1,0 0-1,1 1 0,-1-1 1,0 1-1,0-1 0,0 0 1,0 1-1,1 0 0,-2-1 1,-27-13-1377,28 14 1405,-48-22-1553,18 7 307,-46-14 0,-91-26 4051,165 54-2028,2-1-580,0 0 0,0 0 0,0 0 0,0 1 1,0-1-1,0 0 0,0 1 0,-1-1 0,1 0 0,-3-1 0,3 2 28,2-2 405,8-5-227,-1 1 0,1 0-1,1 1 1,-1 0 0,1 0 0,0 1 0,0 1-1,13-5 1,7 0 178,51-10 1,-70 18-470,0 0 1,0 1-1,1 0 1,-1 0-1,17 4 0,-26-4-63,7 2-20,-1 0 0,1 1 0,-1 0 0,0 0 0,0 1 0,0 0-1,-1 0 1,1 1 0,-1 0 0,0 1 0,7 6 0,-14-12 8,4 4-77,-1 0 0,0 0 1,1 0-1,-1 0 0,-1 1 0,1-1 0,-1 1 1,0 0-1,0 0 0,2 6 0,5 14-306,-3-14 66,-1-1 0,14 20 1,-7-7-260,-9-14 408,-2-9 161,-1 0 0,1 1 0,-1-1 0,1 0 0,-1 0 0,1 1 0,-1-1 0,1 0 0,-1 0 0,1 0 0,-1 0 0,1 0 0,-1 0 0,1 0 0,0 0 0,-1 0 0,1 0-1,-1 0 1,1 0 0,-1 0 0,1 0 0,-1-1 0,1 1 0,-1 0 0,1 0 0,-1-1 0,1 1 0,-1 0 0,0-1 0,1 1 0,13-10-46,-4-2 67,-1 0-1,0-1 0,-1 0 0,12-26 1,-6 13 69,70-117 1480,-74 126-1195,-9 14-308,1-1 0,0 1 0,0 0 0,0 0 0,0 1 0,0-1 0,0 0 0,1 1 0,-1-1 0,1 1 0,0 0 0,3-2 0,-6 4-56,1-1 0,-1 1 0,1 0 0,-1-1 0,0 1 1,1 0-1,-1 0 0,1-1 0,-1 1 0,1 0 0,-1 0 0,1 0 0,-1 0 0,1 0 0,-1 0 0,1 0 0,-1 0 0,1 0 0,-1 0 1,1 0-1,-1 0 0,1 0 0,-1 0 0,1 0 0,-1 0 0,1 1 0,-1-1 0,0 0 0,1 0 0,0 1 0,0 0-7,0 0 0,0 0 0,0 1 0,0-1 0,-1 0 0,1 1 0,0-1 0,-1 0-1,1 1 1,0 2 0,8 50-335,-7-33 129,3 6-228,1 0 0,2-1 0,1 0 0,12 27 0,0-23-78,-16-28 297,7-3 193,-1 0 0,0 0-1,1-2 1,-1 1 0,0-1 0,0-1 0,-1 0 0,1-1 0,-1 0 0,11-7-1,15-11 169,45-38 0,-55 40-56,134-105 722,-156 123-728,0-1 0,0 0 0,0-1 0,5-7-1,-7 10-24,-1-1 0,1 1-1,0 0 1,0-1 0,0 1-1,0 0 1,0 0 0,0 1-1,1-1 1,-1 0 0,6-2-1,-6 3 64,6 8 43,-7-7-155,0 0 1,0 1 0,0-1-1,0 1 1,0 0 0,0-1-1,-1 1 1,1 0-1,0-1 1,0 1 0,0 0-1,-1 0 1,1 0 0,1 1-1,10 32 157,-11-31-178,-1 0 15,0 0 8,1 1-1,-1-1 1,1 0-1,0 0 0,0 0 1,0 0-1,1 0 1,-1-1-1,0 1 0,1 0 1,0-1-1,0 1 1,0-1-1,2 3 0,0-2 3,0 0-1,0-1 0,0 1 1,0-1-1,0 0 0,0 0 0,0-1 1,1 1-1,-1-1 0,8 1 1,59 7 143,-26-6-80,8 0-55,-44-4-108,0 1-1,1 0 1,-1 0 0,0 1-1,0 1 1,0-1-1,1 2 1,-2-1 0,1 1-1,0 0 1,8 5 0,-18-6-561,0 0 1,-1 0-1,0 0 1,1-1 0,-1 1-1,0 0 1,0-1-1,0 0 1,-3 3 0,-16 3-5192,1-3-3352</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0.979"/>
    </inkml:context>
    <inkml:brush xml:id="br0">
      <inkml:brushProperty name="width" value="0.035" units="cm"/>
      <inkml:brushProperty name="height" value="0.035" units="cm"/>
    </inkml:brush>
  </inkml:definitions>
  <inkml:trace contextRef="#ctx0" brushRef="#br0">26 9 15265,'-26'-8'4213</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1.515"/>
    </inkml:context>
    <inkml:brush xml:id="br0">
      <inkml:brushProperty name="width" value="0.035" units="cm"/>
      <inkml:brushProperty name="height" value="0.035" units="cm"/>
    </inkml:brush>
  </inkml:definitions>
  <inkml:trace contextRef="#ctx0" brushRef="#br0">307 1172 13777,'-7'1'438,"0"0"0,0 0-1,0 0 1,0 1 0,0 0 0,1 0-1,-1 1 1,1-1 0,-1 1 0,-7 6-1,0-2-243,-6 5 172,1 0 0,0 2 0,0 0-1,-22 23 1,-4 3-223,40-36-120,0 1-1,0-1 1,0 1 0,1 0 0,0 0-1,0 1 1,0-1 0,1 1 0,-6 11-1,28-13 369,-13-4-344,-1 0 1,1 0-1,-1 0 1,1-1-1,-1 0 0,1 0 1,-1 0-1,0 0 1,7-3-1,46-23 280,-4-3 508,73-53 0,-113 71-589,-4 4-77,1 1 0,-1 0 0,1 0 0,22-9 0,-32 15-193,-1 1 0,1-1 0,0 1 0,0 0 0,0-1 0,0 1 0,0 0-1,0 0 1,0 0 0,0 0 0,0 0 0,0 0 0,0 0 0,0 0 0,0 0 0,1 0-1,-1 1-18,1 0-1,-1 0 1,0 0 0,0 0-1,0 1 1,1-1-1,-1 0 1,0 0-1,-1 1 1,3 2-1,1 3-83,0 0-1,1 0 1,0 0 0,1-1-1,-1 0 1,1 0-1,11 8 1,-13-11 114,1-1 1,-1 0 0,1 0-1,0 0 1,0 0-1,-1-1 1,1 0-1,0 0 1,0 0-1,0 0 1,0-1-1,0 0 1,0 0 0,10-2-1,7-1 55,1-1 1,0-1-1,-1-2 1,0 0-1,0-1 0,-1-1 1,0-1-1,33-22 1,-38 22 52,-1-2 0,0 1 0,-1-2 0,-1 0 0,0-1 0,0 0 0,-2-1 0,0 0 0,0-1 0,-2 0 0,11-24 0,-8 8-39,-2 0 0,0 0 0,-3-1 0,6-54 0,-5-135-181,-10 162 38,-3 0 0,-3 1 0,-2 0 0,-3 1 0,-30-85 1,38 131 80,0-1 1,0 0 0,-1 1 0,-1 0 0,0 0 0,-1 1 0,0 0 0,-16-18 0,23 28 3,0 1-1,-1-1 0,1 0 1,0 0-1,0 1 1,-1-1-1,1 0 1,0 1-1,-1-1 0,1 1 1,0 0-1,-1-1 1,1 1-1,-1 0 0,1 0 1,-1 0-1,1 0 1,0 0-1,-1 0 0,1 1 1,-1-1-1,1 0 1,0 1-1,-1-1 1,1 1-1,0-1 0,-1 1 1,1 0-1,0-1 1,0 1-1,-2 1 0,-1 1 1,0 1-1,0-1 0,0 1 0,0 0 0,1 0 0,-5 6 1,4-3 2,-1 2 1,1-1 0,1 0 0,0 1 0,0 0 0,0 0 0,1 0 0,-1 12 0,-3 75 22,6-87-20,1 71 186,3 1 0,4-1 0,3 0 0,3-1 0,42 128 0,-34-143-135,2-1 0,4-2 0,49 84 0,-66-128-156,1-1 0,0 0 0,2-1 0,-1 0 0,22 17 0,-28-27-279,1 1 0,0-1 0,0 0 0,0-1 0,0 0 0,10 3 0,-13-5-320,1-1 0,-1 0-1,0 0 1,0 0 0,1-1 0,-1 1 0,0-1 0,0-1 0,1 1 0,-1-1-1,8-2 1,22-9-9858</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2.457"/>
    </inkml:context>
    <inkml:brush xml:id="br0">
      <inkml:brushProperty name="width" value="0.035" units="cm"/>
      <inkml:brushProperty name="height" value="0.035" units="cm"/>
    </inkml:brush>
  </inkml:definitions>
  <inkml:trace contextRef="#ctx0" brushRef="#br0">130 766 12653,'0'0'121,"0"-1"-1,-1 1 1,1 0-1,0 0 1,0 0-1,-1-1 0,1 1 1,0 0-1,0 0 1,0-1-1,-1 1 1,1 0-1,0 0 1,0-1-1,0 1 1,0 0-1,0-1 1,-1 1-1,1 0 1,0-1-1,0 1 0,0 0 1,0 0-1,0-1 1,0 1-1,0 0 1,0-1-1,0 1 1,0 0-1,1-1 1,-1 1-1,0 0 1,0-1-1,0 1 1,0 0-1,0 0 1,1-1-1,-1 1 0,0-1 1,13-12 2363,0 0-777,21-38 963,-22 36-2475,-2 0-1,1-1 1,-2 0-1,0 0 1,-1-1-1,-1 0 1,-1-1-1,7-25 1,-10 23-397,-1 0-1,-1 0 1,0 0 0,-2 0 0,0 0 0,-1 0-1,-2 0 1,0 1 0,0-1 0,-2 1 0,-1 0 0,0 1-1,-1-1 1,-1 1 0,0 1 0,-18-24 0,13 22-12,0-1-167,0 1 0,-32-32 0,41 47 390,0-1 0,0 1-1,0 0 1,-1 1 0,1-1 0,-1 1-1,0 0 1,0 0 0,0 1 0,0 0-1,-1 0 1,1 0 0,0 1-1,-1 0 1,-8 0 0,15 19 609,0-15-545,0 0 0,1 1 1,0-1-1,0 0 0,0 0 0,0 1 0,0-1 0,0 0 1,1 0-1,0 0 0,3 4 0,28 33 772,-16-21-262,6 7 159,1-1-1,1-2 0,1 0 1,45 31-1,-27-26-343,152 111 82,-145-101-3218,-49-37 2420,-1 0 1,0 0-1,0 0 0,1 0 1,-1 0-1,0 0 0,0 0 0,0 0 1,0 0-1,0 1 0,-1-1 1,1 0-1,0 0 0,0 1 0,-1-1 1,1 1-1,-1-1 0,1 1 1,-1-1-1,0 3 0,5 12-5930,4-3-4049</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3.165"/>
    </inkml:context>
    <inkml:brush xml:id="br0">
      <inkml:brushProperty name="width" value="0.035" units="cm"/>
      <inkml:brushProperty name="height" value="0.035" units="cm"/>
    </inkml:brush>
  </inkml:definitions>
  <inkml:trace contextRef="#ctx0" brushRef="#br0">107 103 5288,'-4'2'242,"1"0"0,-1 0-1,0 1 1,1-1 0,0 1-1,0 0 1,0 0 0,0 0-1,0 0 1,0 1 0,1-1-1,0 1 1,0 0 0,-2 4-1,-1 0 1552,-1 0-1,0 0 1,-9 10-1,-12 18 2165,26-34-2836,1 1-1064,0-1 0,0 0 1,0 0-1,0 1 0,1-1 1,-1 0-1,1 0 0,0 0 1,-1 0-1,1 1 0,0-1 1,0 0-1,0-1 0,1 1 1,-1 0-1,0 0 0,1 0 1,-1-1-1,1 1 0,0-1 1,0 1-1,-1-1 0,1 0 1,0 1-1,0-1 0,0 0 1,0 0-1,0 0 0,0-1 1,1 1-1,-1-1 0,0 1 1,0-1-1,0 1 1,4-1-1,8 0 20,0 1-1,1-2 1,-1 0 0,21-5-1,-22 4-98,-3 0-260,0-1-1,-1 0 1,1 0 0,-1-1-1,0 0 1,0 0-1,0-1 1,-1-1-1,1 1 1,-1-1 0,-1-1-1,1 1 1,8-11-1,-15 16 198,-1 0-1,1 0 0,-1 0 1,0 0-1,1 1 0,-1-1 0,0 0 1,0 0-1,0 0 0,1 0 0,-1 0 1,0 0-1,0 0 0,0 0 0,0 0 1,-1 0-1,1 1 0,0-3 0,-1 0-171,1-1 88,0 1 1,-1 0-1,1 0 0,-1 0 0,0 0 0,0-1 0,0 1 0,0 0 0,-4-5 0,3 3-59,1 5 201,0-1 0,1 1 1,-1-1-1,0 1 0,1-1 0,-1 1 1,0 0-1,0-1 0,0 1 0,1 0 1,-1 0-1,0-1 0,0 1 1,0 0-1,0 0 0,-1 0 0,-1 0-26,-38-20 5371,45 20-4963,7 0-227,0 1 1,-1 0 0,1 0-1,0 1 1,-1 0-1,1 1 1,-1 0-1,11 5 1,-11-5-166,1 1 0,-1-1 1,1-1-1,15 2 1,20 5-2202,-38-7 1507,0-1 0,-1 0 0,1-1 0,-1 0 0,10 0 0,-14 0 503,0-1-1,0 1 1,1 0-1,-1-1 0,0 1 1,0-1-1,0 0 0,0 0 1,0 0-1,0-1 1,-1 1-1,1-1 0,0 0 1,4-3-1,-1-5 719,0-1 0,0 1 0,7-21 0,-10 24 223,-2 4 434,-1-14 1196,2 3-1364,-2 11 2377,-1 5-3149,-10 24 13,3-5-299,-12 36 1,18-49-131,-1 0 0,0 0 1,-1 0-1,-5 9 0,7-14-173,18-8-41,0 0 452,0-1 0,-1-1 0,21-12-1,56-42 990,-14 9-276,-74 49-730,6-3 107,1 0-1,-1 0 0,1 1 1,0 0-1,20-5 0,-28 9-147,0 1 0,0-1 0,-1 1 0,1 0 1,0 0-1,0 0 0,0 1 0,0-1 0,0 1 0,0-1 0,0 1 0,0 0 0,0 0 0,-1 0 0,1 1 0,0-1 0,-1 1 0,1-1 0,-1 1 0,0 0 1,0 0-1,1 0 0,-1 0 0,0 0 0,-1 1 0,1-1 0,0 1 0,1 2 0,0-1-289,-1 1-1,0-1 1,0 1 0,0-1-1,0 1 1,-1 0-1,0 0 1,0 0 0,0 0-1,0 6 1,-2 32-7260,1-15-950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4.257"/>
    </inkml:context>
    <inkml:brush xml:id="br0">
      <inkml:brushProperty name="width" value="0.035" units="cm"/>
      <inkml:brushProperty name="height" value="0.035" units="cm"/>
    </inkml:brush>
  </inkml:definitions>
  <inkml:trace contextRef="#ctx0" brushRef="#br0">428 845 9557,'-34'8'621,"21"-5"-176,-1 1 0,0 0 0,1 1 0,-13 7-1,-8 4 457,2 2 0,0 2 0,2 1 0,0 1 0,1 1 0,2 2 0,-46 52 0,69-73-706,1 1-1,0 0 1,0 1 0,0-1 0,1 0 0,0 1-1,0-1 1,-1 9 0,2-12-126,1 0 1,-1 1-1,1-1 0,0 1 1,0-1-1,0 1 1,1-1-1,0 5 0,-1-6-55,0 0-1,1 0 1,-1 0 0,0 0-1,1-1 1,-1 1-1,1 0 1,-1 0-1,1-1 1,0 1 0,-1 0-1,1-1 1,0 1-1,-1 0 1,1-1-1,0 1 1,0-1 0,-1 1-1,1-1 1,0 0-1,0 1 1,1-1-1,6 2 38,0-1-1,0 0 0,0-1 0,0 0 0,0-1 0,0 1 0,0-1 1,0-1-1,0 1 0,0-2 0,11-4 0,4-2 32,-1-2 1,32-19-1,-37 18-102,0 0-1,0-1 1,-2 0-1,0-2 1,0 0-1,-1 0 1,-1-1 0,-1-1-1,0 0 1,-1-1-1,-1 0 1,0 0-1,-2-1 1,0-1-1,-1 1 1,-1-1 0,-1 0-1,-1-1 1,-1 1-1,2-38 1,-3-15-489,-4 0 0,-2 1 0,-4-1 0,-3 1 0,-3 0 0,-40-119 0,47 173 519,-1 0 0,-1 1 0,0 0 0,-20-27 0,23 43 110,-2 3-73,6-2-31,0 0 0,0 0 0,1 0 0,-1 0-1,0 1 1,1-1 0,-1 0 0,0 1 0,1 0-1,-1-1 1,0 1 0,1 0 0,-1 0 0,1 0 0,-1 0-1,1 0 1,0 0 0,-1 0 0,1 1 0,0-1-1,0 0 1,0 1 0,0-1 0,0 1 0,0-1-1,0 1 1,1 0 0,-1-1 0,1 1 0,-1 0 0,1-1-1,-1 1 1,1 0 0,0 0 0,0-1 0,0 1-1,0 0 1,0 0 0,0 1 0,1 41 321,1 0 0,3-1 0,17 80 0,52 127 578,18-15-190,-67-184-505,2-1 0,47 64 0,-63-98-277,1-2-1,0 1 0,1-2 0,1 0 1,0 0-1,0-1 0,2-1 1,-1-1-1,19 10 0,-32-19-40,1 1-1,-1-1 1,1 0-1,-1 0 1,1 0-1,-1 0 1,1-1-1,0 1 1,-1-1-1,1 1 0,0-1 1,-1 0-1,1 0 1,0 0-1,-1 0 1,1-1-1,0 1 1,-1-1-1,1 1 1,3-3-1,-4 2-74,1-1-1,-1 0 0,0 0 1,0 0-1,0 0 1,0 0-1,0 0 1,0-1-1,0 1 1,-1-1-1,1 1 1,-1-1-1,0 0 1,0 0-1,1-3 1,2-8-399,-2-1 0,1 1 0,-2-1 0,0 0 1,-2-24-1,1-39 1397,1 36 2138,19 41-1557,-16 1-1295,1 1 0,-1 0 0,1 1-1,-1-1 1,0 1 0,1 0 0,-1 0 0,0 0-1,0 0 1,5 4 0,41 36 838,-22-17-637,213 155 1387,-224-168-1632,27 14-494,-39-25 83,-5-4-47,-12-11-443,-25-21-392,32 31 1148,-126-126-145,129 128 323,0-1 1,0 1-1,0-1 1,0 1-1,0-1 1,0 0-1,1 1 1,-1-1-1,1 0 1,0 0-1,0 0 1,0 0-1,0-1 1,0 1-1,1 0 1,0 0-1,-1 0 1,1 0-1,0-1 1,1 1-1,-1 0 1,0 0 0,1 0-1,0-1 1,0 1-1,0 0 1,2-4-1,-1 3 64,0 0-1,1 0 1,-1 0 0,1 1 0,0-1-1,0 1 1,0 0 0,0 0 0,1 0-1,-1 0 1,1 1 0,0-1 0,0 1-1,0 0 1,0 0 0,0 0 0,0 0-1,9-1 1,-11 3-98,1-1-1,-1 1 1,1 0 0,-1 0-1,1 1 1,-1-1 0,0 0-1,1 1 1,-1-1 0,1 1-1,-1 0 1,0 0-1,1 0 1,-1 0 0,3 2-1,28 24 451,-26-19-459,-3-5-49,-1 1 1,0 1 0,0-1-1,0 0 1,0 1-1,-1-1 1,0 1-1,0 0 1,0 0-1,0 0 1,0 6-1,3 3-58,9 39-919,-12-42 598,1-1 1,0 1 0,0-1 0,1 0 0,10 19 0,-2-13-354,-4-13-256,-7-4 861,0-1 0,0 1 0,0 0 0,0-1 0,-1 1 0,1-1 0,0 1 1,-1-1-1,1 1 0,-1-1 0,0 1 0,1-4 0,5-18 235,17-38 396,3 0-1,2 1 1,55-85 0,-63 104 1351,-19 39-876,1 5-893,0-1-1,-1 0 0,1 1 1,-1-1-1,0 1 1,0 0-1,0-1 0,1 5 1,6 105-371,-4-80-785,3 0 0,18 55 1,-25-85 1008,1 0 0,0-1 0,-1 1 0,1 0 1,0-1-1,0 1 0,1-1 0,-1 1 0,0-1 1,0 0-1,1 1 0,-1-1 0,1 0 0,1 1 1,-2-1 36,0-1 0,0 0 0,0 1 1,0-1-1,0 0 0,0 0 0,0 0 1,0 0-1,0 0 0,0 0 0,0 0 1,0 0-1,0 0 0,0 0 0,0 0 1,0-1-1,0 1 0,1-1 0,3-2 3,0 0-1,0 0 0,-1-1 1,1 0-1,-1 0 1,0 0-1,5-6 0,42-51 192,-26 29 266,3 1 1,61-55 0,-74 76 30,29-15 1,-16 9 136,-27 16-588,0-1 0,0 1 0,0 0 0,0 0 0,0 0-1,-1-1 1,1 1 0,0 0 0,0 0 0,0 0-1,0 0 1,0 1 0,0-1 0,0 0 0,-1 0 0,1 0-1,0 1 1,0-1 0,0 0 0,0 1 0,-1-1-1,1 1 1,0-1 0,0 1 0,0 0 0,2 1 60,0 1-81,1-1 0,-1 2 0,0-1 0,1 0 0,-2 1 0,1-1 0,0 1 1,-1 0-1,1 0 0,-1 0 0,0 0 0,-1 0 0,1 0 0,-1 1 0,0-1 0,2 9 0,1 12-660,3 43 1,-7-63 561,2 65-1742,1 9-2528,3-30-3026,-3-31-1524</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4.602"/>
    </inkml:context>
    <inkml:brush xml:id="br0">
      <inkml:brushProperty name="width" value="0.035" units="cm"/>
      <inkml:brushProperty name="height" value="0.035" units="cm"/>
    </inkml:brush>
  </inkml:definitions>
  <inkml:trace contextRef="#ctx0" brushRef="#br0">14 285 12813,'-2'5'573,"0"0"1,0 0-1,0 1 0,1-1 0,-1 0 1,1 0-1,1 1 0,-1-1 1,1 1-1,0-1 0,0 0 0,0 1 1,1-1-1,0 1 0,2 6 0,14 40 2070,46 96-1,-58-139-2444,2 0 0,-1-1 1,1 1-1,0-1 0,1 0 0,0-1 1,16 12-1,-21-18-175,-1 1 0,0-1 0,1 0 0,-1 0 0,1-1 0,-1 1 0,1 0 0,0-1 1,-1 1-1,1-1 0,-1 0 0,1 0 0,0 0 0,-1 0 0,1 0 0,0-1 0,-1 1 0,1-1 0,-1 0 0,1 0 0,-1 0 0,1 0 0,-1 0 0,0 0 0,1-1 1,-1 1-1,3-3 0,1-1-4,0-1 0,0 1 0,-1-1 1,0 0-1,0 0 0,-1-1 0,1 1 0,3-10 1,0-2-3,0-1 0,-1 0 0,-1 0 0,5-36 1,4-84-719,-6 46-896,-6 68 716,-2 1-1,0-1 0,-3-28 1,-5 12-3093,-5 1-3757,8 26-1517</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5.399"/>
    </inkml:context>
    <inkml:brush xml:id="br0">
      <inkml:brushProperty name="width" value="0.035" units="cm"/>
      <inkml:brushProperty name="height" value="0.035" units="cm"/>
    </inkml:brush>
  </inkml:definitions>
  <inkml:trace contextRef="#ctx0" brushRef="#br0">120 1 8229,'-3'0'2389,"0"-1"-2043,0 1 0,0 0 0,0 0 0,0 0 0,0 1 0,0-1 0,0 1 0,0 0 0,0-1 0,0 1 0,0 1 0,1-1 0,-1 0 0,0 1 0,1-1 1,-1 1-1,1 0 0,-1 0 0,1 0 0,0 0 0,0 0 0,0 0 0,0 1 0,0-1 0,1 1 0,-3 4 0,-3 4 197,0 0 0,1 1 0,1 0 0,0 0 0,-6 18 0,10-24-425,0-1 1,0 0-1,0 1 1,1-1-1,0 0 1,0 1-1,0-1 1,1 0-1,0 1 1,0-1-1,0 0 0,0 0 1,1 0-1,0 0 1,5 10-1,3 3 123,-9-14-166,1 0-1,0 0 1,0 0-1,1 0 1,-1 0 0,1 0-1,0-1 1,0 1-1,0-1 1,0 0 0,1 0-1,-1 0 1,1 0-1,0-1 1,0 0 0,6 4-1,-5-4-180,1-1 0,0 1 0,-1-1 0,1 0 0,0 0 0,0 0-1,0-1 1,10-1 0,-13 1 27,0-1 1,-1 1-1,1-1 0,-1 0 0,0 0 1,1 0-1,-1 0 0,0-1 0,0 1 0,1-1 1,-1 1-1,0-1 0,-1 0 0,1 0 1,0 0-1,0 0 0,-1 0 0,1 0 0,-1 0 1,0 0-1,0-1 0,0 1 0,1-3 1,3-8-223,-1-1 0,-1 1 0,0-1 1,-1 0-1,-1 1 0,0-1 0,0 0 1,-2 0-1,0 0 0,0 0 0,-1 0 1,-1 1-1,0-1 0,-8-19 0,-3 14 947,8 12-399,5 5 543,1 5-407,5 23-114,0 0 1,1-1-1,2 0 0,1-1 1,0 1-1,2-2 0,1 1 1,1-1-1,27 37 1,-30-51-220,1 1 0,0-1 1,0-1-1,1 0 0,18 9 1,-27-15-88,1-1 0,-1 0 0,1 0 0,-1 0 0,1 0 0,-1 0 0,1 0 0,0-1 1,-1 0-1,1 0 0,0 0 0,-1 0 0,1-1 0,0 1 0,-1-1 0,6-1 0,-3-1-91,1 0-1,-1 0 1,0 0-1,0 0 0,0-1 1,8-8-1,-6 5-78,0 0-1,-1-1 1,0 0 0,0 0 0,-1 0-1,0-1 1,5-10 0,0-5-336,13-38 0,-22 55 492,6-15-66,1-1 1,1 2 0,1-1 0,16-23 0,-26 43 222,0 0-1,0-1 0,1 1 0,-1-1 0,-1 1 0,1-1 0,0 1 0,-1-1 0,1 1 0,-1-1 0,1-3 0,1 7 301,5 3-239,-1 1-1,0-1 0,-1 1 1,1 0-1,-1 1 0,0-1 0,0 1 1,-1 0-1,0 0 0,7 12 1,-8-12 65,1 1 1,0-1-1,0-1 1,1 1-1,5 6 1,15 18 827,-12-9-398,25 35 767,-34-51-1323,1 0 0,-1-1 0,1 1 0,0-1 0,0 0 0,0 0 0,1-1 0,7 5 0,39 7 276,-51-14-381,0-1 0,0 0 0,-1 0 0,1 0-1,0 0 1,0 0 0,0 0 0,0 0 0,0 0 0,0 0 0,0 0 0,0 0 0,0-1 0,0 1 0,0 0 0,0-1 0,1 0 0,4-1-6,47-4-526,-50 6 429,12 3-185,-8-1 195,-1 1-1,1-1 0,-1 1 1,0 1-1,0-1 0,0 1 1,-1 0-1,1 1 0,4 4 0,15 11-2579,0-5-3826</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5.525"/>
    </inkml:context>
    <inkml:brush xml:id="br0">
      <inkml:brushProperty name="width" value="0.035" units="cm"/>
      <inkml:brushProperty name="height" value="0.035" units="cm"/>
    </inkml:brush>
  </inkml:definitions>
  <inkml:trace contextRef="#ctx0" brushRef="#br0">32 18 10769,'0'0'2276,"-17"-9"-1612,3 1-796</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6.342"/>
    </inkml:context>
    <inkml:brush xml:id="br0">
      <inkml:brushProperty name="width" value="0.035" units="cm"/>
      <inkml:brushProperty name="height" value="0.035" units="cm"/>
    </inkml:brush>
  </inkml:definitions>
  <inkml:trace contextRef="#ctx0" brushRef="#br0">226 810 13509,'-2'1'76,"-8"1"538,1 2-1,-1-1 0,1 1 1,0 0-1,0 1 0,-12 8 0,-43 44 1522,26-22-1193,30-27-1126,1-1 0,0 1 1,0 0-1,-9 15 0,16-21 146,1 0 0,-1 1 0,0-1 0,1 0 0,-1 0 0,1 0 0,0 0 0,0 0 0,0 0 0,0 0 0,1 3 0,-1-5 16,0 3 97,7-4 81,0 0-1,0 0 1,0-1-1,0 0 1,0-1-1,0 1 1,9-6-1,51-29 731,-59 32-808,57-40 884,-50 33-333,1 1 0,0 0 0,31-14 0,-46 24-255,0 0-137,-1 1-250,-1-1 0,1 1-1,-1-1 1,1 1 0,0-1-1,-1 1 1,1 0-1,0 0 1,-1-1 0,1 1-1,0 0 1,0 0 0,-1 0-1,1-1 1,0 1 0,0 0-1,-1 0 1,1 0-1,0 1 1,0-1 0,-1 0-1,1 0 1,0 0 0,0 0-1,-1 1 1,1-1 0,0 0-1,-1 1 1,1-1-1,0 0 1,-1 1 0,1-1-1,-1 1 1,1-1 0,-1 1-1,2 0 1,-1 3-100,0-1-1,0 0 1,0 1-1,0-1 1,-1 0 0,1 1-1,-1 5 1,1-1-288,0 0 0,0 0 1,1 0-1,-1-1 0,2 1 0,3 9 1,-4-13 283,-1-2 1,1 1 0,-1 0 0,1 0-1,0 0 1,0-1 0,0 1 0,1-1 0,-1 0-1,0 0 1,1 1 0,0-1 0,-1-1 0,1 1-1,0 0 1,0-1 0,5 2 0,-3-1 180,0-2 0,1 1 0,-1 0 0,0-1 0,0 0 0,1 0 1,-1-1-1,0 0 0,0 1 0,0-2 0,1 1 0,-1-1 0,0 1 0,-1-1 0,1-1 1,0 1-1,5-5 0,1 1 192,-1-2 0,-1 1 1,1-1-1,-1-1 0,-1 0 1,11-13-1,1-7 349,0-2 0,-2 0 0,-1-1 0,-2-1 1,-1 0-1,11-42 0,-8 14 50,-4-1 0,11-105 0,-22 143-509,-1-1 0,-1 1-1,-1-1 1,-1 0 0,-1 1 0,-1 0 0,-1 0 0,-11-31 0,10 36-49,4 12-43,-1-1 0,1 1 0,-1-1 1,-1 1-1,1 0 0,-1 0 1,-1 0-1,1 1 0,-9-10 0,2 10-30,4 14-10,4-3-12,1 1 4,0 0 0,0 0-1,0 0 1,1 1-1,0-1 1,0 1-1,0-1 1,1 1-1,0-1 1,0 1-1,1 0 1,1 7-1,0-1-5,2 16-3,1 0-1,15 46 1,-3-16 7,-3-4 145,3 0 0,3-1 0,2-1-1,2 0 1,32 49 0,12 15-341,-62-105-112,-1 1 0,-1-1-1,0 0 1,-1 1 0,0 0-1,-1 0 1,2 24 0,2 16-1085,0-10-1137,2 66 0,-6-132 2424,1 1 1,1-1-1,9-28 0,-3 11 94,19-79 624,-29 113-581,1 1-1,-1-1 1,0 1 0,-2-10 0,2 10 3,6 17 141,-4-8-121,0 1 155,0 0-1,-1 0 0,0 0 0,0 0 0,0 0 0,-1 0 1,0 9-1,2 11 589,-1-16-624,0-1-1,-1 1 1,0-1-1,-1 1 1,0-1-1,0 1 1,-4 13 0,-24 60-677,26-75 307,-21 44-1486,7-28-1702,-5-6-4122,-1-3-3484</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6.736"/>
    </inkml:context>
    <inkml:brush xml:id="br0">
      <inkml:brushProperty name="width" value="0.035" units="cm"/>
      <inkml:brushProperty name="height" value="0.035" units="cm"/>
    </inkml:brush>
  </inkml:definitions>
  <inkml:trace contextRef="#ctx0" brushRef="#br0">75 1 12129,'0'0'2213,"-1"1"-334,-9 21-156,1-1 0,2 1-1,-9 43 1,-4 72 486,11-38-865,6 169 0,7-217-1896,1-1 0,3 1 1,2-1-1,2-1 0,23 58 0,-31-95-267,1-1 0,1 0 1,0 0-1,9 13 0,-11-19-399,1 0 1,-1 0-1,1 0 1,0-1-1,8 7 1,19 7-9098</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18:47.022"/>
    </inkml:context>
    <inkml:brush xml:id="br0">
      <inkml:brushProperty name="width" value="0.035" units="cm"/>
      <inkml:brushProperty name="height" value="0.035" units="cm"/>
    </inkml:brush>
  </inkml:definitions>
  <inkml:trace contextRef="#ctx0" brushRef="#br0">124 11 12593,'5'-4'10984,"-19"-2"-5218,7 6-7318,0 3 1598,0 0 1,1 0 0,0 1-1,0 0 1,0 1 0,0-1 0,1 1-1,0 0 1,0 0 0,0 0-1,1 1 1,-1 0 0,1 0 0,1 0-1,-1 1 1,1-1 0,-4 11 0,4-7 23,0 1 1,0-1-1,1 0 1,1 1-1,0 0 1,0-1-1,1 1 1,0-1-1,1 1 1,1 0-1,2 13 1,-2-18-22,0-1-1,0 1 1,1-1 0,-1 0-1,1 0 1,0 0 0,0 0-1,1-1 1,0 1 0,-1-1-1,1 0 1,1 0 0,-1 0-1,1-1 1,-1 1 0,1-1-1,0 0 1,0-1 0,0 1-1,1-1 1,7 3 0,2-1-65,0 0-1,0-1 1,0-1 0,1 0 0,-1-1 0,28-1-1,-31-1-302,1-1 0,0-1 0,0 1 1,-1-2-1,0 0 0,23-10 0,65-45-8169,-83 49 5620,35-24-10995</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1:51.265"/>
    </inkml:context>
    <inkml:brush xml:id="br0">
      <inkml:brushProperty name="width" value="0.035" units="cm"/>
      <inkml:brushProperty name="height" value="0.035" units="cm"/>
    </inkml:brush>
  </inkml:definitions>
  <inkml:trace contextRef="#ctx0" brushRef="#br0">1850 336 11081,'-6'-23'10570,"2"23"-10457,0-1 0,-1 0 0,1 0 1,0 0-1,0 0 0,0-1 0,0 0 0,0 0 0,-6-4 0,-33-25 493,39 28-561,-22-15 157,-1 2-1,0 0 1,-1 2 0,-55-20 0,15 7 43,-101-35-99,120 45-108,5 2-16,-59-11 0,56 19-20,0 2 1,1 2 0,-1 2-1,-61 6 1,45 2-13,1 2 1,-66 19-1,90-16-5,1 2 0,0 2-1,-56 33 1,74-38-4,-27 24 1,-5 2 151,38-26-155,0-1 0,-23 25-1,23-22 15,-77 89-4,86-98 17,-8 13-9,2 0-1,-1 0 0,2 1 1,-12 32-1,17-42 18,-1 8-25,1 1 1,-6 30 0,9-41 17,1 34-28,0-16 17,0 5 68,2-23-25,1 0-9,0 10-34,-1-6-9,0 0 0,0-1 0,0 1 0,8 15 0,-7-18 30,0 0 1,0 1-1,2 13 0,4 10-59,-6-23 45,-1 1 0,0 0 0,2 14 0,5 23 4,-5-34-16,-2-7 8,0 0 0,0 1-1,-1-1 1,0 0 0,0 1 0,0 7-1,0-5 7,0-1-1,0 0 1,1 0 0,0 0-1,0 0 1,1 0-1,-1 0 1,9 12 0,8 24-58,-14-31 51,0 0 1,1 0-1,1-1 0,0 0 1,12 16-1,47 48 132,-18-28-137,63 48-1,-53-47 96,1-3-130,2-3 0,105 55 0,-1-19 12,-114-54 81,1-2 1,1-3-1,89 22 1,149 13-177,-256-49 113,87 17-56,-33-7 91,-42-8-63,7-1 43,94-1 0,-137-5-16,33 1 62,1-2 1,0-3-1,72-14 1,-61 6-101,-32 7 51,-1 0 0,0-2-1,0 0 1,36-17-1,-59 24 2,22-12 21,28-20-1,-43 27-21,-1-1 0,1 0 0,-1 0 0,0 0 0,-1 0 0,0-1 1,8-13-1,16-19 36,-22 30-24,0 1 0,10-18 0,18-37 92,34-65 222,-50 92-248,-14 28 27,-1 0-1,0 0 1,0 0 0,0 0 0,-1 0 0,0-1 0,-1 0 0,0 1-1,0-1 1,0-11 0,-1-107 455,5 71-563,-4 43 106,0 0 1,-1 0-1,0-1 0,-2-23 1,-2-2 234,3 30-230,0-1 0,-1 1-1,0 0 1,-4-13 0,-4-14 29,4 13-97,-2 1 0,-8-23 0,6 26-24,-1 1 0,-1 0-1,0 0 1,-1 1 0,-1 1 0,-1 0 0,0 0 0,-18-14-1,-138-127 465,104 93-251,45 47-168,4 4-21,0 0 1,-24-13-1,2 4-9,0 2 0,-56-18 0,60 27-37,0 3-1,-53-7 1,-74 1 59,141 13-56,-291-19-21,216 21-3330,65 0-1418,2 0-3742,2-1-1861</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1:56.769"/>
    </inkml:context>
    <inkml:brush xml:id="br0">
      <inkml:brushProperty name="width" value="0.035" units="cm"/>
      <inkml:brushProperty name="height" value="0.035" units="cm"/>
    </inkml:brush>
  </inkml:definitions>
  <inkml:trace contextRef="#ctx0" brushRef="#br0">23 19 5941,'-6'-4'538,"5"3"-337,0 0 1,-14-5 17243,22 4-17291,1 1 1,-1 0-1,0 0 1,1 0-1,-1 1 1,1 0-1,9 1 1,138 1 788,-33-2-683,13 3-128,150 8 3,84 10-10,-213-9-159,-12-6 74,141 5-54,-202-6-21,188 24-70,-228-25 133,-23-3-37,32 6-1,-15-1 43,1-1-1,0-2 1,47-3-1,-56 0-35,1 0 33,0-1-46,-1 2 1,1 0-1,44 10 1,-52-7 33,34 1-1,-14-1-28,117 5 111,11 0-91,-4 2-74,-44-5 46,-23-3 64,210 11-77,-262-11 63,-20 0-50,-1-2-1,1-1 0,46-6 0,-48 3 27,1 2 0,-1 1 0,44 5-1,-56-3-38,23 0 83,49-1 0,312-7-74,-383 6 20,30 3-11,-30-1 26,-1-1 0,22-1 0,146-9 15,-77 6-45,213 0 53,-142-3-56,-6 0 86,33 1 23,-44-1-104,113-8 94,-186 8 180,-37 2-114,-11 1 23,39 1-1,-30 1 100,67-9 1,-102 9-247,300-10 1368,-260 11-1184,11-8 106,-46 8-191,-13 0-35,-1-2-23,25-7 39,-24 8 79,11 5-119,-13-4-196,0 1 0,0-1 0,-1 1 0,1-1 0,0 0 0,0 0 0,-1 1 0,1-1 0,0 0 0,0 0 0,-1 0 0,1 0 0,0 0 0,0 0 0,0 0 0,-1 0 0,2-1 0,0-12-3441,-2 9 3634,0 3-266,0 0 0,0 0 1,0 0-1,0 0 0,0 0 0,0 0 1,0 0-1,-1 0 0,1 0 1,0 0-1,-1 0 0,1 0 1,-1 0-1,1 0 0,-1 0 0,1 0 1,-1 0-1,0 0 0,-1-1 1,-21-8-4773,15 8 3538,-48-17-10259</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10.970"/>
    </inkml:context>
    <inkml:brush xml:id="br0">
      <inkml:brushProperty name="width" value="0.035" units="cm"/>
      <inkml:brushProperty name="height" value="0.035" units="cm"/>
    </inkml:brush>
  </inkml:definitions>
  <inkml:trace contextRef="#ctx0" brushRef="#br0">10 32 7113,'7'-16'1416,"-5"12"-239,-20 18 11722,91-22-11783,152-9-91,317 30-419,-128 0-434,-316-11-203,430 9 89,15-1-42,-357-7 6,46 3 8,58 3-74,15 2 26,-14 6 23,646 14 74,-773-30-65,44-2 61,-65-6 261,121-3 1026,-231 10-1095,-3-1 180,40 4 0,-67-2-308,0-2-10,9 0-327,-1 1 1,0 0-1,12 2 1,-22-2 138,-1 0 0,1 1 0,-1-1 0,1 0 0,-1 0 1,1 0-1,0 0 0,-1 0 0,1 0 0,-1 0 0,1 0 1,-1 0-1,1 0 0,-1 0 0,1 0 0,0 0 1,-1-1-1,1 1 0,-1 0 0,1 0 0,-1 0 0,2-1 1,-10-8-1906,-24-9-2086,-4 2-2716,3-1-4184</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18.014"/>
    </inkml:context>
    <inkml:brush xml:id="br0">
      <inkml:brushProperty name="width" value="0.035" units="cm"/>
      <inkml:brushProperty name="height" value="0.035" units="cm"/>
    </inkml:brush>
  </inkml:definitions>
  <inkml:trace contextRef="#ctx0" brushRef="#br0">762 57 6369,'0'0'16524,"-2"-2"-16391,-1-2-81,1 1-32,1 1-1,-1-1 1,0 1 0,0 0-1,0 0 1,0 0-1,0 0 1,0 0 0,-1 1-1,1-1 1,-1 0 0,1 1-1,-1 0 1,0 0 0,-3-2-1,-25-3 3,-1 0 1,0 3-1,0 0 0,-51 3 1,52 0 45,-23-1-99,18 0 27,1 1 0,-1 2-1,-40 7 1,70-7-1,1-1-1,-1 1 1,1 0 0,0 1-1,-1-1 1,1 1 0,0 0-1,0 1 1,1-1 0,-8 7-1,1 2-6,-1 1 0,-10 16-1,19-26 13,-15 25-4,0 1 0,2 0-1,1 1 1,1 1 0,-10 34 0,18-43 10,1-1 0,0 1-1,2 1 1,1-1 0,0 0 0,2 1 0,1-1 0,0 0-1,2 0 1,0 1 0,2-2 0,7 25 0,-2-18-35,27 51 0,-32-69 21,0 0-2,-1-1 5,0 0 1,1 0 0,0-1 0,0 1 0,1-1 0,0-1 0,11 11-1,5 7-21,-18-20 18,0 0 1,1 0-1,-1-1 0,9 7 1,77 50 17,-24-31-27,-42-16 31,1-2-1,1-1 1,31 10 0,12 5-102,-48-18 41,31 7 0,-50-15 41,24 14-8,-24-13 23,1-1-5,56 14-10,-23-6 125,-33-7-101,12-4-54,-6 1 35,1 0-1,-1-1 1,0 0-1,0 0 0,0-1 1,-1 0-1,0-1 1,1 0-1,-1 0 0,-1-1 1,1 0-1,-1 0 0,0-1 1,-1 0-1,1 0 1,-1 0-1,-1-1 0,6-9 1,-6 6 14,-1 0 1,0 0-1,-1-1 0,0 1 1,-1-1-1,0 0 1,1-23-1,-3 26-3,3-19-7,-1 15 17,-1-1 0,-1-25 0,0-16 195,1 46-144,-1-1 1,0 0-1,0 0 1,-1 0 0,-1 0-1,1 0 1,-5-12-1,-8-24 233,9 30-199,1 1 0,-2 0 0,-8-17 0,10 23 27,0 0 0,0 0 1,-3-17-1,-1 0 213,5 19-195,0 0 0,-1 1 1,0-1-1,-8-8 0,-9-17 349,15 19-102,0 1 1,-13-20-1,14 25-299,0 0 0,1 0-1,0-1 1,0 1 0,-4-16 0,5 15-47,0 0 1,-1 0 0,1 0 0,-2 0-1,-6-9 1,-8-17-14,17 31-169,0 1 0,0-1 0,0 1 0,0 0 0,0 0 0,0 0 0,-1 0 1,1 0-1,-1 1 0,1-1 0,-1 1 0,-3-2 0,2 0-408,-1 1 1,1 0-1,-1 0 0,0 1 1,0-1-1,0 1 0,0 0 1,-9 0-1,9 1-857,0 0 1,0 1 0,0 0-1,0 0 1,0 0 0,-5 3-1,-7 1-8473</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3.586"/>
    </inkml:context>
    <inkml:brush xml:id="br0">
      <inkml:brushProperty name="width" value="0.035" units="cm"/>
      <inkml:brushProperty name="height" value="0.035" units="cm"/>
    </inkml:brush>
  </inkml:definitions>
  <inkml:trace contextRef="#ctx0" brushRef="#br0">497 64 4728,'0'0'6778,"-3"2"-6401,-14 8 282,-1-1 0,0-1 0,0 0-1,0-2 1,-1 0 0,-26 5 0,37-9-191,0 0 1,0 0-1,0 1 0,0 0 1,-9 6 3717,13-9-4028,-18 1 119,13 0 620,24-3-321,-5 1-279,1 0-1,-1 1 1,14 2 0,16 1 273,115-5 546,288 12-174,-103 13-690,343-23-1,-217-11-210,-223 4-20,144-9 5,-244 7 7,174-17 23,204-17-110,-318 29 62,387-21 47,-537 29-32,19 1-97,-19 2 149,-50 3-59,1-1-7,29-1 38,-30 2 181,-6 1-221,-48 10-17,-1-3 0,-79 4 0,99-10-19,-179 1 86,-105-5-57,39-1 4,149 0-36,27 0 44,-186-6 8,133 3-41,72 3 22,-439-2-16,202 13 21,-6 0-45,-29 2 46,-289 45-31,467-38 24,-419 38-77,497-45 110,-92 5-2447,187-15 1707,1 1-581,-15 7-790,14-5-907,14-4 1345,12-5-911,0-1 0,-1-1-1,26-13 1,-15 6-2787</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03.961"/>
    </inkml:context>
    <inkml:brush xml:id="br0">
      <inkml:brushProperty name="width" value="0.035" units="cm"/>
      <inkml:brushProperty name="height" value="0.035" units="cm"/>
    </inkml:brush>
  </inkml:definitions>
  <inkml:trace contextRef="#ctx0" brushRef="#br0">0 35 4648,'0'0'6992,"2"1"-6222,4 2-1599,-3-2 1859,0 1 0,0-1-1,0 1 1,0-1 0,0 0 0,0 0 0,1-1-1,3 2 1,9-2-323,-1-1-1,1 0 1,-1-1 0,17-4-1,-20 3-387,0 0-1,1 1 1,-1 1-1,1 0 1,24 2-1,-30 0-189,-1-1 1,1 0-1,-1-1 1,1 0-1,-1 0 0,0 0 1,9-4-1,-5 3-34,-8 1 120,1 1-293,28 0-648,-28 0 95,-14-9-12658,-1-2 3359</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04.683"/>
    </inkml:context>
    <inkml:brush xml:id="br0">
      <inkml:brushProperty name="width" value="0.035" units="cm"/>
      <inkml:brushProperty name="height" value="0.035" units="cm"/>
    </inkml:brush>
  </inkml:definitions>
  <inkml:trace contextRef="#ctx0" brushRef="#br0">0 104 5705,'0'0'12831,"3"-1"-11921,122-25 5353,-40 11-4174,-34 5-1178,37-9 473,-73 16-1147,0 0 0,0 1 0,20 0 0,19-3-4366,-79-4-2291,1 2-284,-2 6-4100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7.064"/>
    </inkml:context>
    <inkml:brush xml:id="br0">
      <inkml:brushProperty name="width" value="0.035" units="cm"/>
      <inkml:brushProperty name="height" value="0.035" units="cm"/>
    </inkml:brush>
  </inkml:definitions>
  <inkml:trace contextRef="#ctx0" brushRef="#br0">2094 95 7821,'-9'5'579,"-5"3"59,3-7 4017,-13-9-2651,22 8-1541,-15-6 361,-59-15 473,-1 4 1,-99-10 0,165 26-1234,-69-9 291,-87 0 0,42 5-183,62 2-142,-74 5 1,31 3 58,-80 11 26,148-10-83,5-2-15,1 2 1,-1 1 0,1 1-1,1 2 1,-36 16-1,45-15-17,1 1-1,-30 21 1,-94 75-10,-46 38-60,191-145 71,-18 14-12,1 2-1,-29 35 1,42-46 10,-1 1 0,1-1 1,1 1-1,-1 0 0,1 1 0,1-1 0,-1 0 1,1 1-1,1 0 0,-1-1 0,1 1 0,0 13 1,1-3 7,1-1 0,1 0 1,1 1-1,0-1 1,1 0-1,7 20 0,-7-26-4,1 0 1,0-1-1,1 1 0,0-1 0,1-1 0,0 1 0,0-1 0,1 0 0,0 0 1,12 9-1,19 11-1,0-1 1,2-3-1,1-1 1,1-2-1,1-2 1,51 16-1,-27-16 15,0-2 0,2-4 0,109 9 0,-71-17 1,189-12 0,122-39 5,-5-39 3,-196 17-52,-180 53 79,-1-2-1,-1-1 1,56-37-1,-78 44-6,-1 0 0,0-1-1,0 0 1,-1-1 0,-1-1-1,0 0 1,-1 0 0,-1-1-1,0 0 1,0-1 0,7-20-1,-11 24 4,-1-1-1,0 0 0,-1-1 0,-1 1 0,0-1 1,0 1-1,-1-1 0,-1 1 0,0-1 1,-1 0-1,0 1 0,-1-1 0,0 1 0,-1-1 1,-7-17-1,1 10-11,0 1-1,-2 0 1,0 0 0,-1 2-1,-1-1 1,0 1 0,-21-19-1,11 13 14,-2 2-1,0 1 0,-1 1 1,-35-20-1,20 18-70,0 2 0,-1 2-1,0 1 1,-1 2 0,-1 3 0,0 1 0,-76-7 0,44 12-518,0 4 0,0 3 0,-133 21 1,154-13-572,1 2 1,-72 25 0,87-22-2555,-71 38 0,32-3-4773</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3:00.776"/>
    </inkml:context>
    <inkml:brush xml:id="br0">
      <inkml:brushProperty name="width" value="0.035" units="cm"/>
      <inkml:brushProperty name="height" value="0.035" units="cm"/>
    </inkml:brush>
  </inkml:definitions>
  <inkml:trace contextRef="#ctx0" brushRef="#br0">6 0 4060,'9'6'1080,"-24"0"-315</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3:17.189"/>
    </inkml:context>
    <inkml:brush xml:id="br0">
      <inkml:brushProperty name="width" value="0.035" units="cm"/>
      <inkml:brushProperty name="height" value="0.035" units="cm"/>
    </inkml:brush>
  </inkml:definitions>
  <inkml:trace contextRef="#ctx0" brushRef="#br0">2494 257 5805,'0'0'8932,"2"0"-8336,14-8 834,-15 8-1352,-1 0 0,0-1 0,0 1 0,0 0 0,0 0 0,0 0 0,0-1 0,0 1 0,0 0 0,0 0 0,0-1 0,0 1-1,0 0 1,0 0 0,0-1 0,0 1 0,0 0 0,0 0 0,0-1 0,0 1 0,0 0 0,0 0 0,0-1 0,0 1 0,-1 0 0,1 0 0,0 0 0,0-1 0,0 1 0,0 0 0,-1 0-1,1 0 1,0 0 0,0-1 0,0 1 0,-1 0 0,-33-16 4690,14 7-5932,-130-55 1340,7 22-64,34 11-46,83 24-62,-1 0 1,-31-3-1,14 3-10,-223-24 13,151 21-25,-157 3 24,181 8-8,-67 8 55,22 0 49,89-4-134,-20 1-18,-12 1 66,26-2-62,-3 0 50,0 2 0,-85 21 1,110-16-58,-11 2 119,-26 11-84,60-22 15,0 0 0,0 1 0,0 0 1,1 0-1,-1 1 0,1 0 1,0 0-1,1 1 0,-1 0 1,-7 8-1,-2 0 52,10-6-67,0-1-1,0 1 1,0 0 0,1 0 0,0 1 0,0 0-1,1 0 1,0 0 0,1 1 0,0 0 0,1-1 0,0 1-1,-3 17 1,5-25-13,1 2 42,-11 58-38,11-59 102,0 1-94,2 29-40,-1-30 38,-1 1 24,8 49 2,-5-40-34,-3-11 16,1 3 9,1-1 0,-1 0 0,1 0-1,-1 0 1,1 0 0,0 0 0,1-1-1,-1 1 1,7 6 0,-6-6 2,-2-2 2,-1 0 0,0 0-1,0 0 0,0 0 0,1-1 1,-1 1-1,0 0 0,1 0 0,0-1 1,-1 1-1,1 0 0,1 2 0,20 22-6,-4-6 28,-12-15-20,0 0 0,0 0 0,1 0 0,-1 0 1,1-1-1,10 4 0,18 13-4,-34-20 2,0-1 0,0 1 0,-1-1-1,1 1 1,0-1 0,0 0 0,0 1 0,0-1 0,0 0 0,0 0 0,0 1 0,0-1 0,0 0 0,2 0 0,4 0-3,47 16-8,-23-6-10,36 6 1,-63-15 15,1 0 0,0 1 0,-1 0-1,1 0 1,4 2 0,11 5-10,2-4-9,44 5 0,-48-8 1,0 1-1,0 0 1,30 10-1,-40-10 22,1 0 0,0-1-1,1 0 1,9 0-1,23 7-11,-21-4 5,0 0 0,0-1-1,0-1 1,0-1-1,32-1 1,81 8-126,-101-7 131,-15-2-4,1 1 0,25 5 0,116 10-35,-63-7-148,171-7 0,-132-4-173,99-7-198,-172 4 332,122-27 0,-47-4 199,-105 28 3,97-19 54,-100 18-54,-28 9 46,16-3 17,-2 1-28,-12 1 5,-1 1 28,25-5 157,-25 4 79,11-5 42,16-18 206,-28 23-422,13-38 385,-15 35-413,1-1 0,0 0-1,-1 0 1,0 0-1,0 0 1,0 0-1,-1 0 1,0 0 0,0 0-1,0 0 1,-1 0-1,1 1 1,-1-1-1,0 0 1,0 1 0,-1-1-1,1 1 1,-1 0-1,-3-4 1,-8-17 386,12 20-394,0 0 1,-1 1-1,0-1 0,0 1 0,-3-5 1,-28-36 274,25 31-246,0 1 0,-17-17-1,-32-32 592,23 24-133,-1 6-626,27 25 58,3 4-363,1-1 0,-1 1 1,0-1-1,0 2 0,0-1 0,-10-3 0,2 2-785,0 0 0,1-1 0,-1 0-1,1-1 1,1-1 0,-1 0 0,-14-12 0,11 10-1428,-24-17-6803</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3:24.750"/>
    </inkml:context>
    <inkml:brush xml:id="br0">
      <inkml:brushProperty name="width" value="0.035" units="cm"/>
      <inkml:brushProperty name="height" value="0.035" units="cm"/>
    </inkml:brush>
  </inkml:definitions>
  <inkml:trace contextRef="#ctx0" brushRef="#br0">4577 414 5597,'9'10'16124,"-37"-14"-17223,7 1 1734,-422 27 230,150-5-455,-23-7-155,-35 9-101,-153 15-66,298-17-44,-371 47-96,541-61 52,-493 57-12,297-36 38,143-16-7,33-4 5,-58 13-1,18 3-48,-101 28-60,-132 52 77,296-93-5,19-6 3,1 1 0,-1 1 0,-21 10-1,32-14 12,2 1-1,-1-1 0,0 0 1,0 1-1,0-1 1,0 1-1,1 0 0,-1-1 1,1 1-1,-1 0 0,1 0 1,0 0-1,0 0 0,0 0 1,-1 4-1,-11 39 45,8-25 5,0 4-55,1 1 0,0 1 0,1 31 1,7 82 23,-3-102 22,65 561-78,-25-291 54,-9-96-36,8 80 40,-19-87-32,-2-20 20,-12-56-24,-4-54 7,23 139 0,-18-169 41,-7-31-18,2-1 0,-1 1 0,1-1 0,6 15 1,-7-24-14,0 1 0,-1-1 0,1 0 1,1 0-1,-1 1 0,0-1 0,1-1 0,0 1 1,0 0-1,-1-1 0,2 1 0,-1-1 1,0 0-1,0 0 0,1 0 0,-1 0 1,8 2-1,15 2 2,0-1 1,1-1-1,0-1 0,-1-1 1,1-2-1,31-2 0,12 0-7,43 0-25,51 1 27,-3 6 12,285 4 33,-86-16 32,-172 2-27,206-6-146,32-16 26,-136 6 25,38-3-126,15-8 63,203-30-103,-426 47 80,-70 8 118,789-75-869,-341 73 771,-291 5 47,5 0-8,435 7-997,-516 1 817,235 0-93,-198-22 444,-125 12-56,98-24 22,-69 12-78,117-28 43,-148 36-71,42-18 0,-67 22 90,0-2 0,0 0 0,-1 0 0,0-2 1,21-16-1,-22 14 7,0-1-1,-1-1 1,-1 0 0,13-18 0,7-17 325,34-72 1,2-58 579,-47 116-618,-12 31-115,-2-1-1,7-64 0,-7 41-27,3-46 242,-5-145 1,-4 101-310,7-76 14,0-76 416,-1 156 125,-2-32 194,-7-16 161,-2-63 87,-5 106-916,-5 47 43,10 61-122,-14-61-1,12 80-136,1 1 0,-2 0 0,-1 0 0,0 1 0,-1 0-1,-1 0 1,-1 1 0,-1 0 0,0 1 0,-26-27 0,22 31 1,-1 1 0,-1 1 0,1 0 0,-2 1 0,1 1 0,-26-7 0,32 11-2,-34-11 3,0 2 0,-1 2 1,-1 2-1,0 2 0,-78 0 1,57 5-25,-328 1 38,262 10 14,-290 20 38,283-14-30,-206 10-67,155-26 43,-226 2 34,119 13-11,1 13-1,-378 83 1,262-35-710,136-46-2734,236-27 1874,1-3 0,-49-6 0,-25-11-6781,52 6-1401</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23.271"/>
    </inkml:context>
    <inkml:brush xml:id="br0">
      <inkml:brushProperty name="width" value="0.035" units="cm"/>
      <inkml:brushProperty name="height" value="0.035" units="cm"/>
    </inkml:brush>
  </inkml:definitions>
  <inkml:trace contextRef="#ctx0" brushRef="#br0">17 354 5797,'0'0'11151,"-2"-1"-10568,-5-5-584,0-2 2571,16 12-1103,-1 0-1351,-1-1-1,1 0 0,0-1 0,0 0 0,0 0 1,0-1-1,11 1 0,60-1 204,-54-1-222,344-11 575,-78 1-480,468 8-55,-254-3-150,2 1-27,-403 5 45,481 19-62,14 42-15,-434-41 35,1-7 1,234-11-1,-61-26 50,390-8-504,-329 47 365,-128-13 78,151 6 39,116 3-35,-370-16 43,19 0 5,127 5 15,-200 3-74,239-3-50,-155-3 94,31-9-63,593-8-390,-659 18 356,65-2 0,4 1 40,-20-4 15,44-2-26,458-28 30,-619 34 50,214-9-26,145-16-2,-290 14 76,373-36 258,132-41-19,-441 65-217,-107 13-31,59 1-11,-95 8-23,83 8-3,-70 0 2,64 5-7,37 1 8,-72-7-6,62-2 51,-47-5-60,51-4 45,24-6-46,-42 4 26,42 3-17,109 13-19,-285-5 35,242 10-8,206 10 18,-142-7-19,-281-10-64,34 1 92,163 12-25,-114-5 19,68 5-10,230 8 97,-298-25-94,133-2 22,94-2-12,-117-1 13,10 8-37,129-3-30,-213-4 60,223-12 90,-230 9-67,-42 3-41,181 7 32,-41 0-23,-133-12-46,-71 2 28,81-16-1,7-1-15,-59 14 29,418-26 422,61 26 220,-464 6-631,129-3 677,278-4 2655,-286 19-2263,-58-1-372,176 20 817,-313-24-1328,48 6-23,167 14 312,-94-20-509,-96-5 0,96 12 0,-128-7 0,-29-5 0,-5 1-3,-1 1 1,0-1-1,0 0 0,0 0 0,0 0 1,0-1-1,0 1 0,0 0 0,0 0 1,0 0-1,0-1 0,0 1 0,0-1 1,0 1-1,2-2 0,-3 1-30,0 0-1,0 0 1,1-1-1,-1 1 1,0 0-1,0 0 1,-1-1-1,1 1 1,0 0-1,0 0 1,0-1-1,-1 1 1,1 0-1,-1 0 1,1 0-1,-1 0 1,-1-3-1,-1-3-374,-1 0 0,0-1 0,-1 1-1,0 0 1,0 1 0,0-1-1,-11-9 1,-6-2-3461,-23-16 0,30 23 749,-33-28-11892</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25.692"/>
    </inkml:context>
    <inkml:brush xml:id="br0">
      <inkml:brushProperty name="width" value="0.035" units="cm"/>
      <inkml:brushProperty name="height" value="0.035" units="cm"/>
    </inkml:brush>
  </inkml:definitions>
  <inkml:trace contextRef="#ctx0" brushRef="#br0">161 0 3500,'-11'21'1708,"-1"-30"-1251,1 3 203,-9 9-652,2 3-372,-8 2-597,-8 4-503,5 2 904</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7.567"/>
    </inkml:context>
    <inkml:brush xml:id="br0">
      <inkml:brushProperty name="width" value="0.035" units="cm"/>
      <inkml:brushProperty name="height" value="0.035" units="cm"/>
    </inkml:brush>
  </inkml:definitions>
  <inkml:trace contextRef="#ctx0" brushRef="#br0">1 0 12521,'0'0'5002,"0"3"-3749,7 78 2185,0-12-1514,12 167 1494,0 1-1802,4 51-541,-14-188-960,-5-62-1023,1 0 1,2-1-1,13 40 0,-16-56 111,1-3-4719,2-33-2544,0-20-1314</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7.882"/>
    </inkml:context>
    <inkml:brush xml:id="br0">
      <inkml:brushProperty name="width" value="0.035" units="cm"/>
      <inkml:brushProperty name="height" value="0.035" units="cm"/>
    </inkml:brush>
  </inkml:definitions>
  <inkml:trace contextRef="#ctx0" brushRef="#br0">525 20 8445,'0'-19'1362,"-3"38"405,3-16 1042,-6 3-2603,-1-1 0,0 1 0,0-1 0,0-1 0,0 1 0,-1-1 0,-15 5 0,-1-1 280,-34 6-1,-2 1 327,60-15-811,-141 44 1608,113-33-1212,2 0 0,-1 1 0,-24 17 0,48-27-315,1-1-1,-1 1 1,1 0 0,-1 0 0,1 0 0,0 0-1,0 0 1,0 0 0,0 1 0,0-1-1,0 1 1,1-1 0,-1 1 0,1 0-1,0 0 1,-2 3 0,3-4 32,0 0-1,0 0 1,0 0 0,1 1-1,-1-1 1,0 0 0,1 0 0,-1 0-1,1 0 1,0 0 0,0 0-1,0 0 1,0 0 0,0 0 0,0 0-1,0 0 1,1-1 0,-1 1-1,1 0 1,-1-1 0,1 1 0,-1-1-1,4 2 1,8 7 333,1-1 0,0-1 0,0 0 0,29 11 0,68 17 574,-72-24-783,56 17 205,197 69-1696,-281-94 536,-1 1-1,0 0 0,0 1 1,0 0-1,11 10 0,-14-10-1422,-1 0 0,0 0-1,10 14 1,-4-2-9824</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8.464"/>
    </inkml:context>
    <inkml:brush xml:id="br0">
      <inkml:brushProperty name="width" value="0.035" units="cm"/>
      <inkml:brushProperty name="height" value="0.035" units="cm"/>
    </inkml:brush>
  </inkml:definitions>
  <inkml:trace contextRef="#ctx0" brushRef="#br0">385 584 10641,'0'0'1753,"-2"-1"-171,-1 0-1304,0 0 0,-1 0 0,1 0 0,-1 1 0,1-1 0,-1 1 0,1 0 0,0 0 0,-1 1 0,1-1 0,-1 1 0,1 0 0,-1-1 0,1 1 1,0 1-1,0-1 0,0 0 0,-1 1 0,1 0 0,-5 4 0,-9 6-226,0 0 0,-19 20 0,25-23 494,0 1-320,-96 90 1435,87-80-1188,1 1-1,1 1 1,-16 27 0,32-45-369,-1 0 1,1 0-1,0 0 1,1 0-1,-1 0 1,1 1 0,0-1-1,0 0 1,0 1-1,0-1 1,1 1-1,0-1 1,0 9-1,1-11-60,-1 0-1,1 0 0,-1 0 1,1 0-1,0 0 0,0 0 1,0-1-1,0 1 0,0 0 1,0-1-1,0 1 0,0-1 1,1 1-1,-1-1 0,1 1 1,-1-1-1,1 0 0,-1 0 1,1 0-1,0 0 0,0 0 1,-1 0-1,1 0 0,0-1 1,0 1-1,0-1 0,0 1 1,0-1-1,0 0 0,0 0 1,3 0-1,1 1-4,0-1 1,-1 0-1,1-1 0,0 0 0,0 0 0,0 0 1,-1 0-1,1-1 0,0 0 0,-1 0 1,0-1-1,7-3 0,-4 1-39,-1 0 0,-1-1 0,1 0 0,-1 0 0,0 0 0,0-1 0,7-10-1,0-5-201,0 0-1,-2-1 1,-1 0-1,13-43 1,-10 20-77,-2 0 1,-1-1 0,-3 0-1,-2 0 1,-2-1-1,-3-54 1,-1 78 212,-22-232-338,18 223 465,-5-27 282,-3 77 35,10-9-294,0 0 0,0 0 0,0 0 0,1 1 0,1-1 0,-2 18 0,1 59 231,3-57-253,6 200 310,-1-170-675,25 109 0,-27-150 0,37 129-1299,-15-73-1675,6-5-4230,-7-30-2556</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8.764"/>
    </inkml:context>
    <inkml:brush xml:id="br0">
      <inkml:brushProperty name="width" value="0.035" units="cm"/>
      <inkml:brushProperty name="height" value="0.035" units="cm"/>
    </inkml:brush>
  </inkml:definitions>
  <inkml:trace contextRef="#ctx0" brushRef="#br0">27 1 6641,'-2'4'167,"1"-1"52,-1 1 1,1-1 0,0 1-1,0 0 1,0-1 0,0 1-1,1 0 1,-1 0-1,1 0 1,0 0 0,0 0-1,1 4 1,1-5 90,0 0 0,-1-1 1,1 1-1,0 0 0,1-1 0,-1 1 1,0-1-1,1 1 0,-1-1 0,1 0 1,3 2-1,5 2 589,1-1 0,-1-1 0,1 0 1,22 4-1,-21-5-533,-1 0 107,1-1 0,-1-1 0,1 0 1,-1-1-1,1 0 0,-1-1 0,14-2 0,86-24 4169,-52 12-2624,-32 5-1134,-28 9-878,0 0 0,0 1 0,0-1 0,0 1-1,0-1 1,0 0 0,0 1 0,0-1-1,0 1 1,-1-1 0,1 1 0,0-1 0,0 1-1,0-1 1,-1 0 0,1 1 0,0-1 0,-1 1-1,1 0 1,-1-1 0,1 1 0,0-1-1,-1 1 1,0-1 0,-1-1-115,-1-1-1,0 1 1,1 0-1,-1 0 1,0 1-1,0-1 1,0 0 0,0 1-1,0 0 1,-1 0-1,1 0 1,-5-1-1,-45-3-1630,37 4 1460,-25 0-1638,0 2-1,-48 6 0,-21 12-6694,57-7-313</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9.157"/>
    </inkml:context>
    <inkml:brush xml:id="br0">
      <inkml:brushProperty name="width" value="0.035" units="cm"/>
      <inkml:brushProperty name="height" value="0.035" units="cm"/>
    </inkml:brush>
  </inkml:definitions>
  <inkml:trace contextRef="#ctx0" brushRef="#br0">41 1353 12541,'1'-2'297,"0"1"-1,0-1 0,-1 0 1,1 0-1,-1 0 1,1 0-1,-1 0 1,0 0-1,1 0 1,-1 0-1,0 0 0,-1 0 1,1 0-1,0 0 1,0 0-1,-1 0 1,1 0-1,-1 0 1,0 1-1,0-1 0,-1-3 1,1 4-29,1-1-21,0 1 0,0 0-1,1 0 1,-1-1 0,0 1 0,0 0-1,1-1 1,-1 1 0,0 0 0,1 0 0,0-1-1,-1 1 1,1 0 0,-1 0 0,1 0-1,0 0 1,0 0 0,1-2 0,2-2 643,5-11-229,-1 0 0,-1 0 0,0-1-1,-2 0 1,0 0 0,0 0 0,-2-1 0,0 1-1,1-35 1,-5-14-224,-10-86 0,10 135-307,-49-285-782,9 79 24,39 206 584,0 0 0,1 0-1,1-1 1,1 1 0,0 0 0,1 0-1,7-25 1,-7 34 27,1-1 1,0 1-1,1-1 0,0 1 1,0 0-1,0 1 0,1-1 0,1 1 1,-1 0-1,1 0 0,0 0 1,0 1-1,1 0 0,0 0 1,13-7-1,-13 8-114,1 2 1,-1-1-1,1 1 1,0 0-1,1 1 0,-1-1 1,0 2-1,1-1 1,-1 1-1,1 1 0,-1-1 1,1 1-1,-1 1 1,1 0-1,-1 0 1,1 1-1,-1 0 0,0 0 1,0 1-1,0 0 1,0 0-1,0 1 1,-1 0-1,1 0 0,11 10 1,-11-8-426,-1 0 0,0 1-1,0 0 1,-1 0 0,0 0 0,0 1 0,-1 0 0,8 16-1,-7-12-954,-2 0 0,1 1 0,-2-1 0,1 1 1,1 24-1,0 29-8660</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29.315"/>
    </inkml:context>
    <inkml:brush xml:id="br0">
      <inkml:brushProperty name="width" value="0.035" units="cm"/>
      <inkml:brushProperty name="height" value="0.035" units="cm"/>
    </inkml:brush>
  </inkml:definitions>
  <inkml:trace contextRef="#ctx0" brushRef="#br0">0 142 20774,'84'-49'2568,"-47"29"-288,9 2-475,0 4-381,-9 2-308,7 4-456,-1 5-584,0 0-716,-9-3-964,-2-2-1257,-12 16-539,-3 21-3153,-11-9-6108</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0.245"/>
    </inkml:context>
    <inkml:brush xml:id="br0">
      <inkml:brushProperty name="width" value="0.035" units="cm"/>
      <inkml:brushProperty name="height" value="0.035" units="cm"/>
    </inkml:brush>
  </inkml:definitions>
  <inkml:trace contextRef="#ctx0" brushRef="#br0">57 210 14737,'-5'-10'2429,"0"11"1808,-5 18-36,8-14-5222,-4 12 1268,1 0 0,1 1 0,-5 35 0,1 0-64,7-44-147,0 0-1,1 1 1,0-1-1,0 0 1,1 0-1,0 0 1,1 0-1,3 13 1,-4-19 43,3-4-30,0 1-1,0 0 1,-1-1-1,1 0 1,0 0-1,-1 0 1,1 0 0,-1-1-1,1 0 1,-1 1-1,0-1 1,0 0-1,0-1 1,0 1 0,0 0-1,3-4 1,4-5 29,0-1 0,14-22 0,-10 14 27,81-143 231,-16 23-619,-26 70-972,-51 67 971,2 21-468,-2-3 693,-1-1-1,0 0 1,-1 1-1,-1-1 0,-1 15 1,0-13 20,1 1-1,0-1 1,1 0 0,3 16 0,-2-27 155,0 0 0,1 0 0,-1 0-1,1 0 1,0 0 0,0 0 0,0-1 0,1 1 0,0-1-1,0 0 1,0 0 0,0 0 0,1 0 0,-1 0 0,1-1 0,8 6-1,-10-8-35,0 0-1,1 0 1,-1 0-1,0 0 1,1 0-1,-1-1 1,0 1-1,1-1 1,-1 0-1,1 0 1,-1 0-1,1 0 1,-1 0-1,1 0 1,3-2-1,36-10 505,-36 10-472,19-8 310,-1-1 0,0-1 0,43-28-1,56-55 469,-41 30-910,-80 63-254,0 3-358,0-1 517,-1 0 1,1 1 0,0-1 0,0 1-1,0 0 1,-1 0 0,1 0 0,-1 0 0,1 0-1,0 0 1,-1 0 0,0 0 0,1 0-1,-1 1 1,0-1 0,1 1 0,-1-1 0,0 1-1,0-1 1,0 1 0,-1 0 0,1-1-1,0 1 1,-1 0 0,2 3 0,0 4-141,-1 1 0,1-1 0,-2 1 0,1 10 1,-1 0-395,16 138-3642,-12-135 2291,1-1-1,2 0 0,0 0 0,19 41 1,1-17-5944</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0.560"/>
    </inkml:context>
    <inkml:brush xml:id="br0">
      <inkml:brushProperty name="width" value="0.035" units="cm"/>
      <inkml:brushProperty name="height" value="0.035" units="cm"/>
    </inkml:brush>
  </inkml:definitions>
  <inkml:trace contextRef="#ctx0" brushRef="#br0">79 90 14249,'22'-16'2056,"-18"12"-77,-20 7 1529,15-3-3422,1 0 0,0 0 1,0 0-1,0 0 0,0 0 0,-1 0 0,1 0 0,0 0 1,0 0-1,0 0 0,0 0 0,-1 0 0,1 0 0,0 0 1,0 0-1,0 0 0,-1 0 0,1 0 0,0 0 0,0 0 1,0 0-1,0 0 0,-1 0 0,1-1 0,0 1 0,0 0 1,0 0-1,0 0 0,0 0 0,0 0 0,-1 0 0,1-1 1,0 1-1,0 0 0,0 0 0,0 0 0,0 0 1,0 0-1,0-1 0,0 1 0,0 0 0,0 0 0,0 0 1,0 0-1,0-1 0,0 1 0,0 0 0,0 0 0,0 0 1,0-1-1,0 1 0,0 0 0,0 0 0,0 0 0,0 0 1,0-1-1,0 1 0,11-16 2342,24-20-883,-29 30-964,-4 4-15,-24-2-1786,20 4 1127,0-1 0,0 1 0,1-1 0,-1 1-1,0-1 1,0 1 0,0 0 0,0 0 0,0 0-1,0 0 1,0 0 0,1 1 0,-1-1 0,0 1-1,0-1 1,0 1 0,0-1 0,1 1 0,-1 0-1,-3 2 1,-1 1-190,-1 1 0,1 0 0,0 0 1,1 1-1,-1-1 0,1 1 0,0 1 0,-6 8 0,9-10 190,0-1-1,-1 1 1,2-1 0,-1 1 0,1-1-1,-1 1 1,1 0 0,0 0 0,1 0-1,-1 0 1,1 0 0,0 0 0,1-1-1,-1 1 1,2 8 0,-1-8 12,1 1 0,0-1 0,0 1-1,0-1 1,0 0 0,1 0 0,-1 0 0,1 0 0,1-1 0,-1 1 0,1-1-1,-1 0 1,1 0 0,1 0 0,-1 0 0,0-1 0,1 0 0,0 0-1,0 0 1,0 0 0,5 2 0,3 0-548,0 0 0,0-1 0,0-1 1,0 0-1,20 2 0,69-2-6417,-82-3 5162,41 0-5339</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1.437"/>
    </inkml:context>
    <inkml:brush xml:id="br0">
      <inkml:brushProperty name="width" value="0.035" units="cm"/>
      <inkml:brushProperty name="height" value="0.035" units="cm"/>
    </inkml:brush>
  </inkml:definitions>
  <inkml:trace contextRef="#ctx0" brushRef="#br0">215 75 12165,'-5'0'131,"-10"-1"843,0 2 1,-26 4 0,37-5-755,-1 1 0,1 0 0,-1 1 0,1-1 0,0 1 0,0 0 1,0 0-1,0 0 0,0 1 0,1 0 0,-1-1 0,1 1 0,-1 0 1,-3 4-1,0 3 63,0 0 0,0 0 1,1 1-1,1 0 0,0 0 0,0 0 1,1 0-1,0 1 0,1 0 1,-3 17-1,-2 8 161,6-31-364,0 1-1,0-1 1,1 0 0,0 1 0,1-1 0,-1 10 0,2 0 52,-1-10-29,0 0-1,1 0 1,0 1 0,0-1 0,0 0 0,3 6-1,-3-9-57,0-1-1,1 1 0,-1-1 0,1 0 1,0 1-1,0-1 0,0 0 0,0 0 0,0 0 1,0 0-1,0 0 0,1-1 0,-1 1 0,1-1 1,-1 0-1,1 1 0,3 0 0,5 2 22,-2 0 5,0 0 0,0-1-1,0 0 1,0-1 0,15 3 0,-13-5-111,0 0 1,0 0-1,-1-1 1,1 0-1,0-1 1,-1 0-1,1 0 1,-1-1-1,0-1 1,0 0-1,0 0 1,0-1-1,-1 0 1,0-1-1,0 0 1,0 0-1,-1-1 1,1 0-1,10-13 1,-18 17 18,1 1 0,-1-1 1,0 0-1,1 0 0,-1 1 0,0-1 1,-1 0-1,1 0 0,-1 0 0,1 0 1,-1 0-1,0 0 0,0-4 0,0-1-33,-1 1 1,0-1-1,-3-12 0,2 13 35,0 1 0,0 0 1,0 0-1,-1 0 0,0 1 1,0-1-1,0 1 0,-1-1 0,0 1 1,0 0-1,0 0 0,0 1 1,-1-1-1,0 1 0,0 0 1,0 1-1,-11-7 0,-10-7-68,24 16 74,14 16 8,-2-5 51,0-1-1,0 0 1,0 0-1,18 10 1,-11-8 17,3 1-12,1-1 0,1-1 0,-1-2-1,2 0 1,39 9 0,-16-4-106,-24-7-159,0-1 0,0 0 0,25 1 0,-39-6 33,-1 1 0,1-1 0,-1-1-1,1 1 1,0-1 0,-1-1 0,0 1 0,1-1-1,-1 0 1,0-1 0,0 0 0,0 0-1,8-5 1,-11 4 35,1 0-1,-1-1 0,0 1 1,0-1-1,0 0 0,0 0 1,-1 0-1,0 0 0,0-1 1,-1 1-1,4-11 0,1-7-236,7-34 0,-14 53 365,2-7 357,0 1-1,-1-1 1,-1 0 0,0 1-1,0-1 1,-3-16 0,2 24 302,5-14 267,9-27 486,-12 42-1209,31-7-173,68-11-659,-98 21 637,1-1-1,-1 1 1,1 0-1,-1 0 0,0-1 1,0 2-1,1-1 0,-1 0 1,0 0-1,0 1 1,0-1-1,2 3 0,-2-2-1,7 4-2,-1 1 1,0 1-1,-1 0 0,0 0 0,8 12 0,-5-7 10,21 22 0,-11-18-16,0 0 0,37 22 0,-52-36 28,1-1 1,-1 0-1,1 0 1,-1 0-1,1-1 1,0 0-1,-1 0 0,1 0 1,9-1-1,1 0 19,31-6-1,-39 5-19,0-1-1,-1 0 0,1-1 0,-1 0 0,0 0 0,1-1 1,-1 0-1,-1 0 0,1-1 0,-1 1 0,11-12 0,-4 4 242,-1-2 0,-1 1-1,-1-1 1,11-19 0,-20 31 498,2-33 1620,-3 33-1155,3 3-1080,-1 0 1,1 0-1,-1 0 1,0 0 0,1 1-1,-1-1 1,0 1-1,0 0 1,0 0-1,3 3 1,1 5-1,-1-1 1,0 1-1,-1 0 0,0 0 0,0 0 1,-1 0-1,3 15 0,-1 6 101,2 40 1,-6-44-393,-2 0 0,0 0 0,-10 51 0,8-62-403,-1-1 0,-1 1 0,0-1 1,-1 0-1,-1-1 0,0 1 1,-17 24-1,19-33-416,-1 1 0,0-1 0,-1 0 1,1-1-1,-1 1 0,0-1 0,0-1 0,-1 1 0,1-1 0,-16 5 0,-38 12-11070</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1.866"/>
    </inkml:context>
    <inkml:brush xml:id="br0">
      <inkml:brushProperty name="width" value="0.035" units="cm"/>
      <inkml:brushProperty name="height" value="0.035" units="cm"/>
    </inkml:brush>
  </inkml:definitions>
  <inkml:trace contextRef="#ctx0" brushRef="#br0">60 0 9581,'-7'15'6007,"-1"-22"905,2 1-7546,-2 28 2986,-1 35-1110,2 1 0,1 83 1,2-27-726,0-31-525,8 97 0,0-130-1491,18 73 0,-20-114 981,10 36-1998,-12-44 2187,0 0-1,1 0 0,-1 1 0,1-1 1,-1 0-1,1 0 0,-1 0 1,1 0-1,0 0 0,-1 0 0,1 0 1,0 0-1,0 0 0,0 0 0,0-1 1,-1 1-1,1 0 0,0-1 1,1 1-1,-1 0 0,0-1 0,0 1 1,0-1-1,0 1 0,0-1 0,0 0 1,1 0-1,-1 1 0,2-1 0,-1-1-623,-1 0-1,1 0 0,-1 1 0,1-1 0,-1 0 1,1-1-1,-1 1 0,1 0 0,1-3 0</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2.197"/>
    </inkml:context>
    <inkml:brush xml:id="br0">
      <inkml:brushProperty name="width" value="0.035" units="cm"/>
      <inkml:brushProperty name="height" value="0.035" units="cm"/>
    </inkml:brush>
  </inkml:definitions>
  <inkml:trace contextRef="#ctx0" brushRef="#br0">464 0 10333,'-18'2'7146,"3"-2"-4628,9 0-2554,0 1-1,-1-1 0,1 1 1,0 0-1,0 0 0,-7 3 0,-42 14 232,2 3 1,0 2-1,-96 58 0,142-77-131,0 1 1,0 0-1,1 1 1,0 0 0,0 0-1,0 0 1,-7 11 0,12-15-29,-1 1 1,0 0-1,1 0 1,0 0-1,0 0 1,0 0-1,0 0 1,0 0 0,1 0-1,-1 0 1,1 0-1,0 0 1,0 0-1,0 1 1,0-1-1,0 0 1,1 0-1,-1 0 1,1 0-1,0 0 1,0 0-1,2 4 1,1 0 53,1 0 0,-1 0-1,2 0 1,-1 0 0,1-1 0,0 0-1,0 0 1,0-1 0,1 1 0,0-2-1,0 1 1,0-1 0,1 0 0,-1 0-1,15 4 1,50 21 705,116 29-1,-149-48-989,48 10-548,-78-18 160,0-1 0,0 0 0,0-1 0,0 0 0,0-1 1,0 0-1,11-2 0,2-3-5618,3 3-3916</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2.761"/>
    </inkml:context>
    <inkml:brush xml:id="br0">
      <inkml:brushProperty name="width" value="0.035" units="cm"/>
      <inkml:brushProperty name="height" value="0.035" units="cm"/>
    </inkml:brush>
  </inkml:definitions>
  <inkml:trace contextRef="#ctx0" brushRef="#br0">367 575 11685,'-1'-1'262,"-1"0"-1,1 0 1,0 0 0,-1 0 0,1 0-1,-1 0 1,1 1 0,-1-1-1,0 0 1,1 1 0,-1-1-1,0 1 1,1-1 0,-1 1 0,0 0-1,1 0 1,-1 0 0,0 0-1,0 0 1,1 0 0,-1 1-1,0-1 1,1 0 0,-1 1 0,0-1-1,1 1 1,-1 0 0,1-1-1,-3 3 1,-15 4-195,-1 1 135,0 1 0,1 1 0,0 1 0,1 0 0,0 1 0,0 1 0,2 1 0,0 1 0,0 0 0,1 1 0,1 0 0,1 1 0,0 1 0,2 0 0,0 1 0,-10 22 0,17-33-104,1-1 0,0 1-1,1 0 1,0 1 0,0-1-1,1 0 1,0 1-1,0 14 1,1-20-54,0 0 1,1-1-1,-1 1 1,1-1-1,0 1 1,0-1-1,0 1 0,0-1 1,0 0-1,0 1 1,1-1-1,-1 0 1,1 0-1,0 0 0,-1 0 1,1 0-1,0 0 1,0-1-1,0 1 1,1 0-1,-1-1 0,0 0 1,0 0-1,1 1 1,-1-1-1,1-1 1,-1 1-1,1 0 0,-1-1 1,1 1-1,4 0 1,3-1 38,0 1 1,0-1 0,0-1 0,0 0-1,0 0 1,0-1 0,-1 0-1,1 0 1,0-1 0,-1-1 0,0 0-1,0 0 1,0-1 0,0 0-1,-1 0 1,0-1 0,13-11 0,-3 0-139,-1 0 1,0-1 0,-1-1-1,-1 0 1,-1-1 0,15-29-1,-14 19-153,-1-1 0,-2-1 0,-1 0 0,-1 0 0,5-34 0,12-171-586,-25 186 601,-2 1 1,-13-100-1,12 144 199,0 0 0,-1 0-1,0 1 1,-5-11 0,1 0-59,5 16 49,0 0 0,0 0 0,0 0 1,0 0-1,1 1 0,-1-1 0,0 0 1,0 0-1,0 1 0,1-1 1,-1 0-1,0 1 0,0-1 0,1 0 1,-1 1-1,0-1 0,0 2 1,0-2-2,0 1 10,-1 1 0,1-1 0,-1 1 0,1-1 0,0 1 0,-1-1 0,1 1 1,0 0-1,0 0 0,0-1 0,0 1 0,1 0 0,-1 0 0,0 0 0,1 0 0,-1 4 0,-2 37 48,2-30-76,1 27 35,1 1-1,1-1 0,3 0 1,12 53-1,3-15-323,36 86 0,-3-40-3143,-12-46-4767,-18-40-414</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3.126"/>
    </inkml:context>
    <inkml:brush xml:id="br0">
      <inkml:brushProperty name="width" value="0.035" units="cm"/>
      <inkml:brushProperty name="height" value="0.035" units="cm"/>
    </inkml:brush>
  </inkml:definitions>
  <inkml:trace contextRef="#ctx0" brushRef="#br0">178 112 14453,'-24'2'2052,"40"-7"1894,-13 5-3399,0 0 0,0 0 1,0 0-1,0 1 0,0-1 0,0 1 0,0-1 0,4 3 0,13 1 761,34-2 508,-50-2-1576,3-9-311,-7 9 14,1 0 0,0-1 0,-1 1 0,1-1 0,-1 1 0,1-1 0,-1 1 0,1-1 0,-1 1 0,1-1 0,-1 1 0,1-1 0,-1 0 0,0 1 0,1-1 0,-1 0 0,0 1 0,0-1 0,0 0 0,1 0 0,-1 1 0,0-1 0,0 0 0,0 1 0,0-1 0,0-1 0,-4-4-142,1 1 0,-1-1 0,0 1 0,-1-1 0,1 1 0,-1 1 0,0-1 0,0 1 0,0 0 0,-1 0 0,0 0 0,1 1 0,-1 0 1,-13-5-1,8 4 77,0 0 1,0 0 0,-1 1 0,1 1-1,-1 0 1,0 0 0,0 1 0,-13 1-1,20 1 137,0-1-1,0 1 1,0 0-1,0 1 1,0-1-1,0 1 0,1 0 1,-1 0-1,1 0 1,-1 1-1,1 0 0,-6 4 1,8-5 25,-1 0 0,1 0-1,1 0 1,-1 0 0,0 1 0,0-1 0,1 0 0,-1 1 0,1-1 0,0 1 0,0 0 0,0-1-1,0 1 1,0 0 0,1-1 0,-1 1 0,1 0 0,-1 0 0,1 0 0,0 0 0,0-1-1,1 1 1,0 5 0,3 6 88,0 1 0,2-1 0,0 1 0,0-2 0,1 1 0,1-1 0,0 0 0,1 0-1,0-1 1,1-1 0,0 1 0,15 11 0,-8-9-473,0 0 0,1-1-1,1-1 1,0-1 0,1-1-1,0 0 1,42 13 0,-49-20-456,1 0 0,0 0 1,0-2-1,15 1 0,30-3-5797,-11-4-2915</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3.548"/>
    </inkml:context>
    <inkml:brush xml:id="br0">
      <inkml:brushProperty name="width" value="0.035" units="cm"/>
      <inkml:brushProperty name="height" value="0.035" units="cm"/>
    </inkml:brush>
  </inkml:definitions>
  <inkml:trace contextRef="#ctx0" brushRef="#br0">437 26 9457,'-28'17'1945,"0"1"1,1 2-1,-41 38 0,58-49-1773,-1 1 0,1 1 0,1 0 1,0 0-1,1 0 0,0 1 0,0 1 0,2-1 0,-9 22 0,10-24-199,2 2 335,4-12-287,0 1-1,0-1 1,0 0 0,0 1-1,0-1 1,0 0 0,0 0-1,0 0 1,0 0 0,0 0-1,0 0 1,0 0 0,0 0-1,0 0 1,0-1-1,2 1 1,10-3 93,1-1-1,-1 0 1,0-1-1,-1 0 1,24-13-1,59-44 903,-83 54-843,62-52 1251,-56 44-687,-13 12-330,-1 0 0,0 0 0,-1-1 0,1 0 1,4-7-1,-6 8-104,1 0 0,0 0 0,0 1 0,0-1 0,7-6 0,20-22 1990,-28 30-1752,7-6 226,-4 3-701,-3 6 77,-23 52 279,0 20-181,-20 150-1,24-116-86,-80 477-137,1-126-17,91-438-19,-1 0 1,-16 32-1,19-46-25,0-1 1,0 1-1,-1 0 0,0-1 0,0 0 1,0 0-1,-1 0 0,0-1 0,0 1 1,0-1-1,0 0 0,-7 3 0,10-6-124,-1 0 1,0 1-1,1-2 0,-1 1 0,0 0 0,0 0 0,0-1 0,0 0 1,1 1-1,-1-1 0,0 0 0,0-1 0,0 1 0,0 0 0,0-1 1,0 0-1,1 1 0,-1-1 0,0 0 0,0 0 0,1-1 1,-1 1-1,1-1 0,-4-1 0,1-2-255,-1 0 1,1 0-1,0 0 0,0 0 0,0-1 1,0 1-1,1-1 0,-5-10 1,-7-14-2054,2 0 1,1-1 0,1-1 0,-13-59 0,11-2-6307</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3.924"/>
    </inkml:context>
    <inkml:brush xml:id="br0">
      <inkml:brushProperty name="width" value="0.035" units="cm"/>
      <inkml:brushProperty name="height" value="0.035" units="cm"/>
    </inkml:brush>
  </inkml:definitions>
  <inkml:trace contextRef="#ctx0" brushRef="#br0">70 251 4340,'-31'10'1133,"25"-8"-63,-11 6 1343,2 1 8946,18-10-10156,28-6 1375,-28 6-1380,-1-1-944,-1 0 1,1 1-1,0-1 0,0 0 1,0 1-1,-1-1 1,1 1-1,1-1 1,-1 1-1,4-2 0,-4 2-51,13-6 668,1 1-1,0 0 0,32-6 1,-46 11-608,-1 2-225,1-1 0,-1-1 0,1 1 0,-1 0 0,1 0 0,-1 0 0,1-1 0,-1 1 0,0-1 0,3-1 0,12-2-796,-9-13-493,28-44-1827,-19 36 2615,-11 19 330,0-1 0,0 1 0,0 0 0,1 1 0,0-1 0,0 1-1,1 0 1,-1 1 0,1-1 0,15-6 0,-2 2-1003,1 1 1,37-9-1,-24 12-1230,20 3-5950,-22 2-55</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4.299"/>
    </inkml:context>
    <inkml:brush xml:id="br0">
      <inkml:brushProperty name="width" value="0.035" units="cm"/>
      <inkml:brushProperty name="height" value="0.035" units="cm"/>
    </inkml:brush>
  </inkml:definitions>
  <inkml:trace contextRef="#ctx0" brushRef="#br0">73 187 9701,'-8'-7'1796,"11"8"-36,13 14 7814,19-38-5343,74-28-1448,-108 51-2814,0-1-1,-1 0 1,1 1-1,-1-1 1,1 0-1,-1 1 1,1-1-1,-1 0 1,1 1-1,-1-1 1,1 0-1,-1 0 1,0 1-1,0-1 1,1 0-1,-1 0 1,0 0-1,0-1 1,1-2-153,0 2 48,0 0 0,0 0 1,0-1-1,-1 1 0,1 0 1,-1-1-1,1 1 0,-1-1 1,0 1-1,0-1 0,0 1 1,0-1-1,-1 1 0,1 0 1,-1-1-1,1 1 0,-1-1 1,0 1-1,0 0 1,0 0-1,0-1 0,0 1 1,0 0-1,-1 0 0,1 0 1,-1 0-1,1 1 0,-1-1 1,-2-2-1,-3 0-147,0 0 1,0 0-1,0 0 0,0 1 1,-1 0-1,0 0 0,0 1 1,1 0-1,-1 0 1,0 1-1,-1 0 0,1 0 1,-8 1-1,5 0 94,0 0 1,1 1-1,-1 0 1,1 1-1,-13 3 0,21-5 194,0 1-1,1-1 0,-1 1 0,1 0 0,-1-1 1,1 1-1,-1 0 0,1 0 0,0 0 1,-1 0-1,1 0 0,0 0 0,0 0 1,0 0-1,-1 1 0,1-1 0,1 0 0,-1 1 1,0-1-1,0 1 0,0-1 0,1 1 1,-1-1-1,1 1 0,-1 0 0,1-1 0,0 1 1,0-1-1,-1 1 0,1 0 0,0-1 1,0 1-1,1 0 0,-1-1 0,0 1 0,0 0 1,1-1-1,-1 1 0,1-1 0,0 1 1,-1-1-1,1 1 0,0-1 0,1 2 1,3 7-43,1-1 1,0 0-1,0 0 1,1 0 0,1-1-1,-1 0 1,1 0 0,0-1-1,1 0 1,0 0-1,0-1 1,0-1 0,18 9-1,-4-4-1291,39 12 1,24 0-5085,-35-11-1104</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4.644"/>
    </inkml:context>
    <inkml:brush xml:id="br0">
      <inkml:brushProperty name="width" value="0.035" units="cm"/>
      <inkml:brushProperty name="height" value="0.035" units="cm"/>
    </inkml:brush>
  </inkml:definitions>
  <inkml:trace contextRef="#ctx0" brushRef="#br0">0 133 15793,'0'0'6745,"3"-1"-4925,1-2-1471,1 1 1,0 0-1,0 1 1,0-1-1,0 1 1,0 0-1,1 1 1,-1-1-1,0 1 1,0 0-1,0 0 1,1 1-1,5 0 1,-4 0-94,90 7 1229,-94-8-1766,-3-5-1720,-1 1 1669,0-1 0,0 1 0,-1-1 0,1 1 1,-1 0-1,0-1 0,0 1 0,0 0 0,-1 0 0,1 0 1,-1 0-1,0 1 0,0-1 0,-1 1 0,1 0 1,-1 0-1,1 0 0,-7-4 0,-6-3 49,1 1 0,-1 0-1,-26-9 1,39 17 800,0 1-291,1-1-190,0 1 0,-1 0 0,1 1 0,0-1 0,0 0 0,-1 0 0,1 1 0,0 0 0,0-1 0,-3 2 0,4-1-21,1 0 0,-1-1 1,1 1-1,-1 0 0,1 0 0,-1-1 1,1 1-1,0 0 0,0 0 0,-1 0 1,1-1-1,0 1 0,0 0 0,0 0 1,0 0-1,0 0 0,0 0 0,0-1 1,0 1-1,0 0 0,0 0 0,0 0 1,1 0-1,-1-1 0,0 1 0,0 0 1,1 0-1,-1 0 0,1-1 0,-1 1 1,1 0-1,0 0 0,9 16 114,1 0-1,0-2 1,15 17-1,-9-12-11,74 85-407,-27-35-5875,-43-51 669,-3-6-3114</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4.943"/>
    </inkml:context>
    <inkml:brush xml:id="br0">
      <inkml:brushProperty name="width" value="0.035" units="cm"/>
      <inkml:brushProperty name="height" value="0.035" units="cm"/>
    </inkml:brush>
  </inkml:definitions>
  <inkml:trace contextRef="#ctx0" brushRef="#br0">294 1 10377,'-7'1'309,"3"0"-94,1 0 0,-1 0 0,0 0 0,0-1-1,1 1 1,-1-1 0,0 0 0,0-1 0,1 1-1,-7-2 1,9 2-130,0 0 0,0 0 0,-1-1 0,1 1 0,0 0 0,0 0 0,0 0 0,0 0 0,0 1 0,0-1 0,0 0 0,0 0 0,-1 1 0,1-1 0,0 0 0,-1 2 0,-4 0 152,-84 22 1397,42-10-345,2 1 1746,43-13-2489,0-1-52,-21 11 526,24-11-944,0 0 0,0 0 0,0 0 0,0-1 0,0 1 0,0 0 0,0 0 0,1 0 0,-1-1 0,0 1 0,0 0 0,1 0 0,-1-1 0,1 1 0,-1 0 0,0 0 0,2 0 0,-2-1-23,4 7 335,2 1 0,-1-2 0,1 1 0,0-1 0,10 9 1,7 7 335,5 2 161,-25-21-803,1 0 0,0 0 0,0 0 0,-1 0 0,0 1 0,0-1 0,6 9 0,-8-10-52,4 6-42,-1 0 1,1 0-1,-1 0 1,5 17-1,-8-22-114,-1 0-1,1 0 1,-1 0 0,0 0-1,0 0 1,0 0 0,0 0-1,-1 0 1,1 0 0,-1 0-1,1 0 1,-1 0 0,0 0-1,0-1 1,-1 1-1,1 0 1,0-1 0,-1 1-1,-3 3 1,0 0-697,0-1 0,0 0 1,-1 0-1,0-1 0,0 0 0,-1 0 0,1 0 0,-11 4 0,-15 9-4889,-3 6-4395</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5.543"/>
    </inkml:context>
    <inkml:brush xml:id="br0">
      <inkml:brushProperty name="width" value="0.035" units="cm"/>
      <inkml:brushProperty name="height" value="0.035" units="cm"/>
    </inkml:brush>
  </inkml:definitions>
  <inkml:trace contextRef="#ctx0" brushRef="#br0">78 358 11173,'0'0'9124,"-2"2"-8753,-9 7-62,1 1 0,1 0 0,0 1 1,0 0-1,1 1 0,-12 21 0,20-32-294,0 0-1,0 0 1,1 1 0,-1-1-1,0 0 1,0 0 0,1 0-1,-1 0 1,0 1 0,1-1-1,-1 0 1,1 0 0,-1 0-1,1 0 1,0 0-1,0 1 1,13 16 6,-7-9-260,-6-7-217,0-5-231,3-10-517,0 0 0,-1 0 0,2-26 0,-4 24 803,1 1 0,1 0-1,0-1 1,6-14 0,-4 18 486,0 1-1,1-1 1,1 1 0,0 0-1,0 1 1,1-1 0,13-11-1,68-52 2031,-48 43-882,-19 15-43,30-26 0,-39 28 177,1 0 1,1 2-1,0 0 1,30-17 0,-37 24-770,-7 4-483,1-1 0,-1 0 0,0 1 0,1-1 0,-1 0 0,0 1 0,1 0 1,-1-1-1,1 1 0,-1 0 0,3-1 0,-3 2-59,0-1 0,0 1-1,0-1 1,0 1 0,-1-1 0,1 1-1,0 0 1,-1-1 0,1 1 0,0 0-1,-1 0 1,1-1 0,-1 1 0,1 0-1,-1 0 1,1 0 0,-1 0 0,1-1-1,-1 1 1,0 0 0,0 0 0,1 0-1,-1 2 1,4 18 201,-1 0 1,-1 0-1,-1 0 0,-2 34 0,1-38-234,-27 287-23,-23 1 0,29-187 0,-49 212-1480,68-323 1097,-1 1 1,0 0-1,0 0 0,-1-1 1,1 0-1,-2 0 0,1 0 1,-1 0-1,-8 8 0,-20 14-3894,-6-4-3962,20-17-3721</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5.935"/>
    </inkml:context>
    <inkml:brush xml:id="br0">
      <inkml:brushProperty name="width" value="0.035" units="cm"/>
      <inkml:brushProperty name="height" value="0.035" units="cm"/>
    </inkml:brush>
  </inkml:definitions>
  <inkml:trace contextRef="#ctx0" brushRef="#br0">1 1309 15657,'0'0'13116,"1"-3"-12166,4-22-469,-1-1 0,-2 1 0,0-1 0,-2-30 0,0 0-385,0-341-1032,2 330 832,11-174-163,-8 198 296,1-1-1,3 1 1,20-60-1,-23 88 32,0 0-1,0 1 0,2 0 0,0 0 0,0 0 0,1 1 0,18-18 0,-25 28-87,0 1 1,0 0 0,0 0 0,1 0 0,-1 1 0,0-1 0,1 1-1,0-1 1,-1 1 0,1 0 0,0 0 0,0 0 0,-1 0-1,1 0 1,0 1 0,0 0 0,0-1 0,0 1 0,0 0 0,0 0-1,0 0 1,0 1 0,0-1 0,0 1 0,0 0 0,-1 0 0,1 0-1,0 0 1,0 0 0,-1 0 0,1 1 0,-1-1 0,1 1-1,-1 0 1,1 0 0,-1 0 0,0 0 0,2 2 0,0 1-346,0-1-1,0 1 1,0 0 0,-1 0 0,0 0 0,0 0-1,0 1 1,-1-1 0,1 1 0,-1-1 0,-1 1 0,1 0-1,-1 0 1,0 0 0,0 0 0,-1 0 0,0 12 0,-14 80-9642,3-45-714</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6.092"/>
    </inkml:context>
    <inkml:brush xml:id="br0">
      <inkml:brushProperty name="width" value="0.035" units="cm"/>
      <inkml:brushProperty name="height" value="0.035" units="cm"/>
    </inkml:brush>
  </inkml:definitions>
  <inkml:trace contextRef="#ctx0" brushRef="#br0">0 44 22738,'37'-3'2712,"-28"-6"-667,0-2-453,8 8-312,3-3-564,3 3-796,17 3-992,-11-8-936,-3 8 75,-15 8-5671,10-8-7798</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6.547"/>
    </inkml:context>
    <inkml:brush xml:id="br0">
      <inkml:brushProperty name="width" value="0.035" units="cm"/>
      <inkml:brushProperty name="height" value="0.035" units="cm"/>
    </inkml:brush>
  </inkml:definitions>
  <inkml:trace contextRef="#ctx0" brushRef="#br0">26 90 13365,'-9'1'856,"1"0"556,-1 0 7029,10 14-6901,0 158 450,-3-88-1425,2-83-501,1-1 1,-1 1-1,0 0 0,0 0 0,1-1 1,-1 1-1,1 0 0,0-1 0,-1 1 0,3 2 1,2 12 791,-1-18-491,8-4-179,-1-2-1,1 0 1,-1 0-1,15-15 1,42-49 335,-29 30-219,-17 19-542,107-105 1353,-102 106-3988,44-29 0,-57 43 188,-12 7-722,4 24-14482</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6.983"/>
    </inkml:context>
    <inkml:brush xml:id="br0">
      <inkml:brushProperty name="width" value="0.035" units="cm"/>
      <inkml:brushProperty name="height" value="0.035" units="cm"/>
    </inkml:brush>
  </inkml:definitions>
  <inkml:trace contextRef="#ctx0" brushRef="#br0">35 293 13993,'-28'-9'1987,"22"7"3572,10 1-3917,23-4-251,-1-1-1,0-1 1,34-16 0,-16 7-60,-7 1-721,-26 9-498,0 2 0,22-8 0,-33 12-120,1 0 1,-1 0-1,0 0 1,0 0-1,0 0 1,0 0-1,0 0 1,0 0-1,0 0 1,1 0-1,-1 0 1,0 0-1,0 0 1,0 0-1,0 0 1,0 0-1,0 0 1,0 0-1,0 0 1,0-1-1,0 1 1,1 0-1,-1 0 1,0 0-1,0 0 1,0 0-1,0 0 1,0 0-1,0 0 1,0 0-1,0-1 1,0 1-1,0 0 1,0 0-1,0 0 1,0 0-1,0 0 1,0 0-1,0 0 1,0-1-1,0 1 1,0 0-1,0 0 1,0 0-1,0 0 1,0 0-1,0 0 1,0 0-1,0-1 1,0 1-1,-1 0 1,1 0-1,-1-8-285,1 2-11,0 1 0,-1-1 0,0 0 0,0 0 0,0 1 0,-1-1 0,0 1 0,0-1 0,-1 1 0,-3-7 0,-3 4 1,0 1 0,-1-1 0,0 2 1,0-1-1,-1 1 0,-13-5 0,11 4-55,-106-39-604,118 46 969,1 0-1,0 0 1,-1 1 0,1-1-1,-1 0 1,1 0-1,-1 1 1,1-1 0,-1 0-1,1 0 1,0 1-1,-1-1 1,1 0 0,0 1-1,-1-1 1,1 1 0,0-1-1,0 1 1,-1-1-1,1 0 1,0 1 0,0-1-1,0 1 1,-1-1-1,1 2 1,-4 11 137,4-8-100,0 0 1,0 0 0,1-1 0,0 1-1,0-1 1,0 1 0,0 0 0,1-1-1,3 7 1,22 36 100,-25-44-132,7 11 3,1-1 0,0 0-1,1 0 1,0-1 0,1-1 0,22 17 0,-1-6-2054,51 26 0,-50-30-937,1-2-2708,5-3-3177</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7.309"/>
    </inkml:context>
    <inkml:brush xml:id="br0">
      <inkml:brushProperty name="width" value="0.035" units="cm"/>
      <inkml:brushProperty name="height" value="0.035" units="cm"/>
    </inkml:brush>
  </inkml:definitions>
  <inkml:trace contextRef="#ctx0" brushRef="#br0">61 128 16261,'0'0'64,"0"-1"-1,0 1 0,-1 0 0,1 0 0,0 0 0,0 0 0,0 0 0,0-1 0,-1 1 0,1 0 0,0 0 0,0 0 0,0-1 0,0 1 0,0 0 0,0 0 0,-1 0 0,1-1 0,0 1 0,0 0 0,6-8 9436,72 17-6402,-63-21-3797,-1 3-227,-12 3-68,-1-3 607,-1 7 283,0 0 0,0 0 1,0-1-1,0 1 0,0 0 0,0-1 0,-1 1 0,1 0 1,-1-1-1,1 1 0,-1 0 0,0 0 0,0 0 0,0 0 1,0 0-1,0 0 0,0 0 0,-1 0 0,-1-2 0,0 0 24,0 1 0,-1-1 0,0 1 0,1-1 0,-1 1 0,0 0 0,-1 1 0,1-1 0,0 1 1,-1 0-1,1 0 0,-1 0 0,0 0 0,0 1 0,1 0 0,-1 0 0,0 0 0,0 1 0,0 0 0,0-1 0,-6 2 0,8-1 116,0 1 1,1-1 0,-1 1-1,0 0 1,1 0 0,-1 0-1,1 0 1,-1 0 0,1 0-1,-1 1 1,1-1 0,0 1-1,0 0 1,0 0 0,0-1-1,0 1 1,0 1 0,0-1-1,1 0 1,-1 0 0,1 1-1,-1-1 1,1 0 0,0 1-1,0 0 1,0-1-1,0 1 1,1-1 0,-1 1-1,1 0 1,-1 0 0,1-1-1,0 4 1,0 2 21,1 0 0,0-1 0,0 1 0,0-1 1,1 0-1,0 1 0,0-1 0,1 0 0,0 0 0,0 0 0,7 10 0,-2-5-172,2 0 0,-1-1 0,2 0 0,-1 0 0,2-1 0,-1 0-1,1-1 1,1 0 0,-1-1 0,15 6 0,29 9-3300,4-8-3816,-20-9-3063</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2:38.402"/>
    </inkml:context>
    <inkml:brush xml:id="br0">
      <inkml:brushProperty name="width" value="0.035" units="cm"/>
      <inkml:brushProperty name="height" value="0.035" units="cm"/>
    </inkml:brush>
  </inkml:definitions>
  <inkml:trace contextRef="#ctx0" brushRef="#br0">170 954 13553,'-22'4'1052,"-35"9"2921,53-12-3775,0 0 1,1 1-1,-1 0 1,0-1-1,0 2 1,1-1-1,-1 0 0,1 1 1,0-1-1,-1 1 1,-3 5-1,-26 27 632,32-34-800,0 1 1,0 0 0,0 0 0,0-1 0,0 1 0,0 0-1,1 0 1,-1 0 0,1 0 0,-1 0 0,1 0-1,0 3 1,-1-1 49,1-2 672,8 13-382,-8-15-358,0 1-1,1 0 0,-1-1 0,1 1 0,-1-1 0,0 1 0,1-1 0,-1 1 0,1-1 0,0 0 0,-1 1 0,1-1 0,-1 1 0,1-1 0,-1 0 1,1 0-1,0 1 0,-1-1 0,1 0 0,0 0 0,-1 0 0,1 0 0,0 0 0,-1 0 0,1 0 0,0 0 0,-1 0 0,1 0 0,0 0 1,-1 0-1,2-1 0,2 0 33,-1 0 1,1 0 0,-1-1-1,1 0 1,-1 0-1,5-3 1,4-4 49,0-1 1,13-14-1,-4 0-81,0-1-1,-2-1 1,-1-1-1,-2 0 1,0-1 0,-2-1-1,14-39 1,-8 9-168,-3-1-1,17-109 1,-21 42-21,-5-174-1,-13 240 147,5 61 30,-1 0 0,1-1 0,-1 1 1,1 0-1,-1 0 0,1-1 0,-1 1 0,1 0 1,-1 0-1,0 0 0,1 0 0,-1 0 0,1 0 1,-1 0-1,1 0 0,-1 0 0,0 0 1,1 0-1,-1 0 0,1 1 0,-1-1 0,1 0 1,-1 0-1,1 0 0,-1 1 0,-1 0 10,1 0 0,-1 0 0,1-1 0,-1 1 0,1 1 1,-1-1-1,1 0 0,0 0 0,0 0 0,0 1 0,-1-1 0,1 1 0,1-1 0,-1 1 0,0-1 0,0 1 0,0-1 0,1 1 0,-1 0 0,0 2 0,-3 6 61,-10 29 486,2-1 1,-14 72-1,2 86 845,20-145-1047,2 0-1,2 0 0,3 0 0,2 0 0,2-1 0,2 1 0,23 69 0,-24-99-263,1-1-1,0-1 0,2 0 0,0 0 0,2-1 0,0 0 0,0-1 1,2-1-1,21 20 0,-34-34-132,1 0-1,-1 0 1,1-1 0,-1 1-1,1-1 1,0 1 0,-1-1 0,1 0-1,0 0 1,0 0 0,0 0-1,0-1 1,0 1 0,0-1 0,0 0-1,0 0 1,0 0 0,0 0-1,0 0 1,0-1 0,0 1 0,6-3-1,-2 1-185,1-2 0,-1 1-1,0-1 1,0 0 0,0 0 0,-1-1-1,7-5 1,-10 7 71,1-1 1,-1 1 0,1-1-1,-1 0 1,-1 0-1,1 0 1,-1 0 0,1-1-1,-1 1 1,2-9-1,1-4-555,5-31 0,-3 8-200,-3 25 661,-2 9 93,0-1-1,-1 1 1,1-1 0,-1-7 0,19 34 474,-9 0 211,-1 1 0,0 0 0,10 39 1,-12-34 434,2-1 0,22 46 1,-21-54-620,1-1 1,0 0-1,1 0 1,17 15-1,-28-29-305,9-7-1336,-10 5 1207,1 0-1,-1 0 1,0-1 0,0 1-1,1-1 1,-1 1-1,0-1 1,0 0 0,0 1-1,1-1 1,-1 0-1,0 0 1,0 0 0,0 0-1,-1 0 1,1 0-1,0 0 1,0 0 0,0 0-1,-1 0 1,1 0-1,0-1 1,-1 1 0,1 0-1,-1 0 1,0-1-1,1 1 1,-1 0 0,0-1-1,0 1 1,0 0-1,0-1 1,0 1 0,0 0-1,0-1 1,-1-1-1,-3-17-1097,0 0 0,-2 0 0,0 0 0,-1 1 0,-1 0-1,-1 0 1,-1 1 0,-13-20 0,-35-53 3457,57 90-2164,1 1-1,0 0 0,-1-1 0,1 1 1,0-1-1,0 1 0,-1 0 1,1-1-1,0 1 0,0-1 1,0 1-1,0-1 0,0 1 1,0 0-1,0-1 0,-1 1 1,1-1-1,0 1 0,1-1 0,-1 1 1,0-1-1,0 1 0,0 0 1,0-1-1,0 1 0,0-1 1,0 1-1,1-1 0,-1 1 1,0 0-1,0-1 0,1 1 1,-1 0-1,0-1 0,0 1 0,1 0 1,-1-1-1,0 1 0,1 0 1,-1-1-1,1 1 0,20-9 161,-14 7 402,-6 2-568,0-1 1,0 1 0,0 0-1,0-1 1,0 1-1,0 0 1,0 0 0,1 0-1,-1 0 1,0 0-1,0 0 1,0 0 0,0 0-1,0 1 1,0-1 0,2 1-1,4 0 253,12 2 153,-1 0-1,0 2 1,0 0-1,0 0 0,-1 2 1,0 0-1,0 2 1,0-1-1,-1 2 1,-1 0-1,16 14 0,-25-20-552,-1 1 0,1 0-1,-1 0 1,-1 0 0,1 1-1,-1 0 1,0 0-1,0 0 1,-1 0 0,0 1-1,0-1 1,0 1-1,-1 0 1,0 0 0,1 8-1,-2-13-103,1 0-1,-1-1 0,0 1 1,1 0-1,-1-1 0,1 1 1,-1-1-1,1 1 0,0-1 0,0 0 1,0 0-1,2 2 0,-3-3-38,1 0 89,0-1 0,-1 1 0,1-1 0,-1 1-1,1-1 1,-1 0 0,1 1 0,-1-1 0,1 0 0,-1 0 0,0 0 0,1 0-1,-1 0 1,0-1 0,1 0 0,1-4 2,0 0 0,0 0-1,-1 0 1,3-11 0,7-18-82,6 0 679,0 2 1,2 0-1,2 1 1,32-37-1,-19 42 963,-35 27-1455,0 0 0,0 0 0,0 0 1,1 0-1,-1 0 0,0 0 1,0 0-1,0 0 0,0 0 0,0 0 1,0 0-1,0 0 0,0 0 1,0 0-1,0 0 0,0 0 0,1 0 1,-1 0-1,0 0 0,0 0 0,0 0 1,0 0-1,0 0 0,0 0 1,0 0-1,0 0 0,0 0 0,0 0 1,1 0-1,-1 0 0,0 0 1,0 0-1,0 0 0,0 0 0,0 0 1,0 0-1,0 0 0,0 0 1,0 0-1,0 0 0,0 0 0,0 0 1,0 0-1,0 0 0,1 1 0,-1-1 1,0 0-1,0 0 0,0 0 1,0 0-1,0 0 0,0 0 0,0 0 1,0 0-1,0 0 0,0 0 1,0 0-1,0 1 0,0-1 0,0 0 1,0 0-1,0 0 0,0 0 0,0 0 1,0 0-1,0 0 0,4 10 149,-1-5-115,-1-1 0,0 0 0,-1 1 0,1 0-1,-1-1 1,0 1 0,0 0 0,0 5 0,-4 33-80,2-36-169,0-1 0,0 1 0,1 0 0,0-1 0,0 1 0,1-1 0,-1 1 0,1 0 0,1-1 0,-1 0 0,1 1 0,1-1 0,2 8 0,-4-14 185,-1 1 0,0-1 1,0 1-1,1-1 0,-1 0 0,0 1 0,1-1 0,-1 0 1,1 1-1,-1-1 0,0 0 0,1 1 0,-1-1 0,1 0 1,-1 0-1,1 1 0,-1-1 0,1 0 0,-1 0 0,1 0 1,-1 0-1,1 0 0,-1 0 0,1 0 0,-1 0 0,1 0 1,0 0-1,17-8-311,20-25 261,-28 23 70,12-9 564,0 0 1,42-24-1,-56 38-288,0 0 1,1 1-1,0 0 1,0 0-1,0 1 1,1 0-1,-1 1 1,1 0-1,-1 1 1,1 0-1,13 0 0,-20 1-184,1 1-1,0 0 1,-1 0-1,1 1 0,-1-1 1,1 1-1,-1-1 1,0 1-1,1 0 0,-1 0 1,0 1-1,0-1 1,-1 0-1,1 1 0,0 0 1,-1 0-1,0 0 1,4 5-1,0 1 37,-1 0 1,0 1-1,-1 0 1,1 0-1,3 17 0,14 73-4241,-21-96 1388</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3:03.877"/>
    </inkml:context>
    <inkml:brush xml:id="br0">
      <inkml:brushProperty name="width" value="0.035" units="cm"/>
      <inkml:brushProperty name="height" value="0.035" units="cm"/>
    </inkml:brush>
  </inkml:definitions>
  <inkml:trace contextRef="#ctx0" brushRef="#br0">1 0 4528,'3'15'18509,"-1"-14"-18379,18 6-56,-1 0 0,1-2-1,0 0 1,0-1 0,0-1-1,28 0 1,30 5-33,143 17-18,-101-21 93,-96-4-154,171-3-69,-142 3 90,179 3-26,-16 17 53,8-6 18,-13-17-23,-68-2-54,-27 0 70,45 1-32,-79 5 43,34 1-81,24-1 78,-30-2-73,108 2 63,-108-2 6,47 0-46,19-2 107,-107 1-119,49-3 120,106-2-179,-23 12 80,-123-2-12,-35-3 53,66 10-1,-45-2-14,0-3-1,71-4 0,-87-1-84,182-5 83,-155 2-17,436-4-60,-99-1-71,581 5-34,-727-5 138,47-3 12,187 8-60,-257 5 24,6-6 55,145 3-20,125-5-101,95 6 60,-228 19-802,-210-23 735,-85 0 56,150-5 108,4-4-16,-211 12-21,266 1-8,-236 4 0,309 16 284,-276-15-113,32 1 112,73-14 275,-117 2-462,-1 4 1,106 10-1,-104 0-124,61 3 595,-143-11-220,-1 0 117,33 3 520,-32-3 2500,-4 1-3494,-1 0-1,1 0 1,0-1 0,0 1 0,1 0-1,-1 0 1,0 0 0,0 0 0,0 0-1,0 0 1,1-1 0,-1 1-1,0 0 1,1 0 0,-1 0 0,1-1-1,-1 1 1,1 0 0,-1-1 0,1 1-1,0 1 1,0-2-86,-1 0 0,1 0 0,-1 0-1,1 0 1,0 0 0,-1 0 0,1 0 0,-1 0 0,1 0 0,-1 0-1,1 0 1,-1-1 0,1 1 0,-1 0 0,1 0 0,-1 0 0,0-1-1,1 1 1,-1 0 0,1-1 0,-1 1 0,0 0 0,1-1 0,-1 1 0,1 0-1,-1-1 1,0 1 0,0-1 0,1 1 0,-1-1 0,2-2-348,-1 1 1,0-1-1,1 1 1,-1-1 0,-1 1-1,1-1 1,0 0-1,0 1 1,-1-6 0,-2-27-8565,0 20 118</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3:04.286"/>
    </inkml:context>
    <inkml:brush xml:id="br0">
      <inkml:brushProperty name="width" value="0.035" units="cm"/>
      <inkml:brushProperty name="height" value="0.035" units="cm"/>
    </inkml:brush>
  </inkml:definitions>
  <inkml:trace contextRef="#ctx0" brushRef="#br0">51 12 7393,'0'0'1750,"2"-1"-242,-1 0-1144,0 0-1,0 0 1,0 0-1,0 0 1,1 0 0,-1 1-1,0-1 1,1 0 0,-1 1-1,0-1 1,1 1-1,-1-1 1,1 1 0,-1 0-1,1-1 1,-1 1 0,1 0-1,-1 0 1,1 0-1,-1 0 1,3 1 0,11 6 6,-9-4-24,0 0-1,0 0 0,1-1 1,-1 0-1,0 0 1,1-1-1,8 2 1,-7-2 35,-1 0 1,1 1-1,-1 0 1,11 4-1,8 7 971,47 34 0,3 1-432,-64-41-792,63 37 381,-65-37-415,0 0 1,-1 0-1,0 1 1,0 0-1,8 11 1,-15-16-77,0-1 0,-1 0 0,1 0 0,-1 0 0,0 1 0,0-1 1,0 1-1,0-1 0,0 1 0,-1-1 0,1 1 0,-1 0 0,0-1 0,1 1 0,-1-1 0,0 1 0,-1 0 1,1-1-1,-1 5 0,-1-2 1,1 0 1,-1-1-1,0 1 1,-1 0 0,1-1-1,-1 1 1,0-1-1,0 0 1,-6 6-1,-4 3 17,-2-1 0,1 0 0,-1-1 0,-25 14 0,-21 10-255,-2-3 0,-73 25 1,123-51-260,0 0 1,-17 11-1,-18 8-2681,12-16-2010,17-6-846</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0.964"/>
    </inkml:context>
    <inkml:brush xml:id="br0">
      <inkml:brushProperty name="width" value="0.035" units="cm"/>
      <inkml:brushProperty name="height" value="0.035" units="cm"/>
    </inkml:brush>
  </inkml:definitions>
  <inkml:trace contextRef="#ctx0" brushRef="#br0">668 118 4740,'48'-24'1341,"-47"24"-1280,0 0 1,-1 0 0,1-1 0,0 1 0,0 0 0,-1-1 0,1 1 0,0 0 0,-1-1 0,1 1 0,0-1-1,-1 1 1,1-1 0,-1 1 0,1-1 0,-1 0 0,1 1 0,-1-1 0,1 1 0,-1-1 0,1 0 0,-1 0 0,0 1-1,0-1 1,1 0 0,-1 0 0,0 1 0,0-1 0,0 0 0,0-1 0,0-1 232,10-15 3857,21-17 3449,-32 35-7574,1 0 1,-1 0-1,1 0 0,-1 0 0,1-1 0,0 1 1,-1 0-1,1 0 0,-1 0 0,1-1 0,0 1 1,-1 0-1,1-1 0,0 1 0,-1 0 0,1-1 1,0 1-1,0-1 0,-1 1 0,1 0 0,0-1 1,-1 0-1,1 0 0,-1 0 0,1 1 0,-1-1 1,0 0-1,1 1 0,-1-1 0,0 0 1,1 1-1,-1-1 0,0 1 0,0-1 0,1 1 1,-1-1-1,0 1 0,0 0 0,0-1 0,0 1 1,-1 0-1,-11-2 114,-1 2 0,1 0 0,-1 0 0,1 1 0,-23 5-1,-71 22 374,30-6-285,-33 15-35,68-21-192,30-11 8,1 0-1,0 1 1,0 1-1,0-1 1,1 2 0,0-1-1,1 2 1,-10 9-1,3-1-6,0 0-1,1 2 0,1 0 0,1 0 0,0 1 0,2 1 0,0 0 0,-8 24 0,2 4 42,2 1 0,-14 81 0,21-69-54,3 1 0,3-1 0,6 75-1,25 121 1,-21-205 10,9 47 2,5-1 0,42 119-1,-58-199 4,4 12 3,1 0 0,28 52-1,3-4 3,-29-50-20,2-1 1,2 0-1,0-1 0,23 26 0,-13-23 19,50 43 0,-61-61-15,1 0 0,-1-1 0,2-1 0,0 0 0,23 8 0,-22-10-11,0-1 0,0-2 0,1 0 0,-1 0 0,1-2 1,1-1-1,-1 0 0,0-2 0,37-3 0,-27 1-5,-1-2 1,0-2-1,-1 0 1,1-2 0,35-15-1,-26 4 12,-1-2-1,0-1 1,-2-2-1,40-35 1,-58 44 0,-1-1 0,-1-1 0,0-1 0,-2 0 1,22-36-1,45-110-11,-70 142 11,17-49 18,-4 0 1,24-117-1,-34 126 67,9-120 0,-20 148 80,-3 0 0,0 0 0,-3 1 0,0-1-1,-12-41 1,4 33 118,-1 0 0,-3 1 0,0 1 0,-3 0 0,-2 1 0,-1 2 0,-1 0 0,-41-48 0,11 25-17,-2 3 1,-79-63 0,100 93-219,-1 1 0,-2 2 1,0 2-1,-1 1 1,-71-27-1,86 41-161,0 0-1,0 1 1,-1 2 0,1 0-1,-1 2 1,0 0 0,0 2-1,1 0 1,-1 2 0,0 0-1,1 2 1,-38 10 0,40-6-415,-1 0 0,2 1 0,-1 1 0,1 0 0,1 2 0,0 1 0,0 0 0,-20 20 0,23-18-1365,-26 32 0,11 0-3828,10-4-2374</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1.686"/>
    </inkml:context>
    <inkml:brush xml:id="br0">
      <inkml:brushProperty name="width" value="0.035" units="cm"/>
      <inkml:brushProperty name="height" value="0.035" units="cm"/>
    </inkml:brush>
  </inkml:definitions>
  <inkml:trace contextRef="#ctx0" brushRef="#br0">1 1153 7837,'0'0'9315,"3"1"-8395,9 3-457,0-2 0,0 1-1,0-2 1,0 0-1,0 0 1,1-1 0,20-2-1,93-22 1174,-38 6-469,-39 10-713,638-91 1863,234 10-1929,512-58-198,-59-36-88,-887 111-77,1167-187-64,-1175 177-158,316-60-164,-750 134-394,0 2 0,55-1 1,-96 7-237,-41-12-11847,25 4 4460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1.921"/>
    </inkml:context>
    <inkml:brush xml:id="br0">
      <inkml:brushProperty name="width" value="0.035" units="cm"/>
      <inkml:brushProperty name="height" value="0.035" units="cm"/>
    </inkml:brush>
  </inkml:definitions>
  <inkml:trace contextRef="#ctx0" brushRef="#br0">0 63 13869,'6'-4'439,"1"0"0,-1 0-1,1 0 1,0 1 0,0 0-1,0 0 1,10-1 0,56-11 2182,-41 10-1638,2-1-149,-1 2 0,1 2 1,-1 1-1,1 1 0,0 2 1,42 7-1,-59-6-666,1 1 1,-1 0 0,0 2-1,0 0 1,-1 0 0,0 2-1,0 0 1,-1 1 0,1 0-1,-2 1 1,0 1 0,0 1-1,19 20 1,-25-22-120,-1 0-1,0 1 1,-1 1-1,0-1 1,-1 1-1,0 0 1,-1 0-1,0 0 1,-1 0 0,0 1-1,-1 0 1,0-1-1,-1 1 1,-1 0-1,0 0 1,-3 24-1,-2-4-598,-2 0-1,-1-1 0,-1 0 0,-2 0 0,-20 41 0,21-53-673,0-1 0,-1-1 0,-22 28 0,17-27-2576,-22 20 0,-11 5-7424</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2.630"/>
    </inkml:context>
    <inkml:brush xml:id="br0">
      <inkml:brushProperty name="width" value="0.035" units="cm"/>
      <inkml:brushProperty name="height" value="0.035" units="cm"/>
    </inkml:brush>
  </inkml:definitions>
  <inkml:trace contextRef="#ctx0" brushRef="#br0">507 6 9973,'0'1'121,"0"0"0,-1 0 0,1-1-1,-1 1 1,0 0 0,1 0 0,-1 0 0,0-1 0,1 1 0,-1 0 0,0-1-1,0 1 1,0-1 0,1 1 0,-1-1 0,0 1 0,0-1 0,-1 1 0,1-2 21,0 1 0,1-1 0,-1 1 0,1-1 0,-1 1 0,1-1 0,-1 0 0,1 1 0,-1-1 0,1 0 1,0 0-1,-1 1 0,1-1 0,0 0 0,-1 0 0,1 0 0,0 1 0,0-1 0,0 0 0,0-1 0,-1-1 1320,-2 4-228,-6 0-932,0 0 0,-1 1 0,1 0-1,0 1 1,1 0 0,-1 1 0,0 0 0,1 0 0,0 0-1,-14 11 1,-7 8-65,2 1-1,1 2 1,1 0 0,1 2-1,1 0 1,1 2-1,2 1 1,1 0 0,-24 55-1,21-33 135,2 2 0,2 0-1,3 1 1,2 1 0,-7 78 0,17-105-173,1 1 0,2-1 0,1 1 1,1-1-1,2 1 0,10 40 0,-10-57-120,0 1-1,2 0 0,0-1 0,0 0 1,1-1-1,1 1 0,0-1 0,1-1 1,0 1-1,1-2 0,1 1 0,0-1 0,0-1 1,18 13-1,-10-11 8,0-1-1,1-2 1,-1 0-1,2 0 1,-1-2-1,1-1 1,40 7-1,-41-10-46,0 0 0,-1-2 0,1 0 0,0-2 0,0 0 0,0-1 0,0-1 0,34-10 0,-44 9-113,-1 0-1,1 0 1,-1-1-1,0 0 1,0-1 0,-1 0-1,0 0 1,0-1-1,0 0 1,-1 0-1,0-1 1,0 0 0,-1 0-1,0-1 1,-1 1-1,8-17 1,-9 17-95,-1 0 1,0 0-1,-1 0 1,1-1-1,-2 1 1,1 0-1,-1-1 1,-1 0-1,1 1 1,-1-1-1,-1 1 1,0-1-1,0 1 1,0-1-1,-1 1 1,-1-1-1,1 1 1,-1 0-1,-1 0 1,-5-9-1,-1 3-226,0 0-1,-1 0 1,-23-21-1,23 25 320,1 0-1,0-1 0,0 0 1,1-1-1,-9-17 1,17 27 653,2 0 327,1 0-741,-1 0 0,1 0 0,0 1-1,0-1 1,0 1 0,0-1 0,0 1 0,0-1-1,0 1 1,0 0 0,0 0 0,1 0 0,-1 0-1,1 1 1,-1-1 0,4 0 0,0 1 57,0-1 0,0 1 1,0 1-1,0-1 0,0 1 1,10 3-1,0 1 222,0 0 0,0 2 0,0 0 0,18 11 0,-11-3-102,-1 0 0,-1 1 0,-1 0 0,0 2 0,-1 1 0,29 36 0,-39-43-659,0 1 1,-1 0-1,0 1 0,-1-1 0,0 2 1,-1-1-1,-1 1 0,0 0 0,-1 0 1,-1 0-1,0 0 0,1 29 0,-5-32-800,0-1 0,0 1 0,-1-1 0,-5 16 0,-9 17-7125,-1-16-3643</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4.078"/>
    </inkml:context>
    <inkml:brush xml:id="br0">
      <inkml:brushProperty name="width" value="0.035" units="cm"/>
      <inkml:brushProperty name="height" value="0.035" units="cm"/>
    </inkml:brush>
  </inkml:definitions>
  <inkml:trace contextRef="#ctx0" brushRef="#br0">245 264 11597,'0'0'123,"0"-1"0,0 0 0,-1 0-1,1 1 1,0-1 0,0 0 0,0 1 0,-1-1 0,1 0 0,0 1-1,-1-1 1,1 1 0,0-1 0,-1 0 0,1 1 0,-1-1 0,1 1-1,-1-1 1,1 1 0,-1-1 0,1 1 0,-1-1 0,0 1 0,1 0-1,-1-1 1,1 1 0,-1 0 0,0 0 0,1-1 0,-1 1 0,0 0-1,0 0 1,1 0 0,-1 0 0,0 0 0,1 0 0,-1 0 0,0 0-1,0 0 1,1 0 0,-1 0 0,0 1 0,1-1 0,-1 0 0,0 0-1,1 1 1,-1-1 0,0 1 0,-4 1 74,1 0 0,-1 0 0,1 0 0,0 1 0,0 0-1,0 0 1,0 0 0,1 0 0,-1 1 0,-4 4 0,-29 43 687,-84 168 1329,118-212-2112,1 0 1,0 0-1,0 0 0,1 1 1,0-1-1,0 11 0,2-17-58,0 0-1,-1 1 0,1-1 0,0 0 0,0 0 0,0 0 0,0 1 0,0-1 0,0 0 0,0 0 0,1-1 0,-1 1 0,0 0 0,0 0 0,1 0 0,-1-1 0,0 1 0,1-1 0,-1 1 0,1-1 0,2 1 0,1-1 30,0 1 0,1-1 0,0 0 0,-1 0 0,0 0 0,1-1 0,-1 0 0,1 0 0,-1-1 0,0 1 0,8-4 0,4-3 111,33-19 0,-4-6-84,-29 20-359,29-16-1,-25 15-19,-18 11 184,0 0 0,1 0-1,-1 1 1,1 0-1,0-1 1,0 1 0,0 1-1,0-1 1,0 1-1,0-1 1,6 0 0,-11 2 89,1 0 1,-1 0 0,0 0 0,0 0 0,0 0 0,0 1 0,1-1 0,-1 0 0,0 0 0,0 1 0,1-1 0,-1 0 0,0 1 0,1-1-1,-1 1 1,0-1 0,1 1 0,-1-1 0,0 1 0,1-1 0,-1 1 0,1 0 0,-1-1 0,1 1 0,-1 1 0,0 0 1,0 0 1,1 0 0,-1 0-1,1 0 1,0 0-1,0 0 1,-1 0 0,1 0-1,1 0 1,-1 3-1,1-1 3,-1 1-1,2 0 1,-1 0-1,0 0 0,1 0 1,0-1-1,0 1 1,3 5-1,-2-8 21,-1 1-1,1-1 0,-1 1 1,1-1-1,0 0 0,0 0 1,0 0-1,0 0 0,1-1 1,-1 1-1,0-1 0,1 0 1,-1 1-1,0-2 0,1 1 1,0 0-1,-1-1 0,1 0 1,4 0-1,9 0 43,-1-2 0,1 0 0,16-4 0,-31 6-51,153-40-277,-129 32-30,-1-2 1,-1 0-1,0-2 1,24-15-1,-32 16 6,1 1 0,24-10-1,-39 19 1758,22 5-1313,-18-3-108,-4 0 1209,-1-3-1222,77-95-719,-55 74 526,-21 21 104,0 1-47,-1 1 103,0-1 0,0 1 0,0-1 0,1 1 0,-1-1 0,0 1 0,0 0 0,0 0 0,1 0 0,-1-1 0,0 1 0,0 0 0,0 1 0,1-1 0,-1 0 0,0 0 0,0 0 0,1 1-1,-1-1 1,0 1 0,1 0 0,1 1-11,-1 0-1,0 0 0,0 0 1,0 1-1,0-1 0,-1 1 1,3 4-1,0-1 20,11 21 27,-6-12-65,0 0-1,12 16 0,-18-28 36,0 0 0,-1 0-1,1 0 1,0 0-1,1 0 1,-1 0 0,0-1-1,1 0 1,0 0-1,-1 0 1,1 0 0,0 0-1,0-1 1,5 2-1,-6-3-9,1 0 0,-1 0 0,1 0 0,-1 0 0,1-1 0,-1 1 0,0-1-1,1 0 1,-1 0 0,0 0 0,1-1 0,-1 1 0,0-1 0,0 0 0,5-3-1,0-1 19,-1 0 0,1-1 0,-1 0 0,9-11 0,2-7-203,-1-1 0,-1 0 0,20-48 0,6-10-1481,-42 83 1661,0 1 0,1-1 0,-1 1 0,0-1 0,0 1 0,1-1 0,-1 1 0,0 0 0,1-1 0,-1 1 0,1-1 0,-1 1 0,1 0 0,-1-1 0,0 1 0,1 0 0,-1-1 0,1 1 0,0 0 0,-1 0 0,1 0 0,-1-1 0,1 1 0,-1 0 0,1 0 0,-1 0 0,1 0 0,0 0 0,-1 0 0,1 0 0,-1 0 0,1 0 0,-1 0 0,1 1 0,-1-1 0,1 0 0,-1 0 0,1 0 0,-1 1-1,1-1 1,-1 0 0,1 1 0,-1-1 0,1 0 0,-1 1 0,1-1 0,-1 0 0,0 1 0,1-1 0,0 2 0,1 0-8,0 1 0,0-1 0,0 1 0,-1 0 0,1 0 0,0 0 0,1 5 0,3 15-3,2 0 0,1-1 1,0 0-1,2 0 0,1-1 0,14 21 1,-21-36 72,0 0 1,0 0-1,0 0 1,1-1 0,-1 0-1,1 0 1,1 0-1,-1-1 1,1 0-1,0 0 1,-1-1 0,2 0-1,-1 0 1,0-1-1,1 0 1,-1 0-1,1 0 1,-1-1 0,1 0-1,0-1 1,-1 0-1,15-1 1,-6-1-24,-1-1 1,0 0-1,1-1 0,-1-1 1,-1 0-1,1-1 1,-1 0-1,0-2 0,20-12 1,-18 8 4,-1-1 0,0 0 0,0-1 0,-2-1 0,1 0 0,-2 0 1,13-21-1,16-35 444,-40 68-238,0 7-263,0 6 52,0 1-1,-1-1 1,0 0-1,-2 11 1,1-11 61,0-1 0,1 1 1,0-1-1,1 10 0,-1-15 904,11-21-593,14-18-142,-11 16-116,14-25 0,-4-1-784,48-67-1,-70 111 546,0 2 10,0 0 75,-1 0 6,0 0 0,1 0 0,-1 0 0,0 0 0,0 0 0,0 0 1,0 0-1,0 0 0,0 0 0,0 0 0,0 1 0,0-1 0,0 0 0,-1 1 0,1-1 0,0 1 0,-1-1 1,1 1-1,-1-1 0,0 1 0,1-1 0,-1 1 0,0 2 0,1 4 12,0 0-1,1 1 0,0-1 1,0 0-1,1 0 1,0 0-1,1-1 0,0 1 1,0-1-1,0 1 1,1-1-1,0-1 0,0 1 1,9 7-1,-13-13 0,0-1-1,0 1 1,0-1-1,0 0 1,0 1 0,1-1-1,-1 0 1,0 0-1,0 0 1,0 0-1,1 0 1,-1 0 0,0 0-1,0 0 1,0-1-1,0 1 1,2-1-1,2 0 10,25-5 39,-25 5-30,-1-1-1,0 0 0,0 0 1,0 0-1,0 0 0,0-1 1,-1 1-1,1-1 0,-1 0 1,0 0-1,0 0 0,5-6 1,4-4 59,71-76 697,-76 82-647,0 1 1,0 0 0,0 0 0,15-8 0,-21 14-134,0 1 1,-1 0-1,1-1 1,-1 1-1,1 0 1,0 0-1,-1 0 1,1-1-1,-1 1 1,0 0-1,1 0 1,-1 0-1,0 0 1,1 1-1,-1-1 0,3 12-43,0 0 1,-1 0 0,-1 0 0,0 1 0,-1-1-1,0 0 1,-3 19 0,2-15-83,-1 13-639,2 1 0,1 0-1,1 0 1,2 0 0,12 46 0,-15-73 408,0 0 1,0 0-1,0-1 1,1 1-1,0 0 1,0-1-1,0 1 0,0-1 1,0 0-1,1 0 1,-1 0-1,1 0 1,0 0-1,0 0 1,0-1-1,0 1 0,0-1 1,1 0-1,-1 0 1,1 0-1,0 0 1,-1-1-1,1 0 1,0 1-1,0-1 0,0-1 1,0 1-1,0 0 1,0-1-1,0 0 1,7-1-1,37-1-5284</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4.499"/>
    </inkml:context>
    <inkml:brush xml:id="br0">
      <inkml:brushProperty name="width" value="0.035" units="cm"/>
      <inkml:brushProperty name="height" value="0.035" units="cm"/>
    </inkml:brush>
  </inkml:definitions>
  <inkml:trace contextRef="#ctx0" brushRef="#br0">272 93 6677,'-5'-1'274,"3"1"-156,1 0-1,-1 0 1,0-1 0,1 1-1,-1 0 1,1-1-1,-1 1 1,1-1-1,0 1 1,-1-1 0,1 0-1,-1 0 1,1 0-1,0 0 1,0 0 0,0 0-1,-1 0 1,-2-4 6023,0 4-5811,0 1 1,0 0 0,0 1-1,0-1 1,0 1 0,-5 1-1,5-2 27,-2 3-53,0-1 1,0 1 0,0 0 0,0 0-1,0 0 1,1 1 0,0 0-1,-6 5 1,-9 6 197,8-7-371,1 0 0,0 1 0,1 0 0,0 1 0,0 0 0,1 0 0,1 1 0,0 0 0,0 1 0,1 0 0,-10 22 0,17-33-127,0 0-1,-1 1 0,1-1 1,0 1-1,0-1 1,0 1-1,0-1 1,0 1-1,0-1 0,0 1 1,1-1-1,-1 1 1,0-1-1,1 1 1,-1-1-1,1 0 0,0 1 1,-1-1-1,1 0 1,0 0-1,0 1 1,0-1-1,0 0 0,0 0 1,0 0-1,0 0 1,0 0-1,1 0 1,-1 0-1,0-1 0,0 1 1,1 0-1,1 0 1,4 0-50,-1-1 0,0 0 0,0 0 0,1 0 1,-1-1-1,0 0 0,0 0 0,0 0 0,0-1 0,0 0 1,0 0-1,0-1 0,-1 0 0,1 0 0,-1 0 0,0 0 1,0-1-1,0 0 0,0 0 0,7-9 0,3-3-450,-1-1-1,0 0 0,-2-1 1,17-31-1,-19 30-118,8-28 1,-13 34 590,-1 1 0,2-1 0,0 1 0,11-17 0,-16 27 702,-11 46 622,9-32-1138,1-1 0,0 1 0,1-1 0,0 0 0,1 1 0,5 18 0,28 64 622,-24-66-576,-8-20-203,1 0 1,0 0-1,0 0 0,0 0 1,1-1-1,0 0 0,1 0 0,0 0 1,0-1-1,0 1 0,1-2 1,-1 1-1,16 9 0,-14-11-399,0 0-1,1-1 1,-1 0 0,1 0-1,-1-1 1,1 0 0,0-1-1,0 0 1,9 0-1,33-3-5403,6-10-3672</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4.864"/>
    </inkml:context>
    <inkml:brush xml:id="br0">
      <inkml:brushProperty name="width" value="0.035" units="cm"/>
      <inkml:brushProperty name="height" value="0.035" units="cm"/>
    </inkml:brush>
  </inkml:definitions>
  <inkml:trace contextRef="#ctx0" brushRef="#br0">46 1727 14341,'-46'-12'13961,"50"-4"-10669,0-6-3105,0 1-1,-1-1 0,-1 0 0,-1 0 1,-3-31-1,1 2-131,-3-270-55,2-172 0,4 415 0,19-349 0,-19 408 0,0 0 0,11-34 0,-12 48 0,1 0 0,1-1 0,-1 1 0,1 0 0,-1 0 0,2 0 0,-1 1 0,0-1 0,1 1 0,0 0 0,0 0 0,0 0 0,7-5 0,-9 8-10,-1 1-1,1-1 1,0 0 0,-1 1-1,1-1 1,0 1 0,-1-1-1,1 1 1,0 0 0,0 0-1,0 0 1,-1 0 0,1 0-1,0 0 1,0 0 0,0 1-1,-1-1 1,1 1 0,0-1-1,2 2 1,30 17-626,-31-17 512,10 8-486,0 0 0,-1 0-1,0 1 1,-1 1 0,0 0 0,-1 0-1,-1 1 1,16 26 0,-6-1-3526,-1 1 1,13 44-1,-7-14-6771</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5.039"/>
    </inkml:context>
    <inkml:brush xml:id="br0">
      <inkml:brushProperty name="width" value="0.035" units="cm"/>
      <inkml:brushProperty name="height" value="0.035" units="cm"/>
    </inkml:brush>
  </inkml:definitions>
  <inkml:trace contextRef="#ctx0" brushRef="#br0">1 104 20830,'0'0'2656,"14"-12"-312,4 4-555,7-4-393,-2 4-272,6-1-304,20 0-468,-9 4-568,3 2-1072,-8-9-820,-21 4 43,12 2-5447,12-6-7626</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5.795"/>
    </inkml:context>
    <inkml:brush xml:id="br0">
      <inkml:brushProperty name="width" value="0.035" units="cm"/>
      <inkml:brushProperty name="height" value="0.035" units="cm"/>
    </inkml:brush>
  </inkml:definitions>
  <inkml:trace contextRef="#ctx0" brushRef="#br0">105 2 13805,'16'-1'1622,"-24"5"240,-1 0-974,7-3 11,-14 15 489,4-6-1073,8-3-132,-1 0 0,1 1 1,0-1-1,0 1 0,-2 9 1,-11 21 267,13-29-298,-1-1 0,1 1 0,1 0 0,0 0 0,0 1 0,1-1 0,0 1 0,-1 17 0,3-24-64,-1 1 0,1 0 0,1-1 0,-1 1 0,0-1 1,1 1-1,0-1 0,0 1 0,0-1 0,0 0 0,0 1 0,1-1 0,0 0 0,-1 0 0,1 0 0,0 0 1,1 0-1,-1 0 0,0-1 0,1 1 0,-1-1 0,1 0 0,0 1 0,0-1 0,0-1 0,6 4 0,-1-2-8,-1-1-1,1 0 0,0 0 0,-1-1 0,1 0 0,0 0 0,0-1 0,0 0 1,10-2-1,1 0-85,-1-1 0,33-11 1,-36 9-161,-1-2 1,1 0-1,-1 0 0,23-17 1,46-43-943,-69 54 675,0-1 1,-1 0 0,-1 0 0,12-20-1,-22 32 346,-1-1 0,0 0-1,0 1 1,0-1 0,0 0 0,-1 0-1,1-3 1,0 0-34,0 3-64,-3 5 38,-1 2 145,0-1 1,1 1 0,-1 0-1,1 0 1,-1 0 0,1 1-1,1-1 1,-1 0 0,0 1-1,1-1 1,0 1 0,0 0-1,0-1 1,1 1 0,0 0-1,0 0 1,0-1 0,0 1-1,1 0 1,0-1 0,0 1-1,0 0 1,2 5 0,-1-4 54,1 1 1,-1-1 0,1 0 0,0 0-1,0 0 1,1-1 0,0 1 0,0-1-1,0 0 1,0 0 0,1 0 0,0-1-1,0 1 1,0-1 0,1 0 0,8 4-1,-2-3 6,0-1-1,0 0 0,0 0 0,1-2 0,-1 1 0,1-2 0,0 0 0,16 0 0,-3-2-52,1-2 0,51-10-1,-68 10-72,0 0-1,0-1 1,-1 0-1,1 0 1,-1-1-1,0 0 1,0-1-1,-1 0 1,1 0-1,7-8 1,-5 3-281,-1 0 0,0-1 1,-1 0-1,0 0 0,-1-1 0,7-14 0,-14 25 13,-1-2 10,3-27-225,-3 28 358,-2 3 148,1-1 103,-1 0 0,1 0 1,0 0-1,-1 0 1,1 0-1,0 0 0,-1-1 1,1 1-1,-2-3 0,0 1 2733,16 0-2341,0-1 1,21-8 0,24-7 283,-53 18-688,0 0 0,0 0 0,1 1 0,-1-1-1,1 1 1,-1 1 0,0-1 0,10 2 0,-10 0-35,-1 0 1,1 0-1,-1 0 0,0 0 0,0 1 0,0 0 0,5 4 0,-5-4-12,0 1-25,0 0-1,0 1 0,0-1 1,0 1-1,-1 0 0,0 0 1,0 1-1,0-1 0,3 9 1,0 0-54,1 0-552,-2 1 1,0-1 0,0 1-1,3 26 1,2 2-3374,-5-24-1401,-2 1-3308</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6.945"/>
    </inkml:context>
    <inkml:brush xml:id="br0">
      <inkml:brushProperty name="width" value="0.035" units="cm"/>
      <inkml:brushProperty name="height" value="0.035" units="cm"/>
    </inkml:brush>
  </inkml:definitions>
  <inkml:trace contextRef="#ctx0" brushRef="#br0">101 1256 7397,'13'16'4136,"-13"-16"-3972,0 0 0,0 1 0,0-1-1,0 0 1,-1 1 0,1-1 0,0 0 0,0 1 0,0-1 0,0 0 0,0 0-1,-1 1 1,1-1 0,0 0 0,0 0 0,-1 1 0,1-1 0,0 0 0,0 0-1,-1 0 1,1 1 0,0-1 0,0 0 0,-1 0 0,1 0 0,0 0 0,-1 0-1,0 1 1,-16 12 931,11-7-668,2 1-1,-1 1 1,1-1 0,0 1-1,0-1 1,-4 16 0,-6 10 483,11-27-760,-4 7 232,0 0-1,2 1 1,0-1 0,-7 27 0,12-37-320,-1 1 0,1-1 0,-1 0-1,1 0 1,0 0 0,0 0 0,0 0 0,1 1 0,-1-1 0,1 0 0,0 0 0,0 0 0,0 0 0,0 0 0,0 0 0,1-1 0,-1 1 0,1 0 0,0-1 0,0 1 0,0-1 0,0 1 0,0-1 0,0 0 0,1 0-1,-1 0 1,1 0 0,0 0 0,3 1 0,-5-2-53,6 3 56,0-1 0,0 1 0,0-1 0,0-1 1,1 1-1,-1-1 0,1-1 0,0 1 0,11 0 0,-8-2-168,0-1-1,0 1 1,0-2 0,0 0-1,0 0 1,0-1-1,-1 0 1,1-1-1,-1 0 1,0-1 0,0 0-1,0 0 1,-1-1-1,0-1 1,0 1-1,0-1 1,-1-1-1,0 0 1,9-11 0,2-9-479,-1 0 1,-1-2 0,-1 0-1,22-62 1,26-136-1674,23-177 231,-24-6 3643,-45 295-366,-6 45-347,-11 62-666,0 1 0,-1 0 0,-1-17 1,1 24-222,0 0 1,0 1 0,0-1 0,0 0 0,-1 0-1,1 1 1,0-1 0,0 0 0,-1 1 0,1-1-1,0 0 1,-1 1 0,1-1 0,-1 0 0,1 1-1,-1-1 1,1 0 0,-2 0 0,2 1-10,-1 0 1,0 0-1,1 0 1,-1 1 0,1-1-1,-1 0 1,0 0-1,1 1 1,-1-1-1,1 0 1,-1 1 0,0-1-1,1 0 1,-1 1-1,1-1 1,-1 1-1,1-1 1,0 1-1,-1-1 1,1 1 0,-1-1-1,1 1 1,0 0-1,-1-1 1,1 1-1,0 0 1,-13 25 170,1 0 0,1 0 0,1 1 0,2 0 0,-6 29 0,7-27-96,-19 83 458,-18 159 0,39-204-352,3 1 1,3-1-1,3 0 0,3 0 1,30 126-1,-31-169-224,1 0-1,1-1 1,1 0-1,1 0 1,1-1-1,27 41 1,-33-56-12,1 0 0,0 0 1,0 0-1,0-1 0,1 0 1,0 0-1,0-1 1,0 0-1,1 0 0,-1 0 1,1-1-1,1 0 0,-1-1 1,0 0-1,1 0 1,0-1-1,0 0 0,-1 0 1,1-1-1,0 0 0,0-1 1,11 0-1,-6-2-194,1-1-1,-1 0 0,0-1 1,0 0-1,0-1 0,-1-1 1,0 0-1,0-1 0,0 0 1,-1-1-1,0 0 0,0-1 1,12-13-1,11-13-1474,-1-2 0,42-61 0,-55 69 1077,-19 27 1133,-4 6-44,-5 18 82,1 0 0,0 1 0,2-1 0,1 1 0,0 1 0,2-1 0,2 39 0,0-46-301,1-1 0,0 0 0,1 0 0,1 0 0,0 0 1,1-1-1,0 1 0,2-1 0,-1 0 0,2-1 0,0 0 1,17 22-1,-19-29-150,0-1-1,1 0 1,0 0 0,0 0 0,0-1-1,0 0 1,1 0 0,-1-1 0,1 0-1,0 0 1,15 2 0,-3-1-64,-1-1-1,1-1 1,30-1-1,-35-2-227,-1-1-1,0 0 0,0-1 1,0 0-1,0-1 1,-1-1-1,1 0 0,-1 0 1,0-2-1,-1 0 0,1 0 1,-1-1-1,-1-1 1,0 0-1,0 0 0,0-1 1,-1 0-1,-1-1 0,15-22 1,-22 30 138,0-1 1,0 0 0,0 1-1,-1-1 1,0 0-1,0 0 1,0 0-1,0 0 1,-1 0 0,1-5-1,-24-2 1263,24 27-852,0 1-1,2-1 0,0 0 1,0 0-1,2 0 0,0-1 1,1 1-1,13 25 0,-15-36-202,0 1 0,0-1 0,1 0 0,0 0 0,0 0 0,0 0 0,0-1 0,1 0 0,0 0 0,0-1 0,7 4 0,-2-2-17,1 0 1,-1 0 0,1-1 0,0-1 0,18 3 0,-26-5-240,1 0 0,0-1 1,0 0-1,-1 0 1,1 0-1,0 0 0,0-1 1,7-2-1,-11 3 63,0-1 0,1 0 1,-1 1-1,0-1 0,0 0 0,0 0 0,0 0 1,0 0-1,0 0 0,0 0 0,0 0 1,0 0-1,0 0 0,-1 0 0,1 0 0,0-1 1,-1 1-1,1 0 0,-1-1 0,1 1 0,-1 0 1,0-1-1,0 1 0,1 0 0,-1-1 0,0 1 1,0-1-1,0 1 0,0 0 0,-1-1 0,1 1 1,0-1-1,-1 1 0,1 0 0,-1-2 0,-5-15-388,-1 1 0,0 1 0,-1-1 0,-1 1 0,0 0 0,-1 1-1,-13-14 1,-9-17 156,29 43 427,0-1-1,-1 0 0,1 1 0,-1-1 0,1 1 0,-1 0 1,-7-4-1,9 6 1046,3-3-912,0 3-253,0-1 22,0 0 0,0-1 0,1 1 0,-1 0 0,1 0 0,-1 0 0,1 0 0,-1 0 0,1 0-1,0 1 1,0-1 0,0 1 0,0-1 0,0 1 0,1-1 0,-1 1 0,0 0 0,1 0 0,4-1 0,24-3 592,0 2 0,1 1 1,0 1-1,-1 2 0,62 9 0,-38 6-27,-7-1-62,-47-15-541,0 0 1,-1 0 0,1 1 0,0-1-1,-1 0 1,1 0 0,-1 1 0,1-1 0,0 1-1,-1-1 1,1 0 0,-1 1 0,1-1-1,-1 1 1,1-1 0,-1 1 0,0 0 0,1-1-1,-1 1 1,0-1 0,1 2 0,0-1-14,-1 0 1,1 0-1,-1 0 1,1 0-1,0-1 1,-1 1-1,1 0 1,0 0-1,0 0 1,0-1-1,0 1 1,1 1 0,9 5-39,-7-4 7,0 0 0,0 0 0,1 0 0,-1-1 0,1 0 1,-1 0-1,10 3 0,6-5 251,-12-1-23,0 1 1,0 0-1,0 1 1,0 0 0,0 0-1,0 1 1,11 3 0,-1 2-58,1 1 0,-1 1 0,-1 1 0,0 0 1,0 1-1,-1 1 0,-1 0 0,0 1 0,0 1 0,-2 1 1,1-1-1,-2 2 0,0 0 0,-1 1 0,14 27 0,-23-39-429,1 1-1,-1-1 0,0 1 0,-1-1 0,0 1 1,1 0-1,-2 0 0,1 0 0,-1 0 0,0 0 1,-1 8-1,1-13 101,0 0-1,-1 0 1,1 0 0,0 0 0,-1 0-1,1 0 1,-1 0 0,0 0 0,1 0 0,-1 0-1,0-1 1,1 1 0,-1 0 0,0 0-1,0-1 1,0 1 0,0 0 0,0-1 0,0 1-1,0-1 1,0 1 0,0-1 0,0 0-1,0 1 1,0-1 0,0 0 0,0 0 0,-2 1-1,-1-1-827,0 0 1,0 0-1,0 0 0,0-1 0,0 1 0,-6-2 0,-18-13-10211</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7.085"/>
    </inkml:context>
    <inkml:brush xml:id="br0">
      <inkml:brushProperty name="width" value="0.035" units="cm"/>
      <inkml:brushProperty name="height" value="0.035" units="cm"/>
    </inkml:brush>
  </inkml:definitions>
  <inkml:trace contextRef="#ctx0" brushRef="#br0">176 29 11645,'-17'3'792,"-9"-6"-520,-20-9-708,9 4-1248,14 5-1464,-3-3-1309</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7.273"/>
    </inkml:context>
    <inkml:brush xml:id="br0">
      <inkml:brushProperty name="width" value="0.035" units="cm"/>
      <inkml:brushProperty name="height" value="0.035" units="cm"/>
    </inkml:brush>
  </inkml:definitions>
  <inkml:trace contextRef="#ctx0" brushRef="#br0">0 196 17670,'92'-31'3152,"-23"19"120,-6 12-288,12 3-351,-12-6-377,-2 3-1456,-1-3-800,1-3 0,-4 4 0,-2 2 0,-6-3 0,-26 0 0,5 0 0,1-3 0,-49-37-1188,-14-9-1856,-10 38-5325,-22-3-8813</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8.045"/>
    </inkml:context>
    <inkml:brush xml:id="br0">
      <inkml:brushProperty name="width" value="0.035" units="cm"/>
      <inkml:brushProperty name="height" value="0.035" units="cm"/>
    </inkml:brush>
  </inkml:definitions>
  <inkml:trace contextRef="#ctx0" brushRef="#br0">128 1 9089,'-15'2'2009,"12"-2"-252,3 2-1438,-1 0 0,0 0 0,0 0 0,0 0 1,0-1-1,-1 1 0,1-1 0,0 1 1,-3 1-1,-5 8 620,-2 13-86,1 0 1,2 1-1,0 1 0,-5 29 0,2-8-163,3-14 8,1 0-1,2 0 1,-1 49-1,5-65-390,2 0-1,0 0 0,1 0 1,1-1-1,0 1 0,1-1 1,1 0-1,12 29 0,-12-35-139,0 1 1,0-1-1,1-1 0,1 1 0,0-1 0,0 0 0,0 0 0,1-1 1,1 0-1,-1-1 0,1 0 0,0 0 0,20 11 0,-14-11-93,0-1-1,0 0 0,0 0 0,1-2 0,-1 0 1,1-1-1,0 0 0,0-2 0,0 1 0,0-2 1,0 0-1,1-1 0,-1-1 0,24-6 1,-33 6-343,0 0 1,-1-1 0,0 0 0,1 0 0,-1 0 0,0-1 0,0 0 0,-1 0 0,1-1 0,-1 0 0,0 1 0,0-2 0,-1 1 0,1-1 0,-1 1 0,4-8 0,-4 5-1108,0 0 1,-1 0-1,0 0 0,0 0 0,0-1 0,-1 0 0,1-13 0,-1-19-11004</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8.759"/>
    </inkml:context>
    <inkml:brush xml:id="br0">
      <inkml:brushProperty name="width" value="0.035" units="cm"/>
      <inkml:brushProperty name="height" value="0.035" units="cm"/>
    </inkml:brush>
  </inkml:definitions>
  <inkml:trace contextRef="#ctx0" brushRef="#br0">0 175 6909,'1'-2'1256,"0"0"1,0 0-1,0 0 1,0 0-1,1 1 1,-1-1 0,0 0-1,1 1 1,0-1-1,1-1 1,23-10 4092,-13 8-5124,1 2 1,19-3-1,-12 2 1659,714-94 2243,-686 94-4127,71-17 0,-124 23-241,-96 30-5137,77-27 4271,18-3 635,0 0 0,0-1 0,0 0 0,-1 0 0,1-1 0,0 1 0,-1-1 0,1 0-1,0 0 1,-1-1 0,1 0 0,0 0 0,-6-1 0,-15-10-2459,12 5-2378</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39.314"/>
    </inkml:context>
    <inkml:brush xml:id="br0">
      <inkml:brushProperty name="width" value="0.035" units="cm"/>
      <inkml:brushProperty name="height" value="0.035" units="cm"/>
    </inkml:brush>
  </inkml:definitions>
  <inkml:trace contextRef="#ctx0" brushRef="#br0">822 3 8133,'0'0'4097,"-4"0"-2432,-32-3 1082,33 3-1723,-12 9 637,0-3-1081,0 0-1,-28 7 1,-15 5 104,37-8-403,0 1 0,0 1 0,1 0 0,0 2 0,2 0 0,-1 1 0,2 1 0,-18 19 0,4 2 264,1 0 1,2 2-1,-25 46 0,21-25 250,-45 120 0,-3 71 640,49-140-808,6 1 0,4 1 0,-11 229 1,32-280-642,3 0-1,3 0 1,2-1 0,3 1 0,3-2 0,35 98 0,-41-138-188,1 0 0,1 0-1,1-1 1,0-1 0,26 32 0,-30-43-106,-1 0 0,1 0 0,1 0 0,-1-1 0,1 0 0,0-1 0,0 1 0,1-2 0,-1 1 1,1-1-1,0 0 0,0-1 0,1 0 0,-1-1 0,13 2 0,-4-3-1514,0-1 1,0-1-1,0-1 1,-1-1-1,19-4 0,34-9-10019</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0.049"/>
    </inkml:context>
    <inkml:brush xml:id="br0">
      <inkml:brushProperty name="width" value="0.035" units="cm"/>
      <inkml:brushProperty name="height" value="0.035" units="cm"/>
    </inkml:brush>
  </inkml:definitions>
  <inkml:trace contextRef="#ctx0" brushRef="#br0">0 0 6229,'0'0'13892,"3"1"-12666,-3-1-1218,1 1 190,1-1-1,0 1 1,-1-1-1,1 1 1,-1 0-1,1 0 0,-1 0 1,0 0-1,1 0 1,-1 0-1,3 2 1,-4-1-101,1 0 1,-1-1-1,1 1 1,-1 0-1,0 0 0,0-1 1,0 1-1,0 0 1,0 0-1,0-1 1,0 1-1,-1 0 0,1 0 1,-1 1-1,-6 37 1102,3-1-1,0 78 0,16 83 229,1 21-1649,-12-212-253,0 0 0,0 0 1,1 0-1,1-1 0,-1 1 0,2 0 0,-1-1 0,1 0 1,9 15-1,-1-1-2146,-8-21-1732,8-8 390,5-3-7354</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0.366"/>
    </inkml:context>
    <inkml:brush xml:id="br0">
      <inkml:brushProperty name="width" value="0.035" units="cm"/>
      <inkml:brushProperty name="height" value="0.035" units="cm"/>
    </inkml:brush>
  </inkml:definitions>
  <inkml:trace contextRef="#ctx0" brushRef="#br0">243 1 8797,'1'7'485,"1"0"195,0-1 2995,-16 0-2625,-140 81 4121,148-84-5028,1 0 0,-1 1 0,1 0 0,-1 0 0,1 1 0,0 0 1,1-1-1,-1 1 0,1 1 0,0-1 0,0 1 0,1-1 0,0 1 0,0 0 0,-4 10 0,6-11-3,0 0-1,0 0 1,0 0-1,1 1 1,-1-1-1,1 0 1,1 0-1,-1 0 1,1 0-1,0 0 1,0 1-1,0-1 0,0-1 1,1 1-1,0 0 1,0 0-1,1-1 1,-1 1-1,1-1 1,0 1-1,6 5 1,1 1 105,1 0 0,1-1 0,0-1 0,0 0 0,1 0 0,0-1 0,0-1 0,1 0 0,22 7 0,-1-2-168,1-2 1,67 11-1,-88-19-353,37 3-964,-49-5 989,0 0-1,0 0 1,0-1-1,0 0 1,1 1-1,-1-1 1,0 0 0,-1 0-1,1-1 1,0 1-1,0 0 1,0-1 0,4-3-1,-4 2-175,-2 2-32,0 0 1,0 0 0,0 0-1,0 0 1,0 0-1,1 0 1,-1 1 0,0-1-1,1 0 1,-1 1-1,0-1 1,1 1-1,-1-1 1,1 1 0,-1 0-1,1-1 1,-1 1-1,1 0 1,1 0 0,14 0-9825</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0.697"/>
    </inkml:context>
    <inkml:brush xml:id="br0">
      <inkml:brushProperty name="width" value="0.035" units="cm"/>
      <inkml:brushProperty name="height" value="0.035" units="cm"/>
    </inkml:brush>
  </inkml:definitions>
  <inkml:trace contextRef="#ctx0" brushRef="#br0">1 92 9949,'1'0'3293,"9"4"-1672,13 3 4759,18-8-2669,-16-1-2023,283-2 4437,93-5-6125,-177 5 0,-29-13 0,-194 17 0,1 0-35,-1 0 0,1 0 0,-1 0 0,1 0 0,-1-1 0,0 1 0,1-1 0,-1 1-1,1-1 1,-1 1 0,2-2 0,-3 1-82,1 0 0,-1 0 0,0 0 0,0 0 0,1 0 0,-1 0 0,0 1 0,0-1 0,0 0 0,0 0 0,0 0 0,-1 0 0,1 0 0,0 0 0,0 0 0,-1 0 0,1 1 0,0-1 0,-1 0 0,1 0 0,-1 0 0,1 1 0,-1-1 0,1 0 0,-2 0 0,-16-20-3783,15 19 2973,1 0 0,-1 0 1,0 1-1,0-1 1,0 1-1,-1 0 0,1 0 1,-5-1-1,-29-1-13153</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1.138"/>
    </inkml:context>
    <inkml:brush xml:id="br0">
      <inkml:brushProperty name="width" value="0.035" units="cm"/>
      <inkml:brushProperty name="height" value="0.035" units="cm"/>
    </inkml:brush>
  </inkml:definitions>
  <inkml:trace contextRef="#ctx0" brushRef="#br0">1 105 9869,'19'12'2529,"-15"-10"-316,-4-5-292,2-31 1505,-1 33-3301,-1 1-1,1-1 1,-1 0 0,1 1-1,-1-1 1,1 1 0,0-1 0,-1 1-1,1-1 1,0 1 0,-1-1-1,1 1 1,0 0 0,0-1-1,-1 1 1,1 0 0,0 0 0,0-1-1,0 1 1,-1 0 0,1 0-1,2 0 1,0 0 323,257-60 8979,-223 50-9361,-36 10-66,0-1 0,0 1 0,1 0 0,-1-1 0,0 1 0,0 0 0,1 0 0,-1 0 0,0 0 0,1 0 0,-1 0 0,0 0 0,0 0 0,1 0 0,-1 0 0,0 1 0,0-1 0,0 1 0,1-1 0,-1 1 0,0-1 0,0 1 0,0 0 0,1 0 0,2 12 0,-4-13 0,-1 3-22,-1 1-1,0-1 1,1 0 0,-1 1-1,0-1 1,0 0 0,-1 0-1,1-1 1,-6 6 0,-1 2-186,-4 9-435,-21 38 0,21-32 426,12-24 223,1 0-1,-1 0 0,1 0 0,0 0 0,0 0 0,-1 0 0,1-1 1,0 1-1,0 0 0,0 0 0,0 0 0,0 0 0,0 0 0,0 0 0,1 0 1,-1 0-1,0 0 0,0-1 0,1 1 0,0 1 0,0 2 40,0-1 5,0 0 0,0 0 0,1-1 0,-1 1 0,1 0 0,0-1 0,-1 0 0,1 1-1,0-1 1,0 0 0,1 0 0,-1 0 0,0 0 0,1 0 0,-1-1 0,1 1 0,0-1 0,-1 0 0,1 1 0,3 0 0,5 2 88,0-1 0,0 0 1,0 0-1,15 1 0,27-1-211,0-1-1,0-3 1,-1-2-1,80-15 0,-124 17-317,-1-1 0,1 0 0,-1 0 0,1-1 0,-1 0 0,0 0-1,0-1 1,9-5 0,-12 6-336,0-1 1,0 1-1,0-1 0,-1 0 0,5-6 1,-5 5-1044,0 0 0,0 0 1,0-1-1,4-10 0,2-16-10875</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1.499"/>
    </inkml:context>
    <inkml:brush xml:id="br0">
      <inkml:brushProperty name="width" value="0.035" units="cm"/>
      <inkml:brushProperty name="height" value="0.035" units="cm"/>
    </inkml:brush>
  </inkml:definitions>
  <inkml:trace contextRef="#ctx0" brushRef="#br0">2 16 14137,'0'-1'147,"-1"1"-1,1-1 0,0 0 0,0 1 1,0-1-1,0 0 0,0 1 0,0-1 1,0 0-1,0 1 0,0-1 0,0 0 1,1 1-1,-1-1 0,0 0 0,0 1 1,1-1-1,-1 1 0,0-1 0,1 0 1,-1 1-1,1-1 0,0 0 0,12 9 4522,2 3-3708,14 8-229,-1 1-1,-1 1 0,-1 1 0,-1 2 0,-1 0 0,-1 2 0,-1 0 0,-1 2 1,-2 0-1,0 1 0,-2 1 0,20 49 0,-12-7-730,-2 1 0,-4 0 0,-2 2 0,-5 0 0,7 131 0,-18-102 0,-4 0 0,-5-1 0,-36 172 0,42-264-2,-83 354-1988,57-265 182,-66 155-1,37-132-3156,19-44-1663,-5 0-5953</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1.906"/>
    </inkml:context>
    <inkml:brush xml:id="br0">
      <inkml:brushProperty name="width" value="0.035" units="cm"/>
      <inkml:brushProperty name="height" value="0.035" units="cm"/>
    </inkml:brush>
  </inkml:definitions>
  <inkml:trace contextRef="#ctx0" brushRef="#br0">1 3 13653,'0'1'258,"0"0"0,0-1 0,0 1 0,1 0 0,-1 0 0,0-1 0,1 1 0,-1 0 0,0-1 0,1 1 0,-1-1 0,1 1 0,-1 0 0,1-1 0,-1 1 0,1-1 0,-1 1 0,1-1 0,9-3 7856,-2-1-5599,2 0-3516,3 2 1728,-1 1 0,1 0 0,0 1 0,0 1 0,15 1 0,8 4-116,-30-4-388,-3-2-3157</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2.059"/>
    </inkml:context>
    <inkml:brush xml:id="br0">
      <inkml:brushProperty name="width" value="0.035" units="cm"/>
      <inkml:brushProperty name="height" value="0.035" units="cm"/>
    </inkml:brush>
  </inkml:definitions>
  <inkml:trace contextRef="#ctx0" brushRef="#br0">0 148 16946,'4'-1'402,"0"1"0,0-1 1,-1 0-1,1 0 0,0 0 1,0 0-1,-1 0 1,1-1-1,-1 0 0,0 0 1,1 0-1,-1 0 0,3-3 1,1 2 254,0 0 0,1 0 0,-1 1 0,1 0 0,0 0 0,-1 1 0,1 0 0,0 0 0,0 1 0,9 0 0,9-1 536,188-14 575,-212 15-1937,1 0-1,0 0 1,0 0-1,0-1 1,0 0-1,-1 1 1,1-1 0,0 0-1,-1 0 1,4-2-1,-5 2 57,-1 1-1,1-1 1,0 0-1,-1 0 1,1 1 0,-1-1-1,1 0 1,-1 0-1,1 1 1,-1-1-1,0 0 1,1 0-1,-1 0 1,0 0-1,0 0 1,0 0-1,0 0 1,0 0 0,0 1-1,0-1 1,0 0-1,0 0 1,0 0-1,0 0 1,0 0-1,-1 0 1,1 0-1,0 0 1,-1 1-1,1-1 1,-2-2 0,1 1-452,0-1 0,0 1 0,0 0 1,-1-1-1,1 1 0,-1 0 1,0 0-1,-2-3 0,-15-7-6078,-18-7-5920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3.163"/>
    </inkml:context>
    <inkml:brush xml:id="br0">
      <inkml:brushProperty name="width" value="0.035" units="cm"/>
      <inkml:brushProperty name="height" value="0.035" units="cm"/>
    </inkml:brush>
  </inkml:definitions>
  <inkml:trace contextRef="#ctx0" brushRef="#br0">27 1 7569,'-8'3'16896,"3"0"-14169,4-3-2790,0 1 0,0 0 1,0-1-1,0 1 0,0 0 0,0 0 1,0 0-1,1 0 0,-1 0 0,0 0 1,1 0-1,-1 0 0,1 0 0,-1 0 1,1 0-1,-1 0 0,1 0 0,-1 2 1,2 13 2129,14 113 662,-8-58-1897,5 149 289,-1-12-1134,-2-102-743,-3-16-1551,5-3-4161</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3.479"/>
    </inkml:context>
    <inkml:brush xml:id="br0">
      <inkml:brushProperty name="width" value="0.035" units="cm"/>
      <inkml:brushProperty name="height" value="0.035" units="cm"/>
    </inkml:brush>
  </inkml:definitions>
  <inkml:trace contextRef="#ctx0" brushRef="#br0">313 0 10737,'-20'9'6211,"-7"6"-4331,-16 7-1948,21-13 330,-5 0 200,1 2 1,-36 20 0,54-26-336,1 0-1,0 0 1,0 0 0,1 1 0,-1 0 0,1 0 0,1 0 0,-1 1 0,1 0 0,0 0 0,1 1-1,-7 12 1,11-18-83,0 0 0,-1 0-1,1 0 1,0 0 0,0 0-1,0 0 1,0 1-1,0-1 1,1 0 0,-1 0-1,1 0 1,-1 0 0,1 0-1,0 0 1,0 0 0,0 0-1,0 0 1,0-1-1,0 1 1,0 0 0,1-1-1,-1 1 1,4 2 0,2 3 212,0 0 0,1 0 0,13 8 0,10 3 300,1-1 0,65 25 0,-29-14-911,-44-18-705,40 10 0,-3-6-8671,-29-7-878</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3.684"/>
    </inkml:context>
    <inkml:brush xml:id="br0">
      <inkml:brushProperty name="width" value="0.035" units="cm"/>
      <inkml:brushProperty name="height" value="0.035" units="cm"/>
    </inkml:brush>
  </inkml:definitions>
  <inkml:trace contextRef="#ctx0" brushRef="#br0">0 113 23554,'17'-18'3104,"1"18"-459,-1 3 819,-6-8-3464,7-1 0,8 3 0,2 0 0,-2-3 0,0 3 0,-6-2 0,15-10-192,-24 12-2824,-5-14-1217,0 6-3195,-1-9-7486</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4.098"/>
    </inkml:context>
    <inkml:brush xml:id="br0">
      <inkml:brushProperty name="width" value="0.035" units="cm"/>
      <inkml:brushProperty name="height" value="0.035" units="cm"/>
    </inkml:brush>
  </inkml:definitions>
  <inkml:trace contextRef="#ctx0" brushRef="#br0">27 334 11461,'0'0'5017,"-1"2"-3787,-3 4-1000,3-4 13,0-1 0,1 1 1,-1-1-1,0 1 0,0 0 1,1-1-1,-1 1 1,1 0-1,0 0 0,-1-1 1,1 1-1,0 0 0,0 0 1,0-1-1,0 4 0,2 3 3770,-5-26-3048,-1-30 1,7 31-640,0 0 1,8-24 0,-5 20 103,5-32 0,-5 20-31,15-49 1,-20 79-413,-1 0-55,1 1 0,-1-1 0,1 0 0,-1 0 0,0 1 0,0-1 0,-1 0 0,1 0 0,-1-3 0,-1-9-3394,-17 28-1112,15-10 3713,-1 0 0,2 1-1,-1-1 1,0 1 0,1 0-1,-1 0 1,1 0 0,0 0-1,1 0 1,-4 7-1,-3 17-8364</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4.460"/>
    </inkml:context>
    <inkml:brush xml:id="br0">
      <inkml:brushProperty name="width" value="0.035" units="cm"/>
      <inkml:brushProperty name="height" value="0.035" units="cm"/>
    </inkml:brush>
  </inkml:definitions>
  <inkml:trace contextRef="#ctx0" brushRef="#br0">1 279 15401,'1'-2'401,"0"1"0,0-1-1,0 1 1,0 0 0,0-1-1,1 1 1,-1 0-1,1 0 1,-1-1 0,1 1-1,-1 0 1,1 1 0,0-1-1,-1 0 1,1 0-1,0 1 1,3-2 0,37-6 892,-34 6-404,206-21 5846,-133 16-5753,939-67-675,-436 34-359,-185-3 52,-387 40-398,0 1-1,0-1 1,0-1 0,0 0 0,14-8-1,-25 12 167,-1 0-1,1-1 0,0 1 0,-1 0 0,1-1 1,0 1-1,-1 0 0,1-1 0,-1 1 0,1-1 1,-1 1-1,1-1 0,-1 0 0,1 1 0,-1-1 1,1 1-1,-1-1 0,0 0 0,1 1 0,-1-2 1,0 1-200,0 1 0,-1-1 0,1 0 1,0 1-1,-1-1 0,1 0 0,-1 1 0,1-1 1,-1 1-1,1-1 0,-1 1 0,1-1 1,-1 1-1,1-1 0,-1 1 0,0 0 0,1-1 1,-2 1-1,-24-12-13869</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4.884"/>
    </inkml:context>
    <inkml:brush xml:id="br0">
      <inkml:brushProperty name="width" value="0.035" units="cm"/>
      <inkml:brushProperty name="height" value="0.035" units="cm"/>
    </inkml:brush>
  </inkml:definitions>
  <inkml:trace contextRef="#ctx0" brushRef="#br0">0 115 16510,'40'-17'2041,"-18"7"831,0 1-1,41-11 0,179-35 2731,-218 52-5602,-22 3 0,0 0 1,0 0-1,0 0 1,0 0-1,-1 0 0,1 1 1,0-1-1,0 1 0,0-1 1,0 1-1,2 1 1,-4-2-1,0 1 0,1-1 0,-1 0 1,0 1-1,1-1 0,-1 0 0,0 1 0,1-1 1,-1 1-1,0-1 0,0 0 0,0 1 1,1-1-1,-1 1 0,0-1 0,0 1 1,0-1-1,0 1 0,0-1 0,0 1 0,0-1 1,0 1-1,0-1 0,0 1 0,0-1 1,0 1-1,0 0 0,-2 3-4,-1 1 1,1-1-1,-1 0 0,1 0 0,-1 0 1,-6 7-1,0 0-28,-31 45-2176,3 2 0,-54 115 0,89-171 2274,1 1 0,0-1 1,0 0-1,0 1 1,0-1-1,0 1 0,1-1 1,-1 1-1,1-1 0,0 1 1,-1 0-1,1-1 0,0 1 1,1-1-1,-1 1 1,0-1-1,1 1 0,-1 0 1,1-1-1,0 0 0,2 5 1,-1-5 24,0 0 1,0 0-1,0 0 1,0 0-1,1 0 0,-1-1 1,1 1-1,-1-1 1,1 1-1,-1-1 1,1 0-1,0 0 1,0 0-1,0-1 1,-1 1-1,1 0 0,0-1 1,6 0-1,13 1 297,-1-2-1,1 0 1,31-6-1,69-20 491,-67 14-872,-37 9-429,0-2 0,0 0 0,0-1 0,-1 0-1,23-14 1,-28 13-1094,0 0 0,19-18-1,-23 17-951,0 1 0,0-1 1,12-19-1,-6-3-9308</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5.308"/>
    </inkml:context>
    <inkml:brush xml:id="br0">
      <inkml:brushProperty name="width" value="0.035" units="cm"/>
      <inkml:brushProperty name="height" value="0.035" units="cm"/>
    </inkml:brush>
  </inkml:definitions>
  <inkml:trace contextRef="#ctx0" brushRef="#br0">150 24 12089,'1'-1'119,"-1"1"0,1-1 0,0 0 0,-1 1 0,1-1 0,-1 0 0,1 1 0,-1-1 0,1 0 0,-1 1 0,0-1 0,1 0 0,-1 0 0,0 0 0,0 1 0,1-3 0,-1 3-37,0-1 1,-1 1-1,1 0 1,0-1 0,0 1-1,0 0 1,0-1-1,-1 1 1,1 0-1,0-1 1,0 1-1,-1 0 1,1 0-1,0-1 1,0 1-1,-1 0 1,1 0-1,0-1 1,-1 1-1,1 0 1,0 0-1,-1 0 1,1 0-1,-1 0 1,1-1 0,-32-1 4094,29 2-3684,0 0 1122,-23 16 2357,19-7-3767,-1 0 0,2 0 0,-1 0 0,1 1 0,0 0 0,1 0 0,-6 18 0,3-6 15,2 0 1,-8 45-1,13-54-86,0 0 1,1 0-1,0 0 0,1 0 0,0-1 1,1 1-1,1 0 0,0-1 0,0 1 1,1-1-1,1 0 0,0 0 0,9 15 1,-8-18-11,0 1 1,1-1-1,0 0 0,1-1 1,-1 1-1,1-1 1,1-1-1,0 0 0,0 0 1,0-1-1,1 0 1,0 0-1,0-1 0,0-1 1,16 6-1,-11-6-196,1-1 0,-1 0 0,1-1 1,0-1-1,-1 0 0,1-1 0,0-1 0,-1 0 0,1-1 0,27-8 0,-34 7-317,1 0 0,-2 0 0,1-1 0,0 0 0,-1-1 0,0 0 0,0 0 0,0 0 0,-1-1 0,1-1 0,-2 1 0,1-1 0,-1 0 0,0-1 0,0 1 0,-1-1 0,0 0 0,7-15 0,-7 10-460,12-30-2874,-9 11-2098,-5-12-5306</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5.655"/>
    </inkml:context>
    <inkml:brush xml:id="br0">
      <inkml:brushProperty name="width" value="0.035" units="cm"/>
      <inkml:brushProperty name="height" value="0.035" units="cm"/>
    </inkml:brush>
  </inkml:definitions>
  <inkml:trace contextRef="#ctx0" brushRef="#br0">5 142 14969,'-1'-1'75,"1"1"1,0 0-1,-1-1 0,1 1 0,0 0 0,0 0 0,-1-1 0,1 1 0,0-1 1,0 1-1,-1 0 0,1-1 0,0 1 0,0-1 0,0 1 0,0 0 0,0-1 0,-1 1 1,1-1-1,0 1 0,0-1 0,0 1 0,0 0 0,0-1 0,0 1 0,0-1 0,1 1 1,-1-1-1,0 1 0,0 0 0,0-1 0,0 1 0,1-1 0,-1 1 0,0 0 1,0-1-1,0 1 0,1 0 0,-1-1 0,0 1 0,1 0 0,-1-1 0,0 1 0,1 0 1,-1 0-1,0-1 0,1 1 0,-1 0 0,1 0 0,-1 0 0,0 0 0,1-1 0,-1 1 1,1 0-1,-1 0 0,1 0 0,-1 0 0,0 0 0,1 0 0,-1 0 0,1 0 0,-1 0 1,1 1-1,44-1 2522,-27 0-1486,161 6 6193,-37 0-5357,280-6-1916,-411 1-31,1-2 0,0 1 0,0-2 0,0 0 0,-1 0 0,1-1 0,21-8 0,-30 10 6,-3 1-16,1 0 0,0-1 1,0 1-1,-1 0 0,1-1 0,0 1 1,0 0-1,-1-1 0,1 1 0,-1-1 0,1 1 1,0-1-1,-1 1 0,1-1 0,-1 1 0,1-1 1,-1 0-1,1 1 0,-1-1 0,0 0 0,1 1 1,-1-1-1,0 0 0,0 0 0,1 1 1,-1-1-1,0 0 0,0 0 0,0 1 0,0-1 1,0 0-1,0 0 0,0 0 0,0 1 0,0-1 1,0 0-1,-1 0 0,1 1 0,0-1 0,-1-1 1,0-3-426,0 1 0,0 0 1,0 0-1,-1-1 0,1 1 0,-1 0 1,0 0-1,0 1 0,-3-5 1,3 5-644,-1 1 0,0-1 1,1 0-1,-1 1 1,0 0-1,0 0 1,-1 0-1,1 0 0,-4-2 1,-35-14-13188</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6.002"/>
    </inkml:context>
    <inkml:brush xml:id="br0">
      <inkml:brushProperty name="width" value="0.035" units="cm"/>
      <inkml:brushProperty name="height" value="0.035" units="cm"/>
    </inkml:brush>
  </inkml:definitions>
  <inkml:trace contextRef="#ctx0" brushRef="#br0">882 1 9409,'-39'41'2475,"36"-39"-2230,1 0 0,0 0 1,0-1-1,-1 1 0,1-1 1,-1 0-1,1 0 0,-1 0 1,1 0-1,-1 0 0,0 0 1,-4 0-1,-10 3 794,-17 8 133,0 1-1,1 1 0,1 2 1,0 2-1,-37 27 1,29-14-727,2 1 0,2 2 0,1 1 0,1 2 1,-40 57-1,39-41-7,2 2 0,3 0-1,-43 109 1,44-77-94,3 0-1,4 2 1,5 0-1,3 2 0,4-1 1,2 107-1,9-130-265,3 0-1,2-1 1,4 0-1,3 0 1,2-1-1,3-1 1,3 0-1,3-2 1,2 0-1,59 98 0,-68-133-395,2-2 0,0 0-1,2-1 1,0 0-1,2-2 1,0-1-1,48 33 1,-51-42-539,0 0 1,1-2-1,0 0 0,34 10 1,-35-14-714,0-2 0,0 0 1,0-1-1,1-1 0,31-1 1,-27-3-4225,32-6 1</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6.334"/>
    </inkml:context>
    <inkml:brush xml:id="br0">
      <inkml:brushProperty name="width" value="0.035" units="cm"/>
      <inkml:brushProperty name="height" value="0.035" units="cm"/>
    </inkml:brush>
  </inkml:definitions>
  <inkml:trace contextRef="#ctx0" brushRef="#br0">33 1 12597,'0'0'10010,"-2"2"-8769,-1 3-953,0-1 1,1 1-1,-1-1 1,1 1-1,0 0 1,0 0-1,1 0 1,-1 0-1,1 0 1,-1 9-1,1 8 187,1 29 0,0-12 114,-1-7-295,-4 297 1730,20-2-2023,-14-316-416,1 1-1,0-1 1,0 0-1,1 1 1,1-1-1,0-1 1,0 1-1,7 11 1,-11-22 381,0 0 1,0 0-1,0 1 1,0-1 0,0 0-1,0 0 1,0 0-1,0 0 1,0 0-1,1 0 1,-1 0 0,0 0-1,0 1 1,0-1-1,0 0 1,0 0-1,0 0 1,0 0-1,0 0 1,0 0 0,1 0-1,-1 0 1,0 0-1,0 0 1,0 0-1,0 0 1,0 0-1,0 0 1,0 0 0,1 0-1,-1 0 1,0 0-1,0 0 1,0 0-1,0 0 1,0 0 0,0 0-1,1 0 1,-1 0-1,0 0 1,0 0-1,0 0 1,0 0-1,0 0 1,0 0 0,0 0-1,0 0 1,1-1-1,-1 1 1,0 0-1,4-2-608,-1 0 0,1-1 0,-1 1-1,1-1 1,-1 0 0,0 0-1,0 0 1,0 0 0,0 0 0,-1-1-1,1 0 1,-1 1 0,0-1 0,0 0-1,0 0 1,-1 0 0,1 0-1,1-7 1,10-31-9605</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6.584"/>
    </inkml:context>
    <inkml:brush xml:id="br0">
      <inkml:brushProperty name="width" value="0.035" units="cm"/>
      <inkml:brushProperty name="height" value="0.035" units="cm"/>
    </inkml:brush>
  </inkml:definitions>
  <inkml:trace contextRef="#ctx0" brushRef="#br0">451 10 11865,'-12'-3'455,"8"2"-256,0 0 0,1-1 0,-1 2 0,0-1 1,0 0-1,0 1 0,0 0 0,0 0 0,0 0 1,0 0-1,0 1 0,0-1 0,0 1 1,0 0-1,0 0 0,1 1 0,-6 1 0,-23 15 1585,0 0-1,-44 35 0,32-18-1077,22-19-461,1 1 0,0 1 0,1 0 0,2 2 0,-1 0 0,-19 31-1,35-46-161,0-1 0,0 1-1,1 0 1,0 0-1,0 0 1,0 0-1,-2 8 1,4-10-29,0-1 0,0 1-1,0 0 1,1 0 0,-1 0 0,1-1 0,-1 1 0,1 0 0,0 0 0,0-1 0,0 1 0,0-1 0,0 1 0,1-1-1,-1 1 1,3 2 0,6 7 53,0-1 1,0 0-1,1-1 0,1 0 0,0 0 0,0-1 0,1-1 0,0 0 0,0-1 1,1 0-1,0-1 0,18 5 0,-7-3-1058,1-1 0,31 4 0,-23-7-4116,40-1 0,-36-3-5607</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6.801"/>
    </inkml:context>
    <inkml:brush xml:id="br0">
      <inkml:brushProperty name="width" value="0.035" units="cm"/>
      <inkml:brushProperty name="height" value="0.035" units="cm"/>
    </inkml:brush>
  </inkml:definitions>
  <inkml:trace contextRef="#ctx0" brushRef="#br0">1 156 22682,'121'-23'3212,"-55"14"-371,-17 9-637,-9-6-440,-20 1-1700,12 2-64,2-3 0,-11 3 0,3-6 0,-12 1 0,1 2-668,-9-20-2548,-1 3-537,-8-6-18393</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7.182"/>
    </inkml:context>
    <inkml:brush xml:id="br0">
      <inkml:brushProperty name="width" value="0.035" units="cm"/>
      <inkml:brushProperty name="height" value="0.035" units="cm"/>
    </inkml:brush>
  </inkml:definitions>
  <inkml:trace contextRef="#ctx0" brushRef="#br0">94 551 14573,'-23'-40'13658,"24"-20"-11043,0 20-2446,-1 0 0,-10-67 0,2 61-494,3 14-147,-1 1-1,-1 0 0,-1 1 0,-20-47 1,28 76 387,0 0 0,0 0 0,0 0 0,1 1 0,-1-1 0,0 0 0,1 0 0,-1 1 0,0-1 1,1 0-1,-1 1 0,1-1 0,-1 1 0,1-1 0,-1 0 0,1 1 0,0-1 0,-1 1 0,1 0 1,0-1-1,-1 1 0,1-1 0,0 1 0,1-1 0,5 1-3918,-4 2 3213,-1-1 1,1 1 0,-1 0-1,1 1 1,-1-1-1,0 0 1,0 1-1,0-1 1,0 1 0,-1 0-1,1 0 1,-1-1-1,2 7 1,8 25-7714</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7.563"/>
    </inkml:context>
    <inkml:brush xml:id="br0">
      <inkml:brushProperty name="width" value="0.035" units="cm"/>
      <inkml:brushProperty name="height" value="0.035" units="cm"/>
    </inkml:brush>
  </inkml:definitions>
  <inkml:trace contextRef="#ctx0" brushRef="#br0">2 188 9933,'-1'7'-602,"2"3"5911,15-15 32,-14 4-5328,20-6 840,0 2 1,1 0 0,0 1-1,0 1 1,0 1 0,24 2-1,8-3 126,1166-40 4840,-254 8-5819,-858 25-1231,-95 7 802,-1 0 0,1 0 0,0-2 0,-1 1-1,17-9 1,-30 12 218,1 1 1,0-1-1,0 1 0,0-1 0,-1 0 0,1 1 0,0-1 0,0 0 0,-1 1 0,1-1 0,-1 0 0,1 0 1,-1 0-1,1 1 0,-1-1 0,1 0 0,-1 0 0,0 0 0,0 0 0,1 0 0,-1 0 0,0 0 1,0 0-1,0 0 0,0 0 0,0 0 0,0-1 0,0 1-343,-1-1-1,1 1 1,0 0-1,-1 0 1,1 0-1,-1 0 1,1 0-1,-1 0 1,0 0 0,1 0-1,-1 0 1,0 0-1,0 0 1,-1-1-1,-20-7-11200</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7.945"/>
    </inkml:context>
    <inkml:brush xml:id="br0">
      <inkml:brushProperty name="width" value="0.035" units="cm"/>
      <inkml:brushProperty name="height" value="0.035" units="cm"/>
    </inkml:brush>
  </inkml:definitions>
  <inkml:trace contextRef="#ctx0" brushRef="#br0">1 79 9933,'3'-1'2375,"4"-1"-1335,0 0 1,0-1-1,0 0 1,0 0-1,13-8 1,-12 5-194,1 1 1,0 1-1,0 0 1,0 0-1,13-3 0,23-2 1417,0 3-1,61-2 0,-99 8-2025,-1 0 28,0 0 1,1 0-1,-1 1 1,10 1-1,-15-2-262,-1 1 0,1-1 0,0 0 0,-1 0 0,1 0 0,0 1 0,-1-1 1,1 0-1,0 1 0,-1-1 0,1 1 0,-1-1 0,1 0 0,-1 1 0,1-1 0,-1 1 0,1 0 0,-1-1 0,0 1 0,1-1 0,-1 1 0,0 0 0,1-1 0,-1 1 0,0-1 0,0 1 0,1 0 1,-1 0-1,0-1 0,0 1 0,0 0 0,0-1 0,0 1 0,0 0 0,0-1 0,0 1 0,0 0 0,-1-1 0,1 1 0,0 0 0,0-1 0,0 1 0,-1 0 0,1-1 0,-1 1 0,1 0 1,0-1-1,-2 2 0,-29 46-450,23-39 311,2 0 0,-1 1 0,1 0 0,1 0 0,0 0 0,0 0 0,1 1 0,0 0 0,1 0 0,-3 16 0,5-20 113,1 0 0,-1 0 1,1 0-1,1 0 0,-1 0 0,1 0 1,1 0-1,-1 0 0,1-1 0,5 13 0,-5-14 31,1-1-1,0 0 0,0 1 0,0-1 1,0 0-1,1-1 0,0 1 0,0-1 0,0 1 1,0-1-1,0 0 0,1-1 0,-1 1 0,1-1 1,7 3-1,2 0 6,1-1 1,-1-1-1,1 0 1,0-1-1,0 0 1,0-1 0,-1-1-1,17-2 1,15-3-700,58-14 0,-87 15-14,0-1 0,0 0 0,-1-2 0,0 1 0,0-2 1,23-15-1,-19 9-2621,-1 0 0,22-23 0,0-3-7760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48.244"/>
    </inkml:context>
    <inkml:brush xml:id="br0">
      <inkml:brushProperty name="width" value="0.035" units="cm"/>
      <inkml:brushProperty name="height" value="0.035" units="cm"/>
    </inkml:brush>
  </inkml:definitions>
  <inkml:trace contextRef="#ctx0" brushRef="#br0">204 1 15441,'0'0'1768,"1"3"-37,2 5-806,0 0-1,0 0 0,1-1 0,7 12 0,4 3 426,24 26 0,6 7-9,-11-4-393,-2 2 0,-3 1 0,42 105 0,-32-47-264,25 122 0,-45-142-683,-3 1-1,-5 0 1,-3 1-1,-5 0 1,-4 0-1,-4 0 1,-4 0-1,-4-1 1,-26 94-1,-20 16-571,-109 254 0,136-384-1521,-3-2 0,-48 75 0,48-95-3287,-60 70 0,15-39-6228</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51.342"/>
    </inkml:context>
    <inkml:brush xml:id="br0">
      <inkml:brushProperty name="width" value="0.035" units="cm"/>
      <inkml:brushProperty name="height" value="0.035" units="cm"/>
    </inkml:brush>
  </inkml:definitions>
  <inkml:trace contextRef="#ctx0" brushRef="#br0">50 178 8105,'-5'5'234,"0"0"0,1 1 1,-1-1-1,1 1 0,1 0 1,-1 0-1,1 0 0,0 1 1,0-1-1,1 1 0,0 0 1,0-1-1,1 1 0,-1 0 0,1 14 1,1 14 624,1 1 1,2-1-1,2 0 1,1 0-1,1-1 1,3 0 0,14 37-1,-18-55-651,1-1 1,1 0-1,0-1 0,1 0 0,1 0 0,0-1 0,1 0 1,0-1-1,1 0 0,0-1 0,1 0 0,0-1 0,1-1 1,0 0-1,0-1 0,1 0 0,17 6 0,-9-7 23,0 0 0,0-2 0,1-1 0,0 0 0,0-2-1,0-1 1,34-2 0,167-30 944,124-52-228,-7-24-775,28-7-597,-306 96 274,223-54-371,-246 65 467,1 1 1,-1 3 0,1 1-1,-1 2 1,46 5 0,-52 1 58,1 2 0,55 18 1,65 36 183,-139-55-155,125 54 365,-11-3 562,143 41 1,-143-65-328,1-6 0,217 17 1,-155-34-272,235-18 0,-299-4-592,0-6 0,0-6-1,-2-4 1,136-50-1,15-23-922,223-70-71,-401 143 1059,0 4 1,1 4 0,117-5-1,-98 21 215,179 18-1,118 43 897,599 43 1123,-243-107-1457,-609-8-752,-1-7-1,268-70 1,-11-36-308,83-22 48,-449 134 366,31-9-18,1 4 0,97-10 1,-39 22-1031,-52 12-6179</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52.367"/>
    </inkml:context>
    <inkml:brush xml:id="br0">
      <inkml:brushProperty name="width" value="0.035" units="cm"/>
      <inkml:brushProperty name="height" value="0.035" units="cm"/>
    </inkml:brush>
  </inkml:definitions>
  <inkml:trace contextRef="#ctx0" brushRef="#br0">479 662 12945,'-91'24'1980,"84"-21"-1641,-1 0 0,1 0 1,0 1-1,0 0 1,0 0-1,1 0 0,-7 6 1,-3 2 276,-15 10 278,1 2 0,1 1 0,1 1 0,-39 47 0,50-51-617,2-1 1,0 2 0,1 0 0,2 1 0,0 0 0,2 0-1,-11 37 1,19-53-215,0 0 1,0 0-1,1 0 0,0 1 0,1-1 0,0 0 0,0 0 0,1 1 1,0-1-1,0 0 0,4 14 0,-3-18-33,-1-1-1,1 1 1,0-1 0,0 0 0,0 0-1,0 0 1,0 0 0,1 0-1,0 0 1,-1 0 0,1-1 0,0 0-1,0 1 1,0-1 0,1 0-1,-1 0 1,0-1 0,1 1 0,-1-1-1,1 0 1,0 0 0,-1 0-1,1 0 1,0 0 0,-1-1 0,1 0-1,0 0 1,4 0 0,6-1 30,-1 0 0,1-1 1,-1-1-1,1 0 0,-1-1 1,24-10-1,75-42 321,-107 53-354,43-25 111,-2-2 0,-1-2 0,-2-2 1,-1-2-1,-2-2 0,-1-1 0,-2-2 0,40-58 1,-42 47-288,-2-1 0,-2-2 0,-3-1 0,-3-1 0,-2-1 0,-2-2 0,13-64 1,-29 95-133,-1-1 1,-1 1-1,-2-1 1,0 0-1,-3 0 1,-8-52 0,9 76 188,-1 0 0,1 0 1,-1 0-1,-5-9 0,0-1-107,7 16 186,-1 0 0,0 0 1,0 0-1,0 0 1,0 0-1,1 1 1,-1-1-1,0 0 1,0 0-1,1 1 0,-1-1 1,0 0-1,0 1 1,1-1-1,-1 1 1,0-1-1,1 1 0,-2 0 1,2-1-1,-2 2 5,1 0 0,-1-1 0,1 1 0,-1 0 1,1 0-1,0 0 0,0 0 0,-1 0 0,2 0 1,-1 0-1,0 0 0,0 0 0,1 1 0,-1-1 1,1 0-1,-1 1 0,1 1 0,0 45-54,1-32 43,2 58 260,3-1 0,4-1 1,2 1-1,4-2 1,38 107-1,-34-117 184,1 6 397,60 127 0,-69-172-774,17 26-526,-28-47 414,-1-1 0,1 0-1,0 0 1,0 0 0,0 0-1,0 0 1,0 0 0,0 0-1,0 0 1,0 0 0,0 0-1,1-1 1,-1 1 0,0 0-1,0-1 1,1 1 0,-1-1 0,0 0-1,1 1 1,-1-1 0,1 0-1,-1 0 1,2 0 0,-1 0-27,-1-1 0,1 1 0,-1-1 1,0 1-1,1-1 0,-1 0 0,0 0 0,1 1 1,-1-1-1,0 0 0,0 0 0,0 0 0,0-1 1,0 1-1,0 0 0,0 0 0,0 0 0,-1-1 1,1 1-1,0 0 0,-1-1 0,2-2 1,6-20-935,5-32 1,-10 40 814,1 1-1,0 0 1,1-1-1,0 1 1,1 1-1,11-19 1,-15 30 226,0 1 0,0-1 0,1 1 0,-1 0 0,1-1 0,0 1 0,0 0 0,-1 1 0,1-1 0,1 0 1,-1 1-1,0 0 0,0-1 0,0 1 0,1 1 0,-1-1 0,0 0 0,1 1 0,3-1 0,4 1 73,0 1-1,-1-1 1,1 2-1,13 2 1,-5 1 41,0 1 0,0 0 0,-1 1 0,34 19 0,62 48 235,-54-33-227,5 6-1,73 69-1,-38-30-242,-64-52-9,-34-34 99,-1-1-1,1 1 0,-1-1 0,0 1 0,1-1 1,-1 0-1,0 1 0,0-1 0,0 0 0,0 0 1,1 0-1,-1 0 0,0 0 0,-1 0 0,3-3 1,-2-2-16,0 0 1,0 0-1,0 0 0,-1 0 1,0-9-1,1-17 46,1 19-9,0-2 141,-1 0 1,0-1-1,-2-20 0,-2 14 495,-1 1 0,-1-1 0,0 1 0,-2 0 0,-11-23 0,17 42 4,-11 14-213,10-9-415,0 0 0,0-1 0,0 1 0,1 0 1,-1 0-1,1 1 0,-1-1 0,1 0 0,0 0 0,0 1 0,1-1 1,-1 1-1,0 5 0,3 53 148,-1-36-82,0-13-133,0 1 0,1-1 0,1 0 0,0 1-1,1-1 1,0 0 0,1-1 0,7 15 0,-9-22-172,-1-1 0,0 1 0,1-1 0,0 0 0,0 0 0,0 0 0,1 0 0,-1-1 0,1 1 0,0-1 0,0 0 0,0 0 0,0 0 0,1-1 0,-1 0 0,1 1 0,-1-2 0,1 1 0,0 0 0,0-1 0,0 0 0,0 0 0,0 0 0,0-1 0,0 0 0,6 0 0,-4-2-130,1 0-1,-1 0 1,0-1 0,0 0-1,-1 0 1,1-1-1,-1 0 1,1 0-1,10-9 1,52-51-7169,-25 30 179</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52.812"/>
    </inkml:context>
    <inkml:brush xml:id="br0">
      <inkml:brushProperty name="width" value="0.035" units="cm"/>
      <inkml:brushProperty name="height" value="0.035" units="cm"/>
    </inkml:brush>
  </inkml:definitions>
  <inkml:trace contextRef="#ctx0" brushRef="#br0">174 774 8245,'0'0'2076,"-2"1"-335,-8 6-783,-1 0 0,2 1 0,-1 0 0,1 0 0,1 1-1,-1 0 1,-10 17 0,0 0-177,8-12-289,2 0-1,-1 0 1,2 1-1,0 0 0,-12 31 1,20-44-464,0-1 1,-1 0-1,1 0 1,0 1-1,0-1 0,0 0 1,0 0-1,0 1 1,0-1-1,0 0 1,0 0-1,0 1 1,1-1-1,-1 0 0,0 0 1,1 1-1,-1-1 1,1 0-1,0 0 1,-1 0-1,1 0 1,0 0-1,0 0 0,-1 0 1,1 0-1,0 0 1,0 0-1,0-1 1,0 1-1,0 0 1,0 0-1,0-1 0,1 1 1,-1-1-1,0 1 1,0-1-1,0 0 1,1 1-1,-1-1 1,0 0-1,3 0 0,6 2 72,1-1 0,0-1-1,0 0 1,11-1-1,-14 0-91,20-1-72,-1-1 0,0-1-1,43-13 1,-57 13-118,1-1 0,-1 0 0,0-1 0,-1-1 0,1 0 0,-1-1 0,-1 0 0,1 0 0,10-12-1,1-5-609,-1-1 0,-2-2-1,0 0 1,-2-1 0,-1 0-1,-1-2 1,-1 0 0,-2 0-1,15-59 1,-13 32 243,10-83-1,-10-58 3864,-15 176-2010,-1 1 0,-1 0-1,0 0 1,-2 0 0,-1 1 0,-11-35 0,15 53-348,0 9-60,-21 394 3468,-16 325-4433,40-592-1601,0-103 13,2-1-1,8 39 1,-11-67 1347,-1 1 1,1 0-1,-1-1 1,1 1-1,0-1 1,-1 1-1,1-1 1,0 1-1,0-1 0,0 1 1,0-1-1,0 0 1,0 1-1,1-1 1,-1 0-1,0 0 1,1 0-1,-1 0 0,1 0 1,-1 0-1,1-1 1,-1 1-1,1 0 1,0-1-1,-1 1 0,1-1 1,0 0-1,-1 1 1,1-1-1,0 0 1,-1 0-1,1 0 1,0 0-1,0 0 0,-1-1 1,1 1-1,0 0 1,-1-1-1,3 0 1,-1-1-1464,1 1 1,-1-1-1,1 0 1,-1-1 0,6-3-1</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53.061"/>
    </inkml:context>
    <inkml:brush xml:id="br0">
      <inkml:brushProperty name="width" value="0.035" units="cm"/>
      <inkml:brushProperty name="height" value="0.035" units="cm"/>
    </inkml:brush>
  </inkml:definitions>
  <inkml:trace contextRef="#ctx0" brushRef="#br0">336 0 10649,'-160'52'4416,"146"-47"-3862,0 1 0,0 1 0,0 0 0,1 1 0,-1 0 0,2 1 0,0 1 0,-19 18 0,22-19-299,6-5-110,-1-1-1,1 1 1,0 0 0,0 0-1,0 0 1,1 0 0,-1 1-1,-1 4 1,3-6 281,2 12 925,-1-14-1269,0 1-1,1-1 1,-1 1 0,1 0 0,0-1-1,-1 1 1,1-1 0,0 1 0,0-1 0,0 0-1,0 1 1,0-1 0,0 0 0,1 0 0,-1 0-1,0 1 1,1-1 0,-1-1 0,0 1-1,1 0 1,-1 0 0,1 0 0,0-1 0,-1 1-1,1-1 1,1 1 0,7 1 181,0 1-1,0-2 1,13 1 0,-21-2-202,156 15 1246,69 5-4817,-226-20 3432,59 4-4174,-22 0-2086,-14 2-4512</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4:53.487"/>
    </inkml:context>
    <inkml:brush xml:id="br0">
      <inkml:brushProperty name="width" value="0.035" units="cm"/>
      <inkml:brushProperty name="height" value="0.035" units="cm"/>
    </inkml:brush>
  </inkml:definitions>
  <inkml:trace contextRef="#ctx0" brushRef="#br0">0 604 16546,'311'-68'6244,"6"-2"-185,232-20-4948,628-21 0,563 66 509,-1343 41-1544,-19-7-76,-215 6 0,-6 5 16,82-5-103,-234 5-152,0-1 1,-1 1-1,1-1 1,-1 0 0,1 0-1,-1 0 1,0-1-1,1 1 1,-1-1-1,0 0 1,0 0 0,0-1-1,0 1 1,6-7-1,-9 8 90,-1 0 0,1 0 0,0 0 0,-1 0 0,1 0 0,-1 0 0,1-1-1,-1 1 1,0 0 0,1 0 0,-1-1 0,0 1 0,0 0 0,0-1 0,0 1 0,0 0-1,0 0 1,0-1 0,0 1 0,-1 0 0,1 0 0,0-1 0,-1 1 0,1 0 0,-1 0-1,-1-2 1,-21-35-2728,16 28 1671,-18-28-5557,6-9-4500</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30.560"/>
    </inkml:context>
    <inkml:brush xml:id="br0">
      <inkml:brushProperty name="width" value="0.035" units="cm"/>
      <inkml:brushProperty name="height" value="0.035" units="cm"/>
    </inkml:brush>
  </inkml:definitions>
  <inkml:trace contextRef="#ctx0" brushRef="#br0">1 15 6517,'0'0'16167,"3"-1"-16091,7-2-25,1 1 1,0 1-1,0 0 1,18 0-1,22-2 37,8 0-30,73 5 0,-3 0-16,274 16-7,-163-2-18,234-7-24,101-18-16,-397 6 14,154-6-12,-284 6 14,351-11 21,-1 28-99,-26 24 34,194-11 142,-2-22-215,-197 0-32,214-5 85,133 15 91,-602-12-33,598 42-99,-449-37 47,-208-8 31,303-8-233,308-37-459,-216 21-367,1 21 659,-293 4 321,-131-1 110,602-6-82,-244-6 39,51-7 85,144 39 645,-394-13-348,31 3 8,51 1-59,-77-5-230,35-4 98,331 18 577,-283-16-343,-94-3 189,-79-2 301,-70-2-566,-26 3-87,15 0-76,4 0-1735,-23-4-410,-1-3 727,0 0 0,0 0 0,-1 0 0,0 0 0,0 1 0,-5-8 0,-17-13-8316</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34.998"/>
    </inkml:context>
    <inkml:brush xml:id="br0">
      <inkml:brushProperty name="width" value="0.035" units="cm"/>
      <inkml:brushProperty name="height" value="0.035" units="cm"/>
    </inkml:brush>
  </inkml:definitions>
  <inkml:trace contextRef="#ctx0" brushRef="#br0">1 47 21966,'9172'-46'0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36.771"/>
    </inkml:context>
    <inkml:brush xml:id="br0">
      <inkml:brushProperty name="width" value="0.035" units="cm"/>
      <inkml:brushProperty name="height" value="0.035" units="cm"/>
    </inkml:brush>
  </inkml:definitions>
  <inkml:trace contextRef="#ctx0" brushRef="#br0">38 3 4476,'0'0'3029,"-4"0"-2293,-30 2 10255,37-2-10679,26-3 109,0 2 0,0 0 0,36 5 0,19 0-75,220 7 547,-162-3-763,176 8 17,215 7 5,-310-18-137,180 1 31,131-19 58,-360 6-62,-64 2 0,99-1 6,-5 0 73,42 0-104,667 52-36,-138-5 190,-411-42-143,-131-1 3,264-4 122,-224 4-164,229-12 508,-179 7-138,-63 10 1611,-181 5-491,-75-8-859,14 1-1508,-17-1 766,0 0-1,0 0 0,0 1 1,0-1-1,0 0 1,0 0-1,0 0 0,0 0 1,0-1-1,0 1 1,0 0-1,0 0 0,0-1 1,0 1-1,1-1 1,-5-12-2645,0 7 2514,0-2-675,-5-9-2421,1 5-1865,-1-3-5051</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39.603"/>
    </inkml:context>
    <inkml:brush xml:id="br0">
      <inkml:brushProperty name="width" value="0.035" units="cm"/>
      <inkml:brushProperty name="height" value="0.035" units="cm"/>
    </inkml:brush>
  </inkml:definitions>
  <inkml:trace contextRef="#ctx0" brushRef="#br0">21 0 6241,'-15'17'340,"9"-31"-3937</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41.620"/>
    </inkml:context>
    <inkml:brush xml:id="br0">
      <inkml:brushProperty name="width" value="0.035" units="cm"/>
      <inkml:brushProperty name="height" value="0.035" units="cm"/>
    </inkml:brush>
  </inkml:definitions>
  <inkml:trace contextRef="#ctx0" brushRef="#br0">29 176 7561,'0'0'7057,"-2"0"-6182,-25-5 5418,45-1-5880,185-23 616,-135 21-928,199-21 185,-159 18-278,116 3-1,-126 7-8,464-22-2,-171 0 20,-26 10 22,-66 5 121,227 6-412,107 21 342,-272-26-44,22-2-48,-259 5-11,213-4-62,91 23 77,-184-2 33,-2 0-55,-82-6-11,252 4 84,-87 3-41,-135-7-58,46 6 18,-98-6 19,189-1 46,44 8-49,-215-10 116,93 4-160,138 1 109,-224-4-91,97-10 11,-58-1-23,216 6 42,454 9 121,20-6 135,-807-3-133,66 0 443,-58 1 148,-66 0-410,1-1-1,44-5 0,-69 5-266,-4-5-2341,-1 0 1906,1 1 1,-1-1 0,0 0 0,0 1 0,0-1 0,-1 1 0,1-1 0,-1 1 0,0 0-1,-1 0 1,-4-4 0,-30-22-5887,-2 7-3520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5:42.879"/>
    </inkml:context>
    <inkml:brush xml:id="br0">
      <inkml:brushProperty name="width" value="0.035" units="cm"/>
      <inkml:brushProperty name="height" value="0.035" units="cm"/>
    </inkml:brush>
  </inkml:definitions>
  <inkml:trace contextRef="#ctx0" brushRef="#br0">38 139 7041,'-7'2'328,"5"-2"-157,-1 1-1,1 0 0,-1 0 1,1-1-1,-1 2 0,1-1 1,0 0-1,-1 0 0,1 1 1,-4 3 5431,9-7-5306,1 1 0,-1 0-1,1 0 1,0 0 0,7-1 0,-9 1 970,13 4-232,-9-2-832,36 4 555,1-1 0,0-2 0,72-6 0,-57 1-424,238-20 874,-30 1-665,1152-4 2592,-1337 23-2412,29 1 327,-89 2-408,31-3 0,8 0-2700,-61 2 1658,-1 1-1,1-1 1,0 0 0,0 1-1,0-1 1,0 0 0,0 0-1,0 0 1,0 0-1,0 0 1,-1-1 0,-3-4-1066,-20-19-5679,6-5-4631</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6:38.111"/>
    </inkml:context>
    <inkml:brush xml:id="br0">
      <inkml:brushProperty name="width" value="0.035" units="cm"/>
      <inkml:brushProperty name="height" value="0.035" units="cm"/>
    </inkml:brush>
  </inkml:definitions>
  <inkml:trace contextRef="#ctx0" brushRef="#br0">58 118 7529,'-8'6'701,"-1"-1"1,1 0 0,-11 5 0,6-4 7876,15-6-8451,-1 1-1,1 0 1,0-1-1,0 1 1,0 0-1,-1 0 1,1 0-1,0 0 1,2 3 0,8 4 196,1-5-70,0 0 0,1 0 1,-1-1-1,26 0 0,-10 0-81,244 12 1001,-201-11-1032,512-2 671,-170-4-635,485 13-33,-111-15-98,-215-3-27,150-4-30,-469 7 6,559-24 108,69 12-140,-67 11 84,-275-5-49,-160 2-42,127 3 37,-90-5 12,142 1 99,-303 8-155,5 0 114,187-4 137,145 1 138,-350 7-168,625 25 590,-571-14 11,78 8 627,264 7 591,-64-34 84,-402 12-1623,-142-7-865,-30 1 367,0 0-1,-1 0 1,1-1 0,-1 1-1,1 0 1,-1 0 0,1 0 0,0-1-1,-1 1 1,1 0 0,-1-1 0,1 1-1,-1 0 1,1-1 0,-1 1 0,0-1-1,1 1 1,-1-1 0,0 1 0,1-1-1,0 0 1,-1-1-137,-1 1 0,1-1 0,0 1 1,0-1-1,0 1 0,-1-1 0,1 1 0,-1 0 0,1-1 0,-1 1 0,0-1 1,1 1-1,-1 0 0,0 0 0,-2-3 0,1 1-244,-3-4-441,0 0-1,-1 0 1,0 1 0,0 0 0,-9-7 0,-24-16-5643,-22-15-6672</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6:59.634"/>
    </inkml:context>
    <inkml:brush xml:id="br0">
      <inkml:brushProperty name="width" value="0.035" units="cm"/>
      <inkml:brushProperty name="height" value="0.035" units="cm"/>
    </inkml:brush>
  </inkml:definitions>
  <inkml:trace contextRef="#ctx0" brushRef="#br0">80 35 5208,'0'0'2779,"-2"-1"-1994,0 0-562,0 0 0,-1 0 0,1 0 0,0 0 0,0 0 0,-1 1 0,1-1 0,-1 1-1,1 0 1,0-1 0,-1 1 0,1 0 0,-1 1 0,1-1 0,0 0 0,-1 1 0,1-1 0,0 1 0,-4 1 0,3-1 1643,-14-7-1321,9 3 6778,151 10-6721,319 22-469,-30-1-103,-179-15 13,70 3-56,65 1 35,-95-9-12,60 10 130,99 10-213,-379-25 56,104 1-23,-11-2 14,-43 1 77,115-3-52,302-14 81,-373 19-47,262-13-78,15-14-33,-160 12 50,87-4 40,2 0 96,-53 1 100,-72 5 270,-186 5-334,195-5 648,-143 5 297,-43-3-3,-68 6-820,26-3-1000,-29 2 585,0 0 0,0 1 0,0-1 0,0 0 0,0 0 0,0 0 0,0 1 0,0-1-1,-1 0 1,1 0 0,0 0 0,0 1 0,-1-1 0,1 0 0,-1-1 0,-1-1-449,1 1 50,-1-1-1,1 1 1,-1-1-1,0 1 0,0 0 1,-3-3-1,3 3-400,0 0-1,0 0 0,1 0 1,-1 0-1,0 0 1,1 0-1,-2-5 1,0-14-8885</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00.946"/>
    </inkml:context>
    <inkml:brush xml:id="br0">
      <inkml:brushProperty name="width" value="0.035" units="cm"/>
      <inkml:brushProperty name="height" value="0.035" units="cm"/>
    </inkml:brush>
  </inkml:definitions>
  <inkml:trace contextRef="#ctx0" brushRef="#br0">69 0 6785,'-69'26'12511,"71"-26"-12455,-1 0-1,0 0 1,0 0-1,1 0 1,-1 0-1,0 0 1,0 0-1,1 0 1,-1 0-1,0 1 0,0-1 1,2 1-1,2 0 73,91 13 1175,64 7-614,-31-12-341,70 4-50,310 17-20,-192-7-130,657 25 32,-675-36-241,131-4 64,252-16-34,-235 13-11,-410-4 46,578 16-8,-96-16 45,-253-2 9,207-10-26,-143 1 76,-36 4-64,499-2 591,-753 8-551,773 20 2324,-396-8-629,-388-10-1768,6-1-1132,-34-1 1030,0 0-1,0 0 0,-1 0 1,1 0-1,0 0 1,0-1-1,-1 1 1,1 0-1,0 0 1,0-1-1,-1 1 0,1 0 1,0-1-1,-1 1 1,1 0-1,0-1 1,-1 1-1,1-1 1,-1 1-1,1-1 0,0 0 1,-5-15-2497,3 13 2532,0 0-645,-1 0 0,1-1 0,-1 1 0,0 0 0,0 0 0,0 0 0,-1 1 0,1-1 0,-1 0 1,1 1-1,-1-1 0,-3-1 0,-26-20-9498</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03.474"/>
    </inkml:context>
    <inkml:brush xml:id="br0">
      <inkml:brushProperty name="width" value="0.035" units="cm"/>
      <inkml:brushProperty name="height" value="0.035" units="cm"/>
    </inkml:brush>
  </inkml:definitions>
  <inkml:trace contextRef="#ctx0" brushRef="#br0">0 17 18285,'9521'0'0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08.624"/>
    </inkml:context>
    <inkml:brush xml:id="br0">
      <inkml:brushProperty name="width" value="0.035" units="cm"/>
      <inkml:brushProperty name="height" value="0.035" units="cm"/>
    </inkml:brush>
  </inkml:definitions>
  <inkml:trace contextRef="#ctx0" brushRef="#br0">114 163 6009,'0'-1'89,"0"0"0,-1 1 0,1-1 1,-1 1-1,1-1 0,-1 1 0,1-1 0,-1 1 1,1-1-1,-1 1 0,1 0 0,-1-1 1,0 1-1,1 0 0,-1-1 0,0 1 1,1 0-1,-1 0 0,0 0 0,1 0 1,-1-1-1,0 1 0,1 0 0,-1 0 1,0 0-1,1 1 0,-1-1 0,0 0 0,1 0 1,-1 0-1,0 0 0,1 1 0,-1-1 1,0 0-1,1 0 0,-1 1 0,0-1 1,1 1-1,-1-1 0,0 1 0,-13 6 1378,1-2-1030,7-3 823,-1 0-1,1 1 1,-15 7 2883,5-9-2997,11-1 345,8-1-449,20-2 63,28-4-235,518-11 2558,-268 31-3033,-151-6-279,-59-2-97,410 10 206,232-21-199,-462 8 10,171-1-32,522-44 88,-248 5-73,-496 21-44,0 0 41,125 2-59,-24 1 36,165-1-10,-412 18 19,137-2-65,-147-2 60,119 13-1,-53 0 41,234 7-1,-277-21-20,-18-1 1,-18 3-4,237-5-80,-235 4 71,95 12 0,-120-12-23,-17 0 28,-9 1 3,2 1-6,29 1-4,-29-2-6,0 0 6,19 0 9,4-1 4,37 4-1,-62-2 146,-6-2-158,-157-5 17,113 5-15,-670-8-9,298 7 6,38 0 32,-109-17-28,174 6-35,95 5 28,-238-6 9,338 8 5,-50 1-4,-67 3 3,-225 3-36,335 1 39,-122 5-4,-203 13 74,198-2-68,-573 21 4,156-30-48,182 5 37,348-8-8,98-4-2,-169 14-22,115-5 21,-44 9 8,83-13 1,46-6-5,1 0 0,0 1-1,-17 5 1,12-3 7,0 0 1,-29 1-1,31-3 3,-1 0 0,0 0-1,-17 7 1,32-9 17,-16 3 13,8 1 298,22-1-226,34-1-64,-42-2-20,735 60 343,-441-32-450,421-13-1,727-51 145,-787 21-234,508 10-337,-669 7 450,554 29 70,-503 4 10,-327-19-56,-214-15 25,18 1-572,-1-1 0,1-1 1,37-4-1,-62 4 461,0 0 0,1-1 0,-1 1 0,0 0 0,0 0 0,0-1 0,0 1 0,1-1 0,-1 1 0,0-1 0,0 1 0,0-1 0,0 0 0,0 0 0,0 1 0,-1-1 0,1 0 0,0 0-1,0 0 1,0 0 0,-1 0 0,1 0 0,0 0 0,-1 0 0,1 0 0,-1 0 0,0 0 0,1-1 0,-1 1 0,0 0 0,1 0 0,-1 0 0,0-1 0,0 1 0,0 0 0,0 0 0,-1-2 0,0-3-519,-1 0 1,1 0-1,-1 0 1,-1 0-1,-5-10 0,6 12 209,-19-30-5671,-12-9-3910</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56.755"/>
    </inkml:context>
    <inkml:brush xml:id="br0">
      <inkml:brushProperty name="width" value="0.035" units="cm"/>
      <inkml:brushProperty name="height" value="0.035" units="cm"/>
    </inkml:brush>
  </inkml:definitions>
  <inkml:trace contextRef="#ctx0" brushRef="#br0">302 3 6325,'-9'-2'8800,"-7"9"-9204,9-4 1049,5-2-359,-13 5 310,-12 3 131,0 2 1,-29 17-1,46-22-637,0 1 1,0 0-1,0 1 0,1 0 0,1 0 1,-1 1-1,1 0 0,-7 10 0,9-10-46,0-1 0,0 2 0,1-1 0,0 0-1,1 1 1,0 0 0,0 0 0,1 0-1,1 1 1,-1-1 0,0 11 0,1 56 124,3 1 0,14 107 1,-1-71-194,-13-112 23,-1 1 0,1-1 1,0 1-1,0-1 0,0 0 1,0 0-1,3 4 0,0 1 13,-3-4 4,11 25-108,-11-25 130,7 18 0,2-1 1,12 20 0,-20-37-18,-1 2-19,1 0 0,0 0 1,0 1-1,1-1 0,-1-1 1,6 7-1,-8-9 0,7 7-61,-5-7 51,-1 0 28,16 20-15,6-2-67,-21-18 88,-2-2-23,1 1 0,0-1 0,0 0 0,0 0 0,-1 1 0,1-1 0,0 0 0,0 1 1,-1-1-1,1 1 0,0-1 0,-1 1 0,1-1 0,-1 1 0,2 1 0,-1-1-10,0 0-1,0 0 0,0 0 1,0-1-1,0 1 0,0 0 1,0 0-1,0-1 0,1 1 1,-1 0-1,0-1 1,2 1-1,6 1 33,0 0 0,1 0 0,-1-1 0,1-1-1,-1 1 1,0-1 0,1-1 0,16-3 0,-22 3-23,1 0-1,-1 0 0,0 0 1,1 0-1,6 0 0,-7 1 8,0 0 1,0-1-1,1 1 0,-1-1 0,0 0 0,5-2 1,42-13-23,-48 15-40,24-7 73,-20 5-9,-6 3-9,0-1 0,0 1 0,-1 0 0,1-1 1,0 1-1,0-1 0,0 1 0,-1-1 0,1 0 0,0 1 0,0-1 1,-1 0-1,1 1 0,-1-1 0,1 0 0,-1 0 0,1-1 1,8-8-31,11-5 47,-19 14 3,1-2 9,50-58 422,-51 59-387,0 0-54,0 0 0,0 0 0,0 0 0,0 0 0,0 0-1,1 0 1,-1 1 0,0-1 0,1 0 0,-1 1 0,4-2 0,-3 1-5,-1 1 0,1-1-1,0 0 1,-1 1 0,1-1 0,-1 0 0,1 0 0,-1 0-1,0 0 1,0 0 0,0 0 0,0 0 0,1-3 0,2-7 13,1-1 0,8-15 0,-2 3 239,-10 22-163,0 0 31,6-17 40,-1-1 0,-1-1 0,2-24 0,-6 37-131,-1 1 1,0-1-1,0 1 1,-1-1 0,-1 1-1,1-1 1,-1 1-1,-4-10 1,-1-13 3,6 26-9,0-1 0,0 1 0,-1-1-1,1 1 1,-4-6 0,4 7 0,0 0 0,0 0 1,0 0-1,1 0 0,0 0 0,0-6 1,-2-8 197,-9-63-117,10 76-38,-1-1 0,-1 1 0,1-1 0,-6-8 0,4 8 12,-21-27 384,24 31-367,-1-1 75,-3-9-75,-1 0 0,0 1 0,-1 0 0,0 0 0,-1 0 0,-9-9 0,12 15-51,0 0 0,0 0 0,-1 1 0,0-1 0,1 1 0,-1 1-1,-1-1 1,1 1 0,-1 0 0,1 0 0,-1 1 0,0 0 0,-10-2 0,17 4-50,-101-10-109,90 10-180,1 0 0,0 1 1,0 0-1,0 0 1,0 1-1,0 1 0,-15 5 1,9-2-1839,4-1 517</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4.946"/>
    </inkml:context>
    <inkml:brush xml:id="br0">
      <inkml:brushProperty name="width" value="0.035" units="cm"/>
      <inkml:brushProperty name="height" value="0.035" units="cm"/>
    </inkml:brush>
  </inkml:definitions>
  <inkml:trace contextRef="#ctx0" brushRef="#br0">556 32 6521,'17'-23'16066,"-34"18"-13980,16 4-2049,0 1 0,1 0-1,-1-1 1,0 1 0,1 0-1,-1-1 1,0 1 0,1 0 0,-1 0-1,0 0 1,0 0 0,1 0-1,-1 0 1,0 0 0,0 0-1,1 0 1,-1 0 0,0 0 0,1 0-1,-1 0 1,0 1 0,0-1-1,1 0 1,-1 0 0,0 1-1,1-1 1,-1 1 0,1-1 0,-1 1-1,0-1 1,1 1 0,-1-1-1,1 1 1,-1-1 0,1 1-1,-1 1 1,-27 28 569,1 1 0,-42 66 0,-34 80-288,64-108-159,-171 359 178,182-368-357,27-58 27,-3 6-259,0 0 1,1 0 0,0 1 0,0-1 0,0 1 0,1 0 0,-1 14-1,12-40-2202,17-84-6989,-24 93 7851,7-35-8575</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5.292"/>
    </inkml:context>
    <inkml:brush xml:id="br0">
      <inkml:brushProperty name="width" value="0.035" units="cm"/>
      <inkml:brushProperty name="height" value="0.035" units="cm"/>
    </inkml:brush>
  </inkml:definitions>
  <inkml:trace contextRef="#ctx0" brushRef="#br0">21 1 6089,'-21'23'7928,"22"-22"-7752,0-1-1,0 1 0,-1 0 0,1-1 1,0 1-1,0 0 0,0-1 1,0 1-1,0-1 0,0 1 0,0-1 1,0 0-1,0 1 0,0-1 0,2 0 1,9 6 4214,3 7-1542,-13-12-2396,16 12 1153,0-1 0,36 18 0,-21-13-425,189 97-64,143 85 28,-272-128-4453</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5.735"/>
    </inkml:context>
    <inkml:brush xml:id="br0">
      <inkml:brushProperty name="width" value="0.035" units="cm"/>
      <inkml:brushProperty name="height" value="0.035" units="cm"/>
    </inkml:brush>
  </inkml:definitions>
  <inkml:trace contextRef="#ctx0" brushRef="#br0">13 53 12513,'0'-1'55,"0"1"1,0 0-1,0 0 0,1 0 1,-1 0-1,0 0 0,0 0 1,0 0-1,1 0 0,-1 0 0,0 0 1,0-1-1,0 1 0,1 0 1,-1 0-1,0 0 0,0 0 0,0 0 1,0-1-1,0 1 0,1 0 1,-1 0-1,0 0 0,0-1 1,0 1-1,0 0 0,0 0 0,0 0 1,0-1-1,0 1 0,0 0 1,0 0-1,0-1 0,0 1 0,0 0 1,0 0-1,0-1 0,0 1 1,0 0-1,0 0 0,0 0 1,0-1-1,0 1 0,0 0 0,-10-4 4729,3 1 241,20-4-2304,5 4-2013,-1-1 0,1 2-1,0 0 1,0 2 0,19 1-1,24-2 283,305-4-990,-248 5 0,-110-1-155,-5 1-92,0 0 0,0 0 1,0 0-1,0 0 0,-1 1 0,1-1 0,0 1 1,0 0-1,5 1 0,-88-13-12749,42 4-1168</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6.241"/>
    </inkml:context>
    <inkml:brush xml:id="br0">
      <inkml:brushProperty name="width" value="0.035" units="cm"/>
      <inkml:brushProperty name="height" value="0.035" units="cm"/>
    </inkml:brush>
  </inkml:definitions>
  <inkml:trace contextRef="#ctx0" brushRef="#br0">18 75 11801,'1'-1'170,"-1"1"0,1-1 0,-1 1 0,1-1 0,0 1 0,-1-1 0,0 0 0,1 1 0,-1-1 0,1 0 0,-1 1 0,0-1 0,1 0 0,-1 1 0,0-1 0,0 0 0,1 0 0,-1 1 0,0-1 0,0-1 0,-12 2 4597,-1 0-3315,23-4 3289,8-3-2553,19 2-1374,1 2 0,0 1-1,0 2 1,48 6 0,-44-3-635,79-3-179,2 0 0,-74-1 0,0-3 0,-24-1-1217,-24 5 1141,-1 0 0,0 0 0,0 0-1,0 0 1,1 0 0,-1 0 0,0 0-1,0 0 1,0 0 0,1-1 0,-1 1 0,0 0-1,0 0 1,0 0 0,1 0 0,-1 0-1,0-1 1,0 1 0,0 0 0,0 0-1,0 0 1,0-1 0,1 1 0,-1 0-1,0 0 1,0 0 0,0-1 0,0 1-1,0 0 1,0 0 0,0 0 0,0-1-1,0 1 1,0 0 0,0 0 0,0-1 0,0 1-1,0 0 1,0 0 0,0 0 0,0-1-1,0 1 1,-4-3-1092,1 0 0,0 1 0,0-1 0,-1 1 0,1 0 0,-1 0 0,0 0 0,-4-1 0,-14-6-13608</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7.156"/>
    </inkml:context>
    <inkml:brush xml:id="br0">
      <inkml:brushProperty name="width" value="0.035" units="cm"/>
      <inkml:brushProperty name="height" value="0.035" units="cm"/>
    </inkml:brush>
  </inkml:definitions>
  <inkml:trace contextRef="#ctx0" brushRef="#br0">1 659 6317,'0'0'11567,"2"-1"-10671,6-2-1563,2-2 5317,-10 5-4546,0-1 0,1 1 0,-1-1 0,0 1 0,0 0 0,0-1 0,0 1 0,0 0 0,-1-1 0,1 1-1,0-1 1,0 1 0,0 0 0,0-1 0,0 1 0,0 0 0,-1-1 0,1 1 0,0 0 0,0-1 0,-1 1 0,1 0 0,0-1 0,0 1 0,-1 0 0,1 0 0,0-1 0,-1 1 0,1 0 0,0 0 0,-1-1 0,0 1-67,1 0 0,0-1 1,-1 1-1,1-1 0,0 1 0,-1-1 1,1 1-1,0 0 0,0-1 0,0 1 1,-1-1-1,1 1 0,0-1 1,0 0-1,0 1 0,0-1 0,0 1 1,0-1-1,0 1 0,0-1 1,0 1-1,0-1 0,0 1 0,0-1 1,1 1-1,-1-1 0,0 1 0,0-1 1,0 1-1,1-1 0,-1 1 1,1-1-1,14-19 248,-1 1-169,13-32-397,30-85 0,-35 78-119,-7 16-126,-1 0 0,10-60-1,15-48-335,-39 147 1042,-9 18-445,2-1 269,0 0 0,1 0 0,1 1 0,0 0 0,1 0-1,0 0 1,2 1 0,-1-1 0,1 18 0,1-13 226,1 1-1,1-1 0,5 27 0,-5-40-76,0 1 0,1 0 0,0 0-1,1-1 1,0 1 0,0-1 0,1 1-1,-1-1 1,2 0 0,-1-1 0,9 10-1,-11-13-105,1 0-1,0-1 0,0 1 0,1-1 0,-1 0 1,0 0-1,1 0 0,0 0 0,-1-1 0,1 1 0,0-1 1,0 0-1,-1 0 0,1 0 0,7 0 0,-5-2-58,0 1 0,0-1-1,0 1 1,0-2 0,-1 1 0,1-1-1,0 0 1,-1 0 0,10-5-1,-4 1-166,0-1 0,0-1 0,-1 0-1,0 0 1,-1-1 0,0 0 0,0-1-1,15-21 1,-11 6-266,0 0 1,13-36-1,6-14-292,-12 25 371,0-7 308,-16 81 384,-1 32 868,-3-44-936,0 0 0,1-1 0,0 1-1,0-1 1,2 0 0,-1 1 0,2-1 0,7 19 0,-4-16 27,1 0-1,0-1 1,12 15 0,-15-22-216,-1-1 0,1 0-1,1 0 1,-1-1-1,0 1 1,1-1-1,0 0 1,0-1-1,12 6 1,-9-6-171,1 1 0,0-2 1,-1 1-1,1-2 0,0 1 0,0-1 0,0-1 1,14 0-1,-16-1-306,-1 0 1,0 0 0,0-1-1,0 0 1,0 0-1,0-1 1,-1 0-1,1 0 1,-1 0 0,1-1-1,-1 0 1,9-8-1,-11 8 48,30-26-3416,-13 6-1780,3-9-4751</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8.137"/>
    </inkml:context>
    <inkml:brush xml:id="br0">
      <inkml:brushProperty name="width" value="0.035" units="cm"/>
      <inkml:brushProperty name="height" value="0.035" units="cm"/>
    </inkml:brush>
  </inkml:definitions>
  <inkml:trace contextRef="#ctx0" brushRef="#br0">3 6 7493,'-3'-3'16449,"12"3"-14878,8-1-1102,1 0 0,-1 1 0,1 1 1,20 3-1,4 1-103,807 16 2371,-157-7-1729,888 38-211,-571-50-797,-521-16 0,-292 0-211,-213 6-2974,-3 2 1196,-1 0 0,0 1 0,0 1 0,-31-2 0,16 2-2048,-54-9-8368</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8.943"/>
    </inkml:context>
    <inkml:brush xml:id="br0">
      <inkml:brushProperty name="width" value="0.035" units="cm"/>
      <inkml:brushProperty name="height" value="0.035" units="cm"/>
    </inkml:brush>
  </inkml:definitions>
  <inkml:trace contextRef="#ctx0" brushRef="#br0">431 1 8637,'0'0'11305,"-2"0"-10830,-5 2-241,-1-1-206,-1 0 0,1 0 0,0 0 0,-10-1 0,0-1-204,1 2 1,0 0 0,0 1-1,0 1 1,0 1-1,0 0 1,-27 11 0,-20 5 167,-24 10 1119,33-10 2122,55-19-3067,1 0-1,-1 0 1,1 0-1,-1 0 1,0 0 0,1-1-1,-1 1 1,1 0-1,0 0 1,-1-1-1,1 1 1,0 0 0,-1-1-1,2 2 1,5 3 194,1-1-1,-1 0 1,1 0 0,0-1 0,0 1-1,0-2 1,0 1 0,1-1 0,-1-1 0,10 2-1,9 2 524,20 5-457,-5-2-102,0 2-1,-1 2 0,46 19 0,-84-29-335,-1-1-1,1 0 1,0 1-1,-1-1 1,1 1-1,-1 0 1,1 0 0,-1 0-1,0 0 1,0 0-1,0 0 1,0 1 0,0-1-1,0 1 1,-1-1-1,1 1 1,-1 0-1,0-1 1,0 1 0,1 4-1,-1-3-37,-1 0 0,0 0 1,0 1-1,0-1 0,0 0 0,-1 0 0,0 0 0,0 0 0,0 0 1,0 0-1,-1 0 0,1 0 0,-3 4 0,-3 4-225,-1 0 1,0-1-1,-1 0 0,0 0 0,0-1 0,-1 0 0,-21 16 0,21-20-577,0 0 1,0 0-1,-1-1 0,0-1 0,0 0 0,-13 4 0,-37 5-7357,11-7-4244</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29.352"/>
    </inkml:context>
    <inkml:brush xml:id="br0">
      <inkml:brushProperty name="width" value="0.035" units="cm"/>
      <inkml:brushProperty name="height" value="0.035" units="cm"/>
    </inkml:brush>
  </inkml:definitions>
  <inkml:trace contextRef="#ctx0" brushRef="#br0">846 0 11461,'0'0'7071,"-4"2"-6005,-16 6-501,2 1-1,-1 0 1,1 2 0,0 0-1,1 1 1,1 0 0,-23 23 0,-18 24 498,3 3 1,3 1-1,-81 134 1,-91 233 699,186-345-1770,-36 124 1,24-8-6612</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0.046"/>
    </inkml:context>
    <inkml:brush xml:id="br0">
      <inkml:brushProperty name="width" value="0.035" units="cm"/>
      <inkml:brushProperty name="height" value="0.035" units="cm"/>
    </inkml:brush>
  </inkml:definitions>
  <inkml:trace contextRef="#ctx0" brushRef="#br0">20 305 8509,'2'1'657,"-1"0"-1,0 1 1,0-1 0,0 0 0,0 1-1,-1-1 1,1 1 0,0-1 0,0 1-1,-1-1 1,1 1 0,-1 0 0,1 1-1,-7 6 3844,-4-1-5690,9-7 1805,0 3-25,-4 17 3,2 0 1,0 0-1,1 1 1,1-1-1,1 1 1,2-1-1,3 27 1,3-9-11,1 0 1,2-1 0,17 39 0,87 174 1479,-91-200-1783,7 5-39,2-1 1,45 56-1,-74-126-875,-3 10 506,-1 0 0,1-1-1,-1 1 1,-1 0 0,0-9 0,-1-5-141,2-251-3155,4 48 1969,-43-167 1956,31 289 2125,7 97-2508,1 1 0,0-1 0,0 1 0,0 0 0,1-1 0,-1 1 0,1-1 1,-1 1-1,1 0 0,0-1 0,1-2 0,0 1 146,-1 2 393,2-15 698,-2 16-1349,-1 0 0,1 0 0,-1 0-1,1 1 1,-1-1 0,1 0 0,0 0 0,0 0 0,-1 1 0,1-1-1,0 0 1,0 1 0,0-1 0,0 1 0,0-1 0,0 1 0,0 0-1,0-1 1,0 1 0,0 0 0,0-1 0,0 1 0,0 0 0,0 0-1,0 0 1,1 0 0,39 1-23,-21 1 6,685-18 11,-531 0 0,-77 6 0,-84 9-289,-1-1 0,1 0 0,19-6 0,-29 7 154,0 0-1,-1-1 0,1 1 1,-1 0-1,1-1 0,-1 1 1,1-1-1,-1 0 0,4-4 1,-5 5 60,-1 0 0,1 0 0,0 0 0,-1 0 0,1 0 0,-1 0 0,1 0 1,-1 0-1,0 0 0,0-1 0,1 1 0,-1 0 0,0 0 0,0 0 0,0-1 0,0 1 1,0 0-1,0 0 0,-1 0 0,1-1 0,0 1 0,0 0 0,-2-2 0,0 0-666,0 1-1,0-1 1,0 1-1,0 0 1,0 0-1,-1-1 1,1 1-1,-1 1 1,0-1-1,1 0 1,-1 1 0,0-1-1,0 1 1,0 0-1,0 0 1,-4-1-1,-31-5-12126</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0.579"/>
    </inkml:context>
    <inkml:brush xml:id="br0">
      <inkml:brushProperty name="width" value="0.035" units="cm"/>
      <inkml:brushProperty name="height" value="0.035" units="cm"/>
    </inkml:brush>
  </inkml:definitions>
  <inkml:trace contextRef="#ctx0" brushRef="#br0">32 65 8745,'-3'35'7276,"2"-23"-6741,1-8-314,0-1 0,0 1 0,-1-1 0,0 0 0,1 1-1,-1-1 1,0 0 0,-1 1 0,-2 5 0,2-4 71,-1-1 0,1 1 0,1 0 0,-1 1 0,1-1 0,0 0 1,0 0-1,0 1 0,1 9 0,-3 13 445,3-26 2075,3-2-2479,0-1-278,0 1 0,1-1 0,-1 0-1,0 0 1,0 0 0,0-1 0,0 1 0,0-1 0,0 0 0,-1 1 0,1-1 0,3-4 0,1-2-29,0 1 1,-1-1-1,7-11 1,7-16-250,-13 21 104,1 1 0,0 1 0,11-14-1,6-6 138,-19 24 404,-1 1-1,1-1 0,1 1 1,9-8-1,-14 14-305,0 1 0,1-1 1,-1 1-1,1 0 0,-1-1 0,0 1 0,1 0 0,-1 0 0,1 1 0,-1-1 0,0 0 0,1 1 1,3 1-1,-3-1-36,0 0 1,0 1-1,0 0 0,0-1 1,0 1-1,0 0 1,0 0-1,-1 1 0,1-1 1,-1 1-1,0-1 1,4 5-1,19 38 447,-19-35-483,1 8 68,1-1 0,-2 1 0,-1 1 0,6 33 0,0-3-730,0-18-767,-9-24 709,1 0 1,-1 0-1,0 0 1,2 11-1,-7 2-3886,2-18 3845,0 0 0,1-1-1,-1 1 1,0-1 0,0 1 0,-1-1 0,1 0 0,0 1 0,0-1 0,-3 2 0</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0.926"/>
    </inkml:context>
    <inkml:brush xml:id="br0">
      <inkml:brushProperty name="width" value="0.035" units="cm"/>
      <inkml:brushProperty name="height" value="0.035" units="cm"/>
    </inkml:brush>
  </inkml:definitions>
  <inkml:trace contextRef="#ctx0" brushRef="#br0">161 0 15737,'7'1'7254,"1"6"-4396,5 14-2442,-9-15 662,-3-5-1015,23 34 1699,-2 1 0,35 75 0,-31-41-1749,-3 1 1,-3 1-1,-4 1 0,-2 0 1,-4 1-1,1 77 1,-11-35-19,-5-1 0,-4 1 1,-30 132-1,-22 19-1825,47-220 929,-2 0 0,-2-2 0,-39 69 0,-17 10-4324,21-46-1246,-18 9-6182</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1.509"/>
    </inkml:context>
    <inkml:brush xml:id="br0">
      <inkml:brushProperty name="width" value="0.035" units="cm"/>
      <inkml:brushProperty name="height" value="0.035" units="cm"/>
    </inkml:brush>
  </inkml:definitions>
  <inkml:trace contextRef="#ctx0" brushRef="#br0">1 1 2328,'25'29'600,"-42"-29"-2160</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1.955"/>
    </inkml:context>
    <inkml:brush xml:id="br0">
      <inkml:brushProperty name="width" value="0.035" units="cm"/>
      <inkml:brushProperty name="height" value="0.035" units="cm"/>
    </inkml:brush>
  </inkml:definitions>
  <inkml:trace contextRef="#ctx0" brushRef="#br0">503 41 7405,'23'-40'11401,"-25"41"-10649,-60 34 1350,35-21-1777,1 1 0,1 1 1,0 1-1,-43 39 1,48-34-6,2 1 0,0 0 1,1 1-1,-13 28 0,-44 109 1157,48-91-1049,4 1 1,3 1-1,4 1 1,2 0-1,4 1 1,3 0-1,3 0 0,7 75 1,1-95-207,2-2 1,3 1 0,1-1 0,4 0-1,1-1 1,37 78 0,-35-94-161,1 0 1,1-1 0,2-2 0,1 0-1,2-1 1,0-2 0,3 0 0,0-2-1,53 39 1,-63-54-368,-1-1 1,2 0-1,0-2 1,38 15-1,-46-21-154,0 0-1,0-1 0,0 0 0,0 0 1,0-1-1,0-1 0,0 0 0,0-1 1,0 0-1,22-5 0,90-26-10581,-67 11-761</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2.694"/>
    </inkml:context>
    <inkml:brush xml:id="br0">
      <inkml:brushProperty name="width" value="0.035" units="cm"/>
      <inkml:brushProperty name="height" value="0.035" units="cm"/>
    </inkml:brush>
  </inkml:definitions>
  <inkml:trace contextRef="#ctx0" brushRef="#br0">29 233 10297,'-11'0'710,"-6"-2"656,17 0-418,11 0 360,64-19 4437,303-21 414,5 20-37,-335 19-6010,411-21-112,-317 10 0,-137 14-70,0 0 0,-1-1 0,1 0 0,0 0 0,-1 0 0,1-1 0,5-2 0,-9 4 28,0 0 0,-1-1 0,1 1 0,0 0 0,0-1 0,-1 1 0,1-1 0,0 1 0,-1-1 0,1 0 0,-1 1 0,1-1 0,0 0 0,-1 1 0,0-1 1,1 0-1,-1 0 0,1 1 0,-1-1 0,0 0 0,1 0 0,-1 0 0,0 1 0,0-1 0,0 0 0,0 0 0,0 0 0,0 0 0,0 1 0,0-1 0,0 0 0,0 0 0,0 0 0,0 0 0,-1 0 0,1 1 0,0-1 0,-1 0 0,1 0 0,-1-1 0,-3-3-836,0-1 0,0 1 0,0 0 0,-6-6 0,-15-7-6784,-11 7-7788</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8.619"/>
    </inkml:context>
    <inkml:brush xml:id="br0">
      <inkml:brushProperty name="width" value="0.035" units="cm"/>
      <inkml:brushProperty name="height" value="0.035" units="cm"/>
    </inkml:brush>
  </inkml:definitions>
  <inkml:trace contextRef="#ctx0" brushRef="#br0">997 116 7157,'0'0'8564,"1"-1"-8002,18-15 5314,-22 16-5678,-72 11 60,0 2-1,-100 32 1,120-26-193,-123 49 102,150-55-137,0 1 1,1 1-1,1 2 0,1 0 1,0 2-1,1 0 0,1 2 1,-24 28-1,25-20-16,1 1 0,2 0 0,1 1 0,1 2 0,-18 48 0,19-34 20,3 1-1,1 0 1,-8 72-1,13-26 51,4 0-1,4 0 0,24 164 0,-18-211-27,2-1 0,2 0-1,32 81 1,-32-99-35,2-2-1,1 0 0,1 0 1,1-1-1,1-1 1,1-1-1,29 29 1,-28-36 27,0 0 1,0-2-1,2 0 1,42 21-1,-20-16-84,71 23 0,-73-32 50,0-2 1,1-2-1,70 2 0,-66-8-18,0-3 0,0-1 0,0-2 0,-1-2-1,1-2 1,67-25 0,-53 11-13,0-1 1,-2-4-1,-1-2 0,69-49 1,-83 47-5,-1-2 0,-2-1 1,-2-2-1,-1-2 1,32-46-1,-34 37 90,-3-2-1,-1-2 1,-3-1 0,-3-1-1,-1-1 1,-4 0-1,-1-2 1,-3-1-1,-3 0 1,-3-1 0,-2 0-1,1-68 1,-10 114 125,0 0 0,-1 0 1,0 0-1,-1 0 0,-5-15 1,-29-65 515,36 92-698,-31-61 787,-71-107 0,77 131-530,-21-31 433,-107-119 0,145 179-644,-1 0 0,0 1 0,-1 0 0,0 0 1,0 1-1,-1 1 0,0 0 0,0 0 0,-1 1 1,1 1-1,-1 0 0,-1 1 0,1 0 0,-1 1 0,-22-2 1,-13 1-133,-1 3 0,1 2-1,0 2 1,0 2 0,0 3 0,-87 24 0,91-17-928,0 1-1,1 3 0,0 1 0,-41 27 0,60-30-1338,-29 25-1,7 1-6191,25-19-1280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9.237"/>
    </inkml:context>
    <inkml:brush xml:id="br0">
      <inkml:brushProperty name="width" value="0.035" units="cm"/>
      <inkml:brushProperty name="height" value="0.035" units="cm"/>
    </inkml:brush>
  </inkml:definitions>
  <inkml:trace contextRef="#ctx0" brushRef="#br0">24 452 7541,'-7'4'-1176,"-10"5"7426,30-20 1033,-8 8-6828,-1 0-1,1 1 0,-1-1 1,1 1-1,0 0 0,0 1 1,0-1-1,6 0 0,5-2 249,815-237 3726,-572 182-2605,326-32 0,-439 84-9827,-117 2 3770,-18 2 2696,-8 3-401,11-12-4973,-2 1-250</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9.506"/>
    </inkml:context>
    <inkml:brush xml:id="br0">
      <inkml:brushProperty name="width" value="0.035" units="cm"/>
      <inkml:brushProperty name="height" value="0.035" units="cm"/>
    </inkml:brush>
  </inkml:definitions>
  <inkml:trace contextRef="#ctx0" brushRef="#br0">0 191 8997,'3'-4'405,"-1"0"0,1 0 1,0 0-1,1 1 0,-1-1 0,1 1 1,-1 0-1,1 0 0,0 0 0,0 1 1,8-4-1,-6 3 278,1-1 0,-1 0 0,1 0 0,-1 0 0,0-1 0,8-9 0,-6 7 99,-1 0 0,1 1 0,13-9 0,7 1 502,0 1 0,1 2 0,0 0 1,46-9-1,-70 18-1197,-1 1 0,1 0 1,0 0-1,0 1 0,0 0 0,-1-1 0,1 2 1,0-1-1,0 0 0,0 1 0,-1 0 0,1 0 1,0 1-1,-1-1 0,1 1 0,-1 0 0,1 0 1,-1 0-1,0 1 0,0-1 0,0 1 1,0 0-1,-1 0 0,1 1 0,-1-1 0,6 8 1,-4-2-31,0 0 1,-1 0 0,0 1-1,-1-1 1,0 1-1,0-1 1,-1 1 0,-1 0-1,1 0 1,-2 0 0,0 19-1,-2 5-43,-1 1 0,-2-1 0,-14 49 0,-39 99-1680,29-99 103,29-82 1551,-41 108-3108,35-96 1944,-1 0-1,0 0 1,-1 0 0,-1-1-1,-16 19 1,1-5-4644,10-11-3249</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39.919"/>
    </inkml:context>
    <inkml:brush xml:id="br0">
      <inkml:brushProperty name="width" value="0.035" units="cm"/>
      <inkml:brushProperty name="height" value="0.035" units="cm"/>
    </inkml:brush>
  </inkml:definitions>
  <inkml:trace contextRef="#ctx0" brushRef="#br0">487 4 13173,'-1'0'265,"1"0"0,-1-1 0,1 1-1,0 0 1,-1-1 0,1 1 0,-1 0 0,1 0 0,-1-1-1,1 1 1,-1 0 0,1 0 0,-1 0 0,1 0 0,-1 0-1,1 0 1,-1 0 0,1 0 0,-1 0 0,0 0-1,1 0 1,-1 0 0,1 0 0,-1 0 0,1 1 0,-1-1-1,1 0 1,-1 0 0,1 1 0,-13 12 61,-2 4 111,-42 14 115,6-5-384,-78 42 168,87-47-250,19-11 234,1-2 0,-40 10 1,8-3 1264,51-14 899,9 2-2113,0-1 1,1 0-1,0 0 0,-1-1 0,12 1 1,0 0 4,40 7 7,-16-2 174,43 11-1,-73-15-488,-1 1 0,1 0 1,-1 1-1,0 0 0,0 1 0,0 0 1,-1 1-1,11 9 0,-17-12-76,-1-1 1,0 1-1,0 0 1,0 0-1,0 0 1,-1 0-1,0 1 1,0-1-1,0 1 1,0-1-1,-1 1 1,1-1-1,-1 1 0,0 0 1,-1 0-1,1 0 1,-1 0-1,0-1 1,0 1-1,-1 0 1,-1 6-1,-1 9-187,-2-1 1,0 0-1,-15 32 0,9-24-767,-2-1-1,0-1 1,-2 0-1,-18 25 1,20-34-556,-1-1 0,-18 17 0,18-20-1413,0-1 1,-30 18 0,4-10-7751</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1.532"/>
    </inkml:context>
    <inkml:brush xml:id="br0">
      <inkml:brushProperty name="width" value="0.035" units="cm"/>
      <inkml:brushProperty name="height" value="0.035" units="cm"/>
    </inkml:brush>
  </inkml:definitions>
  <inkml:trace contextRef="#ctx0" brushRef="#br0">372 653 11549,'0'0'3921,"-3"1"-3066,-86 62 1314,-15 9-1499,11-13 949,31-20 223,59-37-1326,1-1-378,1-1-122,0 1-1,0-1 1,-1 1-1,1 0 1,0-1-1,0 1 1,0 0-1,0 0 1,0 0-1,0 0 0,1 0 1,-2 2-1,1-3-1,1 1-1,0-1 1,0 1 0,0-1-1,0 1 1,0 0-1,0-1 1,-1 1-1,1-1 1,0 1-1,1-1 1,-1 1-1,0-1 1,0 1 0,0-1-1,0 1 1,0 0-1,1-1 1,-1 1-1,0-1 1,1 1-1,2 3 11,0 0 0,1-1 0,-1 1 0,1-1 0,0 0 0,5 3 0,3 2-3,-1-1-14,0 0 0,-1 1 0,0 0 0,0 1 0,-1 0 0,0 1 0,9 13 0,18 24-82,-35-46 62,0 0 9,0-1 4,-1 0 1,1 0-1,-1 0 1,1 1-1,-1-1 1,1 0-1,-1 0 1,0 1-1,1-1 1,-1 0 0,1 1-1,-1-1 1,0 1-1,1-1 1,-1 1-1,0-1 1,1 0-1,-1 1 1,1 0-1,-1 0 0,0 0-1,1 0 1,-1 0-1,1-1 1,-1 1-1,1 0 1,0-1-1,-1 1 1,1 0-1,0-1 1,-1 1-1,1-1 1,0 1-1,0-1 1,-1 0-1,1 1 0,0-1 1,0 1-1,0-1 1,-1 0-1,1 0 1,0 0-1,1 1 1,9-2-14,-1 0 0,1-1 0,-1 0 0,0-1 0,0 0 0,0 0 0,0-1 0,0-1 0,-1 1 0,0-1 0,0-1 0,0 0 0,-1 0 0,0-1 0,0 0 0,0 0 0,8-12 0,-14 18 99,-2-3-117,2-27-126,-2 29 154,-1 0 0,1 0 0,-1 0 0,1 0 0,-1 0 0,0 0 0,0 0 1,0 0-1,0 0 0,0 0 0,-2-2 0,1 1 32,-1-3-23,-1 0 0,1 0 0,-1 0-1,0 0 1,-1 1 0,-9-10-1,2 3 207,-22-22 452,33 33-157,-16-9-373,5 1-103,9 7 17,20 25 87,15 3-234,-30-23 84,0 0-1,1-1 1,0 1-1,0-1 1,0 0 0,0 1-1,0-1 1,0 0-1,0-1 1,1 1-1,-1-1 1,1 1-1,-1-1 1,1 0-1,0 0 1,-1-1-1,7 1 1,1 0-27,-1-1 1,0 0-1,0-1 0,0 0 0,14-4 1,-3-1-224,-1-1 1,-1-1 0,28-16 0,13-5-295,-57 28 483,-2-1 14,1-4 96,-1-1 0,1 1 0,-1 0 0,0-1 0,-1 0 0,0-9 0,0 13 200,-1 2-142,-1 0-1,1 0 1,-1-1 0,1 1 0,0 0 0,0-1-1,-1 1 1,1-1 0,0 1 0,0-1-1,-1-3 1,5-2-171,1 0 0,0 0 1,1 1-1,-1-1 0,11-10 0,-8 8-15,0 0 0,-2 0 0,6-10 0,-7 13 59,-1 0 0,1 0 1,0 0-1,0 0 0,0 1 1,1-1-1,8-7 0,-11 12 14,1-2 12,0 1 1,0 0-1,-1 0 0,1-1 1,-1 0-1,3-3 1,-5 5 0,1 2 8,0-1 0,-1 0-1,1 0 1,0 1 0,-1-1-1,1 0 1,-1 1-1,1-1 1,-1 1 0,1-1-1,-1 0 1,1 1 0,-1-1-1,1 1 1,-1-1-1,0 1 1,1 0 0,-1-1-1,0 1 1,1 0-1,-1 0-1,6 8 2,-1 1 0,-1 0 0,0-1 0,0 2 0,-1-1 0,0 0 0,-1 1 0,0-1 0,0 1 0,-1 12 0,9 47-12,0-43 36,-9-25 2,1-3-24,-1 1 0,1-1 0,-1 0 0,0 0 0,0 0 0,0-1 0,1 1 0,-1 0-1,0 0 1,-1-1 0,2 0 0,2-3 1,3-5-2,-1 0 0,0 0 0,0-1 0,-1 1 0,7-22 0,11-24-4,84-137 78,-98 179-78,-8 14 5,0 0 0,-1 0-1,1 0 1,0 0 0,0 0-1,0 0 1,0 0 0,0 0-1,0 0 1,-1 0 0,1 1-1,0-1 1,0 0 0,0 1 0,-1-1-1,1 1 1,0-1 0,0 1-1,-1-1 1,1 1 0,0 0-1,0-1 7,1 2 1,0-1 0,-1 0 0,1 1 0,0-1 0,-1 1 0,1-1 0,-1 1 0,0 0 0,0-1 0,1 1 0,-1 0 0,0 0 0,0 0 0,0 3 0,8 32-119,-1 1-157,-4-29 161,-2-3-11,0 0 0,1 1 0,0-2 1,0 1-1,0 0 0,1-1 0,4 6 1,-6-9 93,-1-1 0,1 0 1,0 1-1,0-1 0,0 0 1,0 0-1,0-1 1,0 1-1,0 0 0,0-1 1,0 1-1,0-1 0,0 1 1,0-1-1,1 0 1,-1 0-1,0 0 0,0 0 1,0-1-1,0 1 0,1 0 1,-1-1-1,0 1 1,0-1-1,3-2 0,35-14-222,-2-1-1,0-3 0,48-34 0,-55 35 40,-10 7 82,73-52-413,-84 58 492,0-2 0,-1 1-1,0-2 1,0 1 0,-1-1 0,10-15 0,-17 22 55,1-1 0,-1 1 0,1-1-1,-1 1 1,0-1 0,-1 0 0,1 1 0,-1-1 0,1 0-1,-1 0 1,0 1 0,0-1 0,-1-4 0,-1 0 46,1 0 1,-2 0-1,1 1 1,-5-13-1,-5-3 815,-28-40 0,31 50-552,-3-3 709,-1 0 1,-23-21-1,20 21 635,-18-22-1,33 36-955,-11 11-252,10-7-436,0 1 0,0-1-1,0 1 1,1-1-1,-1 1 1,1 0 0,0 0-1,0 0 1,0 0-1,0 0 1,0 0 0,1 0-1,-1 4 1,1 48 91,1-28-60,22 524 257,26-150-676,37-4-1065,-81-384 1083,0 0 0,0 0 0,14 21 0,-20-34 342,1 0 0,0 0 0,0 0 0,0 0 0,0 0 0,0 0 1,0 0-1,1-1 0,-1 1 0,0 0 0,0 0 0,0 0 0,0 0 0,0 0 0,0 0 0,0 0 0,0 0 0,0 0 0,0 0 0,0-1 0,0 1 0,0 0 1,0 0-1,0 0 0,0 0 0,0 0 0,0 0 0,1 0 0,-1 0 0,0 0 0,0 0 0,0 0 0,0 0 0,0 0 0,0 0 0,0 0 0,0 0 0,0 0 1,1 0-1,-1 0 0,0 0 0,0 0 0,0 0 0,0 0 0,0 0 0,0 0 0,0 0 0,0 0 0,0 0 0,0 0 0,1 0 0,-1 0 0,0 0 1,0 0-1,0 0 0,0 0 0,0 0 0,0 0 0,0 1 0,0-1 0,0 0 0,0 0 0,7-13-252,0 0 0,-2-1-1,1 0 1,-2 0 0,0 0 0,0 0-1,1-19 1,6-114-1171,-9 84 942,9-147-618,8-105 829,-6 190 1233,-12 120-662,-2 10-198,0-5-93,-27 115-1148,23-98-238,-2 0 0,-14 25-1,0-2-3908,1 3-3138</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1.829"/>
    </inkml:context>
    <inkml:brush xml:id="br0">
      <inkml:brushProperty name="width" value="0.035" units="cm"/>
      <inkml:brushProperty name="height" value="0.035" units="cm"/>
    </inkml:brush>
  </inkml:definitions>
  <inkml:trace contextRef="#ctx0" brushRef="#br0">31 9 13641,'-24'-7'2646,"19"6"1686,5 4-2592,-1 11-1048,1-1 0,0 1 0,1-1 0,1 0 0,0 1 0,7 20 0,4 31 266,4 55 137,44 281-4,-2-174-4553,-34-153-770,2-3-4024,-12-37-3157</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2.162"/>
    </inkml:context>
    <inkml:brush xml:id="br0">
      <inkml:brushProperty name="width" value="0.035" units="cm"/>
      <inkml:brushProperty name="height" value="0.035" units="cm"/>
    </inkml:brush>
  </inkml:definitions>
  <inkml:trace contextRef="#ctx0" brushRef="#br0">73 75 14881,'0'0'4084,"3"0"-2125,48 5 2879,20 2-2011,-28-7-2287,-39 0-325,-1-1-72,25-1-335,-27 1 142,0 1 0,-1 0 1,1 0-1,-1-1 0,1 1 1,-1-1-1,1 1 1,-1-1-1,1 1 0,-1-1 1,0 1-1,1-1 0,-1 1 1,0-1-1,1 1 0,-1-1 1,0 1-1,1-1 1,-1 0-1,0 1 0,0-1 1,0 0-1,0 1 0,0-2 1,1 1-132,-1 0 114,0 0 0,0 0 0,1-1 0,-1 1 0,0 0 0,0 0 0,0 0 0,0 0 0,0 0 0,0-1 0,0 1 0,-1 0 0,1 0 1,0 0-1,-1 0 0,1 0 0,-1 0 0,1 0 0,-1 0 0,1 0 0,-1 0 0,0 0 0,-1-1 0,-1-1-75,0 0 0,0 0 0,0 1 1,-1-1-1,1 1 0,-1 0 0,-4-2 0,0 1-34,-1-1 0,1 1 1,-1 1-1,0 0 0,1 0 1,-16-1-1,23 3 163,-18 0 80,0 0 1,0 1 0,0 1-1,1 0 1,-33 10 0,49-12-29,1 1 0,-1-1 1,1 1-1,-1 0 1,1 0-1,-1 0 0,1 0 1,0 0-1,0 0 1,-1 0-1,1 0 0,0 0 1,0 1-1,0-1 1,0 0-1,0 1 0,0-1 1,1 1-1,-1-1 1,0 1-1,0 2 0,1-1 7,0 0 0,-1 0 0,1 0 0,1 0 0,-1 0 0,0 0-1,1 0 1,0 0 0,-1-1 0,1 1 0,2 4 0,2 3 44,0-1 0,1 0 0,0 0 0,0 0-1,15 14 1,-10-12-374,1 0-1,1 0 1,0-1-1,0-1 1,27 14-1,-1-7-3288,4-4-3613,-12-6-3614</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2.838"/>
    </inkml:context>
    <inkml:brush xml:id="br0">
      <inkml:brushProperty name="width" value="0.035" units="cm"/>
      <inkml:brushProperty name="height" value="0.035" units="cm"/>
    </inkml:brush>
  </inkml:definitions>
  <inkml:trace contextRef="#ctx0" brushRef="#br0">23 265 11081,'0'0'8587,"0"3"-8245,-18 99 737,16-85-1003,0 1-1,2-1 1,2 33-1,-2-47-1,19-2 141,-15-1-169,0 1 0,0-1 0,0 0-1,0 0 1,0-1 0,0 1 0,1-1 0,-1 0 0,0 0-1,0 0 1,-1 0 0,1-1 0,0 0 0,0 0 0,-1 0-1,1 0 1,-1 0 0,0-1 0,4-3 0,2-2 23,-1-1 1,0 0 0,0-1-1,-1 1 1,0-2-1,9-19 1,26-73 126,-25 56-253,-9 22-15,-1 0 0,-1 0 0,3-29 0,-1 28-41,1-3-56,-8 31 141,22 31 34,-17-23 174,0-1 0,0 0 0,1-1 1,0 1-1,1-1 0,-1-1 0,2 1 0,12 8 0,-18-15-57,-1 0 0,1-1-1,0 1 1,0-1 0,0 0-1,0 0 1,0 0 0,0 0-1,-1 0 1,1-1 0,0 1-1,3-2 1,-5 2-54,9-2 78,-1-1-1,0 0 0,-1-1 0,1 0 0,-1 0 0,15-10 0,42-38-654,-21 16-735,-11 11 395,-31 24 668,0 2 161,0 1 0,-1-1-1,1 1 1,-1-1 0,1 1 0,-1 0-1,1-1 1,-1 1 0,0 0-1,0 0 1,0 0 0,0 0 0,0 0-1,0 0 1,0 0 0,0 4 0,6 40 98,-5-30-141,9 42 80,2 0-1,21 56 1,-25-89-491,1 0 1,1-1 0,2 0-1,0-1 1,1-1 0,31 37 0,-40-54-945,1 1 1,0 0-1,0-1 1,1 0-1,10 5 1,-1 0-7698</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3.200"/>
    </inkml:context>
    <inkml:brush xml:id="br0">
      <inkml:brushProperty name="width" value="0.035" units="cm"/>
      <inkml:brushProperty name="height" value="0.035" units="cm"/>
    </inkml:brush>
  </inkml:definitions>
  <inkml:trace contextRef="#ctx0" brushRef="#br0">96 116 11713,'0'0'15642,"4"-1"-14944,67-14 1492,-70 14-2170,1-1 0,0 1-1,-1 0 1,1 0 0,-1-1-1,1 1 1,-1 0-1,0-1 1,1 0 0,-1 1-1,1-3 1,1 0-80,-3 4 22,0-1 0,1 1 0,-1-1 0,1 0 0,-1 0-1,0 1 1,0-1 0,1 0 0,-1 0 0,0 1-1,0-1 1,0 0 0,0 0 0,0 1 0,0-1-1,0 0 1,0 0 0,0 1 0,-1-2 0,1-1-151,0 1 54,1 0 0,-1 0 0,0-1 0,0 1 0,-1 0 0,1 0 0,0 0 0,-1 0 0,1 0 0,-1 0 0,1 0 0,-1 0 0,0 0 0,0 0 0,0 1 0,0-1 0,0 0 0,0 0 0,-3-2 0,2 3 35,-1-1 0,1 0 0,-1 0 0,1 1 0,-1 0 0,0 0 0,0-1 0,0 1 0,1 1 0,-1-1 0,0 0 0,-4 0 0,-7 1-70,-1 0-1,1 0 0,0 1 0,-21 4 1,35-4 168,-3-1 0,1 0 0,0 1 1,0-1-1,-1 1 0,1-1 0,0 1 0,0 0 0,0 0 0,-1 0 0,1 1 1,1-1-1,-1 0 0,0 1 0,0-1 0,0 1 0,1-1 0,-1 1 0,1 0 0,-1 0 1,1 0-1,-2 2 0,2 0 10,0-1 0,0 1 0,0 0 0,0-1 0,1 1 0,0 0 0,-1-1 0,1 1 0,1 0 0,-1-1 0,0 1 0,2 4 0,2 6 20,0 0-1,1 0 1,0-1 0,1 0 0,11 19 0,-6-16-278,1 0 0,0-1 0,1-1 0,1 0-1,0 0 1,0-1 0,2-1 0,-1-1 0,2 0 0,-1-1 0,33 14 0,-44-22-715,0 0 0,1 0-1,-1-1 1,0 0-1,10 1 1,0 0-1965,34 5-7205</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3.923"/>
    </inkml:context>
    <inkml:brush xml:id="br0">
      <inkml:brushProperty name="width" value="0.035" units="cm"/>
      <inkml:brushProperty name="height" value="0.035" units="cm"/>
    </inkml:brush>
  </inkml:definitions>
  <inkml:trace contextRef="#ctx0" brushRef="#br0">310 66 9917,'-10'3'642,"0"0"1,0 2-1,1-1 0,0 1 1,0 0-1,0 1 0,1 0 1,-10 8-1,-4 8 230,-28 33 0,-3 3 694,36-38-372,-28 41 1,15-20-365,30-40-810,0 0 0,0-1 0,0 1 0,0 0 0,0 0 0,0 0 0,0 0-1,0 0 1,0-1 0,1 1 0,-1 0 0,0 0 0,1 0 0,-1 0 0,0-1 0,1 1-1,-1 0 1,1-1 0,-1 1 0,1 0 0,1 0 0,-2 0 22,1 1-17,1-1 0,-1 1 0,0-1 0,1 1 0,-1-1 0,1 1 0,0-1 0,-1 0 0,1 0 0,0 0 0,0 0 0,0 0 0,-1 0 0,1 0 0,0-1 0,3 2 0,0-2 20,0 1-1,0-1 1,1 1 0,-1-1 0,0-1 0,7 0 0,5-2 58,-1-1 0,29-11 0,-42 14-98,15-5 4,-1-1 1,0-1-1,-1 0 0,1-1 0,-2-1 0,1 0 0,-2-1 1,18-17-1,-33 24-171,-6-2 90,0 0-1,-1 1 1,1-1 0,-1 1 0,-1 1-1,1-1 1,-1 1 0,-11-3 0,17 6-13,0 1 86,-9-2 8,2 0 245,21 3-55,84 10 37,-53-5-543,0-1 0,0-3 0,0-1 0,54-6 0,-47-6-1528,-46 11 1292,-2-2 117,16-22-334,-16 21 925,0 1 0,0-1 0,0 1 0,0-1 0,-1 1 0,1-1 0,-1 0-1,0 1 1,1-1 0,-1 0 0,-1 0 0,1 1 0,0-1 0,-1 0 0,1 1 0,-1-1 0,0 1 0,0-1 0,0 1 0,0-1 0,0 1 0,0-1 0,-3-1 0,3 2 687,9-14-836,-5 11 22,1 1 1,-1-1-1,1 1 1,0 0 0,0 1-1,0-1 1,1 1-1,-1-1 1,9-3-1,7-7 202,74-67 3055,-87 81-2900,-3 1-336,3 1 8,0 0 1,0 0-1,-1 1 1,1 0-1,-1 0 1,0 0-1,0 1 1,0 0-1,0 0 1,0 1-1,-1-1 0,0 1 1,7 9-1,28 43 334,-2-2-1337,-9-20-3187,-27-33 2981,5 5 120</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4.765"/>
    </inkml:context>
    <inkml:brush xml:id="br0">
      <inkml:brushProperty name="width" value="0.035" units="cm"/>
      <inkml:brushProperty name="height" value="0.035" units="cm"/>
    </inkml:brush>
  </inkml:definitions>
  <inkml:trace contextRef="#ctx0" brushRef="#br0">12 935 8129,'-10'-10'1797,"9"8"-291,4 3-91,11 1-329,-1-1 1,1-1 0,0 0 0,0 0 0,27-6-1,-12 2-761,377-54 4231,-289 39-3583,722-107 1856,-409 63-2016,982-137 1040,-356 54-981,-352 37-145,-152 23-275,-494 76-452,119-13 0,-144 19-138,-31 3-171,0 1 0,1 0 0,-1-1-1,0 0 1,0 1 0,0-1 0,0 0 0,1 0 0,1-1-1,-4 1 208,0 1 0,0 0 0,1 0 1,-1-1-1,0 1 0,0 0 0,0 0 0,1-1 0,-1 1 0,0 0 0,0 0 0,0-1 0,0 1 0,1 0 0,-1-1 0,0 1 0,0 0 0,0-1 0,0 1 0,0 0 0,0-1 0,0 1 0,0 0 0,0-1 0,0 1 0,0 0 0,0-1 0,0 1 0,-1 0 0,1-1 0,0 1 0,0 0 0,0-1 0,-3-2-898,0 0 0,0 0 0,0 0 0,0 0 0,0 1 1,-1 0-1,-3-3 0,-4-2-2002,-18-16-9083</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7:46.770"/>
    </inkml:context>
    <inkml:brush xml:id="br0">
      <inkml:brushProperty name="width" value="0.035" units="cm"/>
      <inkml:brushProperty name="height" value="0.035" units="cm"/>
    </inkml:brush>
  </inkml:definitions>
  <inkml:trace contextRef="#ctx0" brushRef="#br0">75 184 7165,'-75'32'13140,"86"-32"-12897,351 0 4506,181 8-3278,651-1-929,48-57-278,-346 10-99,-514 24-106,338-9 426,-233 14 520,-429 5-1712,-44 4-9,-15 1 521,1 1-1,-1-1 1,1 0-1,-1 0 0,1 1 1,-1-1-1,0 0 1,1 1-1,-1-1 1,0 0-1,0 1 0,0-1 1,1 1-1,-1-1 1,-1 1-1,-29-15-3944,-1 1-1,-37-10 0,12 6-5189</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2.681"/>
    </inkml:context>
    <inkml:brush xml:id="br0">
      <inkml:brushProperty name="width" value="0.035" units="cm"/>
      <inkml:brushProperty name="height" value="0.035" units="cm"/>
    </inkml:brush>
  </inkml:definitions>
  <inkml:trace contextRef="#ctx0" brushRef="#br0">2074 166 8157,'-1'-16'10486,"1"16"-10177,-1-1 0,-9 1 6547,1 2-8465,7-2 595,0 1 1050,-2-3 0,-16-6 76,-26-15 0,42 21-106,1 0 0,-1 1 0,0-1 0,0 1 0,0 0 0,0 0 0,-8 0 0,-2-1 31,-119-21 358,-13 8-325,142 15-82,-23-6 26,-1 1-1,0 1 0,-35-1 1,53 5-8,1-1-1,0-1 1,0 1 0,-9-4 0,-2 0-22,17 5 39,-1-1 100,4 1-122,-13-2-23,-1 1 0,1 0-1,-21 2 1,33-1 27,0 1-1,0-1 1,0 0-1,0 0 1,0 0-1,0-1 1,0 1 0,0 0-1,0 0 1,0-1-1,0 1 1,0 0 0,0-1-1,0 1 1,1-1-1,-2 0 1,-4-2-15,-1 2 0,0-1 0,0 2-1,0-1 1,1 1 0,-1 0 0,-8 1 0,5-1 14,0 1 0,0-1 0,-11-2 0,-61-4 3,-20-2-5,97 7-2,0 1 1,-1-1-1,1 1 1,0 1-1,0-1 0,-7 2 1,-50 3 46,13-8-74,46 3 42,-14-5 40,5 4-57,-1 0 0,1 0 0,-1 1 0,-13 2-1,-24 1-26,-8-3 37,0 3-1,-85 15 0,80-11 69,48-6-92,1 0 1,-1 1-1,1 1 0,-27 8 1,23-4-15,12-6 27,1 2 0,-1-1 0,0 1 1,1-1-1,-1 2 0,1-1 0,-7 6 1,1 1-29,-67 63-36,56-49 75,2 0 1,-28 44-1,41-56-8,0 0 0,2 1 0,-1-1 0,1 1 0,1 0 0,1 1 0,-1-1 0,-1 23 0,1 8-39,-3 50-17,7-79 29,0-1-1,0 0 0,2 1 0,0-1 1,0 0-1,9 26 0,-4-22-28,-5-10 48,1 0 0,0 0 0,1 0 0,0-1 1,0 1-1,1-1 0,6 9 0,13 12-97,-15-17 91,0 0 0,1-1 1,0 0-1,0 0 1,20 12-1,-8-8-34,-12-7 54,1 0 0,0 0-1,1-2 1,0 1 0,13 3-1,112 23-2,-126-30-13,30 7-50,0-2 0,0-2 0,53 1 0,-67-6 0,45 6 0,-13-1 18,-32-3 20,-2 0 6,-1-1 0,0-2-1,29-3 1,-29 2 7,31-1 1,21-1-3,57-7 40,-82 8 2,276-38-102,-289 34 77,-2-2-1,1-2 0,-1-1 0,0-2 1,-2-1-1,44-26 0,30-15 50,-73 40 44,-1-3 1,45-29-1,-77 46 126,-1 0-115,54-108 514,-53 105-443,0 1 1,-1-1 0,1 0 0,-1 0 0,0 0-1,-1 0 1,1 0 0,-1 0 0,0 0 0,0 0 0,0 0-1,-3-10 1,3 13-103,-1 0 0,1 0 0,-1 0 0,0 0 0,0 1 0,0-1 0,0 0 0,-1 1 1,1-1-1,0 1 0,-1-1 0,-2-2 0,2 2 67,0 0 155,-2-6-55,-1 0 0,0 0 0,-11-13 0,14 20-159,1-2-61,-1 0-1,1 0 0,-1 0 1,0 0-1,0 0 0,0 1 0,0-1 1,-1 1-1,1 0 0,-5-4 1,2 1 15,-5-4 22,8 7 10,0-1 18,-15-23 138,16 23 124,-5-12-67,1-1-220,4 13 8,0 2-60,0 0 1,-1-1-1,1 1 0,-1 0 1,1 0-1,0-1 0,0 1 0,0-1 1,-2-2-1,0-1 11,-4-1-11,1-1 0,-1 1 1,-1 1-1,1-1 0,-1 1 1,0 0-1,-10-4 1,-63-23-261,18 8-611,33 11-1858,-45-14 0,7 12-9242,52 14 2056</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5.047"/>
    </inkml:context>
    <inkml:brush xml:id="br0">
      <inkml:brushProperty name="width" value="0.035" units="cm"/>
      <inkml:brushProperty name="height" value="0.035" units="cm"/>
    </inkml:brush>
  </inkml:definitions>
  <inkml:trace contextRef="#ctx0" brushRef="#br0">384 26 8793,'1'0'306,"-1"-1"-1,1 1 1,0-1 0,0 1-1,-1-1 1,1 0 0,0 1 0,-1-1-1,1 0 1,-1 1 0,1-1-1,-1 0 1,1 0 0,-1 1 0,1-1-1,-1-2 1,-10 0 6011,-2 2-7098,9 1 1426,0-1-139,-11-2-340,0 1 0,1 0 1,-1 2-1,0-1 1,0 2-1,0-1 0,-18 5 1,-99 28 430,29-6 1005,102-27-1585,-1 0 1,1 0-1,0 0 1,0 0-1,0 0 0,0 0 1,0 0-1,0 0 1,0 0-1,-1 0 0,1 0 1,0 0-1,0 0 1,0 0-1,0 0 1,0 0-1,0 0 0,0 0 1,0 0-1,0 1 1,0-1-1,-1 0 0,1 0 1,0 0-1,0 0 1,0 0-1,0 0 1,0 0-1,0 0 0,0 1 1,0-1-1,0 0 1,0 0-1,0 0 0,0 0 1,0 0-1,0 0 1,0 0-1,0 1 1,0-1-1,0 0 0,0 0 1,0 0-1,0 0 1,0 0-1,0 0 0,0 1 1,0 0 69,0 1 0,0 0 0,0 0 0,0 0 0,0 0 0,0-1-1,1 1 1,-1 0 0,1 0 0,-1-1 0,1 1 0,-1 0 0,1 0 0,0-1 0,0 1 0,0-1 0,0 1 0,0-1 0,0 1-1,1-1 1,-1 0 0,0 0 0,1 1 0,-1-1 0,1 0 0,-1 0 0,1 0 0,-1 0 0,1-1 0,0 1 0,2 1 0,87 38 1536,83 45 1696,-147-70-3319,-18-11 0,0 1 0,-1-1 0,1 2 0,-1-1 0,-1 1 0,1 1 0,-1-1 0,8 10 0,-13-14-11,-1 0 1,0 1-1,0-1 0,-1 0 0,1 0 1,0 0-1,-1 1 0,1-1 0,-1 0 1,0 1-1,0-1 0,1 1 0,-2-1 1,1 0-1,0 1 0,0-1 0,-1 0 1,1 0-1,-1 1 0,0-1 1,0 0-1,0 0 0,0 0 0,0 0 1,-2 3-1,-3 4-206,0 0 0,0-1 0,-1 1 0,-12 10 1,12-13-350,-1 1 0,0-2 0,0 1 0,0-1 0,-1 0 0,1-1 0,-1 0 0,0 0 0,0-1 0,-20 4 0,12-4-1403,-1-1 1,0 0-1,0-2 1,1 0-1,-22-3 1,-13-5-8415</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5.408"/>
    </inkml:context>
    <inkml:brush xml:id="br0">
      <inkml:brushProperty name="width" value="0.035" units="cm"/>
      <inkml:brushProperty name="height" value="0.035" units="cm"/>
    </inkml:brush>
  </inkml:definitions>
  <inkml:trace contextRef="#ctx0" brushRef="#br0">868 0 15837,'-9'1'984,"0"0"618,1 0 7966,5 4-8679,-49 74 510,8-15-961,-82 145 419,-149 339-1,220-419-1113,-175 445-4571,193-480 810,17-47-6423</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6.008"/>
    </inkml:context>
    <inkml:brush xml:id="br0">
      <inkml:brushProperty name="width" value="0.035" units="cm"/>
      <inkml:brushProperty name="height" value="0.035" units="cm"/>
    </inkml:brush>
  </inkml:definitions>
  <inkml:trace contextRef="#ctx0" brushRef="#br0">40 357 11745,'0'0'323,"0"-1"0,1 1 0,-1 0 1,1 0-1,-1 0 0,0 0 0,1 0 0,-1 0 0,0 0 0,1 0 1,-1 0-1,0 0 0,1 0 0,-1 0 0,0 0 0,1 0 0,-1 1 0,0-1 1,1 0-1,-1 0 0,0 0 0,1 0 0,-1 1 0,1 0 970,-1-1-970,0 0 0,1 1 0,-1 12 3549,-15 26-4541,6-19 1936,2 7-930,1 1 0,1-1 0,1 1 0,2 0 0,1 0 0,1 0 0,1 0 0,2 0 0,1 0 0,7 29 0,-2-29 54,0 0 0,2-1 1,1 0-1,1 0 1,2-1-1,29 40 0,-36-57-380,0-1 0,0 0 1,0-1-1,1 0 0,0 0 0,1-1 0,15 8 0,-23-13-14,0 0 1,0 0-1,1 0 0,-1 0 1,1 0-1,-1-1 0,1 0 0,-1 1 1,1-1-1,-1 0 0,1 0 1,-1 0-1,1 0 0,-1-1 1,1 1-1,-1-1 0,0 1 1,1-1-1,-1 0 0,0 0 0,1 0 1,-1 0-1,0 0 0,0-1 1,0 1-1,0-1 0,0 1 1,0-1-1,0 0 0,0 0 1,-1 0-1,1 0 0,-1 0 0,0 0 1,1 0-1,0-3 0,2-3-44,0-1 1,0 0-1,-1 0 0,-1 0 0,1 0 0,-1-1 0,-1 1 0,1-15 1,-3-60-1780,-3 0 0,-28-153 0,24 195 1958,-2 2 0,-1-1 0,-3 2 0,-1 0 0,-1 0 0,-37-60 1,50 94 109,0 1-1,1-1 1,-1-1 0,1 1 0,0 0 0,1-1 0,-1 1 0,1-1 0,0 1 0,0-1 0,1-9 0,0 14-154,0 0 0,1 0 1,-1 0-1,1 1 0,0-1 0,-1 0 0,1 0 0,-1 0 1,1 1-1,0-1 0,0 1 0,0-1 0,-1 0 0,1 1 1,0-1-1,0 1 0,0 0 0,0-1 0,1 0 0,0 1 121,4-4-193,1 2 0,0-1 1,0 1-1,0 0 0,0 1 1,0 0-1,0 0 0,0 0 1,0 1-1,0 0 0,1 0 1,7 2-1,2-1-29,400-10 13,-167-1 0,-167 7 0,103-19 0,-182 22-318,-1-1 1,0 0-1,0 0 1,0-1-1,0 1 1,0 0-1,0-1 1,0 0-1,0 0 1,3-3-1,-5 4-7,0 1 0,0-1 0,-1 0 0,1 1 0,0-1 0,0 0-1,-1 0 1,1 0 0,-1 0 0,1 1 0,-1-1 0,1 0 0,-1 0 0,1 0 0,-1 0 0,0 0 0,1 0 0,-1 0-1,0 0 1,0-1 0,0 1 0,0 0 0,0 0 0,0 0 0,0 0 0,0 0 0,0 0 0,-1 0 0,1 0-1,-1-2 1</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6.500"/>
    </inkml:context>
    <inkml:brush xml:id="br0">
      <inkml:brushProperty name="width" value="0.035" units="cm"/>
      <inkml:brushProperty name="height" value="0.035" units="cm"/>
    </inkml:brush>
  </inkml:definitions>
  <inkml:trace contextRef="#ctx0" brushRef="#br0">4 131 11369,'0'0'2046,"1"-2"-299,12-19 3626,-13 25-5032,-6 118 1690,6-119-1937,0-1-1,0 1 0,-1 0 0,0 0 1,1 0-1,-1-1 0,0 1 0,-3 4 0,2-1 137,1-3 3016,6-4-3140,1-1-1,0 1 1,-1-1-1,1-1 1,-1 1-1,0-1 0,0 0 1,0 0-1,5-4 1,9-9 67,0 0 0,24-29 0,-13 14-46,107-106 433,-135 138-547,-1 0 1,1 0-1,-1 0 0,1 1 0,-1-1 0,1 0 0,-1 1 0,0-1 0,1 0 0,-1 1 0,0 0 1,0-1-1,1 4 0,2 10 17,-1 1 0,0-1 1,-1 1-1,-1 0 0,-1 23 0,1 19-65,0-39-226,2-1 0,0 0 0,10 33 0,-11-44-212,1 0 0,0 1 0,0-1 0,1-1 0,0 1 0,0-1 0,1 1 0,0-1 0,0 0 0,0-1 0,12 10 0,-16-14-6,1 0-1,0 0 1,0 0 0,0 0-1,0 0 1,0 0 0,1 0 0,-1-1-1,0 1 1,0-1 0,0 1-1,1-1 1,-1 0 0,0 0 0,0 0-1,1 0 1,-1 0 0,0-1 0,3 0-1,33-4-10043</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6.752"/>
    </inkml:context>
    <inkml:brush xml:id="br0">
      <inkml:brushProperty name="width" value="0.035" units="cm"/>
      <inkml:brushProperty name="height" value="0.035" units="cm"/>
    </inkml:brush>
  </inkml:definitions>
  <inkml:trace contextRef="#ctx0" brushRef="#br0">0 3 14985,'55'3'4892,"64"-3"-1,-63-2-891,58 7-1,-107-5-4573,1 1 1,-1-1-1,1 0 1,-1-1-1,0 0 0,1 0 1,-1 0-1,10-4 1,-26 6-8181,1 0 5249,-12 2-8857</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6.908"/>
    </inkml:context>
    <inkml:brush xml:id="br0">
      <inkml:brushProperty name="width" value="0.035" units="cm"/>
      <inkml:brushProperty name="height" value="0.035" units="cm"/>
    </inkml:brush>
  </inkml:definitions>
  <inkml:trace contextRef="#ctx0" brushRef="#br0">1 95 21678,'103'-5'3264,"-43"-1"-431,-8 3-405,-9 0-380,0 0-1532,1 0-516,7 6 0,4-3 0,-9-3 0,-29 3 0,12-5 0,-3 5 0,-18-20-1644,1 2-968,-20 7-5753,-18-6-8797</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8.003"/>
    </inkml:context>
    <inkml:brush xml:id="br0">
      <inkml:brushProperty name="width" value="0.035" units="cm"/>
      <inkml:brushProperty name="height" value="0.035" units="cm"/>
    </inkml:brush>
  </inkml:definitions>
  <inkml:trace contextRef="#ctx0" brushRef="#br0">412 7 11913,'7'-6'2805,"-9"10"1277,-6 6-936,3-6-4064,0-2 984,1-1 0,0 1 0,-1-1 0,1 0 0,0 0 0,-9 0-1,-5 1 20,-24 8-187,0 1-1,1 2 1,0 1 0,-65 35 0,80-32 578,22-14-360,0 0 1,0 0 0,0-1-1,0 0 1,-10 4-1,14-6-16,-1 0 0,0 0 0,0 1 0,1-1 0,-1 0 0,0 0 0,1 1 0,-1-1 0,0 0 0,0 1 0,1-1 0,-1 1 0,1-1 0,-1 1 0,0-1 0,1 1 0,-1-1 0,1 1 0,0 0 0,-1-1 0,1 1 0,-1 0 0,1 0 0,0 0-29,0 0 1,0-1 0,0 1 0,0 0 0,1-1-1,-1 1 1,0-1 0,1 1 0,-1 0 0,0-1-1,1 1 1,-1-1 0,1 1 0,-1-1-1,1 1 1,-1-1 0,1 1 0,-1-1 0,1 0-1,0 1 1,5 2 196,-1 0-1,0 0 1,1-1-1,-1 0 0,10 3 1,231 54 4606,-221-54-4768,-8-1-100,0 0 1,-1 1-1,1 1 0,-1 0 0,29 16 0,-44-21-6,0 0 0,1 0 0,-1 0 0,0 0 0,0 0 0,0 0 0,0 0 0,0 1 0,0-1 0,0 0 0,0 1 0,0-1 0,-1 0 0,1 1 0,-1-1 0,1 1 0,-1 0 0,1-1 0,-1 1 0,0 1 0,0 1 0,0 0 0,0-1 0,-1 1 0,1 0 0,-1-1 0,0 1 0,0-1 0,-3 7 0,-3 3 0,0 1 0,-1-1 0,-14 17 0,8-12-1011,0-1-1,-2 0 1,0-1 0,0-1 0,-28 20-1,33-27-6,-1-2-1,0 1 0,0-1 1,0-1-1,-1 0 0,1-1 0,-1 0 1,0-1-1,0 0 0,-23 1 0,-21-5-11490</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9.464"/>
    </inkml:context>
    <inkml:brush xml:id="br0">
      <inkml:brushProperty name="width" value="0.035" units="cm"/>
      <inkml:brushProperty name="height" value="0.035" units="cm"/>
    </inkml:brush>
  </inkml:definitions>
  <inkml:trace contextRef="#ctx0" brushRef="#br0">296 699 8057,'-34'-8'14097,"8"22"-13166,4-2-692,2-1 145,0 1 0,1 0 0,0 1 0,1 1 0,1 1 0,0 1 0,1 0 0,1 1 0,-17 24 0,29-35-243,-1 0 1,1 0-1,1 1 1,-1 0 0,-1 8-1,3-11-77,1-1-23,0 0-1,0 0 0,1 0 0,-1 0 1,1 0-1,-1 0 0,1 0 1,0 0-1,0-1 0,1 1 1,-1 0-1,0 0 0,1-1 1,2 4-1,-1-4-7,0 1-1,1-1 1,0 0 0,-1 0-1,1 0 1,0 0-1,0-1 1,0 0 0,0 1-1,0-1 1,5 0 0,0 1 16,1 1-47,0-1 0,1 0 0,-1-1 0,1 0 0,0-1 0,-1 0 1,1-1-1,10-1 0,-15 1-116,0-1 0,0 0 0,0 0 0,-1 0 0,1 0 0,-1-1 0,0 0 0,1 0 0,-1-1 1,-1 1-1,1-1 0,0 0 0,-1-1 0,0 1 0,5-7 0,-3 4-202,-1-1-1,0 0 1,5-10-1,-9 16 249,0-1-1,0 1 1,0-1 0,-1 0 0,1 1-1,0-1 1,-1 0 0,0 0-1,0 0 1,0 1 0,0-1-1,0 0 1,-1 0 0,0-4-1,-16-34-607,16 39 587,0 2 83,1-1 1,-1 1 0,0 0-1,1-1 1,-1 1-1,1-1 1,-1 1 0,0-1-1,1 1 1,-1-1-1,1 1 1,0-1-1,-1 1 1,1-1 0,-1 1-1,1-1 1,0 0-1,0 1 1,-1-1 0,1 0-1,0 1 1,0-1-1,-1-1 1,-2-4-13,-3 17 39,6-8 6,-1 0 0,1-1 0,0 1-1,-1 0 1,1 0 0,1 0 0,-1-1 0,0 1-1,1 0 1,-1 0 0,1-1 0,0 1 0,0 0-1,1 2 1,22 36 481,-17-30-304,0-2-86,1 1 1,0-1-1,1-1 0,0 1 0,0-2 0,1 1 0,0-1 1,0 0-1,0-1 0,1-1 0,0 1 0,17 4 0,-18-7-113,0-1 0,0 0 0,1-1 0,-1 0 0,17 0 0,-10-1-78,-7 0-70,1-1 0,-1 0 0,0 0 0,1-1 0,-1 0 0,0-1-1,0 0 1,0-1 0,0 0 0,-1 0 0,1-1 0,11-8 0,-17 10 70,0-1-1,0 1 1,-1-1 0,1 0 0,-1 0-1,0 0 1,0 0 0,0-1-1,-1 1 1,1-1 0,-1 0 0,0 1-1,-1-1 1,2-7 0,0-2-99,0 0-1,-2 1 1,1-25 0,-8-2-58,6 36 190,-3-12-24,2 10 94,0 9 29,2 19 115,2 29 187,-2-47-219,-1 14 222,2-2-136,-1-13 39,6 5 98,-6-7-346,-1-1-1,0 1 1,1 0-1,-1-1 1,0 1 0,1-1-1,-1 1 1,1 0-1,-1-1 1,1 1-1,-1-1 1,1 0-1,-1 1 1,1-1 0,0 1-1,-1-1 1,1 0-1,0 1 1,-1-1-1,1 0 1,0 0-1,-1 1 1,1-1 0,0 0-1,1 0 1,10-6-87,-10 5 30,1 0-1,-1 0 1,1 0-1,-1 0 1,1-1-1,-1 1 1,0-1-1,0 1 1,0-1-1,0 0 1,0 0-1,0 0 1,0 0-1,-1-1 1,1 1-1,-1 0 1,0-1-1,2-2 1,13-25-512,-12 22 374,1 0 0,-1 0 1,-1 0-1,5-16 0,-7 21 9,2 3-73,0 0 237,0 0 1,0 0-1,0 0 0,0 0 1,0 0-1,0 1 1,0 0-1,0-1 0,0 1 1,0 0-1,0 1 1,-1-1-1,1 0 0,0 1 1,-1 0-1,1-1 1,3 4-1,-2-2 14,0 0 1,0 0-1,0-1 0,0 0 0,0 0 0,1 0 1,-1 0-1,1-1 0,-1 0 0,7 1 1,4 2 28,-14-4-38,0 1 0,0-1-1,0 0 1,0 0 0,0 0 0,0 0-1,0 0 1,0 0 0,0 0 0,0 0 0,0 0-1,0-1 1,0 1 0,0 0 0,0-1-1,-1 1 1,2-1 0,4-1-12,-3 1-28,1 0 0,0 0 0,-1-1 0,1 1 0,-1-1 0,1 0 0,-1 0 0,0 0 0,0 0 0,0 0 0,0-1 0,0 1 0,-1-1 0,4-3 0,1-4-256,0 0 0,-1 0 0,0 0-1,0-1 1,-1 0 0,7-23 0,-2 6 120,-9 25 304,-1 7-44,1 7-55,1-1 0,0 1 0,1 0 1,0-1-1,0 1 0,1-1 0,8 16 0,0-3 29,30 44 0,-36-60-50,0 0 1,0-1 0,0 0-1,0 0 1,1 0-1,0-1 1,15 8 0,-17-11-48,-1 0 1,1 0 0,0 0-1,0-1 1,0 1 0,0-1-1,1-1 1,-1 1 0,0-1-1,0 0 1,0 0 0,1 0-1,-1-1 1,0 1 0,0-1-1,0-1 1,0 1-1,0-1 1,0 0 0,8-4 0,-5 2-159,0-1 0,-1 1 0,0-1 0,0-1 0,0 1 0,-1-1 0,0 0 0,0-1 0,0 1 0,-1-1 0,9-14 0,-1-7-396,-1 0-1,-2 0 1,12-48-1,9-90 336,-12 55 1194,10-90 2496,-13 78 515,-13 65-1564,-15 71-1425,7-1-831,1 0-1,0 0 1,0 0 0,1 1 0,-3 23 0,-2 9 55,8-43-177,-59 331 528,47-217-391,3 157 0,13-163-161,12 152 80,-11-215-387,3 0 1,1-1-1,24 67 0,-22-92-347,-11-20 650,0-1 0,0 0 0,0 0 1,0 0-1,0 0 0,1 0 0,-1 0 0,0 0 0,0 0 0,0 0 0,0 0 0,1 1 1,-1-1-1,0 0 0,0 0 0,0 0 0,0 0 0,1 0 0,-1 0 0,0 0 1,0 0-1,0 0 0,1-1 0,-1 1 0,0 0 0,0 0 0,0 0 0,0 0 1,0 0-1,1 0 0,-1 0 0,0 0 0,0 0 0,0 0 0,0-1 0,0 1 1,1 0-1,-1 0 0,0 0 0,0 0 0,0 0 0,0-1 0,0 1 0,0 0 1,0 0-1,0 0 0,0 0 0,0-1 0,0 1 0,0 0 0,0 0 0,0 0 0,7-42-1758,-5 26 1852,4-63-1630,-5-117-1,-2 51 815,3 67 548,-1-123 1390,-1 175-341,4-28 0,-6 71-893,-1-1-1,-1 0 1,0 0-1,-1 0 1,-1-1-1,-13 25 1,10-25-763,0 0-1,-1 0 1,-20 21 0,-31 35-7334,34-41 291</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09.776"/>
    </inkml:context>
    <inkml:brush xml:id="br0">
      <inkml:brushProperty name="width" value="0.035" units="cm"/>
      <inkml:brushProperty name="height" value="0.035" units="cm"/>
    </inkml:brush>
  </inkml:definitions>
  <inkml:trace contextRef="#ctx0" brushRef="#br0">81 11 15257,'-29'-10'2463,"29"10"-2358,-1 0-1,1 0 1,-1 0-1,1 0 1,-1 0-1,1 0 1,-1 0 0,1 0-1,-1 0 1,1 0-1,0 0 1,-1 0-1,1 0 1,-1 1-1,1-1 1,-1 0-1,1 0 1,-1 1-1,1-1 1,0 0-1,-1 0 1,1 1-1,-1-1 1,1 0-1,0 1 1,-1-1-1,1 1 1,0-1 0,0 0-1,-1 1 1,1-1-1,0 1 1,0-1-1,0 1 1,-1 0-1,1 0 321,-3 2 219,1 1-1,0 0 1,0 0 0,0 0-1,0 1 1,1-1 0,-3 8-1,2 1-355,1 0 0,0 0 0,0 14 0,1 1 208,-5 68 251,-5 143 247,11-170-1577,13 99 1,12-30-2242,-3-72-879,-17-53 886,1 0-1,14 21 0,2-6-8499</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0.135"/>
    </inkml:context>
    <inkml:brush xml:id="br0">
      <inkml:brushProperty name="width" value="0.035" units="cm"/>
      <inkml:brushProperty name="height" value="0.035" units="cm"/>
    </inkml:brush>
  </inkml:definitions>
  <inkml:trace contextRef="#ctx0" brushRef="#br0">202 99 12873,'0'1'365,"-1"0"0,1 0-1,0-1 1,-1 1 0,1 0-1,0 0 1,0 0 0,0 0 0,0 0-1,0 0 1,0-1 0,0 1-1,0 0 1,0 0 0,0 0 0,0 0-1,0 0 1,1 0 0,-1-1-1,0 1 1,1 0 0,-1 0 0,1 1-1,10 23 2909,-8-23-3010,-1 1 0,1-1 0,0 0 1,0 0-1,0 0 0,0-1 0,1 1 0,-1-1 0,0 0 0,1 0 1,-1 0-1,5 1 0,45 4 1605,-41-6-1454,-8 1-272,3-1 82,-1 1 0,1-1 1,0 0-1,12-2 0,-18 2-240,-1 0 0,1 0 1,0-1-1,0 1 0,-1 0 1,1 0-1,0-1 0,0 1 1,-1-1-1,1 1 0,0 0 0,-1-1 1,1 1-1,-1-1 0,1 0 1,-1 1-1,1-1 0,-1 1 1,1-1-1,-1 0 0,1 1 1,-1-1-1,0 0 0,1 0 0,-1 1 1,0-1-1,0 0 0,1 0 1,-1 1-1,0-1 0,0 0 1,0 0-1,0 0 0,0 1 1,0-1-1,0 0 0,-1 0 0,1 1 1,0-1-1,0 0 0,0 0 1,-1 1-1,1-1 0,0 0 1,-1 0-1,-2-8-272,-1 1 1,1 1-1,-1-1 0,-1 0 1,1 1-1,-1 0 1,-1 0-1,1 0 0,-1 1 1,0 0-1,-10-7 1,7 7 41,0 0 0,-1 1 0,0 0 0,0 1 0,0 0 0,-1 0 0,0 1 0,-15-2 0,5 1 193,1 1 1,-27-1-1,41 4 144,1 0-1,-1 1 1,0-1 0,0 1-1,0 0 1,1 0 0,-1 1-1,0 0 1,1 0 0,0 0-1,-1 0 1,1 1-1,-5 3 1,-15 15 465,24-19-480,-1 0-1,0 0 1,1 1-1,-1-1 1,1 0-1,0 0 1,-1 1-1,1-1 1,0 0-1,1 1 1,-1-1-1,0 1 1,1 0-1,-1-1 1,1 1-1,0-1 1,0 6-1,0-1 51,1 0-1,0 1 0,1-1 1,0 0-1,2 8 1,2-2-41,0 0 0,1 0 1,0-1-1,1 0 1,1 0-1,0 0 1,0-2-1,1 1 0,0-1 1,1 0-1,0-1 1,1 0-1,0-1 0,19 9 1,-13-6-613,2-2 0,-1-1 1,1 0-1,1-1 0,-1-2 1,1 0-1,0-1 0,0-1 1,30 1-1,72-2-10166,-60-4-901</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0.703"/>
    </inkml:context>
    <inkml:brush xml:id="br0">
      <inkml:brushProperty name="width" value="0.035" units="cm"/>
      <inkml:brushProperty name="height" value="0.035" units="cm"/>
    </inkml:brush>
  </inkml:definitions>
  <inkml:trace contextRef="#ctx0" brushRef="#br0">8 113 8497,'0'0'610,"-1"1"0,1-1 0,-1 1 0,0-1 0,1 1 0,-1-1 0,1 1 1,0-1-1,-1 1 0,1 0 0,-1-1 0,1 1 0,0 0 0,0 0 0,-1-1 0,1 1 1,0 1-1,5 22 967,1-3-862,0 38 107,14 62 1,-17-108-710,7 28 427,3 0 0,16 38 0,-13-37 218,-10-28-329,0 1-1,0-1 1,1-1 0,11 17-1,-16-27-283,1 0-1,-1 0 0,1 0 1,0 0-1,-1 0 1,1 0-1,0-1 0,1 1 1,-1-1-1,0 0 0,1 0 1,-1 0-1,1 0 1,0-1-1,-1 0 0,1 1 1,0-1-1,0-1 0,0 1 1,0-1-1,0 1 1,4-1-1,-5-1-111,0 1 1,0-1-1,0 0 1,0 0-1,0 0 0,0 0 1,-1-1-1,1 1 1,0-1-1,-1 1 0,1-1 1,-1 0-1,0 0 1,1 0-1,-1 0 0,0-1 1,0 1-1,-1-1 1,1 1-1,0-1 0,-1 0 1,1 1-1,0-4 1,4-9 110,-1 0 0,-1 0 0,4-21 1,-5 24-128,7-44-1076,-3-1 1,-2 0-1,-5-95 1,-2 117-1225,-12-54-1,-6 10-7643,8 48-1128</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1.601"/>
    </inkml:context>
    <inkml:brush xml:id="br0">
      <inkml:brushProperty name="width" value="0.035" units="cm"/>
      <inkml:brushProperty name="height" value="0.035" units="cm"/>
    </inkml:brush>
  </inkml:definitions>
  <inkml:trace contextRef="#ctx0" brushRef="#br0">252 64 7605,'0'0'9083,"-2"1"-8059,-16 4-538,0 1 0,1 0 0,0 2 0,0 0 0,1 0 0,0 2 0,0 0 0,1 1 0,1 1 0,0 0 0,-13 14 0,24-23-424,-3 3 98,0 0 1,0 0-1,1 0 1,-7 11-1,11-15-132,0 0-1,0 0 1,1 0-1,-1 0 1,0 0-1,1 1 1,-1-1-1,1 0 1,0 0 0,-1 0-1,1 1 1,0-1-1,0 0 1,1 0-1,-1 0 1,0 0-1,1 1 1,-1-1-1,1 0 1,0 0-1,1 3 1,-1-3-11,1-1-1,-1 1 1,0-1 0,1 1 0,-1-1 0,1 1 0,-1-1 0,1 0 0,0 0 0,0 0 0,-1 0 0,1 0-1,0 0 1,0 0 0,3 0 0,34 7 173,-32-7-142,6 0-70,0 0 0,0-1 0,0 0 0,0-1 0,0 0 0,0-1-1,0-1 1,0 0 0,0-1 0,-1 0 0,0-1 0,0 0 0,0-1 0,-1-1-1,1 0 1,-2 0 0,1-1 0,-1 0 0,0-1 0,9-10 0,-16 15-71,0 0 0,0 0 0,-1 0 1,1 0-1,-1 0 0,0-1 0,0 1 0,-1-1 1,1 1-1,0-9 0,-1 10 46,-1 0 0,0 1 0,0-1 0,0 0 1,0 0-1,-1 0 0,1 0 0,-1 0 0,1 1 0,-1-1 0,0 0 0,0 0 0,0 1 0,-1-1 1,1 1-1,-1-1 0,-3-3 0,-1-1-34,0 1 0,-1 0 0,0 0 0,-13-8 0,18 12 360,2 6-145,2 4-24,0 0 1,1 0-1,0 0 1,0 0 0,1 0-1,0-1 1,0 1-1,1-1 1,0 0-1,11 12 1,9 7 936,35 28 0,-58-53-981,9 8 66,1 0 0,0-1-1,0-1 1,1 0 0,0 0 0,0-1 0,15 3-1,-20-6-289,1 0 0,0-1 0,0 0 0,-1-1 0,1 0 0,0-1 0,0 0 0,0 0 0,1 0 0,-2-1 0,1-1 0,9-2 0,-14 2-61,0 0 0,0 0 0,0 0 0,0-1 0,0 0-1,-1 0 1,1 0 0,-1 0 0,0 0 0,0-1 0,0 1 0,4-8 0,1-2-778,-1 0 1,9-22-1,30-88-969,-32 74 3739,-14 47-1139,9-15 378,-2 4-590,-5 11 465,0 4-335,22 26 423,-1 1-1,-2 1 0,22 38 0,-41-64-919,8 12-240,0 0-1,2-1 1,-1-1-1,2 0 1,0 0 0,0-1-1,23 15 1,-35-27 112,0-1 0,0 1 1,0-1-1,0 0 1,0 0-1,0 1 0,0-1 1,0 0-1,0 0 1,0 0-1,0 0 0,1 0 1,-1 0-1,0-1 1,0 1-1,0 0 0,0-1 1,0 1-1,2-1 1,2-1-183,1 0 94,0 0 0,1-1 0,-1 0-1,-1 0 1,1 0 0,0 0 0,-1-1 0,1 0 0,-1 0 0,0-1 0,5-6 0,7-9-276,23-34 1,-24 30 426,62-84 2814,-64 78-88,-13 27-1956,2 3-648,0 0 0,-1 1 0,1-1 0,0 1 0,-1 0 0,1 0 0,0 0 0,-1 0 0,1 0 0,-1 0 0,1 1 0,-1-1 0,0 1 0,0 0 1,0 0-1,0 0 0,0 0 0,0 0 0,0 0 0,-1 0 0,1 0 0,-1 1 0,1-1 0,-1 1 0,1 2 0,2 1 3,-1 1-14,0 0 0,-1-1 0,0 1 0,0 0-1,-1 0 1,1 0 0,-2 0 0,1 1-1,-1-1 1,0 8 0,1 12 30,-4 68-833,0-29-3421,3-62 1749</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1.710"/>
    </inkml:context>
    <inkml:brush xml:id="br0">
      <inkml:brushProperty name="width" value="0.035" units="cm"/>
      <inkml:brushProperty name="height" value="0.035" units="cm"/>
    </inkml:brush>
  </inkml:definitions>
  <inkml:trace contextRef="#ctx0" brushRef="#br0">181 9 14345,'-86'-8'1592,"69"14"89,-6-4-2101,-3 7-1137,12-3-2999,-1 0-3545</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2.472"/>
    </inkml:context>
    <inkml:brush xml:id="br0">
      <inkml:brushProperty name="width" value="0.035" units="cm"/>
      <inkml:brushProperty name="height" value="0.035" units="cm"/>
    </inkml:brush>
  </inkml:definitions>
  <inkml:trace contextRef="#ctx0" brushRef="#br0">235 53 9265,'-13'9'2282,"20"-11"141,-4 1 1065,-20 5-1101,8-2-2036,1 0 0,-1 1 0,1 0-1,0 0 1,0 1 0,0 0 0,1 1 0,-1 0-1,1 0 1,0 0 0,-9 10 0,-4 8 573,1 1 1,-26 44-1,23-36-268,21-30-633,0 1-1,1-1 1,-1 0 0,0 0 0,0 1 0,1-1-1,0 0 1,-1 1 0,1-1 0,0 0 0,0 1 0,0-1-1,1 1 1,-1-1 0,0 0 0,1 1 0,0-1-1,-1 0 1,1 0 0,0 0 0,0 1 0,0-1-1,0 0 1,1 0 0,-1 0 0,1-1 0,-1 1-1,1 0 1,0 0 0,-1-1 0,1 1 0,0-1-1,0 0 1,0 1 0,0-1 0,0 0 0,0 0-1,4 1 1,1-2-128,-1 1-1,1-1 0,-1-1 0,1 1 1,-1-1-1,0 0 0,1-1 0,-1 1 1,0-1-1,7-3 0,3-2-332,-1-1 1,24-14-1,-20 9-153,29-24 0,-43 33 491,0-1 0,0 0 0,-1-1 1,1 1-1,-1-1 0,0 0 0,0 0 0,-1 0 0,0 0 1,3-7-1,27-70-318,-32 80 489,-2 5-146,-1 0 81,1 0 0,0 0 0,0 0-1,0 0 1,0 0 0,0 0 0,1 0 0,-1 1 0,0-1 0,1 0 0,0 0 0,0 1 0,-1-1-1,1 0 1,0 0 0,1 1 0,-1-1 0,0 0 0,1 0 0,-1 1 0,1-1 0,0 0 0,0 0-1,0 0 1,0 0 0,1 3 0,3 5 32,0-1 0,0 1 0,1-1 0,0 0 0,1 0 0,15 14 0,-17-18-19,0 0 1,1-1-1,0 0 0,0 0 1,0-1-1,0 0 0,0 0 1,1 0-1,0-1 0,-1 0 1,14 2-1,-12-2-100,0-1-1,1 0 0,-1 0 1,1-1-1,-1-1 0,1 1 1,-1-1-1,1-1 0,-1 1 1,0-1-1,0-1 0,0 0 1,0 0-1,0 0 1,-1-1-1,1 0 0,-1-1 1,0 1-1,0-1 0,-1-1 1,11-10-1,-6 2-180,1 0 0,-2-1 0,0-1 0,9-19 0,-17 32 467,0-13 141,1 0-210,-3 13 300,-3 4-377,-1-1 0,0 1 0,1 0 1,-1 0-1,-6 3 0,9-4-42,-1 1 1010,4-3-794,15-10 170,1 0 1,0 2-1,0 0 1,2 1-1,-1 0 1,1 2-1,0 0 1,38-6-1,-51 12-231,0 0-1,0 1 0,1 0 0,14 1 1,-20 0-138,1-1-1,-1 1 1,1 0 0,-1 0 0,1 0 0,-1 0-1,0 0 1,1 0 0,-1 1 0,0-1 0,0 1-1,0-1 1,0 1 0,0 0 0,0 0 0,-1 0-1,4 4 1,2 7-181,0 0 0,-1 0 0,0 1 0,-1 0 0,3 17-1,8 40-3369,-6-21-1123,-4-26-1650,2-5-3993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2.708"/>
    </inkml:context>
    <inkml:brush xml:id="br0">
      <inkml:brushProperty name="width" value="0.035" units="cm"/>
      <inkml:brushProperty name="height" value="0.035" units="cm"/>
    </inkml:brush>
  </inkml:definitions>
  <inkml:trace contextRef="#ctx0" brushRef="#br0">284 7 10585,'-39'-3'830,"-22"-1"1640,54 5-2068,-1 0 0,1 0 0,0 0 0,0 1 0,-1 0-1,1 1 1,1 0 0,-1 0 0,0 0 0,1 1 0,0 0 0,0 0 0,0 1-1,0-1 1,-9 11 0,8-7-213,0-1 0,0 1 0,1 1-1,0-1 1,1 1 0,0 0 0,0 1 0,1-1-1,0 1 1,1 0 0,-3 10 0,5-14-171,1-1 1,-1 1-1,1-1 1,0 1-1,0-1 1,1 0-1,-1 1 1,1-1-1,0 1 1,1-1-1,-1 0 1,1 0-1,0 0 1,1 0-1,-1 0 1,1 0-1,0-1 1,0 1-1,0-1 1,1 0-1,-1 0 1,1 0-1,0 0 1,0-1-1,1 1 1,-1-1-1,9 5 1,1-1-480,0 0-1,1-1 1,-1-1 0,1 0 0,0-1-1,0 0 1,1-2 0,25 3 0,72 0-7059,-52-5-924</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3.041"/>
    </inkml:context>
    <inkml:brush xml:id="br0">
      <inkml:brushProperty name="width" value="0.035" units="cm"/>
      <inkml:brushProperty name="height" value="0.035" units="cm"/>
    </inkml:brush>
  </inkml:definitions>
  <inkml:trace contextRef="#ctx0" brushRef="#br0">143 67 12881,'6'-1'851,"8"-1"9941,-4 23-5711,-15-28-5170,0 1 1,-1-1-1,0 1 0,0 0 1,-1 0-1,1 1 0,-1 0 1,-1 0-1,1 0 1,-1 1-1,1 0 0,-1 1 1,0 0-1,0 0 1,-1 0-1,1 1 0,-1 1 1,-11-2-1,3 3 444,17 0-321,-1 1 1,1-1-1,-1 0 1,1 1-1,0-1 1,-1 0-1,1 1 1,-1-1-1,1 1 1,0-1-1,-1 1 1,1-1-1,0 1 1,-1-1-1,1 1 1,0-1-1,0 1 1,0 0-1,0-1 1,-1 1-1,1-1 1,0 1-1,0-1 1,0 1-1,0 1 1,0 13 297,1-8-214,1 1 0,0-1 0,0 0 0,0 0 0,1 0 1,0-1-1,1 1 0,-1-1 0,1 0 0,1 0 0,-1 0 1,10 10-1,5 2 16,0 0 1,28 19-1,-36-28-415,0-1 1,0-1-1,1 0 0,0-1 0,0 0 0,1-1 1,0 0-1,-1-1 0,2 0 0,-1-1 1,0-1-1,1 0 0,18 0 0,37-8-3941,-27 2-2185,13-1-7493</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3.199"/>
    </inkml:context>
    <inkml:brush xml:id="br0">
      <inkml:brushProperty name="width" value="0.035" units="cm"/>
      <inkml:brushProperty name="height" value="0.035" units="cm"/>
    </inkml:brush>
  </inkml:definitions>
  <inkml:trace contextRef="#ctx0" brushRef="#br0">38 35 18430,'23'14'13837,"-29"-34"-20166,0 0 2997,-11 17-3333,-15-3-6292</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8:14.003"/>
    </inkml:context>
    <inkml:brush xml:id="br0">
      <inkml:brushProperty name="width" value="0.035" units="cm"/>
      <inkml:brushProperty name="height" value="0.035" units="cm"/>
    </inkml:brush>
  </inkml:definitions>
  <inkml:trace contextRef="#ctx0" brushRef="#br0">4 346 9221,'-1'2'1572,"-1"17"2167,2-19-3565,0 0 0,0 0 1,1 1-1,-1-1 0,0 0 1,1 0-1,-1 0 0,0 1 1,1-1-1,-1 0 0,0 0 1,1 0-1,-1 0 0,0 0 1,1 0-1,-1 0 0,0 0 1,1 0-1,-1 0 0,1 0 1,-1 0-1,0 0 0,1 0 1,-1 0-1,1 0 0,21 1 166,54 18 1437,-27-14-776,95-4 0,52-18 611,-94 7-821,2043-70 3938,653 66-4065,-2347 5-443,189-5 255,309-1 193,-145 4-247,-80 5-422,-665 6 0,-40 1-502,0-2 0,0 0 0,0-1 0,36-9 0,-51 9 304,-1 1 0,1 0 0,0-1 0,0 0 0,-1 0 0,1 0 0,-1 0 0,0-1 0,0 1 0,0-1 0,0 0 0,5-5 0,-7 5 50,1 0 0,-1 1 1,0-1-1,0 0 0,0 0 1,0 0-1,0 0 0,-1 0 0,1 0 1,-1 0-1,0 0 0,0 0 1,0-1-1,0 1 0,-1 0 1,1 0-1,-1 0 0,0 0 1,-1-3-1,-1-2-1487,0 0 1,-1 0-1,0 0 1,-5-8-1,-34-44-11937</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31.937"/>
    </inkml:context>
    <inkml:brush xml:id="br0">
      <inkml:brushProperty name="width" value="0.035" units="cm"/>
      <inkml:brushProperty name="height" value="0.035" units="cm"/>
    </inkml:brush>
  </inkml:definitions>
  <inkml:trace contextRef="#ctx0" brushRef="#br0">93 383 5825,'-2'-2'1241,"-2"-5"-900,4 6-274,-1 1 0,1 0 1,0-1-1,0 1 0,0-1 0,0 1 0,0-1 0,0 1 0,-1 0 0,1-1 0,0 1 0,0 0 0,-1-1 0,1 1 0,0 0 0,-1-1 0,1 1 0,0 0 0,-1-1 0,1 1 0,0 0 0,-1 0 0,1 0 0,0-1 0,-1 1 1,1 0-1,-1 0 0,1 0 0,-1 0 0,1 0 0,0 0 0,-1 0 0,1 0 0,-1 0 0,1 0 0,-1 0 0,1 0 0,0 0 0,-1 0 0,1 0 0,-1 0 0,1 0 0,-1 0 0,1 1 0,0-1 0,-1 0 0,1 0 1,0 1-1,-1-1 0,1 0 0,0 0 0,-1 1 0,1-1 0,0 0 0,-1 1 0,1-1 0,0 0 0,0 1 0,0-1 0,-1 1 0,-31 31 8153,0-32-6990,30 0 1481,18-3-2319,200-7 937,-74 6-676,275-8 461,368-11-753,-653 19-299,623-12 16,-575 17-4,204-3-32,2-12-23,-153 7-62,216-3 61,247-5-70,-326-7 46,15-5 58,-19 0-57,-99 7 21,253-14-11,-19 24 58,192-3 664,-639 11-587,83-3 37,107-2 375,-176 5-389,-38 0 32,1 2 0,49 5 1,-77-5-96,69-6 765,-70 6-413,1 0-307,26-7 133,-26 6 369,-21-14-4624,-20-13 417,13 11 187,0-3-3658,2-4-4706</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33.889"/>
    </inkml:context>
    <inkml:brush xml:id="br0">
      <inkml:brushProperty name="width" value="0.035" units="cm"/>
      <inkml:brushProperty name="height" value="0.035" units="cm"/>
    </inkml:brush>
  </inkml:definitions>
  <inkml:trace contextRef="#ctx0" brushRef="#br0">0 202 5697,'0'0'16403,"4"0"-16126,299-18 2233,-242 16-2222,35 0 165,257-13 297,-89 2-437,50-3-206,573-6-45,-883 22-60,428 5 54,122-13-166,304-15 139,-766 19 1,71 1-57,-10 2 70,60 3 62,455 4-99,-583-7-37,1539-8 23,-1197 9-33,-180 0 97,859 9 885,-594-3-740,-75-1 128,-112 8-155,-162-5 60,-112-5-202,-35-2-608,0 0 0,17-1-1,-32 0 475,0 0-1,1 0 1,-1 0-1,0-1 1,0 1-1,0 0 0,0 0 1,0-1-1,0 1 1,0-1-1,-1 1 0,1-1 1,0 1-1,0-1 1,0 0-1,0 1 0,-1-1 1,1 0-1,0 0 1,0 1-1,-1-1 1,1 0-1,-1 0 0,1 0 1,-1 0-1,1 0 1,-1 0-1,0 0 0,1 0 1,-1 0-1,0 0 1,0 0-1,1 0 0,-1 0 1,0 0-1,0 0 1,-1-2-1,1 0-334,0 0-1,-1-1 0,0 1 1,0 0-1,0 0 1,0 0-1,0 0 0,-1 0 1,1 0-1,-1 0 1,-2-4-1,-18-17-5434,-8-6-3275</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35.729"/>
    </inkml:context>
    <inkml:brush xml:id="br0">
      <inkml:brushProperty name="width" value="0.035" units="cm"/>
      <inkml:brushProperty name="height" value="0.035" units="cm"/>
    </inkml:brush>
  </inkml:definitions>
  <inkml:trace contextRef="#ctx0" brushRef="#br0">45 573 6333,'-3'1'1376,"-26"12"7348,28-15-8029,-5-5-923,0-2 3496,18 12-1225,-4-2-1911,-1 1-1,1-1 0,0 0 1,-1 0-1,1-1 0,0 0 1,0-1-1,9-1 0,14 0 65,143-10 830,-79 3-581,726-42 860,-244 16-1211,-505 31-117,351-27 89,547-47-98,-12 11 283,-631 54-297,-5 2 109,-295 9-57,510-25 56,-17 4-54,-397 20-29,600-26 60,-279 3-38,-182 13 74,285-14 923,-445 23-543,119-12 779,-72 3-346,-29 4-18,-84 6-350,58 3-1,7 2-144,-94-2-383,15 0-724,3-3-939,-27-1-913,0-4 1252,-7-15-3115,1 8-1496,-8-1-7123</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7.349"/>
    </inkml:context>
    <inkml:brush xml:id="br0">
      <inkml:brushProperty name="width" value="0.035" units="cm"/>
      <inkml:brushProperty name="height" value="0.035" units="cm"/>
    </inkml:brush>
  </inkml:definitions>
  <inkml:trace contextRef="#ctx0" brushRef="#br0">124 820 7673,'-21'-6'-34,"12"4"1643,0-1 0,1 1 0,0-2 0,-9-4-1,14 7-338,1 1-588,-1 1-436,0 0 1,-1 0-1,1 0 0,0 0 1,0 0-1,0 1 0,0-1 1,0 1-1,1 0 1,-1 0-1,0 0 0,1 0 1,-5 5-1,6-5 1176,30-2-42,63-6 336,1439-125 1780,-1133 102-3366,-205 12-75,602-62 226,-553 53-172,582-74 371,27-2-142,-258 38-208,650-63 148,-785 83-132,-440 42-530,0-1-1,26-8 1,-43 11 318,-1 0 1,1 0-1,-1 0 0,1 0 0,-1-1 1,1 1-1,-1 0 0,1 0 1,-1 0-1,1-1 0,-1 1 0,1 0 1,-1 0-1,0-1 0,1 1 1,-1-1-1,1 1 0,-1 0 0,0-1 1,1 1-1,-1-1 0,0 1 1,0-1-1,1 1 0,-1 0 0,0-1 1,0 1-1,0-1 0,0 1 1,1-2-1,-2 1-55,1 0-1,0 0 1,-1 0 0,1 1-1,-1-1 1,1 0 0,-1 0 0,1 0-1,-1 0 1,0 1 0,1-1-1,-1 0 1,0 0 0,-1 0 0,-4-4-780,-1 1 0,0 0 1,-11-5-1,2 3-2736,-30-8 0,-34-1-8538</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7.883"/>
    </inkml:context>
    <inkml:brush xml:id="br0">
      <inkml:brushProperty name="width" value="0.035" units="cm"/>
      <inkml:brushProperty name="height" value="0.035" units="cm"/>
    </inkml:brush>
  </inkml:definitions>
  <inkml:trace contextRef="#ctx0" brushRef="#br0">7 1 14597,'-1'0'195,"1"1"-1,-1-1 1,1 1 0,-1 0-1,1-1 1,-1 1-1,1 0 1,0-1-1,-1 1 1,1 0 0,0-1-1,-1 1 1,1 0-1,0 0 1,0-1-1,0 1 1,0 0 0,0 0-1,0 0 1,0-1-1,0 1 1,0 0-1,0 0 1,0 0-1,0-1 1,1 1 0,-1 0-1,1 0 1,1 15 932,-1 35 775,-1-32-1424,1-1 0,3 23-1,5 15 233,36 198 870,-26-173-3360,30 85-1,-42-144 757,4 9-2751,-3-11-2589,1-5-2920</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8.211"/>
    </inkml:context>
    <inkml:brush xml:id="br0">
      <inkml:brushProperty name="width" value="0.035" units="cm"/>
      <inkml:brushProperty name="height" value="0.035" units="cm"/>
    </inkml:brush>
  </inkml:definitions>
  <inkml:trace contextRef="#ctx0" brushRef="#br0">11 0 13197,'1'2'165,"0"0"0,-1 0 0,1-1 0,-1 1 0,0 0 0,0 0 0,1 0-1,-1-1 1,0 1 0,0 0 0,-1 0 0,1 0 0,0 0 0,0-1 0,-1 1 0,0 0-1,1 0 1,-1-1 0,0 1 0,0 0 0,1-1 0,-3 3 0,2-3-114,0 3 292,0 0 1,0 0-1,1 0 1,-1 0-1,1 0 0,0 0 1,0 1-1,0-1 1,0 0-1,1 0 1,1 5-1,0 6 164,-1-1-183,23 177 2953,-22-178-3168,10 57-733,2 0 1,42 120-1,-47-164-675,6 13-1194,-1-15-4643,-3-12-2460</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8.525"/>
    </inkml:context>
    <inkml:brush xml:id="br0">
      <inkml:brushProperty name="width" value="0.035" units="cm"/>
      <inkml:brushProperty name="height" value="0.035" units="cm"/>
    </inkml:brush>
  </inkml:definitions>
  <inkml:trace contextRef="#ctx0" brushRef="#br0">0 15 15401,'6'-14'6410,"-5"17"-4887,6 112 1957,0 4-2619,27 80-2217,-5-67-2732,-15-88 325,-4-19-1582,-3-10-4794</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8.856"/>
    </inkml:context>
    <inkml:brush xml:id="br0">
      <inkml:brushProperty name="width" value="0.035" units="cm"/>
      <inkml:brushProperty name="height" value="0.035" units="cm"/>
    </inkml:brush>
  </inkml:definitions>
  <inkml:trace contextRef="#ctx0" brushRef="#br0">6 4 11085,'8'-4'1806,"-6"5"830,-6 13 2833,-3 9-4020,4 31-441,2 0 1,3 0-1,2 0 1,14 70-1,-11-96-1371,16 44 0,-14-46-973,11 45 1,-7-11-3435,-1-26-2232,-2-20-2332</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9.173"/>
    </inkml:context>
    <inkml:brush xml:id="br0">
      <inkml:brushProperty name="width" value="0.035" units="cm"/>
      <inkml:brushProperty name="height" value="0.035" units="cm"/>
    </inkml:brush>
  </inkml:definitions>
  <inkml:trace contextRef="#ctx0" brushRef="#br0">49 3 15225,'-20'-3'4373,"15"20"-2513,2 1-328,-3 10-292,0 24-312,3-12-120,0 4-184,1 4-152,2 7-260,2-6-476,4 3-412,0-3-160,0-12-600,-1-5-672,-2-18-532,3 6-3113,0 0-4824</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9.503"/>
    </inkml:context>
    <inkml:brush xml:id="br0">
      <inkml:brushProperty name="width" value="0.035" units="cm"/>
      <inkml:brushProperty name="height" value="0.035" units="cm"/>
    </inkml:brush>
  </inkml:definitions>
  <inkml:trace contextRef="#ctx0" brushRef="#br0">0 0 15341,'2'9'6253,"0"45"-2986,0-2-1855,22 142 878,-11-108-1952,-5-46-1048,1 0 0,26 66 0,0-1-7320,-30-82 1909,1 5-3515</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9.816"/>
    </inkml:context>
    <inkml:brush xml:id="br0">
      <inkml:brushProperty name="width" value="0.035" units="cm"/>
      <inkml:brushProperty name="height" value="0.035" units="cm"/>
    </inkml:brush>
  </inkml:definitions>
  <inkml:trace contextRef="#ctx0" brushRef="#br0">6 1 16854,'-2'14'2672,"2"6"-400,2 1-292,-4 7-340,2 4-348,0 2-279,-3 30-213,3-15-156,3 5-140,-3 7-256,-3-1-268,6-5-384,-1 2-700,1-5-261,0-9-831,3-23-964,0 6-3249,-1 3-5868</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0.165"/>
    </inkml:context>
    <inkml:brush xml:id="br0">
      <inkml:brushProperty name="width" value="0.035" units="cm"/>
      <inkml:brushProperty name="height" value="0.035" units="cm"/>
    </inkml:brush>
  </inkml:definitions>
  <inkml:trace contextRef="#ctx0" brushRef="#br0">1 331 9753,'0'2'184,"1"0"1,0-1 0,0 1-1,-1 0 1,1-1-1,0 1 1,0-1-1,1 1 1,-1-1 0,0 0-1,0 1 1,1-1-1,-1 0 1,3 1-1,-2-1 154,1-1-1,0 0 1,-1 0-1,1 0 1,0 0-1,-1 0 1,1 0-1,0-1 1,-1 0-1,6-1 0,127-26 5865,70-2-1925,-34 5-1837,362-37 1010,-437 53-3285,60-6-165,730-57 0,-865 72-67,90-10-2006,-101 8 1726,0 0 0,0 0-1,0-1 1,-1 0-1,1-1 1,-1 0-1,0-1 1,11-7 0,-19 12 163,-1-1 1,1 1 0,0 0 0,-1-1 0,1 1 0,-1-1 0,1 1 0,-1-1 0,1 1 0,-1-1 0,1 1 0,-1-1 0,0 1 0,1-1 0,-1 0 0,0 1 0,0-1 0,1 0 0,-1 1 0,0-1 0,0 0 0,0 1 0,0-1 0,0 0 0,0 1 0,0-1 0,0 0 0,0 0 0,-11-16-5730,10 17 5526,-29-28-12522</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2.679"/>
    </inkml:context>
    <inkml:brush xml:id="br0">
      <inkml:brushProperty name="width" value="0.035" units="cm"/>
      <inkml:brushProperty name="height" value="0.035" units="cm"/>
    </inkml:brush>
  </inkml:definitions>
  <inkml:trace contextRef="#ctx0" brushRef="#br0">1 0 3940,'14'12'928,"0"-1"-408</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3.435"/>
    </inkml:context>
    <inkml:brush xml:id="br0">
      <inkml:brushProperty name="width" value="0.035" units="cm"/>
      <inkml:brushProperty name="height" value="0.035" units="cm"/>
    </inkml:brush>
  </inkml:definitions>
  <inkml:trace contextRef="#ctx0" brushRef="#br0">33 12 2096,'0'0'272,"-18"-3"-472,4-6-480</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4.080"/>
    </inkml:context>
    <inkml:brush xml:id="br0">
      <inkml:brushProperty name="width" value="0.035" units="cm"/>
      <inkml:brushProperty name="height" value="0.035" units="cm"/>
    </inkml:brush>
  </inkml:definitions>
  <inkml:trace contextRef="#ctx0" brushRef="#br0">9 6 4524,'-8'-5'5682,"16"10"-2133,1 1-298,-9-3-2801,7 96 1400,0-28-1888,6 2-3077,-9-54 1031,-4-17-222,1 2-1317,1 12-1533</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4.501"/>
    </inkml:context>
    <inkml:brush xml:id="br0">
      <inkml:brushProperty name="width" value="0.035" units="cm"/>
      <inkml:brushProperty name="height" value="0.035" units="cm"/>
    </inkml:brush>
  </inkml:definitions>
  <inkml:trace contextRef="#ctx0" brushRef="#br0">0 1 7185,'3'93'6051,"-3"-17"-3272,2-52-2258,0 35-1,-3-40-392,1 1 0,2-1 0,4 28 0,0-18 16,-5-21-226,1 1 0,0 0-1,1 0 1,5 12 0,-6-18 29,-2 2-5,1 0 1,0 0 0,1-1-1,-1 1 1,1-1 0,4 8-1,-4-7 45,0-1-1,0 1 0,0 0 1,-1 0-1,2 7 0,-2 10 25,7 148 718,-7-122 117,1 0 0,12 60 1,8 38-2275,-21-134 614,-1 0 0,-1 0 0,0 0 0,0 0 0,-2 0 0,1-1 0,-6 14 0,8-24 755,-3 27-2266,3-18 1770,-1-7 2235,-10-17-4336,3 1 293,1-6-478</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4.937"/>
    </inkml:context>
    <inkml:brush xml:id="br0">
      <inkml:brushProperty name="width" value="0.035" units="cm"/>
      <inkml:brushProperty name="height" value="0.035" units="cm"/>
    </inkml:brush>
  </inkml:definitions>
  <inkml:trace contextRef="#ctx0" brushRef="#br0">127 0 8365,'0'0'3751,"1"4"-2190,1 4-1041,0 1-1,-1 0 1,0 0 0,-1 0-1,0 0 1,-1 12-1,-13 60 1096,7-43-1026,-43 239 1344,3 84-3097,42-306-860,4-51 451,-8-21-12133</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5.158"/>
    </inkml:context>
    <inkml:brush xml:id="br0">
      <inkml:brushProperty name="width" value="0.035" units="cm"/>
      <inkml:brushProperty name="height" value="0.035" units="cm"/>
    </inkml:brush>
  </inkml:definitions>
  <inkml:trace contextRef="#ctx0" brushRef="#br0">1 12 13837,'1'-4'45,"4"-3"3450,8 12 235,-11-5-3628,13 6 1051,0-1 1,0-1 0,19 3 0,22 5 1020,-43-8-1810,153 52 2948,-144-48-3261,-1 2 1,0 1-1,-1 0 1,-1 2-1,27 21 1,-29-20-639,47 44-2434,-21-15-4305,-28-29 506</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5.597"/>
    </inkml:context>
    <inkml:brush xml:id="br0">
      <inkml:brushProperty name="width" value="0.035" units="cm"/>
      <inkml:brushProperty name="height" value="0.035" units="cm"/>
    </inkml:brush>
  </inkml:definitions>
  <inkml:trace contextRef="#ctx0" brushRef="#br0">26 199 13897,'-8'-8'788,"-10"-4"3135,58 0 2202,-14 6-4564,77-22 914,77-24 1523,-178 51-3998,237-75 0,-220 73-84,-15 2-649,-8 2-1444,-94 24-12669,65-13 2903</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0.467"/>
    </inkml:context>
    <inkml:brush xml:id="br0">
      <inkml:brushProperty name="width" value="0.035" units="cm"/>
      <inkml:brushProperty name="height" value="0.035" units="cm"/>
    </inkml:brush>
  </inkml:definitions>
  <inkml:trace contextRef="#ctx0" brushRef="#br0">401 12 8141,'8'-1'2301,"10"-4"10704,-13 2-11767,-1 1-3412,-2 1 4033,-5 1-1726,-12 1-229,1 0 0,-1 1-1,1 1 1,0 0 0,-24 8 0,-69 35-349,-3 1 480,58-40 1725,35-6 69,26-1 443,11 0-1429,0 1 0,0 1 0,35 7 0,-46-7-842,16 3 1,0 1 1,0 1-1,0 1 0,-1 1 0,0 1 0,-1 1 0,25 16 0,-43-24-2,-1 1 0,1-1 0,-1 0 0,0 1 0,0 0 0,-1 0 0,1 0 0,-1 1 0,0-1 0,0 1 0,-1 0 0,1-1 0,-1 1 0,0 0 0,0 1 0,0-1 0,-1 0 0,0 0 0,0 1 0,-1-1 0,1 1 0,-1-1 0,0 0 0,0 1 0,-1-1 0,-1 9 0,-2-1-12,0-1 1,-1 0-1,0 0 0,-1 0 1,0-1-1,-11 15 0,-52 61-539,58-74 387,-5 5-623,0-1-1,-1 0 1,-1-2-1,-1 0 1,-20 13-1,27-21-359,-1 0 1,0-1-1,-24 9 0,27-12-344,0-1 0,0 0 0,-1 0-1,1-1 1,-19 0 0,-10-7-9236</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0.998"/>
    </inkml:context>
    <inkml:brush xml:id="br0">
      <inkml:brushProperty name="width" value="0.035" units="cm"/>
      <inkml:brushProperty name="height" value="0.035" units="cm"/>
    </inkml:brush>
  </inkml:definitions>
  <inkml:trace contextRef="#ctx0" brushRef="#br0">0 72 8285,'18'-5'13203,"10"-2"-9789,30-4 0,123-19 1037,-105 18-4443,-34 6-60,-39 6-503,-23 5-8571,6 1 5290,-16 6 1,-10 8-8552</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1.168"/>
    </inkml:context>
    <inkml:brush xml:id="br0">
      <inkml:brushProperty name="width" value="0.035" units="cm"/>
      <inkml:brushProperty name="height" value="0.035" units="cm"/>
    </inkml:brush>
  </inkml:definitions>
  <inkml:trace contextRef="#ctx0" brushRef="#br0">1 124 21342,'109'-41'3308,"-54"30"-455,-9 2-489,-6 1-316,-8 2-1196,-1-3-852,1 4 0,-15 2 0,0-3 0,3 0 0,-14-8-2352,-9 8-196,-14 23-5621,-6-2-8545</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2.063"/>
    </inkml:context>
    <inkml:brush xml:id="br0">
      <inkml:brushProperty name="width" value="0.035" units="cm"/>
      <inkml:brushProperty name="height" value="0.035" units="cm"/>
    </inkml:brush>
  </inkml:definitions>
  <inkml:trace contextRef="#ctx0" brushRef="#br0">22 1 8025,'0'25'16090,"-3"-23"-15693,2-1-354,0-1 0,-1 1 0,1 0 0,0 0 0,0 0 1,-1 0-1,1 0 0,0 1 0,0-1 0,0 0 0,0 0 0,0 1 0,1-1 0,-1 0 0,0 1 0,1-1 0,-1 3 0,1 27 525,1-14-497,3 24 275,1-1 1,13 47 0,-15-74-317,-1 0 0,-1 0 0,0 21 0,-1-34-31,0 3-780,0-6-1947,0-1 2075,0 0 1,-1-1-1,1 1 0,-1 0 0,0 0 1,0 0-1,-3-6 0,-6-4-5386,-1 6-3292</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2.519"/>
    </inkml:context>
    <inkml:brush xml:id="br0">
      <inkml:brushProperty name="width" value="0.035" units="cm"/>
      <inkml:brushProperty name="height" value="0.035" units="cm"/>
    </inkml:brush>
  </inkml:definitions>
  <inkml:trace contextRef="#ctx0" brushRef="#br0">0 142 7841,'0'0'17776,"3"-1"-16129,20-3-814,0 0 1,0 2-1,1 1 0,-1 1 1,40 5-1,-15-2-330,622-2-503,-392-7 0,336-15 0,-512 11 0,-97 10-58,-1-1 0,1 1 0,-1-1 0,1 0 0,-1-1 0,1 1 0,-1-1 0,5-2 0,-9 3 22,1 1 0,0 0 0,-1-1 0,1 1 0,-1-1 0,1 1 0,-1-1 0,1 1 0,-1-1 0,1 1 0,-1-1 0,1 1 0,-1-1 1,0 0-1,1 1 0,-1-1 0,0 0 0,0 1 0,0-1 0,1 0 0,-1 1 0,0-1 0,0 0 0,0 0 0,0 1 0,0-1 0,0 0 0,0 1 0,0-1 0,-1 0 0,1 0 1,0 1-1,0-1 0,0 0 0,-1 1 0,1-1 0,0 0 0,-1 1 0,1-1 0,-1 1 0,1-1 0,-1 1 0,1-1 0,-1 1 0,1-1 0,-1 1 0,1-1 0,-1 1 0,0-1 0,-6-4-820,1-1-1,-1 2 1,0-1-1,0 1 1,0 0-1,0 0 1,-12-4-1,-34-5-6983,-6 7-4931</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3.170"/>
    </inkml:context>
    <inkml:brush xml:id="br0">
      <inkml:brushProperty name="width" value="0.035" units="cm"/>
      <inkml:brushProperty name="height" value="0.035" units="cm"/>
    </inkml:brush>
  </inkml:definitions>
  <inkml:trace contextRef="#ctx0" brushRef="#br0">63 109 7361,'1'0'95,"-1"-1"1,1 1 0,-1 0-1,1-1 1,-1 1-1,1-1 1,-1 1 0,1-1-1,-1 1 1,0-1-1,1 1 1,-1-1 0,0 0-1,1 1 1,-1-1 0,0 1-1,0-1 1,0 0-1,0 1 1,1-1 0,-1 0-1,0 1 1,0-1-1,0-1 1,-19 8 10448,16-3-10394,1 0 0,0 0 0,0 0-1,0 0 1,0 1 0,1-1 0,-3 6-1,1-2 1,-4 10 157,-10 30 1,11-28-157,6-16-119,0-1 1,0 0-1,0 0 1,0 1-1,1-1 1,-1 0-1,1 0 1,-1 1-1,1-1 1,2 4 0,-2-3 28,0 0 470,9 21 612,12-41-733,-19 12-311,6-20-208,0 2 0,2-1 0,17-27 0,-20 35-35,13-21 283,29-37 1,-48 72-22,0 1 0,0 0-1,0 1 1,1-1 0,-1 0 0,0 1 0,0-1 0,1 1 0,-1-1 0,1 1 0,3 0 0,-4 0 92,4 2 331,6 10-347,0 0 0,0 1-1,-1 0 1,-1 0-1,0 1 1,-1 1-1,0 0 1,9 22 0,8 15-341,10 23-1825,-32-64 518,-1-1 0,5 21-1,-7 3-7707</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3.421"/>
    </inkml:context>
    <inkml:brush xml:id="br0">
      <inkml:brushProperty name="width" value="0.035" units="cm"/>
      <inkml:brushProperty name="height" value="0.035" units="cm"/>
    </inkml:brush>
  </inkml:definitions>
  <inkml:trace contextRef="#ctx0" brushRef="#br0">1 49 16213,'44'2'7305,"71"-8"0,-67 2-5361,-35 5-1893,-7-1-106,1 0-1,-1-1 1,0 1-1,0-1 1,7-2 0,-11 3-111,-1-1 0,1 1 0,-1-1 0,0 0 0,1 0 0,-1 1 0,1-1 0,-1 0 0,0 0 0,0 0 0,3-2 0,-2-7-3415,-2 10 3002,0-1-1,-1 1 1,1-1-1,0 1 1,-1-1-1,1 1 1,-1-1 0,1 1-1,-1-1 1,1 1-1,-1-1 1,1 1-1,-1 0 1,1-1-1,-1 1 1,1 0-1,-1-1 1,-1 1-1,-14-7-12339</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3.876"/>
    </inkml:context>
    <inkml:brush xml:id="br0">
      <inkml:brushProperty name="width" value="0.035" units="cm"/>
      <inkml:brushProperty name="height" value="0.035" units="cm"/>
    </inkml:brush>
  </inkml:definitions>
  <inkml:trace contextRef="#ctx0" brushRef="#br0">67 267 6765,'-23'26'23634,"23"-30"-22622,-1-13-646,1-1-1,0 1 1,4-19 0,-2 18-405,0 0 1,-2 0 0,-1-29-1,-1 41-335,0-1 0,0 1 0,-1-1 1,1 1-1,-2 0 0,-4-7 0,-6-14-2761,13 25 1577,-2-1-1437,-6-13 1504</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4.232"/>
    </inkml:context>
    <inkml:brush xml:id="br0">
      <inkml:brushProperty name="width" value="0.035" units="cm"/>
      <inkml:brushProperty name="height" value="0.035" units="cm"/>
    </inkml:brush>
  </inkml:definitions>
  <inkml:trace contextRef="#ctx0" brushRef="#br0">0 14 13705,'2'-2'1930,"-1"1"-1887,11-10 3627,-10 14-1327,-4 7-1082,2-8-1121,0-1 1,0 1-1,0 0 0,0-1 0,0 1 1,0 0-1,0-1 0,0 1 0,1-1 1,-1 1-1,1-1 0,-1 1 0,1 0 1,0-1-1,0 0 0,1 3 0,18 22 883,-11-15-591,16 26 247,-1 2 0,-2 1 0,-2 0-1,-1 2 1,-2 0 0,17 71 0,-18-44-577,-4 2 1,-2-1-1,0 104 0,-10-105-939,-3 1 1,-18 97-1,12-121-763,-1-1 0,-3-1 0,-2 1 0,-32 65 1,34-86-1879,-23 33 1,-22 16-8027</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4.816"/>
    </inkml:context>
    <inkml:brush xml:id="br0">
      <inkml:brushProperty name="width" value="0.035" units="cm"/>
      <inkml:brushProperty name="height" value="0.035" units="cm"/>
    </inkml:brush>
  </inkml:definitions>
  <inkml:trace contextRef="#ctx0" brushRef="#br0">422 16 6849,'0'0'147,"0"0"1,0 0 0,1 0-1,-1-1 1,0 1 0,0 0-1,1 0 1,-1 0 0,0-1-1,0 1 1,1 0 0,-1-1-1,0 1 1,0 0 0,0-1-1,0 1 1,0 0 0,1-1-1,-1 1 1,0 0 0,0-1-1,0 1 1,0 0 0,0-1-1,0 1 1,0 0 0,0-1-1,0 1 1,0 0 0,0-1-1,-1 1 1,1 0 0,0-1-1,0 1 1,0 0 0,0 0-1,0-1 1,-1 1 0,1 0-1,0-1 1,0 1 0,0 0-1,-1 0 1,1-1 0,0 1-1,-1 0 1,1 0 0,-2-1 167,0 0 1,0 1-1,-1 0 1,1-1-1,0 1 1,0 0 0,0 0-1,-4 1 1,-5 0 316,1 1 0,0 0 1,-16 6-1,7 1-301,0 1-1,1 1 1,0 1 0,0 0 0,2 1 0,-1 1-1,2 1 1,0 0 0,1 1 0,0 0 0,1 1 0,-10 19-1,4-5 148,2 1 0,2 1-1,0 1 1,3 0 0,0 0-1,-7 44 1,13-44-207,2 1 1,1 1 0,2-1-1,1 0 1,2 0-1,2 1 1,1-2-1,1 1 1,13 38-1,-5-29-167,2 0 0,2-2 0,2 0 0,2-1 0,1-1 0,44 56 0,-54-80-371,1 0-1,1-1 1,1 0 0,0-1 0,0-1-1,2 0 1,-1-2 0,21 11 0,27 6-3456,4-7-3909,-14-8-6017</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8.138"/>
    </inkml:context>
    <inkml:brush xml:id="br0">
      <inkml:brushProperty name="width" value="0.035" units="cm"/>
      <inkml:brushProperty name="height" value="0.035" units="cm"/>
    </inkml:brush>
  </inkml:definitions>
  <inkml:trace contextRef="#ctx0" brushRef="#br0">659 18 6045,'3'-3'779,"6"-6"-269,-7 4 5430,0 7-5384,0 0 1,0-1-1,0 1 1,0 0-1,0-1 1,1 1-1,-1-1 0,0 0 1,5 2-1,67-3 3835,-43 1-3058,-22 0-1048,0-1 0,0 0 1,0 0-1,1-1 0,-1 0 1,13-4-1,-20 4-419,-6 2-561,-79 19-478,-152 44-448,-86 38 1278,273-85 1356,-2-3 1,-87 15-1,132-28-151,25 2 1024,27-1-104,61-3 0,8 0-985,-103 1-791,260 17 13,-264-16-19,-1 0 0,1 1 0,0 0 0,-1 0 0,10 4 0,-16-5 0,0 0 0,-1 0 0,1-1 0,0 1 0,-1 0 0,1 1 0,-1-1 0,1 0 0,-1 0 0,1 1 0,-1-1 0,0 1 0,0-1 0,0 1 0,0-1 0,0 1 0,0 0 0,0-1 0,0 1 0,-1 0 0,1 0 0,-1 0 0,1 0 0,-1-1 0,0 1 0,0 0 0,0 0 0,0 0 0,0 3 0,-2 6-169,-1-1 1,0 1-1,-1-1 0,0 0 1,0 0-1,-1-1 0,-11 18 1,-49 60-1722,-17 8 146,-52 66 1483,133-159 376,0 0 0,-1 0 0,1-1 0,0 1 0,0 0 0,0 0 0,0 0 0,0 0 0,1 0 0,-1 1 1,0-1-1,1 3 0,0-4-42,0 0 0,0 0 0,0 0 1,0 0-1,0 0 0,1 0 0,-1 0 1,0 0-1,1 0 0,-1 0 0,1 0 0,-1 0 1,1 0-1,-1 0 0,1-1 0,0 1 1,-1 0-1,1 0 0,1 0 0,3 2 155,0 0 0,0-1 0,0 0 0,0 1 0,0-2 0,1 1 0,7 1 0,-9-2-188,34 7 82,1-1 0,72 2 0,78-11-64,-102-1-62,120-3 4,-166 1-2075,-38 4 1011,-4 0-168,-22 0-1639,-25 6-5561,-3 3-5677</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8.622"/>
    </inkml:context>
    <inkml:brush xml:id="br0">
      <inkml:brushProperty name="width" value="0.035" units="cm"/>
      <inkml:brushProperty name="height" value="0.035" units="cm"/>
    </inkml:brush>
  </inkml:definitions>
  <inkml:trace contextRef="#ctx0" brushRef="#br0">40 0 13401,'-40'6'9909,"46"8"-8217,0 6-360,-3 3-299,2 18-189,-2-10-180,0 4-48,-3-18-320,-3 15-284,0 2-464,12-8-748,2 3-393,-25-9-8015,0 0-4354</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8.763"/>
    </inkml:context>
    <inkml:brush xml:id="br0">
      <inkml:brushProperty name="width" value="0.035" units="cm"/>
      <inkml:brushProperty name="height" value="0.035" units="cm"/>
    </inkml:brush>
  </inkml:definitions>
  <inkml:trace contextRef="#ctx0" brushRef="#br0">15 1 20062,'-3'6'2284,"18"-1"1800,-27 7-8544,3-1 1880,7 18-3189,-1-6-4868</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9.139"/>
    </inkml:context>
    <inkml:brush xml:id="br0">
      <inkml:brushProperty name="width" value="0.035" units="cm"/>
      <inkml:brushProperty name="height" value="0.035" units="cm"/>
    </inkml:brush>
  </inkml:definitions>
  <inkml:trace contextRef="#ctx0" brushRef="#br0">23 9 11109,'-23'-3'8273,"114"0"-3572,-49 0-359,79 6 0,-106-2-6440,9-1-6080,-3-1 555</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9.295"/>
    </inkml:context>
    <inkml:brush xml:id="br0">
      <inkml:brushProperty name="width" value="0.035" units="cm"/>
      <inkml:brushProperty name="height" value="0.035" units="cm"/>
    </inkml:brush>
  </inkml:definitions>
  <inkml:trace contextRef="#ctx0" brushRef="#br0">0 1 18986,'40'23'3256,"-14"-23"-248,0 0-539,3-3-305,17 0-440,-32 0-564,24 0-1160,14 3 0,-32 0 0,6-2 0,-1-1 0,-4 0-232,-1 3-2356</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49.750"/>
    </inkml:context>
    <inkml:brush xml:id="br0">
      <inkml:brushProperty name="width" value="0.035" units="cm"/>
      <inkml:brushProperty name="height" value="0.035" units="cm"/>
    </inkml:brush>
  </inkml:definitions>
  <inkml:trace contextRef="#ctx0" brushRef="#br0">78 1 14013,'-38'2'2416,"30"-2"-63,-24 8 3060,32-7-5289,0 0 0,0 0 1,0 0-1,0-1 0,1 1 1,-1 0-1,0 0 0,0 0 0,1 0 1,-1-1-1,0 1 0,1 0 1,-1 0-1,0-1 0,1 1 0,-1 0 1,2 0-1,-2 0 94,3 6 103,0 0 0,0 0 0,-1 0 0,0 0 0,-1 0 0,1 0 0,0 15 0,-4 55 466,1-50-598,1-19-217,-1 72-1465,2-71 9,-1 0 0,2-1 0,3 16 0,-4-21-1693</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0.671"/>
    </inkml:context>
    <inkml:brush xml:id="br0">
      <inkml:brushProperty name="width" value="0.035" units="cm"/>
      <inkml:brushProperty name="height" value="0.035" units="cm"/>
    </inkml:brush>
  </inkml:definitions>
  <inkml:trace contextRef="#ctx0" brushRef="#br0">6 99 7165,'-4'7'10045,"3"2"-4996,0 3-3563,3 6-3442,-1-2 2692,0-5-692,1-1-1,0 1 1,1-1-1,5 15 0,-5-16-14,-2-7 13,0-1-35,0-1 0,-1 0 0,1 0-1,0 0 1,-1 1 0,1-1 0,0 0 0,-1 1 0,1-1 0,0 1 0,-1-1 0,1 0 0,-1 1 0,1-1 0,-1 1 0,1 0 0,0 0 0,-1 0 5,1 0 0,0-1 1,-1 1-1,1 0 0,0-1 1,-1 1-1,1 0 1,0-1-1,0 1 0,0-1 1,0 1-1,-1-1 1,1 0-1,0 1 0,0-1 1,0 0-1,0 0 0,2 1 1,1-1-13,0 0 0,0 0-1,0 0 1,1 0 0,-1-1 0,0 0 0,0 0 0,0 0 0,0 0-1,0-1 1,0 1 0,0-1 0,0 0 0,-1 0 0,1-1 0,-1 1 0,1-1-1,-1 1 1,5-7 0,-4 3-95,-1-1 1,1 0-1,-2 0 0,1 0 1,2-14-1,4-9-184,-3 14 178,1 0 0,17-28 0,-20 37 194,1 1 0,-1 0 0,1 0 0,1 1 0,-1 0 0,1 0 0,0 0 0,0 0 0,8-4-1,-11 8-35,-1 1 0,1-1-1,-1 1 1,1-1 0,-1 1-1,1 0 1,-1 0 0,1 0-1,-1 0 1,1 0 0,-1 1-1,1-1 1,-1 1 0,1 0-1,-1 0 1,0 0 0,1 0-1,-1 0 1,0 0 0,0 0-1,0 1 1,4 2 0,1 2 94,0-1 0,0 1 1,-1 0-1,0 1 1,7 9-1,-3 1 26,-1 0-1,0 1 1,-1 0 0,-2 0-1,7 26 1,13 33-862,-4-23-4119,-19-39-1202,-3-10 3540,5 7-6810</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1.269"/>
    </inkml:context>
    <inkml:brush xml:id="br0">
      <inkml:brushProperty name="width" value="0.035" units="cm"/>
      <inkml:brushProperty name="height" value="0.035" units="cm"/>
    </inkml:brush>
  </inkml:definitions>
  <inkml:trace contextRef="#ctx0" brushRef="#br0">378 5 8721,'-8'2'326,"-4"0"2885,20-6-124,1 0-1340,-11 3 720,-19 7-1031,9-1-1261,0 0-1,0 0 0,1 1 1,-1 0-1,2 1 1,-1 1-1,1 0 0,0 0 1,0 1-1,1 0 1,1 1-1,-1-1 1,1 2-1,-8 14 0,-5 11 352,2 0-1,1 1 1,-16 52 0,9-11-15,4 1 1,3 0 0,4 2 0,3 0-1,4 0 1,4 0 0,12 155-1,-4-186-441,2-1-1,2 1 1,3-1-1,33 90 1,-35-116-330,1-1 1,1-1 0,0 0-1,2-1 1,16 20 0,-19-28-230,1 0 0,0 0 0,1-1 0,0-1 0,0 0 0,1 0 0,1-2 0,17 9 0,-21-12-836,2-1 1,-1 0-1,0 0 0,1-1 0,0-1 0,-1 0 1,20 0-1,31-4-9291</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1.649"/>
    </inkml:context>
    <inkml:brush xml:id="br0">
      <inkml:brushProperty name="width" value="0.035" units="cm"/>
      <inkml:brushProperty name="height" value="0.035" units="cm"/>
    </inkml:brush>
  </inkml:definitions>
  <inkml:trace contextRef="#ctx0" brushRef="#br0">337 12 11733,'9'-10'2258,"-7"8"-300,-11 12-617,-1 1-1,2 0 1,-11 18-1,-34 76-400,43-83-411,-151 382 1029,145-350-1717,8-24-243,-14 33 0,8-26-1312,13-34 206,1-2 1200,-1-1 0,1 0 0,-1 0 0,0 1 0,1-1 0,-1 0 0,1 1 0,-1-1 0,1 1 0,-1-1 0,1 1 0,-1-1 0,1 1 0,-1-1 0,1 1 0,0-1 0,-1 2 0,1-2 193,0 0-1,0 1 0,0-1 1,-1 0-1,1 0 1,0 1-1,0-1 1,0 0-1,0 0 0,0 1 1,0-1-1,-1 0 1,1 0-1,0 0 1,0 1-1,0-1 1,-1 0-1,1 0 0,0 0 1,0 0-1,0 0 1,-1 1-1,1-1 1,0 0-1,0 0 0,-1 0 1,1 0-1,0 0 1,0 0-1,-1 0 1,1 0-1,0 0 0,0 0 1,-1 0-1,1 0 1,0 0-1,-1 0 1,4-11-7119</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1.963"/>
    </inkml:context>
    <inkml:brush xml:id="br0">
      <inkml:brushProperty name="width" value="0.035" units="cm"/>
      <inkml:brushProperty name="height" value="0.035" units="cm"/>
    </inkml:brush>
  </inkml:definitions>
  <inkml:trace contextRef="#ctx0" brushRef="#br0">32 16 11733,'-3'-1'2331,"-26"-13"2178,30 29-568,1-8-3399,1-1 1,1 1-1,-1 0 0,1-1 1,0 1-1,1-1 0,5 6 1,15 21 765,55 120 1626,-25-46-2026,-18-37-660,24 43-1608,-14-41-2307,-32-52 1062,4 7-5931,0-7-4563</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2.308"/>
    </inkml:context>
    <inkml:brush xml:id="br0">
      <inkml:brushProperty name="width" value="0.035" units="cm"/>
      <inkml:brushProperty name="height" value="0.035" units="cm"/>
    </inkml:brush>
  </inkml:definitions>
  <inkml:trace contextRef="#ctx0" brushRef="#br0">89 0 13457,'-16'43'1990,"15"-42"-1883,1 0 1,0 0 0,0 0 0,-1 0 0,1-1-1,0 1 1,-1 0 0,1 0 0,-1-1-1,1 1 1,-1 0 0,1 0 0,-1-1-1,1 1 1,-1-1 0,0 1 0,1-1-1,-1 1 1,0-1 0,1 1 0,-1-1-1,0 1 1,0-1 0,0 0 0,1 1-1,-3-1 1,-1 1 368,2 2-277,-1-1 0,1 1 0,-1-1-1,1 1 1,0 0 0,0 0 0,0 0-1,0 0 1,1 0 0,-1 0-1,1 1 1,0-1 0,0 1 0,-1 4-1,-8 57 1544,8-44-1277,1-15-400,-4 25 993,0 45-1,5-66-1309,0 0 0,1-1 0,0 1 0,1 0-1,0-1 1,1 1 0,0-1 0,7 16 0,-5-13-1726</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2.484"/>
    </inkml:context>
    <inkml:brush xml:id="br0">
      <inkml:brushProperty name="width" value="0.035" units="cm"/>
      <inkml:brushProperty name="height" value="0.035" units="cm"/>
    </inkml:brush>
  </inkml:definitions>
  <inkml:trace contextRef="#ctx0" brushRef="#br0">6 1 19094,'26'14'5256,"-43"-14"-3104,2 3 2769</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2.924"/>
    </inkml:context>
    <inkml:brush xml:id="br0">
      <inkml:brushProperty name="width" value="0.035" units="cm"/>
      <inkml:brushProperty name="height" value="0.035" units="cm"/>
    </inkml:brush>
  </inkml:definitions>
  <inkml:trace contextRef="#ctx0" brushRef="#br0">16 17 13897,'-1'0'129,"0"0"-1,1 0 1,-1 0-1,0 0 0,0 0 1,1 0-1,-1-1 1,0 1-1,1 0 1,-1-1-1,0 1 0,1 0 1,-1-1-1,1 1 1,-1 0-1,1-1 0,-1 1 1,1-1-1,-1 1 1,1-1-1,-1 0 1,1 1-1,-1-1 0,0-1 1,2 2 54,0-1 0,0 1 1,-1-1-1,1 1 0,0-1 1,0 1-1,0-1 0,-1 1 1,1 0-1,0 0 0,0-1 0,0 1 1,0 0-1,0 0 0,1 0 1,6-1 914,0 0 0,1 1-1,-1 0 1,14 3 0,63 16 1109,118 32 2823,-184-48-5458,-1-18-2460,-12 8 262</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3.315"/>
    </inkml:context>
    <inkml:brush xml:id="br0">
      <inkml:brushProperty name="width" value="0.035" units="cm"/>
      <inkml:brushProperty name="height" value="0.035" units="cm"/>
    </inkml:brush>
  </inkml:definitions>
  <inkml:trace contextRef="#ctx0" brushRef="#br0">337 1 11729,'0'0'1976,"-1"3"-246,-3 13-960,-1 0 0,0 0 0,-2-1-1,0 1 1,-13 20 0,7-11-374,-11 26-1,-18 71 487,-8 19-122,-92 256 76,126-356-1886,15-39-137,1-22-16915</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3.583"/>
    </inkml:context>
    <inkml:brush xml:id="br0">
      <inkml:brushProperty name="width" value="0.035" units="cm"/>
      <inkml:brushProperty name="height" value="0.035" units="cm"/>
    </inkml:brush>
  </inkml:definitions>
  <inkml:trace contextRef="#ctx0" brushRef="#br0">5 13 11985,'-1'-1'368,"1"1"1,0 0-1,-1-1 1,1 1-1,0 0 0,0-1 1,-1 1-1,1 0 1,0-1-1,0 1 0,0-1 1,-1 1-1,1-1 1,0 1-1,0 0 0,0-1 1,0 1-1,0-1 1,0 1-1,0-1 0,0 1 1,0-1-1,0 1 1,0 0-1,0-1 0,0 1 1,0-1-1,1 0 0,11 4 2919,-7 0-2875,1 1 1,-1-1-1,0 1 0,6 6 1,100 118 2684,-22-23-1444,-42-52-1882,14 17-1678,88 78-1,-147-146 499,6 5 1318</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4.040"/>
    </inkml:context>
    <inkml:brush xml:id="br0">
      <inkml:brushProperty name="width" value="0.035" units="cm"/>
      <inkml:brushProperty name="height" value="0.035" units="cm"/>
    </inkml:brush>
  </inkml:definitions>
  <inkml:trace contextRef="#ctx0" brushRef="#br0">0 32 12689,'52'-10'12066,"27"3"-6322,14-1-3505,-84 6-2219,28 0-9,-11 2-13,-19 0 8,23 3-43,8 8-3126,-35-10 1502,-22-7-8022,-5-2 1071,12 4 1979</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4.432"/>
    </inkml:context>
    <inkml:brush xml:id="br0">
      <inkml:brushProperty name="width" value="0.035" units="cm"/>
      <inkml:brushProperty name="height" value="0.035" units="cm"/>
    </inkml:brush>
  </inkml:definitions>
  <inkml:trace contextRef="#ctx0" brushRef="#br0">1 17 8885,'0'0'2545,"2"-2"-183,22-12 1790,-23 14-4006,0 0 1,-1 0 0,1 1 0,-1-1 0,1 0 0,-1 1-1,1-1 1,-1 0 0,1 1 0,-1-1 0,1 0-1,-1 1 1,1-1 0,-1 1 0,1-1 0,-1 1-1,0-1 1,1 1 0,-1-1 0,0 1 0,1-1-1,-1 2 1,0-2 189,7 9 493,-1-1-1,1 0 1,1-1 0,8 7-1,23 25 850,-18-10-998,-1 0 0,-2 2 0,-1 0 0,-2 1 1,18 51-1,-11-13-97,22 119 0,-24-52-568,-6 0-1,-5 212 0,-16-234-1020,-5 0 0,-5-1 1,-36 129-1,43-207-194,-1-1 1,-2 0-1,-20 38 0,19-47-2059,-1-2 0,-24 32 0,2-14-7925</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29:55.300"/>
    </inkml:context>
    <inkml:brush xml:id="br0">
      <inkml:brushProperty name="width" value="0.035" units="cm"/>
      <inkml:brushProperty name="height" value="0.035" units="cm"/>
    </inkml:brush>
  </inkml:definitions>
  <inkml:trace contextRef="#ctx0" brushRef="#br0">0 41 5989,'2'1'1442,"22"9"4514,-22-11-4987,17-11 1012,-17 11-961,2 1-74,10 0-257,-10 1-496,1-1 0,-1 0 1,0 0-1,0-1 0,0 1 1,0-1-1,0 0 0,0 0 0,0 0 1,0 0-1,5-3 0,8-3 405,0 1 0,0 1-1,0 1 1,19-2 0,-34 6-605,0 1 0,1-1 1,-1 1-1,0 0 0,0-1 1,0 1-1,1 0 1,-1 0-1,0 1 0,0-1 1,-1 0-1,1 1 0,0-1 1,2 4-1,-1-2-127,0 1-1,-1-1 0,1 1 1,-1 0-1,0 0 0,0 0 1,0 0-1,-1 0 0,1 0 1,-1 1-1,0-1 0,0 1 1,-1-1-1,1 0 0,-1 1 1,0-1-1,0 1 0,-1-1 1,1 1-1,-3 5 0,0 7-566,-2 0 0,0-1 0,-14 29 0,-9 13 1977,27-55 1199,-1 12-806,1-14-1571,1-1-1,0 1 0,0 0 0,0 0 1,0-1-1,0 1 0,0 0 1,0-1-1,0 1 0,0 0 1,0 0-1,0-1 0,1 1 1,-1 0-1,0-1 0,0 1 0,1 0 1,-1-1-1,0 1 0,2 0 1,11-1 1884,-7-1-2180,123-8 3550,-126 9-3516,0 1-2407,26 8 647,-26-8 935,-6-21-21547</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6.900"/>
    </inkml:context>
    <inkml:brush xml:id="br0">
      <inkml:brushProperty name="width" value="0.035" units="cm"/>
      <inkml:brushProperty name="height" value="0.035" units="cm"/>
    </inkml:brush>
  </inkml:definitions>
  <inkml:trace contextRef="#ctx0" brushRef="#br0">379 1 14345,'-40'3'6616,"25"11"-3409,8-6-2843,0 1 0,1 0 1,0 0-1,0 0 0,1 1 1,0 0-1,1 0 0,0 0 1,-4 20-1,3-16-80,-79 234 1736,50-129-1493,-41 129-762,63-209-742,1 0 1,-6 47 0,4-37-1796,7-34-964,-2-2-3489</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7.136"/>
    </inkml:context>
    <inkml:brush xml:id="br0">
      <inkml:brushProperty name="width" value="0.035" units="cm"/>
      <inkml:brushProperty name="height" value="0.035" units="cm"/>
    </inkml:brush>
  </inkml:definitions>
  <inkml:trace contextRef="#ctx0" brushRef="#br0">1 1 16774,'140'46'12938,"-110"-35"-12461,-1 2 1,0 1-1,-1 2 0,-1 0 0,32 25 1,-12-8-287,312 187-191,-222-135-1103,-117-72-3207,-10-6-3876</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7.513"/>
    </inkml:context>
    <inkml:brush xml:id="br0">
      <inkml:brushProperty name="width" value="0.035" units="cm"/>
      <inkml:brushProperty name="height" value="0.035" units="cm"/>
    </inkml:brush>
  </inkml:definitions>
  <inkml:trace contextRef="#ctx0" brushRef="#br0">25 73 13457,'-24'3'3187,"42"-3"1243,53-3 2261,-67 3-6530,103 0 2520,25-1-521,291-22-2160,-397 20 96,-25 3-113,0 0-1,0 0 0,-1 0 0,1 0 0,0 0 0,0-1 0,0 1 1,0 0-1,-1 0 0,1 0 0,0-1 0,0 1 0,0-1 1,-1 1-1,1 0 0,0-1 0,-1 1 0,1-1 0,0 1 1,-1-1-1,1 0 0,-1 1 0,1-1 0,-1 0 0,1 1 0,0-3 1,-15-9-3972,-1 2-4494,-12-1-8443</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7.921"/>
    </inkml:context>
    <inkml:brush xml:id="br0">
      <inkml:brushProperty name="width" value="0.035" units="cm"/>
      <inkml:brushProperty name="height" value="0.035" units="cm"/>
    </inkml:brush>
  </inkml:definitions>
  <inkml:trace contextRef="#ctx0" brushRef="#br0">25 6 12957,'-25'-5'3395,"41"12"2512,2-3-4458,0 0 0,1-1 0,-1-2 0,0 0 0,1 0 0,28-5 1,-26 3-1086,111-1-602,-119 3-829,-35 7-9718,2-3 6057,-14 7-8237</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8.064"/>
    </inkml:context>
    <inkml:brush xml:id="br0">
      <inkml:brushProperty name="width" value="0.035" units="cm"/>
      <inkml:brushProperty name="height" value="0.035" units="cm"/>
    </inkml:brush>
  </inkml:definitions>
  <inkml:trace contextRef="#ctx0" brushRef="#br0">0 72 20466,'58'-34'3092,"-29"34"-272,2 0-507,4-6-437,16 3-372,-16-3-808,-1 0-696,-2 1 0,0 8 0,-18 2-32,6-16-2388,0 2-1233</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8.833"/>
    </inkml:context>
    <inkml:brush xml:id="br0">
      <inkml:brushProperty name="width" value="0.035" units="cm"/>
      <inkml:brushProperty name="height" value="0.035" units="cm"/>
    </inkml:brush>
  </inkml:definitions>
  <inkml:trace contextRef="#ctx0" brushRef="#br0">999 36 11953,'26'-3'2618,"-25"3"-2430,-1 0 0,1 0 0,0 0 1,-1 0-1,1 0 0,0-1 0,-1 1 0,1 0 0,-1 0 0,1-1 0,0 1 0,-1-1 0,1 1 0,-1 0 0,1-1 0,-1 1 0,1-1 0,-1 1 0,0-1 0,1 1 0,-1-1 0,1 1 0,-1-1 0,0 0 0,0 1 1,1-1-1,-1 1 0,0-2 0,1 1-43,-1 0 0,0 1 0,0-1 1,0 1-1,0-1 0,1 1 0,-1-1 1,0 1-1,1-1 0,-1 1 1,0-1-1,1 1 0,-1-1 0,1 1 1,-1-1-1,1 1 0,-1 0 0,0-1 1,1 1-1,0 0 0,-1-1 0,1 1 1,-1 0-1,1 0 0,0-1 1,15-2 1691,-10 2-1072,1-1 0,0 1 0,0 0 0,-1 1 0,1-1 0,12 2-1,-35 6-1217,-86 38-3674,-210 60 0,115-44 2834,100-26 1283,-135 39 2030,84-32 1867,147-41-3779,0-1 0,-1 0 1,1 1-1,-1-1 0,1 1 0,0 0 1,0-1-1,-1 1 0,1 0 1,0 0-1,0 0 0,0 0 0,0 0 1,0 0-1,-2 2 0,3-3-49,0 1 0,0-1-1,0 1 1,0-1 0,0 1-1,0-1 1,0 1 0,0-1-1,1 1 1,-1-1 0,0 1-1,0-1 1,0 0 0,0 1 0,1-1-1,-1 1 1,0-1 0,1 0-1,-1 1 1,0-1 0,0 1-1,1-1 1,-1 0 0,1 0-1,-1 1 1,0-1 0,1 0-1,-1 0 1,1 1 0,0-1-1,4 3 218,0-1 0,1 0 0,0 0-1,-1 0 1,1-1 0,10 1 0,371 37 119,-371-38-395,29 5 0,-44-6 0,1 0 0,-1 1 0,1-1 0,-1 0 0,0 1 0,1-1 0,-1 1 0,1 0 0,-1-1 0,0 1 0,0 0 0,1 0 0,-1 0 0,0 0 0,0 0 0,0 0 0,0 0 0,0 0 0,0 1 0,0-1 0,1 3 0,-2-2 0,0 0 0,0 0 0,0 0 0,0 1 0,-1-1 0,1 0 1,-1 0-1,1 0 0,-1 0 0,0 1 0,0-1 0,-1 2 0,-16 29-293,13-26 85,-24 38-1309,-3-2 0,-1-1 1,-68 64-1,64-72 1443,24-24 715,1 0 0,-14 17 0,25-26-567,0 0 1,1 0-1,-1 0 0,0 0 1,1 0-1,-1 0 1,1 0-1,-1 0 1,1 0-1,0 0 1,-1 0-1,1 0 1,0 0-1,0 1 1,0-1-1,0 0 1,0 0-1,0 0 1,0 0-1,0 0 1,0 1-1,1-1 1,-1 0-1,0 0 1,1 0-1,-1 0 1,1 0-1,-1 0 1,1 0-1,-1 0 1,1 0-1,0 0 0,0 0 1,-1-1-1,1 1 1,0 0-1,0 0 1,0-1-1,0 1 1,0 0-1,0-1 1,1 1-1,4 3 123,0-1 0,1 0 0,-1 0 0,1 0-1,0-1 1,7 2 0,29 4-141,1-2-1,51 1 1,92-7-71,-85-1 1,67-7 14,-164 8-62,0 0-1,0 0 1,0-1-1,0 1 1,0-1 0,0 0-1,0-1 1,-1 1-1,6-4 1,-9 5 23,0 0 0,-1-1 0,1 1 0,-1-1-1,1 1 1,-1-1 0,1 1 0,-1-1 0,0 1 0,1-1 0,-1 1 0,0-1 0,1 0 0,-1 1-1,0-1 1,0 0 0,1 1 0,-1-1 0,0 0 0,0 1 0,0-1 0,0-1 0,0 0-88,-1 0 0,1 0 0,-1 0 0,0 0 0,1 0 0,-1 0 0,0 0 0,0 1 0,0-1 0,-3-3 0,3 3-217,-1-1 1,0 1 0,0 0-1,0 0 1,0 0 0,0 0-1,-1 0 1,1 1-1,0-1 1,-1 1 0,-3-2-1,1 1-882,0 1-1,0 0 1,0 0-1,0 0 1,0 1-1,-8 0 1,-42-2-12931</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9.193"/>
    </inkml:context>
    <inkml:brush xml:id="br0">
      <inkml:brushProperty name="width" value="0.035" units="cm"/>
      <inkml:brushProperty name="height" value="0.035" units="cm"/>
    </inkml:brush>
  </inkml:definitions>
  <inkml:trace contextRef="#ctx0" brushRef="#br0">76 1 11257,'0'0'2286,"-2"2"-244,1-2-1891,-3 4 260,0-1-1,0 1 0,1 0 0,-1 0 1,1 0-1,0 1 0,0-1 0,0 1 1,0 0-1,1-1 0,0 1 0,0 0 1,0 1-1,1-1 0,0 0 0,-2 10 1,-8 43 1000,-1 4 5,11-56-1318,0 0 0,1 0-1,0 0 1,0 0 0,1 0-1,-1 1 1,3 7 0,2 2-380,1 0 1,9 17-1,8 4-4054,-23-37 4292,0 0 0,0 0 1,0 0-1,0 0 0,0 0 1,0 0-1,0 0 0,0-1 1,0 1-1,0 0 0,0 0 1,0 0-1,0 0 0,0 0 1,0 0-1,0 0 0,0 0 1,0 0-1,1 0 0,-1 0 1,0-1-1,0 1 0,0 0 0,0 0 1,0 0-1,0 0 0,0 0 1,0 0-1,0 0 0,0 0 1,0 0-1,0 0 0,1 0 1,-1 0-1,0 0 0,0 0 1,0 0-1,0 0 0,0 0 1,0 0-1,0 0 0,0 0 1,0 0-1,0 0 0,1 0 1,-1 0-1,0 0 0,0 0 1,0 0-1,0 0 0,0 0 1,0 0-1,0 0 0,0 0 1,0 0-1,0 0 0,0 1 1,1-1-1,-1 0 0,0 0 1,0 0-1,0 0 0,0 0 1,0 0-1,0 0 0,10-18-5780,4-12-3624</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9.351"/>
    </inkml:context>
    <inkml:brush xml:id="br0">
      <inkml:brushProperty name="width" value="0.035" units="cm"/>
      <inkml:brushProperty name="height" value="0.035" units="cm"/>
    </inkml:brush>
  </inkml:definitions>
  <inkml:trace contextRef="#ctx0" brushRef="#br0">15 12 17886,'-15'-11'7632,"30"16"-9952,-1 1 16,-5 6-5545,2 2-2212</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9.652"/>
    </inkml:context>
    <inkml:brush xml:id="br0">
      <inkml:brushProperty name="width" value="0.035" units="cm"/>
      <inkml:brushProperty name="height" value="0.035" units="cm"/>
    </inkml:brush>
  </inkml:definitions>
  <inkml:trace contextRef="#ctx0" brushRef="#br0">12 94 16137,'-1'1'194,"-9"10"2386,9-23 140,2 10-2476,-1 0 0,1 0 0,-1 0 1,1 1-1,0-1 0,-1 0 0,1 1 0,0-1 0,0 1 0,0-1 0,1 1 0,-1-1 0,0 1 0,1 0 0,-1 0 0,0-1 0,1 1 0,-1 0 0,1 0 0,0 0 0,-1 1 0,1-1 0,0 0 0,2 0 1,8-3 774,0 1 0,20-3 0,-20 4-729,50-8 419,88-20 269,-144 29-1127,1 0-1,-1 0 1,1 0-1,-1 1 1,10 0-1,-5 1-652,-8-1-2239</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09.790"/>
    </inkml:context>
    <inkml:brush xml:id="br0">
      <inkml:brushProperty name="width" value="0.035" units="cm"/>
      <inkml:brushProperty name="height" value="0.035" units="cm"/>
    </inkml:brush>
  </inkml:definitions>
  <inkml:trace contextRef="#ctx0" brushRef="#br0">1 141 17954,'46'-37'3124,"-9"28"-132,3 0-416,3 1-507,1-4-413,-1 4-416,3 2-236,-6-3-852,-6 6-252,4-2-1400,-18 2-764,-6-15 155,1 4-5739</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0.110"/>
    </inkml:context>
    <inkml:brush xml:id="br0">
      <inkml:brushProperty name="width" value="0.035" units="cm"/>
      <inkml:brushProperty name="height" value="0.035" units="cm"/>
    </inkml:brush>
  </inkml:definitions>
  <inkml:trace contextRef="#ctx0" brushRef="#br0">9 58 17890,'-9'-23'2692,"15"9"-260,0-6 2557,-6 37-3977,3 0-88,0 1-260,-3-4-140,5 15-168,-2-3-448,-6 2-332,3 1-596,6-9-720,-3 3-721</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0.765"/>
    </inkml:context>
    <inkml:brush xml:id="br0">
      <inkml:brushProperty name="width" value="0.035" units="cm"/>
      <inkml:brushProperty name="height" value="0.035" units="cm"/>
    </inkml:brush>
  </inkml:definitions>
  <inkml:trace contextRef="#ctx0" brushRef="#br0">22 49 9129,'-7'14'3276,"-5"10"2828,9-7-5928,21 98 2305,8 45 287,-25-156-1665,2-6-798,3-1-243,-1 0 0,1-1 0,-1 0 0,0 0 0,0 0 0,0-1-1,-1 0 1,1 1 0,-1-2 0,0 1 0,4-9 0,8-13 82,13-33 0,-19 37-68,22-41-16,23-55 635,-55 116-624,1 1-14,-1 0 0,1 1 0,0-1 0,0 0 0,0 0 0,-1 0 0,1 0 1,1 1-1,-1-1 0,0 0 0,3-2 0,-1 7 224,5 6-178,0 1 0,0 0 1,-1 1-1,0-1 1,-1 1-1,5 13 1,28 80 220,-15-37-230,-10-34-531,33 61-1,-40-82-465,1 0 1,0-1 0,1 0-1,0-1 1,1 1 0,0-2 0,21 16-1,-13-15-5967,6-6-4565</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1.313"/>
    </inkml:context>
    <inkml:brush xml:id="br0">
      <inkml:brushProperty name="width" value="0.035" units="cm"/>
      <inkml:brushProperty name="height" value="0.035" units="cm"/>
    </inkml:brush>
  </inkml:definitions>
  <inkml:trace contextRef="#ctx0" brushRef="#br0">486 17 10337,'0'0'9836,"-1"-2"-8455,-1 0-1117,2 1-150,-1 0 0,1 0 0,-1 0 0,0 1 0,1-1 1,-1 0-1,0 0 0,1 1 0,-1-1 0,0 0 0,0 1 0,0-1 0,1 1 0,-1-1 0,0 1 0,-1-1 0,0 1-54,1 1-1,-1-1 0,1 1 1,0-1-1,-1 1 0,1 0 1,0 0-1,-1-1 0,1 1 0,0 0 1,0 0-1,0 0 0,0 0 1,-1 2-1,-23 22 377,2 1 1,1 1-1,1 2 0,1 0 0,-16 32 1,-72 166 1211,57-113-1010,-37 123 110,83-222-740,-13 35-108,-8 27-774,24-69 283,0 0 1,1 1-1,0-1 1,1 1-1,0-1 1,0 1-1,2 10 1,-2-16-1967,1-7-2065,1-2 2199,1 1-140,3-14-6897</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1.613"/>
    </inkml:context>
    <inkml:brush xml:id="br0">
      <inkml:brushProperty name="width" value="0.035" units="cm"/>
      <inkml:brushProperty name="height" value="0.035" units="cm"/>
    </inkml:brush>
  </inkml:definitions>
  <inkml:trace contextRef="#ctx0" brushRef="#br0">0 0 9265,'11'16'10734,"4"-2"-4933,40 24-3662,-23-19 59,87 69-883,160 151 0,-227-180-1660,-40-44-231,1 0 0,23 21 1,-9-13-7407,-19-14 1090</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1.932"/>
    </inkml:context>
    <inkml:brush xml:id="br0">
      <inkml:brushProperty name="width" value="0.035" units="cm"/>
      <inkml:brushProperty name="height" value="0.035" units="cm"/>
    </inkml:brush>
  </inkml:definitions>
  <inkml:trace contextRef="#ctx0" brushRef="#br0">32 1 15049,'-23'20'2437,"26"-3"-201,-3 3-276,-3-2-324,0 2-324,0 3-260,3-3-248,-2 6-244,2-3-255,5 0-682,1 3-395,0-15-2968,2 4 300</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2.120"/>
    </inkml:context>
    <inkml:brush xml:id="br0">
      <inkml:brushProperty name="width" value="0.035" units="cm"/>
      <inkml:brushProperty name="height" value="0.035" units="cm"/>
    </inkml:brush>
  </inkml:definitions>
  <inkml:trace contextRef="#ctx0" brushRef="#br0">1 50 20938,'0'0'5760,"17"-6"-3419,3 3 1387,-17-14-8252,0 0 855,-23 11-17921</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3.176"/>
    </inkml:context>
    <inkml:brush xml:id="br0">
      <inkml:brushProperty name="width" value="0.035" units="cm"/>
      <inkml:brushProperty name="height" value="0.035" units="cm"/>
    </inkml:brush>
  </inkml:definitions>
  <inkml:trace contextRef="#ctx0" brushRef="#br0">0 240 5997,'11'4'1433,"-8"-3"354,0 0 0,0 0 1,0-1-1,0 1 0,0-1 1,0 0-1,4 0 1,6-1 1165,-2 0-5198,81 1 5472,-15 2-1884,378-29 2122,-125 6-2604,366-31-287,220-8 239,554 65-766,-962-2-47,-369-3 0,-120-1-9,1-1 0,0 0 0,-1-1 1,0-2-1,0 0 0,28-11 0,-45 15-353,-3-1-319,-5-2-18,1 0 1,-1 1-1,0-1 1,0 1 0,0 0-1,0 1 1,0 0 0,-1-1-1,-11-1 1,-6-2-1790,-25-7-4700,0 6-4830</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13.678"/>
    </inkml:context>
    <inkml:brush xml:id="br0">
      <inkml:brushProperty name="width" value="0.035" units="cm"/>
      <inkml:brushProperty name="height" value="0.035" units="cm"/>
    </inkml:brush>
  </inkml:definitions>
  <inkml:trace contextRef="#ctx0" brushRef="#br0">81 171 9133,'-12'-21'1928,"9"17"-119,2 5-85,-1 3-1125,0 0 0,0 0 0,0 0 0,0 0 0,1 0 0,0 1 0,0-1 0,0 6 0,-9 25 1192,8-30-1463,0 1 0,0-1 1,1 1-1,0 0 0,0-1 0,-1 11 1,-2 16 821,-21 92 2854,24-121-3451,2-1-546,0-1 0,0 0-1,1 1 1,-1-1-1,0 0 1,1 1 0,-1-1-1,0 0 1,1 0 0,0 0-1,-1-1 1,1 1-1,2 1 1,18-45-835,16-48-1,1-1-118,-23 56 611,-4 8 423,2 0 0,0 0 0,2 2 0,24-32 0,-38 56-27,0 0 0,0 1 0,0-1-1,0 0 1,0 1 0,0 0 0,0-1-1,1 1 1,-1 0 0,1 0 0,-1 0 0,0 1-1,1-1 1,0 0 0,-1 1 0,1 0 0,-1 0-1,1 0 1,0 0 0,-1 0 0,1 0-1,-1 0 1,1 1 0,2 0 0,0 1 62,0-1 0,0 1 0,-1 0 0,1 0 0,0 0 0,-1 1 0,1-1 0,-1 1 0,0 0 0,0 1-1,5 4 1,0 3 99,-1 1 0,0 0-1,0 0 1,-1 1 0,-1-1-1,7 20 1,22 87 425,-20-62-652,20 49-4865,-33-102 2126</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0:21.865"/>
    </inkml:context>
    <inkml:brush xml:id="br0">
      <inkml:brushProperty name="width" value="0.035" units="cm"/>
      <inkml:brushProperty name="height" value="0.035" units="cm"/>
    </inkml:brush>
  </inkml:definitions>
  <inkml:trace contextRef="#ctx0" brushRef="#br0">331 0 4332,'-4'2'925,"5"0"-401,13 0 7565,-11 12-8326,0 1 4434,-3-15-4192,-1 0 1,0 0-1,1 0 0,-1 1 0,1-1 0,-1 0 0,1 1 1,-1-1-1,1 0 0,-1 1 0,1-1 0,-1 1 0,1-1 1,0 1-1,-1-1 0,1 1 0,0-1 0,-1 1 0,1-1 0,0 1 1,0-1-1,-1 2 0,1-1 4,0 0 0,-1-1 1,1 1-1,-1 0 0,1 0 0,-1 0 1,1-1-1,-1 1 0,1 0 0,-1-1 0,0 1 1,1 0-1,-1-1 0,0 1 0,0-1 1,1 1-1,-1-1 0,-1 1 0,-1 0 13,-13 2 39,0 0 1,0 2-1,-23 8 1,-8 11-1511,-70 47 1,62-40-4701,38-21-213</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3:53.898"/>
    </inkml:context>
    <inkml:brush xml:id="br0">
      <inkml:brushProperty name="width" value="0.035" units="cm"/>
      <inkml:brushProperty name="height" value="0.035" units="cm"/>
    </inkml:brush>
  </inkml:definitions>
  <inkml:trace contextRef="#ctx0" brushRef="#br0">218 245 7653,'0'0'11641,"0"-2"-10311,-2-6-538,2 7-640,-1 0 0,1 0 0,0 0-1,0 0 1,-1 0 0,1 0 0,0 0 0,0 0 0,0 0-1,0 0 1,1 0 0,-1 0 0,0 0 0,0-1 0,1 1-42,0 0 0,1-1 0,-1 1 0,0 0 0,0 1 1,0-1-1,1 0 0,-1 0 0,0 0 0,1 1 0,-1-1 0,1 1 1,1-1-1,292-104 7398,-80 40-7485,-128 37-23,-73 23 0,-12 2 0,-13 4 0,-16 2 0,-70 13-60,-165 32-424,212-36 185,-99 27-735,121-30 311,1 1-1,0 1 1,-29 17 0,-13 8-3672,63-33 2274,-1 0-1,0-1 0,-1 0 1,-8 1-1</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3:57.889"/>
    </inkml:context>
    <inkml:brush xml:id="br0">
      <inkml:brushProperty name="width" value="0.035" units="cm"/>
      <inkml:brushProperty name="height" value="0.035" units="cm"/>
    </inkml:brush>
  </inkml:definitions>
  <inkml:trace contextRef="#ctx0" brushRef="#br0">1076 538 24311,'0'21'0,"-2"0"0,0 0 0,-1 0 0,0 0 0,-2 0 0,0-1 0,-1 0 0,-1 0 0,-1 0 0,0-1 0,-2 0 0,0 0 0,0-1 0,-2 0 0,0-1 0,0 0 0,-2-1 0,0 0 0,-1-1 0,0 0 0,-1-1 0,0 0 0,-1-2 0,0 0 0,-1 0 0,0-2 0,-1 0 0,0 0 0,0-2 0,-1 0 0,0-1 0,0-1 0,0-1 0,-1 0 0,0-2 0,0 0 0,0-1 0,0 0 0,0-2 0,0 0 0,0-2 0,0 0 0,0-1 0,0 0 0,0-2 0,1 0 0,0-1 0,0-1 0,0-1 0,1 0 0,0-2 0,0 0 0,1 0 0,0-2 0,1 0 0,0 0 0,1-2 0,0 0 0,1-1 0,0 0 0,1-1 0,0 0 0,2-1 0,0 0 0,0-1 0,2 0 0,0-1 0,0 0 0,2 0 0,0-1 0,1 0 0,1 0 0,1 0 0,0-1 0,2 0 0,0 0 0,1 0 0,0 0 0,2 0 0,0 0 0,2 0 0,0 0 0,1 0 0,0 0 0,2 0 0,0 1 0,1 0 0,1 0 0,1 0 0,0 1 0,2 0 0,0 0 0,0 1 0,2 0 0,0 1 0,0 0 0,2 1 0,0 0 0,1 1 0,0 0 0,1 1 0,0 1 0,1 0 0,0 1 0,1 0 0,0 2 0,1 0 0,0 0 0,0 2 0,1 0 0,0 1 0,0 1 0,0 1 0,1 0 0,0 2 0,0 0 0,0 1 0,0 0 0,0 2 0,0 0 0,0 2 0,0 0 0,0 1 0,0 0 0,0 2 0,-1 0 0,0 1 0,0 1 0,0 1 0,-1 0 0,0 2 0,0 0 0,-1 0 0,0 2 0,-1 0 0,0 1 0,-1 0 0,0 1 0,-1 1 0,0 0 0,-1 1 0,0 0 0,-2 1 0,0 0 0,0 1 0,-2 0 0,0 1 0,0 0 0,-2 0 0,0 1 0,-1 0 0,-1 0 0,-1 0 0,0 1 0,-2 0 0,0 0 0,-1 0 0,0 0 0,-2 0 0</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4:00.160"/>
    </inkml:context>
    <inkml:brush xml:id="br0">
      <inkml:brushProperty name="width" value="0.035" units="cm"/>
      <inkml:brushProperty name="height" value="0.035" units="cm"/>
    </inkml:brush>
  </inkml:definitions>
  <inkml:trace contextRef="#ctx0" brushRef="#br0">44 343 7285,'-13'7'562,"9"-5"-259,0 0 0,1 0 0,-1 0 0,1 1 0,-9 8 12743,30-26-11281,9 1-976,0 2 1,1 1-1,35-9 0,-18 5-222,154-45 1557,367-63 0,-432 100-1894,49-7 73,-135 21-268,-21 3-8,51-4 0,-61 10-62,-14 0-177,-7-1-739,-107-10-8907,102 10 8641,-19-4-6611,13 0-1854</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4:02.885"/>
    </inkml:context>
    <inkml:brush xml:id="br0">
      <inkml:brushProperty name="width" value="0.035" units="cm"/>
      <inkml:brushProperty name="height" value="0.035" units="cm"/>
    </inkml:brush>
  </inkml:definitions>
  <inkml:trace contextRef="#ctx0" brushRef="#br0">1510 65 6393,'0'0'8156,"10"-6"-6207,1 2-1115,-9 3 1066,-4 0-1405,-6-2-403,4 1 234,-1 0 1,1 0-1,-1 1 0,0-1 0,-8 0 1,-15 1 298,20 1-552,1 0 0,-1 0 0,1-1 0,0 0 0,-1 0 0,1-1 0,-14-5 0,5 2-5,0 0 0,0 0 0,0 2 0,-1 0 0,1 1-1,-23-1 1,-107 8 72,110-3-186,-29 3 51,-93 20 1,-89 41-49,232-62 39,10-3 11,0 0 1,0 1-1,0 0 1,1 0-1,-5 2 0,-24 9-29,5-3 7,-179 100 32,186-98 48,-27 20 1,45-30-77,1 0-59,-7 4 57,1 1 0,0 0 1,0 0-1,0 1 0,1 0 1,1 1-1,-1 0 0,1 0 1,1 0-1,-6 10 0,9-13 10,-1-1-1,-1 1 1,1-1-1,-9 10 0,9-12 5,0 1 0,0 0 0,0 0 0,1 0 0,-1 0 0,-2 9 0,0-2 0,0 0 0,-11 17 0,-7 17-12,10-24 24,9-16 1,3-3-13,-4 16-25,2-2 21,1-1 0,1 1 1,0 0-1,2 0 0,-1-1 0,5 19 0,-4-27-4,1-1-1,0 1 0,0-1 1,1 0-1,5 9 1,-1 0 6,-4-9-26,1 0 0,-1 1 0,1-2 0,9 12-1,1 1 91,-6-7-85,0 0-1,0-1 1,1 0 0,1-1 0,-1 0 0,17 11 0,-7-7 18,0-2 1,1 0-1,22 8 1,-32-14 1,34 14-42,86 25-1,220 19-5,-318-59 47,5 1-6,1-2-1,37-1 0,49-12 10,-65 3 3,-26 4-3,50-11 0,-4-1-15,16-3-3,-40 4 33,-43 12 0,-1-1-1,0 0 0,0 0 0,0-1 0,15-8 0,-20 9-10,1 0-1,-1 0 0,1 1 1,-1 0-1,1 0 0,8 0 1,-14 2 4,0-1 0,-1 1 0,1 0 0,0 0 0,-1 0 1,1-1-1,0 1 0,-1 0 0,1-1 0,0 1 0,-1 0 0,1-1 1,-1 1-1,1-1 0,-1 1 0,1-1 0,-1 1 0,2-2 0,1-1-1,33-25 100,-17 13-82,-17 12-16,1 1 0,-1-1 0,0 0 0,0 0 0,0 0 0,0 0 0,2-5 0,6-9 46,48-70 186,-57 85-189,0-1 9,24-76 280,-12 34-91,-12 43-213,-1-1 0,0 0-1,1 1 1,-1-1 0,0 0-1,0 0 1,-1 1 0,1-1-1,-2-3 1,1 0 72,1-8 189,-1 1 0,0 0-1,-2-1 1,1 1 0,-1 0-1,-8-19 1,-11 0 139,5 9-157,8 8-127,-1 0 1,-1 1-1,0 1 1,-1 0 0,0 0-1,-26-19 1,15 12 16,18 15-117,-1 0-1,1 1 1,-1-1-1,-7-3 1,-26-19 100,35 23-137,-1 0 0,0 0 0,0 0 0,-1 1 0,1 0 0,-1 0 0,0 0 0,-6-1 0,10 3-13,0 0-1,0 0 1,0-1-1,0 1 1,0 0-1,0-1 1,0 1 0,0-1-1,1 0 1,-4-3-1,0-1 18,-30-29 154,34 34 75,0 0-242,1 0-1,-1 0 1,0 1-1,1-1 1,-1 0-1,0 1 1,1-1 0,-1 1-1,0-1 1,0 0-1,0 1 1,0 0-1,1-1 1,-1 1-1,0 0 1,0-1-1,-2 1 1,-9-6 353,6 1-336,2 2-2,0 0-1,0 0 1,0 0 0,-1 0 0,1 1 0,-7-3-1,9 5 17,-1-2-7,-23-15 4,23 15-24,-18-17 589,6 0-502,14 17-66,-1 0-10,-15-12 18,16 13-26,-2 1-26,-37-10-353,30 7 6,1 0 0,-1 1 0,0 0 0,0 0-1,0 1 1,0 1 0,-11 0 0,3 2-1074,0-1 1,-21-2 0,-13 1-2831,-4 1-4425,35 2 626</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4:03.154"/>
    </inkml:context>
    <inkml:brush xml:id="br0">
      <inkml:brushProperty name="width" value="0.035" units="cm"/>
      <inkml:brushProperty name="height" value="0.035" units="cm"/>
    </inkml:brush>
  </inkml:definitions>
  <inkml:trace contextRef="#ctx0" brushRef="#br0">518 1 10789,'-69'5'1712,"20"-8"-384,9 6-260,-1 6-320,-2-6-736,-9 5-608,-17-2-968,-5-3-2344,-7 14-2697</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4:14.544"/>
    </inkml:context>
    <inkml:brush xml:id="br0">
      <inkml:brushProperty name="width" value="0.035" units="cm"/>
      <inkml:brushProperty name="height" value="0.035" units="cm"/>
    </inkml:brush>
  </inkml:definitions>
  <inkml:trace contextRef="#ctx0" brushRef="#br0">1 176 5096,'0'0'34,"0"1"0,0-1 0,0 0 0,0 1 0,0-1 0,0 0 0,0 0 0,0 1-1,0-1 1,1 0 0,-1 1 0,0-1 0,0 0 0,0 0 0,1 1 0,-1-1 0,0 0-1,0 0 1,1 0 0,-1 1 0,0-1 0,0 0 0,1 0 0,-1 0 0,0 0-1,0 0 1,1 1 0,-1-1 0,0 0 0,1 0 0,-1 0 0,0 0 0,1 0 0,-1 0-1,0 0 1,1 0 0,-1 0 0,0 0 0,1 0 0,-1 0 0,0-1 0,0 1 0,1 0-1,-1 0 1,1 0 0,8-3 8778,43 6-5622,-31 2-2503,0-1 1,35 1-1,-26-2-451,151 4 801,-118-6-831,471-5 640,-342 0-692,225-2-23,423-11-51,-684 12-45,236-11 33,-258 9-96,777-23 245,296 22-257,-913-6 161,-254 12 75,49-5 616,-81 6-621,0 1 1,0 0-1,0 1 1,9 1-1,-14-1 677,0-2-674,25-1 215,-25 2 2433,14-3-2529,-2-2-161,-12 4 188,0 1-121,31 0 266,-31 0 170,-1-1-748,11-7-355,-10 0-3338,-3 6 2856,-1 0 1,0 0-1,0 1 1,0-1-1,0 0 0,0 1 1,0-1-1,0 1 0,-1-1 1,-1-1-1,-8-10-1643,-12-14-9541</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4:24.665"/>
    </inkml:context>
    <inkml:brush xml:id="br0">
      <inkml:brushProperty name="width" value="0.035" units="cm"/>
      <inkml:brushProperty name="height" value="0.035" units="cm"/>
    </inkml:brush>
  </inkml:definitions>
  <inkml:trace contextRef="#ctx0" brushRef="#br0">1 69 9197,'0'0'11478,"4"1"-11026,33 1 249,-1-2 1,48-5 0,29-1 188,107 4 344,293 7 397,-141 0-1118,-127-5-344,-119 1-78,191 10-30,131 7 8,-354-17-38,33 2-67,463 27 34,-198 16 23,49-21 0,-51-5 1,119 32-106,-59-29-292,486-46 165,-896 21 133,348-15-101,-282 16 184,46-2 108,153-21 417,-266 19-389,-15 1 53,33 0 1,32 3 404,-46-2-324,-32 1-185,1 1 0,-1 1 0,0-1-1,15 3 1,-19-1-49,0-1-1,-1-1 1,1 1-1,0-1 1,-1 0 0,8-2-1,21-3 121,34-1 150,36-1 283,-29 0 138,-73 8-302,-1-2-821,0 0 198,-1 1 1,1-1-1,-1 0 1,1-1-1,-1 1 1,0 0-1,0 0 1,0-1-1,0 1 1,0 0-1,0-1 1,-1 1-1,1-1 1,-1 1-1,0-1 1,1-2-1,-2-52-5054,0 31-758,1-24-8127</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12.918"/>
    </inkml:context>
    <inkml:brush xml:id="br0">
      <inkml:brushProperty name="width" value="0.035" units="cm"/>
      <inkml:brushProperty name="height" value="0.035" units="cm"/>
    </inkml:brush>
  </inkml:definitions>
  <inkml:trace contextRef="#ctx0" brushRef="#br0">70 55 5473,'0'0'8342,"2"-1"-7861,25-6 446,-25 6 1996,-1-1-2632,15-16 5148,-18 19-6096,-17 11 634,17-11 17,-29-9-8,28 8 0,-11-6 11,4 1 0,0 1-4,-14 2 14,22 1 135,9-1-138,1-1 11,0 1-1,0 0 1,0 1 0,1 0 0,-1 0 0,0 1 0,14 1 0,-4-1-13,230-3 128,230 12-46,-250-3-65,83 12 104,-117-5-42,-88-5-133,76 1-10,-161-7 624,-15-1-1766,2-1-4202,-10-4 1226,-2-7 2215,4 9 616,-9-12-5871</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13.421"/>
    </inkml:context>
    <inkml:brush xml:id="br0">
      <inkml:brushProperty name="width" value="0.035" units="cm"/>
      <inkml:brushProperty name="height" value="0.035" units="cm"/>
    </inkml:brush>
  </inkml:definitions>
  <inkml:trace contextRef="#ctx0" brushRef="#br0">1 44 2028,'29'-40'-656,"-15"37"188</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6.289"/>
    </inkml:context>
    <inkml:brush xml:id="br0">
      <inkml:brushProperty name="width" value="0.035" units="cm"/>
      <inkml:brushProperty name="height" value="0.035" units="cm"/>
    </inkml:brush>
  </inkml:definitions>
  <inkml:trace contextRef="#ctx0" brushRef="#br0">7 81 4852,'-1'-3'8905,"-1"8"-2566,0 1-5337,1 0 94,1-3-882,0-2-191,0 0-1,-1-1 0,1 1 1,0 0-1,0 0 1,0 0-1,0-1 1,1 1-1,-1 0 1,0 0-1,0 0 0,0-1 1,1 1-1,-1 0 1,0 0-1,1 0 1,-1-1-1,1 1 1,-1 0-1,1-1 1,-1 1-1,1 0 0,-1-1 1,1 1-1,-1-1 1,1 1-1,0-1 1,-1 1-1,1-1 1,0 0-1,0 1 1,-1-1-1,1 0 0,0 1 1,0-1-1,0 0 1,0 0-1,4 0 32,0 0 0,-1-1 0,1 0 0,-1 0 0,1 0 0,4-2 0,-5 2-120,88-23 160,126-16-1,-95 20-59,-41 10-77,96-1 0,-83 7 27,78 6 8,-61 1 8,413 3 93,-173 3 182,-321-10-145,-18 0-99,-1 1-1,1 0 0,0 1 0,22 4 1,-32-4-6,1 0 1,-1-1-1,0 1 1,0-1-1,0 0 1,1 0-1,4-1 1,-1 0-37,-4 1-83,-6-6-6878,2 5 6418,0 0-1,0 0 1,1 0 0,-1 0-1,0 0 1,-2-1 0,0 0-1191,-9-10-7107</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7.072"/>
    </inkml:context>
    <inkml:brush xml:id="br0">
      <inkml:brushProperty name="width" value="0.035" units="cm"/>
      <inkml:brushProperty name="height" value="0.035" units="cm"/>
    </inkml:brush>
  </inkml:definitions>
  <inkml:trace contextRef="#ctx0" brushRef="#br0">1 12 5941,'6'-12'13001,"-5"12"-12881,1 1-1,0-1 1,0 0 0,0 1 0,-1-1 0,1 1 0,0 0-1,0 0 1,2 1 0,3 1 189,26 0 451,0-1-260,384 17 1737,-191-15-1858,816 19 904,2-21-1038,167 2 572,-486 13 488,-508-4-709,36-1-208,-196-15-2547,-57 3 2104,1 0-1,-1 0 0,0 0 0,1 0 0,-1 0 0,1 0 0,-1 0 0,1 0 0,-1 0 0,1 0 0,-1 0 0,0 0 0,1 0 0,-1-1 0,1 1 0,-1 0 0,0 0 1,1-1-1,-1 1 0,0 0 0,1 0 0,-1-1 0,0 1 0,1 0 0,-1-1 0,0 1 0,0 0 0,1-1 0,-1 1 0,0-1 0,0 1 0,-6-14-1764,-26-15-1862,28 25 2926,-30-21-5398,-5 0-3460</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6:08.480"/>
    </inkml:context>
    <inkml:brush xml:id="br0">
      <inkml:brushProperty name="width" value="0.035" units="cm"/>
      <inkml:brushProperty name="height" value="0.035" units="cm"/>
    </inkml:brush>
  </inkml:definitions>
  <inkml:trace contextRef="#ctx0" brushRef="#br0">142 127 8149,'-49'12'4822,"32"-10"3512,-7-1-5611,21-1-2754,1 0-1,0-1 0,-1 1 1,1-1-1,0 1 0,0-1 0,-1 0 1,1 0-1,0 0 0,0 0 1,0 0-1,0 0 0,0-1 1,-2-1-1,3 2 757,-1 0-527,-11-7 156,13 5 352,20 4 741,3 1-1416,215 1 799,-53-2-707,26-1-25,149-5-40,81-2 2,-367 4-104,194-12 110,-173 8-41,207-20 1302,-202 18-586,-96 9-652,14 0-41,-2 0-16,-13 0 16,-17-13-6746,10 10 6122,0 0 0,0 0 0,0 0 0,0 1 0,-1-1 0,1 1 0,-1 1 0,-7-4 0,-16-1-6147,-2 1-2203</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6:52.234"/>
    </inkml:context>
    <inkml:brush xml:id="br0">
      <inkml:brushProperty name="width" value="0.035" units="cm"/>
      <inkml:brushProperty name="height" value="0.035" units="cm"/>
    </inkml:brush>
  </inkml:definitions>
  <inkml:trace contextRef="#ctx0" brushRef="#br0">0 36 2100,'0'0'859,"2"-1"-326,8-4-1858,-4-3 6225,-6-2-197,-2 1-6379,1 6 539</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1.625"/>
    </inkml:context>
    <inkml:brush xml:id="br0">
      <inkml:brushProperty name="width" value="0.035" units="cm"/>
      <inkml:brushProperty name="height" value="0.035" units="cm"/>
    </inkml:brush>
  </inkml:definitions>
  <inkml:trace contextRef="#ctx0" brushRef="#br0">447 722 6233,'-88'31'4721,"85"-30"-4558,-114 50 4730,103-44-4489,1 1 0,0 1 0,0 0 0,1 0 0,1 2 0,-15 14 0,4 2 238,2 1 1,0 1-1,2 1 0,1 1 1,-16 39-1,32-67-549,0-1-1,0 0 1,0 1-1,1-1 0,-1 1 1,0-1-1,1 1 1,0-1-1,-1 1 1,1-1-1,0 1 1,1 0-1,-1-1 1,0 1-1,1-1 1,-1 1-1,1-1 1,0 1-1,2 3 1,-2-4-35,0 0 1,1-1 0,-1 0-1,1 1 1,-1-1 0,1 0-1,0 1 1,-1-1-1,1 0 1,0 0 0,0-1-1,0 1 1,0 0 0,0 0-1,0-1 1,0 1 0,0-1-1,0 0 1,0 0 0,0 0-1,0 0 1,0 0-1,0 0 1,0 0 0,0-1-1,3 0 1,9-2 75,0 0 0,-1-1 1,1-1-1,-1 0 0,0 0 0,0-2 0,0 0 0,14-10 0,-9 3-7,-1 0 0,-1 0 0,0-2 0,25-32-1,-16 13-198,-2 0 0,-2-2 0,-1-1 0,-2-1-1,15-46 1,-10 12-442,-2-1 1,-5-1-1,-2 0 0,-4-1 0,1-100 0,-10 147 410,-1 0 0,-2 1 1,0-1-1,-9-33 0,11 61 112,0 1 0,0 0 0,0-1 1,0 1-1,0-1 0,0 1 0,0 0 0,0-1 1,0 1-1,0-1 0,0 1 0,0 0 0,0-1 1,0 1-1,-1-1 0,1 1 0,0 0 0,0-1 1,0 1-1,-1 0 0,1-1 0,0 1 0,0 0 1,-1-1-1,1 1 0,0 0 0,-1 0 0,1-1 1,0 1-1,-1 0 0,1 0 0,-1 0 0,1 0 1,0-1-1,-1 1 0,1 0 0,-1 0 0,1 0 1,0 0-1,-1 0 0,1 0 0,-1 0 0,1 0 1,-1 0-1,0 1 63,0 1 0,0-1 0,0 0 0,0 1 0,0-1 0,0 0 0,0 1 0,1-1 0,-1 1 0,0-1 0,1 1 0,-1 0 0,0 2 0,-3 20 346,1 0 0,1 1 0,1-1 0,1 0 0,1 1 0,8 44 0,-2-31-53,2 0 0,2-1 1,25 60-1,-23-70-268,0-2-1,2 1 1,0-2 0,2 0 0,1-1-1,1-1 1,0-1 0,30 25-1,-44-41-272,1-1-1,-1 0 1,1 0-1,0 0 1,0-1-1,0 1 1,0-1-1,1-1 1,-1 1-1,1-1 1,-1-1-1,1 1 1,0-1-1,0 0 1,10 0-1,-7-1-145,1-1 0,0 0-1,-1-1 1,1 0 0,-1 0-1,1-1 1,-1 0 0,0-1-1,-1 0 1,1-1 0,11-7 0,-20 10 224,2-1-3,14-1 64,-15 3 447,-1 4-224,0-1 0,0 1 0,0-1 0,0 0 0,0 0 0,0 1 0,4 2 0,0 4 229,7 18 603,-8-15-577,1-1 0,12 20 0,-12-23-340,4 6-689,2 1 1,14 16 0,-23-30-1196,-11-24-19996</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1.970"/>
    </inkml:context>
    <inkml:brush xml:id="br0">
      <inkml:brushProperty name="width" value="0.035" units="cm"/>
      <inkml:brushProperty name="height" value="0.035" units="cm"/>
    </inkml:brush>
  </inkml:definitions>
  <inkml:trace contextRef="#ctx0" brushRef="#br0">225 35 14537,'-1'-12'694,"-1"0"505,0 2 6605,-10 22-6366,2 3-1173,0 0 0,1 1 0,1 0 0,-11 29 0,-6 14 56,18-45-254,-64 137-23,60-123-442,1 0-1,2 0 1,-9 48-1,15-53-408,2 35-1,0-30-981,3-29 304,8-4 316,-9 5 801,0-1-1,0 0 0,0 1 1,0-1-1,0 0 0,0 0 1,-1 0-1,1 0 0,0 0 1,-1-1-1,1 1 0,-1 0 0,1-1 1,-1 0-1,0 1 0,0-1 1,1 1-1,-1-1 0,0 0 1,-1 0-1,1 0 0,0 0 1,0 0-1,0-3 0,12-35-7207</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2.176"/>
    </inkml:context>
    <inkml:brush xml:id="br0">
      <inkml:brushProperty name="width" value="0.035" units="cm"/>
      <inkml:brushProperty name="height" value="0.035" units="cm"/>
    </inkml:brush>
  </inkml:definitions>
  <inkml:trace contextRef="#ctx0" brushRef="#br0">204 1 18158,'-4'24'2796,"3"-20"2348,1 0-3119,-2 33-567,-2 0-1,-13 56 0,10-57-1185,-8 38-272,-30 169 0,-30 126-9586,59-318 2064,-2-11-5153</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2.347"/>
    </inkml:context>
    <inkml:brush xml:id="br0">
      <inkml:brushProperty name="width" value="0.035" units="cm"/>
      <inkml:brushProperty name="height" value="0.035" units="cm"/>
    </inkml:brush>
  </inkml:definitions>
  <inkml:trace contextRef="#ctx0" brushRef="#br0">0 219 19274,'46'-35'3136,"-17"24"16,14-6-411,-5-1-489,-7 13-456,4-4-1380,5 0-416,-2-2 0,-21 8 0,9-3 0,0-2 0,-9 5 0,3-3-2364,-32-5-1349,1 2 285,-1-14-3424,-8-12-6574</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8.217"/>
    </inkml:context>
    <inkml:brush xml:id="br0">
      <inkml:brushProperty name="width" value="0.035" units="cm"/>
      <inkml:brushProperty name="height" value="0.035" units="cm"/>
    </inkml:brush>
  </inkml:definitions>
  <inkml:trace contextRef="#ctx0" brushRef="#br0">0 855 11153,'0'0'9407,"2"-2"-8170,27-30 2518,-18 17-2947,2-1-1,22-21 1,13-15 250,-22 17-648,-2 0 0,-1-2 0,-2-1 0,16-41 1,-6 1-125,23-90 0,-49 150-355,-1-1 0,0-1 0,2-38 0,-6 52 5,0-1 0,0 1 1,0 0-1,-1-1 0,0 1 1,-1-1-1,0 1 0,0 0 1,0 0-1,0 0 0,-1 0 1,0 0-1,0 1 0,-1-1 0,-5-6 1,8 11 36,-1 0 1,1 0-1,0 0 1,0 0-1,-1 0 0,1 0 1,-1 0-1,1 1 1,0-1-1,-1 0 1,1 1-1,-1-1 1,0 1-1,1 0 1,-1-1-1,1 1 0,-1 0 1,0 0-1,1 0 1,-1 0-1,1 1 1,-1-1-1,0 0 1,1 1-1,-1-1 1,1 1-1,-1-1 0,1 1 1,-1 0-1,1-1 1,0 1-1,-3 2 1,-1 1-21,0 0 1,0 0-1,0 0 1,0 1-1,1-1 1,-7 11-1,-4 10-31,1 0 0,1 1 0,2 0-1,-11 34 1,-24 115-169,36-127 222,-7 92 0,16-115 130,1 0 1,1 0-1,1-1 1,1 1-1,11 39 1,-14-61-87,1 0 0,0-1 0,0 1 0,0-1 0,1 0 0,-1 1 0,1-1 0,-1 0 0,1 0 0,0 0 0,-1 0 0,1 0-1,0 0 1,1 0 0,-1-1 0,0 1 0,0-1 0,1 1 0,-1-1 0,0 0 0,1 0 0,-1 0 0,1 0 0,0-1 0,-1 1 0,1-1 0,0 1 0,2-1 0,0 0 0,0 0 0,1-1 0,-1 1 1,0-1-1,0 0 0,0-1 0,-1 1 1,1-1-1,0 0 0,0 0 0,-1 0 0,1-1 1,-1 0-1,6-4 0,5-8-15,-1 0 0,-1 0 0,0-1 0,-1-1 0,-1 0-1,14-30 1,-9 19-543,22-32 0,-37 58 267,14-1-150,-14 3 408,1 0-1,-1 0 1,0 0-1,1 1 1,-1-1 0,0 0-1,1 1 1,-1 0-1,0-1 1,0 1-1,0-1 1,1 1-1,-1 0 1,0 0 0,0 0-1,0 0 1,0 0-1,0 0 1,0 0-1,-1 0 1,1 0-1,0 0 1,0 0-1,-1 1 1,1-1 0,0 2-1,22 46-98,-18-36 78,15 29-484,1-2 1,45 62 0,19 11-5918,-63-88 139,-9-11-4090</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8.560"/>
    </inkml:context>
    <inkml:brush xml:id="br0">
      <inkml:brushProperty name="width" value="0.035" units="cm"/>
      <inkml:brushProperty name="height" value="0.035" units="cm"/>
    </inkml:brush>
  </inkml:definitions>
  <inkml:trace contextRef="#ctx0" brushRef="#br0">226 200 14977,'-19'-10'1817,"15"8"-131,17 26 2355,-11-22-3064,0-1-191,20 14 382,-20-14-668,0 0-80,-1 0-365,0-1 0,0 1 0,1-1 0,-1 1 0,0-1 0,0 0 0,0 0 0,1 1-1,-1-1 1,0 0 0,0 0 0,1 0 0,-1 0 0,0-1 0,0 1 0,1 0-1,0-1 1,-1 0-42,0 0 0,0 1-1,0-1 1,0 0 0,0 0-1,0 0 1,0 0 0,-1 0-1,1-1 1,0 1 0,-1 0-1,1 0 1,-1 0 0,1-1 0,-1 1-1,0 0 1,0-1 0,1 1-1,-1-2 1,0-5-96,0 0 0,0 0 0,0 0 0,-1 1 0,0-1 0,-1 0 0,0 1 0,0-1-1,-1 1 1,1 0 0,-2-1 0,1 1 0,-1 1 0,0-1 0,0 0 0,-1 1 0,-8-9 0,3 6-83,-1 0 0,0 0 0,0 1 0,-1 1 0,0 0 0,-14-6 0,22 11 148,0 1 0,0 0 1,-1 0-1,1 0 0,0 0 0,-1 1 0,1-1 0,0 1 0,-1 0 0,1 1 0,0-1 0,-1 1 0,1 0 0,0 0 0,-1 0 0,1 0 0,0 1 1,0 0-1,0 0 0,0 0 0,1 0 0,-1 1 0,-4 3 0,4-3 37,1 0-1,0 0 1,0 1 0,1-1-1,-1 1 1,1-1-1,0 1 1,0 0 0,0 0-1,0 0 1,1 0 0,-1 0-1,1 0 1,0 0 0,0 1-1,1-1 1,-1 0 0,1 1-1,0-1 1,0 0 0,1 1-1,-1-1 1,1 0 0,0 0-1,0 1 1,2 4 0,2 7 58,2 0 1,0 0 0,0-1 0,1 0-1,14 19 1,-8-16-278,0 0 1,1-1-1,1 0 0,1-1 1,0-1-1,23 16 0,-24-21-784,0 0 0,1-1-1,18 7 1,-21-11-790,-1 0-1,1-2 0,-1 1 1,24 1-1,11-3-6530</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9.202"/>
    </inkml:context>
    <inkml:brush xml:id="br0">
      <inkml:brushProperty name="width" value="0.035" units="cm"/>
      <inkml:brushProperty name="height" value="0.035" units="cm"/>
    </inkml:brush>
  </inkml:definitions>
  <inkml:trace contextRef="#ctx0" brushRef="#br0">217 409 12097,'-69'29'1744,"64"-27"-1510,1 0 0,-1 1 0,1-1 0,0 1 0,0 0 0,0 1 0,0-1 0,0 1 0,1 0 0,-1 0 0,1 0 0,0 0 0,-2 5 0,-6 7 331,1-2-217,0 0 0,1 0 0,1 1 1,0 0-1,1 0 0,1 1 1,0 0-1,-6 30 0,11-42-325,0 0 23,0-1 0,0 1 1,1 0-1,0 0 1,-1 0-1,1 0 0,1 0 1,-1-1-1,0 1 1,1 0-1,0 0 0,0 0 1,0-1-1,2 6 1,-1-7-18,-1 1 0,0-1 0,1 0 1,0 0-1,-1 0 0,1 0 0,0 0 0,0 0 1,0 0-1,1 0 0,-1-1 0,0 1 0,0-1 1,1 0-1,-1 0 0,1 0 0,0 0 1,-1 0-1,1 0 0,-1-1 0,1 1 0,5 0 1,3-1 40,1 0-1,-1-1 1,1-1 0,-1 1 0,1-2 0,-1 1 0,0-2 0,0 1-1,0-2 1,-1 1 0,1-2 0,-1 1 0,0-1 0,-1-1 0,0 0-1,16-14 1,-10 6 35,0 0 0,0-2 0,-2 1 0,0-2 0,-1 0 0,0-1-1,-2 0 1,11-25 0,-18 35-152,-1 1 0,0-1 0,0 1 0,-1-1 0,0 0 0,0 1 0,-1-1 0,-1 0 0,1 0 0,-4-14 1,-6 3-213,6 14 194,3 4-7,-28 5-83,29-3 152,-1 1 0,0 0 0,1 0-1,-1 0 1,1 0 0,0-1 0,-1 1 0,1 0 0,0 0 0,-1 0 0,1 0 0,0 0 0,0 0 0,0 0 0,0 0-1,0 1 1,0-1-1,-1 4 34,1 0 1,0 0-1,1 0 0,-1 1 0,1-1 1,0 0-1,0 0 0,0 0 0,1 0 0,0-1 1,0 1-1,0 0 0,0-1 0,1 1 1,0-1-1,0 0 0,0 0 0,6 6 1,0-1 190,0 0 1,0-1 0,1-1 0,0 1-1,0-2 1,22 12 0,39 7 512,-21-9-1140,-46-15 392,63 20-2347,-64-21 1852,23-14-364,-26 11 1104,8-58 2951,-7 59-1492,8-13-282,-8 14-1330,-1 0 1,1 0 0,0 0 0,1 0-1,-1 0 1,0 0 0,0 0-1,0 0 1,1 0 0,-1 1 0,0-1-1,1 0 1,-1 1 0,0-1-1,1 1 1,-1 0 0,1-1 0,-1 1-1,1 0 1,1 0 0,1 0 42,1 0-1,-1 1 1,0 0 0,0 0-1,1 0 1,7 3 0,2 3 131,1 0 1,22 16-1,-19-12-131,-1 2-1,-1 0 0,0 0 1,24 28-1,-39-41-145,0 1 1,0 0-1,0 0 0,0-1 0,0 1 0,1-1 0,-1 1 1,0-1-1,0 1 0,0-1 0,1 0 0,-1 1 0,0-1 1,1 0-1,-1 0 0,0 0 0,1 0 0,-1 0 0,3-1 1,-1-2 13,-1-1 0,1 0 0,-1 0 1,1 0-1,-1 0 0,0-1 0,-1 1 0,1-1 1,1-8-1,-1 7 4,61-267-576,-55 226 357,-3 12-618,12-45 0,-10 60-141,12-52-801,-16 37-1993,-8 2-4754</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9.358"/>
    </inkml:context>
    <inkml:brush xml:id="br0">
      <inkml:brushProperty name="width" value="0.035" units="cm"/>
      <inkml:brushProperty name="height" value="0.035" units="cm"/>
    </inkml:brush>
  </inkml:definitions>
  <inkml:trace contextRef="#ctx0" brushRef="#br0">96 1 17726,'-35'0'2100,"18"17"-388,5-6-312,7-2 492,2 17-1972,3 3-388,-3-6-612,0 2-840,-6-2-1048,1 0-2497</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39.485"/>
    </inkml:context>
    <inkml:brush xml:id="br0">
      <inkml:brushProperty name="width" value="0.035" units="cm"/>
      <inkml:brushProperty name="height" value="0.035" units="cm"/>
    </inkml:brush>
  </inkml:definitions>
  <inkml:trace contextRef="#ctx0" brushRef="#br0">156 1 15973,'-60'9'1597,"48"-18"411,-8 12-2000,3 0-1100,-3 5-1549,0 1-1987,14 14-3613</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40.146"/>
    </inkml:context>
    <inkml:brush xml:id="br0">
      <inkml:brushProperty name="width" value="0.035" units="cm"/>
      <inkml:brushProperty name="height" value="0.035" units="cm"/>
    </inkml:brush>
  </inkml:definitions>
  <inkml:trace contextRef="#ctx0" brushRef="#br0">6 334 9793,'-6'20'7631,"7"-20"-7509,-1 0 0,1 0-1,-1 0 1,1 0 0,-1-1 0,1 1 0,-1 0 0,1 0 0,-1-1 0,0 1 0,1 0 0,-1-1 0,1 1 0,-1-1 0,0 1 0,1 0 0,-1-1 0,0 1 0,1-1 0,-1 1 0,0-1 0,1 0 69,-1 0 0,0 0 1,1 0-1,-1 1 0,1-1 1,0 0-1,-1 1 1,1-1-1,-1 0 0,1 1 1,0-1-1,0 1 0,-1-1 1,1 1-1,0-1 1,0 1-1,0 0 0,-1-1 1,1 1-1,0 0 0,0 0 1,0 0-1,1-1 1,27-1 1687,52-10 0,-31 4-990,-18-1-1175,-29 9-301,-2-16-897,-1 15 1413,0 0 0,0-1 0,0 1-1,1 0 1,-1-1 0,0 1 0,0 0 0,-1 0-1,1-1 1,0 1 0,0 0 0,-1 0 0,1-1-1,-1 1 1,1 0 0,-1 0 0,1 0-1,-1-1 1,0 1 0,1 0 0,-1 0 0,0 0-1,0 0 1,0 0 0,0 1 0,0-1 0,0 0-1,0 0 1,0 0 0,0 1 0,0-1-1,-3 0 1,-2-3-119,-1 1-1,0 0 1,0 1-1,0 0 1,-1 0-1,1 0 1,-12 0-1,-54-1-22,63 3 265,7 0 9,1 2 15,-20 15 301,21-12-188,3 3-91,0 0 1,0 0 0,1 0 0,1 0 0,-1-1 0,1 1 0,1-1 0,-1 0 0,1 0 0,1 0 0,7 7 0,5 5 251,1-1 0,35 25 1,-17-18-761,2-3 0,0-1 1,71 28-1,-105-47 81,0 0 0,1 0-1,-1-1 1,0 0 0,1 0 0,-1 0 0,1 0-1,-1-1 1,1 0 0,-1 0 0,1 0 0,-1-1-1,1 0 1,-1 0 0,0 0 0,1-1 0,5-2-1,-6 1-104,0 0 0,1-1-1,-2 1 1,1-1-1,0 0 1,-1-1-1,0 1 1,0-1 0,0 0-1,0 0 1,-1 0-1,0 0 1,0 0 0,3-10-1,19-48-911,-3 4 4663,-1-6 3228,-20 63-5785,4-9 486,-5 10-1090,1 0 1,-1 0-1,0 0 0,0 0 1,1 0-1,-1 1 1,0-1-1,1 0 0,-1 0 1,1 0-1,-1 1 1,1-1-1,-1 0 0,1 1 1,0-1-1,0 0 1,21 13 366,-20-11 138,2-2-662,10-7-126,-1 0-1,1 0 1,-2-1-1,1-1 1,-1 0-1,20-22 1,4-3-306,-1 3-116,36-32-1877,-24 24-2186,-32 31-873,1 5-3313</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40.461"/>
    </inkml:context>
    <inkml:brush xml:id="br0">
      <inkml:brushProperty name="width" value="0.035" units="cm"/>
      <inkml:brushProperty name="height" value="0.035" units="cm"/>
    </inkml:brush>
  </inkml:definitions>
  <inkml:trace contextRef="#ctx0" brushRef="#br0">67 1159 16398,'-13'-32'3564,"12"29"-2247,3-19 229,-2 20-1539,1-1 0,-1 1 0,0-1-1,0 1 1,0-1 0,0 0 0,0 1-1,0-1 1,-1 1 0,-1-5-1,-4-14-36,2-1-1,0 1 0,-2-29 1,0-5-44,-8-55 172,2-192 0,12 283-53,10-269 1487,-10 167-110,-1 60 10,11 143-484,-7 137-480,-2-11-1336,-3 84-2525,-10-98-3477,6-113 1363,3-19-3617</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41.477"/>
    </inkml:context>
    <inkml:brush xml:id="br0">
      <inkml:brushProperty name="width" value="0.035" units="cm"/>
      <inkml:brushProperty name="height" value="0.035" units="cm"/>
    </inkml:brush>
  </inkml:definitions>
  <inkml:trace contextRef="#ctx0" brushRef="#br0">0 1102 15789,'0'0'5478,"4"0"-3982,36 2 412,49 6 0,107 30-1490,-177-35-506,1 2-181,178 42-3166,-169-35 2525,-35 3 1060,3-11-121,1 1 0,-1-1 1,0 0-1,-1-1 0,1 1 0,-1 0 0,0-1 0,-6 5 0,-20 19 137,24-19-133,0 0-1,0 0 1,0 1 0,1 0 0,-6 15 0,9-21-25,1 1 0,0-1 0,1 1 0,-1-1 0,1 1 0,-1-1 0,1 1 0,0-1 0,0 1 0,1-1 1,-1 1-1,1-1 0,0 0 0,0 1 0,0-1 0,0 1 0,0-1 0,1 0 0,-1 0 0,4 4 0,-3-4-8,1 0-1,-1-1 1,1 1-1,0-1 0,-1 0 1,1 0-1,0 0 1,1 0-1,-1-1 0,0 1 1,0-1-1,1 1 1,-1-1-1,1 0 0,-1-1 1,1 1-1,-1-1 1,1 1-1,0-1 0,-1 0 1,7-1-1,1 0-133,0 0-1,0-1 0,-1 0 1,1-1-1,20-8 1,-23 7-65,0-1 1,0 0-1,-1-1 1,0 0-1,0 0 1,0 0-1,-1-1 1,0 0-1,9-13 1,-14 18-3,5-29 2013,9 37-1402,61 14 121,-34-10-445,69 15 207,-65-15-692,59 19-1,-88-23-258,-1-1 0,1-1 0,0-1-1,0 0 1,35 1 0,-37-7 1143,0 0 1,0-1-1,0-1 1,26-11-1,-24 8-203,-1-1 1,1-1-1,-1 0 0,-1-1 0,0-1 1,-1 0-1,0-1 0,-1-1 1,23-29-1,-22 23-226,-1-1 1,0 0-1,-2-1 1,0 0-1,-2-1 0,0 0 1,6-28-1,-3-7-378,8-112-1,-14-61-252,-6 183 524,1-51 297,-4 1-1,-20-125 1,19 191 443,1-1 1,3-37-1,0 43-371,0 24 79,-1 8-277,-8 149 282,-4 42-232,-10 171 95,24-295-428,4-1 0,2 0 0,20 82 0,-20-121 84,5 19-259,24 67 1,-31-103 283,1-1-1,1-1 1,0 1 0,1-1 0,0 0 0,1-1 0,0 0 0,1 0 0,15 13 0,-21-22 37,-1 0 0,1 0 0,0 0 1,0-1-1,0 1 0,1-1 0,-1 0 0,0 0 0,1 0 0,0-1 1,-1 0-1,1 0 0,0 0 0,-1 0 0,1-1 0,0 1 0,0-1 0,0-1 1,-1 1-1,9-2 0,-5-1 9,-1 1 0,1-1 0,-1-1 0,0 0 0,0 0 0,0 0 0,-1 0-1,0-1 1,1 0 0,-2-1 0,9-8 0,13-20-170,-1 0-1,38-71 0,-38 62 31,-25 41 171,5 16-106,-4-10 97,0 0 0,-1 1-1,0-1 1,0 1 0,-1-1-1,1 1 1,-1-1 0,0 6-1,4 32 359,59 251 2756,-62-289-3096,1 5-173,0-1 0,-1 1 1,0 0-1,0 9 0,-1-17 41,0 0-1,0 0 0,0 0 0,0 0 0,0 0 0,0 0 0,0 0 1,-1 0-1,1 0 0,0 0 0,0 0 0,-1 0 0,1 0 0,-1 0 1,1 0-1,-1-1 0,1 1 0,-1 0 0,0 0 0,1 0 0,-1-1 1,0 1-1,1 0 0,-1-1 0,0 1 0,0 0 0,0-1 0,0 1 1,0-1-1,0 1 0,0-1 0,0 0 0,0 1 0,0-1 0,0 0 1,0 0-1,0 0 0,0 0 0,0 0 0,0 0 0,0 0 0,0 0 1,0 0-1,-1-1 0,-27-8-7083,-7-2-5443</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41.650"/>
    </inkml:context>
    <inkml:brush xml:id="br0">
      <inkml:brushProperty name="width" value="0.035" units="cm"/>
      <inkml:brushProperty name="height" value="0.035" units="cm"/>
    </inkml:brush>
  </inkml:definitions>
  <inkml:trace contextRef="#ctx0" brushRef="#br0">106 93 22230,'23'-17'9101,"-46"-21"-14954,6 1 2585,-14 48-3289,-27 7-6112</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5:42.186"/>
    </inkml:context>
    <inkml:brush xml:id="br0">
      <inkml:brushProperty name="width" value="0.035" units="cm"/>
      <inkml:brushProperty name="height" value="0.035" units="cm"/>
    </inkml:brush>
  </inkml:definitions>
  <inkml:trace contextRef="#ctx0" brushRef="#br0">21 303 9033,'-20'-6'8041,"19"6"-7905,38-1 9026,-12 2-10326,549-27 6984,757 25-4879,4 46-250,-672-20-584,1173 27-107,-1-52 0,-866-44 0,-945 42 0,138-17 0,-143 15 0,1 0 0,-1-2 0,0 0 0,-1-1 0,33-16 0,-47 20-57,0 1 0,0-1 0,0 1 0,0-1 1,-1 0-1,1 0 0,-1-1 0,4-4 0,-6 6-48,0-1 0,1 1 0,-1-1 0,0 1 0,0-1 0,-1 0 0,1 1 0,-1-1 0,1 0 0,-1 0 0,0 1 0,0-1 0,0 0 0,0 0 0,-2-5 0,1 1-392,-1 0 0,0 0 0,-1 0 0,0 0 0,0 0 0,0 0 0,-1 1 0,0 0 0,-9-11 1,-4-3-4300,-33-28 0,-9-3-8234</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0.114"/>
    </inkml:context>
    <inkml:brush xml:id="br0">
      <inkml:brushProperty name="width" value="0.035" units="cm"/>
      <inkml:brushProperty name="height" value="0.035" units="cm"/>
    </inkml:brush>
  </inkml:definitions>
  <inkml:trace contextRef="#ctx0" brushRef="#br0">509 0 10389,'0'0'11028,"-3"1"-10286,-3 2-530,-1 0 1,0 0-1,1 1 1,0 0 0,0 0-1,0 0 1,-9 9-1,-37 43 597,36-37-620,-167 208 938,153-185-1415,2 1 0,2 1 1,-33 80-1,54-113-316,0 0 0,-11 18 0,16-28 456,-1 0 0,1-1 0,0 1-1,-1 0 1,1-1 0,-1 1 0,1 0 0,-1-1-1,0 1 1,1-1 0,-1 1 0,1-1 0,-1 1 0,0-1-1,0 0 1,1 1 0,-1-1 0,0 0 0,1 0 0,-1 1-1,0-1 1,-1 0 0,1-1-210,0 1 0,0-1 0,0 0 0,0 0 0,1 0 0,-1 0 0,0 0 0,1 0 0,-1 0 0,0-1 0,1 1 0,0 0 0,-1 0 0,1 0 0,0-1 0,-1 1 0,1 0 0,0 0-1,0 0 1,0-3 0,-1-23-8752</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0.382"/>
    </inkml:context>
    <inkml:brush xml:id="br0">
      <inkml:brushProperty name="width" value="0.035" units="cm"/>
      <inkml:brushProperty name="height" value="0.035" units="cm"/>
    </inkml:brush>
  </inkml:definitions>
  <inkml:trace contextRef="#ctx0" brushRef="#br0">0 1 11973,'2'1'425,"-1"0"0,1 0 0,0 0-1,-1-1 1,1 1 0,0 0 0,-1 0 0,1-1-1,0 0 1,0 1 0,-1-1 0,1 0 0,0 0-1,0 1 1,3-2 0,13 2 1679,-1 3-342,-1 1 1,28 10 0,-2 1 108,26 6-1195,-2 4 1,-1 2-1,-1 3 0,-2 2 0,-1 4 1,95 73-1,-132-89-2356,-1 1 0,0 1 0,31 43 0,-38-34-9952</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0.772"/>
    </inkml:context>
    <inkml:brush xml:id="br0">
      <inkml:brushProperty name="width" value="0.035" units="cm"/>
      <inkml:brushProperty name="height" value="0.035" units="cm"/>
    </inkml:brush>
  </inkml:definitions>
  <inkml:trace contextRef="#ctx0" brushRef="#br0">18 41 13537,'0'-2'298,"-1"0"-1,0 0 0,1 0 1,-1 1-1,0-1 0,0 0 1,0 0-1,-1 1 0,1-1 1,0 1-1,-1 0 0,1-1 1,-2-1-1,1 2 1113,6 2 208,0 1-675,12 3 1064,1-1 1,19 2-1,68 2 1698,-67-6-2604,65-2-942,112-13 1,-53 1-211,-115 10 51,66-6 0,-89 3 0,-14 2 55,-20 3 1,-20 3-610,-23 5-2899,-43 7-8710,45-3-1561</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1.325"/>
    </inkml:context>
    <inkml:brush xml:id="br0">
      <inkml:brushProperty name="width" value="0.035" units="cm"/>
      <inkml:brushProperty name="height" value="0.035" units="cm"/>
    </inkml:brush>
  </inkml:definitions>
  <inkml:trace contextRef="#ctx0" brushRef="#br0">0 58 16546,'9'2'550,"-6"-2"-223,0 1 0,1-1-1,-1 0 1,1 0 0,-1 0 0,0 0 0,1 0-1,-1-1 1,0 1 0,1-1 0,-1 0-1,0 0 1,0 0 0,0-1 0,1 1 0,2-3-1,4 0 219,0 0 0,1 0-1,-1 1 1,1 0 0,0 1 0,11-1-1,75-3 4082,-23 2-2949,181-12-1677,-271 20-1966,-60 13-11691,38-14-503</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2.142"/>
    </inkml:context>
    <inkml:brush xml:id="br0">
      <inkml:brushProperty name="width" value="0.035" units="cm"/>
      <inkml:brushProperty name="height" value="0.035" units="cm"/>
    </inkml:brush>
  </inkml:definitions>
  <inkml:trace contextRef="#ctx0" brushRef="#br0">17 667 7573,'-17'-6'9785,"18"9"-8805,0 10-496,0-3 3036,5-18-1756,-2 2-1672,-1 0 0,1 1 1,0 0-1,6-6 0,12-16 7,-16 19-74,8-11-31,-2 0 1,0 0-1,0-1 0,-2-1 1,-1 1-1,12-39 1,5-28-147,-18 66 86,-1-1 0,-1 1-1,-2-1 1,0 0 0,2-30 0,-3-6-98,-4 57 154,1-1 1,-1 1 0,0-1-1,0 0 1,0 1-1,0 0 1,0-1-1,0 1 1,0-1 0,0 1-1,-1 0 1,1 0-1,0 0 1,-4-2 0,3 8 6,-6 12 1,0 1-1,1 1 1,1 0-1,1 0 1,0 0-1,1 0 1,-1 33 0,3-28 27,1-19 2,0 0 0,1 0-1,0 0 1,0 0 0,0 0-1,0 0 1,1 0 0,-1-1-1,1 1 1,1 0 0,-1 0 0,3 5-1,-2-6 45,1 0 1,0 0-1,-1 0 0,1-1 0,0 1 0,1-1 1,-1 0-1,1 0 0,-1 0 0,1 0 0,0-1 0,0 1 1,0-1-1,0 0 0,0 0 0,1-1 0,-1 1 1,1-1-1,-1 0 0,1 0 0,5 0 0,-2-1-33,1-1 0,-1 0 0,0 0 0,1-1 0,-1 1 0,0-2 0,0 1 0,0-1 0,-1-1 0,1 1 0,-1-1 0,8-6 0,-5 2-72,0 1-1,-1-2 1,0 1 0,-1-2-1,0 1 1,0-1 0,10-17-1,-7 6-122,0-1-1,-2 0 0,0 0 0,-1-1 1,-2 0-1,0 0 0,-2-1 0,3-32 1,-5-27-265,-3 101 600,0-11-113,1-1 0,-1 1 0,1 0 0,1 8 0,4 10 183,0-1 0,1 0 0,1-1 0,1 1 0,2-1 0,0-1 1,20 32-1,-22-40-190,2 0 0,0-1 0,0 0 0,2-1 0,-1 0 0,1-1 0,1 0 1,0-1-1,1 0 0,0-1 0,0-1 0,21 9 0,-19-10-317,1-2-1,-1 0 0,1-1 1,0 0-1,28 1 0,-34-4-466,0-1 1,0-1-1,-1 0 0,13-3 0,-14 2-836,-1-1 0,1 0 0,-1 0 0,0 0-1,12-8 1,4-6-8229</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2.803"/>
    </inkml:context>
    <inkml:brush xml:id="br0">
      <inkml:brushProperty name="width" value="0.035" units="cm"/>
      <inkml:brushProperty name="height" value="0.035" units="cm"/>
    </inkml:brush>
  </inkml:definitions>
  <inkml:trace contextRef="#ctx0" brushRef="#br0">1 184 5180,'14'26'17576,"-12"-27"-16345,2-1-825,1 0-71,0 0 1,1 0-1,-1 1 0,0-1 1,1 1-1,-1 0 1,0 1-1,9-1 0,420-20 3847,-223 8-3008,-140 9-1174,934-35 0,45 53 0,-115 0 0,-738-12 0,292-10 0,-458 5 0,0-1 0,31-8 0,-61 12-9,1 0 0,-1-1-1,0 1 1,1 0 0,-1-1 0,0 1-1,0-1 1,0 1 0,1-1 0,-1 0 0,0 1-1,0-1 1,0 0 0,0 0 0,0 0-1,0 0 1,0 0 0,0 0 0,-1 0 0,1 0-1,0 0 1,-1 0 0,1-1 0,-1 1-1,1 0 1,-1 0 0,1-1 0,-1 1-1,0 0 1,0 0 0,1-1 0,-1 1 0,0 0-1,0-1 1,0 1 0,-1 0 0,1-1-1,0 1 1,0 0 0,-1-1 0,1 1 0,-1 0-1,1 0 1,-1 0 0,1-1 0,-1 1-1,0 0 1,0 0 0,1 0 0,-1 0 0,0 0-1,0 0 1,0 0 0,-2-1 0,-5-2-401,0-1 1,-1 1 0,1 1 0,-1 0 0,0 0 0,0 0 0,0 1 0,-12-1-1,0-1-356,-43-7-3074,-108-7 0,65 16-2072,-34 5-5323</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3.408"/>
    </inkml:context>
    <inkml:brush xml:id="br0">
      <inkml:brushProperty name="width" value="0.035" units="cm"/>
      <inkml:brushProperty name="height" value="0.035" units="cm"/>
    </inkml:brush>
  </inkml:definitions>
  <inkml:trace contextRef="#ctx0" brushRef="#br0">559 7 7373,'-6'-1'2388,"0"-1"1,0 1-1,0 0 0,-1 0 1,-10 1-1,-10 1-3114,-17 8 702,2 1 1,0 2 0,0 2 0,-44 21 0,40-14 315,0 2 1,2 3-1,-48 34 1,93-59-204,-1 0 0,0 0 0,0-1 0,0 1 0,1 0 0,-1 0 0,0-1 0,1 1 0,-1 0 0,0-1 0,1 1 0,-1-1 0,1 1 0,-1 0 0,1-1 0,0 1 0,-1-1 0,1 1 0,0 0 0,0-1 51,0 1-9,1 1 0,0-1-1,0 0 1,0 1 0,0-1 0,0 0 0,0 0-1,0 0 1,0-1 0,0 1 0,1 0 0,-1-1 0,0 1-1,0-1 1,1 0 0,3 0 0,2 1 104,56 5 465,283 33 4957,-324-35-5657,111 21 0,-133-25 0,0 1 0,0-1 0,1 1 0,-1-1 0,0 1 0,0 0 0,0-1 0,0 1 0,0 0 0,0 0 0,0 0 0,-1-1 0,1 1 0,0 0 0,0 0 0,-1 0 0,1 1 0,0-1 0,-1 0 0,1 0 0,-1 0 0,0 0 0,1 0 0,-1 1 0,0-1 0,0 0 0,0 0 0,1 1 0,-1-1 0,-1 1 0,1 4 0,0-1 0,-1 0 0,0 1 0,0-1 0,-2 7 0,-1-3-274,0 0 0,0-1 0,-1 1 0,0-1 0,-1 0 1,1-1-1,-1 1 0,-1-1 0,0 0 0,0-1 0,0 0 0,-1 0 0,1 0 0,-11 4 0,-9 6-1985,-1-2-1,-58 20 0,14-10-4933,0-10-4509</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3.797"/>
    </inkml:context>
    <inkml:brush xml:id="br0">
      <inkml:brushProperty name="width" value="0.035" units="cm"/>
      <inkml:brushProperty name="height" value="0.035" units="cm"/>
    </inkml:brush>
  </inkml:definitions>
  <inkml:trace contextRef="#ctx0" brushRef="#br0">1082 0 13513,'0'0'2154,"-5"1"-395,-11 2-1234,-1 1 0,0 1 0,1 1 1,0 0-1,0 1 0,1 1 0,-1 0 0,-25 19 1,-4 13 35,1 1 0,-62 77 1,-61 106 1096,47-47-342,-176 349 1,266-459-1465,-27 88 1,46-116-600,2 0 0,1 1 0,-5 71 0,13-107 236,0 0 0,0 1 0,1-1 0,-1 1 0,3 7 1,-3-10 138,1-1 1,-1 0-1,1 0 1,-1 0-1,1 0 1,-1 0-1,1 0 1,-1 0 0,1 0-1,0 0 1,0 0-1,-1 0 1,1 0-1,0 0 1,0-1 0,0 1-1,0 0 1,0-1-1,0 1 1,0 0-1,2 0 1,-2-1-595,1 0 0,0 0 1,0-1-1,-1 1 0,1 0 0,0 0 0,0-1 1,-1 1-1,1-1 0,2-1 0</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4.397"/>
    </inkml:context>
    <inkml:brush xml:id="br0">
      <inkml:brushProperty name="width" value="0.035" units="cm"/>
      <inkml:brushProperty name="height" value="0.035" units="cm"/>
    </inkml:brush>
  </inkml:definitions>
  <inkml:trace contextRef="#ctx0" brushRef="#br0">50 440 12557,'-1'0'305,"1"0"0,-1 0 1,1 0-1,0-1 0,-1 1 0,1 0 0,-1 0 0,1 0 1,-1 0-1,1 0 0,-1 0 0,1 0 0,0 0 0,-1 0 1,1 0-1,-1 0 0,1 0 0,-1 0 0,1 0 0,-1 0 1,1 0-1,0 0 0,-1 1 0,1-1 0,-1 0 0,1 0 1,0 0-1,-1 1 0,1-1 0,0 0 0,-1 1 0,1-1 1,0 0-1,-1 1 0,-13 21 1867,10-12-2103,0 1 0,1-1 0,-3 13 0,4-3 241,1 0 1,1 0-1,0 0 1,1 0-1,1 0 0,2 0 1,-1 0-1,2-1 1,1 1-1,14 32 1,3-3 401,1-2 0,57 81 0,-59-97-406,1-2 0,2-1 0,1-1 0,46 38 0,-24-34-306,-47-31-2,-1 0 0,1 1 0,-1-1 0,0 0 0,1 0 0,-1 1 1,0-1-1,1 0 0,-1 0 0,1 0 0,-1 0 0,1 0 0,-1 0 0,1 0 0,-1 1 0,0-1 0,1 0 0,-1-1 0,1 1 0,-1 0 1,1 0-1,-1 0 0,1 0 0,-1 0 0,0 0 0,1-1 0,1-3-132,0-1 0,-1 1 1,1-1-1,-1 0 0,-1 1 0,1-1 0,-1 0 1,1-8-1,-1 4-187,0-42-1309,-2-1 0,-16-99 0,7 78 929,-2 2 825,-2 1 0,-45-122 1,48 155 1510,2 0 1,-7-53-1,17 87-1591,0-1-1,0 1 1,0-1-1,0 1 1,0-1-1,1 1 1,0-1-1,-1 1 1,1-1-1,1 1 1,-1 0-1,0-1 1,1 1-1,0 0 1,0 0-1,0 0 1,0 0-1,0 0 1,0 1-1,1-1 1,-1 1-1,1-1 1,0 1-1,0 0 1,5-3-1,8-4 143,0 0 0,1 1-1,31-9 1,-36 13-171,65-21-15,1 4 0,104-13 0,164-4 0,-288 37 0,-39 1 0,35-3 0,-15-5 11,-33 4-100,-6 4 39,1 0 1,-1 0-1,1 0 1,0-1-1,-1 1 0,1 0 1,-1-1-1,1 1 1,0 0-1,-1-1 0,1 1 1,-1-1-1,1 1 1,-1-1-1,0 1 1,1-1-1,-1 1 0,1-1 1,-1 1-1,0-1 1,0 1-1,1-1 0,-1 0 1,0 1-1,0-1 1,0 0-1,0 1 0,1-1 1,-1 0-1,0 1 1,0-1-1,0 0 0,0 1 1,-1-1-1,1 0 1,0 1-1,0-1 0,0 1 1,0-1-1,-1-1 1,-9-12-3679,-4 1-3887,-7 2-8714</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4.838"/>
    </inkml:context>
    <inkml:brush xml:id="br0">
      <inkml:brushProperty name="width" value="0.035" units="cm"/>
      <inkml:brushProperty name="height" value="0.035" units="cm"/>
    </inkml:brush>
  </inkml:definitions>
  <inkml:trace contextRef="#ctx0" brushRef="#br0">49 117 11333,'0'0'8498,"-1"2"-8164,-40 119 726,35-89-442,5-29 558,4-5-618,8-3-65,-7 4-340,-1-1-1,1 1 1,-1-1 0,0 0-1,1 0 1,-1 0-1,0 0 1,0-1-1,-1 1 1,6-7-1,9-12 337,23-30 1166,72-70-1,-70 81-997,-41 39-650,0 0 0,0 1 0,0-1 1,0 0-1,1 1 0,-1-1 0,0 1 1,1 0-1,-1-1 0,0 1 0,1 0 0,-1 0 1,0 0-1,1 0 0,-1 0 0,0 0 1,1 0-1,-1 0 0,0 0 0,1 1 0,-1-1 1,0 1-1,2 0 0,-1 5 10,0 1 0,0-1 0,-1 0-1,0 1 1,0 0 0,-1-1 0,0 8 0,1-1-16,0 74-119,-2-52-296,5 42 1,-1-39-515,8 48-405,-9-77 450,0 1 1,1 0-1,0-1 0,1 1 1,0-1-1,6 11 0,-9-19 643,-1 0-1,1-1 1,0 1-1,-1 0 1,1-1-1,0 1 1,-1 0-1,1-1 1,0 1-1,0-1 1,-1 1-1,1-1 0,0 1 1,0-1-1,0 0 1,0 1-1,0-1 1,0 0-1,0 0 1,0 0-1,0 1 1,-1-1-1,1 0 1,0 0-1,0-1 1,0 1-1,0 0 1,0 0-1,0 0 1,0-1-1,0 1 1,0 0-1,0-1 1,-1 1-1,2-1 0,31-12-9243</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6.070"/>
    </inkml:context>
    <inkml:brush xml:id="br0">
      <inkml:brushProperty name="width" value="0.035" units="cm"/>
      <inkml:brushProperty name="height" value="0.035" units="cm"/>
    </inkml:brush>
  </inkml:definitions>
  <inkml:trace contextRef="#ctx0" brushRef="#br0">1 3 7985,'0'0'8580,"3"1"-6539,17 1-270,1-1 1,0-1-1,22-3 0,25 0 809,-6 2-1751,227 10 2838,-266-6-6544,-50-2-2747,-17-2-2287,7 1-5460</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6.493"/>
    </inkml:context>
    <inkml:brush xml:id="br0">
      <inkml:brushProperty name="width" value="0.035" units="cm"/>
      <inkml:brushProperty name="height" value="0.035" units="cm"/>
    </inkml:brush>
  </inkml:definitions>
  <inkml:trace contextRef="#ctx0" brushRef="#br0">38 1 9945,'-23'0'11803,"26"1"-10843,74 18 3584,-58-15-3863,0 0 0,1 2 0,-2 0 0,1 1 0,30 15 0,-36-14-538,0 1 0,0 0 1,0 1-1,-2 0 1,20 21-1,-27-25-105,1-1 0,-2 2 0,1-1 0,0 0 0,-1 1 0,-1-1 0,1 1 0,-1 0 0,0 0-1,0 0 1,-1 0 0,0 1 0,0-1 0,-1 14 0,-2-6-199,0 1-1,-1-1 1,0 0 0,-1 0 0,-1 0-1,0 0 1,-2-1 0,-8 16-1,-11 16-1037,-33 43 0,43-69-44,0 0 1,-1-1-1,-2 0 0,-24 19 1,-43 23-8217,44-36-802</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6.978"/>
    </inkml:context>
    <inkml:brush xml:id="br0">
      <inkml:brushProperty name="width" value="0.035" units="cm"/>
      <inkml:brushProperty name="height" value="0.035" units="cm"/>
    </inkml:brush>
  </inkml:definitions>
  <inkml:trace contextRef="#ctx0" brushRef="#br0">486 11 10169,'-2'-11'3092,"10"14"546,1 1-3055,-7-3 1547,-20 10-703,5 2-1140,0 0 0,1 1 0,1 0 0,-19 29 0,0 0-30,-153 238 654,18 13-2172,156-277 1048,-7 8-2342,13-23-1029,9-17-999,8-15-3879</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7.274"/>
    </inkml:context>
    <inkml:brush xml:id="br0">
      <inkml:brushProperty name="width" value="0.035" units="cm"/>
      <inkml:brushProperty name="height" value="0.035" units="cm"/>
    </inkml:brush>
  </inkml:definitions>
  <inkml:trace contextRef="#ctx0" brushRef="#br0">1 3 12917,'0'0'258,"0"-1"-1,1 1 0,-1 0 1,0 0-1,1-1 0,-1 1 1,0 0-1,1 0 0,-1 0 1,0 0-1,1 0 1,-1 0-1,1 0 0,-1-1 1,0 1-1,1 0 0,-1 0 1,1 0-1,-1 1 1,0-1-1,1 0 0,-1 0 1,1 0-1,-1 0 0,0 0 1,1 0-1,-1 1 0,1-1 1,-1 0-1,0 0 1,1 0-1,-1 1 0,16 13 2170,7 5-372,85 41 25,138 86 2715,-132-59-4795,-94-70 0,-2 1 0,0 1 0,24 32 0,-36-42-738,1-1 0,-1 0-1,1 0 1,1 0 0,9 7 0</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7.778"/>
    </inkml:context>
    <inkml:brush xml:id="br0">
      <inkml:brushProperty name="width" value="0.035" units="cm"/>
      <inkml:brushProperty name="height" value="0.035" units="cm"/>
    </inkml:brush>
  </inkml:definitions>
  <inkml:trace contextRef="#ctx0" brushRef="#br0">1 41 8525,'0'0'4521,"1"-2"-2436,0 0-1747,0 1 0,0 0 0,0-1 0,0 1 0,0 0 0,1 0 0,-1 0 0,0-1 0,0 1 0,1 1 0,-1-1 0,1 0 0,-1 0 0,1 0 0,-1 1 0,1-1 0,-1 1 0,1-1 0,0 1 0,-1 0 0,1-1 0,0 1 0,-1 0 0,1 0 0,0 0 0,-1 1 0,4-1 0,8 1 349,564-3 6798,-484 3-7485,-67-4 0,-10-3 36,-15 6-35,-1 0 0,0 0-1,0 0 1,0 0 0,0 0-1,0 0 1,0 0-1,0 0 1,0 0 0,0 0-1,0 0 1,0 0-1,1-1 1,-1 1 0,0 0-1,0 0 1,0 0 0,0 0-1,0 0 1,0 0-1,0 0 1,0 0 0,0-1-1,0 1 1,0 0-1,0 0 1,0 0 0,0 0-1,0 0 1,0 0 0,0 0-1,0-1 1,0 1-1,0 0 1,0 0 0,0 0-1,-1 0 1,1 0-1,0 0 1,0 0 0,0 0-1,0 0 1,0 0 0,0-1-1,0 1 1,0 0-1,0 0 1,0 0 0,0 0-1,0 0 1,-1 0 0,1 0-1,0 0 1,0 0-1,0 0 1,0 0 0,0 0-1,0 0 1,-3-1-47,0 0 1,-1 1-1,1-1 1,0 1-1,0 0 1,0 0-1,-4 0 1,-61-2-5200,47 0-1053,-37 2 0,28 3-5353</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8.235"/>
    </inkml:context>
    <inkml:brush xml:id="br0">
      <inkml:brushProperty name="width" value="0.035" units="cm"/>
      <inkml:brushProperty name="height" value="0.035" units="cm"/>
    </inkml:brush>
  </inkml:definitions>
  <inkml:trace contextRef="#ctx0" brushRef="#br0">9 109 13093,'-1'0'165,"0"-1"0,1 0 0,-1 0 0,0 0 0,1 0 0,-1 0 0,0 0 0,1 0 0,-1 0 0,1-1 0,0 1 0,-1 0 0,1 0 0,0 0 0,0 0 0,0-1 0,0 1 0,0 0 0,0-2 1,1 2 9,0 0 1,0 0-1,1 0 1,-1 0-1,0 0 1,0 1-1,1-1 1,-1 0-1,1 0 1,-1 1-1,1-1 1,-1 1-1,1 0 1,-1-1-1,1 1 1,2 0-1,51-8 3344,1 2 1,83 3-1,-18 0-687,-70 3-2832,-39-2-39,-11-1-135,-12-4-906,9 6 555,-5-4-748,-1 1 1,0 0-1,0 0 1,-16-4-1,-19-1-7378,3 1-4300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09.405"/>
    </inkml:context>
    <inkml:brush xml:id="br0">
      <inkml:brushProperty name="width" value="0.035" units="cm"/>
      <inkml:brushProperty name="height" value="0.035" units="cm"/>
    </inkml:brush>
  </inkml:definitions>
  <inkml:trace contextRef="#ctx0" brushRef="#br0">1 622 4848,'0'0'7549,"3"-1"-6730,25-6 845,-25 6 1686,-1 3-2939,0 0 1,0 0-1,0-1 0,0 1 0,0-1 0,1 1 0,-1-1 0,0 0 0,4 1 0,-1-5-383,-1-1 0,1 0 0,-1 0 0,0 0-1,0 0 1,0-1 0,-1 0 0,1 1 0,-1-1 0,5-11-1,29-64-21,54-189-224,-86 235 307,1 2 66,-5 29-12,-4 5-138,0 0 12,0 0-1,0 0 1,-1 0 0,1-1 0,-4 2-1,4-2 372,5 0-342,20 13 18,-21-14-62,-1 0 0,1 0 0,0 0 0,0-1 0,-1 1 0,1 0 0,0-1-1,0 1 1,-1 0 0,1-1 0,0 1 0,-1-1 0,1 1 0,-1-1-1,1 1 1,-1-1 0,1 0 0,-1 1 0,1-2 0,0 2 1,6-7 3,-1 1 0,1-2 0,-1 1 0,0-1 0,8-13 0,-14 20-6,2-1 1,0 0 0,0-1 0,-1 1 0,1-1 0,-1 1 0,0-1 0,0 0 0,0 1 0,0-1 0,0 0 0,0 0 0,0-5 0,3-10 15,1 8-11,-3 6-6,0-1 0,0 0-1,0 1 1,-1-1 0,1 0 0,-1 0-1,0-7 1,0 9 64,-7 21 46,-11 59 42,15-64-133,0-1 0,1 1-1,1-1 1,-1 1 0,2-1 0,0 1 0,4 20 0,0-1 46,-4-25-9,0-1 1,1 1-1,-1 0 0,2 0 1,-1-1-1,1 1 1,0-1-1,0 0 1,1 0-1,0 0 1,0 0-1,0-1 1,1 1-1,4 4 1,-5-7-49,-1 0 1,1-1 0,-1 1-1,1-1 1,0 1 0,0-1-1,0 0 1,0-1 0,0 1-1,1-1 1,-1 0 0,0 0-1,1 0 1,-1 0 0,0-1-1,1 0 1,-1 0 0,1 0-1,-1 0 1,1-1 0,-1 1-1,1-1 1,4-2 0,-3 0-89,1-1 0,-1 1 0,0-1 0,-1 0 0,1-1 0,-1 1 0,0-1 0,9-10 0,-13 14 69,9-10-143,-1 0 0,0-1 0,-1 0 0,-1-1 0,1 1 0,-2-2 0,0 1 0,-1 0-1,0-1 1,6-27 0,17-91 518,-28 129 63,-12 23 209,7-9-404,1 0 0,0 1 1,0-1-1,1 1 0,1 0 1,0 0-1,-1 14 0,2 2 220,1 0-1,4 30 0,-3-42-273,2 0 0,0 0-1,1 0 1,11 30-1,-12-38-207,1-1-1,-1-1 0,1 1 1,1 0-1,-1-1 0,1 0 1,0 0-1,0 0 0,1-1 1,0 0-1,0 0 1,10 7-1,-11-9-215,0 0 0,0-1 0,0 1-1,0-1 1,8 2 0,-9-3-41,-1-1 0,0 0 0,0 0 0,1 0 1,-1 0-1,0 0 0,0-1 0,1 1 0,-1-1 0,0 0 0,5-2 0,18-6-1490,25-10-5975,-19-2-2516</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0.072"/>
    </inkml:context>
    <inkml:brush xml:id="br0">
      <inkml:brushProperty name="width" value="0.035" units="cm"/>
      <inkml:brushProperty name="height" value="0.035" units="cm"/>
    </inkml:brush>
  </inkml:definitions>
  <inkml:trace contextRef="#ctx0" brushRef="#br0">32 222 7765,'0'0'5228,"-3"-1"-3748,-26-7 9349,33 8-10057,443-46 4378,639 0-3607,-308 28-1543,-655 11-50,-118 6-109,0 0-1,-1 0 1,0 0 0,1-1 0,-1 1-1,0-1 1,6-4 0,-9 6 66,0-1 0,0 1 0,0-1 0,0 0 0,0 0 1,-1 1-1,1-1 0,0 0 0,0 0 0,-1 0 0,1 0 0,-1 0 0,1-1 0,-1 2 36,1-1 0,-1 1-1,0-1 1,0 1-1,0-1 1,0 1 0,-1-1-1,1 1 1,0-1-1,0 1 1,0-1-1,0 1 1,0-1 0,-1 1-1,1-1 1,0 1-1,0 0 1,-1-1-1,1 1 1,0-1 0,-1 1-1,1 0 1,0-1-1,-1 1 1,1 0 0,0-1-1,-1 1 1,0 0-1,-8-6-511,-1 1-1,0 0 1,0 1-1,0 0 1,-1 0 0,1 1-1,-13-2 1,-81-8-7268,85 11 5274,-41-4-7975</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0.704"/>
    </inkml:context>
    <inkml:brush xml:id="br0">
      <inkml:brushProperty name="width" value="0.035" units="cm"/>
      <inkml:brushProperty name="height" value="0.035" units="cm"/>
    </inkml:brush>
  </inkml:definitions>
  <inkml:trace contextRef="#ctx0" brushRef="#br0">294 320 6665,'-26'14'1431,"21"-11"-123,-12-3 844,3 0-1409,-2 0 529,-1 0 0,-25 4 0,36-3-931,1 1 0,-1 0-1,0 0 1,0 0 0,1 0 0,0 1 0,-1 0-1,1 0 1,0 0 0,-7 7 0,-7 6 641,9-8-373,0 1-1,-16 18 1,23-24-456,0 1 0,1 0 0,0 0 0,0 0 0,0 0 0,0 0 0,0 0 0,1 0 0,0 1 0,0-1 0,0 0 0,0 7 0,0-5 84,1 0 1,0 0 0,0 0-1,1 0 1,-1 0-1,2 0 1,1 9-1,-1-11-112,-1-1 0,1 1 0,0-1 0,0 0 0,0 1 0,1-1 0,-1 0 0,1 0 0,0-1 0,0 1 0,-1-1 0,2 1 0,5 3 0,2 0 48,-1 0 0,1-1 0,0 0 0,0-1 0,1 0 0,-1-1 0,1 0 0,0-1 0,-1 0 0,1-1 0,0-1 0,0 1 0,0-2 0,21-2-1,-31 2-262,1 0-1,0 0 0,-1-1 0,1 1 0,-1 0 0,0-1 0,1 1 0,-1-1 0,0 0 1,0 0-1,0 0 0,0 0 0,0 0 0,-1 0 0,1 0 0,-1-1 0,1 1 0,-1 0 1,0-1-1,2-3 0,-2 2-102,0 1 0,0-1-1,0 0 1,0 0 0,0 0 0,-1 0 0,0 0 0,1 0 0,-2 0 0,1 0 0,0 0 0,-1 0 0,0 0-1,-2-6 1,-10-18-637,-1 0-1,-1 0 1,-2 2 0,-1 0-1,0 1 1,-24-23-1,17 25 918,20 20 92,0-1 1,0-1-1,0 1 0,1-1 0,0 0 0,0 0 0,-4-6 0,-22-32 2114,30 41-2110,-1 1 0,1-1 0,0 0 0,0 0 0,0 0 0,0 0 0,0 0 0,0 0 0,0 0 0,1 0 0,-1 1 0,1-1 0,-1 0 0,1 0 0,0 0 0,0 1 0,2-4 1,1 1 91,1 0 1,0 0-1,1 1 1,-1 0 0,1 0-1,-1 0 1,1 1 0,0 0-1,0 0 1,9-2 0,0 0 299,40-11 130,110-14 0,-27 6-350,-134 23-355,22-5 0,1-1 0,-1-1 0,46-20 0,-68 24 19,16-3-149,-17 6-602,-26-8-17951,0 1 8426</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4.250"/>
    </inkml:context>
    <inkml:brush xml:id="br0">
      <inkml:brushProperty name="width" value="0.035" units="cm"/>
      <inkml:brushProperty name="height" value="0.035" units="cm"/>
    </inkml:brush>
  </inkml:definitions>
  <inkml:trace contextRef="#ctx0" brushRef="#br0">104 112 7117,'2'1'1379,"6"3"-817,-4-2 227,1-1 0,-1 1 0,0-1 0,1 1 0,6 0 0,-6-2-489,0 1-1,0-2 1,0 1 0,0 0 0,-1-1 0,1 0-1,10-3 3089,-15 7-3273,0 6-88,0 0 0,-1 1 1,0-1-1,-1 0 0,0 0 0,0-1 0,-7 15 0,0 1 153,1-1-1,1 2 1,-8 45 0,-4 18 249,-61 269 536,66-285-881,2 1-1,4-1 0,1 104 1,13-98-54,3 0 1,3-1-1,4 0 1,28 82-1,-21-88-1,-4 2 0,-2 0 0,-4 1 0,-3 1 0,0 136 0,-16-81-12,1-49-26,6 93-1,2-141 5,6 33 0,-6-53 33,1 0-1,0 0 1,1 0-1,0-1 1,10 17-1,0-5 148,2-1 1,35 38-1,-34-42-117,-1 0 0,-1 2 1,26 42-1,-30-38-46,0 1 0,-2 0 0,-1 0 0,-1 1 0,-2 1 0,0-1 0,-2 1 0,1 31 0,-5 86-90,-1 9-197,3-130 237,-1-2 5,1 0-1,8 39 1,-8-55 58,0-1 1,0 1-1,0 0 0,0 0 1,1-1-1,0 0 0,1 0 1,-1 1-1,1-2 0,0 1 1,0 0-1,0-1 0,1 0 1,7 6-1,-1-3 66,0-1 0,1 0 0,0-1-1,0 0 1,22 5 0,65 10 273,-80-17-302,241 32 417,30 5-231,11 20-1624,-292-58 1346,-4 0 27,0 0 0,0-1 0,0 0-1,-1 0 1,1-1 0,1 1 0,-1-1 0,0 0 0,0 0-1,0-1 1,0 0 0,0 0 0,-1 0 0,1 0 0,7-3-1,105-47 630,157-45-1,-136 48-385,-133 47-317,0-1 1,0 0-1,-1 0 0,1-1 0,5-3 0,1 0-130,-7 0-126,-1-4 30,-1-1 0,-1-1 1,1-19-1,-3 8-51,-1 16 329,2-1-1,-1 0 0,1 0 1,0 0-1,1 0 1,0 0-1,0 0 0,1 1 1,4-13-1,36-96 891,6 3 0,82-146-1,-108 227-249,-13 20-412,-1 1 0,0-1-1,-1-1 1,7-16-1,-13 26-255,0-1-1,0 1 0,0 0 0,0 0 1,-1 0-1,1-1 0,-1 1 0,0 0 1,0 0-1,0-1 0,-1 1 0,1 0 1,-1 0-1,1-1 0,-1 1 0,0 0 1,0 0-1,-1 0 0,1 0 0,-1 0 1,1 0-1,-1 0 0,-4-4 0,-3-2-259,0 1-1,-1 0 0,-18-12 1,18 14 90,0-1 1,1 0 0,-1 0 0,1-1-1,1 0 1,-10-13 0,15 18 235,1-1 0,0 1 0,0-1 0,0 1 0,0-1 0,0 0 0,1 0 0,0 0 0,0 0 0,0 0 0,0 0 0,0 0 0,1 0 0,0 0 0,0 0 0,0-1 0,0 1 0,1 0 0,0 0 0,0 0 0,0 0 0,0 0 0,0 0 0,4-6 0,55-123 1193,-47 110-658,2 0 0,1 1-1,28-32 1,5-5 431,-48 58-931,4-5-63,-1 0-1,0 0 0,0 0 1,0-1-1,-1 1 1,4-10-1,-7 14-55,1 0 0,-1 0-1,0-1 1,0 1 0,0 0 0,0 0-1,0-1 1,0 1 0,0 0 0,-1 0-1,1-1 1,-1 1 0,0 0 0,0 0-1,0 0 1,0 0 0,0 0 0,0 0-1,0 0 1,0 0 0,-1 0 0,1 1-1,-1-1 1,0 1 0,-1-3 0,-5-3-78,4 4-45,0 0 0,0 0 0,1 0 0,-1-1 0,1 1 1,0-1-1,0 0 0,0 0 0,1-1 0,-1 1 0,1 0 0,0-1 1,0 1-1,1-1 0,-1 0 0,1 0 0,0-4 0,0 1 150,1-1 0,1 1 0,0 0 0,0 0 0,0 0-1,1 0 1,0 1 0,1-1 0,-1 0 0,2 1 0,-1-1 0,9-12-1,4-2 618,0 1 0,31-30 0,9-13 1695,-44 51-1609,0 0 0,1 1 0,0 0 0,26-17 0,-23 19-159,-2-1 0,1-1 0,-2 0 0,16-18 0,-28 29-504,0-1 0,0 1-1,0-1 1,0 0 0,-1 1 0,1-1 0,-1 0 0,1 1-1,-1-1 1,1 0 0,-1 0 0,0 1 0,0-1 0,0 0 0,0 0-1,0 1 1,-1-1 0,1 0 0,0 0 0,-1 1 0,1-1 0,-1 0-1,0 1 1,1-1 0,-1 0 0,0 1 0,0-1 0,-2-2-1,-4-5-243,0 0-1,-1 1 0,-13-13 0,8 9-175,-67-59-2289,57 53 2034,2 0 1,0-2-1,2 0 0,-19-24 1,36 39 657,-1 0-1,2 0 1,-1 0 0,0-1 0,1 1-1,0 0 1,0-1 0,1 1 0,0 0-1,0-1 1,0 1 0,0-1 0,3-8-1,-3 7 24,4-15 450,1 0 0,0 0 0,2 0 0,1 1 0,0 0 0,2 1 0,0 0 0,1 0 0,1 1 0,1 1 0,0 0 0,2 0 0,21-19 0,-21 21 77,6-4 516,0-1 0,33-47-1,-51 64-1044,-1 0 0,0 1 0,0-1 0,-1 0 0,1 0 0,-1-1 0,0 1 0,0 0 0,0 0 0,-1-1 0,1 1 0,-1 0 0,0-1-1,0 1 1,-2-8 0,1 6 10,-1 0-1,0 0 0,0 1 1,-1-1-1,0 1 0,0-1 1,0 1-1,-1 0 0,-7-9 1,-5-1-210,-1 0 0,0 1-1,-1 0 1,-34-19 0,2 1-1157,21 14-126,-42-22-1,55 33 1247,1-2 1,0 0 0,0 0-1,1-1 1,0-1 0,1-1-1,0 0 1,1 0-1,-15-20 1,23 26 453,-1-1 0,1 1 1,0-1-1,0 0 0,1 0 0,0 0 0,0 0 0,1 0 0,0-1 0,0 1 1,1-1-1,0 0 0,0 1 0,0-1 0,1 0 0,1 0 0,-1 1 1,1-1-1,1 0 0,-1 1 0,1-1 0,0 1 0,5-9 0,3-4 238,-6 13-138,-1 0-1,1 0 1,4-14 0,-8 19-285,0 0 0,1 1 0,-1-1-1,0 0 1,0 0 0,1 0 0,-2 0 0,1 1-1,0-1 1,0 0 0,0 0 0,-1 0 0,1 1 0,-1-1-1,0 0 1,1 0 0,-1 1 0,0-1 0,0 1-1,0-1 1,-1-1 0,-3-2-35,-1 0 0,1 0 0,-1 1 0,0 0 0,0 0 0,0 0 0,0 1 0,-1 0 0,1 0 1,-1 0-1,-8-1 0,-12-3-129,-44-4 1,53 8 34,-386-52-6472,259 38 8040,144 17-1413,0 0 0,0 0 0,0 0 0,0-1 1,0 1-1,0 0 0,0-1 0,-1 1 0,1-1 0,0 1 0,1-1 0,-1 0 1,0 1-1,0-1 0,0 0 0,0 0 0,0 0 0,1 0 0,-1 1 1,0-1-1,1 0 0,-1 0 0,1 0 0,-1 0 0,1-1 0,-1 1 1,1 0-1,0 0 0,-1 0 0,1 0 0,0 0 0,0 0 0,0-1 1,0 1-1,0 0 0,0 0 0,0 0 0,1 0 0,-1-2 0,4-2 415,0 0-1,0 0 0,1 1 0,5-6 1,9-7 333,-19 16-806,1 1 0,-1 0 0,1 0 0,-1-1 0,0 1 0,1 0 0,-1-1 0,0 1 0,1 0 0,-1-1 0,0 1 0,0-1 0,1 1 0,-1 0 0,0-1 0,0 1 0,0-1 0,1 1 0,-1-1 0,0 1 0,0 0 0,0-1 0,0 1 0,0-1 0,0 1 0,0-1 0,0 1 0,0-1 0,0 1 0,0-1 0,0 1 0,-1-1 0,1 1 0,0 0 0,0-1 0,0 1 0,-1-1 0,1 1 0,0 0 0,0-1 0,-1 1 0,1-1 0,0 1 0,-1 0 0,1-1 0,0 1 0,-1 0 0,1 0 0,-1-1 0,1 1 0,0 0 0,-1 0 0,1 0 0,-1 0 0,1-1 0,-1 1 0,1 0 0,0 0 0,-1 0 0,1 0 0,-1 0 0,1 0 0,-1 0 0,0 0 0,-1 0 0,-8-3 0,0 0 0,-1 0 1,1 1-1,-1 1 0,0 0 0,-18 1 1,-71 8-5,61-4-1,-368 43-2342,396-45 2629,0-1-1,-1-1 0,1 0 0,0 0 1,-23-5-1,32 5 136,65-12-168,-3 12-249,-45 0 0,-77 23 0,-295 77-197,273-85-553,-2 1 115,85-16 640,0 1 0,1-1 1,-1 0-1,0 0 0,1 0 1,-1-1-1,0 1 0,0 0 0,1 0 1,-1 0-1,0 0 0,1-1 1,-1 1-1,0 0 0,1-1 1,-1 1-1,0 0 0,1-1 0,-1 1 1,1-1-1,-2 0 0,0-1 36,-12-3 152,11 4 47,5-1 25,34-25 462,-67 46-2011,-43 34 0,63-43 615,0 0-1,-1-1 1,0 0-1,-1 0 1,0-2-1,0 0 1,-1 0-1,0-1 1,0-1-1,-1 0 0,1-1 1,-19 2-1,17-3-446,-8 0-1161,7-4-3180,-1-3-4204</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4.867"/>
    </inkml:context>
    <inkml:brush xml:id="br0">
      <inkml:brushProperty name="width" value="0.035" units="cm"/>
      <inkml:brushProperty name="height" value="0.035" units="cm"/>
    </inkml:brush>
  </inkml:definitions>
  <inkml:trace contextRef="#ctx0" brushRef="#br0">596 1 12277,'-1'5'443,"1"0"0,-1 0-1,0 0 1,-1 0 0,1 0 0,-1 0 0,0 0-1,0-1 1,-5 9 0,-9 21 1503,-20 78 2111,-20 120-1,-3 7-1787,-101 244 218,4-12-3636,130-376-272,-4 17-1360,4-39-3492,20-60-181,1-2-4004</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5.215"/>
    </inkml:context>
    <inkml:brush xml:id="br0">
      <inkml:brushProperty name="width" value="0.035" units="cm"/>
      <inkml:brushProperty name="height" value="0.035" units="cm"/>
    </inkml:brush>
  </inkml:definitions>
  <inkml:trace contextRef="#ctx0" brushRef="#br0">196 623 12025,'-33'26'628,"19"-17"-131,1 2 1,0 0-1,1 0 0,-19 24 0,20-19 192,0 0 0,1 1 0,1 0-1,0 1 1,2 0 0,0 0 0,-7 32-1,13-47 1260,5-5-1207,2-1-551,0-1-1,-1 0 1,1 0 0,-1-1-1,0 0 1,0 0 0,0 0 0,-1 0-1,8-11 1,3-9 305,13-31 0,3-3 87,279-418 2339,-268 419-2573,-21 27-116,1 1-1,2 1 0,38-37 1,-61 65-216,1 0 1,-1 0 0,0 0-1,0 0 1,1 0 0,-1 1 0,0-1-1,1 0 1,-1 1 0,1-1-1,-1 1 1,1 0 0,-1 0 0,1-1-1,-1 1 1,1 0 0,-1 0 0,1 0-1,3 1 1,-3 0 3,1 0 0,0 0 0,0 0-1,0 0 1,-1 1 0,1-1 0,0 1 0,-1 0 0,4 3 0,1 1 10,-2 1 0,1-1 1,0 1-1,-1 0 0,-1 0 1,7 12-1,12 37 117,28 107-1,-27-80-71,75 240-1066,-58-218-1636,-8-21-4383,-26-67 61</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5.658"/>
    </inkml:context>
    <inkml:brush xml:id="br0">
      <inkml:brushProperty name="width" value="0.035" units="cm"/>
      <inkml:brushProperty name="height" value="0.035" units="cm"/>
    </inkml:brush>
  </inkml:definitions>
  <inkml:trace contextRef="#ctx0" brushRef="#br0">441 56 12105,'-10'-22'1902,"10"22"-1800,-1-1 0,1 0 0,0 1 0,-1-1 0,1 1 0,-1-1 0,0 1 0,1 0 0,-1-1 1,1 1-1,-1-1 0,0 1 0,1 0 0,-1 0 0,1-1 0,-1 1 0,0 0 0,0 0 0,1 0 0,-1 0 0,0 0 1,1 0-1,-1 0 0,0 0 0,1 0 0,-2 0 0,0 0 274,-54-11 2090,38 7-2171,-1 0 0,0 1 0,-1 0 0,1 2 0,0 1-1,-38 3 1,50-2-231,-31 5 700,-69 22-1,104-27-654,1-1 0,1 1 1,-1 0-1,0 0 0,0 0 0,0 0 0,0 0 1,1 1-1,-1-1 0,0 0 0,1 1 0,-1-1 0,1 1 1,0 0-1,0-1 0,-2 4 0,2-3-26,1-1 0,-1 1 0,1-1 0,0 1 0,0-1 0,0 1 0,0-1 0,0 1 0,0-1 0,0 1 0,0-1 0,1 1 0,-1-1 0,1 1 0,-1-1 0,1 1 0,-1-1 0,1 1 0,0-1 0,0 0 0,-1 1 0,1-1 0,0 0 0,2 2 0,9 10 354,1 0 0,1 0 0,0-1 0,22 14 1,70 37 2340,-48-29-2166,-56-33-612,14 8 0,0 0 0,-1 1 0,0 1 0,-1 1 0,0 0 0,13 15 0,-25-23-37,0-1 0,0 1-1,0 0 1,-1 0 0,0 0 0,0 0 0,0 0-1,0 0 1,0 0 0,-1 0 0,0 0 0,0 0 0,0 0-1,0 1 1,-1-1 0,1 0 0,-1 0 0,0 0-1,-1 0 1,1 0 0,-2 3 0,-2 4-331,1 0-1,-2-1 1,1 0 0,-1 0 0,-1-1 0,-11 14-1,9-14-1541,-1 0 0,-14 11-1,-8 1-5000,-9-2-6834</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6.019"/>
    </inkml:context>
    <inkml:brush xml:id="br0">
      <inkml:brushProperty name="width" value="0.035" units="cm"/>
      <inkml:brushProperty name="height" value="0.035" units="cm"/>
    </inkml:brush>
  </inkml:definitions>
  <inkml:trace contextRef="#ctx0" brushRef="#br0">40 22 15149,'0'0'266,"1"-1"0,-1 0-1,0 1 1,0-1-1,0 0 1,0 0-1,0 1 1,0-1-1,0 0 1,0 0 0,0 1-1,0-1 1,0 0-1,0 0 1,0 1-1,-1-1 1,1 0 0,0 0-1,0 1 1,-1-1-1,1 0 1,-1 1-1,1-1 1,-1 0-1,-3-2 3405,9 16-1896,-3-6-1493,1 1 0,-1 0 0,-1 0 0,1 0 0,-1-1 1,0 1-1,-1 15 0,-9 62 737,5-56-752,-18 181 90,7 256-1,17-432-1073,2 0 1,1-1-1,1 1 0,2-1 0,15 38 0,-6-8-3659,-8-28-5364</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6.795"/>
    </inkml:context>
    <inkml:brush xml:id="br0">
      <inkml:brushProperty name="width" value="0.035" units="cm"/>
      <inkml:brushProperty name="height" value="0.035" units="cm"/>
    </inkml:brush>
  </inkml:definitions>
  <inkml:trace contextRef="#ctx0" brushRef="#br0">0 163 15573,'5'0'636,"0"0"0,0-1 1,0 0-1,0 0 0,0 0 0,-1-1 0,7-2 0,-5 1 290,1 1 1,-1 0-1,1 0 1,13-2-1,124-9 3532,93-11-1522,61-2-2857,-265 23-338,1 0-1,-1 3 1,1 0-1,47 8 1,-76-7-862,-22 12-1179,5-5 1863,-1-1-1,1 0 1,-1-1-1,0-1 1,-24 7-1,-71 12-644,10-12 3036,96-11-1826,0 0 0,0 0 0,0 0 0,0 0 0,0 0 0,0 0 0,0 0 0,0 0 0,1 1 0,-3 1 0,1 0 193,1-2 825,4 0-575,6 1-193,0 1 1,0 0-1,0 0 0,7 5 1,16 8 93,10 2-440,-39-17-413,-1 2-1085,0 1 1137,0-1 0,0 1 0,0-1 0,0 0 0,1 0 0,2 5 1,-3-5-58,1 0-543,2-4-609,0 0 1382,0 1 69,0-1 0,0 0 0,-1 0 0,1-1 0,0 1 0,-1-1 0,1 0-1,-1 1 1,1-2 0,-1 1 0,0 0 0,0-1 0,3-3 0,16-20 198,-2-2 0,-1-1 0,-2 0 0,18-39 0,-32 62 1618,-2 7-791,-4 18-653,-4 24-821,7-35 389,0 1 0,1-1 0,0 0 0,1 0 0,0 0-1,0-1 1,0 1 0,1 0 0,1-1 0,-1 0 0,1 1-1,0-1 1,7 8 0,-8-11 92,0-1-1,1 1 1,-1-1 0,1 0-1,-1 0 1,1 0 0,0-1-1,0 1 1,0-1 0,1 0-1,-1 0 1,0 0 0,1-1-1,-1 0 1,1 0 0,0 0-1,-1 0 1,1-1 0,0 1-1,-1-1 1,1 0 0,0-1-1,0 1 1,7-3 0,6-2 6,0-1 0,-1 0 0,1-2 0,-1 0 0,-1-1 0,0 0 0,0-2 0,16-13 0,-11 6 112,0 0 1,-2-2-1,0 0 1,30-45-1,-23 20 47,-24 42-42,-6 3-129,3 0 57,-3 0-23,1 0 1,-1 0 0,0 0 0,1 0 0,-1 1-1,0-1 1,1 1 0,-1 0 0,1 0 0,0 0-1,-1 1 1,1-1 0,0 1 0,0 0 0,-1 0-1,-2 2 1,-7 11-222,-23 30-1,27-33 251,7-10 959,12-3-623,0-1-1,0 0 1,0-1 0,-1 0-1,1 0 1,-1-1 0,0 0-1,0-1 1,15-10 0,-9 6 416,27-12 1,-27 15-310,-1 0 102,0 1 0,25-6 0,-36 10-502,-1 1 0,1-1 1,0 1-1,-1 0 1,1 0-1,0 0 0,-1 0 1,1 0-1,0 0 1,-1 1-1,1-1 0,-1 1 1,1 0-1,-1 0 0,1 0 1,-1 0-1,1 0 1,-1 1-1,0-1 0,0 0 1,4 4-1,-4-2-113,-1 0 1,0 0-1,0 1 0,0-1 0,0 0 1,0 0-1,0 1 0,-1-1 0,0 0 1,0 1-1,0-1 0,0 0 0,0 1 0,-2 4 1,-10 55-2482,9-50 1756,0 3-3201,-1 0 0,-6 16-1,9-30 3171,-7 15-10295</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7.235"/>
    </inkml:context>
    <inkml:brush xml:id="br0">
      <inkml:brushProperty name="width" value="0.035" units="cm"/>
      <inkml:brushProperty name="height" value="0.035" units="cm"/>
    </inkml:brush>
  </inkml:definitions>
  <inkml:trace contextRef="#ctx0" brushRef="#br0">66 748 10489,'-31'12'2227,"24"-9"3314,-18 17-216,24 7-3796,0-18-1054,1 0 0,0 0 0,2 14 0,-1-19-387,0-1 0,0 1 1,0 0-1,1-1 0,-1 1 1,1-1-1,0 0 0,0 1 0,0-1 1,0 0-1,1 0 0,2 2 1,-2-2-80,0 0 0,1-1 1,-1 1-1,0-1 0,1 0 0,0 0 1,-1 0-1,1-1 0,0 1 1,0-1-1,0 0 0,0 0 1,0 0-1,0 0 0,0-1 1,0 0-1,0 0 0,0 0 0,0 0 1,0 0-1,0-1 0,0 0 1,0 0-1,0 0 0,5-2 1,-3 0-169,0 0 1,-1 0 0,1 0-1,-1 0 1,1-1 0,-1 0-1,0 0 1,-1 0 0,1 0 0,-1-1-1,0 0 1,0 0 0,0 0-1,-1-1 1,5-9 0,-3 3-180,-1 0 0,0-1 0,-1 0 0,2-25 0,-1-56-846,-3 70 944,-4-105 231,-32-218 0,-3 183 3687,37 161-3193,0 8-86,-2 88 229,13 135 0,-7-184-605,5 42-1245,36 157 0,18-29-5528,-41-161 533,1-10-3965</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7.855"/>
    </inkml:context>
    <inkml:brush xml:id="br0">
      <inkml:brushProperty name="width" value="0.035" units="cm"/>
      <inkml:brushProperty name="height" value="0.035" units="cm"/>
    </inkml:brush>
  </inkml:definitions>
  <inkml:trace contextRef="#ctx0" brushRef="#br0">134 228 11561,'-64'11'1698,"61"-10"-1523,1 0 0,0 0 1,-1 0-1,1 0 0,0 0 0,0 1 0,0-1 0,0 0 0,0 1 1,0 0-1,0 0 0,0-1 0,1 1 0,-1 0 0,1 0 0,-1 0 1,1 1-1,0-1 0,0 0 0,0 0 0,-1 4 0,-2 3 571,-1 0-130,1 0 0,1 1 0,-3 11 0,1-4 176,4-15-739,1-1 0,-1 0-1,1 1 1,0-1 0,0 0 0,0 1 0,0-1 0,0 0 0,0 1-1,0-1 1,0 0 0,0 1 0,1-1 0,-1 1 0,2 6 85,-2-1 48,1-1-1,0 1 1,0 0-1,1-1 1,0 0-1,0 1 1,0-1-1,1 0 0,0 0 1,0 0-1,0 0 1,5 5-1,-5-8-72,-1-1 1,1 1-1,-1 0 0,1-1 0,0 0 0,0 0 0,0 0 1,0 0-1,0 0 0,0-1 0,1 1 0,-1-1 1,0 0-1,1 0 0,0 0 0,-1 0 0,1-1 1,-1 1-1,1-1 0,-1 0 0,1 0 0,0-1 0,-1 1 1,5-1-1,10-4-231,0 0 0,0-2 0,-1 0 1,1 0-1,-2-2 0,1 0 0,-1-1 1,-1 0-1,0-2 0,0 0 0,18-19 0,-31 28-2,0 1-1,0-1 0,0 0 0,-1 0 1,1 0-1,-1 0 0,0 0 1,0 0-1,0-1 0,0 1 0,0 0 1,-1 0-1,0-1 0,1 1 0,-1 0 1,-1-1-1,1 1 0,-1-5 0,0 2-18,0 0 0,-1 1-1,0-1 1,0 0-1,0 1 1,0-1-1,-1 1 1,0 0-1,-5-7 1,-33-37-140,39 47 626,1 0-156,-11-22 226,11 21-237,32 13 510,-20-4-335,-1 0 0,1 1 0,-1 0 1,17 15-1,37 43 1127,-29-28-1061,-21-24-647,1 0 0,16 11 0,-12-11-1913,29 13 0,-46-25 1926,0-1 1,0 0 0,0 0-1,0 0 1,0 0-1,-1 0 1,1 0 0,0-1-1,0 1 1,0-1 0,0 1-1,0-1 1,-1 0-1,3-1 1,16-24-599,-4 3 871,-8 11 491,1 0-1,-2-1 1,0 0 0,0 0 0,-1-1 0,5-19 0,-7 22-90,-1 6 48,-1 0 1,1 0 0,0 1-1,0 0 1,1-1 0,-1 1-1,7-5 1,-8 7-480,0 0 559,47-7-266,-45 9-517,0-1 0,0 0 0,0 0 0,0 0 0,0 0-1,-1-1 1,1 1 0,-1-1 0,1 0 0,5-5 0,40-32-539,-20 15 509,-8 11-300,-1 0 0,2 2 0,-1 0 0,27-8 1,45-10-9171,-61 18 231</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8.202"/>
    </inkml:context>
    <inkml:brush xml:id="br0">
      <inkml:brushProperty name="width" value="0.035" units="cm"/>
      <inkml:brushProperty name="height" value="0.035" units="cm"/>
    </inkml:brush>
  </inkml:definitions>
  <inkml:trace contextRef="#ctx0" brushRef="#br0">119 494 15005,'-80'-14'3795,"76"13"-688,3 4-1976,-22 61 2162,21-61-3189,1 1 1,-1-1-1,1 1 0,0-1 1,0 1-1,0 5 1,0-5-15,1-1 32,2 4-41,-2-7-79,-1 1-1,1 0 0,0 0 0,0 0 0,1-1 1,-1 1-1,0 0 0,0 0 0,0-1 0,0 1 0,1 0 1,-1 0-1,0-1 0,1 1 0,-1 0 0,0-1 0,1 1 1,-1 0-1,1-1 0,-1 1 0,1-1 0,0 1 0,-1-1 1,1 1-1,-1-1 0,2 1 0,4-2 1,0 0 0,0 0 0,0-1 0,-1 0 0,1 0 0,-1-1-1,1 1 1,-1-1 0,0-1 0,0 1 0,0-1 0,8-7 0,-6 3-15,-1 0 1,-1-1-1,1 1 1,-1-1-1,-1 0 0,0 0 1,0 0-1,-1-1 1,4-16-1,4-8-106,-4 16 39,-1 0-1,-1 0 1,-1-1 0,0 1-1,-2-1 1,0 0 0,-1 1-1,0-1 1,-5-30 0,-1 4-61,3 24 223,0 1 1,-1 0-1,-2 0 0,0 0 1,-1 0-1,-8-18 0,14 37-72,0 1 0,0-1 0,0 1 0,-1-1-1,1 1 1,0 0 0,0-1 0,0 1 0,0-1 0,-1 1 0,1 0-1,0-1 1,-1 1 0,1-1 0,0 1 0,0 0 0,-1-1 0,1 1-1,0 0 1,-1 0 0,1-1 0,-1 1 0,1 0 0,0 0 0,-1 0-1,1-1 1,-1 1 0,1 0 0,-1 0 0,1 0 0,-1 0 0,1 0-1,-1 0 1,1 0 0,-1 0 0,0 1 15,0 0 1,1 0-1,-1-1 1,0 1-1,1 0 0,-1 0 1,1 0-1,-1 1 1,1-1-1,-1 0 0,1 0 1,0 0-1,-1 2 1,-1 6 113,1 1 1,-1-1-1,1 15 1,3 14 111,2 0 1,1 0-1,15 57 1,-13-72-437,0 1 0,2-1-1,1-1 1,1 0 0,1 0 0,25 34 0,-31-49-302,0 0 0,1-1 0,0 0 1,0 0-1,0 0 0,1-1 0,-1 0 0,2 0 1,-1-1-1,12 5 0,-6-4-1666,-1-1 1,1-1-1,20 4 1,20-5-8677</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9.374"/>
    </inkml:context>
    <inkml:brush xml:id="br0">
      <inkml:brushProperty name="width" value="0.035" units="cm"/>
      <inkml:brushProperty name="height" value="0.035" units="cm"/>
    </inkml:brush>
  </inkml:definitions>
  <inkml:trace contextRef="#ctx0" brushRef="#br0">142 0 11885,'-6'3'580,"2"1"1,-1 0-1,0-1 0,1 2 0,-1-1 1,1 0-1,0 1 0,1 0 1,-1 0-1,1 0 0,0 0 0,0 1 1,-2 5-1,-1 8 25,0-1 1,-5 35 0,2-10 114,-37 207 919,45-226-1609,-3 21 364,18-57-90,-6 7-199,-1-2-17,0 0 1,0-1 0,-1 0-1,0 0 1,0-1 0,0 1 0,-2-1-1,5-10 1,29-83 419,-21 52-346,-12 36-129,5-15-321,2 1 0,25-46-1,-37 73 281,0 1-1,0 0 1,0-1-1,0 1 1,0 0-1,0 0 0,1-1 1,-1 1-1,0 0 1,0-1-1,0 1 1,1 0-1,-1 0 1,0-1-1,0 1 1,1 0-1,-1 0 0,0 0 1,1-1-1,-1 1 1,0 0-1,0 0 1,1 0-1,-1 0 1,0 0-1,1 0 0,-1 0 1,0 0-1,1 0 1,-1-1-1,1 2 1,-1-1-1,0 0 1,1 0-1,-1 0 0,7 12-210,0 27-13,-7-38 229,4 40-77,3 0 0,1 0 0,3-1 0,22 60 0,-29-91 121,1-1 1,0-1 0,0 1-1,0-1 1,1 0 0,0 0-1,9 7 1,0 0 187,0-2 0,18 12 0,-28-22-169,0 0 1,0 0-1,1 0 0,-1-1 0,0 1 0,0-1 0,1-1 0,-1 1 0,1-1 0,-1 0 0,0 0 0,1 0 0,5-2 1,-1 1 19,1 0-4,-1-1 0,0 0 0,0 0 0,0-1 0,0 0 0,-1-1 0,1 0 0,-1-1 0,0 0 0,16-12 0,0-2-45,-2-2 0,25-27 0,-18 17-484,-29 30 362,1-1 0,-1 0 0,1 1 0,-1-1 0,0 0 0,0 0 0,1 0 0,-2 0 0,1 0 0,0 0 0,0 0 0,0 0 0,0-4 0,0-1-236,0 5-138,-2 4-407,-1 0 858,0-1-1,1 1 1,0 0-1,-1 0 1,1 0-1,0 1 1,0-1-1,0 0 1,0 0-1,1 1 1,-1-1-1,1 0 1,-1 1-1,1-1 1,0 0 0,0 1-1,0-1 1,0 1-1,0-1 1,1 0-1,-1 1 1,1-1-1,-1 0 1,1 1-1,0-1 1,0 0-1,0 0 1,0 0-1,0 0 1,0 0-1,3 3 1,1 2 144,0 0 1,1 0-1,0-1 1,0 0-1,0 0 1,1 0-1,0-1 1,0 0-1,13 7 1,-8-6 243,0 0 1,0 0-1,0-2 1,1 1 0,21 3-1,-3-5 315,1-1 0,-1-2-1,1-1 1,-1-2 0,45-9 0,-55 8-385,-16 3-267,-6-2-239,-1 1 46,1 0 0,0 0 0,-1-1 0,1 1 0,-1 0 0,1 0 0,-1 0 0,0 1 0,0-1 0,0 0 0,0 1 0,0-1 0,0 1 0,-1-1 0,1 1 0,-5-1 0,-3-2-409,-1 1-1,-18-3 0,3 0-426,-50-16-2225,-48-13-6068,48 18-1221</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19.800"/>
    </inkml:context>
    <inkml:brush xml:id="br0">
      <inkml:brushProperty name="width" value="0.035" units="cm"/>
      <inkml:brushProperty name="height" value="0.035" units="cm"/>
    </inkml:brush>
  </inkml:definitions>
  <inkml:trace contextRef="#ctx0" brushRef="#br0">0 108 8785,'17'27'4948,"2"16"-2367,3 5-920,-13-29-1147,-4-9 171,1 0-1,-1 0 0,2-1 0,10 14 0,-15-21-211,13-16 547,26-25 372,-1-1-1,-2-3 1,51-74 0,-85 112-1665,0 0 0,1 0 0,0 0 0,8-5 0,14-16-4383</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0.401"/>
    </inkml:context>
    <inkml:brush xml:id="br0">
      <inkml:brushProperty name="width" value="0.035" units="cm"/>
      <inkml:brushProperty name="height" value="0.035" units="cm"/>
    </inkml:brush>
  </inkml:definitions>
  <inkml:trace contextRef="#ctx0" brushRef="#br0">1 288 11829,'37'-6'7942,"-25"33"-5735,-8-10-1994,3 31-1833,3-61 1472,-6 9 146,25-38 625,30-59 0,-38 63-203,20-47 873,-17 32 387,-17 29-765,-4 13-725,-2 9-81,1 17-293,-2-10 96,37 194-3487,-36-197 3555,-1 0 0,1 0 0,-1 0 0,1 0 0,-1 0 0,1 0 0,0 0 0,0 0 0,0-1 0,0 1 0,1 0 0,-1 0 0,0-1 0,1 1 0,-1-1 0,1 1 0,0-1 0,-1 0 0,1 1 0,0-1 0,0 0 0,3 1 0,-1-1 41,-1-1 1,1 1-1,-1-1 0,1 0 1,0 0-1,-1 0 1,1 0-1,-1-1 1,1 0-1,-1 0 0,1 0 1,-1 0-1,6-2 1,7-6 353,0 0 1,-1 0-1,0-2 0,0 0 1,-1 0-1,19-22 1,-13 14 1214,43-32 1,-33 28-644,-28 23-934,0 0 0,-1 0-1,1 1 1,0-1 0,0 1 0,-1-1-1,1 1 1,0 0 0,-1-1-1,1 1 1,0 0 0,-1 0 0,3 2-1,-3 0-74,0-1 0,-1 1-1,1 0 1,0-1-1,-1 1 1,0 0-1,1 0 1,-1-1 0,0 1-1,0 0 1,-1 3-1,1 5-300,1 10-1599,-1 35 0,-1-44 635,0 0 1,1-1 0,1 1-1,0 0 1,0 0 0,1-1-1,7 23 1,-4-22-2875</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0.933"/>
    </inkml:context>
    <inkml:brush xml:id="br0">
      <inkml:brushProperty name="width" value="0.035" units="cm"/>
      <inkml:brushProperty name="height" value="0.035" units="cm"/>
    </inkml:brush>
  </inkml:definitions>
  <inkml:trace contextRef="#ctx0" brushRef="#br0">296 1001 5653,'12'-14'4867,"-15"13"-3811,-4-1-480,-1 0 1,1 1-1,-1 0 1,1 0 0,-1 0-1,0 1 1,1 0-1,-1 1 1,1 0-1,-15 3 1,-1 3 362,0 1 0,-22 10 0,43-17-886,-10 3 614,-1 0-1,-22 4 1,16-4-252,-17 11 1606,39 3-1329,-2-16-615,-1 0-1,1 1 1,-1-1-1,1 0 1,0 0-1,0 0 1,0 0-1,0 0 1,0 0 0,0 0-1,1-1 1,-1 1-1,1 0 1,-1-1-1,3 3 1,-1-2-62,-2 0 124,0-2-120,0 0 0,0 0 0,-1 1 0,1-1 1,0 0-1,0 1 0,-1-1 0,1 1 0,0-1 0,-1 1 0,1-1 0,0 1 0,-1-1 0,1 1 0,0 1 0,13 8-16,35 9-3258,-46-19 2308,-2 0 808,1 0 0,-1 0 0,1 0 0,-1 0 0,1 0 0,0 0 0,-1 0 0,1 0-1,-1 1 1,1-1 0,-1 1 0,1-1 0,2 2 0,12 3-783,52 7 817,-24 0 829,-30-8-555,0-1 1,16 3 0,2-3 4,0-1 0,0-1 0,0-2 0,0-1 0,-1-2 0,1-1 0,43-13 0,-67 16-176,0-2 1,0 1-1,0-1 1,-1 0-1,1 0 0,-1-1 1,0 0-1,0-1 0,-1 1 1,1-1-1,-1-1 0,7-8 1,-7 5-15,0 0 0,0 0 1,-1 0-1,0-1 1,-1 0-1,-1 0 0,1 0 1,1-14-1,0-16-3,-2 1 1,-2-1-1,-2 0 0,-7-48 1,5 52 84,-44-280 1102,0-11 2902,41 275-2443,15 68-1005,2 13-454,-2 1 0,-1 0 0,7 49 1,-7-33-78,48 283 0,-39-214-699,34 122-4172,-23-116-6424,-21-93-425</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25.310"/>
    </inkml:context>
    <inkml:brush xml:id="br0">
      <inkml:brushProperty name="width" value="0.035" units="cm"/>
      <inkml:brushProperty name="height" value="0.035" units="cm"/>
    </inkml:brush>
  </inkml:definitions>
  <inkml:trace contextRef="#ctx0" brushRef="#br0">4648 379 9881,'-2'-27'1420,"1"22"4483,-3-4-4901,4 8-938,0 0-1,0 0 1,0 0 0,0 0 0,-1 1 0,1-1 0,0 0 0,0 0-1,-1 1 1,1-1 0,-1 0 0,1 0 0,0 1 0,-1-1 0,1 0-1,-1 1 1,0-1 0,1 0 0,-1 1 0,1-1 0,-1 1 0,-1-1-1,-22-2 705,14 2-507,0 0 1,1-1-1,0 0 0,-1 0 1,-10-5-1,-41-16 51,0 2 0,-128-26-1,73 25-112,-135-22-54,70 18-68,-87-8-41,-48 0 6,93 21-43,52 5 34,-60-3 24,74 4 171,-160-5-52,0 21 9,-132 22-158,7-1 58,334-16-109,-111 30 0,110-21 20,95-19 3,1 1 0,-1 0 1,1 0-1,1 1 1,-1 1-1,1 0 0,0 1 1,1 0-1,0 1 1,0 0-1,1 0 1,0 1-1,0 1 0,-10 15 1,4-4 22,1 2 1,1 0-1,1 0 1,1 1-1,1 1 1,-10 36-1,1 18 31,4 0 1,4 1-1,3 1 0,2 115 0,6-88-18,5 153 84,21-3-70,-15-191-8,33 117-1,-14-85-120,65 185 80,-56-181-78,-21-53 112,26 52 0,-3-20-74,-17-33 31,47 77 0,-47-91 6,-1 1-1,-2 0 0,-1 2 0,-2 1 1,-2 0-1,15 64 0,-5 21-10,20 81 66,-27-149 67,3-1 0,51 98 0,82 91 51,-131-214-97,1-1-1,1-1 1,2-2 0,1 0 0,1-2-1,60 41 1,-48-41-23,1-2 0,2-2 0,0-2 0,1-1 0,50 12 0,5-5 32,194 24 1,-135-34 104,171 20-172,-279-25-9,0 2 0,-1 2 1,82 37-1,-82-30 10,1-2 0,1-3 0,66 13 0,19-13-11,201-3 0,-231-15-9,0-5-1,124-25 0,-170 19 27,-2-3 0,0-2 0,73-33 0,-44 9 52,111-71 0,-183 103-71,109-63-34,-49 27 56,-55 33-42,0 0 0,43-19 0,51-22 65,-110 52-38,0-1-1,0 0 0,0 0 0,-1 0 0,1 0 0,-1-1 1,0 0-1,0 0 0,0 0 0,-1 0 0,6-9 0,-2 3-44,-1 0 0,-1-1-1,0 0 1,7-20 0,4-19-258,31-116-628,-31 103 756,22-113-85,-28 104 179,21-231 282,-29 275-157,-1 2-85,-2-46 1,0 59 42,0 0-1,0 0 1,2 0 0,1-17 0,2-22-43,-4 44 20,-1-18 11,2 1 0,5-30-1,1 19 100,1 0 1,3 1-1,14-36 0,-14 41 159,-1 0 0,-1-1 0,-2 0 0,-1 0 0,-2-1 0,-1 0 0,-1-37 0,2-4-56,-1 47-179,-2-39 1,-3 26 12,1 6 66,-1 1 0,-10-45-1,-30-125 545,38 176-637,2-1 0,1 1-1,1-1 1,6-41-1,-3 29 44,-1-44-1,-20-97 168,0 15-117,17 112-84,8-62 0,0-13 355,-8 117-338,0 0 1,0 0 0,-1 0 0,0 0-1,-1 0 1,-1 0 0,1 1 0,-11-19-1,-4-3 12,-30-40-1,19 30-2,6 9-16,11 17-17,1 0 0,1-1 0,-13-28 0,8 19 9,14 24 4,0 0-5,-3-8 3,4 8-20,-1 0-1,0-1 1,0 1-1,0 0 1,0 0-1,-1 0 1,1-1-1,-1 1 1,1 0-1,-1 1 1,0-1-1,0 0 0,1 0 1,-1 1-1,0-1 1,-1 1-1,-1-1 1,-57-27 80,-108-36 0,-38 0 669,200 63-1037,-1 0-1,1 1 1,-1 0 0,0 0 0,0 1 0,1 0 0,-1 0 0,-14 3 0,-29 10-4847,-2 0-4491,13-4-1406</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7:30.324"/>
    </inkml:context>
    <inkml:brush xml:id="br0">
      <inkml:brushProperty name="width" value="0.035" units="cm"/>
      <inkml:brushProperty name="height" value="0.035" units="cm"/>
    </inkml:brush>
  </inkml:definitions>
  <inkml:trace contextRef="#ctx0" brushRef="#br0">2909 1455 25307,'-1'57'0,"-3"0"0,-1 0 0,-3 0 0,-2-1 0,-2 0 0,-3-1 0,-1 0 0,-3-1 0,-2-1 0,-2-1 0,-2-1 0,-2 0 0,-1-2 0,-3-1 0,-2-1 0,-1-1 0,-3-2 0,-1-2 0,-1 0 0,-2-3 0,-2-1 0,-1-2 0,-2-1 0,-1-3 0,-1-1 0,-1-2 0,-1-2 0,-2-2 0,0-2 0,-1-2 0,-1-3 0,-1-1 0,0-3 0,-1-1 0,0-3 0,-1-3 0,1-1 0,-1-3 0,-1-1 0,1-4 0,0-1 0,0-3 0,1-1 0,0-3 0,0-3 0,1-1 0,0-3 0,1-1 0,1-3 0,1-2 0,0-2 0,2-2 0,0-2 0,2-2 0,2-1 0,0-3 0,2-1 0,1-2 0,2-1 0,1-3 0,2 0 0,2-2 0,2-2 0,1-1 0,2-1 0,2-1 0,3-2 0,1 0 0,2-1 0,2-1 0,2-1 0,3-1 0,1 0 0,3-1 0,2 0 0,2-1 0,2 0 0,3 0 0,2 0 0,2 0 0,2 0 0,3 0 0,2 1 0,2-1 0,2 2 0,3-1 0,1 2 0,3 0 0,2 1 0,2 0 0,2 2 0,1 0 0,3 2 0,2 1 0,2 1 0,1 2 0,2 1 0,2 1 0,2 2 0,1 1 0,2 2 0,1 2 0,2 1 0,0 3 0,2 1 0,2 2 0,0 2 0,2 2 0,0 2 0,1 3 0,1 1 0,1 2 0,0 3 0,1 2 0,0 2 0,0 2 0,1 2 0,0 3 0,0 2 0,1 2 0,-1 2 0,-1 3 0,1 2 0,-1 2 0,0 2 0,-1 2 0,0 3 0,-1 2 0,-1 1 0,-1 3 0,0 2 0,-2 2 0,-1 2 0,-1 2 0,-1 1 0,-1 3 0,-2 1 0,-1 2 0,-2 2 0,-2 1 0,-1 2 0,-1 1 0,-3 1 0,-1 2 0,-2 1 0,-3 1 0,-1 2 0,-2 0 0,-2 2 0,-2 0 0,-2 1 0,-3 0 0,-1 2 0,-3-1 0,-2 2 0,-2-1 0,-3 1 0,-1 0 0,-3 0 0</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24.811"/>
    </inkml:context>
    <inkml:brush xml:id="br0">
      <inkml:brushProperty name="width" value="0.035" units="cm"/>
      <inkml:brushProperty name="height" value="0.035" units="cm"/>
    </inkml:brush>
  </inkml:definitions>
  <inkml:trace contextRef="#ctx0" brushRef="#br0">147 79 5489,'0'-1'125,"-1"0"1,1 1 0,-1-1 0,1 0-1,-1 1 1,0-1 0,1 1 0,-1-1-1,0 1 1,0 0 0,1-1 0,-1 1-1,0 0 1,0-1 0,1 1 0,-1 0-1,0 0 1,0 0 0,0 0 0,0 0-1,1 0 1,-1 0 0,0 0 0,0 0 0,0 0-1,-1 1 1,-26 4 2010,22-4-1727,4 0 2487,-1-1-2031,-2 0-750,-1-1 325,0 1 0,0 0 0,0 1 1,0 0-1,0 0 0,0 0 0,-8 3 0,12-3 174,-1 1-427,1 0 1,-1 0-1,1 0 1,0 0 0,-1 1-1,-2 4 1,4-6-9,-1 1 2112,3 0-2068,2 0-170,0 0 0,0 0 0,0 0 1,0 0-1,0 0 0,0-1 0,0 1 0,0-1 0,1 0 0,-1 0 0,8 1 0,45 2 400,-14-2-316,163 13 296,-175-14-388,65 11 65,-20-2-45,19-1 24,508 34 140,-28-45-221,342-23 19,-551 23-66,-103-1 20,-8 1 48,84 6-17,-186 1-25,-10 0-1,61 1-18,1226-3 112,-714-16-178,-5 0 264,-294 2-166,-107 1 28,157-7 75,-204 9 717,-224 8-372,3 0 433,58-6 1,-95 6-716,-1 0-46,3 0-48,26 2-55,-31-2-83,0 0-1,0 0 1,0 0 0,0 0 0,0 0 0,0 0-1,0 0 1,0-1 0,0 1 0,0 0 0,-1 0-1,1-1 1,0 1 0,0 0 0,0-1 0,0 1-1,-1-1 1,1 0 0,0 1 0,0-1 0,-1 1 0,1-1-1,0 0 1,-1 0 0,1 1 0,0-2 0,-2-3-508,-1 0 0,1 0 0,-1 0 0,0 0 0,0 0 0,0 1 0,-1-1 0,0 1 0,-5-7 1,7 9 242,-23-30-6613,-4-9-4559</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28.135"/>
    </inkml:context>
    <inkml:brush xml:id="br0">
      <inkml:brushProperty name="width" value="0.035" units="cm"/>
      <inkml:brushProperty name="height" value="0.035" units="cm"/>
    </inkml:brush>
  </inkml:definitions>
  <inkml:trace contextRef="#ctx0" brushRef="#br0">29 207 9505,'-2'-1'1827,"-25"-12"10106,33 13-11142,76 5 1088,87-6 0,89-17-161,-98 6-892,1465-43 1583,-1220 50-2409,-216 1 0,145-12 0,-234 10 0,-58 5 0,-7-1-111,-45-13-3567,6 11 2351,0 0 0,0 0 0,0 1 0,0-1-1,-1 1 1,0 0 0,-8-4 0,4 3-934,-35-23-10855</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39.930"/>
    </inkml:context>
    <inkml:brush xml:id="br0">
      <inkml:brushProperty name="width" value="0.035" units="cm"/>
      <inkml:brushProperty name="height" value="0.035" units="cm"/>
    </inkml:brush>
  </inkml:definitions>
  <inkml:trace contextRef="#ctx0" brushRef="#br0">149 363 5328,'23'0'11217,"-27"0"-11195,0 1 0,0 0 0,0-1 0,0 2 0,0-1 0,-4 2 0,6-2-42,-2-2 8,-70-9 272,71 9 246,-12-2 12,-3 1-85,-5-1 4948,23 3-5324,14 0-187,217-18 917,-92 4-440,29 2-248,264-17 61,-162 8-95,13-1 7,337-18-94,-113 10 9,-274 23 33,423-13 48,-202 8-21,-44 2-13,-168 10-118,365-13 114,-230 10 520,-242 3-72,95 12 1021,-193-6-1188,-10-1-51,-22-4-150,25-4-450,-30 3 296,1 0 0,-1 0 0,1 0 0,-1 0 0,1 0 0,-1-1 0,0 1 0,1 0 0,-1 0 0,1-1 0,-1 1 0,1 0 0,-1-1 0,0 1 0,1 0 0,-1-1 0,0 1 0,1-1 0,-1 1 0,0 0 0,0-1 0,1 1 0,-1-1 0,0 1 0,0-1 0,0 1 0,0-1 0,0 1 0,1-1 0,-1 1 0,0-1 0,0 1 0,0-1 0,0 1 0,0-1 0,-1 1 0,1-1 0,0 1 0,0-1 0,0 1 0,0-1 0,0 1 0,-1-1 0,1 1 0,0 0 0,-1-1 0,1 1 0,-1-1 0,-5-9-1401,0 0 0,-1 1 0,-11-11 0,-3-5-4923,0-3-4514</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48.854"/>
    </inkml:context>
    <inkml:brush xml:id="br0">
      <inkml:brushProperty name="width" value="0.035" units="cm"/>
      <inkml:brushProperty name="height" value="0.035" units="cm"/>
    </inkml:brush>
  </inkml:definitions>
  <inkml:trace contextRef="#ctx0" brushRef="#br0">279 144 4148,'0'0'967,"2"1"-110,19 13 3992,-20-12-4314,0-1-269,0 1 1,0-1 0,0 1-1,0-1 1,0 0 0,0 0-1,0 1 1,1-1 0,-1 0-1,0 0 1,1 0 0,-1 0-1,0 0 1,1 0-1,-1-1 1,1 1 0,0 0-1,-1-1 1,1 1 0,-1-1-1,1 0 1,0 1 0,-1-1-1,1 0 1,0 0 0,0 0-1,-1 0 1,1-1 0,1 1-1,4 0 3046,-51 30-2934,27-22-350,2 1 0,-1 1 1,1 1-1,1 0 0,0 0 0,0 2 1,1 0-1,-15 20 0,4 0 23,1 0 1,-32 63-1,45-74-49,0 1-1,1 0 1,1 0 0,1 1 0,2 0 0,0 0 0,1 0-1,2 1 1,0-1 0,4 49 0,-1-58 27,1 0 0,1-1 0,0 0 0,1 0 0,0 0 1,1 0-1,1-1 0,0 1 0,1-2 0,0 1 0,1-1 0,1 0 0,0 0 0,0-1 0,1 0 0,0-1 1,1 0-1,0-1 0,22 14 0,-16-14 98,0-1-1,1 0 1,0-1 0,0-1-1,1-1 1,0-1 0,0 0-1,0-1 1,0-2 0,0 0 0,32-2-1,4-4 175,0-3 0,95-26 0,-110 23-222,-2-1-1,0-2 0,0-2 0,-2-1 1,0-2-1,53-36 0,-73 43-128,-1 0-1,0-1 1,-1-1 0,0 0-1,-1-1 1,0 0 0,-2-1-1,0 0 1,0-1 0,-2-1-1,0 1 1,-1-1-1,0-1 1,-2 0 0,6-28-1,-9 27-43,0-1-1,-2 1 0,0-1 0,-2 0 1,0 1-1,-1-1 0,-1 1 0,-1 0 1,-1 0-1,-1 0 0,0 0 0,-2 1 0,0 0 1,-1 1-1,-23-35 0,16 31 24,0 1 0,-2 0 0,0 2 0,-2 0 0,0 1 0,0 1-1,-2 1 1,0 0 0,-1 2 0,-1 1 0,-45-19 0,29 17 35,0 3-1,-1 1 1,0 2 0,-52-5 0,62 12-108,0 0 0,0 2 0,0 2 1,0 1-1,1 1 0,-46 12 0,59-11-272,-1 1 0,1 1-1,0 0 1,-26 17-1,35-18-378,0-1 0,0 1 0,1 0-1,0 0 1,0 1 0,1 0 0,-1 1-1,2-1 1,-1 1 0,-7 15 0,-4 25-8055</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49.876"/>
    </inkml:context>
    <inkml:brush xml:id="br0">
      <inkml:brushProperty name="width" value="0.035" units="cm"/>
      <inkml:brushProperty name="height" value="0.035" units="cm"/>
    </inkml:brush>
  </inkml:definitions>
  <inkml:trace contextRef="#ctx0" brushRef="#br0">9 99 10117,'-9'7'6028,"22"-15"-3750,-12 7-2140,0 1 0,0-1 0,0 1 0,0 0 0,0-1 1,0 1-1,1 0 0,-1 0 0,0 0 0,0 0 0,0 0 0,0 0 0,0 0 0,1 0 0,1 1 0,1 0 288,48 0 1586,-1-3-1,55-9 1,10 0-49,297-16 1748,-363 22-3711,-31 1-99,-19 4 92,0 0 1,1 0-1,-1 0 1,0 0-1,0 0 1,0-1-1,0 1 1,0 0-1,0 0 1,1 0-1,-1 0 0,0 0 1,0 0-1,0 0 1,0 0-1,0 0 1,0 0-1,0-1 1,0 1-1,0 0 1,0 0-1,1 0 1,-1 0-1,0 0 0,0 0 1,0 0-1,0-1 1,0 1-1,0 0 1,0 0-1,0 0 1,0 0-1,0 0 1,0-1-1,0 1 0,0 0 1,0 0-1,0 0 1,0 0-1,0 0 1,0 0-1,0-1 1,-1 1-1,1 0 1,0 0-1,0 0 0,-9-5-1296,0 1 587,1 0 1,-1 1-1,0 0 0,0 0 1,0 1-1,-16-2 0,-60-1-4707,80 5 5104,-53 2-6282,2 3-4119</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49.986"/>
    </inkml:context>
    <inkml:brush xml:id="br0">
      <inkml:brushProperty name="width" value="0.035" units="cm"/>
      <inkml:brushProperty name="height" value="0.035" units="cm"/>
    </inkml:brush>
  </inkml:definitions>
  <inkml:trace contextRef="#ctx0" brushRef="#br0">0 219 14789,'41'3'2409,"8"-12"-21,-3 4-268,20-1-164,6 0-204,2-3-320,10-2-287,-4 5-237,1-2-108,-4-1-272,-8 0-420,-11 1-684,-9-18-1216,-15-12-349,-2 7-5427,-15-9-7706</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39:52.602"/>
    </inkml:context>
    <inkml:brush xml:id="br0">
      <inkml:brushProperty name="width" value="0.035" units="cm"/>
      <inkml:brushProperty name="height" value="0.035" units="cm"/>
    </inkml:brush>
  </inkml:definitions>
  <inkml:trace contextRef="#ctx0" brushRef="#br0">0 78 5493,'0'0'9555,"3"0"-9048,10-2 272,-1 2 0,1 0 0,0 0-1,0 1 1,-1 0 0,15 4 0,-1-1-586,-1-2 0,0-1 0,1-1 0,-1-2-1,27-4 1,-34 5-103,371-20 446,4 22-431,-124 2-93,505-17 29,-107 49-21,-527-24 11,-56-3 52,61 3-98,-22-8-3,344-2 39,-180-3 37,-72 1-86,425 1 71,-265 2-81,50 7 56,-74-8-80,637-10 44,-381-7-33,-261 8 14,60 5 10,-19 1-4,19-9-3,497-7 136,76 12 204,-567-6 555,-240 5 631,-131 5-824,-5-1-45,1 3 1,0 0-1,54 9 0,-68-6-122,0 0 1,30-2-1,-45-1-335,26-3 394,-30 3 39,-2-2-558,0 1 0,0 0 0,0-1 0,0 1 1,0 0-1,1 0 0,-1 1 0,0-1 0,5 0 1,-5 0 660,-4 1-3739,-8 0 1371,1-1 1,0 0-1,-13-4 1,-11-6-6905,9-2-2905</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0:11.063"/>
    </inkml:context>
    <inkml:brush xml:id="br0">
      <inkml:brushProperty name="width" value="0.035" units="cm"/>
      <inkml:brushProperty name="height" value="0.035" units="cm"/>
    </inkml:brush>
  </inkml:definitions>
  <inkml:trace contextRef="#ctx0" brushRef="#br0">35 187 5308,'0'0'10513,"0"-3"-13388,3-29 1959,-3 30 629,-2-1 238,0 0 0,0-1 0,0 1 0,1 0 0,-1 0 0,0-5 0,1 6 448,-16-14 116,11 12 3712,11-6-3697,-5 9-406,0 0 0,0 1 0,0-1 0,0 0 0,0 1 0,0-1 0,0 0 0,1 1 0,-1-1-1,0 0 1,0 1 0,1-1 0,-1 1 0,0-1 0,1 1 0,-1-1 0,1 1 0,-1-1 0,1 1-1,-1-1 1,0 1 0,1-1 0,0 1 0,-1 0 0,1-1 0,-1 1 0,1 0 0,0-1 0,61 5 741,1-3 0,96-11 0,-158 10-864,252-5 413,-155 6-341,242 9 47,-107-2-81,90 8 14,-11 3-104,-23 0 153,-125-8-138,-50-2 109,797 18-282,-556-33 230,-62-3-7,-2-2-30,-26-2 20,65-3-76,-111 7-11,18-2 103,-73 5 68,207-4-224,-149 6 115,370-11-14,-192 6 15,-83-2 78,40-6-48,-166 17-50,102 3 180,-1 0-158,13 0-8,-72 2-15,11-3 28,167-2 43,-167-8-140,101 2 72,-221 3 39,491 2-57,-299 2 50,168 5-3,519-6 1777,-176 18 843,-325-5-1573,-456-12-986,148-2 9,-140-6-1633,-49 6 201,-7-2-592,0-3 546,-2 0 1,1 1-1,0 0 0,-1-1 1,0 1-1,-6-6 1,-16-8-9793</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0:13.145"/>
    </inkml:context>
    <inkml:brush xml:id="br0">
      <inkml:brushProperty name="width" value="0.035" units="cm"/>
      <inkml:brushProperty name="height" value="0.035" units="cm"/>
    </inkml:brush>
  </inkml:definitions>
  <inkml:trace contextRef="#ctx0" brushRef="#br0">25 377 4824,'0'0'6236,"-2"-1"-5796,-15-1-345,12 1 6068,21 0-3215,-1 1-2665,-1 1 1,1 0-1,20 5 0,23 2 67,1099 53 952,-715-37-1227,-125-8-56,339 16 25,-155-9-20,-272-15 102,198-1-209,-213-6 65,53-7-3,-31-1-3,177-6 46,-66 0 14,-133 7-47,73 0-2,192-3 33,-357 7 86,633-32-177,-213-15 13,-119 21 83,-165 15-37,997-39 127,-1070 47-45,511-19-200,-113 2 83,296-16 200,94-25 139,-885 57-288,424-24 346,-106 10 192,477 18 2127,-382 8 103,-389-6-1181,-111 0-1592,1 0 0,0 0 1,0 0-1,-1 0 0,1 0 1,0 0-1,-1-1 1,1 1-1,0 0 0,-1-1 1,1 0-1,2-1 0,-4 2-55,0 0 1,1-1-1,-1 1 0,0 0 0,0 0 0,0-1 1,0 1-1,0 0 0,1-1 0,-1 1 0,0-1 0,0 1 1,0 0-1,0-1 0,0 1 0,0 0 0,0-1 0,0 1 1,0 0-1,0-1 0,0 1 0,-1 0 0,1-1 0,0 1 1,0 0-1,0-1 0,0 1 0,-1 0 0,1-1 0,0 1 1,0 0-1,0-1 0,-1 1 0,1 0 0,-6-6-782,1 1-1,-1 0 1,0 1-1,-7-6 1,6 6 710,-12-9-5379,-41-19 0,12 9-6270</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03.144"/>
    </inkml:context>
    <inkml:brush xml:id="br0">
      <inkml:brushProperty name="width" value="0.035" units="cm"/>
      <inkml:brushProperty name="height" value="0.035" units="cm"/>
    </inkml:brush>
  </inkml:definitions>
  <inkml:trace contextRef="#ctx0" brushRef="#br0">1 196 4404,'0'0'11402,"1"2"-10402,14 10 1941,-14-12-2780,-1 0 0,0 0 0,1-1 1,-1 1-1,1 0 0,-1 0 0,0 0 1,1 0-1,-1-1 0,1 1 0,-1 0 0,0 0 1,1 0-1,-1-1 0,0 1 0,0 0 1,1-1-1,-1 1 0,0 0 0,0-1 0,1 1 1,-1 0-1,0-1 0,15-14 897,-9 11-802,0 0 1,0 1 0,0 0 0,1 0 0,-1 1 0,1 0 0,0 0-1,13-2 1,11-3 454,19-9 331,47-10 449,407-54 806,-367 61-2056,-105 13-237,24-1-148,-52 7-299,-21 11-950,1 0 512,0-2 0,0 0 0,-1 0 0,0-2 0,0 0 0,-1-1 0,1 0 0,-1-2 0,-1 0 0,1-1 0,-26 1 0,35-5 4,0 0-1,0-1 1,0 0-1,0 0 1,0-1-1,1 0 1,-1 0 0,-11-7-1,-1 0-3279</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03.444"/>
    </inkml:context>
    <inkml:brush xml:id="br0">
      <inkml:brushProperty name="width" value="0.035" units="cm"/>
      <inkml:brushProperty name="height" value="0.035" units="cm"/>
    </inkml:brush>
  </inkml:definitions>
  <inkml:trace contextRef="#ctx0" brushRef="#br0">0 402 11201,'36'-19'2527,"0"-1"0,37-29 0,-49 33-1149,5-2 46,-1 2 1,60-24 0,66-14 789,-125 45-1880,344-100 2413,-277 88-2243,27-9-564,-193 56-1681,30-10-25,-48 12 0,55-19 941,22-5-183,-1-1 1,0 1 0,0-2-1,0 0 1,0 0-1,-24-1 1,17-11-1874,16 3-2611,8-14-174</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06.463"/>
    </inkml:context>
    <inkml:brush xml:id="br0">
      <inkml:brushProperty name="width" value="0.035" units="cm"/>
      <inkml:brushProperty name="height" value="0.035" units="cm"/>
    </inkml:brush>
  </inkml:definitions>
  <inkml:trace contextRef="#ctx0" brushRef="#br0">7 245 6981,'-7'-4'14745,"25"-8"-6024,-7 6-11949,30-11 4341,1 2 0,85-18-1,-34 10-281,236-65 548,-208 65-1379,-61 13 0,-47 6-73,-10 3-334,-6 2-2565,-46 11-2483,45-11 4899,0-1-1,0 0 1,0 1 0,1-2 0,-1 1 0,0 0 0,0-1 0,0 0 0,0 0-1,0 0 1,-4-2 0,-12-6-4970,0 3-3150</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06.936"/>
    </inkml:context>
    <inkml:brush xml:id="br0">
      <inkml:brushProperty name="width" value="0.035" units="cm"/>
      <inkml:brushProperty name="height" value="0.035" units="cm"/>
    </inkml:brush>
  </inkml:definitions>
  <inkml:trace contextRef="#ctx0" brushRef="#br0">0 193 8301,'0'0'7133,"2"2"-6618,0 0-1,-1-1 1,1 1-1,0-1 1,0 1-1,0-1 1,0 0 0,3 1-1,19-6 1487,191-43 4968,-55 11-5696,-49 12-44,106-39 1,-201 57-1230,0 1 0,1 0 0,-1 1 0,21-2 0,14 5-605,-43 2-151,-4-1-887,-8 0-297,-29-1-3544,10-1-2012,2-1-4363</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20.560"/>
    </inkml:context>
    <inkml:brush xml:id="br0">
      <inkml:brushProperty name="width" value="0.035" units="cm"/>
      <inkml:brushProperty name="height" value="0.035" units="cm"/>
    </inkml:brush>
  </inkml:definitions>
  <inkml:trace contextRef="#ctx0" brushRef="#br0">2436 3740 6601,'0'0'2621,"-3"-1"-2009,-14 0-715,15 1 627,0 0 1,-1 0-1,1 0 0,0 0 0,0 1 1,-1-1-1,1 1 0,0 0 0,0 0 1,0 0-1,0 0 0,0 0 0,0 0 1,-4 3-1,4-3-269,-34 7 289,32-7-407,-10 3 118,4 2-103,8-4 218,0-2-182,-6 1-606,-4 3 2559,12-4-2098,0 0 0,0 1-1,0-1 1,0 0 0,0 1 0,0-1 0,0 1-1,0-1 1,0 0 0,0 1 0,0-1 0,1 0 0,-1 1-1,0-1 1,0 0 0,0 1 0,1-1 0,-1 0-1,0 1 1,1-1 0,-1 0 0,0 0 0,0 0-1,1 1 1,-1-1 0,0 0 0,1 0 0,-1 0 0,0 1-1,1-1 1,-1 0 0,1 0 0,-1 0 0,1 0-1,4 1-13,1 1-1,-1-1 0,0 0 0,1-1 0,-1 0 0,1 1 0,-1-2 1,1 1-1,-1-1 0,1 0 0,8-2 0,11-1 73,96-13 205,50-5-51,-35 16-37,55-3-47,-89 3-127,30-4 55,141-14 82,97-5-107,-148 13 82,142-3-137,-133 8 78,282-6-217,168 6 128,-438-9 103,48-1-126,-270 20 14,239 1 88,-172 4-90,48 4 11,87 9-48,-88-10 7,384 33-265,44-31 50,-219-9 154,76 0-146,-7 1-18,20 0 207,110-4-122,152-5-64,-294-3 162,-129 1 4,297-18-19,-336 15 80,56-5 2,93-3 29,-255 16-20,78-3 35,199-11-90,519-26-20,-233 1 90,-615 35 11,66-4 22,159-13 71,-3 2 108,-290 23-229,22-1 100,46-10-1,-66 10-28,0 0-1,0-1 1,-1-1-1,1 1 1,-1-1-1,0-1 1,0 0-1,0 0 1,7-7-1,-5 1 35,-1 0 0,0 0 0,-1-1 0,0 0 0,-1-1 0,-1 0 0,8-20 0,5-9-1,-4 11-27,-5 9 68,2-1 0,22-32 1,-28 47 17,-1-1 0,0 1 0,-1-1 0,0 1 0,0-1 0,-1 0 0,0-1 0,2-15 0,0-10 238,1-38 0,-1 8-173,-3 27-114,-2-43 0,1-22 81,25-247 823,2 186-366,-18 117-371,-2-1 0,3-78 1,-15-14-256,-7 1 1,-54-258-1,13 190-132,31 132 36,10 39 23,-6-44 1,-19-127-289,8 104 188,25 90 139,-1 1 1,0 0-1,-1 0 1,0 0-1,-1 0 0,-1 1 1,0 0-1,0 0 1,-1 0-1,0 1 1,-1 1-1,-10-10 0,2 6 0,-2 0-1,0 1 0,0 1 1,-1 1-1,-28-10 0,-109-27-14,81 31-23,-86-6 0,15 16 30,38 3-2,-203 7-39,175 1 28,5-2-22,-216 11-106,209-9 102,-10 1 10,21-4-24,35-3-46,-437-13-378,410 7 322,-535-16-91,336 3 73,194 15 129,-72-1-5,137 5 19,-44 1-38,-73 4-151,-45 4 8,-15 6-177,120-8 244,-73 6-136,-92 1-307,97-9 242,-145 4 40,-21-13-37,70-7 110,81 7 59,-377 5-10,91 32 262,425-26-102,-50 2 10,-101-2 17,-85-2-10,-219-9 97,342 6-100,-459 4 112,391 11-172,-3 0 96,-3-4-64,34-1 64,8 1-40,-36-1 10,-166 15 72,258-12-86,13-5 40,-77 8 40,14-1-87,107-10 124,-433 23-221,439-26 128,-97 5-3,-74 9-9,62-6 35,104-5 24,-134 12-20,158-10-16,-87 23 0,-236 37 68,217-44-60,55-16-91,24-3 24,-127 9 29,186-13 36,-258 18 7,75-3 16,170-11-79,24-3 71,-41 0 1,43-2-40,0 1 0,0 1 0,-26 6 0,-7 1-21,-47 11-2,87-18 44,12-1 0,1-1 18,-25 4 50,25-3-86,0 0 2,-11 2 23,1 1 0,0 0-1,0 1 1,0 0 0,-23 14-1,6-1-44,-33 27-1,54-37 32,0 0 1,1 1-1,0 0 1,0 0 0,1 0-1,0 1 1,1 0-1,0 1 1,1-1-1,0 1 1,0 0-1,1 1 1,-4 20-1,1 8 38,1 2-1,0 65 1,5-84-27,2 60 30,13 98 1,-6-97-88,20 156 107,-27-227-67,21 200 18,-8-47-7,-5-77 46,8 41 16,0 12 104,-9-62-63,-1 134 113,-7-170-151,-6 135 12,3-128-33,-1 3 7,0 61 199,0 32-30,5-90-199,-1-30-2,5 46 1,-3-30-58,-2-34 34,0-1 1,0 0-1,1 0 1,0 0 0,1 0-1,3 11 1,-2 6 56,-2-19-60,-1-3-10,1 1-1,1 29-27,-2-32 43,0 0 0,0 0 0,0 0 0,0-1 0,1 1 0,-1 0 0,0 0 0,0 0 0,1-1 0,-1 1 0,0 0 0,1 0 0,-1-1 0,1 1 0,-1 0 0,1-1 0,0 1 0,-1 0 0,1-1 0,0 1 0,9 12-28,-6-3 27,0-1 0,0 0 0,1-1 0,7 12 1,0-3 33,-11-15-27,0-1 1,1 1-1,-1 0 1,0 0-1,1-1 1,-1 1-1,1 0 1,0-1-1,-1 0 1,1 1 0,0-1-1,2 1 1,31 20-24,-29-17 13,0-1 0,1-1-1,-1 1 1,0-1 0,1 0-1,7 2 1,13 2 27,1-2 0,0-1 1,0-1-1,41-1 0,426-33 172,-254 11-119,-135 14-1,108-11 96,-25 2-2,299-14 45,-354 25-98,765-40 2150,-691 28-1931,58-5-64,-115 5-1558,-151 16 1234,1 1 0,-1-1 0,1 0 0,-1 0 0,1 0 1,-1 0-1,0 0 0,1-1 0,-1 1 0,1 0 0,-1 0 0,1 0 0,-1 0 0,0 0 0,1-1 1,-1 1-1,1 0 0,-1 0 0,0 0 0,1-1 0,-1 1 0,0 0 0,1-1 0,-1 1 0,0 0 1,0-1-1,1 1 0,-1 0 0,0-1 0,0 1 0,0-1 0,1 1 0,-1-1 0,0 0-79,0 0-1,-1 0 0,1 0 1,0 0-1,-1 0 0,1 0 1,-1 0-1,1 0 0,-1 0 0,0 0 1,1 0-1,-1 0 0,-1 0 1,-32-27-3943,2 7-2647,-5-3-4341</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32.377"/>
    </inkml:context>
    <inkml:brush xml:id="br0">
      <inkml:brushProperty name="width" value="0.035" units="cm"/>
      <inkml:brushProperty name="height" value="0.035" units="cm"/>
    </inkml:brush>
  </inkml:definitions>
  <inkml:trace contextRef="#ctx0" brushRef="#br0">13 254 8833,'-12'13'14398,"14"-23"-12146,-1 6-2421,0 2 1207,16-5-867,1 1 0,-1 1-1,1 0 1,0 1 0,29-2-1,-13 2-125,125-14 43,-39 8-22,15-2 6,-44 4-77,-20 4-1,2-4-23,115 4 0,-134 4 46,70 9-55,55-9 24,-90 2 59,-14 1-7,312-3-95,-359 2 50,-1 0 1,43 11-1,-42-8 37,61 4-64,-53-6 67,18 4 0,-12-1-12,71 3 0,-5-1-52,59 4 43,-51-4 9,-79-7-26,47-3 1,34 0-46,-6 2 88,-18-1-77,34 2 59,-12 4-46,10 1 55,-97-4-37,1-2 0,33-3 0,-10-1 19,25 0-16,66-2-118,303-4 65,-380 4 3,-45 3-5,39 1 0,217 2-601,-232 1 657,9 0 43,74-10-89,15-2-33,-73 6 64,102 4 0,0 2 60,103-7-13,-129 3-28,23-2-42,36-8-56,-47 9 23,-30 2-56,35 0 157,124 3-47,-113 3 142,-99-2-133,71-3-38,-40 1 29,79 3-90,3-3 21,173-4 9,-286 4 3,133-6 206,-83 0-159,14-4 87,20 1 6,135 14-110,43 3 8,-302-6 50,320-1 66,-183-2 30,130 5-66,-130-7-71,88 1 32,14 2-130,-79-1 204,-72-1-51,-41 2-30,377-5-48,-64-7 46,-192 16 56,-30 0-129,86 0 132,-68 1-132,-113-4 69,70-1 1,-54-2 31,64-5 70,30 2-104,-44 4-59,193 5 136,-130 1 159,23-3-183,-65 1 49,285-5 656,237 16 799,-428-9-1184,-201-4-224,-8 0 246,75-8 0,-68 4 303,-5 0 362,-49 3-943,1 0 0,0 0 0,0 0 0,0 0 1,5 2-1,13-1 262,-21-1-360,-1-1-1,1 1 1,0 0 0,0 0 0,0-1 0,-1 1 0,1 0 0,0 1-1,0-1 1,-1 0 0,1 0 0,0 1 0,2 0 0,-2-1-5,-1 1 1,1-1 0,0 0-1,-1 0 1,1 0 0,0 0-1,0 0 1,-1 0 0,1 0-1,0 0 1,-1-1 0,1 1-1,3-2 1,0 0-1,19-3 0,5 7-429,-31-6-1353,-2-6 441,-1 1 0,0 0-1,-1 0 1,1 0 0,-2 1-1,1 0 1,-1 0 0,-1 1-1,-13-12 1,16 14 19,-41-39-11515</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45.794"/>
    </inkml:context>
    <inkml:brush xml:id="br0">
      <inkml:brushProperty name="width" value="0.035" units="cm"/>
      <inkml:brushProperty name="height" value="0.035" units="cm"/>
    </inkml:brush>
  </inkml:definitions>
  <inkml:trace contextRef="#ctx0" brushRef="#br0">99 223 3916,'-1'1'111,"0"0"-1,-1 0 0,1 0 0,0 0 0,-1 0 1,1 0-1,-1 0 0,1 0 0,-1-1 0,0 1 1,-1 0-1,2-1-6,-1 0 0,1 0 0,0 0 0,0-1 0,0 1 0,0 0 0,0-1 1,0 1-1,0-1 0,0 1 0,0-1 0,0 1 0,1-1 0,-1 0 0,0 1 0,0-1 0,0 0 1,-2-2 2551,-11 7-1939,-1 1 594,5-7 10352,-1-2-11590,3 1 709,17-3-331,18-3-348,1 2 1,0 0 0,0 2-1,1 1 1,29 0 0,6-1-32,291-18 94,-236 17-157,232-13 8,155-1-36,-363 20 24,-24 0-42,53 1 36,50-3-4,-47-4 88,26-2-19,-188 7-69,419-26-110,-157 28 161,-13 1-52,405-29 92,-419 8-124,-31 2 132,152 13-386,81 4 93,-18 1 38,-300 2 104,219 5-162,77-2 183,-117-9-135,302 17-30,-133 7 136,-417-19 66,223 19-27,67 1-22,-117-13 59,410-18 8,-449 12 14,-58 0-30,79 7 7,-87-3 10,13 2-66,103 2 38,295-3 27,-191-4 4,-284-4 33,271-6 160,-244 5-293,65-3 124,99-1 66,-156 6 213,303 14 1622,-306-10-1226,-12-3 4,50 5 198,-95-4-444,52-2 0,-46-2-28,-45 1-354,-4-5-2598,-1 1 1815,1-1 1,-1 1 0,0-1 0,0 1 0,0 0 0,0 0 0,-1 0 0,-4-5 0,1 0-994,-13-19-4967,2 1-4316</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1.945"/>
    </inkml:context>
    <inkml:brush xml:id="br0">
      <inkml:brushProperty name="width" value="0.035" units="cm"/>
      <inkml:brushProperty name="height" value="0.035" units="cm"/>
    </inkml:brush>
  </inkml:definitions>
  <inkml:trace contextRef="#ctx0" brushRef="#br0">6 11 5889,'11'-1'-1523,"-18"-2"7904,-2 0 3710,29 1-6523,196 1-1756,356 7-679,127 43-949,444 9 4,-21-49-320,-935-6 192,207 6-97,158 23 84,-284-27-100,-88-2 94,-35 2-98,90 1-44,96-14 79,31-12-38,38 11 12,0-3 116,-129 6-177,-106 4-46,-42 0 38,273-14-29,187-12 40,11 25-237,80 3 377,347 26 599,-553-4-226,-342-14-283,138 10 101,-45-4-40,9 1-1234,-225-14 876,1-1 0,-1 0 0,0 0 0,1 0 0,-1 0 0,0 0 0,0-1 0,1 1 0,-1-1 0,5-2 0,-8 3 124,0 0 0,1 0-1,-1 0 1,0-1 0,1 1 0,-1 0 0,0 0 0,1-1 0,-1 1-1,0 0 1,0-1 0,1 1 0,-1 0 0,0-1 0,0 1-1,0 0 1,0-1 0,1 1 0,-1 0 0,0-1 0,0 1-1,0 0 1,0-1 0,0 1 0,0-1 0,0 1 0,0 0-1,0-1 1,0 0 0,-1 0-94,1-1-1,-1 1 1,0-1-1,0 1 1,0 0-1,0-1 1,0 1-1,0 0 1,0 0 0,0 0-1,-2-2 1,-9-6-1179,0 1 1,0 0 0,-1 0-1,0 1 1,0 1 0,-23-8-1,-50-10-8357</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2.847"/>
    </inkml:context>
    <inkml:brush xml:id="br0">
      <inkml:brushProperty name="width" value="0.035" units="cm"/>
      <inkml:brushProperty name="height" value="0.035" units="cm"/>
    </inkml:brush>
  </inkml:definitions>
  <inkml:trace contextRef="#ctx0" brushRef="#br0">75 369 7373,'-75'66'8063,"89"-44"-4803,-11-21-3126,0 1 0,0 0-1,1-1 1,-1 0 0,1 0-1,-1 0 1,1 0-1,-1-1 1,1 1 0,0-1-1,-1 0 1,6 0 0,3 0 216,70 2 2031,127-12 0,79-27-304,-227 28-1675,416-68 1891,274-35-564,734 6-1009,-1023 91-720,-315 6-3010,-145 9 2765,-1-1 0,1 1 1,0 0-1,-1-1 0,1 1 0,-1-1 1,1 1-1,-1-1 0,1 0 0,-1 0 1,1 0-1,-1 0 0,0 0 0,1 0 1,-1 0-1,0 0 0,0 0 0,0-1 1,0 1-1,0 0 0,0-1 0,0 1 1,-1-1-1,2-1 0,-1 1-575,0-1 0,-1 0 0,1 1 0,-1-1 0,1 0-1,-1 1 1,0-1 0,0 0 0,0 1 0,-1-4 0,-4-32-10813</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3.844"/>
    </inkml:context>
    <inkml:brush xml:id="br0">
      <inkml:brushProperty name="width" value="0.035" units="cm"/>
      <inkml:brushProperty name="height" value="0.035" units="cm"/>
    </inkml:brush>
  </inkml:definitions>
  <inkml:trace contextRef="#ctx0" brushRef="#br0">34 1 11381,'1'3'6044,"-2"-2"-5747,1-1 0,-1 0-1,1 1 1,-1-1-1,1 0 1,-1 0-1,0 1 1,1-1-1,-1 0 1,0 0-1,1 0 1,-1 0-1,0 0 1,1 0-1,-1 0 1,0 0-1,1 0 1,-1 0-1,1 0 1,-1 0 0,0 0-1,0-1 1,0 1-247,0 0 0,1 0 1,-1-1-1,1 1 1,-1 0-1,0 0 1,1 0-1,-1 0 0,1 0 1,-1 0-1,0 0 1,1 0-1,-1 0 0,1 1 1,-1-1-1,0 0 1,1 0-1,-1 0 1,1 1-1,-1-1 0,1 0 1,-1 1-1,1-1 1,-1 0-1,1 1 1,-1-1-1,1 1 0,-1-1 1,1 1-1,0-1 1,-1 1-1,1-1 0,0 1 1,-1-1-1,1 1 1,0 0-1,0-1 1,0 1-1,-1-1 0,1 1 1,0 0-1,0-1 1,0 1-1,0-1 1,0 1-1,0 1 0,3 39 816,-3-36-763,25 194 1486,33 241-687,-53-405-1126,-2-10-948,1 0-1,1 0 0,10 27 0,-13-30-2025,-2-22 2959,0 1 1,0-1-1,0 1 0,0-1 0,-1 1 0,1-1 0,0 1 0,0-1 1,0 1-1,-1-1 0,1 1 0,0-1 0,-1 1 0,1-1 0,0 1 1,-1-1-1,1 0 0,-1 1 0,1-1 0,0 0 0,-1 1 0,1-1 1,-1 0-1,1 0 0,-1 1 0,1-1 0,-1 0 0,1 0 1,-1 0-1,1 0 0,-1 0 0,1 1 0,-1-1 0,0 0 0,1 0 1,-1 0-1,0-1 0,-12-9-9663</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4.047"/>
    </inkml:context>
    <inkml:brush xml:id="br0">
      <inkml:brushProperty name="width" value="0.035" units="cm"/>
      <inkml:brushProperty name="height" value="0.035" units="cm"/>
    </inkml:brush>
  </inkml:definitions>
  <inkml:trace contextRef="#ctx0" brushRef="#br0">1 110 18458,'26'-11'4326,"52"-14"0,85-6 408,-128 26-3946,211-28-597,-145 28-3695,-98 6 2071,-7 2-115,-61 44-9562,22-20-1134</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4.189"/>
    </inkml:context>
    <inkml:brush xml:id="br0">
      <inkml:brushProperty name="width" value="0.035" units="cm"/>
      <inkml:brushProperty name="height" value="0.035" units="cm"/>
    </inkml:brush>
  </inkml:definitions>
  <inkml:trace contextRef="#ctx0" brushRef="#br0">0 188 20254,'87'-49'3164,"-41"31"-324,2-7-515,-2 4-457,-8 4-408,-1 0-604,-2 5-856,-7-2 0,-13 8 0,8 1 0,0 2-1640,-17 17-4857,2 3-739,-31-5-7174</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4.595"/>
    </inkml:context>
    <inkml:brush xml:id="br0">
      <inkml:brushProperty name="width" value="0.035" units="cm"/>
      <inkml:brushProperty name="height" value="0.035" units="cm"/>
    </inkml:brush>
  </inkml:definitions>
  <inkml:trace contextRef="#ctx0" brushRef="#br0">668 0 13693,'-4'3'493,"-1"-1"0,0-1 0,0 1-1,0-1 1,0 0 0,0 0 0,0 0 0,-6-1-1,-28 6 958,23 0-1201,0 0 0,0 1 0,0 1 0,1 0 0,0 1 0,1 1-1,0 0 1,1 1 0,-20 21 0,3-1 2,3 1-1,-44 65 0,26-22 12,3 2 0,3 2 1,4 2-1,-41 139 0,63-175-182,3 0 0,1 1 0,3 0 0,1 0 1,3 1-1,2-1 0,1 0 0,9 52 0,-5-72-215,1-1-1,1 1 1,1-1-1,2 0 1,0-1-1,23 39 1,-22-46-264,1 0 1,1-1-1,0 0 1,1-1-1,1 0 1,0-1 0,1-1-1,0-1 1,25 15-1,-25-18-1010,0-1 0,1 0-1,0-2 1,0 0 0,35 8 0,20-6-7069</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5.051"/>
    </inkml:context>
    <inkml:brush xml:id="br0">
      <inkml:brushProperty name="width" value="0.035" units="cm"/>
      <inkml:brushProperty name="height" value="0.035" units="cm"/>
    </inkml:brush>
  </inkml:definitions>
  <inkml:trace contextRef="#ctx0" brushRef="#br0">13 335 5372,'-5'-13'1634,"2"15"1481,2 22 334,1-21-3970,0 1 3387,1-3-2755,-1 0 0,0 0 0,0-1 0,0 1 0,0 0-1,0 0 1,0 0 0,0 0 0,0 0 0,0 0 0,0 0 0,0 0 0,0 0 0,-1 0 0,0 1 0,1 0 66,-1-1-1,1 0 1,0 1 0,-1-1 0,1 1-1,0-1 1,0 1 0,0-1 0,0 0-1,0 1 1,0-1 0,0 1 0,0-1-1,1 2 1,1 2-173,-1-1 217,1 0 0,-1 0 1,1 0-1,0-1 0,0 1 0,0-1 0,1 1 1,-1-1-1,1 0 0,4 4 0,-5-5 350,-3-14-560,0 0 0,1 0 0,1 0-1,0 0 1,1 0 0,0 0 0,0 0-1,1 1 1,1-1 0,8-17 0,4-4 126,3 0 1,22-31-1,-22 35 168,-7 13 131,0 0 0,0 1 1,1 1-1,1 0 0,1 1 0,29-22 0,-42 34-392,0-1-1,0 1 1,0 0-1,1-1 1,-1 1-1,0 0 1,0 0-1,1 0 0,-1 1 1,0-1-1,1 0 1,-1 1-1,1 0 1,-1-1-1,1 1 0,-1 0 1,1 0-1,-1 1 1,1-1-1,-1 0 1,1 1-1,-1-1 1,0 1-1,1 0 0,-1 0 1,0 0-1,0 0 1,1 0-1,-1 1 1,0-1-1,0 1 0,0-1 1,-1 1-1,1 0 1,0 0-1,2 3 1,0 1 4,1 1 1,-1 1 0,0-1 0,-1 1 0,0-1 0,0 1 0,-1 0-1,0 0 1,2 15 0,7 116-200,-7-59-901,-3-49-354,-1 0 0,-6 34 1,1 1-3390,5-40-1329,5-3-3887</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5.335"/>
    </inkml:context>
    <inkml:brush xml:id="br0">
      <inkml:brushProperty name="width" value="0.035" units="cm"/>
      <inkml:brushProperty name="height" value="0.035" units="cm"/>
    </inkml:brush>
  </inkml:definitions>
  <inkml:trace contextRef="#ctx0" brushRef="#br0">144 0 17294,'-34'0'6888,"45"12"-5264,-2-4-384,-9 15-223,0 20-213,-3 1-152,-3 5-140,-8 8-200,-3 3-364,2 1-532,10-4-664,-10-2-369,1-3-807,-9-6-900,9-6-2921,11-20-5620</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5.614"/>
    </inkml:context>
    <inkml:brush xml:id="br0">
      <inkml:brushProperty name="width" value="0.035" units="cm"/>
      <inkml:brushProperty name="height" value="0.035" units="cm"/>
    </inkml:brush>
  </inkml:definitions>
  <inkml:trace contextRef="#ctx0" brushRef="#br0">271 0 17822,'-20'3'2528,"20"23"-404,-3 9-384,-3 19-340,-5-8-336,-1 9-211,-2 8-237,-9 6-120,-3 6-340,-3-3-820,3 3-437,0-6-879,0-9-1032,1-11-3501,2-6-6032</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6.139"/>
    </inkml:context>
    <inkml:brush xml:id="br0">
      <inkml:brushProperty name="width" value="0.035" units="cm"/>
      <inkml:brushProperty name="height" value="0.035" units="cm"/>
    </inkml:brush>
  </inkml:definitions>
  <inkml:trace contextRef="#ctx0" brushRef="#br0">158 144 8721,'-7'5'593,"-1"1"1,1-1 0,0 2-1,1-1 1,-1 1-1,1 0 1,1 0-1,-1 1 1,1-1 0,0 1-1,1 0 1,-4 9-1,-5 17 277,-16 58 0,28-91-847,-8 32 1033,1 0 0,2 1-1,1 0 1,-1 38 0,24-86 11,-9 5-888,0-1 0,-2 1 0,1-2 0,10-18 0,22-51 240,-37 74-391,55-138 412,2-6-418,-22 59-44,-37 89 29,-1 1-1,1-1 0,0 0 0,-1 1 0,1-1 0,0 0 1,0 1-1,0-1 0,1 1 0,-1 0 0,0-1 0,2 0 1,-3 2-4,1 0 0,-1 0 0,0 0-1,1 0 1,-1 0 0,0 0 0,0 0 0,1 0 0,-1 0 0,0 0 0,1 0 0,-1 0 0,0 0 0,1 0 0,-1 0 0,0 1 0,1-1 0,-1 0 0,0 0 0,0 0 0,1 1 0,-1-1 0,0 0 0,0 0 0,1 1 0,-1-1 0,0 0 0,0 0 0,0 1 0,0-1 0,1 0 0,-1 1 0,0-1 0,0 0 0,0 1 0,0-1 0,0 1 0,3 8 48,-1 0 1,0 1-1,1 11 1,0-3-20,37 157 166,-24-111-166,-6-28 1,1 0-1,25 57 0,-26-73-479,0-1 0,2 1 0,0-2 1,1 0-1,28 30 0,-37-44-108,0-1 0,0 1 1,0-1-1,1 0 0,7 4 1,-5-4-1082,-1-1 1,0 1-1,1-2 1,6 2 0,18 3-8282</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6.548"/>
    </inkml:context>
    <inkml:brush xml:id="br0">
      <inkml:brushProperty name="width" value="0.035" units="cm"/>
      <inkml:brushProperty name="height" value="0.035" units="cm"/>
    </inkml:brush>
  </inkml:definitions>
  <inkml:trace contextRef="#ctx0" brushRef="#br0">0 114 8709,'19'-12'2567,"-15"9"-242,5 2-1366,0 0 1,0-1-1,0 0 0,0 0 0,0-1 0,-1 0 0,1-1 0,11-6 1,34-13 1678,-8 10-1059,1 2 0,0 2 0,0 3 0,55-1 0,-100 6-1579,0 1 1,-1 0-1,1 0 1,-1 0-1,1 0 1,0 0-1,-1 0 1,1 1-1,-1-1 0,1 0 1,0 1-1,-1 0 1,1-1-1,-1 1 1,1 0-1,-1-1 1,0 1-1,1 0 0,-1 0 1,0 0-1,0 0 1,0 1-1,0-1 1,1 0-1,-2 0 1,1 1-1,0-1 0,0 1 1,0-1-1,-1 0 1,1 1-1,0 2 1,0 2-10,-1 1-1,0-1 1,0 0 0,0 0 0,-1 1 0,0-1-1,-2 8 1,-2 0-232,1 0 0,-2-1 0,0 0 1,-1 0-1,0 0 0,-10 13 0,-9 17-782,22-35 902,-8 11-178,2 1-1,1 1 1,0-1-1,-9 35 1,18-54 326,0 0 1,-1 0-1,1 0 1,0 1-1,0-1 0,0 0 1,0 0-1,0 1 1,0-1-1,0 0 1,1 0-1,-1 0 1,0 1-1,1-1 1,-1 0-1,0 0 1,1 0-1,0 0 1,-1 0-1,1 0 1,1 2-1,-1-2 8,1 0-1,-1 0 1,1 0 0,-1 0-1,1 0 1,-1-1 0,1 1 0,-1 0-1,1-1 1,0 1 0,-1-1-1,1 0 1,0 1 0,0-1-1,-1 0 1,3 0 0,7-1 30,0 0-1,0-1 1,0 0 0,0 0 0,11-5 0,20-5-322,-28 9-441,0-2 0,0 1 1,0-2-1,-1 0 0,16-9 1,-19 8-2048,1 0 0,-2 0 1,15-14-1,-13 8-8813</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6.819"/>
    </inkml:context>
    <inkml:brush xml:id="br0">
      <inkml:brushProperty name="width" value="0.035" units="cm"/>
      <inkml:brushProperty name="height" value="0.035" units="cm"/>
    </inkml:brush>
  </inkml:definitions>
  <inkml:trace contextRef="#ctx0" brushRef="#br0">1 0 16385,'4'10'8611,"8"4"-4950,21 15-3484,-15-13 999,9 12-989,-1 2 1,-1 0-1,-2 2 0,-1 0 0,-2 1 0,-1 2 1,-2 0-1,21 58 0,-11-7 170,-3 1 1,19 140-1,-28-128-357,-5 2 0,-4-1 0,-4 1 0,-5 0 0,-18 113 0,-40 64-2220,43-220 487,-2-2 1,-48 94-1,1-32-6597,3-16-5705</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7.927"/>
    </inkml:context>
    <inkml:brush xml:id="br0">
      <inkml:brushProperty name="width" value="0.035" units="cm"/>
      <inkml:brushProperty name="height" value="0.035" units="cm"/>
    </inkml:brush>
  </inkml:definitions>
  <inkml:trace contextRef="#ctx0" brushRef="#br0">1 529 12585,'19'-16'2043,"-15"12"2603,-2 2-3708,4-5-647,0 0 0,-1-1 0,1 0 0,-2-1 0,1 1 0,6-17-1,-10 22-271,14-36 28,-1-1 0,-3-1 0,-1 0 1,9-79-1,-16 25-552,-3 75 414,0 16 8,0 8-123,2 14 224,0-1 1,2 0-1,0 0 1,0 0-1,2-1 0,9 21 1,-13-32 16,0-1 1,1 1 0,0-1 0,0 0-1,0 0 1,0 0 0,1 0-1,-1 0 1,1-1 0,0 1-1,0-1 1,0 0 0,1-1 0,-1 1-1,1-1 1,-1 1 0,1-2-1,0 1 1,0 0 0,0-1 0,0 0-1,0 0 1,0 0 0,0-1-1,0 1 1,6-2 0,-5 1 1,1-1 0,0 0 0,-1-1 1,1 0-1,0 0 0,-1 0 0,0-1 0,0 0 1,0 0-1,0 0 0,0-1 0,0 0 1,-1 0-1,7-7 0,5-7 351,-1 0-1,24-36 1,-8 10 794,-28 39-939,-1 1 0,1-1 0,-1 0 0,0-1-1,-1 1 1,1 0 0,-1-1 0,0 0 0,0 1-1,1-9 1,7 29 351,-5-5-518,-1 0 0,0-1 0,0 2 0,-1-1-1,3 18 1,5 58 138,-10-81-205,6 70-1268,-6 129-1,-1-189 170,-2 1-1,-3 17 0,3-28-421,1 0 0,-1 0 0,0 0-1,0 0 1,-5 8 0,-3 0-10197</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8.066"/>
    </inkml:context>
    <inkml:brush xml:id="br0">
      <inkml:brushProperty name="width" value="0.035" units="cm"/>
      <inkml:brushProperty name="height" value="0.035" units="cm"/>
    </inkml:brush>
  </inkml:definitions>
  <inkml:trace contextRef="#ctx0" brushRef="#br0">55 3 18402,'-54'-2'6172,"74"7"-6356,0-2-512,-11 14-3868,2 6-1133,4-8-4752</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8.794"/>
    </inkml:context>
    <inkml:brush xml:id="br0">
      <inkml:brushProperty name="width" value="0.035" units="cm"/>
      <inkml:brushProperty name="height" value="0.035" units="cm"/>
    </inkml:brush>
  </inkml:definitions>
  <inkml:trace contextRef="#ctx0" brushRef="#br0">441 509 8413,'-12'7'367,"5"-2"-61,0-1-1,0 0 1,0-1 0,0 1 0,0-1 0,-1-1 0,-13 4-1,11-5-91,2 1 178,0-1 0,0 1-1,0 1 1,0-1 0,0 1 0,-12 7 0,-20 17 983,2 2 0,0 1-1,-65 69 1,92-86-807,0 1 1,1-1-1,-17 31 1,26-42-169,2 1 13,2 6-148,-3-8-218,0 0 0,1 1 0,-1-1 0,1 0 0,-1 0 0,1 0 0,0 0 1,-1 1-1,1-1 0,0 0 0,0 0 0,1 1 0,-1-2-16,0 1 1,0-1-1,0 0 0,0 0 1,0 0-1,1 1 0,-1-1 1,0-1-1,0 1 0,0 0 1,0 0-1,0 0 0,0 0 1,0-1-1,0 1 0,0-1 1,0 1-1,0-1 1,2 0-1,17-9 282,-1-1 1,-1 0 0,0-1-1,0-1 1,-1-1-1,28-30 1,-21 17-248,0-2 0,-2-1 0,23-41 0,-28 37-337,-2-1 0,-2 0 0,18-73 1,-27 94 207,1-8-147,0-1 1,-2 1-1,0-1 1,-1-44 0,-3 54 160,0-1 0,-1 1 0,0-1 0,-1 1 0,-1 0 1,0 0-1,-1 0 0,0 1 0,-9-15 0,9 20 43,0 0-1,0 0 1,-1 1-1,0 0 1,0 0-1,-1 1 0,-8-6 1,2 1 160,12 10-144,0-1 0,0 1 0,0 0 0,1 0 1,-1 0-1,0 0 0,0 0 0,0 0 0,0 0 1,0 0-1,0 0 0,0 0 0,0 0 0,0 1 0,0-1 1,0 0-1,0 1 0,0-1 0,-1 1 0,0 0 27,1 0-17,-1-1 0,1 0 0,-1 1 0,1-1-1,0 1 1,-1 0 0,1-1 0,0 1 0,-1 0 0,1 0-1,0 0 1,0 0 0,0 0 0,0 0 0,0 0 0,0 0 0,0 1-1,0-1 1,0 0 0,1 1 0,-1-1 0,0 0 0,1 1-1,-1-1 1,1 1 0,0-1 0,-1 1 0,1-1 0,0 1-1,0-1 1,0 1 0,0 2 0,1 5 91,0 0-1,1 0 1,0 0 0,5 13-1,-1-2 41,5 26 167,2-1 0,2 1 1,1-2-1,3-1 0,2 0 0,46 70 1,-52-92-667,1-1 1,26 26 0,-35-39-78,1 0 0,0-1 0,0 1 0,0-1 0,1-1 0,0 0 0,0 0 0,17 6-1,-23-10 197,-1-1 0,1 1 0,0-1-1,-1 0 1,1 0 0,-1 0-1,1 0 1,-1 0 0,1-1 0,0 1-1,-1-1 1,1 1 0,-1-1-1,0 0 1,1 0 0,-1 0 0,0 0-1,1-1 1,-1 1 0,0 0-1,0-1 1,0 0 0,0 1 0,0-1-1,-1 0 1,3-3 0,4-6-1105,0-1 0,-1 0 0,11-25 0,5-6 505,33-30 7035,-54 71-5840,-1 0 0,1 0 1,-1 0-1,0-1 1,0 1-1,0 0 1,0 0-1,0-1 1,0-4-1,0 2 393,0 2 833,1 5-105,8 9-848,-1 0 0,0 1 1,-1 0-1,-1 0 1,0 1-1,0 0 0,-1 0 1,4 15-1,-3-8-527,-2-1 0,-1 0 1,0 1-1,-1 0 0,0 29 0,-2-30-357,-1-9-520,0-1-1,0 0 0,-1 0 0,0 1 0,-2 10 1,-9 18-3189,11-37 3439,1 0 0,0 0 0,-1 1 0,1-1 0,-1 0-1,1 0 1,-1 0 0,0 0 0,0 0 0,1 0 0,-1 0 0,0 0 0,-2 2 0,-10-3-11388</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8.903"/>
    </inkml:context>
    <inkml:brush xml:id="br0">
      <inkml:brushProperty name="width" value="0.035" units="cm"/>
      <inkml:brushProperty name="height" value="0.035" units="cm"/>
    </inkml:brush>
  </inkml:definitions>
  <inkml:trace contextRef="#ctx0" brushRef="#br0">93 0 10745,'-46'52'-4,"26"-32"-1060,0-5-1800,14 2-965</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9.220"/>
    </inkml:context>
    <inkml:brush xml:id="br0">
      <inkml:brushProperty name="width" value="0.035" units="cm"/>
      <inkml:brushProperty name="height" value="0.035" units="cm"/>
    </inkml:brush>
  </inkml:definitions>
  <inkml:trace contextRef="#ctx0" brushRef="#br0">48 1387 5032,'-25'46'10976,"23"-47"-10523,0 0 0,1 0 0,-1 0 0,0 0 0,1 0 1,-1 0-1,1 0 0,0 0 0,-1-1 0,1 1 0,0-1 0,-2-2 0,2-2-92,1-1 1,0 1-1,0 0 1,0 0-1,1-1 1,0 1-1,2-7 0,0-4 240,162-767 6718,-153 738-7261,72-377-159,-83 412-471,1 1 0,0-1 0,1 1-1,0 0 1,1-1 0,6-11 0,-9 20-1383,0 2 1559,0 1-1,0 0 0,0 0 0,0 0 0,0 0 0,0 0 0,0 0 0,0 0 0,0 0 0,0 1 0,1 1 0,0 0-611,17 29-5748,1 5-4439</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9.457"/>
    </inkml:context>
    <inkml:brush xml:id="br0">
      <inkml:brushProperty name="width" value="0.035" units="cm"/>
      <inkml:brushProperty name="height" value="0.035" units="cm"/>
    </inkml:brush>
  </inkml:definitions>
  <inkml:trace contextRef="#ctx0" brushRef="#br0">3 61 18094,'-2'-43'2468,"16"40"-372,0-2-236,6 2-504,1-3-348,2 6-307,0 0-469,5 0-1009,-2 0-727,0 3-132,6 8-5396,-18-2-6850</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1:59.804"/>
    </inkml:context>
    <inkml:brush xml:id="br0">
      <inkml:brushProperty name="width" value="0.035" units="cm"/>
      <inkml:brushProperty name="height" value="0.035" units="cm"/>
    </inkml:brush>
  </inkml:definitions>
  <inkml:trace contextRef="#ctx0" brushRef="#br0">35 1475 5693,'-8'17'693,"2"0"0,1 1 0,-6 25 0,6 19 2418,5-58 1626,12-30 956,4-54-1511,11-117 0,-7 32-2278,66-627-1411,-90 625-1253,1 115 201,2 0 1,6-52-1,-3 105 364,-1-1 1,1 1-1,0 0 1,0 0-1,0 0 0,-1 0 1,1 0-1,-1 1 1,1-1-1,1 2 1,21 20-1184,39 53 0,-25-29 52,11 12-711,21 24-2297,-22-27-1615,0 0-2856</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0.008"/>
    </inkml:context>
    <inkml:brush xml:id="br0">
      <inkml:brushProperty name="width" value="0.035" units="cm"/>
      <inkml:brushProperty name="height" value="0.035" units="cm"/>
    </inkml:brush>
  </inkml:definitions>
  <inkml:trace contextRef="#ctx0" brushRef="#br0">0 52 20274,'9'-11'2276,"-1"2"-268,7 0-228,2 4-663,3 2-393,0 0-560,6 0-1020,-3-3-673,-6 6-7203,6-3-5510</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0.716"/>
    </inkml:context>
    <inkml:brush xml:id="br0">
      <inkml:brushProperty name="width" value="0.035" units="cm"/>
      <inkml:brushProperty name="height" value="0.035" units="cm"/>
    </inkml:brush>
  </inkml:definitions>
  <inkml:trace contextRef="#ctx0" brushRef="#br0">103 299 12365,'1'-1'280,"0"0"0,0-1 0,-1 1 0,1 0 0,-1-1 0,1 1 0,-1-1 0,0 1 0,1-1 0,-1 1 0,0-1 0,0 1 0,0-1 0,0 1 0,0-1 0,-1 1 0,1 0 0,-2-5 4716,14-8-1623,28-17 380,-37 30-3270,0-1-349,1 1 0,-1-1-1,1 1 1,0 0 0,7-1 0,-9 2-268,-3-2-897,-5-4 574,4 4 201,1 0 0,-1 0 0,0 0 0,0 1-1,1-1 1,-1 0 0,0 1 0,0 0 0,-1-1-1,1 1 1,-4-1 0,-1 0-81,0-1-1,-1 1 1,1-1-1,-10-6 1,14 7 270,0 1 1,0 0 0,0 0 0,0 1 0,-1-1 0,1 0 0,0 1 0,0 0 0,-5 0 0,2 0-13,2-1 0,1 1 57,-31-3 60,31 3 26,-6 4 234,8-4-263,0 0 0,1 0 0,-1 0-1,0 0 1,1 1 0,-1-1 0,0 0 0,1 0 0,-1 0 0,0 1 0,1-1-1,-1 0 1,0 1 0,1-1 0,-1 1 0,1-1 0,-1 1 0,0-1 0,1 1-1,-1-1 1,1 1 0,0-1 0,-1 1 0,1-1 0,-1 1 0,1 0 0,0-1-1,-1 2 1,3 13 390,11 69 1353,-10-73-1612,0 0 0,0 0 1,1-1-1,0 1 0,9 15 0,-5-15-233,1 0 0,0 0-1,0-1 1,1 0 0,20 16 0,-13-12-1151,19 21 0,-34-34 1095,-1 1 0,1-1 0,0 1-1,0-1 1,0 0 0,1 1 0,-1-1 0,0 0 0,0 0-1,1-1 1,-1 1 0,0 0 0,1-1 0,-1 0 0,1 1 0,-1-1-1,0 0 1,1 0 0,-1 0 0,1-1 0,-1 1 0,0 0 0,1-1-1,-1 0 1,1 0 0,-1 1 0,4-4 0,1 1-126,0-1 0,0 0 0,-1 0 0,0 0 0,0-1 0,0 0 0,0 0 0,6-8 0,19-29 177,40-71-1,-24 36 2053,-38 61-684,15-34 0,-23 47 291,-3 30-1062,0-1 1,-13 49-1,4-15-395,10-50-233,0 0 0,1 0 0,0 0 0,1 0 1,3 18-1,0 0-221,-4-25 291,0 0 0,1 0 1,-1 0-1,1 0 0,0 0 0,0 0 0,0 0 0,1 0 0,-1 0 1,0 0-1,4 3 0,-4-4 32,1-1 0,-1 0 0,1 0-1,-1 0 1,1 0 0,-1 0 0,1 0 0,-1 0 0,1-1 0,0 1 0,0-1-1,-1 1 1,1-1 0,0 0 0,0 1 0,0-1 0,-1 0 0,1 0 0,0 0-1,0-1 1,0 1 0,1-1 0,9-1 52,-1-1 0,0 0 0,1-1 0,-2 0 0,1-1 0,0 0 0,15-11 0,69-57 295,-29 19-250,142-107-1563,-189 145 224,-1-1-1,23-29 1,2-10-8253,-30 39 292</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1.519"/>
    </inkml:context>
    <inkml:brush xml:id="br0">
      <inkml:brushProperty name="width" value="0.035" units="cm"/>
      <inkml:brushProperty name="height" value="0.035" units="cm"/>
    </inkml:brush>
  </inkml:definitions>
  <inkml:trace contextRef="#ctx0" brushRef="#br0">274 1029 6617,'-31'0'4940,"16"0"1146,13-1-5882,1 1-1,0-1 1,0 1-1,0-1 1,0 0-1,0 0 1,0 0-1,0 1 1,0-1-1,0 0 1,0 0 0,1 0-1,-1 0 1,0-1-1,1 1 1,-1 0-1,1 0 1,-1 0-1,1 0 1,-1-1 0,1-1-1,-8-23 1652,8 23-1267,0-34 344,0 34-940,-1 0-198,-3-23-469,3 26 640,0-1-1,0 1 1,1-1-1,-1 1 1,0 0 0,0-1-1,1 1 1,-1 0-1,0 0 1,0 0 0,0-1-1,1 1 1,-1 0-1,0 0 1,0 0 0,0 0-1,0 0 1,1 1-1,-3-1 1,2 0-47,-17 0-270,4 0 10,1 0 0,0 0 0,0 1 0,-24 6 0,30-5 209,0 0 1,-1 0-1,1 1 1,0 0 0,0 1-1,-9 5 1,15-7 136,0 0 1,-1 0 0,1 0-1,0 0 1,1 0-1,-1 0 1,0 0 0,0 0-1,1 0 1,0 0-1,-1 0 1,1 0-1,0 0 1,0 5 0,2-5 21,-1 0 1,1 0 0,0 0 0,0 0 0,0-1-1,1 1 1,-1 0 0,0-1 0,0 0 0,1 0 0,3 2-1,-1 0 27,7 2 24,-1 0 0,1 0 0,0-2 1,0 1-1,22 2 0,63 2 225,-55-6-141,21 0 64,0-3 1,117-17 0,-177 17-345,5-24-818,-6 19 621,-1 3-347,-33 0-1234,30 3 1485,-1 0 97,-5-3 155,-5-1 336,5 2 3629,14-13-3038,-4 12-749,-1-1 1,1 1-1,0 0 1,0 0-1,1 0 1,-1 1 0,1-1-1,-1 0 1,1 1-1,0-1 1,0 1-1,0 0 1,0 0-1,0 0 1,0 1 0,1-1-1,-1 1 1,0-1-1,1 1 1,-1 0-1,1 1 1,0-1-1,-1 1 1,1-1-1,0 1 1,-1 0 0,1 0-1,0 1 1,-1-1-1,1 1 1,0 0-1,-1 0 1,1 0-1,-1 0 1,0 0-1,1 1 1,-1 0 0,0 0-1,0 0 1,0 0-1,0 0 1,0 0-1,0 1 1,-1-1-1,1 1 1,-1 0 0,0 0-1,0 0 1,2 3-1,2 8-193,-1 0 0,0 0 0,3 17 1,10 31-667,-14-51 681,2 5-127,1 0 0,0 0 1,1 0-1,1-1 0,20 27 0,-26-39 277,-1 0 0,1-1 0,0 1 0,1-1 0,-1 1 1,0-1-1,1 0 0,-1 0 0,1 0 0,0-1 1,0 1-1,-1-1 0,1 0 0,0 0 0,0 0 0,0-1 1,0 0-1,0 1 0,0-1 0,0 0 0,0-1 1,0 1-1,0-1 0,0 0 0,0 0 0,0 0 0,0 0 1,0-1-1,5-3 0,2 0 47,-1-2 1,0 1-1,0-1 0,0-1 1,-1 0-1,0 0 0,-1-1 1,13-15-1,-4-1 11,-2 0 0,-1-1 0,0 0 0,-2-1 0,-2 0 0,9-29 0,32-178 552,-36 136 463,-5-1 0,-4-1 0,-7-111 0,-6 11 2813,-17 939-3176,13-531-2659,-7-26-2756,-1-63-4855,8-68-1316</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1.676"/>
    </inkml:context>
    <inkml:brush xml:id="br0">
      <inkml:brushProperty name="width" value="0.035" units="cm"/>
      <inkml:brushProperty name="height" value="0.035" units="cm"/>
    </inkml:brush>
  </inkml:definitions>
  <inkml:trace contextRef="#ctx0" brushRef="#br0">1 0 19958,'0'0'6452,"20"3"-4995,3 0-317,0-3-252,0 3-456,-3-3-604,0 0-1068,3 0-813,-3 6-1631,-37 5-16510</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2.145"/>
    </inkml:context>
    <inkml:brush xml:id="br0">
      <inkml:brushProperty name="width" value="0.035" units="cm"/>
      <inkml:brushProperty name="height" value="0.035" units="cm"/>
    </inkml:brush>
  </inkml:definitions>
  <inkml:trace contextRef="#ctx0" brushRef="#br0">251 500 11453,'4'-17'1953,"-3"28"5315,0-14-6579,3-23-475,-2-1-1,0 1 1,-2-1-1,0 1 1,-2-1-1,-1 1 1,-9-37-1,4 28-251,1 5-13,-18-50-1,22 72 42,0 0-1,-1 0 0,0 1 0,-1-1 0,0 1 1,0 0-1,0 0 0,-1 0 0,0 1 0,-12-11 0,17 16 18,-1 1 0,1-1 0,0 0 0,0 1 0,0-1 0,-1 0-1,1 1 1,0-1 0,-1 1 0,1 0 0,0-1 0,-1 1 0,1 0 0,-1 0-1,1 0 1,0 0 0,-1 0 0,1 0 0,-1 0 0,1 1 0,0-1-1,-1 0 1,1 1 0,0-1 0,-1 1 0,1 0 0,0-1 0,0 1 0,0 0-1,-1 0 1,1 0 0,0-1 0,0 1 0,0 0 0,0 1 0,1-1-1,-1 0 1,-1 1 0,-3 6 61,1-1 0,0 1-1,0-1 1,0 1 0,-2 9-1,-3 14 357,2 1 0,1 0-1,2 0 1,-1 49 0,3-52-198,5 395 1522,6-311-2183,1 77-1874,-11-162 179,-7 38-1,4-46-482,-1 1 0,-12 30 1,-5-8-7139</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2.284"/>
    </inkml:context>
    <inkml:brush xml:id="br0">
      <inkml:brushProperty name="width" value="0.035" units="cm"/>
      <inkml:brushProperty name="height" value="0.035" units="cm"/>
    </inkml:brush>
  </inkml:definitions>
  <inkml:trace contextRef="#ctx0" brushRef="#br0">0 58 19126,'43'-18'2696,"6"10"-160,-17 2-392,5-3-487,0 4-349,4-1-228,8 0-628,0 6-644,2 3-1040,-5-3-820,-14 9 83,8 11-5523,6-6-7586</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2.677"/>
    </inkml:context>
    <inkml:brush xml:id="br0">
      <inkml:brushProperty name="width" value="0.035" units="cm"/>
      <inkml:brushProperty name="height" value="0.035" units="cm"/>
    </inkml:brush>
  </inkml:definitions>
  <inkml:trace contextRef="#ctx0" brushRef="#br0">0 212 15441,'7'29'1813,"-5"-24"1714,4 13-2352,-5-17-1151,-1 1 0,1 0-1,0-1 1,-1 1-1,1 0 1,-1 0 0,0-1-1,1 1 1,-1 0 0,0 0-1,0 0 1,0 0-1,0-1 1,-1 1 0,1 0-1,0 0 1,-2 2-1,0 1-29,1 0 0,-1 0-1,1 0 1,0 0 0,0 1-1,0-1 1,1 1 0,0-1-1,0 0 1,0 1 0,1-1-1,0 0 1,0 1 0,0-1-1,3 8 1,-3-10 231,13-17 457,64-93 1837,-2 2-1027,-63 88-1581,1 2-1,1-1 0,0 2 0,1 0 0,1 1 1,22-14-1,6-6-1386,-23 16-2225</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3.446"/>
    </inkml:context>
    <inkml:brush xml:id="br0">
      <inkml:brushProperty name="width" value="0.035" units="cm"/>
      <inkml:brushProperty name="height" value="0.035" units="cm"/>
    </inkml:brush>
  </inkml:definitions>
  <inkml:trace contextRef="#ctx0" brushRef="#br0">254 77 10785,'-4'0'228,"0"1"0,1 0 0,-1 0-1,1 0 1,-1 0 0,1 0 0,-1 1 0,1-1 0,0 1 0,-1 0-1,1 0 1,0 1 0,1-1 0,-1 0 0,-3 4 0,-11 8-198,-8 7 280,1 2-1,2 0 1,-24 31 0,-13 11 3745,58-62-3819,0-1-1,1 1 0,-1-1 1,0 1-1,1 0 1,0-1-1,0 1 0,0 0 1,0 0-1,0 4 1,1-5-75,-1 1-1,1 0 1,0 0 0,0-1 0,0 1 0,0 0-1,1-1 1,-1 1 0,1-1 0,-1 0 0,1 1-1,0-1 1,0 0 0,0 0 0,0 0 0,0 0-1,1 0 1,-1-1 0,1 1 0,-1-1 0,1 1-1,-1-1 1,1 0 0,0 0 0,-1 0 0,5 0 0,7 2 242,-1-1 0,1-1 0,0 0 0,18-2 0,-11 1-208,6-2-1,8 1-1267,-18 3 132,-14-1-88,-14-14-7198,8 10 7696,-41-26-1990,35 23 2987,-1 1 0,1-1 1,0-1-1,1 0 0,-10-9 0,17 13-167,-1 0-1,1-1 1,-1 1-1,1-1 1,0 1-1,1-1 1,-1 1-1,0-1 1,1 0-1,0 1 1,0-1 0,0 0-1,0 1 1,1-1-1,-1 0 1,1 1-1,0-1 1,0 1-1,0-1 1,1 1-1,-1 0 1,1-1-1,0 1 1,0 0-1,0 0 1,3-4-1,15-9 615,0 2 0,0 0 0,1 1 0,32-15 0,-47 26-777,0 1 1,0-1 0,0 1 0,1 0-1,-1 1 1,0 0 0,1 0 0,-1 0-1,0 1 1,1-1 0,-1 2-1,0-1 1,7 3 0,-7-2-114,-1 0 1,0 0-1,0 0 1,1 1-1,-1 0 1,-1 0-1,1 1 0,0-1 1,-1 1-1,0 0 1,0 0-1,0 0 1,0 1-1,-1-1 0,0 1 1,0 0-1,0 0 1,3 7-1,-1-1-180,-1 0-1,0 0 0,-1 1 1,0-1-1,-1 1 0,0-1 1,0 24-1,12 130-5541,-14-165 5691,1 4-569,1-7-493,4-5 1015,0 0 1,-1 0 0,-1-1-1,1 0 1,-1 0 0,3-11-1,16-63 169,-11 37 196,-10 37-195,3-12 402,2 0-1,0 0 1,1 1-1,0 0 1,21-33-1,-13 27 71,-13 20-452,0 0 0,0 0 0,1 1-1,0-1 1,0 1 0,0 0 0,1 0 0,0 0 0,-1 1 0,2-1 0,-1 1 0,10-6 0,-13 10-117,-1-1 0,1 1 0,-1 0-1,1 0 1,-1 0 0,1 0 0,-1 0 0,1 0 0,-1 0 0,1 0 0,0 0 0,-1 1 0,1-1 0,-1 0 0,0 1 0,1 0 0,-1-1 0,1 1 0,-1 0 0,0 0 0,1 0-1,-1 0 1,0 0 0,0 0 0,0 0 0,0 0 0,2 2 0,0 1-1,0 0-1,-1 0 1,0 0-1,1 0 0,-1 0 1,0 0-1,-1 1 1,3 8-1,2 23-369,1 66-1,-6-59-994,9 48 0,-8-78 1041,-1-6 95,0 1 0,0-1 0,1 0 0,0 0 0,5 12 0,-6-18 181,-1 0-1,1 0 0,0 0 0,-1 0 0,1 0 1,0 0-1,0-1 0,0 1 0,-1 0 1,1 0-1,0-1 0,0 1 0,0 0 1,0-1-1,0 1 0,0-1 0,2 1 1,-1-1 3,-1 0 1,1 0 0,0 0 0,-1 0-1,1 0 1,0-1 0,-1 1 0,1 0-1,-1-1 1,1 1 0,-1-1-1,1 0 1,-1 1 0,1-1 0,-1 0-1,2-1 1,2-3-7,0 1-1,0-1 0,0 0 1,-1 0-1,8-11 0,0-1 21,50-63 71,-20 26 776,68-71-1,-80 94-551,17-16 133,-43 43-388,1 0 0,-1 1 0,1 0 0,0 0 0,0 1-1,0-1 1,1 1 0,-1 0 0,8-1 0,-12 2-36,0 1 1,1 0 0,-1 0-1,0 0 1,0 0-1,0 0 1,0 0-1,0 0 1,1 0 0,-1 1-1,0-1 1,0 0-1,0 1 1,0-1 0,0 1-1,0-1 1,0 1-1,0-1 1,0 1 0,0 0-1,0-1 1,0 1-1,-1 0 1,2 1-1,0 0-29,0 1 0,-1 0 0,1 0 0,-1 0 0,0 0 0,1 0 0,-1 0-1,-1 0 1,2 3 0,-1 4-228,1 0 0,-2 0 0,1 0 0,-1 0 0,-3 18 0,-9 29-1719,6-28-2618,-6 54 1,11-26-5611</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3.773"/>
    </inkml:context>
    <inkml:brush xml:id="br0">
      <inkml:brushProperty name="width" value="0.035" units="cm"/>
      <inkml:brushProperty name="height" value="0.035" units="cm"/>
    </inkml:brush>
  </inkml:definitions>
  <inkml:trace contextRef="#ctx0" brushRef="#br0">59 0 16325,'-8'18'8139,"7"12"-7015,0-9-488,-18 80 754,-1 3-765,15-63-744,2 0 0,1 0 0,2 0 0,2 0 0,2 0 0,9 40 1,-5-48-1016,2-1 0,1-1 0,22 45 0,-32-74 739,0-1 0,0 1 0,0 0 0,0-1 1,1 1-1,-1-1 0,0 0 0,1 0 0,0 1 1,-1-1-1,1 0 0,0 0 0,-1 0 0,1 0 0,0-1 1,0 1-1,0 0 0,0-1 0,-1 0 0,1 1 0,0-1 1,0 0-1,0 0 0,0 0 0,0 0 0,3 0 0,-4-1-220,0 0 0,0 1 0,0-1 0,-1 0 0,1 1 0,0-1 0,0 0 0,-1 0 0,1 1 0,-1-1 0,1 0 0,0 0-1,-1 0 1,1-2 0</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3.979"/>
    </inkml:context>
    <inkml:brush xml:id="br0">
      <inkml:brushProperty name="width" value="0.035" units="cm"/>
      <inkml:brushProperty name="height" value="0.035" units="cm"/>
    </inkml:brush>
  </inkml:definitions>
  <inkml:trace contextRef="#ctx0" brushRef="#br0">1 0 19070,'0'0'2756,"17"0"-100,3 0-268,3 0-399,11 0-369,18 0-320,-9 0-312,0 0-988,4 0 0,-4 0 0,0 6 0,-3-3 0,-20-3-1796,3 0-1260,0 0-385,-14 11-3747,-3 1-7114</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4.134"/>
    </inkml:context>
    <inkml:brush xml:id="br0">
      <inkml:brushProperty name="width" value="0.035" units="cm"/>
      <inkml:brushProperty name="height" value="0.035" units="cm"/>
    </inkml:brush>
  </inkml:definitions>
  <inkml:trace contextRef="#ctx0" brushRef="#br0">1 147 21866,'74'-17'3132,"-22"2"-427,-12 4-477,1-1-412,-4 7-796,3-1-1020,-5-6 0,-1 1 0,4-1-1764,-15-13-1568,-17 4-297,14 21-3439,0 6-6922</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4.511"/>
    </inkml:context>
    <inkml:brush xml:id="br0">
      <inkml:brushProperty name="width" value="0.035" units="cm"/>
      <inkml:brushProperty name="height" value="0.035" units="cm"/>
    </inkml:brush>
  </inkml:definitions>
  <inkml:trace contextRef="#ctx0" brushRef="#br0">573 24 14313,'-5'-3'324,"2"1"-52,0-1 0,-1 1 0,1 0 0,-1 0 0,1 1 0,-1-1 0,0 1 0,0-1 0,0 1 0,0 0 0,0 1 0,0-1 0,0 1 0,0 0 0,0 0 0,-7 0 0,0 1-78,0 1 0,0 0-1,1 0 1,-1 1 0,1 0-1,-1 1 1,1 0 0,0 0 0,1 1-1,-1 1 1,1 0 0,0 0 0,0 0-1,1 1 1,-15 16 0,-8 17 3,1 0 1,2 2-1,2 1 1,2 1 0,-30 78-1,26-42-81,3 0 1,-23 133-1,19 26-112,27-194-42,2 0 0,3-1 0,10 62 1,-5-62-107,1 0 1,3 0 0,2-1 0,29 65-1,-34-92-253,0-1-1,1 1 0,0-2 0,1 1 0,1-2 0,13 14 0,-14-19-411,-1 1-1,1-1 0,0-1 0,1 0 1,-1 0-1,1-1 0,1-1 1,-1 0-1,15 4 0,38 2-8355</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4.902"/>
    </inkml:context>
    <inkml:brush xml:id="br0">
      <inkml:brushProperty name="width" value="0.035" units="cm"/>
      <inkml:brushProperty name="height" value="0.035" units="cm"/>
    </inkml:brush>
  </inkml:definitions>
  <inkml:trace contextRef="#ctx0" brushRef="#br0">65 130 10601,'-40'41'1357,"37"-38"-1180,1 0 0,0 0 0,0 0 0,0 1 0,0-1 0,0 0 0,1 1 0,0-1 0,-1 1 0,1 0 0,1-1 0,-1 1 0,0 0 0,1-1 0,0 1 0,0 6 0,-1 16 828,0-16-734,1 0 0,0 0 0,0 0 0,1-1-1,4 17 1,-2-12 30,-3-11 439,3 14 522,-3-17-1221,0 1-1,0-1 1,0 1-1,0-1 0,0 1 1,0-1-1,0 1 1,0-1-1,1 1 0,-1-1 1,0 1-1,0-1 0,0 0 1,1 1-1,-1-1 1,0 1-1,0-1 0,1 0 1,-1 1-1,0-1 0,1 0 1,-1 1-1,0-1 1,1 0-1,-1 0 0,1 1 1,-1-1-1,0 0 0,1 0 1,0 1-1,0-2 2,0 1 0,-1 0 0,1 0 0,0-1 0,0 1 0,0 0 0,-1-1 0,1 1 0,0-1 0,-1 1 0,1-1 0,0 1 0,-1-1 0,1 0 0,0 0 0,3-4 75,-1 0 0,1 0 0,-1 0 0,4-10 0,93-256 3938,-78 205-2495,-21 64-1101,8 14-206,-3-5-219,2 9 3,0 1-1,-1 0 1,-1 0-1,-1 1 1,7 35 0,8 28-538,-17-70 133,1 0 0,1 0 0,0-1 0,0 1 0,1-1 0,0 0 0,1-1 0,0 1 0,1-1 0,0-1 0,17 15 1,-23-21 113,0-1 0,1 1 0,0-1 0,-1 1 1,1-1-1,0 0 0,0 0 0,0 0 1,0 0-1,-1-1 0,1 1 0,0-1 0,0 0 1,5 0-1,1-1-1419,0 0-1,0-1 1,11-3 0,-19 5 1359,31-11-9962</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5.258"/>
    </inkml:context>
    <inkml:brush xml:id="br0">
      <inkml:brushProperty name="width" value="0.035" units="cm"/>
      <inkml:brushProperty name="height" value="0.035" units="cm"/>
    </inkml:brush>
  </inkml:definitions>
  <inkml:trace contextRef="#ctx0" brushRef="#br0">1 149 10797,'0'-1'1715,"0"-2"-1263,1 0-1,-1 0 1,1 0 0,0 1 0,0-1 0,0 0 0,0 0-1,1 0 1,-1 1 0,1-1 0,3-4 0,3-1 798,0 1 0,0 0 0,1 0 0,18-11 0,-14 12-226,0 0 0,0 1 0,0 1 0,18-4 0,2 0 438,-7 0-795,0 2 0,41-6 0,-50 13-667,-16 0-4,1-1 1,-1 0-1,0 1 1,0 0-1,0-1 1,0 1-1,0-1 0,0 1 1,-1 0-1,1 0 1,0-1-1,0 1 1,0 0-1,-1 0 0,1 0 1,0 0-1,-1 0 1,1 0-1,-1 0 1,1 0-1,-1 0 0,0 0 1,1 1-1,-1-1 1,0 0-1,0 0 1,0 0-1,0 0 0,0 0 1,0 1-1,0 1 1,-1 4-93,0 1 1,-1-1 0,0 0 0,-3 7-1,0 2-316,-32 172-6456,36-182 6754,-1-1 0,2 0 1,-1 1-1,0-1 1,1 1-1,0-1 0,1 0 1,-1 1-1,1-1 1,0 1-1,0-1 0,1 0 1,-1 0-1,1 0 1,3 7-1,-3-9 129,0-1-1,0 1 1,0-1 0,0 1-1,1-1 1,-1 0 0,1 0-1,-1 0 1,1 0 0,0 0-1,0-1 1,0 1-1,0-1 1,0 1 0,0-1-1,0 0 1,0-1 0,0 1-1,1 0 1,-1-1 0,0 0-1,0 0 1,1 0 0,-1 0-1,7-1 1,53-9-1298,71-19 0,-114 24-2578,30-2 0,-42 6 2505,27-4-7475</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5.462"/>
    </inkml:context>
    <inkml:brush xml:id="br0">
      <inkml:brushProperty name="width" value="0.035" units="cm"/>
      <inkml:brushProperty name="height" value="0.035" units="cm"/>
    </inkml:brush>
  </inkml:definitions>
  <inkml:trace contextRef="#ctx0" brushRef="#br0">317 0 22046,'-15'35'2428,"1"-15"-512,-9 17-375,9-2-289,-9 11-260,-3 8-436,-3 4-504,-3 2-416,4 0-920,5-5-436,0-3-909,-6-3-1535,6-6-1949,8-14-5412</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5.930"/>
    </inkml:context>
    <inkml:brush xml:id="br0">
      <inkml:brushProperty name="width" value="0.035" units="cm"/>
      <inkml:brushProperty name="height" value="0.035" units="cm"/>
    </inkml:brush>
  </inkml:definitions>
  <inkml:trace contextRef="#ctx0" brushRef="#br0">137 16 14041,'0'3'233,"0"1"0,0-1-1,-1 1 1,1-1 0,-1 0-1,0 1 1,0-1 0,0 0-1,0 1 1,-1-1 0,1 0 0,-1 0-1,0 0 1,-2 3 0,1-4 1103,1 0-1073,0-1 1,0 1 0,0 0-1,0-1 1,0 1 0,0 0-1,-2 4 1,-2 0 125,2-2-230,-5 4 233,1 1-1,0 0 1,-11 17 0,-19 32 262,36-55-586,-1 15 29,3-17 12,-1-1 0,1 1 0,0 0 0,0-1 0,0 1 1,0 0-1,0-1 0,0 1 0,0-1 0,0 1 0,0 0 0,0-1 0,0 1 0,0 0 0,0-1 1,0 1-1,1 0 0,-1-1 0,1 2 0,7-9 760,16-32-789,-16 25 215,13-16 139,2 1-1,1 1 0,1 1 1,42-35-1,-55 55-216,-5 17-67,-6-7-155,2 4 13,-1 1-1,1-1 1,-2 1-1,1-1 1,-1 1-1,0 0 1,-1 0-1,0-1 1,0 1 0,-2 11-1,0 25-202,16 113-2240,10-52-3615,-21-95 4195,1 0 1,0 0 0,0 0 0,8 10 0,1-7-7160</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6.118"/>
    </inkml:context>
    <inkml:brush xml:id="br0">
      <inkml:brushProperty name="width" value="0.035" units="cm"/>
      <inkml:brushProperty name="height" value="0.035" units="cm"/>
    </inkml:brush>
  </inkml:definitions>
  <inkml:trace contextRef="#ctx0" brushRef="#br0">130 1 13509,'-37'40'2496,"11"-17"37,6 6-389,11-18-296,0 15-360,-2-3-292,5 3-280,-3 0-196,7-3-324,2 6-456,8-12-636,1 3-208,2-11-748,1 5-968,-6-28 296,2 2-3337,7-8-4684</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06.336"/>
    </inkml:context>
    <inkml:brush xml:id="br0">
      <inkml:brushProperty name="width" value="0.035" units="cm"/>
      <inkml:brushProperty name="height" value="0.035" units="cm"/>
    </inkml:brush>
  </inkml:definitions>
  <inkml:trace contextRef="#ctx0" brushRef="#br0">271 0 18742,'102'219'5809,"-84"-181"-4434,9 16 287,-2 1 0,-3 2 0,17 63 0,-21-31-1635,-4 0 1,-4 1 0,-4 0-1,-4 0 1,-4 1-1,-26 175 1,7-161 20,-48 147-1,-58 91-524,-6-53-3878,37-108-5267,19-48-5802</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11.886"/>
    </inkml:context>
    <inkml:brush xml:id="br0">
      <inkml:brushProperty name="width" value="0.035" units="cm"/>
      <inkml:brushProperty name="height" value="0.035" units="cm"/>
    </inkml:brush>
  </inkml:definitions>
  <inkml:trace contextRef="#ctx0" brushRef="#br0">1 210 23458,'2062'-209'0</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19.399"/>
    </inkml:context>
    <inkml:brush xml:id="br0">
      <inkml:brushProperty name="width" value="0.035" units="cm"/>
      <inkml:brushProperty name="height" value="0.035" units="cm"/>
    </inkml:brush>
  </inkml:definitions>
  <inkml:trace contextRef="#ctx0" brushRef="#br0">0 0 4348,'0'0'3033</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25.706"/>
    </inkml:context>
    <inkml:brush xml:id="br0">
      <inkml:brushProperty name="width" value="0.035" units="cm"/>
      <inkml:brushProperty name="height" value="0.035" units="cm"/>
    </inkml:brush>
  </inkml:definitions>
  <inkml:trace contextRef="#ctx0" brushRef="#br0">1 1 4888,'0'0'2545</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41.095"/>
    </inkml:context>
    <inkml:brush xml:id="br0">
      <inkml:brushProperty name="width" value="0.035" units="cm"/>
      <inkml:brushProperty name="height" value="0.035" units="cm"/>
    </inkml:brush>
  </inkml:definitions>
  <inkml:trace contextRef="#ctx0" brushRef="#br0">307 339 4432,'0'0'1075,"2"-1"-258,20-13-34,-20 12 405,-5 6-1142,-15 10-22,16-12-28,0-1 0,0 0 0,0 0 0,0 0 0,-1 0 0,1 0 0,0-1 0,-1 1 0,1-1 0,0 1 0,-1-1 0,-2 0 0,0 0 37,3 1 46,-2-2-86,1 0 1,0 0-1,0 0 0,0-1 1,0 1-1,0-1 0,1 0 1,-1 1-1,0-1 1,1 0-1,-1-1 0,1 1 1,0 0-1,0-1 1,0 0-1,-3-3 0,2 2 87,-1-1 0,1 2 1,-1-1-1,0 0 0,0 1 0,-7-5 0,6 5 86,-1 1 0,0 1 0,0-1 0,1 1 0,-1 0 0,0 0 0,0 1 0,0-1 0,0 1 0,0 1 0,0-1 0,-6 2 0,-10 3 588,-37 12 1,58-17-741,-2 1 632,1 0-330,-4 0-1671,-10 2 6402,28-3-532,34-1-4287,-1 2 0,49 7 0,-16-1-73,578 32 24,-532-32-166,285 11 2,-71-18-38,-58-3 23,241-9-5,181-8-1,-47 0-796,-562 16 691,-70 3 70,198-6-237,61-4-45,-68 4-96,-80 2 198,187-15 90,-6 0 45,430-11 139,-218 30 88,-498 2-135,125 7 60,70-3-75,-89-5 20,569-2 9,-160-9 68,-319 12-86,-85 0 74,125 6 276,-129-2-278,320 1 154,-238-15-44,-64-1 38,-28 0-158,-77 8-3,129 1 84,67 4-9,-187-1-144,539 10 222,-129 9-132,-27-11 202,-217-31-238,-82 5-98,203 10 111,-214 7-22,-36-1 13,291-6 14,-91 13-33,-209-2 34,145 14-93,-112-7-4,231-6-1,-94-31 49,217-8-58,-375 34 48,203-6-9,-258 2 0,76-6 8,320-44-88,-338 42 93,245-6-69,-217 13 75,73-14-23,-76 4-25,39-6 73,-110 12-59,24-3 19,122-12-63,-172 21 62,25-1 17,70 4-1,169 22 84,-183-17-60,-65-2-18,80-3 0,-56-2-34,477 12 28,-95 15 270,-116 16-64,-204-23-101,25 3-119,100 13 97,387 23-25,-25-38-310,-600-21-301,0 0-1,1 0 0,-1-2 1,0 0-1,18-7 0,-34 10 60,-1-1-1,0 1 0,1-1 1,-1 0-1,0 1 1,0-1-1,1 0 0,-1 0 1,0 0-1,0 0 1,0 0-1,0 0 0,0 0 1,0 0-1,-1-1 1,2 0-1,-7-9-8772</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2:44.759"/>
    </inkml:context>
    <inkml:brush xml:id="br0">
      <inkml:brushProperty name="width" value="0.035" units="cm"/>
      <inkml:brushProperty name="height" value="0.035" units="cm"/>
    </inkml:brush>
  </inkml:definitions>
  <inkml:trace contextRef="#ctx0" brushRef="#br0">11 317 8845,'-10'-6'1622,"20"4"-442,-7 1-179,0-1-282,0 0 1,1 1 0,-1-1-1,1 1 1,-1-1-1,5 0 1,2 0-463,-4 0 21,0 1-1,0 0 0,0 0 1,9 0-1,12 2 101,0-2-1,30-4 1,18-1-30,34 0 80,38 0-77,93 4-74,121 1-7,248 18-103,-179-8-53,4-3-12,266-9-51,19-31-86,-622 27 48,613-35-16,-589 40-33,80-5 61,67-6-72,-62 3 81,-14 5-36,-33 2-2,217-1 39,-99 4-59,365-27-13,-284 10-11,-24-5 104,-184 13-29,44-1-34,17 1-24,62 0 41,-79 2-10,-2-1-13,10-3 2,-76 2-8,222-6-7,-282 11 43,73-3-32,-56 7 20,903 21-9,-233 7-239,-114-36 19,-452 5 137,119-2 51,191 23 81,-349-8-55,88-2 8,96-17 33,-92-2-66,289 0 164,-175 2 50,160-2-101,-19 2-64,-426 9 8,233-2 55,-41 1 31,215 32 1,-258-16-72,182 2-28,-188-27-27,-183 8 15,7-1 18,17-1 31,72 3 0,196 21 262,-29 7-161,221 9-127,-371-43-39,-97 3 7,60-4 4,-5-1 2,0 5-1,105 8 0,-107 4-16,47 4 48,336 17-1,-25-14-11,-162-2 161,272-20-100,-535 6-83,175 8 57,-94 0-97,172 14 76,1-11-74,-15-15 69,39-3 87,-6-1-33,-233 9 98,120-14 1,-50-1 385,-9-2-159,-86 12-288,62 1 428,-28 1 115,177-5 1898,-244 4-2380,-11 3-153,0 1-1,0-1 1,0 1-1,0-1 0,0 1 1,0-1-1,0 1 1,1 0-1,-1 0 1,0-1-1,0 1 0,0 0 1,0 0-1,1 0 1,1 1-1,26 1 9,-27-2-20,10 14-3972,-7-8-910,-68-16 2071,-1-3-3570,22 2-1944</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01.729"/>
    </inkml:context>
    <inkml:brush xml:id="br0">
      <inkml:brushProperty name="width" value="0.035" units="cm"/>
      <inkml:brushProperty name="height" value="0.035" units="cm"/>
    </inkml:brush>
  </inkml:definitions>
  <inkml:trace contextRef="#ctx0" brushRef="#br0">147 12 6877,'-2'-1'180,"1"0"1,-1 0 0,1 0-1,-1 0 1,1 0 0,-1 0-1,1 0 1,-1 0-1,0 1 1,0-1 0,1 1-1,-1-1 1,0 1 0,0-1-1,0 1 1,0 0 0,0 0-1,1 0 1,-1 0 0,0 1-1,0-1 1,-3 1-1,1 0 290,1 1-1,-1-1 0,0 1 1,1 0-1,0-1 0,-1 2 0,1-1 1,0 0-1,-5 5 0,-10 3 1695,7-6-789,8-2-593,0-1 1,0 1-1,1 0 0,-1 0 1,1 0-1,-1 0 0,1 0 1,-4 6-1,-1 3-836,5-8 806,4-2-425,7 4-153,0-1 0,0-1 0,1 1 0,-1-1 0,20 3 1,56 4 197,-72-9-314,260 27 516,154 13-331,252 14-101,-228-32-101,22 2-34,-404-19-16,495 49 11,310 20-54,-61-61 67,-429-2 86,-291-9-48,-79-2-37,300 4 586,-93-5 493,-121-1-774,-98 1-185,17 0-128,-1 0-43,-14 0-46,-7-4-4654,-9-9 2009,0-1 0,-1 2 0,-15-12 0,20 17 535,-23-22-8978</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03.631"/>
    </inkml:context>
    <inkml:brush xml:id="br0">
      <inkml:brushProperty name="width" value="0.035" units="cm"/>
      <inkml:brushProperty name="height" value="0.035" units="cm"/>
    </inkml:brush>
  </inkml:definitions>
  <inkml:trace contextRef="#ctx0" brushRef="#br0">18 87 8245,'-17'-26'12752,"17"26"-12716,1 1 1,-1-1-1,1 0 0,-1 0 0,1 0 0,-1 0 1,1 1-1,-1-1 0,1 0 0,-1 1 0,0-1 1,1 0-1,-1 1 0,1-1 0,-1 0 0,0 1 1,1-1-1,-1 1 0,1 0 0,-1 0-1,1 0 0,-1-1 0,1 1 0,-1 0-1,1-1 1,0 1 0,-1 0 0,1-1 0,0 1 0,-1-1 0,1 1-1,0-1 1,0 1 0,0-1 0,-1 0 0,1 1 0,0-1 0,0 0-1,0 0 1,0 0 0,1 1 0,175-8 1211,12-1-846,75 10-192,143 0-105,19 0-174,-116-2 97,110-3 70,32-17-57,-172 16-91,-105 3 105,378-4-92,-72 1 52,-398 3 34,467 10 2,-188 2 59,21 4-192,24-8 92,3 0 28,-275-3 2,48 3-15,28-1 66,-91-6-118,104-1 90,-80 0-107,428-5 42,-115-1 82,161 2-38,-482 6-53,96 3 598,-77 3 583,61 5 789,-33-11-253,-101-2 637,-72 2-2248,12-7-85,-18 4-8,-3 2-87,0 0 1,0 0-1,-1 0 1,1 0-1,0 0 1,-1 0-1,1-1 1,0 1-1,-1 0 1,1 0-1,0-1 1,-1 1-1,1-1 1,-1 1-1,1 0 1,-1-1-1,1 1 1,-1-1-1,1 1 1,-1-1-1,1 0 1,-1 1-1,1-1 1,-1 1-1,0-1 1,0 0-1,1 1 1,-1-1-1,0 0 1,0 1-1,1-1 1,-1 0-1,0 0 1,0 1-1,0-1 1,0 0-1,0 1 1,0-1-1,0 0 1,-1 1-1,1-1 1,0 0-1,0 0 1,0 1-1,-1-1 0,1 0 1,0 1-1,-1-1 1,1 1-1,-1-1 1,1 1-1,-1-1 1,1 0-1,-1 1 1,0-1-1,-5-5-2429,-1 0-1,1 0 1,-15-9-1,16 12 970,-33-26-11778</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24.771"/>
    </inkml:context>
    <inkml:brush xml:id="br0">
      <inkml:brushProperty name="width" value="0.035" units="cm"/>
      <inkml:brushProperty name="height" value="0.035" units="cm"/>
    </inkml:brush>
  </inkml:definitions>
  <inkml:trace contextRef="#ctx0" brushRef="#br0">1 179 6053,'0'-12'15073,"9"8"-3996,0 1-11312,-6 2-2743,23-5 3458,-1 2 0,1 0 0,36 1 0,8-3 258,703-49 381,-734 57-1119,-12-1 0,43-3 0,-52 1-48,-14 1-211,-25 10-5639,16-5 2400,-12-13 933,15 7 2376,0 1 0,1-1 0,-1 0 0,0 0 1,1 0-1,-1 0 0,1-1 0,0 1 1,-1 0-1,1 0 0,0-1 0,0 1 1,0-1-1,0 1 0,0-1 0,0 0 1,0 1-1,0-1 0,1 0 0,-1 0 1,1 1-1,-1-1 0,1 0 0,0 0 0,0 0 1,0-2-1,-7-23-5538,1 8-964</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26.865"/>
    </inkml:context>
    <inkml:brush xml:id="br0">
      <inkml:brushProperty name="width" value="0.035" units="cm"/>
      <inkml:brushProperty name="height" value="0.035" units="cm"/>
    </inkml:brush>
  </inkml:definitions>
  <inkml:trace contextRef="#ctx0" brushRef="#br0">0 199 25700,'1453'-198'0</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30.175"/>
    </inkml:context>
    <inkml:brush xml:id="br0">
      <inkml:brushProperty name="width" value="0.035" units="cm"/>
      <inkml:brushProperty name="height" value="0.035" units="cm"/>
    </inkml:brush>
  </inkml:definitions>
  <inkml:trace contextRef="#ctx0" brushRef="#br0">0 93 5693,'12'-12'18417,"-9"12"-18257,458 39 1380,-158-6-1365,279-10 431,502 14 204,-817-33-614,-116-3-37,3 0-108,139 3-11,-180-5 16,308 8-124,-336-2 41,36 0 42,246-8-79,-96-2 32,117 9-32,-112 1-196,59-3-13,-152 4 265,84-17-48,-111 2 27,177 5-78,-130-6 83,-52 1-47,15 4-91,273-16 36,-242 8 55,212 3-284,-114 7 216,-148-5-13,-28-1 143,-48 1-16,254-4-101,-194 11 141,187 5 16,143-1-77,-312-11 4,75-2-10,45 3-16,-151 9 55,-64 1 9,465-9 159,-350-2-73,29-4 65,-8 1 21,-119 8-237,182 6 139,115 24 130,-30-28-66,-137-3-135,-132 4 28,157 3 306,-157-4-240,15 2-23,76 2 12,-106-3-58,-11-3 98,-33 2-38,0 0 0,0 1 0,20 2 1,-16-1 86,0 0 1,0-1-1,16-2 1,16-1 138,149-3 85,-183 6-384,48 3 156,-57-3 319,0 0-425,7 0 144,0-2 0,0 1 0,20-6 0,-27 6 65,14-2-131,-16 3-244,0 1 1,-1-1-1,1 0 0,0 0 1,0 0-1,-1-1 0,1 1 1,0 0-1,-1 0 0,1 0 0,0 0 1,-1-1-1,1 1 0,0 0 1,-1-1-1,1 1 0,0 0 0,0-2 1,-8-12-2463,7 13 2413,-14-19-3282,-1 6-3957,-6-2-4894</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31.667"/>
    </inkml:context>
    <inkml:brush xml:id="br0">
      <inkml:brushProperty name="width" value="0.035" units="cm"/>
      <inkml:brushProperty name="height" value="0.035" units="cm"/>
    </inkml:brush>
  </inkml:definitions>
  <inkml:trace contextRef="#ctx0" brushRef="#br0">0 3 9369,'1'0'346,"0"-1"-1,0 1 1,0 0 0,-1-1-1,1 1 1,0 0 0,0 0 0,0-1-1,0 1 1,0 0 0,-1 0-1,1 0 1,0 0 0,0 0 0,0 1-1,0-1 1,0 0 0,-1 0-1,1 0 1,0 1 0,0-1 0,0 1-1,-1-1 1,1 0 0,0 1 0,0-1-1,-1 1 1,1 0 0,1 0-1,11 9-292,-2-5 227,0-1 0,0-1 0,0 0 0,1 0 0,13 1-1,-2 0-81,82 13 633,160 5 0,-149-15-637,525 17 518,-242-14-516,-100-4-137,-58-3 82,31 1 27,166 7 270,-272-2-402,141 11 656,304 14 1476,-387-22-1277,5-4 295,-225-8-1053,13 0 36,-9 0-5,-1-1 0,0 0 0,1-1 0,-1 1 0,0-1 0,10-5 1,-3 2 85,-11 4 574,-9-2-6738,-13-8 1567,18 10 3658,0 0 1,0-1 0,-1 1 0,1-1 0,0 1 0,0 0-1,0-1 1,1 0 0,-1 1 0,0-1 0,0-2 0,-5-14-10547</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33.640"/>
    </inkml:context>
    <inkml:brush xml:id="br0">
      <inkml:brushProperty name="width" value="0.035" units="cm"/>
      <inkml:brushProperty name="height" value="0.035" units="cm"/>
    </inkml:brush>
  </inkml:definitions>
  <inkml:trace contextRef="#ctx0" brushRef="#br0">2323 11 5641,'-35'17'1272,"27"-14"5638,9-4-6870,0 1 1,0-1 0,-1 0 0,1 1-1,0-1 1,0 0 0,0 1 0,0-1-1,0 1 1,0-1 0,0 1 0,0 0-1,0-1 1,0 1 0,2 0 0,9-6 8483,2 9-8466,1 3 2217,-17-8-2196,-11-19 2637,15 22-2601,3 2-84,0 1 1,1-1-1,-1 0 0,1-1 1,-1 1-1,1-1 1,0 0-1,0-1 0,0 1 1,0-1-1,0 0 1,8 0-1,517 10 460,-519-11-485,344-8 80,-270 7 204,-41 2-231,0 2-1,0 2 0,51 12 0,16-3-24,-109-14-27,34 5 92,-34-4 120,15-3 97,-9 0-41,-9-1-115,-15-4-76,-33-5-95,-471-29 0,-3 29-75,450 11 84,-376 8-126,183 0 66,-823 50-143,724-33 219,196-13 9,164-11-25,-1 1-1,0-1 1,1 1-1,-1 0 1,-7 2-1,7-1-1,2-1 6,0-1-12,-153 3-410,117 2-2000,38-5 2276,0-1-1,1 1 0,-1 0 1,0 0-1,0-1 0,0 1 1,0 0-1,1-1 0,-1 1 1,0-1-1,0 1 1,1-1-1,-1 0 0,0 1 1,1-1-1,-1 1 0,1-1 1,-1 0-1,1 0 1,-1 1-1,0-3 0,0 2-368,-23-25-9785,10 15-340</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44.270"/>
    </inkml:context>
    <inkml:brush xml:id="br0">
      <inkml:brushProperty name="width" value="0.035" units="cm"/>
      <inkml:brushProperty name="height" value="0.035" units="cm"/>
    </inkml:brush>
  </inkml:definitions>
  <inkml:trace contextRef="#ctx0" brushRef="#br0">1260 66 4928,'3'26'8139,"14"-41"1524,-221-25-8604,174 35-970,-33-2 0,10 2-141,-63-9 2,108 14 47,0-1 0,-1 1 1,1 0-1,-13 3 0,-19 0 2,28-3 7,-97 3-37,-6 18 74,91-18 1,1 1 0,-46 16 0,27-8-1,-53 22-201,87-30 153,1 0 0,0 1 0,0-1 1,0 2-1,1-1 0,-9 9 0,-3 3 1,8-7-5,1-1 0,0 1 0,0 1 0,2-1 0,-1 1 1,1 1-1,-7 15 0,4-9-12,8-13 24,-1 1 0,1-1 1,0 1-1,1 0 0,-3 11 1,-2 9-14,-9 43 38,6-46-43,6-16 25,0 1 0,0 0 0,0 0 0,-2 16 0,5-17-18,-2-1 0,1 1-1,-1-1 1,-3 9 0,4-13 41,1 1-43,8 111 32,7-56 16,-10-26-62,0-1 0,12 33 0,-15-56 29,1 0-8,0 0 0,1-1 0,-1 1 1,2-1-1,-1 0 0,1 0 0,0 0 0,0-1 0,1 0 1,11 11-1,-10-10 10,4 4-10,0 0-1,0-1 1,1 0 0,17 10 0,-16-6 11,-12-13-5,0 0-1,-1 0 1,1 0 0,0 0 0,-1 0 0,1 0 0,0 0 0,0-1-1,0 1 1,0 0 0,0-1 0,0 1 0,0 0 0,0-1-1,0 1 1,0-1 0,0 0 0,1 1 0,16 4-8,-1 1 0,0 1 0,-1 0 0,19 12 0,-8-5-12,7 1 20,0-1 0,48 13 0,-58-22 1,0-1-1,33 1 1,-36-4-47,-1 1 1,1 1 0,30 8-1,-47-10 33,0 0 0,1 0-1,-1 0 1,0-1-1,1 0 1,6 0-1,2 0 0,86 6-122,27 5 54,-87-9 47,-36-2 32,1 0 0,-1 0 0,0 0 1,1 1-1,-1-1 0,0 1 1,0 0-1,1 0 0,3 2 0,6 1 8,1-1 0,0-1 0,0 0-1,0-1 1,0 0 0,0-1 0,0-1-1,16-2 1,31 0 42,-49 3-79,149 5 58,-150-4-40,0-1 0,0 0 0,12-1 0,19-1-3,8 2-16,54-3-4,8 3 36,-55-3-8,-54 3 3,1 0 10,54-7 7,-39 4-52,32-2 0,-23 4 30,0-2 1,-1-2 0,38-10 0,-8 3-111,-56 11 116,1 1 0,-1-1 1,1 1-1,-1-1 0,1 1 0,-1-1 0,0 0 0,1 0 1,-1 0-1,0 0 0,2-2 0,-1 2 1,-1 0 0,0 0-1,0 0 1,1 0 0,-1 0 0,0 1-1,1-1 1,-1 0 0,1 0 0,-1 1 0,1-1-1,3 0 1,1-1 4,1 0 0,-1-1-1,1 0 1,-1-1 0,0 0 0,0 1-1,0-2 1,6-5 0,1-1-11,-7 7 14,-1-1 0,0 0 0,-1 0-1,1-1 1,6-11 0,7-8-32,0 4 32,-1-1-1,-2 0 1,23-43-1,-36 60 5,-1 0 0,1-1-1,-1 1 1,0 0 0,-1 0-1,1 0 1,-1-9 0,1-10 36,0 18-35,-1 0-1,-1 1 1,1-1-1,-1 0 1,0 1-1,-2-8 1,0-3 8,2 12-13,1 0 0,-1 0 1,0 0-1,-1 0 0,1 1 1,-1-1-1,0 0 0,0 1 1,0-1-1,-3-3 0,4 5 4,0 0 0,-1-1 0,1 1 0,0-1 0,0 1 0,1-1 0,-1 1 0,0-1 0,1-4 0,-4-10 2,-12-11 42,12 23-17,1-1 0,-1 0-1,1 0 1,1 0 0,-3-8 0,-2-4 59,0 1 0,-1-1 0,-1 2 0,-15-24 0,14 18 97,10 20-195,0 1 1,0-1-1,-1 1 0,1-1 1,-1 1-1,1-1 1,-1 1-1,0 0 1,0-1-1,1 1 1,-1 0-1,-2-2 1,-3-3 6,-17-18 38,0 2-1,-43-30 0,-16-13-74,77 61 37,-1 0 0,1-1 0,0 0 0,0 0 1,0 0-1,-5-7 0,5 6 19,1 0 1,-1 1-1,0-1 1,-8-5-1,5 4 30,3 3 15,-2-4-67,0 1 1,-1 1-1,1-1 1,-12-6-1,1 3 36,0 1 0,-35-13 0,50 21-52,-3 0 51,1 0 1,-1 0-1,1 0 0,-1-1 0,-7-3 1,-15-4 103,25 9-97,0-2 0,-3-1-27,3 1-7,-1 0 1,0 0-1,0 1 1,0-1-1,0 1 0,0 0 1,-7-1-1,6 1 7,0 0-1,0-1 1,0 1-1,0-1 0,1 0 1,-1-1-1,-7-3 1,-36-11 212,42 14-195,-1 0-1,1 0 1,-1 1-1,0-1 1,-11-1 0,-6-2 100,21 5-51,-11 0 29,0 0 0,-15-4 0,14 2-44,1 1 0,-19 0 0,-64 0 270,-95 3 672,132 0-457,57-1-469,-2 1-64,1 0 0,-1 0 0,1 0 0,-1-1 1,0 0-1,-5 0 0,-10 1-1,-117 19 95,133-20-129,-51 9-62,25-4-3262,-6 2-3419,17-8 729,1-1-3826</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46.677"/>
    </inkml:context>
    <inkml:brush xml:id="br0">
      <inkml:brushProperty name="width" value="0.035" units="cm"/>
      <inkml:brushProperty name="height" value="0.035" units="cm"/>
    </inkml:brush>
  </inkml:definitions>
  <inkml:trace contextRef="#ctx0" brushRef="#br0">2181 57 5044,'-12'11'5721,"20"-14"2267,4-2-3525,-12 5-4443,-1 0 0,0 0 0,1 0 0,-1 0 1,1 0-1,-1 0 0,0 0 0,1 0 0,-1 0 0,1 0 0,-1 0 0,0 1 0,1-1 0,-1 0 0,1 1 0,-1-1 0,1 0 0,-1 1 1,1-1-1,-1 1 0,0 0 2,0 0 0,0-1 0,0 1-1,-1 0 1,1-1 0,0 1 0,0-1 0,0 0 0,0 1 0,-1-1 0,1 0 0,0 1 0,0-1 0,-3 0 0,-10-2 40,0 1-1,0 0 1,-15 2 0,26-1-53,0 0 1,0 0 0,0 0 0,0 0 0,-1-1 0,1 1 0,0-1-1,-4-1 1,-10-2 91,-10 3-90,-116-13 295,96 9-141,-52 2 1,14-6 12,20 10-156,12 0 295,-83-9 0,-45-5 752,59 7-649,30 8-389,59-4 7,-48 3 0,48 0-56,-52-4 1,70 2 35,0 1 0,-25 2 0,-1 0-25,18 0 6,1 0 0,-1 2 0,1 1 1,-30 9-1,-4 1 3,11-4-107,-78 20 228,68-14-115,45-15-12,1 0-1,-1 0 0,0 1 1,1 1-1,-1 0 1,1 0-1,0 0 0,0 2 1,1-1-1,-1 1 0,-14 13 1,21-16 1,-1 0-1,1 0 1,-1 0 0,1 0 0,0 1-1,-2 4 1,-9 13 81,7-12-67,1 0 0,0 0 1,1 0-1,0 1 0,0-1 1,1 1-1,0 0 0,-2 19 1,-5 11 29,7-26-40,0 1 1,1 0-1,0 24 0,-3 22 30,4-45-36,0 0 1,1 0-1,1 0 1,3 22-1,0 7 8,-3-31-21,1-1 0,1 1 1,0-1-1,1 1 0,7 17 1,35 61-193,-36-73 142,-2-4 65,-1-1-28,0-1 0,17 21-1,9 10-108,-19-26 92,0 1 1,1-2-1,27 24 0,15 11 83,-28-28-88,-24-18 37,2 0-1,-1-1 1,1 0-1,9 6 1,10 3-11,1-1 1,1-1 0,-1-2-1,42 11 1,-24-11 4,0-2 0,1-2 0,55 1 0,-35-5-98,-29-1 163,59-4 1,-14-5-48,80-13 13,63-13 53,-199 31-63,165-27-14,-156 24 16,19-6 2,4-1 95,-48 12-77,1-1 0,0 0-1,-1-1 1,1 0 0,12-6-1,86-34 57,50-41-36,-114 54-73,-43 29 132,15-10 132,-13 8-178,1 0-1,-1 0 1,0-1-1,0 1 1,0-1-1,0 0 0,-1 0 1,1 0-1,-1-1 1,0 1-1,0-1 1,-1 1-1,0-1 0,4-10 1,4-9 147,54-144 702,-61 159-828,0-2 59,0 1 0,10-18 0,-11 25 36,-2 1-94,8-72 222,-8 70-255,1 1-1,-2-71 174,1 70-99,-1 1-85,0-1 1,0 0 0,0 0 0,0 1-1,1-1 1,0 0 0,0-6-1,0 9-26,0-2 192,-1 0-90,-4-26 81,5 27-124,-13-27 235,-13-23 330,25 51-617,0 0 0,1 0 0,-1 0 0,0 1 0,0-1 0,1 0 1,-1 1-1,0-1 0,0 1 0,0-1 0,0 1 0,0-1 0,0 1 1,0 0-1,0-1 0,0 1 0,-1 0 0,-2-1 21,-21-15 70,21 12-87,-1 1 0,1 0 0,-1 1 0,-9-5 0,-16-8-17,-1 1 0,24 12 0,-18-9 0,16 7 0,-19-15 0,0 6 0,7 6-173,0 0-1,-1 1 1,-43-6 0,11 2-505,-15-4-2621,-9-1-2366,27 3-1220,-6-2-5678</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4:43:56.546"/>
    </inkml:context>
    <inkml:brush xml:id="br0">
      <inkml:brushProperty name="width" value="0.035" units="cm"/>
      <inkml:brushProperty name="height" value="0.035" units="cm"/>
    </inkml:brush>
  </inkml:definitions>
  <inkml:trace contextRef="#ctx0" brushRef="#br0">29 271 5817,'0'0'15225,"-2"-1"-14704,-24-7 4140,30 8-4255,19-3 140,46 3-1,180 14 363,717-8-148,-358-20-680,-276 18-36,-254-2-28,477 6-28,-325-12 15,-52 0 23,99-7-36,-62 1-16,249-22 39,-147 7-53,-126 9 11,67-3 42,-117 14-41,132-1 66,300 25-204,-258-9 149,-175-8 14,722 14-318,-858-16 317,276 0-311,117-5-68,-101 4 188,156 9 4,-94 1-58,173-16 47,-74-9 213,453 30 102,-521-2-41,-26 5-154,171-9 198,-471-8-90,743-13 8,-738 11-34,20 0-10,371 2 125,-273 11-64,333 13-67,42-23 65,-272-2-61,152-8 165,102 23 719,98 24 425,-298-19-303,-317-17-725,-9-1-65,1 0-1,0-1 1,26-4 0,-41 4-203,16-6 8,-18 6-24,-1-1 1,0 1-1,1 0 0,-1-1 0,0 1 1,1-1-1,-1 1 0,0-1 1,0 1-1,1 0 0,-1-1 0,0 1 1,0-1-1,0 0 0,0 1 1,0-1-1,1 1 0,-1-1 0,0 1 1,0-1-1,-1 1 0,1-1 1,0 1-1,0-1 0,0 1 0,0-1 1,0 1-1,0-1 0,-1 1 1,1-1-1,0 1 0,0-1 0,-1 1 1,1 0-1,0-1 0,-1 1 1,1-1-1,-1 0 0,-10-13-751,-1-1 0,-1 2 1,0 0-1,-18-14 0,-64-44-3212,83 62 3454,-26-15-4307,-76-38 0,32 22-5926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EADEE-0B67-4CD7-BB44-914E98418FDE}" type="datetimeFigureOut">
              <a:rPr lang="en-IN" smtClean="0"/>
              <a:t>05-06-2026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843C3-1C1E-4758-8274-985DAAAB7D09}" type="slidenum">
              <a:rPr lang="en-IN" smtClean="0"/>
              <a:t>‹#›</a:t>
            </a:fld>
            <a:endParaRPr lang="en-IN"/>
          </a:p>
        </p:txBody>
      </p:sp>
    </p:spTree>
    <p:extLst>
      <p:ext uri="{BB962C8B-B14F-4D97-AF65-F5344CB8AC3E}">
        <p14:creationId xmlns:p14="http://schemas.microsoft.com/office/powerpoint/2010/main" val="1684310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08681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074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043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endParaRPr lang="en-IN"/>
          </a:p>
        </p:txBody>
      </p:sp>
      <p:sp>
        <p:nvSpPr>
          <p:cNvPr id="3" name="Table Placeholder 2"/>
          <p:cNvSpPr>
            <a:spLocks noGrp="1"/>
          </p:cNvSpPr>
          <p:nvPr>
            <p:ph type="tbl" idx="1"/>
          </p:nvPr>
        </p:nvSpPr>
        <p:spPr>
          <a:xfrm>
            <a:off x="548218" y="1143000"/>
            <a:ext cx="11091333" cy="5181600"/>
          </a:xfrm>
        </p:spPr>
        <p:txBody>
          <a:bodyPr/>
          <a:lstStyle/>
          <a:p>
            <a:endParaRPr lang="en-IN"/>
          </a:p>
        </p:txBody>
      </p:sp>
    </p:spTree>
    <p:extLst>
      <p:ext uri="{BB962C8B-B14F-4D97-AF65-F5344CB8AC3E}">
        <p14:creationId xmlns:p14="http://schemas.microsoft.com/office/powerpoint/2010/main" val="306840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69002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pPr>
              <a:defRPr/>
            </a:pPr>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pPr>
              <a:defRPr/>
            </a:pPr>
            <a:r>
              <a:rPr lang="en-US"/>
              <a:t>IS ZC464, Machine Learning</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92065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37408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6488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4" name="Rectangle 3"/>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5" name="Rectangle 4"/>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8" name="TextBox 7"/>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350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7" name="TextBox 16"/>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784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4" name="Rectangle 3"/>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8839201" y="0"/>
            <a:ext cx="2925233" cy="692150"/>
          </a:xfrm>
          <a:prstGeom prst="rect">
            <a:avLst/>
          </a:prstGeom>
          <a:noFill/>
          <a:ln w="9525">
            <a:noFill/>
            <a:miter lim="800000"/>
            <a:headEnd/>
            <a:tailEnd/>
          </a:ln>
        </p:spPr>
      </p:pic>
      <p:sp>
        <p:nvSpPr>
          <p:cNvPr id="6" name="Rectangle 5"/>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TextBox 8"/>
          <p:cNvSpPr txBox="1"/>
          <p:nvPr/>
        </p:nvSpPr>
        <p:spPr>
          <a:xfrm>
            <a:off x="9144000" y="7620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9448800" y="11715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5345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4882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6" name="Group 19"/>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2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14" name="TextBox 1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3297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93472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2" name="Group 15"/>
          <p:cNvGrpSpPr>
            <a:grpSpLocks/>
          </p:cNvGrpSpPr>
          <p:nvPr/>
        </p:nvGrpSpPr>
        <p:grpSpPr bwMode="auto">
          <a:xfrm>
            <a:off x="2844800" y="6553200"/>
            <a:ext cx="93472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7" name="TextBox 16"/>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0762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415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93472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3"/>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587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0"/>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71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93472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24"/>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98214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7538509" y="2560109"/>
            <a:ext cx="5181600" cy="61383"/>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10583" y="381001"/>
            <a:ext cx="922868" cy="2193925"/>
          </a:xfrm>
          <a:prstGeom prst="rect">
            <a:avLst/>
          </a:prstGeom>
          <a:noFill/>
          <a:ln w="9525">
            <a:noFill/>
            <a:miter lim="800000"/>
            <a:headEnd/>
            <a:tailEnd/>
          </a:ln>
        </p:spPr>
      </p:pic>
      <p:sp>
        <p:nvSpPr>
          <p:cNvPr id="10" name="TextBox 9"/>
          <p:cNvSpPr txBox="1"/>
          <p:nvPr/>
        </p:nvSpPr>
        <p:spPr>
          <a:xfrm rot="5400000">
            <a:off x="-2748491" y="3808884"/>
            <a:ext cx="5867400" cy="230832"/>
          </a:xfrm>
          <a:prstGeom prst="rect">
            <a:avLst/>
          </a:prstGeom>
          <a:noFill/>
        </p:spPr>
        <p:txBody>
          <a:bodyPr>
            <a:spAutoFit/>
          </a:bodyPr>
          <a:lstStyle/>
          <a:p>
            <a:pPr algn="r" fontAlgn="base">
              <a:spcBef>
                <a:spcPct val="0"/>
              </a:spcBef>
              <a:spcAft>
                <a:spcPct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60943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9397105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806B9ED5-FE15-42F3-930B-10DA3EF67082}"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462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0"/>
          </a:xfrm>
        </p:spPr>
        <p:txBody>
          <a:bodyPr/>
          <a:lstStyle>
            <a:lvl1pPr>
              <a:defRPr/>
            </a:lvl1pPr>
          </a:lstStyle>
          <a:p>
            <a:endParaRPr lang="en-GB" altLang="en-US">
              <a:solidFill>
                <a:prstClr val="black">
                  <a:tint val="75000"/>
                </a:prstClr>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GB" altLang="en-US">
              <a:solidFill>
                <a:prstClr val="black">
                  <a:tint val="75000"/>
                </a:prstClr>
              </a:solidFill>
            </a:endParaRPr>
          </a:p>
        </p:txBody>
      </p:sp>
      <p:sp>
        <p:nvSpPr>
          <p:cNvPr id="8" name="Slide Number Placeholder 7"/>
          <p:cNvSpPr>
            <a:spLocks noGrp="1"/>
          </p:cNvSpPr>
          <p:nvPr>
            <p:ph type="sldNum" sz="quarter" idx="12"/>
          </p:nvPr>
        </p:nvSpPr>
        <p:spPr>
          <a:xfrm>
            <a:off x="8737600" y="6245225"/>
            <a:ext cx="2844800" cy="476250"/>
          </a:xfrm>
        </p:spPr>
        <p:txBody>
          <a:bodyPr/>
          <a:lstStyle>
            <a:lvl1pPr>
              <a:defRPr/>
            </a:lvl1pPr>
          </a:lstStyle>
          <a:p>
            <a:fld id="{0350E79D-DD4C-459D-9982-43B0D01A4CF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15601793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vl1pPr>
          </a:lstStyle>
          <a:p>
            <a:fld id="{ACCAFE9A-1B00-41A9-8570-E4D414A76A5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2739469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4" name="TextBox 3"/>
          <p:cNvSpPr txBox="1"/>
          <p:nvPr/>
        </p:nvSpPr>
        <p:spPr>
          <a:xfrm>
            <a:off x="10871200" y="6550025"/>
            <a:ext cx="1320800" cy="261610"/>
          </a:xfrm>
          <a:prstGeom prst="rect">
            <a:avLst/>
          </a:prstGeom>
          <a:noFill/>
        </p:spPr>
        <p:txBody>
          <a:bodyPr wrap="square">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err="1">
                <a:solidFill>
                  <a:srgbClr val="101141"/>
                </a:solidFill>
                <a:latin typeface="Arial"/>
                <a:cs typeface="Arial"/>
              </a:rPr>
              <a:t>Pilani</a:t>
            </a:r>
            <a:endParaRPr lang="en-US" sz="1100" dirty="0">
              <a:solidFill>
                <a:srgbClr val="101141"/>
              </a:solidFill>
              <a:latin typeface="Arial"/>
              <a:cs typeface="Arial"/>
            </a:endParaRP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Tree>
    <p:extLst>
      <p:ext uri="{BB962C8B-B14F-4D97-AF65-F5344CB8AC3E}">
        <p14:creationId xmlns:p14="http://schemas.microsoft.com/office/powerpoint/2010/main" val="3480427648"/>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a:defRPr/>
            </a:pPr>
            <a:fld id="{C8012BF1-E2F7-4A28-A7E9-DEDBED6D313A}" type="datetime1">
              <a:rPr lang="en-US">
                <a:solidFill>
                  <a:prstClr val="black">
                    <a:tint val="75000"/>
                  </a:prstClr>
                </a:solidFill>
              </a:rPr>
              <a:pPr>
                <a:defRPr/>
              </a:pPr>
              <a:t>6/5/2026</a:t>
            </a:fld>
            <a:endParaRPr lang="en-US">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0544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51"/>
            <a:ext cx="2844800" cy="365125"/>
          </a:xfrm>
          <a:prstGeom prst="rect">
            <a:avLst/>
          </a:prstGeom>
        </p:spPr>
        <p:txBody>
          <a:bodyPr/>
          <a:lstStyle/>
          <a:p>
            <a:pPr>
              <a:defRPr/>
            </a:pPr>
            <a:fld id="{13DA625C-7372-4E2B-BF73-7A3B77124A1E}" type="datetime1">
              <a:rPr lang="en-US">
                <a:solidFill>
                  <a:prstClr val="black">
                    <a:tint val="75000"/>
                  </a:prstClr>
                </a:solidFill>
              </a:rPr>
              <a:pPr>
                <a:defRPr/>
              </a:pPr>
              <a:t>6/5/2026</a:t>
            </a:fld>
            <a:endParaRPr lang="en-US">
              <a:solidFill>
                <a:prstClr val="black">
                  <a:tint val="75000"/>
                </a:prstClr>
              </a:solidFill>
            </a:endParaRPr>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7858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fontAlgn="base" hangingPunct="1">
              <a:spcBef>
                <a:spcPct val="0"/>
              </a:spcBef>
              <a:spcAft>
                <a:spcPct val="0"/>
              </a:spcAft>
              <a:defRPr/>
            </a:pPr>
            <a:r>
              <a:rPr lang="en-US" sz="1100">
                <a:solidFill>
                  <a:srgbClr val="101141"/>
                </a:solidFill>
                <a:cs typeface="Arial" pitchFamily="34" charset="0"/>
              </a:rPr>
              <a:t>BITS Pilani, Hyderabad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883457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28830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0714978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5369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700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20768674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7910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986531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13839377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26991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955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268826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40" r:id="rId2"/>
    <p:sldLayoutId id="2147483742" r:id="rId3"/>
    <p:sldLayoutId id="2147483745" r:id="rId4"/>
    <p:sldLayoutId id="2147483746" r:id="rId5"/>
    <p:sldLayoutId id="2147483749" r:id="rId6"/>
    <p:sldLayoutId id="2147483752" r:id="rId7"/>
    <p:sldLayoutId id="2147483774"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AD9E909E-7C98-4E08-B6CF-5AC97662F8A6}" type="datetime3">
              <a:rPr lang="en-US">
                <a:solidFill>
                  <a:prstClr val="black">
                    <a:tint val="75000"/>
                  </a:prstClr>
                </a:solidFill>
              </a:rPr>
              <a:pPr fontAlgn="base">
                <a:spcBef>
                  <a:spcPct val="0"/>
                </a:spcBef>
                <a:spcAft>
                  <a:spcPct val="0"/>
                </a:spcAft>
                <a:defRPr/>
              </a:pPr>
              <a:t>5 June 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r>
              <a:rPr lang="en-US">
                <a:solidFill>
                  <a:prstClr val="black">
                    <a:tint val="75000"/>
                  </a:prstClr>
                </a:solidFill>
              </a:rPr>
              <a:t>IS ZC464, Machine Learning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60DB935C-A2BB-404C-A6C5-67E9068028E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69584189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4531818"/>
      </p:ext>
    </p:extLst>
  </p:cSld>
  <p:clrMap bg1="lt1" tx1="dk1" bg2="lt2" tx2="dk2" accent1="accent1" accent2="accent2" accent3="accent3" accent4="accent4" accent5="accent5" accent6="accent6" hlink="hlink" folHlink="folHlink"/>
  <p:sldLayoutIdLst>
    <p:sldLayoutId id="2147483776" r:id="rId1"/>
    <p:sldLayoutId id="2147483778" r:id="rId2"/>
    <p:sldLayoutId id="2147483779" r:id="rId3"/>
    <p:sldLayoutId id="2147483780" r:id="rId4"/>
    <p:sldLayoutId id="2147483781" r:id="rId5"/>
    <p:sldLayoutId id="2147483782" r:id="rId6"/>
    <p:sldLayoutId id="2147483784" r:id="rId7"/>
    <p:sldLayoutId id="2147483810" r:id="rId8"/>
    <p:sldLayoutId id="2147483811" r:id="rId9"/>
    <p:sldLayoutId id="2147483881" r:id="rId10"/>
    <p:sldLayoutId id="214748399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38.xml"/><Relationship Id="rId6" Type="http://schemas.openxmlformats.org/officeDocument/2006/relationships/customXml" Target="../ink/ink3.xml"/><Relationship Id="rId11" Type="http://schemas.openxmlformats.org/officeDocument/2006/relationships/image" Target="../media/image21.png"/><Relationship Id="rId5" Type="http://schemas.openxmlformats.org/officeDocument/2006/relationships/image" Target="../media/image18.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26" Type="http://schemas.openxmlformats.org/officeDocument/2006/relationships/customXml" Target="../ink/ink18.xml"/><Relationship Id="rId21" Type="http://schemas.openxmlformats.org/officeDocument/2006/relationships/image" Target="../media/image31.png"/><Relationship Id="rId42" Type="http://schemas.openxmlformats.org/officeDocument/2006/relationships/customXml" Target="../ink/ink26.xml"/><Relationship Id="rId47" Type="http://schemas.openxmlformats.org/officeDocument/2006/relationships/image" Target="../media/image44.png"/><Relationship Id="rId63" Type="http://schemas.openxmlformats.org/officeDocument/2006/relationships/image" Target="../media/image52.png"/><Relationship Id="rId68" Type="http://schemas.openxmlformats.org/officeDocument/2006/relationships/customXml" Target="../ink/ink39.xml"/><Relationship Id="rId16" Type="http://schemas.openxmlformats.org/officeDocument/2006/relationships/customXml" Target="../ink/ink13.xml"/><Relationship Id="rId11" Type="http://schemas.openxmlformats.org/officeDocument/2006/relationships/image" Target="../media/image26.png"/><Relationship Id="rId24" Type="http://schemas.openxmlformats.org/officeDocument/2006/relationships/customXml" Target="../ink/ink17.xml"/><Relationship Id="rId32" Type="http://schemas.openxmlformats.org/officeDocument/2006/relationships/customXml" Target="../ink/ink21.xml"/><Relationship Id="rId37" Type="http://schemas.openxmlformats.org/officeDocument/2006/relationships/image" Target="../media/image39.png"/><Relationship Id="rId40" Type="http://schemas.openxmlformats.org/officeDocument/2006/relationships/customXml" Target="../ink/ink25.xml"/><Relationship Id="rId45" Type="http://schemas.openxmlformats.org/officeDocument/2006/relationships/image" Target="../media/image43.png"/><Relationship Id="rId53" Type="http://schemas.openxmlformats.org/officeDocument/2006/relationships/image" Target="../media/image47.png"/><Relationship Id="rId58" Type="http://schemas.openxmlformats.org/officeDocument/2006/relationships/customXml" Target="../ink/ink34.xml"/><Relationship Id="rId66" Type="http://schemas.openxmlformats.org/officeDocument/2006/relationships/customXml" Target="../ink/ink38.xml"/><Relationship Id="rId74" Type="http://schemas.openxmlformats.org/officeDocument/2006/relationships/customXml" Target="../ink/ink42.xml"/><Relationship Id="rId79" Type="http://schemas.openxmlformats.org/officeDocument/2006/relationships/image" Target="../media/image60.png"/><Relationship Id="rId5" Type="http://schemas.openxmlformats.org/officeDocument/2006/relationships/image" Target="../media/image23.png"/><Relationship Id="rId61" Type="http://schemas.openxmlformats.org/officeDocument/2006/relationships/image" Target="../media/image51.png"/><Relationship Id="rId19" Type="http://schemas.openxmlformats.org/officeDocument/2006/relationships/image" Target="../media/image30.png"/><Relationship Id="rId14" Type="http://schemas.openxmlformats.org/officeDocument/2006/relationships/customXml" Target="../ink/ink12.xml"/><Relationship Id="rId22" Type="http://schemas.openxmlformats.org/officeDocument/2006/relationships/customXml" Target="../ink/ink16.xml"/><Relationship Id="rId27" Type="http://schemas.openxmlformats.org/officeDocument/2006/relationships/image" Target="../media/image34.png"/><Relationship Id="rId30" Type="http://schemas.openxmlformats.org/officeDocument/2006/relationships/customXml" Target="../ink/ink20.xml"/><Relationship Id="rId35" Type="http://schemas.openxmlformats.org/officeDocument/2006/relationships/image" Target="../media/image38.png"/><Relationship Id="rId43" Type="http://schemas.openxmlformats.org/officeDocument/2006/relationships/image" Target="../media/image42.png"/><Relationship Id="rId48" Type="http://schemas.openxmlformats.org/officeDocument/2006/relationships/customXml" Target="../ink/ink29.xml"/><Relationship Id="rId56" Type="http://schemas.openxmlformats.org/officeDocument/2006/relationships/customXml" Target="../ink/ink33.xml"/><Relationship Id="rId64" Type="http://schemas.openxmlformats.org/officeDocument/2006/relationships/customXml" Target="../ink/ink37.xml"/><Relationship Id="rId69" Type="http://schemas.openxmlformats.org/officeDocument/2006/relationships/image" Target="../media/image55.png"/><Relationship Id="rId77" Type="http://schemas.openxmlformats.org/officeDocument/2006/relationships/image" Target="../media/image59.png"/><Relationship Id="rId8" Type="http://schemas.openxmlformats.org/officeDocument/2006/relationships/customXml" Target="../ink/ink9.xml"/><Relationship Id="rId51" Type="http://schemas.openxmlformats.org/officeDocument/2006/relationships/image" Target="../media/image46.png"/><Relationship Id="rId72" Type="http://schemas.openxmlformats.org/officeDocument/2006/relationships/customXml" Target="../ink/ink41.xml"/><Relationship Id="rId3" Type="http://schemas.openxmlformats.org/officeDocument/2006/relationships/image" Target="../media/image22.png"/><Relationship Id="rId12" Type="http://schemas.openxmlformats.org/officeDocument/2006/relationships/customXml" Target="../ink/ink11.xml"/><Relationship Id="rId17" Type="http://schemas.openxmlformats.org/officeDocument/2006/relationships/image" Target="../media/image29.png"/><Relationship Id="rId25" Type="http://schemas.openxmlformats.org/officeDocument/2006/relationships/image" Target="../media/image33.png"/><Relationship Id="rId33" Type="http://schemas.openxmlformats.org/officeDocument/2006/relationships/image" Target="../media/image37.png"/><Relationship Id="rId38" Type="http://schemas.openxmlformats.org/officeDocument/2006/relationships/customXml" Target="../ink/ink24.xml"/><Relationship Id="rId46" Type="http://schemas.openxmlformats.org/officeDocument/2006/relationships/customXml" Target="../ink/ink28.xml"/><Relationship Id="rId59" Type="http://schemas.openxmlformats.org/officeDocument/2006/relationships/image" Target="../media/image50.png"/><Relationship Id="rId67" Type="http://schemas.openxmlformats.org/officeDocument/2006/relationships/image" Target="../media/image54.png"/><Relationship Id="rId20" Type="http://schemas.openxmlformats.org/officeDocument/2006/relationships/customXml" Target="../ink/ink15.xml"/><Relationship Id="rId41" Type="http://schemas.openxmlformats.org/officeDocument/2006/relationships/image" Target="../media/image41.png"/><Relationship Id="rId54" Type="http://schemas.openxmlformats.org/officeDocument/2006/relationships/customXml" Target="../ink/ink32.xml"/><Relationship Id="rId62" Type="http://schemas.openxmlformats.org/officeDocument/2006/relationships/customXml" Target="../ink/ink36.xml"/><Relationship Id="rId70" Type="http://schemas.openxmlformats.org/officeDocument/2006/relationships/customXml" Target="../ink/ink40.xml"/><Relationship Id="rId75" Type="http://schemas.openxmlformats.org/officeDocument/2006/relationships/image" Target="../media/image58.png"/><Relationship Id="rId1" Type="http://schemas.openxmlformats.org/officeDocument/2006/relationships/slideLayout" Target="../slideLayouts/slideLayout38.xml"/><Relationship Id="rId6" Type="http://schemas.openxmlformats.org/officeDocument/2006/relationships/customXml" Target="../ink/ink8.xml"/><Relationship Id="rId15" Type="http://schemas.openxmlformats.org/officeDocument/2006/relationships/image" Target="../media/image28.png"/><Relationship Id="rId23" Type="http://schemas.openxmlformats.org/officeDocument/2006/relationships/image" Target="../media/image32.png"/><Relationship Id="rId28" Type="http://schemas.openxmlformats.org/officeDocument/2006/relationships/customXml" Target="../ink/ink19.xml"/><Relationship Id="rId36" Type="http://schemas.openxmlformats.org/officeDocument/2006/relationships/customXml" Target="../ink/ink23.xml"/><Relationship Id="rId49" Type="http://schemas.openxmlformats.org/officeDocument/2006/relationships/image" Target="../media/image45.png"/><Relationship Id="rId57" Type="http://schemas.openxmlformats.org/officeDocument/2006/relationships/image" Target="../media/image49.png"/><Relationship Id="rId10" Type="http://schemas.openxmlformats.org/officeDocument/2006/relationships/customXml" Target="../ink/ink10.xml"/><Relationship Id="rId31" Type="http://schemas.openxmlformats.org/officeDocument/2006/relationships/image" Target="../media/image36.png"/><Relationship Id="rId44" Type="http://schemas.openxmlformats.org/officeDocument/2006/relationships/customXml" Target="../ink/ink27.xml"/><Relationship Id="rId52" Type="http://schemas.openxmlformats.org/officeDocument/2006/relationships/customXml" Target="../ink/ink31.xml"/><Relationship Id="rId60" Type="http://schemas.openxmlformats.org/officeDocument/2006/relationships/customXml" Target="../ink/ink35.xml"/><Relationship Id="rId65" Type="http://schemas.openxmlformats.org/officeDocument/2006/relationships/image" Target="../media/image53.png"/><Relationship Id="rId73" Type="http://schemas.openxmlformats.org/officeDocument/2006/relationships/image" Target="../media/image57.png"/><Relationship Id="rId78" Type="http://schemas.openxmlformats.org/officeDocument/2006/relationships/customXml" Target="../ink/ink44.xml"/><Relationship Id="rId4" Type="http://schemas.openxmlformats.org/officeDocument/2006/relationships/customXml" Target="../ink/ink7.xml"/><Relationship Id="rId9" Type="http://schemas.openxmlformats.org/officeDocument/2006/relationships/image" Target="../media/image25.png"/><Relationship Id="rId13" Type="http://schemas.openxmlformats.org/officeDocument/2006/relationships/image" Target="../media/image27.png"/><Relationship Id="rId18" Type="http://schemas.openxmlformats.org/officeDocument/2006/relationships/customXml" Target="../ink/ink14.xml"/><Relationship Id="rId39" Type="http://schemas.openxmlformats.org/officeDocument/2006/relationships/image" Target="../media/image40.png"/><Relationship Id="rId34" Type="http://schemas.openxmlformats.org/officeDocument/2006/relationships/customXml" Target="../ink/ink22.xml"/><Relationship Id="rId50" Type="http://schemas.openxmlformats.org/officeDocument/2006/relationships/customXml" Target="../ink/ink30.xml"/><Relationship Id="rId55" Type="http://schemas.openxmlformats.org/officeDocument/2006/relationships/image" Target="../media/image48.png"/><Relationship Id="rId76" Type="http://schemas.openxmlformats.org/officeDocument/2006/relationships/customXml" Target="../ink/ink43.xml"/><Relationship Id="rId7" Type="http://schemas.openxmlformats.org/officeDocument/2006/relationships/image" Target="../media/image24.png"/><Relationship Id="rId71" Type="http://schemas.openxmlformats.org/officeDocument/2006/relationships/image" Target="../media/image56.png"/><Relationship Id="rId2" Type="http://schemas.openxmlformats.org/officeDocument/2006/relationships/customXml" Target="../ink/ink6.xml"/><Relationship Id="rId29" Type="http://schemas.openxmlformats.org/officeDocument/2006/relationships/image" Target="../media/image35.png"/></Relationships>
</file>

<file path=ppt/slides/_rels/slide5.xml.rels><?xml version="1.0" encoding="UTF-8" standalone="yes"?>
<Relationships xmlns="http://schemas.openxmlformats.org/package/2006/relationships"><Relationship Id="rId26" Type="http://schemas.openxmlformats.org/officeDocument/2006/relationships/image" Target="../media/image73.png"/><Relationship Id="rId21" Type="http://schemas.openxmlformats.org/officeDocument/2006/relationships/customXml" Target="../ink/ink54.xml"/><Relationship Id="rId42" Type="http://schemas.openxmlformats.org/officeDocument/2006/relationships/image" Target="../media/image81.png"/><Relationship Id="rId47" Type="http://schemas.openxmlformats.org/officeDocument/2006/relationships/customXml" Target="../ink/ink67.xml"/><Relationship Id="rId63" Type="http://schemas.openxmlformats.org/officeDocument/2006/relationships/customXml" Target="../ink/ink75.xml"/><Relationship Id="rId68" Type="http://schemas.openxmlformats.org/officeDocument/2006/relationships/image" Target="../media/image94.png"/><Relationship Id="rId16" Type="http://schemas.openxmlformats.org/officeDocument/2006/relationships/image" Target="../media/image68.png"/><Relationship Id="rId11" Type="http://schemas.openxmlformats.org/officeDocument/2006/relationships/customXml" Target="../ink/ink49.xml"/><Relationship Id="rId32" Type="http://schemas.openxmlformats.org/officeDocument/2006/relationships/image" Target="../media/image76.png"/><Relationship Id="rId37" Type="http://schemas.openxmlformats.org/officeDocument/2006/relationships/customXml" Target="../ink/ink62.xml"/><Relationship Id="rId53" Type="http://schemas.openxmlformats.org/officeDocument/2006/relationships/customXml" Target="../ink/ink70.xml"/><Relationship Id="rId58" Type="http://schemas.openxmlformats.org/officeDocument/2006/relationships/image" Target="../media/image89.png"/><Relationship Id="rId74" Type="http://schemas.openxmlformats.org/officeDocument/2006/relationships/image" Target="../media/image97.png"/><Relationship Id="rId79" Type="http://schemas.openxmlformats.org/officeDocument/2006/relationships/customXml" Target="../ink/ink83.xml"/><Relationship Id="rId5" Type="http://schemas.openxmlformats.org/officeDocument/2006/relationships/customXml" Target="../ink/ink46.xml"/><Relationship Id="rId61" Type="http://schemas.openxmlformats.org/officeDocument/2006/relationships/customXml" Target="../ink/ink74.xml"/><Relationship Id="rId82" Type="http://schemas.openxmlformats.org/officeDocument/2006/relationships/image" Target="../media/image101.png"/><Relationship Id="rId19" Type="http://schemas.openxmlformats.org/officeDocument/2006/relationships/customXml" Target="../ink/ink53.xml"/><Relationship Id="rId14" Type="http://schemas.openxmlformats.org/officeDocument/2006/relationships/image" Target="../media/image67.png"/><Relationship Id="rId22" Type="http://schemas.openxmlformats.org/officeDocument/2006/relationships/image" Target="../media/image71.png"/><Relationship Id="rId27" Type="http://schemas.openxmlformats.org/officeDocument/2006/relationships/customXml" Target="../ink/ink57.xml"/><Relationship Id="rId30" Type="http://schemas.openxmlformats.org/officeDocument/2006/relationships/image" Target="../media/image75.png"/><Relationship Id="rId35" Type="http://schemas.openxmlformats.org/officeDocument/2006/relationships/customXml" Target="../ink/ink61.xml"/><Relationship Id="rId43" Type="http://schemas.openxmlformats.org/officeDocument/2006/relationships/customXml" Target="../ink/ink65.xml"/><Relationship Id="rId48" Type="http://schemas.openxmlformats.org/officeDocument/2006/relationships/image" Target="../media/image84.png"/><Relationship Id="rId56" Type="http://schemas.openxmlformats.org/officeDocument/2006/relationships/image" Target="../media/image88.png"/><Relationship Id="rId64" Type="http://schemas.openxmlformats.org/officeDocument/2006/relationships/image" Target="../media/image92.png"/><Relationship Id="rId69" Type="http://schemas.openxmlformats.org/officeDocument/2006/relationships/customXml" Target="../ink/ink78.xml"/><Relationship Id="rId77" Type="http://schemas.openxmlformats.org/officeDocument/2006/relationships/customXml" Target="../ink/ink82.xml"/><Relationship Id="rId8" Type="http://schemas.openxmlformats.org/officeDocument/2006/relationships/image" Target="../media/image64.png"/><Relationship Id="rId51" Type="http://schemas.openxmlformats.org/officeDocument/2006/relationships/customXml" Target="../ink/ink69.xml"/><Relationship Id="rId72" Type="http://schemas.openxmlformats.org/officeDocument/2006/relationships/image" Target="../media/image96.png"/><Relationship Id="rId80" Type="http://schemas.openxmlformats.org/officeDocument/2006/relationships/image" Target="../media/image100.png"/><Relationship Id="rId3" Type="http://schemas.openxmlformats.org/officeDocument/2006/relationships/customXml" Target="../ink/ink45.xml"/><Relationship Id="rId12" Type="http://schemas.openxmlformats.org/officeDocument/2006/relationships/image" Target="../media/image66.png"/><Relationship Id="rId17" Type="http://schemas.openxmlformats.org/officeDocument/2006/relationships/customXml" Target="../ink/ink52.xml"/><Relationship Id="rId25" Type="http://schemas.openxmlformats.org/officeDocument/2006/relationships/customXml" Target="../ink/ink56.xml"/><Relationship Id="rId33" Type="http://schemas.openxmlformats.org/officeDocument/2006/relationships/customXml" Target="../ink/ink60.xml"/><Relationship Id="rId38" Type="http://schemas.openxmlformats.org/officeDocument/2006/relationships/image" Target="../media/image79.png"/><Relationship Id="rId46" Type="http://schemas.openxmlformats.org/officeDocument/2006/relationships/image" Target="../media/image83.png"/><Relationship Id="rId59" Type="http://schemas.openxmlformats.org/officeDocument/2006/relationships/customXml" Target="../ink/ink73.xml"/><Relationship Id="rId67" Type="http://schemas.openxmlformats.org/officeDocument/2006/relationships/customXml" Target="../ink/ink77.xml"/><Relationship Id="rId20" Type="http://schemas.openxmlformats.org/officeDocument/2006/relationships/image" Target="../media/image70.png"/><Relationship Id="rId41" Type="http://schemas.openxmlformats.org/officeDocument/2006/relationships/customXml" Target="../ink/ink64.xml"/><Relationship Id="rId54" Type="http://schemas.openxmlformats.org/officeDocument/2006/relationships/image" Target="../media/image87.png"/><Relationship Id="rId62" Type="http://schemas.openxmlformats.org/officeDocument/2006/relationships/image" Target="../media/image91.png"/><Relationship Id="rId70" Type="http://schemas.openxmlformats.org/officeDocument/2006/relationships/image" Target="../media/image95.png"/><Relationship Id="rId75" Type="http://schemas.openxmlformats.org/officeDocument/2006/relationships/customXml" Target="../ink/ink81.xml"/><Relationship Id="rId1" Type="http://schemas.openxmlformats.org/officeDocument/2006/relationships/slideLayout" Target="../slideLayouts/slideLayout38.xml"/><Relationship Id="rId6" Type="http://schemas.openxmlformats.org/officeDocument/2006/relationships/image" Target="../media/image63.png"/><Relationship Id="rId15" Type="http://schemas.openxmlformats.org/officeDocument/2006/relationships/customXml" Target="../ink/ink51.xml"/><Relationship Id="rId23" Type="http://schemas.openxmlformats.org/officeDocument/2006/relationships/customXml" Target="../ink/ink55.xml"/><Relationship Id="rId28" Type="http://schemas.openxmlformats.org/officeDocument/2006/relationships/image" Target="../media/image74.png"/><Relationship Id="rId36" Type="http://schemas.openxmlformats.org/officeDocument/2006/relationships/image" Target="../media/image78.png"/><Relationship Id="rId49" Type="http://schemas.openxmlformats.org/officeDocument/2006/relationships/customXml" Target="../ink/ink68.xml"/><Relationship Id="rId57" Type="http://schemas.openxmlformats.org/officeDocument/2006/relationships/customXml" Target="../ink/ink72.xml"/><Relationship Id="rId10" Type="http://schemas.openxmlformats.org/officeDocument/2006/relationships/image" Target="../media/image65.png"/><Relationship Id="rId31" Type="http://schemas.openxmlformats.org/officeDocument/2006/relationships/customXml" Target="../ink/ink59.xml"/><Relationship Id="rId44" Type="http://schemas.openxmlformats.org/officeDocument/2006/relationships/image" Target="../media/image82.png"/><Relationship Id="rId52" Type="http://schemas.openxmlformats.org/officeDocument/2006/relationships/image" Target="../media/image86.png"/><Relationship Id="rId60" Type="http://schemas.openxmlformats.org/officeDocument/2006/relationships/image" Target="../media/image90.png"/><Relationship Id="rId65" Type="http://schemas.openxmlformats.org/officeDocument/2006/relationships/customXml" Target="../ink/ink76.xml"/><Relationship Id="rId73" Type="http://schemas.openxmlformats.org/officeDocument/2006/relationships/customXml" Target="../ink/ink80.xml"/><Relationship Id="rId78" Type="http://schemas.openxmlformats.org/officeDocument/2006/relationships/image" Target="../media/image99.png"/><Relationship Id="rId81" Type="http://schemas.openxmlformats.org/officeDocument/2006/relationships/customXml" Target="../ink/ink84.xml"/><Relationship Id="rId4" Type="http://schemas.openxmlformats.org/officeDocument/2006/relationships/image" Target="../media/image62.png"/><Relationship Id="rId9" Type="http://schemas.openxmlformats.org/officeDocument/2006/relationships/customXml" Target="../ink/ink48.xml"/><Relationship Id="rId13" Type="http://schemas.openxmlformats.org/officeDocument/2006/relationships/customXml" Target="../ink/ink50.xml"/><Relationship Id="rId18" Type="http://schemas.openxmlformats.org/officeDocument/2006/relationships/image" Target="../media/image69.png"/><Relationship Id="rId39" Type="http://schemas.openxmlformats.org/officeDocument/2006/relationships/customXml" Target="../ink/ink63.xml"/><Relationship Id="rId34" Type="http://schemas.openxmlformats.org/officeDocument/2006/relationships/image" Target="../media/image77.png"/><Relationship Id="rId50" Type="http://schemas.openxmlformats.org/officeDocument/2006/relationships/image" Target="../media/image85.png"/><Relationship Id="rId55" Type="http://schemas.openxmlformats.org/officeDocument/2006/relationships/customXml" Target="../ink/ink71.xml"/><Relationship Id="rId76" Type="http://schemas.openxmlformats.org/officeDocument/2006/relationships/image" Target="../media/image98.png"/><Relationship Id="rId7" Type="http://schemas.openxmlformats.org/officeDocument/2006/relationships/customXml" Target="../ink/ink47.xml"/><Relationship Id="rId71" Type="http://schemas.openxmlformats.org/officeDocument/2006/relationships/customXml" Target="../ink/ink79.xml"/><Relationship Id="rId2" Type="http://schemas.openxmlformats.org/officeDocument/2006/relationships/image" Target="../media/image61.png"/><Relationship Id="rId29" Type="http://schemas.openxmlformats.org/officeDocument/2006/relationships/customXml" Target="../ink/ink58.xml"/><Relationship Id="rId24" Type="http://schemas.openxmlformats.org/officeDocument/2006/relationships/image" Target="../media/image72.png"/><Relationship Id="rId40" Type="http://schemas.openxmlformats.org/officeDocument/2006/relationships/image" Target="../media/image80.png"/><Relationship Id="rId45" Type="http://schemas.openxmlformats.org/officeDocument/2006/relationships/customXml" Target="../ink/ink66.xml"/><Relationship Id="rId66" Type="http://schemas.openxmlformats.org/officeDocument/2006/relationships/image" Target="../media/image93.png"/></Relationships>
</file>

<file path=ppt/slides/_rels/slide6.xml.rels><?xml version="1.0" encoding="UTF-8" standalone="yes"?>
<Relationships xmlns="http://schemas.openxmlformats.org/package/2006/relationships"><Relationship Id="rId13" Type="http://schemas.openxmlformats.org/officeDocument/2006/relationships/customXml" Target="../ink/ink90.xml"/><Relationship Id="rId18" Type="http://schemas.openxmlformats.org/officeDocument/2006/relationships/image" Target="../media/image109.png"/><Relationship Id="rId26" Type="http://schemas.openxmlformats.org/officeDocument/2006/relationships/image" Target="../media/image113.png"/><Relationship Id="rId21" Type="http://schemas.openxmlformats.org/officeDocument/2006/relationships/customXml" Target="../ink/ink94.xml"/><Relationship Id="rId34" Type="http://schemas.openxmlformats.org/officeDocument/2006/relationships/image" Target="../media/image117.png"/><Relationship Id="rId7" Type="http://schemas.openxmlformats.org/officeDocument/2006/relationships/customXml" Target="../ink/ink87.xml"/><Relationship Id="rId12" Type="http://schemas.openxmlformats.org/officeDocument/2006/relationships/image" Target="../media/image106.png"/><Relationship Id="rId17" Type="http://schemas.openxmlformats.org/officeDocument/2006/relationships/customXml" Target="../ink/ink92.xml"/><Relationship Id="rId25" Type="http://schemas.openxmlformats.org/officeDocument/2006/relationships/customXml" Target="../ink/ink96.xml"/><Relationship Id="rId33" Type="http://schemas.openxmlformats.org/officeDocument/2006/relationships/customXml" Target="../ink/ink100.xml"/><Relationship Id="rId38" Type="http://schemas.openxmlformats.org/officeDocument/2006/relationships/image" Target="../media/image119.png"/><Relationship Id="rId2" Type="http://schemas.openxmlformats.org/officeDocument/2006/relationships/image" Target="../media/image180.png"/><Relationship Id="rId16" Type="http://schemas.openxmlformats.org/officeDocument/2006/relationships/image" Target="../media/image108.png"/><Relationship Id="rId20" Type="http://schemas.openxmlformats.org/officeDocument/2006/relationships/image" Target="../media/image110.png"/><Relationship Id="rId29" Type="http://schemas.openxmlformats.org/officeDocument/2006/relationships/customXml" Target="../ink/ink98.xml"/><Relationship Id="rId1" Type="http://schemas.openxmlformats.org/officeDocument/2006/relationships/slideLayout" Target="../slideLayouts/slideLayout38.xml"/><Relationship Id="rId6" Type="http://schemas.openxmlformats.org/officeDocument/2006/relationships/image" Target="../media/image103.png"/><Relationship Id="rId11" Type="http://schemas.openxmlformats.org/officeDocument/2006/relationships/customXml" Target="../ink/ink89.xml"/><Relationship Id="rId24" Type="http://schemas.openxmlformats.org/officeDocument/2006/relationships/image" Target="../media/image112.png"/><Relationship Id="rId32" Type="http://schemas.openxmlformats.org/officeDocument/2006/relationships/image" Target="../media/image116.png"/><Relationship Id="rId37" Type="http://schemas.openxmlformats.org/officeDocument/2006/relationships/customXml" Target="../ink/ink102.xml"/><Relationship Id="rId5" Type="http://schemas.openxmlformats.org/officeDocument/2006/relationships/customXml" Target="../ink/ink86.xml"/><Relationship Id="rId15" Type="http://schemas.openxmlformats.org/officeDocument/2006/relationships/customXml" Target="../ink/ink91.xml"/><Relationship Id="rId23" Type="http://schemas.openxmlformats.org/officeDocument/2006/relationships/customXml" Target="../ink/ink95.xml"/><Relationship Id="rId28" Type="http://schemas.openxmlformats.org/officeDocument/2006/relationships/image" Target="../media/image114.png"/><Relationship Id="rId36" Type="http://schemas.openxmlformats.org/officeDocument/2006/relationships/image" Target="../media/image118.png"/><Relationship Id="rId10" Type="http://schemas.openxmlformats.org/officeDocument/2006/relationships/image" Target="../media/image105.png"/><Relationship Id="rId19" Type="http://schemas.openxmlformats.org/officeDocument/2006/relationships/customXml" Target="../ink/ink93.xml"/><Relationship Id="rId31" Type="http://schemas.openxmlformats.org/officeDocument/2006/relationships/customXml" Target="../ink/ink99.xml"/><Relationship Id="rId4" Type="http://schemas.openxmlformats.org/officeDocument/2006/relationships/image" Target="../media/image102.png"/><Relationship Id="rId9" Type="http://schemas.openxmlformats.org/officeDocument/2006/relationships/customXml" Target="../ink/ink88.xml"/><Relationship Id="rId14" Type="http://schemas.openxmlformats.org/officeDocument/2006/relationships/image" Target="../media/image107.png"/><Relationship Id="rId22" Type="http://schemas.openxmlformats.org/officeDocument/2006/relationships/image" Target="../media/image111.png"/><Relationship Id="rId27" Type="http://schemas.openxmlformats.org/officeDocument/2006/relationships/customXml" Target="../ink/ink97.xml"/><Relationship Id="rId30" Type="http://schemas.openxmlformats.org/officeDocument/2006/relationships/image" Target="../media/image115.png"/><Relationship Id="rId35" Type="http://schemas.openxmlformats.org/officeDocument/2006/relationships/customXml" Target="../ink/ink101.xml"/><Relationship Id="rId8" Type="http://schemas.openxmlformats.org/officeDocument/2006/relationships/image" Target="../media/image104.png"/><Relationship Id="rId3" Type="http://schemas.openxmlformats.org/officeDocument/2006/relationships/customXml" Target="../ink/ink8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customXml" Target="../ink/ink103.xml"/><Relationship Id="rId7" Type="http://schemas.openxmlformats.org/officeDocument/2006/relationships/customXml" Target="../ink/ink105.xml"/><Relationship Id="rId2" Type="http://schemas.openxmlformats.org/officeDocument/2006/relationships/image" Target="../media/image200.png"/><Relationship Id="rId1" Type="http://schemas.openxmlformats.org/officeDocument/2006/relationships/slideLayout" Target="../slideLayouts/slideLayout38.xml"/><Relationship Id="rId6" Type="http://schemas.openxmlformats.org/officeDocument/2006/relationships/image" Target="../media/image122.png"/><Relationship Id="rId5" Type="http://schemas.openxmlformats.org/officeDocument/2006/relationships/customXml" Target="../ink/ink104.xml"/><Relationship Id="rId10" Type="http://schemas.openxmlformats.org/officeDocument/2006/relationships/image" Target="../media/image124.png"/><Relationship Id="rId4" Type="http://schemas.openxmlformats.org/officeDocument/2006/relationships/image" Target="../media/image121.png"/><Relationship Id="rId9" Type="http://schemas.openxmlformats.org/officeDocument/2006/relationships/customXml" Target="../ink/ink106.xml"/></Relationships>
</file>

<file path=ppt/slides/_rels/slide10.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7.png"/><Relationship Id="rId2" Type="http://schemas.openxmlformats.org/officeDocument/2006/relationships/customXml" Target="../ink/ink107.xml"/><Relationship Id="rId1" Type="http://schemas.openxmlformats.org/officeDocument/2006/relationships/slideLayout" Target="../slideLayouts/slideLayout38.xml"/><Relationship Id="rId6" Type="http://schemas.openxmlformats.org/officeDocument/2006/relationships/customXml" Target="../ink/ink109.xml"/><Relationship Id="rId5" Type="http://schemas.openxmlformats.org/officeDocument/2006/relationships/image" Target="../media/image126.png"/><Relationship Id="rId4" Type="http://schemas.openxmlformats.org/officeDocument/2006/relationships/customXml" Target="../ink/ink108.xml"/></Relationships>
</file>

<file path=ppt/slides/_rels/slide11.xml.rels><?xml version="1.0" encoding="UTF-8" standalone="yes"?>
<Relationships xmlns="http://schemas.openxmlformats.org/package/2006/relationships"><Relationship Id="rId117" Type="http://schemas.openxmlformats.org/officeDocument/2006/relationships/image" Target="../media/image186.png"/><Relationship Id="rId21" Type="http://schemas.openxmlformats.org/officeDocument/2006/relationships/image" Target="../media/image137.png"/><Relationship Id="rId63" Type="http://schemas.openxmlformats.org/officeDocument/2006/relationships/image" Target="../media/image158.png"/><Relationship Id="rId159" Type="http://schemas.openxmlformats.org/officeDocument/2006/relationships/image" Target="../media/image208.png"/><Relationship Id="rId170" Type="http://schemas.openxmlformats.org/officeDocument/2006/relationships/customXml" Target="../ink/ink194.xml"/><Relationship Id="rId226" Type="http://schemas.openxmlformats.org/officeDocument/2006/relationships/customXml" Target="../ink/ink222.xml"/><Relationship Id="rId268" Type="http://schemas.openxmlformats.org/officeDocument/2006/relationships/customXml" Target="../ink/ink243.xml"/><Relationship Id="rId32" Type="http://schemas.openxmlformats.org/officeDocument/2006/relationships/customXml" Target="../ink/ink125.xml"/><Relationship Id="rId74" Type="http://schemas.openxmlformats.org/officeDocument/2006/relationships/customXml" Target="../ink/ink146.xml"/><Relationship Id="rId128" Type="http://schemas.openxmlformats.org/officeDocument/2006/relationships/customXml" Target="../ink/ink173.xml"/><Relationship Id="rId5" Type="http://schemas.openxmlformats.org/officeDocument/2006/relationships/image" Target="../media/image129.png"/><Relationship Id="rId181" Type="http://schemas.openxmlformats.org/officeDocument/2006/relationships/image" Target="../media/image219.png"/><Relationship Id="rId237" Type="http://schemas.openxmlformats.org/officeDocument/2006/relationships/image" Target="../media/image247.png"/><Relationship Id="rId279" Type="http://schemas.openxmlformats.org/officeDocument/2006/relationships/image" Target="../media/image268.png"/><Relationship Id="rId43" Type="http://schemas.openxmlformats.org/officeDocument/2006/relationships/image" Target="../media/image148.png"/><Relationship Id="rId139" Type="http://schemas.openxmlformats.org/officeDocument/2006/relationships/image" Target="../media/image197.png"/><Relationship Id="rId85" Type="http://schemas.openxmlformats.org/officeDocument/2006/relationships/image" Target="../media/image169.png"/><Relationship Id="rId150" Type="http://schemas.openxmlformats.org/officeDocument/2006/relationships/customXml" Target="../ink/ink184.xml"/><Relationship Id="rId171" Type="http://schemas.openxmlformats.org/officeDocument/2006/relationships/image" Target="../media/image214.png"/><Relationship Id="rId192" Type="http://schemas.openxmlformats.org/officeDocument/2006/relationships/customXml" Target="../ink/ink205.xml"/><Relationship Id="rId206" Type="http://schemas.openxmlformats.org/officeDocument/2006/relationships/customXml" Target="../ink/ink212.xml"/><Relationship Id="rId227" Type="http://schemas.openxmlformats.org/officeDocument/2006/relationships/image" Target="../media/image242.png"/><Relationship Id="rId248" Type="http://schemas.openxmlformats.org/officeDocument/2006/relationships/customXml" Target="../ink/ink233.xml"/><Relationship Id="rId269" Type="http://schemas.openxmlformats.org/officeDocument/2006/relationships/image" Target="../media/image263.png"/><Relationship Id="rId12" Type="http://schemas.openxmlformats.org/officeDocument/2006/relationships/customXml" Target="../ink/ink115.xml"/><Relationship Id="rId33" Type="http://schemas.openxmlformats.org/officeDocument/2006/relationships/image" Target="../media/image143.png"/><Relationship Id="rId108" Type="http://schemas.openxmlformats.org/officeDocument/2006/relationships/customXml" Target="../ink/ink163.xml"/><Relationship Id="rId129" Type="http://schemas.openxmlformats.org/officeDocument/2006/relationships/image" Target="../media/image192.png"/><Relationship Id="rId280" Type="http://schemas.openxmlformats.org/officeDocument/2006/relationships/customXml" Target="../ink/ink249.xml"/><Relationship Id="rId54" Type="http://schemas.openxmlformats.org/officeDocument/2006/relationships/customXml" Target="../ink/ink136.xml"/><Relationship Id="rId75" Type="http://schemas.openxmlformats.org/officeDocument/2006/relationships/image" Target="../media/image164.png"/><Relationship Id="rId96" Type="http://schemas.openxmlformats.org/officeDocument/2006/relationships/customXml" Target="../ink/ink157.xml"/><Relationship Id="rId140" Type="http://schemas.openxmlformats.org/officeDocument/2006/relationships/customXml" Target="../ink/ink179.xml"/><Relationship Id="rId161" Type="http://schemas.openxmlformats.org/officeDocument/2006/relationships/image" Target="../media/image209.png"/><Relationship Id="rId182" Type="http://schemas.openxmlformats.org/officeDocument/2006/relationships/customXml" Target="../ink/ink200.xml"/><Relationship Id="rId217" Type="http://schemas.openxmlformats.org/officeDocument/2006/relationships/image" Target="../media/image237.png"/><Relationship Id="rId6" Type="http://schemas.openxmlformats.org/officeDocument/2006/relationships/customXml" Target="../ink/ink112.xml"/><Relationship Id="rId238" Type="http://schemas.openxmlformats.org/officeDocument/2006/relationships/customXml" Target="../ink/ink228.xml"/><Relationship Id="rId259" Type="http://schemas.openxmlformats.org/officeDocument/2006/relationships/image" Target="../media/image258.png"/><Relationship Id="rId23" Type="http://schemas.openxmlformats.org/officeDocument/2006/relationships/image" Target="../media/image138.png"/><Relationship Id="rId119" Type="http://schemas.openxmlformats.org/officeDocument/2006/relationships/image" Target="../media/image187.png"/><Relationship Id="rId270" Type="http://schemas.openxmlformats.org/officeDocument/2006/relationships/customXml" Target="../ink/ink244.xml"/><Relationship Id="rId44" Type="http://schemas.openxmlformats.org/officeDocument/2006/relationships/customXml" Target="../ink/ink131.xml"/><Relationship Id="rId65" Type="http://schemas.openxmlformats.org/officeDocument/2006/relationships/image" Target="../media/image159.png"/><Relationship Id="rId86" Type="http://schemas.openxmlformats.org/officeDocument/2006/relationships/customXml" Target="../ink/ink152.xml"/><Relationship Id="rId130" Type="http://schemas.openxmlformats.org/officeDocument/2006/relationships/customXml" Target="../ink/ink174.xml"/><Relationship Id="rId151" Type="http://schemas.openxmlformats.org/officeDocument/2006/relationships/image" Target="../media/image204.png"/><Relationship Id="rId172" Type="http://schemas.openxmlformats.org/officeDocument/2006/relationships/customXml" Target="../ink/ink195.xml"/><Relationship Id="rId193" Type="http://schemas.openxmlformats.org/officeDocument/2006/relationships/image" Target="../media/image225.png"/><Relationship Id="rId207" Type="http://schemas.openxmlformats.org/officeDocument/2006/relationships/image" Target="../media/image232.png"/><Relationship Id="rId228" Type="http://schemas.openxmlformats.org/officeDocument/2006/relationships/customXml" Target="../ink/ink223.xml"/><Relationship Id="rId249" Type="http://schemas.openxmlformats.org/officeDocument/2006/relationships/image" Target="../media/image253.png"/><Relationship Id="rId13" Type="http://schemas.openxmlformats.org/officeDocument/2006/relationships/image" Target="../media/image133.png"/><Relationship Id="rId109" Type="http://schemas.openxmlformats.org/officeDocument/2006/relationships/image" Target="../media/image182.png"/><Relationship Id="rId260" Type="http://schemas.openxmlformats.org/officeDocument/2006/relationships/customXml" Target="../ink/ink239.xml"/><Relationship Id="rId281" Type="http://schemas.openxmlformats.org/officeDocument/2006/relationships/image" Target="../media/image269.png"/><Relationship Id="rId34" Type="http://schemas.openxmlformats.org/officeDocument/2006/relationships/customXml" Target="../ink/ink126.xml"/><Relationship Id="rId55" Type="http://schemas.openxmlformats.org/officeDocument/2006/relationships/image" Target="../media/image154.png"/><Relationship Id="rId76" Type="http://schemas.openxmlformats.org/officeDocument/2006/relationships/customXml" Target="../ink/ink147.xml"/><Relationship Id="rId97" Type="http://schemas.openxmlformats.org/officeDocument/2006/relationships/image" Target="../media/image175.png"/><Relationship Id="rId120" Type="http://schemas.openxmlformats.org/officeDocument/2006/relationships/customXml" Target="../ink/ink169.xml"/><Relationship Id="rId141" Type="http://schemas.openxmlformats.org/officeDocument/2006/relationships/image" Target="../media/image198.png"/><Relationship Id="rId7" Type="http://schemas.openxmlformats.org/officeDocument/2006/relationships/image" Target="../media/image130.png"/><Relationship Id="rId162" Type="http://schemas.openxmlformats.org/officeDocument/2006/relationships/customXml" Target="../ink/ink190.xml"/><Relationship Id="rId183" Type="http://schemas.openxmlformats.org/officeDocument/2006/relationships/image" Target="../media/image220.png"/><Relationship Id="rId218" Type="http://schemas.openxmlformats.org/officeDocument/2006/relationships/customXml" Target="../ink/ink218.xml"/><Relationship Id="rId239" Type="http://schemas.openxmlformats.org/officeDocument/2006/relationships/image" Target="../media/image248.png"/><Relationship Id="rId250" Type="http://schemas.openxmlformats.org/officeDocument/2006/relationships/customXml" Target="../ink/ink234.xml"/><Relationship Id="rId271" Type="http://schemas.openxmlformats.org/officeDocument/2006/relationships/image" Target="../media/image264.png"/><Relationship Id="rId24" Type="http://schemas.openxmlformats.org/officeDocument/2006/relationships/customXml" Target="../ink/ink121.xml"/><Relationship Id="rId45" Type="http://schemas.openxmlformats.org/officeDocument/2006/relationships/image" Target="../media/image149.png"/><Relationship Id="rId66" Type="http://schemas.openxmlformats.org/officeDocument/2006/relationships/customXml" Target="../ink/ink142.xml"/><Relationship Id="rId87" Type="http://schemas.openxmlformats.org/officeDocument/2006/relationships/image" Target="../media/image170.png"/><Relationship Id="rId110" Type="http://schemas.openxmlformats.org/officeDocument/2006/relationships/customXml" Target="../ink/ink164.xml"/><Relationship Id="rId131" Type="http://schemas.openxmlformats.org/officeDocument/2006/relationships/image" Target="../media/image193.png"/><Relationship Id="rId152" Type="http://schemas.openxmlformats.org/officeDocument/2006/relationships/customXml" Target="../ink/ink185.xml"/><Relationship Id="rId173" Type="http://schemas.openxmlformats.org/officeDocument/2006/relationships/image" Target="../media/image215.png"/><Relationship Id="rId194" Type="http://schemas.openxmlformats.org/officeDocument/2006/relationships/customXml" Target="../ink/ink206.xml"/><Relationship Id="rId208" Type="http://schemas.openxmlformats.org/officeDocument/2006/relationships/customXml" Target="../ink/ink213.xml"/><Relationship Id="rId229" Type="http://schemas.openxmlformats.org/officeDocument/2006/relationships/image" Target="../media/image243.png"/><Relationship Id="rId240" Type="http://schemas.openxmlformats.org/officeDocument/2006/relationships/customXml" Target="../ink/ink229.xml"/><Relationship Id="rId261" Type="http://schemas.openxmlformats.org/officeDocument/2006/relationships/image" Target="../media/image259.png"/><Relationship Id="rId14" Type="http://schemas.openxmlformats.org/officeDocument/2006/relationships/customXml" Target="../ink/ink116.xml"/><Relationship Id="rId35" Type="http://schemas.openxmlformats.org/officeDocument/2006/relationships/image" Target="../media/image144.png"/><Relationship Id="rId56" Type="http://schemas.openxmlformats.org/officeDocument/2006/relationships/customXml" Target="../ink/ink137.xml"/><Relationship Id="rId77" Type="http://schemas.openxmlformats.org/officeDocument/2006/relationships/image" Target="../media/image165.png"/><Relationship Id="rId100" Type="http://schemas.openxmlformats.org/officeDocument/2006/relationships/customXml" Target="../ink/ink159.xml"/><Relationship Id="rId282" Type="http://schemas.openxmlformats.org/officeDocument/2006/relationships/customXml" Target="../ink/ink250.xml"/><Relationship Id="rId8" Type="http://schemas.openxmlformats.org/officeDocument/2006/relationships/customXml" Target="../ink/ink113.xml"/><Relationship Id="rId98" Type="http://schemas.openxmlformats.org/officeDocument/2006/relationships/customXml" Target="../ink/ink158.xml"/><Relationship Id="rId121" Type="http://schemas.openxmlformats.org/officeDocument/2006/relationships/image" Target="../media/image188.png"/><Relationship Id="rId142" Type="http://schemas.openxmlformats.org/officeDocument/2006/relationships/customXml" Target="../ink/ink180.xml"/><Relationship Id="rId163" Type="http://schemas.openxmlformats.org/officeDocument/2006/relationships/image" Target="../media/image210.png"/><Relationship Id="rId184" Type="http://schemas.openxmlformats.org/officeDocument/2006/relationships/customXml" Target="../ink/ink201.xml"/><Relationship Id="rId219" Type="http://schemas.openxmlformats.org/officeDocument/2006/relationships/image" Target="../media/image238.png"/><Relationship Id="rId230" Type="http://schemas.openxmlformats.org/officeDocument/2006/relationships/customXml" Target="../ink/ink224.xml"/><Relationship Id="rId251" Type="http://schemas.openxmlformats.org/officeDocument/2006/relationships/image" Target="../media/image254.png"/><Relationship Id="rId25" Type="http://schemas.openxmlformats.org/officeDocument/2006/relationships/image" Target="../media/image139.png"/><Relationship Id="rId46" Type="http://schemas.openxmlformats.org/officeDocument/2006/relationships/customXml" Target="../ink/ink132.xml"/><Relationship Id="rId67" Type="http://schemas.openxmlformats.org/officeDocument/2006/relationships/image" Target="../media/image160.png"/><Relationship Id="rId272" Type="http://schemas.openxmlformats.org/officeDocument/2006/relationships/customXml" Target="../ink/ink245.xml"/><Relationship Id="rId88" Type="http://schemas.openxmlformats.org/officeDocument/2006/relationships/customXml" Target="../ink/ink153.xml"/><Relationship Id="rId111" Type="http://schemas.openxmlformats.org/officeDocument/2006/relationships/image" Target="../media/image183.png"/><Relationship Id="rId132" Type="http://schemas.openxmlformats.org/officeDocument/2006/relationships/customXml" Target="../ink/ink175.xml"/><Relationship Id="rId153" Type="http://schemas.openxmlformats.org/officeDocument/2006/relationships/image" Target="../media/image205.png"/><Relationship Id="rId174" Type="http://schemas.openxmlformats.org/officeDocument/2006/relationships/customXml" Target="../ink/ink196.xml"/><Relationship Id="rId195" Type="http://schemas.openxmlformats.org/officeDocument/2006/relationships/image" Target="../media/image226.png"/><Relationship Id="rId209" Type="http://schemas.openxmlformats.org/officeDocument/2006/relationships/image" Target="../media/image233.png"/><Relationship Id="rId220" Type="http://schemas.openxmlformats.org/officeDocument/2006/relationships/customXml" Target="../ink/ink219.xml"/><Relationship Id="rId241" Type="http://schemas.openxmlformats.org/officeDocument/2006/relationships/image" Target="../media/image249.png"/><Relationship Id="rId15" Type="http://schemas.openxmlformats.org/officeDocument/2006/relationships/image" Target="../media/image134.png"/><Relationship Id="rId36" Type="http://schemas.openxmlformats.org/officeDocument/2006/relationships/customXml" Target="../ink/ink127.xml"/><Relationship Id="rId57" Type="http://schemas.openxmlformats.org/officeDocument/2006/relationships/image" Target="../media/image155.png"/><Relationship Id="rId262" Type="http://schemas.openxmlformats.org/officeDocument/2006/relationships/customXml" Target="../ink/ink240.xml"/><Relationship Id="rId283" Type="http://schemas.openxmlformats.org/officeDocument/2006/relationships/image" Target="../media/image270.png"/><Relationship Id="rId78" Type="http://schemas.openxmlformats.org/officeDocument/2006/relationships/customXml" Target="../ink/ink148.xml"/><Relationship Id="rId99" Type="http://schemas.openxmlformats.org/officeDocument/2006/relationships/image" Target="../media/image176.png"/><Relationship Id="rId101" Type="http://schemas.openxmlformats.org/officeDocument/2006/relationships/image" Target="../media/image177.png"/><Relationship Id="rId122" Type="http://schemas.openxmlformats.org/officeDocument/2006/relationships/customXml" Target="../ink/ink170.xml"/><Relationship Id="rId143" Type="http://schemas.openxmlformats.org/officeDocument/2006/relationships/image" Target="../media/image199.png"/><Relationship Id="rId164" Type="http://schemas.openxmlformats.org/officeDocument/2006/relationships/customXml" Target="../ink/ink191.xml"/><Relationship Id="rId185" Type="http://schemas.openxmlformats.org/officeDocument/2006/relationships/image" Target="../media/image221.png"/><Relationship Id="rId9" Type="http://schemas.openxmlformats.org/officeDocument/2006/relationships/image" Target="../media/image131.png"/><Relationship Id="rId210" Type="http://schemas.openxmlformats.org/officeDocument/2006/relationships/customXml" Target="../ink/ink214.xml"/><Relationship Id="rId26" Type="http://schemas.openxmlformats.org/officeDocument/2006/relationships/customXml" Target="../ink/ink122.xml"/><Relationship Id="rId231" Type="http://schemas.openxmlformats.org/officeDocument/2006/relationships/image" Target="../media/image244.png"/><Relationship Id="rId252" Type="http://schemas.openxmlformats.org/officeDocument/2006/relationships/customXml" Target="../ink/ink235.xml"/><Relationship Id="rId273" Type="http://schemas.openxmlformats.org/officeDocument/2006/relationships/image" Target="../media/image265.png"/><Relationship Id="rId47" Type="http://schemas.openxmlformats.org/officeDocument/2006/relationships/image" Target="../media/image150.png"/><Relationship Id="rId68" Type="http://schemas.openxmlformats.org/officeDocument/2006/relationships/customXml" Target="../ink/ink143.xml"/><Relationship Id="rId89" Type="http://schemas.openxmlformats.org/officeDocument/2006/relationships/image" Target="../media/image171.png"/><Relationship Id="rId112" Type="http://schemas.openxmlformats.org/officeDocument/2006/relationships/customXml" Target="../ink/ink165.xml"/><Relationship Id="rId133" Type="http://schemas.openxmlformats.org/officeDocument/2006/relationships/image" Target="../media/image194.png"/><Relationship Id="rId154" Type="http://schemas.openxmlformats.org/officeDocument/2006/relationships/customXml" Target="../ink/ink186.xml"/><Relationship Id="rId175" Type="http://schemas.openxmlformats.org/officeDocument/2006/relationships/image" Target="../media/image216.png"/><Relationship Id="rId196" Type="http://schemas.openxmlformats.org/officeDocument/2006/relationships/customXml" Target="../ink/ink207.xml"/><Relationship Id="rId200" Type="http://schemas.openxmlformats.org/officeDocument/2006/relationships/customXml" Target="../ink/ink209.xml"/><Relationship Id="rId16" Type="http://schemas.openxmlformats.org/officeDocument/2006/relationships/customXml" Target="../ink/ink117.xml"/><Relationship Id="rId221" Type="http://schemas.openxmlformats.org/officeDocument/2006/relationships/image" Target="../media/image239.png"/><Relationship Id="rId242" Type="http://schemas.openxmlformats.org/officeDocument/2006/relationships/customXml" Target="../ink/ink230.xml"/><Relationship Id="rId263" Type="http://schemas.openxmlformats.org/officeDocument/2006/relationships/image" Target="../media/image260.png"/><Relationship Id="rId284" Type="http://schemas.openxmlformats.org/officeDocument/2006/relationships/customXml" Target="../ink/ink251.xml"/><Relationship Id="rId37" Type="http://schemas.openxmlformats.org/officeDocument/2006/relationships/image" Target="../media/image145.png"/><Relationship Id="rId58" Type="http://schemas.openxmlformats.org/officeDocument/2006/relationships/customXml" Target="../ink/ink138.xml"/><Relationship Id="rId79" Type="http://schemas.openxmlformats.org/officeDocument/2006/relationships/image" Target="../media/image166.png"/><Relationship Id="rId102" Type="http://schemas.openxmlformats.org/officeDocument/2006/relationships/customXml" Target="../ink/ink160.xml"/><Relationship Id="rId123" Type="http://schemas.openxmlformats.org/officeDocument/2006/relationships/image" Target="../media/image189.png"/><Relationship Id="rId144" Type="http://schemas.openxmlformats.org/officeDocument/2006/relationships/customXml" Target="../ink/ink181.xml"/><Relationship Id="rId90" Type="http://schemas.openxmlformats.org/officeDocument/2006/relationships/customXml" Target="../ink/ink154.xml"/><Relationship Id="rId165" Type="http://schemas.openxmlformats.org/officeDocument/2006/relationships/image" Target="../media/image211.png"/><Relationship Id="rId186" Type="http://schemas.openxmlformats.org/officeDocument/2006/relationships/customXml" Target="../ink/ink202.xml"/><Relationship Id="rId211" Type="http://schemas.openxmlformats.org/officeDocument/2006/relationships/image" Target="../media/image234.png"/><Relationship Id="rId232" Type="http://schemas.openxmlformats.org/officeDocument/2006/relationships/customXml" Target="../ink/ink225.xml"/><Relationship Id="rId253" Type="http://schemas.openxmlformats.org/officeDocument/2006/relationships/image" Target="../media/image255.png"/><Relationship Id="rId274" Type="http://schemas.openxmlformats.org/officeDocument/2006/relationships/customXml" Target="../ink/ink246.xml"/><Relationship Id="rId27" Type="http://schemas.openxmlformats.org/officeDocument/2006/relationships/image" Target="../media/image140.png"/><Relationship Id="rId48" Type="http://schemas.openxmlformats.org/officeDocument/2006/relationships/customXml" Target="../ink/ink133.xml"/><Relationship Id="rId69" Type="http://schemas.openxmlformats.org/officeDocument/2006/relationships/image" Target="../media/image161.png"/><Relationship Id="rId113" Type="http://schemas.openxmlformats.org/officeDocument/2006/relationships/image" Target="../media/image184.png"/><Relationship Id="rId134" Type="http://schemas.openxmlformats.org/officeDocument/2006/relationships/customXml" Target="../ink/ink176.xml"/><Relationship Id="rId80" Type="http://schemas.openxmlformats.org/officeDocument/2006/relationships/customXml" Target="../ink/ink149.xml"/><Relationship Id="rId155" Type="http://schemas.openxmlformats.org/officeDocument/2006/relationships/image" Target="../media/image206.png"/><Relationship Id="rId176" Type="http://schemas.openxmlformats.org/officeDocument/2006/relationships/customXml" Target="../ink/ink197.xml"/><Relationship Id="rId197" Type="http://schemas.openxmlformats.org/officeDocument/2006/relationships/image" Target="../media/image227.png"/><Relationship Id="rId201" Type="http://schemas.openxmlformats.org/officeDocument/2006/relationships/image" Target="../media/image229.png"/><Relationship Id="rId222" Type="http://schemas.openxmlformats.org/officeDocument/2006/relationships/customXml" Target="../ink/ink220.xml"/><Relationship Id="rId243" Type="http://schemas.openxmlformats.org/officeDocument/2006/relationships/image" Target="../media/image250.png"/><Relationship Id="rId264" Type="http://schemas.openxmlformats.org/officeDocument/2006/relationships/customXml" Target="../ink/ink241.xml"/><Relationship Id="rId285" Type="http://schemas.openxmlformats.org/officeDocument/2006/relationships/image" Target="../media/image271.png"/><Relationship Id="rId17" Type="http://schemas.openxmlformats.org/officeDocument/2006/relationships/image" Target="../media/image135.png"/><Relationship Id="rId38" Type="http://schemas.openxmlformats.org/officeDocument/2006/relationships/customXml" Target="../ink/ink128.xml"/><Relationship Id="rId59" Type="http://schemas.openxmlformats.org/officeDocument/2006/relationships/image" Target="../media/image156.png"/><Relationship Id="rId103" Type="http://schemas.openxmlformats.org/officeDocument/2006/relationships/image" Target="../media/image178.png"/><Relationship Id="rId124" Type="http://schemas.openxmlformats.org/officeDocument/2006/relationships/customXml" Target="../ink/ink171.xml"/><Relationship Id="rId70" Type="http://schemas.openxmlformats.org/officeDocument/2006/relationships/customXml" Target="../ink/ink144.xml"/><Relationship Id="rId91" Type="http://schemas.openxmlformats.org/officeDocument/2006/relationships/image" Target="../media/image172.png"/><Relationship Id="rId145" Type="http://schemas.openxmlformats.org/officeDocument/2006/relationships/image" Target="../media/image201.png"/><Relationship Id="rId166" Type="http://schemas.openxmlformats.org/officeDocument/2006/relationships/customXml" Target="../ink/ink192.xml"/><Relationship Id="rId187" Type="http://schemas.openxmlformats.org/officeDocument/2006/relationships/image" Target="../media/image222.png"/><Relationship Id="rId1" Type="http://schemas.openxmlformats.org/officeDocument/2006/relationships/slideLayout" Target="../slideLayouts/slideLayout38.xml"/><Relationship Id="rId212" Type="http://schemas.openxmlformats.org/officeDocument/2006/relationships/customXml" Target="../ink/ink215.xml"/><Relationship Id="rId233" Type="http://schemas.openxmlformats.org/officeDocument/2006/relationships/image" Target="../media/image245.png"/><Relationship Id="rId254" Type="http://schemas.openxmlformats.org/officeDocument/2006/relationships/customXml" Target="../ink/ink236.xml"/><Relationship Id="rId28" Type="http://schemas.openxmlformats.org/officeDocument/2006/relationships/customXml" Target="../ink/ink123.xml"/><Relationship Id="rId49" Type="http://schemas.openxmlformats.org/officeDocument/2006/relationships/image" Target="../media/image151.png"/><Relationship Id="rId114" Type="http://schemas.openxmlformats.org/officeDocument/2006/relationships/customXml" Target="../ink/ink166.xml"/><Relationship Id="rId275" Type="http://schemas.openxmlformats.org/officeDocument/2006/relationships/image" Target="../media/image266.png"/><Relationship Id="rId60" Type="http://schemas.openxmlformats.org/officeDocument/2006/relationships/customXml" Target="../ink/ink139.xml"/><Relationship Id="rId81" Type="http://schemas.openxmlformats.org/officeDocument/2006/relationships/image" Target="../media/image167.png"/><Relationship Id="rId135" Type="http://schemas.openxmlformats.org/officeDocument/2006/relationships/image" Target="../media/image195.png"/><Relationship Id="rId156" Type="http://schemas.openxmlformats.org/officeDocument/2006/relationships/customXml" Target="../ink/ink187.xml"/><Relationship Id="rId177" Type="http://schemas.openxmlformats.org/officeDocument/2006/relationships/image" Target="../media/image217.png"/><Relationship Id="rId198" Type="http://schemas.openxmlformats.org/officeDocument/2006/relationships/customXml" Target="../ink/ink208.xml"/><Relationship Id="rId202" Type="http://schemas.openxmlformats.org/officeDocument/2006/relationships/customXml" Target="../ink/ink210.xml"/><Relationship Id="rId223" Type="http://schemas.openxmlformats.org/officeDocument/2006/relationships/image" Target="../media/image240.png"/><Relationship Id="rId244" Type="http://schemas.openxmlformats.org/officeDocument/2006/relationships/customXml" Target="../ink/ink231.xml"/><Relationship Id="rId18" Type="http://schemas.openxmlformats.org/officeDocument/2006/relationships/customXml" Target="../ink/ink118.xml"/><Relationship Id="rId39" Type="http://schemas.openxmlformats.org/officeDocument/2006/relationships/image" Target="../media/image146.png"/><Relationship Id="rId265" Type="http://schemas.openxmlformats.org/officeDocument/2006/relationships/image" Target="../media/image261.png"/><Relationship Id="rId50" Type="http://schemas.openxmlformats.org/officeDocument/2006/relationships/customXml" Target="../ink/ink134.xml"/><Relationship Id="rId104" Type="http://schemas.openxmlformats.org/officeDocument/2006/relationships/customXml" Target="../ink/ink161.xml"/><Relationship Id="rId125" Type="http://schemas.openxmlformats.org/officeDocument/2006/relationships/image" Target="../media/image190.png"/><Relationship Id="rId146" Type="http://schemas.openxmlformats.org/officeDocument/2006/relationships/customXml" Target="../ink/ink182.xml"/><Relationship Id="rId167" Type="http://schemas.openxmlformats.org/officeDocument/2006/relationships/image" Target="../media/image212.png"/><Relationship Id="rId188" Type="http://schemas.openxmlformats.org/officeDocument/2006/relationships/customXml" Target="../ink/ink203.xml"/><Relationship Id="rId71" Type="http://schemas.openxmlformats.org/officeDocument/2006/relationships/image" Target="../media/image162.png"/><Relationship Id="rId92" Type="http://schemas.openxmlformats.org/officeDocument/2006/relationships/customXml" Target="../ink/ink155.xml"/><Relationship Id="rId213" Type="http://schemas.openxmlformats.org/officeDocument/2006/relationships/image" Target="../media/image235.png"/><Relationship Id="rId234" Type="http://schemas.openxmlformats.org/officeDocument/2006/relationships/customXml" Target="../ink/ink226.xml"/><Relationship Id="rId2" Type="http://schemas.openxmlformats.org/officeDocument/2006/relationships/customXml" Target="../ink/ink110.xml"/><Relationship Id="rId29" Type="http://schemas.openxmlformats.org/officeDocument/2006/relationships/image" Target="../media/image141.png"/><Relationship Id="rId255" Type="http://schemas.openxmlformats.org/officeDocument/2006/relationships/image" Target="../media/image256.png"/><Relationship Id="rId276" Type="http://schemas.openxmlformats.org/officeDocument/2006/relationships/customXml" Target="../ink/ink247.xml"/><Relationship Id="rId40" Type="http://schemas.openxmlformats.org/officeDocument/2006/relationships/customXml" Target="../ink/ink129.xml"/><Relationship Id="rId115" Type="http://schemas.openxmlformats.org/officeDocument/2006/relationships/image" Target="../media/image185.png"/><Relationship Id="rId136" Type="http://schemas.openxmlformats.org/officeDocument/2006/relationships/customXml" Target="../ink/ink177.xml"/><Relationship Id="rId157" Type="http://schemas.openxmlformats.org/officeDocument/2006/relationships/image" Target="../media/image207.png"/><Relationship Id="rId178" Type="http://schemas.openxmlformats.org/officeDocument/2006/relationships/customXml" Target="../ink/ink198.xml"/><Relationship Id="rId61" Type="http://schemas.openxmlformats.org/officeDocument/2006/relationships/image" Target="../media/image157.png"/><Relationship Id="rId82" Type="http://schemas.openxmlformats.org/officeDocument/2006/relationships/customXml" Target="../ink/ink150.xml"/><Relationship Id="rId199" Type="http://schemas.openxmlformats.org/officeDocument/2006/relationships/image" Target="../media/image228.png"/><Relationship Id="rId203" Type="http://schemas.openxmlformats.org/officeDocument/2006/relationships/image" Target="../media/image230.png"/><Relationship Id="rId19" Type="http://schemas.openxmlformats.org/officeDocument/2006/relationships/image" Target="../media/image136.png"/><Relationship Id="rId224" Type="http://schemas.openxmlformats.org/officeDocument/2006/relationships/customXml" Target="../ink/ink221.xml"/><Relationship Id="rId245" Type="http://schemas.openxmlformats.org/officeDocument/2006/relationships/image" Target="../media/image251.png"/><Relationship Id="rId266" Type="http://schemas.openxmlformats.org/officeDocument/2006/relationships/customXml" Target="../ink/ink242.xml"/><Relationship Id="rId30" Type="http://schemas.openxmlformats.org/officeDocument/2006/relationships/customXml" Target="../ink/ink124.xml"/><Relationship Id="rId105" Type="http://schemas.openxmlformats.org/officeDocument/2006/relationships/image" Target="../media/image179.png"/><Relationship Id="rId126" Type="http://schemas.openxmlformats.org/officeDocument/2006/relationships/customXml" Target="../ink/ink172.xml"/><Relationship Id="rId147" Type="http://schemas.openxmlformats.org/officeDocument/2006/relationships/image" Target="../media/image202.png"/><Relationship Id="rId168" Type="http://schemas.openxmlformats.org/officeDocument/2006/relationships/customXml" Target="../ink/ink193.xml"/><Relationship Id="rId51" Type="http://schemas.openxmlformats.org/officeDocument/2006/relationships/image" Target="../media/image152.png"/><Relationship Id="rId72" Type="http://schemas.openxmlformats.org/officeDocument/2006/relationships/customXml" Target="../ink/ink145.xml"/><Relationship Id="rId93" Type="http://schemas.openxmlformats.org/officeDocument/2006/relationships/image" Target="../media/image173.png"/><Relationship Id="rId189" Type="http://schemas.openxmlformats.org/officeDocument/2006/relationships/image" Target="../media/image223.png"/><Relationship Id="rId3" Type="http://schemas.openxmlformats.org/officeDocument/2006/relationships/image" Target="../media/image128.png"/><Relationship Id="rId214" Type="http://schemas.openxmlformats.org/officeDocument/2006/relationships/customXml" Target="../ink/ink216.xml"/><Relationship Id="rId235" Type="http://schemas.openxmlformats.org/officeDocument/2006/relationships/image" Target="../media/image246.png"/><Relationship Id="rId256" Type="http://schemas.openxmlformats.org/officeDocument/2006/relationships/customXml" Target="../ink/ink237.xml"/><Relationship Id="rId277" Type="http://schemas.openxmlformats.org/officeDocument/2006/relationships/image" Target="../media/image267.png"/><Relationship Id="rId116" Type="http://schemas.openxmlformats.org/officeDocument/2006/relationships/customXml" Target="../ink/ink167.xml"/><Relationship Id="rId137" Type="http://schemas.openxmlformats.org/officeDocument/2006/relationships/image" Target="../media/image196.png"/><Relationship Id="rId158" Type="http://schemas.openxmlformats.org/officeDocument/2006/relationships/customXml" Target="../ink/ink188.xml"/><Relationship Id="rId20" Type="http://schemas.openxmlformats.org/officeDocument/2006/relationships/customXml" Target="../ink/ink119.xml"/><Relationship Id="rId41" Type="http://schemas.openxmlformats.org/officeDocument/2006/relationships/image" Target="../media/image147.png"/><Relationship Id="rId62" Type="http://schemas.openxmlformats.org/officeDocument/2006/relationships/customXml" Target="../ink/ink140.xml"/><Relationship Id="rId83" Type="http://schemas.openxmlformats.org/officeDocument/2006/relationships/image" Target="../media/image168.png"/><Relationship Id="rId179" Type="http://schemas.openxmlformats.org/officeDocument/2006/relationships/image" Target="../media/image218.png"/><Relationship Id="rId190" Type="http://schemas.openxmlformats.org/officeDocument/2006/relationships/customXml" Target="../ink/ink204.xml"/><Relationship Id="rId204" Type="http://schemas.openxmlformats.org/officeDocument/2006/relationships/customXml" Target="../ink/ink211.xml"/><Relationship Id="rId225" Type="http://schemas.openxmlformats.org/officeDocument/2006/relationships/image" Target="../media/image241.png"/><Relationship Id="rId246" Type="http://schemas.openxmlformats.org/officeDocument/2006/relationships/customXml" Target="../ink/ink232.xml"/><Relationship Id="rId267" Type="http://schemas.openxmlformats.org/officeDocument/2006/relationships/image" Target="../media/image262.png"/><Relationship Id="rId106" Type="http://schemas.openxmlformats.org/officeDocument/2006/relationships/customXml" Target="../ink/ink162.xml"/><Relationship Id="rId127" Type="http://schemas.openxmlformats.org/officeDocument/2006/relationships/image" Target="../media/image191.png"/><Relationship Id="rId10" Type="http://schemas.openxmlformats.org/officeDocument/2006/relationships/customXml" Target="../ink/ink114.xml"/><Relationship Id="rId31" Type="http://schemas.openxmlformats.org/officeDocument/2006/relationships/image" Target="../media/image142.png"/><Relationship Id="rId52" Type="http://schemas.openxmlformats.org/officeDocument/2006/relationships/customXml" Target="../ink/ink135.xml"/><Relationship Id="rId73" Type="http://schemas.openxmlformats.org/officeDocument/2006/relationships/image" Target="../media/image163.png"/><Relationship Id="rId94" Type="http://schemas.openxmlformats.org/officeDocument/2006/relationships/customXml" Target="../ink/ink156.xml"/><Relationship Id="rId148" Type="http://schemas.openxmlformats.org/officeDocument/2006/relationships/customXml" Target="../ink/ink183.xml"/><Relationship Id="rId169" Type="http://schemas.openxmlformats.org/officeDocument/2006/relationships/image" Target="../media/image213.png"/><Relationship Id="rId4" Type="http://schemas.openxmlformats.org/officeDocument/2006/relationships/customXml" Target="../ink/ink111.xml"/><Relationship Id="rId180" Type="http://schemas.openxmlformats.org/officeDocument/2006/relationships/customXml" Target="../ink/ink199.xml"/><Relationship Id="rId215" Type="http://schemas.openxmlformats.org/officeDocument/2006/relationships/image" Target="../media/image236.png"/><Relationship Id="rId236" Type="http://schemas.openxmlformats.org/officeDocument/2006/relationships/customXml" Target="../ink/ink227.xml"/><Relationship Id="rId257" Type="http://schemas.openxmlformats.org/officeDocument/2006/relationships/image" Target="../media/image257.png"/><Relationship Id="rId278" Type="http://schemas.openxmlformats.org/officeDocument/2006/relationships/customXml" Target="../ink/ink248.xml"/><Relationship Id="rId42" Type="http://schemas.openxmlformats.org/officeDocument/2006/relationships/customXml" Target="../ink/ink130.xml"/><Relationship Id="rId84" Type="http://schemas.openxmlformats.org/officeDocument/2006/relationships/customXml" Target="../ink/ink151.xml"/><Relationship Id="rId138" Type="http://schemas.openxmlformats.org/officeDocument/2006/relationships/customXml" Target="../ink/ink178.xml"/><Relationship Id="rId191" Type="http://schemas.openxmlformats.org/officeDocument/2006/relationships/image" Target="../media/image224.png"/><Relationship Id="rId205" Type="http://schemas.openxmlformats.org/officeDocument/2006/relationships/image" Target="../media/image231.png"/><Relationship Id="rId247" Type="http://schemas.openxmlformats.org/officeDocument/2006/relationships/image" Target="../media/image252.png"/><Relationship Id="rId107" Type="http://schemas.openxmlformats.org/officeDocument/2006/relationships/image" Target="../media/image181.png"/><Relationship Id="rId11" Type="http://schemas.openxmlformats.org/officeDocument/2006/relationships/image" Target="../media/image132.png"/><Relationship Id="rId53" Type="http://schemas.openxmlformats.org/officeDocument/2006/relationships/image" Target="../media/image153.png"/><Relationship Id="rId149" Type="http://schemas.openxmlformats.org/officeDocument/2006/relationships/image" Target="../media/image203.png"/><Relationship Id="rId95" Type="http://schemas.openxmlformats.org/officeDocument/2006/relationships/image" Target="../media/image174.png"/><Relationship Id="rId160" Type="http://schemas.openxmlformats.org/officeDocument/2006/relationships/customXml" Target="../ink/ink189.xml"/><Relationship Id="rId216" Type="http://schemas.openxmlformats.org/officeDocument/2006/relationships/customXml" Target="../ink/ink217.xml"/><Relationship Id="rId258" Type="http://schemas.openxmlformats.org/officeDocument/2006/relationships/customXml" Target="../ink/ink238.xml"/><Relationship Id="rId22" Type="http://schemas.openxmlformats.org/officeDocument/2006/relationships/customXml" Target="../ink/ink120.xml"/><Relationship Id="rId64" Type="http://schemas.openxmlformats.org/officeDocument/2006/relationships/customXml" Target="../ink/ink141.xml"/><Relationship Id="rId118" Type="http://schemas.openxmlformats.org/officeDocument/2006/relationships/customXml" Target="../ink/ink168.xml"/></Relationships>
</file>

<file path=ppt/slides/_rels/slide12.xml.rels><?xml version="1.0" encoding="UTF-8" standalone="yes"?>
<Relationships xmlns="http://schemas.openxmlformats.org/package/2006/relationships"><Relationship Id="rId26" Type="http://schemas.openxmlformats.org/officeDocument/2006/relationships/customXml" Target="../ink/ink264.xml"/><Relationship Id="rId21" Type="http://schemas.openxmlformats.org/officeDocument/2006/relationships/image" Target="../media/image281.png"/><Relationship Id="rId42" Type="http://schemas.openxmlformats.org/officeDocument/2006/relationships/customXml" Target="../ink/ink272.xml"/><Relationship Id="rId47" Type="http://schemas.openxmlformats.org/officeDocument/2006/relationships/image" Target="../media/image294.png"/><Relationship Id="rId63" Type="http://schemas.openxmlformats.org/officeDocument/2006/relationships/image" Target="../media/image302.png"/><Relationship Id="rId68" Type="http://schemas.openxmlformats.org/officeDocument/2006/relationships/customXml" Target="../ink/ink285.xml"/><Relationship Id="rId84" Type="http://schemas.openxmlformats.org/officeDocument/2006/relationships/customXml" Target="../ink/ink293.xml"/><Relationship Id="rId89" Type="http://schemas.openxmlformats.org/officeDocument/2006/relationships/image" Target="../media/image315.png"/><Relationship Id="rId16" Type="http://schemas.openxmlformats.org/officeDocument/2006/relationships/customXml" Target="../ink/ink259.xml"/><Relationship Id="rId11" Type="http://schemas.openxmlformats.org/officeDocument/2006/relationships/image" Target="../media/image276.png"/><Relationship Id="rId32" Type="http://schemas.openxmlformats.org/officeDocument/2006/relationships/customXml" Target="../ink/ink267.xml"/><Relationship Id="rId37" Type="http://schemas.openxmlformats.org/officeDocument/2006/relationships/image" Target="../media/image289.png"/><Relationship Id="rId53" Type="http://schemas.openxmlformats.org/officeDocument/2006/relationships/image" Target="../media/image297.png"/><Relationship Id="rId58" Type="http://schemas.openxmlformats.org/officeDocument/2006/relationships/customXml" Target="../ink/ink280.xml"/><Relationship Id="rId74" Type="http://schemas.openxmlformats.org/officeDocument/2006/relationships/customXml" Target="../ink/ink288.xml"/><Relationship Id="rId79" Type="http://schemas.openxmlformats.org/officeDocument/2006/relationships/image" Target="../media/image310.png"/><Relationship Id="rId5" Type="http://schemas.openxmlformats.org/officeDocument/2006/relationships/image" Target="../media/image273.png"/><Relationship Id="rId90" Type="http://schemas.openxmlformats.org/officeDocument/2006/relationships/customXml" Target="../ink/ink296.xml"/><Relationship Id="rId95" Type="http://schemas.openxmlformats.org/officeDocument/2006/relationships/image" Target="../media/image318.png"/><Relationship Id="rId22" Type="http://schemas.openxmlformats.org/officeDocument/2006/relationships/customXml" Target="../ink/ink262.xml"/><Relationship Id="rId27" Type="http://schemas.openxmlformats.org/officeDocument/2006/relationships/image" Target="../media/image284.png"/><Relationship Id="rId43" Type="http://schemas.openxmlformats.org/officeDocument/2006/relationships/image" Target="../media/image292.png"/><Relationship Id="rId48" Type="http://schemas.openxmlformats.org/officeDocument/2006/relationships/customXml" Target="../ink/ink275.xml"/><Relationship Id="rId64" Type="http://schemas.openxmlformats.org/officeDocument/2006/relationships/customXml" Target="../ink/ink283.xml"/><Relationship Id="rId69" Type="http://schemas.openxmlformats.org/officeDocument/2006/relationships/image" Target="../media/image305.png"/><Relationship Id="rId8" Type="http://schemas.openxmlformats.org/officeDocument/2006/relationships/customXml" Target="../ink/ink255.xml"/><Relationship Id="rId51" Type="http://schemas.openxmlformats.org/officeDocument/2006/relationships/image" Target="../media/image296.png"/><Relationship Id="rId72" Type="http://schemas.openxmlformats.org/officeDocument/2006/relationships/customXml" Target="../ink/ink287.xml"/><Relationship Id="rId80" Type="http://schemas.openxmlformats.org/officeDocument/2006/relationships/customXml" Target="../ink/ink291.xml"/><Relationship Id="rId85" Type="http://schemas.openxmlformats.org/officeDocument/2006/relationships/image" Target="../media/image313.png"/><Relationship Id="rId93" Type="http://schemas.openxmlformats.org/officeDocument/2006/relationships/image" Target="../media/image317.png"/><Relationship Id="rId3" Type="http://schemas.openxmlformats.org/officeDocument/2006/relationships/image" Target="../media/image272.png"/><Relationship Id="rId12" Type="http://schemas.openxmlformats.org/officeDocument/2006/relationships/customXml" Target="../ink/ink257.xml"/><Relationship Id="rId17" Type="http://schemas.openxmlformats.org/officeDocument/2006/relationships/image" Target="../media/image279.png"/><Relationship Id="rId25" Type="http://schemas.openxmlformats.org/officeDocument/2006/relationships/image" Target="../media/image283.png"/><Relationship Id="rId33" Type="http://schemas.openxmlformats.org/officeDocument/2006/relationships/image" Target="../media/image287.png"/><Relationship Id="rId38" Type="http://schemas.openxmlformats.org/officeDocument/2006/relationships/customXml" Target="../ink/ink270.xml"/><Relationship Id="rId46" Type="http://schemas.openxmlformats.org/officeDocument/2006/relationships/customXml" Target="../ink/ink274.xml"/><Relationship Id="rId59" Type="http://schemas.openxmlformats.org/officeDocument/2006/relationships/image" Target="../media/image300.png"/><Relationship Id="rId67" Type="http://schemas.openxmlformats.org/officeDocument/2006/relationships/image" Target="../media/image304.png"/><Relationship Id="rId20" Type="http://schemas.openxmlformats.org/officeDocument/2006/relationships/customXml" Target="../ink/ink261.xml"/><Relationship Id="rId41" Type="http://schemas.openxmlformats.org/officeDocument/2006/relationships/image" Target="../media/image291.png"/><Relationship Id="rId54" Type="http://schemas.openxmlformats.org/officeDocument/2006/relationships/customXml" Target="../ink/ink278.xml"/><Relationship Id="rId62" Type="http://schemas.openxmlformats.org/officeDocument/2006/relationships/customXml" Target="../ink/ink282.xml"/><Relationship Id="rId70" Type="http://schemas.openxmlformats.org/officeDocument/2006/relationships/customXml" Target="../ink/ink286.xml"/><Relationship Id="rId75" Type="http://schemas.openxmlformats.org/officeDocument/2006/relationships/image" Target="../media/image308.png"/><Relationship Id="rId83" Type="http://schemas.openxmlformats.org/officeDocument/2006/relationships/image" Target="../media/image312.png"/><Relationship Id="rId88" Type="http://schemas.openxmlformats.org/officeDocument/2006/relationships/customXml" Target="../ink/ink295.xml"/><Relationship Id="rId91" Type="http://schemas.openxmlformats.org/officeDocument/2006/relationships/image" Target="../media/image316.png"/><Relationship Id="rId1" Type="http://schemas.openxmlformats.org/officeDocument/2006/relationships/slideLayout" Target="../slideLayouts/slideLayout38.xml"/><Relationship Id="rId6" Type="http://schemas.openxmlformats.org/officeDocument/2006/relationships/customXml" Target="../ink/ink254.xml"/><Relationship Id="rId15" Type="http://schemas.openxmlformats.org/officeDocument/2006/relationships/image" Target="../media/image278.png"/><Relationship Id="rId23" Type="http://schemas.openxmlformats.org/officeDocument/2006/relationships/image" Target="../media/image282.png"/><Relationship Id="rId28" Type="http://schemas.openxmlformats.org/officeDocument/2006/relationships/customXml" Target="../ink/ink265.xml"/><Relationship Id="rId36" Type="http://schemas.openxmlformats.org/officeDocument/2006/relationships/customXml" Target="../ink/ink269.xml"/><Relationship Id="rId49" Type="http://schemas.openxmlformats.org/officeDocument/2006/relationships/image" Target="../media/image295.png"/><Relationship Id="rId57" Type="http://schemas.openxmlformats.org/officeDocument/2006/relationships/image" Target="../media/image299.png"/><Relationship Id="rId10" Type="http://schemas.openxmlformats.org/officeDocument/2006/relationships/customXml" Target="../ink/ink256.xml"/><Relationship Id="rId31" Type="http://schemas.openxmlformats.org/officeDocument/2006/relationships/image" Target="../media/image286.png"/><Relationship Id="rId44" Type="http://schemas.openxmlformats.org/officeDocument/2006/relationships/customXml" Target="../ink/ink273.xml"/><Relationship Id="rId52" Type="http://schemas.openxmlformats.org/officeDocument/2006/relationships/customXml" Target="../ink/ink277.xml"/><Relationship Id="rId60" Type="http://schemas.openxmlformats.org/officeDocument/2006/relationships/customXml" Target="../ink/ink281.xml"/><Relationship Id="rId65" Type="http://schemas.openxmlformats.org/officeDocument/2006/relationships/image" Target="../media/image303.png"/><Relationship Id="rId73" Type="http://schemas.openxmlformats.org/officeDocument/2006/relationships/image" Target="../media/image307.png"/><Relationship Id="rId78" Type="http://schemas.openxmlformats.org/officeDocument/2006/relationships/customXml" Target="../ink/ink290.xml"/><Relationship Id="rId81" Type="http://schemas.openxmlformats.org/officeDocument/2006/relationships/image" Target="../media/image311.png"/><Relationship Id="rId86" Type="http://schemas.openxmlformats.org/officeDocument/2006/relationships/customXml" Target="../ink/ink294.xml"/><Relationship Id="rId94" Type="http://schemas.openxmlformats.org/officeDocument/2006/relationships/customXml" Target="../ink/ink298.xml"/><Relationship Id="rId4" Type="http://schemas.openxmlformats.org/officeDocument/2006/relationships/customXml" Target="../ink/ink253.xml"/><Relationship Id="rId9" Type="http://schemas.openxmlformats.org/officeDocument/2006/relationships/image" Target="../media/image275.png"/><Relationship Id="rId13" Type="http://schemas.openxmlformats.org/officeDocument/2006/relationships/image" Target="../media/image277.png"/><Relationship Id="rId18" Type="http://schemas.openxmlformats.org/officeDocument/2006/relationships/customXml" Target="../ink/ink260.xml"/><Relationship Id="rId39" Type="http://schemas.openxmlformats.org/officeDocument/2006/relationships/image" Target="../media/image290.png"/><Relationship Id="rId34" Type="http://schemas.openxmlformats.org/officeDocument/2006/relationships/customXml" Target="../ink/ink268.xml"/><Relationship Id="rId50" Type="http://schemas.openxmlformats.org/officeDocument/2006/relationships/customXml" Target="../ink/ink276.xml"/><Relationship Id="rId55" Type="http://schemas.openxmlformats.org/officeDocument/2006/relationships/image" Target="../media/image298.png"/><Relationship Id="rId76" Type="http://schemas.openxmlformats.org/officeDocument/2006/relationships/customXml" Target="../ink/ink289.xml"/><Relationship Id="rId7" Type="http://schemas.openxmlformats.org/officeDocument/2006/relationships/image" Target="../media/image274.png"/><Relationship Id="rId71" Type="http://schemas.openxmlformats.org/officeDocument/2006/relationships/image" Target="../media/image306.png"/><Relationship Id="rId92" Type="http://schemas.openxmlformats.org/officeDocument/2006/relationships/customXml" Target="../ink/ink297.xml"/><Relationship Id="rId2" Type="http://schemas.openxmlformats.org/officeDocument/2006/relationships/customXml" Target="../ink/ink252.xml"/><Relationship Id="rId29" Type="http://schemas.openxmlformats.org/officeDocument/2006/relationships/image" Target="../media/image285.png"/><Relationship Id="rId24" Type="http://schemas.openxmlformats.org/officeDocument/2006/relationships/customXml" Target="../ink/ink263.xml"/><Relationship Id="rId40" Type="http://schemas.openxmlformats.org/officeDocument/2006/relationships/customXml" Target="../ink/ink271.xml"/><Relationship Id="rId45" Type="http://schemas.openxmlformats.org/officeDocument/2006/relationships/image" Target="../media/image293.png"/><Relationship Id="rId66" Type="http://schemas.openxmlformats.org/officeDocument/2006/relationships/customXml" Target="../ink/ink284.xml"/><Relationship Id="rId87" Type="http://schemas.openxmlformats.org/officeDocument/2006/relationships/image" Target="../media/image314.png"/><Relationship Id="rId61" Type="http://schemas.openxmlformats.org/officeDocument/2006/relationships/image" Target="../media/image301.png"/><Relationship Id="rId82" Type="http://schemas.openxmlformats.org/officeDocument/2006/relationships/customXml" Target="../ink/ink292.xml"/><Relationship Id="rId19" Type="http://schemas.openxmlformats.org/officeDocument/2006/relationships/image" Target="../media/image280.png"/><Relationship Id="rId14" Type="http://schemas.openxmlformats.org/officeDocument/2006/relationships/customXml" Target="../ink/ink258.xml"/><Relationship Id="rId30" Type="http://schemas.openxmlformats.org/officeDocument/2006/relationships/customXml" Target="../ink/ink266.xml"/><Relationship Id="rId35" Type="http://schemas.openxmlformats.org/officeDocument/2006/relationships/image" Target="../media/image288.png"/><Relationship Id="rId56" Type="http://schemas.openxmlformats.org/officeDocument/2006/relationships/customXml" Target="../ink/ink279.xml"/><Relationship Id="rId77" Type="http://schemas.openxmlformats.org/officeDocument/2006/relationships/image" Target="../media/image309.png"/></Relationships>
</file>

<file path=ppt/slides/_rels/slide13.xml.rels><?xml version="1.0" encoding="UTF-8" standalone="yes"?>
<Relationships xmlns="http://schemas.openxmlformats.org/package/2006/relationships"><Relationship Id="rId2" Type="http://schemas.openxmlformats.org/officeDocument/2006/relationships/image" Target="../media/image2100.png"/><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3" Type="http://schemas.openxmlformats.org/officeDocument/2006/relationships/image" Target="../media/image324.png"/><Relationship Id="rId18" Type="http://schemas.openxmlformats.org/officeDocument/2006/relationships/customXml" Target="../ink/ink306.xml"/><Relationship Id="rId26" Type="http://schemas.openxmlformats.org/officeDocument/2006/relationships/customXml" Target="../ink/ink310.xml"/><Relationship Id="rId3" Type="http://schemas.openxmlformats.org/officeDocument/2006/relationships/image" Target="../media/image2300.png"/><Relationship Id="rId21" Type="http://schemas.openxmlformats.org/officeDocument/2006/relationships/image" Target="../media/image328.png"/><Relationship Id="rId34" Type="http://schemas.openxmlformats.org/officeDocument/2006/relationships/customXml" Target="../ink/ink314.xml"/><Relationship Id="rId7" Type="http://schemas.openxmlformats.org/officeDocument/2006/relationships/image" Target="../media/image321.png"/><Relationship Id="rId12" Type="http://schemas.openxmlformats.org/officeDocument/2006/relationships/customXml" Target="../ink/ink303.xml"/><Relationship Id="rId17" Type="http://schemas.openxmlformats.org/officeDocument/2006/relationships/image" Target="../media/image326.png"/><Relationship Id="rId25" Type="http://schemas.openxmlformats.org/officeDocument/2006/relationships/image" Target="../media/image330.png"/><Relationship Id="rId33" Type="http://schemas.openxmlformats.org/officeDocument/2006/relationships/image" Target="../media/image334.png"/><Relationship Id="rId2" Type="http://schemas.openxmlformats.org/officeDocument/2006/relationships/image" Target="../media/image319.png"/><Relationship Id="rId16" Type="http://schemas.openxmlformats.org/officeDocument/2006/relationships/customXml" Target="../ink/ink305.xml"/><Relationship Id="rId20" Type="http://schemas.openxmlformats.org/officeDocument/2006/relationships/customXml" Target="../ink/ink307.xml"/><Relationship Id="rId29" Type="http://schemas.openxmlformats.org/officeDocument/2006/relationships/image" Target="../media/image332.png"/><Relationship Id="rId1" Type="http://schemas.openxmlformats.org/officeDocument/2006/relationships/slideLayout" Target="../slideLayouts/slideLayout38.xml"/><Relationship Id="rId6" Type="http://schemas.openxmlformats.org/officeDocument/2006/relationships/customXml" Target="../ink/ink300.xml"/><Relationship Id="rId11" Type="http://schemas.openxmlformats.org/officeDocument/2006/relationships/image" Target="../media/image323.png"/><Relationship Id="rId24" Type="http://schemas.openxmlformats.org/officeDocument/2006/relationships/customXml" Target="../ink/ink309.xml"/><Relationship Id="rId32" Type="http://schemas.openxmlformats.org/officeDocument/2006/relationships/customXml" Target="../ink/ink313.xml"/><Relationship Id="rId5" Type="http://schemas.openxmlformats.org/officeDocument/2006/relationships/image" Target="../media/image320.png"/><Relationship Id="rId15" Type="http://schemas.openxmlformats.org/officeDocument/2006/relationships/image" Target="../media/image325.png"/><Relationship Id="rId23" Type="http://schemas.openxmlformats.org/officeDocument/2006/relationships/image" Target="../media/image329.png"/><Relationship Id="rId28" Type="http://schemas.openxmlformats.org/officeDocument/2006/relationships/customXml" Target="../ink/ink311.xml"/><Relationship Id="rId10" Type="http://schemas.openxmlformats.org/officeDocument/2006/relationships/customXml" Target="../ink/ink302.xml"/><Relationship Id="rId19" Type="http://schemas.openxmlformats.org/officeDocument/2006/relationships/image" Target="../media/image327.png"/><Relationship Id="rId31" Type="http://schemas.openxmlformats.org/officeDocument/2006/relationships/image" Target="../media/image333.png"/><Relationship Id="rId4" Type="http://schemas.openxmlformats.org/officeDocument/2006/relationships/customXml" Target="../ink/ink299.xml"/><Relationship Id="rId9" Type="http://schemas.openxmlformats.org/officeDocument/2006/relationships/image" Target="../media/image322.png"/><Relationship Id="rId14" Type="http://schemas.openxmlformats.org/officeDocument/2006/relationships/customXml" Target="../ink/ink304.xml"/><Relationship Id="rId22" Type="http://schemas.openxmlformats.org/officeDocument/2006/relationships/customXml" Target="../ink/ink308.xml"/><Relationship Id="rId27" Type="http://schemas.openxmlformats.org/officeDocument/2006/relationships/image" Target="../media/image331.png"/><Relationship Id="rId30" Type="http://schemas.openxmlformats.org/officeDocument/2006/relationships/customXml" Target="../ink/ink312.xml"/><Relationship Id="rId35" Type="http://schemas.openxmlformats.org/officeDocument/2006/relationships/image" Target="../media/image335.png"/><Relationship Id="rId8" Type="http://schemas.openxmlformats.org/officeDocument/2006/relationships/customXml" Target="../ink/ink301.xml"/></Relationships>
</file>

<file path=ppt/slides/_rels/slide19.xml.rels><?xml version="1.0" encoding="UTF-8" standalone="yes"?>
<Relationships xmlns="http://schemas.openxmlformats.org/package/2006/relationships"><Relationship Id="rId117" Type="http://schemas.openxmlformats.org/officeDocument/2006/relationships/customXml" Target="../ink/ink372.xml"/><Relationship Id="rId21" Type="http://schemas.openxmlformats.org/officeDocument/2006/relationships/customXml" Target="../ink/ink324.xml"/><Relationship Id="rId42" Type="http://schemas.openxmlformats.org/officeDocument/2006/relationships/image" Target="../media/image356.png"/><Relationship Id="rId63" Type="http://schemas.openxmlformats.org/officeDocument/2006/relationships/customXml" Target="../ink/ink345.xml"/><Relationship Id="rId84" Type="http://schemas.openxmlformats.org/officeDocument/2006/relationships/image" Target="../media/image377.png"/><Relationship Id="rId138" Type="http://schemas.openxmlformats.org/officeDocument/2006/relationships/image" Target="../media/image404.png"/><Relationship Id="rId159" Type="http://schemas.openxmlformats.org/officeDocument/2006/relationships/customXml" Target="../ink/ink393.xml"/><Relationship Id="rId107" Type="http://schemas.openxmlformats.org/officeDocument/2006/relationships/customXml" Target="../ink/ink367.xml"/><Relationship Id="rId11" Type="http://schemas.openxmlformats.org/officeDocument/2006/relationships/customXml" Target="../ink/ink319.xml"/><Relationship Id="rId32" Type="http://schemas.openxmlformats.org/officeDocument/2006/relationships/image" Target="../media/image351.png"/><Relationship Id="rId53" Type="http://schemas.openxmlformats.org/officeDocument/2006/relationships/customXml" Target="../ink/ink340.xml"/><Relationship Id="rId74" Type="http://schemas.openxmlformats.org/officeDocument/2006/relationships/image" Target="../media/image372.png"/><Relationship Id="rId128" Type="http://schemas.openxmlformats.org/officeDocument/2006/relationships/image" Target="../media/image399.png"/><Relationship Id="rId149" Type="http://schemas.openxmlformats.org/officeDocument/2006/relationships/customXml" Target="../ink/ink388.xml"/><Relationship Id="rId5" Type="http://schemas.openxmlformats.org/officeDocument/2006/relationships/customXml" Target="../ink/ink316.xml"/><Relationship Id="rId95" Type="http://schemas.openxmlformats.org/officeDocument/2006/relationships/customXml" Target="../ink/ink361.xml"/><Relationship Id="rId160" Type="http://schemas.openxmlformats.org/officeDocument/2006/relationships/image" Target="../media/image415.png"/><Relationship Id="rId22" Type="http://schemas.openxmlformats.org/officeDocument/2006/relationships/image" Target="../media/image346.png"/><Relationship Id="rId43" Type="http://schemas.openxmlformats.org/officeDocument/2006/relationships/customXml" Target="../ink/ink335.xml"/><Relationship Id="rId64" Type="http://schemas.openxmlformats.org/officeDocument/2006/relationships/image" Target="../media/image367.png"/><Relationship Id="rId118" Type="http://schemas.openxmlformats.org/officeDocument/2006/relationships/image" Target="../media/image394.png"/><Relationship Id="rId139" Type="http://schemas.openxmlformats.org/officeDocument/2006/relationships/customXml" Target="../ink/ink383.xml"/><Relationship Id="rId85" Type="http://schemas.openxmlformats.org/officeDocument/2006/relationships/customXml" Target="../ink/ink356.xml"/><Relationship Id="rId150" Type="http://schemas.openxmlformats.org/officeDocument/2006/relationships/image" Target="../media/image410.png"/><Relationship Id="rId12" Type="http://schemas.openxmlformats.org/officeDocument/2006/relationships/image" Target="../media/image341.png"/><Relationship Id="rId17" Type="http://schemas.openxmlformats.org/officeDocument/2006/relationships/customXml" Target="../ink/ink322.xml"/><Relationship Id="rId33" Type="http://schemas.openxmlformats.org/officeDocument/2006/relationships/customXml" Target="../ink/ink330.xml"/><Relationship Id="rId38" Type="http://schemas.openxmlformats.org/officeDocument/2006/relationships/image" Target="../media/image354.png"/><Relationship Id="rId59" Type="http://schemas.openxmlformats.org/officeDocument/2006/relationships/customXml" Target="../ink/ink343.xml"/><Relationship Id="rId103" Type="http://schemas.openxmlformats.org/officeDocument/2006/relationships/customXml" Target="../ink/ink365.xml"/><Relationship Id="rId108" Type="http://schemas.openxmlformats.org/officeDocument/2006/relationships/image" Target="../media/image389.png"/><Relationship Id="rId124" Type="http://schemas.openxmlformats.org/officeDocument/2006/relationships/image" Target="../media/image397.png"/><Relationship Id="rId129" Type="http://schemas.openxmlformats.org/officeDocument/2006/relationships/customXml" Target="../ink/ink378.xml"/><Relationship Id="rId54" Type="http://schemas.openxmlformats.org/officeDocument/2006/relationships/image" Target="../media/image362.png"/><Relationship Id="rId70" Type="http://schemas.openxmlformats.org/officeDocument/2006/relationships/image" Target="../media/image370.png"/><Relationship Id="rId75" Type="http://schemas.openxmlformats.org/officeDocument/2006/relationships/customXml" Target="../ink/ink351.xml"/><Relationship Id="rId91" Type="http://schemas.openxmlformats.org/officeDocument/2006/relationships/customXml" Target="../ink/ink359.xml"/><Relationship Id="rId96" Type="http://schemas.openxmlformats.org/officeDocument/2006/relationships/image" Target="../media/image383.png"/><Relationship Id="rId140" Type="http://schemas.openxmlformats.org/officeDocument/2006/relationships/image" Target="../media/image405.png"/><Relationship Id="rId145" Type="http://schemas.openxmlformats.org/officeDocument/2006/relationships/customXml" Target="../ink/ink386.xml"/><Relationship Id="rId161" Type="http://schemas.openxmlformats.org/officeDocument/2006/relationships/customXml" Target="../ink/ink394.xml"/><Relationship Id="rId1" Type="http://schemas.openxmlformats.org/officeDocument/2006/relationships/slideLayout" Target="../slideLayouts/slideLayout38.xml"/><Relationship Id="rId6" Type="http://schemas.openxmlformats.org/officeDocument/2006/relationships/image" Target="../media/image338.png"/><Relationship Id="rId23" Type="http://schemas.openxmlformats.org/officeDocument/2006/relationships/customXml" Target="../ink/ink325.xml"/><Relationship Id="rId28" Type="http://schemas.openxmlformats.org/officeDocument/2006/relationships/image" Target="../media/image349.png"/><Relationship Id="rId49" Type="http://schemas.openxmlformats.org/officeDocument/2006/relationships/customXml" Target="../ink/ink338.xml"/><Relationship Id="rId114" Type="http://schemas.openxmlformats.org/officeDocument/2006/relationships/image" Target="../media/image392.png"/><Relationship Id="rId119" Type="http://schemas.openxmlformats.org/officeDocument/2006/relationships/customXml" Target="../ink/ink373.xml"/><Relationship Id="rId44" Type="http://schemas.openxmlformats.org/officeDocument/2006/relationships/image" Target="../media/image357.png"/><Relationship Id="rId60" Type="http://schemas.openxmlformats.org/officeDocument/2006/relationships/image" Target="../media/image365.png"/><Relationship Id="rId65" Type="http://schemas.openxmlformats.org/officeDocument/2006/relationships/customXml" Target="../ink/ink346.xml"/><Relationship Id="rId81" Type="http://schemas.openxmlformats.org/officeDocument/2006/relationships/customXml" Target="../ink/ink354.xml"/><Relationship Id="rId86" Type="http://schemas.openxmlformats.org/officeDocument/2006/relationships/image" Target="../media/image378.png"/><Relationship Id="rId130" Type="http://schemas.openxmlformats.org/officeDocument/2006/relationships/image" Target="../media/image400.png"/><Relationship Id="rId135" Type="http://schemas.openxmlformats.org/officeDocument/2006/relationships/customXml" Target="../ink/ink381.xml"/><Relationship Id="rId151" Type="http://schemas.openxmlformats.org/officeDocument/2006/relationships/customXml" Target="../ink/ink389.xml"/><Relationship Id="rId156" Type="http://schemas.openxmlformats.org/officeDocument/2006/relationships/image" Target="../media/image413.png"/><Relationship Id="rId13" Type="http://schemas.openxmlformats.org/officeDocument/2006/relationships/customXml" Target="../ink/ink320.xml"/><Relationship Id="rId18" Type="http://schemas.openxmlformats.org/officeDocument/2006/relationships/image" Target="../media/image344.png"/><Relationship Id="rId39" Type="http://schemas.openxmlformats.org/officeDocument/2006/relationships/customXml" Target="../ink/ink333.xml"/><Relationship Id="rId109" Type="http://schemas.openxmlformats.org/officeDocument/2006/relationships/customXml" Target="../ink/ink368.xml"/><Relationship Id="rId34" Type="http://schemas.openxmlformats.org/officeDocument/2006/relationships/image" Target="../media/image352.png"/><Relationship Id="rId50" Type="http://schemas.openxmlformats.org/officeDocument/2006/relationships/image" Target="../media/image360.png"/><Relationship Id="rId55" Type="http://schemas.openxmlformats.org/officeDocument/2006/relationships/customXml" Target="../ink/ink341.xml"/><Relationship Id="rId76" Type="http://schemas.openxmlformats.org/officeDocument/2006/relationships/image" Target="../media/image373.png"/><Relationship Id="rId97" Type="http://schemas.openxmlformats.org/officeDocument/2006/relationships/customXml" Target="../ink/ink362.xml"/><Relationship Id="rId104" Type="http://schemas.openxmlformats.org/officeDocument/2006/relationships/image" Target="../media/image387.png"/><Relationship Id="rId120" Type="http://schemas.openxmlformats.org/officeDocument/2006/relationships/image" Target="../media/image395.png"/><Relationship Id="rId125" Type="http://schemas.openxmlformats.org/officeDocument/2006/relationships/customXml" Target="../ink/ink376.xml"/><Relationship Id="rId141" Type="http://schemas.openxmlformats.org/officeDocument/2006/relationships/customXml" Target="../ink/ink384.xml"/><Relationship Id="rId146" Type="http://schemas.openxmlformats.org/officeDocument/2006/relationships/image" Target="../media/image408.png"/><Relationship Id="rId7" Type="http://schemas.openxmlformats.org/officeDocument/2006/relationships/customXml" Target="../ink/ink317.xml"/><Relationship Id="rId71" Type="http://schemas.openxmlformats.org/officeDocument/2006/relationships/customXml" Target="../ink/ink349.xml"/><Relationship Id="rId92" Type="http://schemas.openxmlformats.org/officeDocument/2006/relationships/image" Target="../media/image381.png"/><Relationship Id="rId162" Type="http://schemas.openxmlformats.org/officeDocument/2006/relationships/image" Target="../media/image416.png"/><Relationship Id="rId2" Type="http://schemas.openxmlformats.org/officeDocument/2006/relationships/image" Target="../media/image336.png"/><Relationship Id="rId29" Type="http://schemas.openxmlformats.org/officeDocument/2006/relationships/customXml" Target="../ink/ink328.xml"/><Relationship Id="rId24" Type="http://schemas.openxmlformats.org/officeDocument/2006/relationships/image" Target="../media/image347.png"/><Relationship Id="rId40" Type="http://schemas.openxmlformats.org/officeDocument/2006/relationships/image" Target="../media/image355.png"/><Relationship Id="rId45" Type="http://schemas.openxmlformats.org/officeDocument/2006/relationships/customXml" Target="../ink/ink336.xml"/><Relationship Id="rId66" Type="http://schemas.openxmlformats.org/officeDocument/2006/relationships/image" Target="../media/image368.png"/><Relationship Id="rId87" Type="http://schemas.openxmlformats.org/officeDocument/2006/relationships/customXml" Target="../ink/ink357.xml"/><Relationship Id="rId110" Type="http://schemas.openxmlformats.org/officeDocument/2006/relationships/image" Target="../media/image390.png"/><Relationship Id="rId115" Type="http://schemas.openxmlformats.org/officeDocument/2006/relationships/customXml" Target="../ink/ink371.xml"/><Relationship Id="rId131" Type="http://schemas.openxmlformats.org/officeDocument/2006/relationships/customXml" Target="../ink/ink379.xml"/><Relationship Id="rId136" Type="http://schemas.openxmlformats.org/officeDocument/2006/relationships/image" Target="../media/image403.png"/><Relationship Id="rId157" Type="http://schemas.openxmlformats.org/officeDocument/2006/relationships/customXml" Target="../ink/ink392.xml"/><Relationship Id="rId61" Type="http://schemas.openxmlformats.org/officeDocument/2006/relationships/customXml" Target="../ink/ink344.xml"/><Relationship Id="rId82" Type="http://schemas.openxmlformats.org/officeDocument/2006/relationships/image" Target="../media/image376.png"/><Relationship Id="rId152" Type="http://schemas.openxmlformats.org/officeDocument/2006/relationships/image" Target="../media/image411.png"/><Relationship Id="rId19" Type="http://schemas.openxmlformats.org/officeDocument/2006/relationships/customXml" Target="../ink/ink323.xml"/><Relationship Id="rId14" Type="http://schemas.openxmlformats.org/officeDocument/2006/relationships/image" Target="../media/image342.png"/><Relationship Id="rId30" Type="http://schemas.openxmlformats.org/officeDocument/2006/relationships/image" Target="../media/image350.png"/><Relationship Id="rId35" Type="http://schemas.openxmlformats.org/officeDocument/2006/relationships/customXml" Target="../ink/ink331.xml"/><Relationship Id="rId56" Type="http://schemas.openxmlformats.org/officeDocument/2006/relationships/image" Target="../media/image363.png"/><Relationship Id="rId77" Type="http://schemas.openxmlformats.org/officeDocument/2006/relationships/customXml" Target="../ink/ink352.xml"/><Relationship Id="rId100" Type="http://schemas.openxmlformats.org/officeDocument/2006/relationships/image" Target="../media/image385.png"/><Relationship Id="rId105" Type="http://schemas.openxmlformats.org/officeDocument/2006/relationships/customXml" Target="../ink/ink366.xml"/><Relationship Id="rId126" Type="http://schemas.openxmlformats.org/officeDocument/2006/relationships/image" Target="../media/image398.png"/><Relationship Id="rId147" Type="http://schemas.openxmlformats.org/officeDocument/2006/relationships/customXml" Target="../ink/ink387.xml"/><Relationship Id="rId8" Type="http://schemas.openxmlformats.org/officeDocument/2006/relationships/image" Target="../media/image339.png"/><Relationship Id="rId51" Type="http://schemas.openxmlformats.org/officeDocument/2006/relationships/customXml" Target="../ink/ink339.xml"/><Relationship Id="rId72" Type="http://schemas.openxmlformats.org/officeDocument/2006/relationships/image" Target="../media/image371.png"/><Relationship Id="rId93" Type="http://schemas.openxmlformats.org/officeDocument/2006/relationships/customXml" Target="../ink/ink360.xml"/><Relationship Id="rId98" Type="http://schemas.openxmlformats.org/officeDocument/2006/relationships/image" Target="../media/image384.png"/><Relationship Id="rId121" Type="http://schemas.openxmlformats.org/officeDocument/2006/relationships/customXml" Target="../ink/ink374.xml"/><Relationship Id="rId142" Type="http://schemas.openxmlformats.org/officeDocument/2006/relationships/image" Target="../media/image406.png"/><Relationship Id="rId3" Type="http://schemas.openxmlformats.org/officeDocument/2006/relationships/customXml" Target="../ink/ink315.xml"/><Relationship Id="rId25" Type="http://schemas.openxmlformats.org/officeDocument/2006/relationships/customXml" Target="../ink/ink326.xml"/><Relationship Id="rId46" Type="http://schemas.openxmlformats.org/officeDocument/2006/relationships/image" Target="../media/image358.png"/><Relationship Id="rId67" Type="http://schemas.openxmlformats.org/officeDocument/2006/relationships/customXml" Target="../ink/ink347.xml"/><Relationship Id="rId116" Type="http://schemas.openxmlformats.org/officeDocument/2006/relationships/image" Target="../media/image393.png"/><Relationship Id="rId137" Type="http://schemas.openxmlformats.org/officeDocument/2006/relationships/customXml" Target="../ink/ink382.xml"/><Relationship Id="rId158" Type="http://schemas.openxmlformats.org/officeDocument/2006/relationships/image" Target="../media/image414.png"/><Relationship Id="rId20" Type="http://schemas.openxmlformats.org/officeDocument/2006/relationships/image" Target="../media/image345.png"/><Relationship Id="rId41" Type="http://schemas.openxmlformats.org/officeDocument/2006/relationships/customXml" Target="../ink/ink334.xml"/><Relationship Id="rId62" Type="http://schemas.openxmlformats.org/officeDocument/2006/relationships/image" Target="../media/image366.png"/><Relationship Id="rId83" Type="http://schemas.openxmlformats.org/officeDocument/2006/relationships/customXml" Target="../ink/ink355.xml"/><Relationship Id="rId88" Type="http://schemas.openxmlformats.org/officeDocument/2006/relationships/image" Target="../media/image379.png"/><Relationship Id="rId111" Type="http://schemas.openxmlformats.org/officeDocument/2006/relationships/customXml" Target="../ink/ink369.xml"/><Relationship Id="rId132" Type="http://schemas.openxmlformats.org/officeDocument/2006/relationships/image" Target="../media/image401.png"/><Relationship Id="rId153" Type="http://schemas.openxmlformats.org/officeDocument/2006/relationships/customXml" Target="../ink/ink390.xml"/><Relationship Id="rId15" Type="http://schemas.openxmlformats.org/officeDocument/2006/relationships/customXml" Target="../ink/ink321.xml"/><Relationship Id="rId36" Type="http://schemas.openxmlformats.org/officeDocument/2006/relationships/image" Target="../media/image353.png"/><Relationship Id="rId57" Type="http://schemas.openxmlformats.org/officeDocument/2006/relationships/customXml" Target="../ink/ink342.xml"/><Relationship Id="rId106" Type="http://schemas.openxmlformats.org/officeDocument/2006/relationships/image" Target="../media/image388.png"/><Relationship Id="rId127" Type="http://schemas.openxmlformats.org/officeDocument/2006/relationships/customXml" Target="../ink/ink377.xml"/><Relationship Id="rId10" Type="http://schemas.openxmlformats.org/officeDocument/2006/relationships/image" Target="../media/image340.png"/><Relationship Id="rId31" Type="http://schemas.openxmlformats.org/officeDocument/2006/relationships/customXml" Target="../ink/ink329.xml"/><Relationship Id="rId52" Type="http://schemas.openxmlformats.org/officeDocument/2006/relationships/image" Target="../media/image361.png"/><Relationship Id="rId73" Type="http://schemas.openxmlformats.org/officeDocument/2006/relationships/customXml" Target="../ink/ink350.xml"/><Relationship Id="rId78" Type="http://schemas.openxmlformats.org/officeDocument/2006/relationships/image" Target="../media/image374.png"/><Relationship Id="rId94" Type="http://schemas.openxmlformats.org/officeDocument/2006/relationships/image" Target="../media/image382.png"/><Relationship Id="rId99" Type="http://schemas.openxmlformats.org/officeDocument/2006/relationships/customXml" Target="../ink/ink363.xml"/><Relationship Id="rId101" Type="http://schemas.openxmlformats.org/officeDocument/2006/relationships/customXml" Target="../ink/ink364.xml"/><Relationship Id="rId122" Type="http://schemas.openxmlformats.org/officeDocument/2006/relationships/image" Target="../media/image396.png"/><Relationship Id="rId143" Type="http://schemas.openxmlformats.org/officeDocument/2006/relationships/customXml" Target="../ink/ink385.xml"/><Relationship Id="rId148" Type="http://schemas.openxmlformats.org/officeDocument/2006/relationships/image" Target="../media/image409.png"/><Relationship Id="rId4" Type="http://schemas.openxmlformats.org/officeDocument/2006/relationships/image" Target="../media/image337.png"/><Relationship Id="rId9" Type="http://schemas.openxmlformats.org/officeDocument/2006/relationships/customXml" Target="../ink/ink318.xml"/><Relationship Id="rId26" Type="http://schemas.openxmlformats.org/officeDocument/2006/relationships/image" Target="../media/image348.png"/><Relationship Id="rId47" Type="http://schemas.openxmlformats.org/officeDocument/2006/relationships/customXml" Target="../ink/ink337.xml"/><Relationship Id="rId68" Type="http://schemas.openxmlformats.org/officeDocument/2006/relationships/image" Target="../media/image369.png"/><Relationship Id="rId89" Type="http://schemas.openxmlformats.org/officeDocument/2006/relationships/customXml" Target="../ink/ink358.xml"/><Relationship Id="rId112" Type="http://schemas.openxmlformats.org/officeDocument/2006/relationships/image" Target="../media/image391.png"/><Relationship Id="rId133" Type="http://schemas.openxmlformats.org/officeDocument/2006/relationships/customXml" Target="../ink/ink380.xml"/><Relationship Id="rId154" Type="http://schemas.openxmlformats.org/officeDocument/2006/relationships/image" Target="../media/image412.png"/><Relationship Id="rId16" Type="http://schemas.openxmlformats.org/officeDocument/2006/relationships/image" Target="../media/image343.png"/><Relationship Id="rId37" Type="http://schemas.openxmlformats.org/officeDocument/2006/relationships/customXml" Target="../ink/ink332.xml"/><Relationship Id="rId58" Type="http://schemas.openxmlformats.org/officeDocument/2006/relationships/image" Target="../media/image364.png"/><Relationship Id="rId79" Type="http://schemas.openxmlformats.org/officeDocument/2006/relationships/customXml" Target="../ink/ink353.xml"/><Relationship Id="rId102" Type="http://schemas.openxmlformats.org/officeDocument/2006/relationships/image" Target="../media/image386.png"/><Relationship Id="rId123" Type="http://schemas.openxmlformats.org/officeDocument/2006/relationships/customXml" Target="../ink/ink375.xml"/><Relationship Id="rId144" Type="http://schemas.openxmlformats.org/officeDocument/2006/relationships/image" Target="../media/image407.png"/><Relationship Id="rId90" Type="http://schemas.openxmlformats.org/officeDocument/2006/relationships/image" Target="../media/image380.png"/><Relationship Id="rId27" Type="http://schemas.openxmlformats.org/officeDocument/2006/relationships/customXml" Target="../ink/ink327.xml"/><Relationship Id="rId48" Type="http://schemas.openxmlformats.org/officeDocument/2006/relationships/image" Target="../media/image359.png"/><Relationship Id="rId69" Type="http://schemas.openxmlformats.org/officeDocument/2006/relationships/customXml" Target="../ink/ink348.xml"/><Relationship Id="rId113" Type="http://schemas.openxmlformats.org/officeDocument/2006/relationships/customXml" Target="../ink/ink370.xml"/><Relationship Id="rId134" Type="http://schemas.openxmlformats.org/officeDocument/2006/relationships/image" Target="../media/image402.png"/><Relationship Id="rId80" Type="http://schemas.openxmlformats.org/officeDocument/2006/relationships/image" Target="../media/image375.png"/><Relationship Id="rId155" Type="http://schemas.openxmlformats.org/officeDocument/2006/relationships/customXml" Target="../ink/ink391.xml"/></Relationships>
</file>

<file path=ppt/slides/_rels/slide20.xml.rels><?xml version="1.0" encoding="UTF-8" standalone="yes"?>
<Relationships xmlns="http://schemas.openxmlformats.org/package/2006/relationships"><Relationship Id="rId13" Type="http://schemas.openxmlformats.org/officeDocument/2006/relationships/image" Target="../media/image422.png"/><Relationship Id="rId18" Type="http://schemas.openxmlformats.org/officeDocument/2006/relationships/customXml" Target="../ink/ink403.xml"/><Relationship Id="rId26" Type="http://schemas.openxmlformats.org/officeDocument/2006/relationships/customXml" Target="../ink/ink407.xml"/><Relationship Id="rId39" Type="http://schemas.openxmlformats.org/officeDocument/2006/relationships/image" Target="../media/image435.png"/><Relationship Id="rId21" Type="http://schemas.openxmlformats.org/officeDocument/2006/relationships/image" Target="../media/image426.png"/><Relationship Id="rId34" Type="http://schemas.openxmlformats.org/officeDocument/2006/relationships/customXml" Target="../ink/ink411.xml"/><Relationship Id="rId42" Type="http://schemas.openxmlformats.org/officeDocument/2006/relationships/customXml" Target="../ink/ink415.xml"/><Relationship Id="rId47" Type="http://schemas.openxmlformats.org/officeDocument/2006/relationships/image" Target="../media/image439.png"/><Relationship Id="rId50" Type="http://schemas.openxmlformats.org/officeDocument/2006/relationships/customXml" Target="../ink/ink419.xml"/><Relationship Id="rId55" Type="http://schemas.openxmlformats.org/officeDocument/2006/relationships/image" Target="../media/image443.png"/><Relationship Id="rId7" Type="http://schemas.openxmlformats.org/officeDocument/2006/relationships/image" Target="../media/image419.png"/><Relationship Id="rId2" Type="http://schemas.openxmlformats.org/officeDocument/2006/relationships/customXml" Target="../ink/ink395.xml"/><Relationship Id="rId16" Type="http://schemas.openxmlformats.org/officeDocument/2006/relationships/customXml" Target="../ink/ink402.xml"/><Relationship Id="rId29" Type="http://schemas.openxmlformats.org/officeDocument/2006/relationships/image" Target="../media/image430.png"/><Relationship Id="rId11" Type="http://schemas.openxmlformats.org/officeDocument/2006/relationships/image" Target="../media/image421.png"/><Relationship Id="rId24" Type="http://schemas.openxmlformats.org/officeDocument/2006/relationships/customXml" Target="../ink/ink406.xml"/><Relationship Id="rId32" Type="http://schemas.openxmlformats.org/officeDocument/2006/relationships/customXml" Target="../ink/ink410.xml"/><Relationship Id="rId37" Type="http://schemas.openxmlformats.org/officeDocument/2006/relationships/image" Target="../media/image434.png"/><Relationship Id="rId40" Type="http://schemas.openxmlformats.org/officeDocument/2006/relationships/customXml" Target="../ink/ink414.xml"/><Relationship Id="rId45" Type="http://schemas.openxmlformats.org/officeDocument/2006/relationships/image" Target="../media/image438.png"/><Relationship Id="rId53" Type="http://schemas.openxmlformats.org/officeDocument/2006/relationships/image" Target="../media/image442.png"/><Relationship Id="rId5" Type="http://schemas.openxmlformats.org/officeDocument/2006/relationships/image" Target="../media/image418.png"/><Relationship Id="rId19" Type="http://schemas.openxmlformats.org/officeDocument/2006/relationships/image" Target="../media/image425.png"/><Relationship Id="rId4" Type="http://schemas.openxmlformats.org/officeDocument/2006/relationships/customXml" Target="../ink/ink396.xml"/><Relationship Id="rId9" Type="http://schemas.openxmlformats.org/officeDocument/2006/relationships/image" Target="../media/image420.png"/><Relationship Id="rId14" Type="http://schemas.openxmlformats.org/officeDocument/2006/relationships/customXml" Target="../ink/ink401.xml"/><Relationship Id="rId22" Type="http://schemas.openxmlformats.org/officeDocument/2006/relationships/customXml" Target="../ink/ink405.xml"/><Relationship Id="rId27" Type="http://schemas.openxmlformats.org/officeDocument/2006/relationships/image" Target="../media/image429.png"/><Relationship Id="rId30" Type="http://schemas.openxmlformats.org/officeDocument/2006/relationships/customXml" Target="../ink/ink409.xml"/><Relationship Id="rId35" Type="http://schemas.openxmlformats.org/officeDocument/2006/relationships/image" Target="../media/image433.png"/><Relationship Id="rId43" Type="http://schemas.openxmlformats.org/officeDocument/2006/relationships/image" Target="../media/image437.png"/><Relationship Id="rId48" Type="http://schemas.openxmlformats.org/officeDocument/2006/relationships/customXml" Target="../ink/ink418.xml"/><Relationship Id="rId56" Type="http://schemas.openxmlformats.org/officeDocument/2006/relationships/customXml" Target="../ink/ink422.xml"/><Relationship Id="rId8" Type="http://schemas.openxmlformats.org/officeDocument/2006/relationships/customXml" Target="../ink/ink398.xml"/><Relationship Id="rId51" Type="http://schemas.openxmlformats.org/officeDocument/2006/relationships/image" Target="../media/image441.png"/><Relationship Id="rId3" Type="http://schemas.openxmlformats.org/officeDocument/2006/relationships/image" Target="../media/image417.png"/><Relationship Id="rId12" Type="http://schemas.openxmlformats.org/officeDocument/2006/relationships/customXml" Target="../ink/ink400.xml"/><Relationship Id="rId17" Type="http://schemas.openxmlformats.org/officeDocument/2006/relationships/image" Target="../media/image424.png"/><Relationship Id="rId25" Type="http://schemas.openxmlformats.org/officeDocument/2006/relationships/image" Target="../media/image428.png"/><Relationship Id="rId33" Type="http://schemas.openxmlformats.org/officeDocument/2006/relationships/image" Target="../media/image432.png"/><Relationship Id="rId38" Type="http://schemas.openxmlformats.org/officeDocument/2006/relationships/customXml" Target="../ink/ink413.xml"/><Relationship Id="rId46" Type="http://schemas.openxmlformats.org/officeDocument/2006/relationships/customXml" Target="../ink/ink417.xml"/><Relationship Id="rId20" Type="http://schemas.openxmlformats.org/officeDocument/2006/relationships/customXml" Target="../ink/ink404.xml"/><Relationship Id="rId41" Type="http://schemas.openxmlformats.org/officeDocument/2006/relationships/image" Target="../media/image436.png"/><Relationship Id="rId54" Type="http://schemas.openxmlformats.org/officeDocument/2006/relationships/customXml" Target="../ink/ink421.xml"/><Relationship Id="rId1" Type="http://schemas.openxmlformats.org/officeDocument/2006/relationships/slideLayout" Target="../slideLayouts/slideLayout38.xml"/><Relationship Id="rId6" Type="http://schemas.openxmlformats.org/officeDocument/2006/relationships/customXml" Target="../ink/ink397.xml"/><Relationship Id="rId15" Type="http://schemas.openxmlformats.org/officeDocument/2006/relationships/image" Target="../media/image423.png"/><Relationship Id="rId23" Type="http://schemas.openxmlformats.org/officeDocument/2006/relationships/image" Target="../media/image427.png"/><Relationship Id="rId28" Type="http://schemas.openxmlformats.org/officeDocument/2006/relationships/customXml" Target="../ink/ink408.xml"/><Relationship Id="rId36" Type="http://schemas.openxmlformats.org/officeDocument/2006/relationships/customXml" Target="../ink/ink412.xml"/><Relationship Id="rId49" Type="http://schemas.openxmlformats.org/officeDocument/2006/relationships/image" Target="../media/image440.png"/><Relationship Id="rId57" Type="http://schemas.openxmlformats.org/officeDocument/2006/relationships/image" Target="../media/image444.png"/><Relationship Id="rId10" Type="http://schemas.openxmlformats.org/officeDocument/2006/relationships/customXml" Target="../ink/ink399.xml"/><Relationship Id="rId31" Type="http://schemas.openxmlformats.org/officeDocument/2006/relationships/image" Target="../media/image431.png"/><Relationship Id="rId44" Type="http://schemas.openxmlformats.org/officeDocument/2006/relationships/customXml" Target="../ink/ink416.xml"/><Relationship Id="rId52" Type="http://schemas.openxmlformats.org/officeDocument/2006/relationships/customXml" Target="../ink/ink420.xml"/></Relationships>
</file>

<file path=ppt/slides/_rels/slide21.xml.rels><?xml version="1.0" encoding="UTF-8" standalone="yes"?>
<Relationships xmlns="http://schemas.openxmlformats.org/package/2006/relationships"><Relationship Id="rId3" Type="http://schemas.openxmlformats.org/officeDocument/2006/relationships/image" Target="../media/image445.wmf"/><Relationship Id="rId7" Type="http://schemas.openxmlformats.org/officeDocument/2006/relationships/image" Target="../media/image447.wmf"/><Relationship Id="rId2" Type="http://schemas.openxmlformats.org/officeDocument/2006/relationships/oleObject" Target="../embeddings/oleObject1.bin"/><Relationship Id="rId1" Type="http://schemas.openxmlformats.org/officeDocument/2006/relationships/slideLayout" Target="../slideLayouts/slideLayout38.xml"/><Relationship Id="rId6" Type="http://schemas.openxmlformats.org/officeDocument/2006/relationships/oleObject" Target="../embeddings/oleObject3.bin"/><Relationship Id="rId5" Type="http://schemas.openxmlformats.org/officeDocument/2006/relationships/image" Target="../media/image446.w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customXml" Target="../ink/ink423.xml"/><Relationship Id="rId2" Type="http://schemas.openxmlformats.org/officeDocument/2006/relationships/image" Target="../media/image2800.png"/><Relationship Id="rId1" Type="http://schemas.openxmlformats.org/officeDocument/2006/relationships/slideLayout" Target="../slideLayouts/slideLayout38.xml"/><Relationship Id="rId4" Type="http://schemas.openxmlformats.org/officeDocument/2006/relationships/image" Target="../media/image448.png"/></Relationships>
</file>

<file path=ppt/slides/_rels/slide23.xml.rels><?xml version="1.0" encoding="UTF-8" standalone="yes"?>
<Relationships xmlns="http://schemas.openxmlformats.org/package/2006/relationships"><Relationship Id="rId2" Type="http://schemas.openxmlformats.org/officeDocument/2006/relationships/image" Target="../media/image449.pn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455.wmf"/><Relationship Id="rId3" Type="http://schemas.openxmlformats.org/officeDocument/2006/relationships/image" Target="../media/image450.wmf"/><Relationship Id="rId7" Type="http://schemas.openxmlformats.org/officeDocument/2006/relationships/image" Target="../media/image452.wmf"/><Relationship Id="rId12" Type="http://schemas.openxmlformats.org/officeDocument/2006/relationships/oleObject" Target="../embeddings/oleObject9.bin"/><Relationship Id="rId2" Type="http://schemas.openxmlformats.org/officeDocument/2006/relationships/oleObject" Target="../embeddings/oleObject4.bin"/><Relationship Id="rId1" Type="http://schemas.openxmlformats.org/officeDocument/2006/relationships/slideLayout" Target="../slideLayouts/slideLayout38.xml"/><Relationship Id="rId6" Type="http://schemas.openxmlformats.org/officeDocument/2006/relationships/oleObject" Target="../embeddings/oleObject6.bin"/><Relationship Id="rId11" Type="http://schemas.openxmlformats.org/officeDocument/2006/relationships/image" Target="../media/image454.wmf"/><Relationship Id="rId5" Type="http://schemas.openxmlformats.org/officeDocument/2006/relationships/image" Target="../media/image451.wmf"/><Relationship Id="rId15" Type="http://schemas.openxmlformats.org/officeDocument/2006/relationships/image" Target="../media/image456.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453.wmf"/><Relationship Id="rId14"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3" Type="http://schemas.openxmlformats.org/officeDocument/2006/relationships/image" Target="../media/image457.png"/><Relationship Id="rId2" Type="http://schemas.openxmlformats.org/officeDocument/2006/relationships/customXml" Target="../ink/ink424.xml"/><Relationship Id="rId1" Type="http://schemas.openxmlformats.org/officeDocument/2006/relationships/slideLayout" Target="../slideLayouts/slideLayout38.xml"/><Relationship Id="rId5" Type="http://schemas.openxmlformats.org/officeDocument/2006/relationships/image" Target="../media/image458.png"/><Relationship Id="rId4" Type="http://schemas.openxmlformats.org/officeDocument/2006/relationships/customXml" Target="../ink/ink425.xml"/></Relationships>
</file>

<file path=ppt/slides/_rels/slide27.xml.rels><?xml version="1.0" encoding="UTF-8" standalone="yes"?>
<Relationships xmlns="http://schemas.openxmlformats.org/package/2006/relationships"><Relationship Id="rId26" Type="http://schemas.openxmlformats.org/officeDocument/2006/relationships/image" Target="../media/image471.png"/><Relationship Id="rId21" Type="http://schemas.openxmlformats.org/officeDocument/2006/relationships/customXml" Target="../ink/ink435.xml"/><Relationship Id="rId42" Type="http://schemas.openxmlformats.org/officeDocument/2006/relationships/image" Target="../media/image479.png"/><Relationship Id="rId47" Type="http://schemas.openxmlformats.org/officeDocument/2006/relationships/customXml" Target="../ink/ink448.xml"/><Relationship Id="rId63" Type="http://schemas.openxmlformats.org/officeDocument/2006/relationships/customXml" Target="../ink/ink456.xml"/><Relationship Id="rId68" Type="http://schemas.openxmlformats.org/officeDocument/2006/relationships/image" Target="../media/image492.png"/><Relationship Id="rId84" Type="http://schemas.openxmlformats.org/officeDocument/2006/relationships/image" Target="../media/image500.png"/><Relationship Id="rId89" Type="http://schemas.openxmlformats.org/officeDocument/2006/relationships/customXml" Target="../ink/ink469.xml"/><Relationship Id="rId16" Type="http://schemas.openxmlformats.org/officeDocument/2006/relationships/image" Target="../media/image466.png"/><Relationship Id="rId11" Type="http://schemas.openxmlformats.org/officeDocument/2006/relationships/customXml" Target="../ink/ink430.xml"/><Relationship Id="rId32" Type="http://schemas.openxmlformats.org/officeDocument/2006/relationships/image" Target="../media/image474.png"/><Relationship Id="rId37" Type="http://schemas.openxmlformats.org/officeDocument/2006/relationships/customXml" Target="../ink/ink443.xml"/><Relationship Id="rId53" Type="http://schemas.openxmlformats.org/officeDocument/2006/relationships/customXml" Target="../ink/ink451.xml"/><Relationship Id="rId58" Type="http://schemas.openxmlformats.org/officeDocument/2006/relationships/image" Target="../media/image487.png"/><Relationship Id="rId74" Type="http://schemas.openxmlformats.org/officeDocument/2006/relationships/image" Target="../media/image495.png"/><Relationship Id="rId79" Type="http://schemas.openxmlformats.org/officeDocument/2006/relationships/customXml" Target="../ink/ink464.xml"/><Relationship Id="rId5" Type="http://schemas.openxmlformats.org/officeDocument/2006/relationships/customXml" Target="../ink/ink427.xml"/><Relationship Id="rId90" Type="http://schemas.openxmlformats.org/officeDocument/2006/relationships/image" Target="../media/image503.png"/><Relationship Id="rId14" Type="http://schemas.openxmlformats.org/officeDocument/2006/relationships/image" Target="../media/image465.png"/><Relationship Id="rId22" Type="http://schemas.openxmlformats.org/officeDocument/2006/relationships/image" Target="../media/image469.png"/><Relationship Id="rId27" Type="http://schemas.openxmlformats.org/officeDocument/2006/relationships/customXml" Target="../ink/ink438.xml"/><Relationship Id="rId30" Type="http://schemas.openxmlformats.org/officeDocument/2006/relationships/image" Target="../media/image473.png"/><Relationship Id="rId35" Type="http://schemas.openxmlformats.org/officeDocument/2006/relationships/customXml" Target="../ink/ink442.xml"/><Relationship Id="rId43" Type="http://schemas.openxmlformats.org/officeDocument/2006/relationships/customXml" Target="../ink/ink446.xml"/><Relationship Id="rId48" Type="http://schemas.openxmlformats.org/officeDocument/2006/relationships/image" Target="../media/image482.png"/><Relationship Id="rId56" Type="http://schemas.openxmlformats.org/officeDocument/2006/relationships/image" Target="../media/image486.png"/><Relationship Id="rId64" Type="http://schemas.openxmlformats.org/officeDocument/2006/relationships/image" Target="../media/image490.png"/><Relationship Id="rId69" Type="http://schemas.openxmlformats.org/officeDocument/2006/relationships/customXml" Target="../ink/ink459.xml"/><Relationship Id="rId77" Type="http://schemas.openxmlformats.org/officeDocument/2006/relationships/customXml" Target="../ink/ink463.xml"/><Relationship Id="rId8" Type="http://schemas.openxmlformats.org/officeDocument/2006/relationships/image" Target="../media/image462.png"/><Relationship Id="rId51" Type="http://schemas.openxmlformats.org/officeDocument/2006/relationships/customXml" Target="../ink/ink450.xml"/><Relationship Id="rId72" Type="http://schemas.openxmlformats.org/officeDocument/2006/relationships/image" Target="../media/image494.png"/><Relationship Id="rId80" Type="http://schemas.openxmlformats.org/officeDocument/2006/relationships/image" Target="../media/image498.png"/><Relationship Id="rId85" Type="http://schemas.openxmlformats.org/officeDocument/2006/relationships/customXml" Target="../ink/ink467.xml"/><Relationship Id="rId3" Type="http://schemas.openxmlformats.org/officeDocument/2006/relationships/customXml" Target="../ink/ink426.xml"/><Relationship Id="rId12" Type="http://schemas.openxmlformats.org/officeDocument/2006/relationships/image" Target="../media/image464.png"/><Relationship Id="rId17" Type="http://schemas.openxmlformats.org/officeDocument/2006/relationships/customXml" Target="../ink/ink433.xml"/><Relationship Id="rId25" Type="http://schemas.openxmlformats.org/officeDocument/2006/relationships/customXml" Target="../ink/ink437.xml"/><Relationship Id="rId33" Type="http://schemas.openxmlformats.org/officeDocument/2006/relationships/customXml" Target="../ink/ink441.xml"/><Relationship Id="rId38" Type="http://schemas.openxmlformats.org/officeDocument/2006/relationships/image" Target="../media/image477.png"/><Relationship Id="rId46" Type="http://schemas.openxmlformats.org/officeDocument/2006/relationships/image" Target="../media/image481.png"/><Relationship Id="rId59" Type="http://schemas.openxmlformats.org/officeDocument/2006/relationships/customXml" Target="../ink/ink454.xml"/><Relationship Id="rId67" Type="http://schemas.openxmlformats.org/officeDocument/2006/relationships/customXml" Target="../ink/ink458.xml"/><Relationship Id="rId20" Type="http://schemas.openxmlformats.org/officeDocument/2006/relationships/image" Target="../media/image468.png"/><Relationship Id="rId41" Type="http://schemas.openxmlformats.org/officeDocument/2006/relationships/customXml" Target="../ink/ink445.xml"/><Relationship Id="rId54" Type="http://schemas.openxmlformats.org/officeDocument/2006/relationships/image" Target="../media/image485.png"/><Relationship Id="rId62" Type="http://schemas.openxmlformats.org/officeDocument/2006/relationships/image" Target="../media/image489.png"/><Relationship Id="rId70" Type="http://schemas.openxmlformats.org/officeDocument/2006/relationships/image" Target="../media/image493.png"/><Relationship Id="rId75" Type="http://schemas.openxmlformats.org/officeDocument/2006/relationships/customXml" Target="../ink/ink462.xml"/><Relationship Id="rId83" Type="http://schemas.openxmlformats.org/officeDocument/2006/relationships/customXml" Target="../ink/ink466.xml"/><Relationship Id="rId88" Type="http://schemas.openxmlformats.org/officeDocument/2006/relationships/image" Target="../media/image502.png"/><Relationship Id="rId91" Type="http://schemas.openxmlformats.org/officeDocument/2006/relationships/customXml" Target="../ink/ink470.xml"/><Relationship Id="rId1" Type="http://schemas.openxmlformats.org/officeDocument/2006/relationships/slideLayout" Target="../slideLayouts/slideLayout38.xml"/><Relationship Id="rId6" Type="http://schemas.openxmlformats.org/officeDocument/2006/relationships/image" Target="../media/image461.png"/><Relationship Id="rId15" Type="http://schemas.openxmlformats.org/officeDocument/2006/relationships/customXml" Target="../ink/ink432.xml"/><Relationship Id="rId23" Type="http://schemas.openxmlformats.org/officeDocument/2006/relationships/customXml" Target="../ink/ink436.xml"/><Relationship Id="rId28" Type="http://schemas.openxmlformats.org/officeDocument/2006/relationships/image" Target="../media/image472.png"/><Relationship Id="rId36" Type="http://schemas.openxmlformats.org/officeDocument/2006/relationships/image" Target="../media/image476.png"/><Relationship Id="rId49" Type="http://schemas.openxmlformats.org/officeDocument/2006/relationships/customXml" Target="../ink/ink449.xml"/><Relationship Id="rId57" Type="http://schemas.openxmlformats.org/officeDocument/2006/relationships/customXml" Target="../ink/ink453.xml"/><Relationship Id="rId10" Type="http://schemas.openxmlformats.org/officeDocument/2006/relationships/image" Target="../media/image463.png"/><Relationship Id="rId31" Type="http://schemas.openxmlformats.org/officeDocument/2006/relationships/customXml" Target="../ink/ink440.xml"/><Relationship Id="rId44" Type="http://schemas.openxmlformats.org/officeDocument/2006/relationships/image" Target="../media/image480.png"/><Relationship Id="rId52" Type="http://schemas.openxmlformats.org/officeDocument/2006/relationships/image" Target="../media/image484.png"/><Relationship Id="rId60" Type="http://schemas.openxmlformats.org/officeDocument/2006/relationships/image" Target="../media/image488.png"/><Relationship Id="rId65" Type="http://schemas.openxmlformats.org/officeDocument/2006/relationships/customXml" Target="../ink/ink457.xml"/><Relationship Id="rId73" Type="http://schemas.openxmlformats.org/officeDocument/2006/relationships/customXml" Target="../ink/ink461.xml"/><Relationship Id="rId78" Type="http://schemas.openxmlformats.org/officeDocument/2006/relationships/image" Target="../media/image497.png"/><Relationship Id="rId81" Type="http://schemas.openxmlformats.org/officeDocument/2006/relationships/customXml" Target="../ink/ink465.xml"/><Relationship Id="rId86" Type="http://schemas.openxmlformats.org/officeDocument/2006/relationships/image" Target="../media/image501.png"/><Relationship Id="rId4" Type="http://schemas.openxmlformats.org/officeDocument/2006/relationships/image" Target="../media/image460.png"/><Relationship Id="rId9" Type="http://schemas.openxmlformats.org/officeDocument/2006/relationships/customXml" Target="../ink/ink429.xml"/><Relationship Id="rId13" Type="http://schemas.openxmlformats.org/officeDocument/2006/relationships/customXml" Target="../ink/ink431.xml"/><Relationship Id="rId18" Type="http://schemas.openxmlformats.org/officeDocument/2006/relationships/image" Target="../media/image467.png"/><Relationship Id="rId39" Type="http://schemas.openxmlformats.org/officeDocument/2006/relationships/customXml" Target="../ink/ink444.xml"/><Relationship Id="rId34" Type="http://schemas.openxmlformats.org/officeDocument/2006/relationships/image" Target="../media/image475.png"/><Relationship Id="rId50" Type="http://schemas.openxmlformats.org/officeDocument/2006/relationships/image" Target="../media/image483.png"/><Relationship Id="rId55" Type="http://schemas.openxmlformats.org/officeDocument/2006/relationships/customXml" Target="../ink/ink452.xml"/><Relationship Id="rId76" Type="http://schemas.openxmlformats.org/officeDocument/2006/relationships/image" Target="../media/image496.png"/><Relationship Id="rId7" Type="http://schemas.openxmlformats.org/officeDocument/2006/relationships/customXml" Target="../ink/ink428.xml"/><Relationship Id="rId71" Type="http://schemas.openxmlformats.org/officeDocument/2006/relationships/customXml" Target="../ink/ink460.xml"/><Relationship Id="rId92" Type="http://schemas.openxmlformats.org/officeDocument/2006/relationships/image" Target="../media/image504.png"/><Relationship Id="rId2" Type="http://schemas.openxmlformats.org/officeDocument/2006/relationships/image" Target="../media/image459.png"/><Relationship Id="rId29" Type="http://schemas.openxmlformats.org/officeDocument/2006/relationships/customXml" Target="../ink/ink439.xml"/><Relationship Id="rId24" Type="http://schemas.openxmlformats.org/officeDocument/2006/relationships/image" Target="../media/image470.png"/><Relationship Id="rId40" Type="http://schemas.openxmlformats.org/officeDocument/2006/relationships/image" Target="../media/image478.png"/><Relationship Id="rId45" Type="http://schemas.openxmlformats.org/officeDocument/2006/relationships/customXml" Target="../ink/ink447.xml"/><Relationship Id="rId66" Type="http://schemas.openxmlformats.org/officeDocument/2006/relationships/image" Target="../media/image491.png"/><Relationship Id="rId87" Type="http://schemas.openxmlformats.org/officeDocument/2006/relationships/customXml" Target="../ink/ink468.xml"/><Relationship Id="rId61" Type="http://schemas.openxmlformats.org/officeDocument/2006/relationships/customXml" Target="../ink/ink455.xml"/><Relationship Id="rId82" Type="http://schemas.openxmlformats.org/officeDocument/2006/relationships/image" Target="../media/image499.png"/><Relationship Id="rId19" Type="http://schemas.openxmlformats.org/officeDocument/2006/relationships/customXml" Target="../ink/ink434.xml"/></Relationships>
</file>

<file path=ppt/slides/_rels/slide28.xml.rels><?xml version="1.0" encoding="UTF-8" standalone="yes"?>
<Relationships xmlns="http://schemas.openxmlformats.org/package/2006/relationships"><Relationship Id="rId117" Type="http://schemas.openxmlformats.org/officeDocument/2006/relationships/image" Target="../media/image563.png"/><Relationship Id="rId21" Type="http://schemas.openxmlformats.org/officeDocument/2006/relationships/image" Target="../media/image515.png"/><Relationship Id="rId42" Type="http://schemas.openxmlformats.org/officeDocument/2006/relationships/customXml" Target="../ink/ink489.xml"/><Relationship Id="rId63" Type="http://schemas.openxmlformats.org/officeDocument/2006/relationships/image" Target="../media/image536.png"/><Relationship Id="rId84" Type="http://schemas.openxmlformats.org/officeDocument/2006/relationships/customXml" Target="../ink/ink510.xml"/><Relationship Id="rId138" Type="http://schemas.openxmlformats.org/officeDocument/2006/relationships/customXml" Target="../ink/ink537.xml"/><Relationship Id="rId159" Type="http://schemas.openxmlformats.org/officeDocument/2006/relationships/image" Target="../media/image584.png"/><Relationship Id="rId170" Type="http://schemas.openxmlformats.org/officeDocument/2006/relationships/customXml" Target="../ink/ink553.xml"/><Relationship Id="rId107" Type="http://schemas.openxmlformats.org/officeDocument/2006/relationships/image" Target="../media/image558.png"/><Relationship Id="rId11" Type="http://schemas.openxmlformats.org/officeDocument/2006/relationships/image" Target="../media/image510.png"/><Relationship Id="rId32" Type="http://schemas.openxmlformats.org/officeDocument/2006/relationships/customXml" Target="../ink/ink484.xml"/><Relationship Id="rId53" Type="http://schemas.openxmlformats.org/officeDocument/2006/relationships/image" Target="../media/image531.png"/><Relationship Id="rId74" Type="http://schemas.openxmlformats.org/officeDocument/2006/relationships/customXml" Target="../ink/ink505.xml"/><Relationship Id="rId128" Type="http://schemas.openxmlformats.org/officeDocument/2006/relationships/customXml" Target="../ink/ink532.xml"/><Relationship Id="rId149" Type="http://schemas.openxmlformats.org/officeDocument/2006/relationships/image" Target="../media/image579.png"/><Relationship Id="rId5" Type="http://schemas.openxmlformats.org/officeDocument/2006/relationships/image" Target="../media/image507.png"/><Relationship Id="rId95" Type="http://schemas.openxmlformats.org/officeDocument/2006/relationships/image" Target="../media/image552.png"/><Relationship Id="rId160" Type="http://schemas.openxmlformats.org/officeDocument/2006/relationships/customXml" Target="../ink/ink548.xml"/><Relationship Id="rId22" Type="http://schemas.openxmlformats.org/officeDocument/2006/relationships/customXml" Target="../ink/ink479.xml"/><Relationship Id="rId43" Type="http://schemas.openxmlformats.org/officeDocument/2006/relationships/image" Target="../media/image526.png"/><Relationship Id="rId64" Type="http://schemas.openxmlformats.org/officeDocument/2006/relationships/customXml" Target="../ink/ink500.xml"/><Relationship Id="rId118" Type="http://schemas.openxmlformats.org/officeDocument/2006/relationships/customXml" Target="../ink/ink527.xml"/><Relationship Id="rId139" Type="http://schemas.openxmlformats.org/officeDocument/2006/relationships/image" Target="../media/image574.png"/><Relationship Id="rId85" Type="http://schemas.openxmlformats.org/officeDocument/2006/relationships/image" Target="../media/image547.png"/><Relationship Id="rId150" Type="http://schemas.openxmlformats.org/officeDocument/2006/relationships/customXml" Target="../ink/ink543.xml"/><Relationship Id="rId171" Type="http://schemas.openxmlformats.org/officeDocument/2006/relationships/image" Target="../media/image590.png"/><Relationship Id="rId12" Type="http://schemas.openxmlformats.org/officeDocument/2006/relationships/customXml" Target="../ink/ink474.xml"/><Relationship Id="rId33" Type="http://schemas.openxmlformats.org/officeDocument/2006/relationships/image" Target="../media/image521.png"/><Relationship Id="rId108" Type="http://schemas.openxmlformats.org/officeDocument/2006/relationships/customXml" Target="../ink/ink522.xml"/><Relationship Id="rId129" Type="http://schemas.openxmlformats.org/officeDocument/2006/relationships/image" Target="../media/image569.png"/><Relationship Id="rId54" Type="http://schemas.openxmlformats.org/officeDocument/2006/relationships/customXml" Target="../ink/ink495.xml"/><Relationship Id="rId70" Type="http://schemas.openxmlformats.org/officeDocument/2006/relationships/customXml" Target="../ink/ink503.xml"/><Relationship Id="rId75" Type="http://schemas.openxmlformats.org/officeDocument/2006/relationships/image" Target="../media/image542.png"/><Relationship Id="rId91" Type="http://schemas.openxmlformats.org/officeDocument/2006/relationships/image" Target="../media/image550.png"/><Relationship Id="rId96" Type="http://schemas.openxmlformats.org/officeDocument/2006/relationships/customXml" Target="../ink/ink516.xml"/><Relationship Id="rId140" Type="http://schemas.openxmlformats.org/officeDocument/2006/relationships/customXml" Target="../ink/ink538.xml"/><Relationship Id="rId145" Type="http://schemas.openxmlformats.org/officeDocument/2006/relationships/image" Target="../media/image577.png"/><Relationship Id="rId161" Type="http://schemas.openxmlformats.org/officeDocument/2006/relationships/image" Target="../media/image585.png"/><Relationship Id="rId166" Type="http://schemas.openxmlformats.org/officeDocument/2006/relationships/customXml" Target="../ink/ink551.xml"/><Relationship Id="rId1" Type="http://schemas.openxmlformats.org/officeDocument/2006/relationships/slideLayout" Target="../slideLayouts/slideLayout38.xml"/><Relationship Id="rId6" Type="http://schemas.openxmlformats.org/officeDocument/2006/relationships/customXml" Target="../ink/ink471.xml"/><Relationship Id="rId23" Type="http://schemas.openxmlformats.org/officeDocument/2006/relationships/image" Target="../media/image516.png"/><Relationship Id="rId28" Type="http://schemas.openxmlformats.org/officeDocument/2006/relationships/customXml" Target="../ink/ink482.xml"/><Relationship Id="rId49" Type="http://schemas.openxmlformats.org/officeDocument/2006/relationships/image" Target="../media/image529.png"/><Relationship Id="rId114" Type="http://schemas.openxmlformats.org/officeDocument/2006/relationships/customXml" Target="../ink/ink525.xml"/><Relationship Id="rId119" Type="http://schemas.openxmlformats.org/officeDocument/2006/relationships/image" Target="../media/image564.png"/><Relationship Id="rId44" Type="http://schemas.openxmlformats.org/officeDocument/2006/relationships/customXml" Target="../ink/ink490.xml"/><Relationship Id="rId60" Type="http://schemas.openxmlformats.org/officeDocument/2006/relationships/customXml" Target="../ink/ink498.xml"/><Relationship Id="rId65" Type="http://schemas.openxmlformats.org/officeDocument/2006/relationships/image" Target="../media/image537.png"/><Relationship Id="rId81" Type="http://schemas.openxmlformats.org/officeDocument/2006/relationships/image" Target="../media/image545.png"/><Relationship Id="rId86" Type="http://schemas.openxmlformats.org/officeDocument/2006/relationships/customXml" Target="../ink/ink511.xml"/><Relationship Id="rId130" Type="http://schemas.openxmlformats.org/officeDocument/2006/relationships/customXml" Target="../ink/ink533.xml"/><Relationship Id="rId135" Type="http://schemas.openxmlformats.org/officeDocument/2006/relationships/image" Target="../media/image572.png"/><Relationship Id="rId151" Type="http://schemas.openxmlformats.org/officeDocument/2006/relationships/image" Target="../media/image580.png"/><Relationship Id="rId156" Type="http://schemas.openxmlformats.org/officeDocument/2006/relationships/customXml" Target="../ink/ink546.xml"/><Relationship Id="rId13" Type="http://schemas.openxmlformats.org/officeDocument/2006/relationships/image" Target="../media/image511.png"/><Relationship Id="rId18" Type="http://schemas.openxmlformats.org/officeDocument/2006/relationships/customXml" Target="../ink/ink477.xml"/><Relationship Id="rId39" Type="http://schemas.openxmlformats.org/officeDocument/2006/relationships/image" Target="../media/image524.png"/><Relationship Id="rId109" Type="http://schemas.openxmlformats.org/officeDocument/2006/relationships/image" Target="../media/image559.png"/><Relationship Id="rId34" Type="http://schemas.openxmlformats.org/officeDocument/2006/relationships/customXml" Target="../ink/ink485.xml"/><Relationship Id="rId50" Type="http://schemas.openxmlformats.org/officeDocument/2006/relationships/customXml" Target="../ink/ink493.xml"/><Relationship Id="rId55" Type="http://schemas.openxmlformats.org/officeDocument/2006/relationships/image" Target="../media/image532.png"/><Relationship Id="rId76" Type="http://schemas.openxmlformats.org/officeDocument/2006/relationships/customXml" Target="../ink/ink506.xml"/><Relationship Id="rId97" Type="http://schemas.openxmlformats.org/officeDocument/2006/relationships/image" Target="../media/image553.png"/><Relationship Id="rId104" Type="http://schemas.openxmlformats.org/officeDocument/2006/relationships/customXml" Target="../ink/ink520.xml"/><Relationship Id="rId120" Type="http://schemas.openxmlformats.org/officeDocument/2006/relationships/customXml" Target="../ink/ink528.xml"/><Relationship Id="rId125" Type="http://schemas.openxmlformats.org/officeDocument/2006/relationships/image" Target="../media/image567.png"/><Relationship Id="rId141" Type="http://schemas.openxmlformats.org/officeDocument/2006/relationships/image" Target="../media/image575.png"/><Relationship Id="rId146" Type="http://schemas.openxmlformats.org/officeDocument/2006/relationships/customXml" Target="../ink/ink541.xml"/><Relationship Id="rId167" Type="http://schemas.openxmlformats.org/officeDocument/2006/relationships/image" Target="../media/image588.png"/><Relationship Id="rId7" Type="http://schemas.openxmlformats.org/officeDocument/2006/relationships/image" Target="../media/image508.png"/><Relationship Id="rId71" Type="http://schemas.openxmlformats.org/officeDocument/2006/relationships/image" Target="../media/image540.png"/><Relationship Id="rId92" Type="http://schemas.openxmlformats.org/officeDocument/2006/relationships/customXml" Target="../ink/ink514.xml"/><Relationship Id="rId162" Type="http://schemas.openxmlformats.org/officeDocument/2006/relationships/customXml" Target="../ink/ink549.xml"/><Relationship Id="rId2" Type="http://schemas.openxmlformats.org/officeDocument/2006/relationships/oleObject" Target="../embeddings/oleObject11.bin"/><Relationship Id="rId29" Type="http://schemas.openxmlformats.org/officeDocument/2006/relationships/image" Target="../media/image519.png"/><Relationship Id="rId24" Type="http://schemas.openxmlformats.org/officeDocument/2006/relationships/customXml" Target="../ink/ink480.xml"/><Relationship Id="rId40" Type="http://schemas.openxmlformats.org/officeDocument/2006/relationships/customXml" Target="../ink/ink488.xml"/><Relationship Id="rId45" Type="http://schemas.openxmlformats.org/officeDocument/2006/relationships/image" Target="../media/image527.png"/><Relationship Id="rId66" Type="http://schemas.openxmlformats.org/officeDocument/2006/relationships/customXml" Target="../ink/ink501.xml"/><Relationship Id="rId87" Type="http://schemas.openxmlformats.org/officeDocument/2006/relationships/image" Target="../media/image548.png"/><Relationship Id="rId110" Type="http://schemas.openxmlformats.org/officeDocument/2006/relationships/customXml" Target="../ink/ink523.xml"/><Relationship Id="rId115" Type="http://schemas.openxmlformats.org/officeDocument/2006/relationships/image" Target="../media/image562.png"/><Relationship Id="rId131" Type="http://schemas.openxmlformats.org/officeDocument/2006/relationships/image" Target="../media/image570.png"/><Relationship Id="rId136" Type="http://schemas.openxmlformats.org/officeDocument/2006/relationships/customXml" Target="../ink/ink536.xml"/><Relationship Id="rId157" Type="http://schemas.openxmlformats.org/officeDocument/2006/relationships/image" Target="../media/image583.png"/><Relationship Id="rId61" Type="http://schemas.openxmlformats.org/officeDocument/2006/relationships/image" Target="../media/image535.png"/><Relationship Id="rId82" Type="http://schemas.openxmlformats.org/officeDocument/2006/relationships/customXml" Target="../ink/ink509.xml"/><Relationship Id="rId152" Type="http://schemas.openxmlformats.org/officeDocument/2006/relationships/customXml" Target="../ink/ink544.xml"/><Relationship Id="rId19" Type="http://schemas.openxmlformats.org/officeDocument/2006/relationships/image" Target="../media/image514.png"/><Relationship Id="rId14" Type="http://schemas.openxmlformats.org/officeDocument/2006/relationships/customXml" Target="../ink/ink475.xml"/><Relationship Id="rId30" Type="http://schemas.openxmlformats.org/officeDocument/2006/relationships/customXml" Target="../ink/ink483.xml"/><Relationship Id="rId35" Type="http://schemas.openxmlformats.org/officeDocument/2006/relationships/image" Target="../media/image522.png"/><Relationship Id="rId56" Type="http://schemas.openxmlformats.org/officeDocument/2006/relationships/customXml" Target="../ink/ink496.xml"/><Relationship Id="rId77" Type="http://schemas.openxmlformats.org/officeDocument/2006/relationships/image" Target="../media/image543.png"/><Relationship Id="rId100" Type="http://schemas.openxmlformats.org/officeDocument/2006/relationships/customXml" Target="../ink/ink518.xml"/><Relationship Id="rId105" Type="http://schemas.openxmlformats.org/officeDocument/2006/relationships/image" Target="../media/image557.png"/><Relationship Id="rId126" Type="http://schemas.openxmlformats.org/officeDocument/2006/relationships/customXml" Target="../ink/ink531.xml"/><Relationship Id="rId147" Type="http://schemas.openxmlformats.org/officeDocument/2006/relationships/image" Target="../media/image578.png"/><Relationship Id="rId168" Type="http://schemas.openxmlformats.org/officeDocument/2006/relationships/customXml" Target="../ink/ink552.xml"/><Relationship Id="rId8" Type="http://schemas.openxmlformats.org/officeDocument/2006/relationships/customXml" Target="../ink/ink472.xml"/><Relationship Id="rId51" Type="http://schemas.openxmlformats.org/officeDocument/2006/relationships/image" Target="../media/image530.png"/><Relationship Id="rId72" Type="http://schemas.openxmlformats.org/officeDocument/2006/relationships/customXml" Target="../ink/ink504.xml"/><Relationship Id="rId93" Type="http://schemas.openxmlformats.org/officeDocument/2006/relationships/image" Target="../media/image551.png"/><Relationship Id="rId98" Type="http://schemas.openxmlformats.org/officeDocument/2006/relationships/customXml" Target="../ink/ink517.xml"/><Relationship Id="rId121" Type="http://schemas.openxmlformats.org/officeDocument/2006/relationships/image" Target="../media/image565.png"/><Relationship Id="rId142" Type="http://schemas.openxmlformats.org/officeDocument/2006/relationships/customXml" Target="../ink/ink539.xml"/><Relationship Id="rId163" Type="http://schemas.openxmlformats.org/officeDocument/2006/relationships/image" Target="../media/image586.png"/><Relationship Id="rId3" Type="http://schemas.openxmlformats.org/officeDocument/2006/relationships/image" Target="../media/image505.wmf"/><Relationship Id="rId25" Type="http://schemas.openxmlformats.org/officeDocument/2006/relationships/image" Target="../media/image517.png"/><Relationship Id="rId46" Type="http://schemas.openxmlformats.org/officeDocument/2006/relationships/customXml" Target="../ink/ink491.xml"/><Relationship Id="rId67" Type="http://schemas.openxmlformats.org/officeDocument/2006/relationships/image" Target="../media/image538.png"/><Relationship Id="rId116" Type="http://schemas.openxmlformats.org/officeDocument/2006/relationships/customXml" Target="../ink/ink526.xml"/><Relationship Id="rId137" Type="http://schemas.openxmlformats.org/officeDocument/2006/relationships/image" Target="../media/image573.png"/><Relationship Id="rId158" Type="http://schemas.openxmlformats.org/officeDocument/2006/relationships/customXml" Target="../ink/ink547.xml"/><Relationship Id="rId20" Type="http://schemas.openxmlformats.org/officeDocument/2006/relationships/customXml" Target="../ink/ink478.xml"/><Relationship Id="rId41" Type="http://schemas.openxmlformats.org/officeDocument/2006/relationships/image" Target="../media/image525.png"/><Relationship Id="rId62" Type="http://schemas.openxmlformats.org/officeDocument/2006/relationships/customXml" Target="../ink/ink499.xml"/><Relationship Id="rId83" Type="http://schemas.openxmlformats.org/officeDocument/2006/relationships/image" Target="../media/image546.png"/><Relationship Id="rId88" Type="http://schemas.openxmlformats.org/officeDocument/2006/relationships/customXml" Target="../ink/ink512.xml"/><Relationship Id="rId111" Type="http://schemas.openxmlformats.org/officeDocument/2006/relationships/image" Target="../media/image560.png"/><Relationship Id="rId132" Type="http://schemas.openxmlformats.org/officeDocument/2006/relationships/customXml" Target="../ink/ink534.xml"/><Relationship Id="rId153" Type="http://schemas.openxmlformats.org/officeDocument/2006/relationships/image" Target="../media/image581.png"/><Relationship Id="rId15" Type="http://schemas.openxmlformats.org/officeDocument/2006/relationships/image" Target="../media/image512.png"/><Relationship Id="rId36" Type="http://schemas.openxmlformats.org/officeDocument/2006/relationships/customXml" Target="../ink/ink486.xml"/><Relationship Id="rId57" Type="http://schemas.openxmlformats.org/officeDocument/2006/relationships/image" Target="../media/image533.png"/><Relationship Id="rId106" Type="http://schemas.openxmlformats.org/officeDocument/2006/relationships/customXml" Target="../ink/ink521.xml"/><Relationship Id="rId127" Type="http://schemas.openxmlformats.org/officeDocument/2006/relationships/image" Target="../media/image568.png"/><Relationship Id="rId10" Type="http://schemas.openxmlformats.org/officeDocument/2006/relationships/customXml" Target="../ink/ink473.xml"/><Relationship Id="rId31" Type="http://schemas.openxmlformats.org/officeDocument/2006/relationships/image" Target="../media/image520.png"/><Relationship Id="rId52" Type="http://schemas.openxmlformats.org/officeDocument/2006/relationships/customXml" Target="../ink/ink494.xml"/><Relationship Id="rId73" Type="http://schemas.openxmlformats.org/officeDocument/2006/relationships/image" Target="../media/image541.png"/><Relationship Id="rId78" Type="http://schemas.openxmlformats.org/officeDocument/2006/relationships/customXml" Target="../ink/ink507.xml"/><Relationship Id="rId94" Type="http://schemas.openxmlformats.org/officeDocument/2006/relationships/customXml" Target="../ink/ink515.xml"/><Relationship Id="rId99" Type="http://schemas.openxmlformats.org/officeDocument/2006/relationships/image" Target="../media/image554.png"/><Relationship Id="rId101" Type="http://schemas.openxmlformats.org/officeDocument/2006/relationships/image" Target="../media/image555.png"/><Relationship Id="rId122" Type="http://schemas.openxmlformats.org/officeDocument/2006/relationships/customXml" Target="../ink/ink529.xml"/><Relationship Id="rId143" Type="http://schemas.openxmlformats.org/officeDocument/2006/relationships/image" Target="../media/image576.png"/><Relationship Id="rId148" Type="http://schemas.openxmlformats.org/officeDocument/2006/relationships/customXml" Target="../ink/ink542.xml"/><Relationship Id="rId164" Type="http://schemas.openxmlformats.org/officeDocument/2006/relationships/customXml" Target="../ink/ink550.xml"/><Relationship Id="rId169" Type="http://schemas.openxmlformats.org/officeDocument/2006/relationships/image" Target="../media/image589.png"/><Relationship Id="rId4" Type="http://schemas.openxmlformats.org/officeDocument/2006/relationships/image" Target="../media/image506.png"/><Relationship Id="rId9" Type="http://schemas.openxmlformats.org/officeDocument/2006/relationships/image" Target="../media/image509.png"/><Relationship Id="rId26" Type="http://schemas.openxmlformats.org/officeDocument/2006/relationships/customXml" Target="../ink/ink481.xml"/><Relationship Id="rId47" Type="http://schemas.openxmlformats.org/officeDocument/2006/relationships/image" Target="../media/image528.png"/><Relationship Id="rId68" Type="http://schemas.openxmlformats.org/officeDocument/2006/relationships/customXml" Target="../ink/ink502.xml"/><Relationship Id="rId89" Type="http://schemas.openxmlformats.org/officeDocument/2006/relationships/image" Target="../media/image549.png"/><Relationship Id="rId112" Type="http://schemas.openxmlformats.org/officeDocument/2006/relationships/customXml" Target="../ink/ink524.xml"/><Relationship Id="rId133" Type="http://schemas.openxmlformats.org/officeDocument/2006/relationships/image" Target="../media/image571.png"/><Relationship Id="rId154" Type="http://schemas.openxmlformats.org/officeDocument/2006/relationships/customXml" Target="../ink/ink545.xml"/><Relationship Id="rId16" Type="http://schemas.openxmlformats.org/officeDocument/2006/relationships/customXml" Target="../ink/ink476.xml"/><Relationship Id="rId37" Type="http://schemas.openxmlformats.org/officeDocument/2006/relationships/image" Target="../media/image523.png"/><Relationship Id="rId58" Type="http://schemas.openxmlformats.org/officeDocument/2006/relationships/customXml" Target="../ink/ink497.xml"/><Relationship Id="rId79" Type="http://schemas.openxmlformats.org/officeDocument/2006/relationships/image" Target="../media/image544.png"/><Relationship Id="rId102" Type="http://schemas.openxmlformats.org/officeDocument/2006/relationships/customXml" Target="../ink/ink519.xml"/><Relationship Id="rId123" Type="http://schemas.openxmlformats.org/officeDocument/2006/relationships/image" Target="../media/image566.png"/><Relationship Id="rId144" Type="http://schemas.openxmlformats.org/officeDocument/2006/relationships/customXml" Target="../ink/ink540.xml"/><Relationship Id="rId90" Type="http://schemas.openxmlformats.org/officeDocument/2006/relationships/customXml" Target="../ink/ink513.xml"/><Relationship Id="rId165" Type="http://schemas.openxmlformats.org/officeDocument/2006/relationships/image" Target="../media/image587.png"/><Relationship Id="rId27" Type="http://schemas.openxmlformats.org/officeDocument/2006/relationships/image" Target="../media/image518.png"/><Relationship Id="rId48" Type="http://schemas.openxmlformats.org/officeDocument/2006/relationships/customXml" Target="../ink/ink492.xml"/><Relationship Id="rId69" Type="http://schemas.openxmlformats.org/officeDocument/2006/relationships/image" Target="../media/image539.png"/><Relationship Id="rId113" Type="http://schemas.openxmlformats.org/officeDocument/2006/relationships/image" Target="../media/image561.png"/><Relationship Id="rId134" Type="http://schemas.openxmlformats.org/officeDocument/2006/relationships/customXml" Target="../ink/ink535.xml"/><Relationship Id="rId80" Type="http://schemas.openxmlformats.org/officeDocument/2006/relationships/customXml" Target="../ink/ink508.xml"/><Relationship Id="rId155" Type="http://schemas.openxmlformats.org/officeDocument/2006/relationships/image" Target="../media/image582.png"/><Relationship Id="rId17" Type="http://schemas.openxmlformats.org/officeDocument/2006/relationships/image" Target="../media/image513.png"/><Relationship Id="rId38" Type="http://schemas.openxmlformats.org/officeDocument/2006/relationships/customXml" Target="../ink/ink487.xml"/><Relationship Id="rId59" Type="http://schemas.openxmlformats.org/officeDocument/2006/relationships/image" Target="../media/image534.png"/><Relationship Id="rId103" Type="http://schemas.openxmlformats.org/officeDocument/2006/relationships/image" Target="../media/image556.png"/><Relationship Id="rId124" Type="http://schemas.openxmlformats.org/officeDocument/2006/relationships/customXml" Target="../ink/ink530.xml"/></Relationships>
</file>

<file path=ppt/slides/_rels/slide29.xml.rels><?xml version="1.0" encoding="UTF-8" standalone="yes"?>
<Relationships xmlns="http://schemas.openxmlformats.org/package/2006/relationships"><Relationship Id="rId13" Type="http://schemas.openxmlformats.org/officeDocument/2006/relationships/image" Target="../media/image596.png"/><Relationship Id="rId18" Type="http://schemas.openxmlformats.org/officeDocument/2006/relationships/customXml" Target="../ink/ink562.xml"/><Relationship Id="rId26" Type="http://schemas.openxmlformats.org/officeDocument/2006/relationships/customXml" Target="../ink/ink566.xml"/><Relationship Id="rId39" Type="http://schemas.openxmlformats.org/officeDocument/2006/relationships/image" Target="../media/image609.png"/><Relationship Id="rId21" Type="http://schemas.openxmlformats.org/officeDocument/2006/relationships/image" Target="../media/image600.png"/><Relationship Id="rId34" Type="http://schemas.openxmlformats.org/officeDocument/2006/relationships/customXml" Target="../ink/ink570.xml"/><Relationship Id="rId42" Type="http://schemas.openxmlformats.org/officeDocument/2006/relationships/customXml" Target="../ink/ink574.xml"/><Relationship Id="rId47" Type="http://schemas.openxmlformats.org/officeDocument/2006/relationships/image" Target="../media/image613.png"/><Relationship Id="rId7" Type="http://schemas.openxmlformats.org/officeDocument/2006/relationships/image" Target="../media/image593.png"/><Relationship Id="rId2" Type="http://schemas.openxmlformats.org/officeDocument/2006/relationships/customXml" Target="../ink/ink554.xml"/><Relationship Id="rId16" Type="http://schemas.openxmlformats.org/officeDocument/2006/relationships/customXml" Target="../ink/ink561.xml"/><Relationship Id="rId29" Type="http://schemas.openxmlformats.org/officeDocument/2006/relationships/image" Target="../media/image604.png"/><Relationship Id="rId1" Type="http://schemas.openxmlformats.org/officeDocument/2006/relationships/slideLayout" Target="../slideLayouts/slideLayout38.xml"/><Relationship Id="rId6" Type="http://schemas.openxmlformats.org/officeDocument/2006/relationships/customXml" Target="../ink/ink556.xml"/><Relationship Id="rId11" Type="http://schemas.openxmlformats.org/officeDocument/2006/relationships/image" Target="../media/image595.png"/><Relationship Id="rId24" Type="http://schemas.openxmlformats.org/officeDocument/2006/relationships/customXml" Target="../ink/ink565.xml"/><Relationship Id="rId32" Type="http://schemas.openxmlformats.org/officeDocument/2006/relationships/customXml" Target="../ink/ink569.xml"/><Relationship Id="rId37" Type="http://schemas.openxmlformats.org/officeDocument/2006/relationships/image" Target="../media/image608.png"/><Relationship Id="rId40" Type="http://schemas.openxmlformats.org/officeDocument/2006/relationships/customXml" Target="../ink/ink573.xml"/><Relationship Id="rId45" Type="http://schemas.openxmlformats.org/officeDocument/2006/relationships/image" Target="../media/image612.png"/><Relationship Id="rId5" Type="http://schemas.openxmlformats.org/officeDocument/2006/relationships/image" Target="../media/image592.png"/><Relationship Id="rId15" Type="http://schemas.openxmlformats.org/officeDocument/2006/relationships/image" Target="../media/image597.png"/><Relationship Id="rId23" Type="http://schemas.openxmlformats.org/officeDocument/2006/relationships/image" Target="../media/image601.png"/><Relationship Id="rId28" Type="http://schemas.openxmlformats.org/officeDocument/2006/relationships/customXml" Target="../ink/ink567.xml"/><Relationship Id="rId36" Type="http://schemas.openxmlformats.org/officeDocument/2006/relationships/customXml" Target="../ink/ink571.xml"/><Relationship Id="rId10" Type="http://schemas.openxmlformats.org/officeDocument/2006/relationships/customXml" Target="../ink/ink558.xml"/><Relationship Id="rId19" Type="http://schemas.openxmlformats.org/officeDocument/2006/relationships/image" Target="../media/image599.png"/><Relationship Id="rId31" Type="http://schemas.openxmlformats.org/officeDocument/2006/relationships/image" Target="../media/image605.png"/><Relationship Id="rId44" Type="http://schemas.openxmlformats.org/officeDocument/2006/relationships/customXml" Target="../ink/ink575.xml"/><Relationship Id="rId4" Type="http://schemas.openxmlformats.org/officeDocument/2006/relationships/customXml" Target="../ink/ink555.xml"/><Relationship Id="rId9" Type="http://schemas.openxmlformats.org/officeDocument/2006/relationships/image" Target="../media/image594.png"/><Relationship Id="rId14" Type="http://schemas.openxmlformats.org/officeDocument/2006/relationships/customXml" Target="../ink/ink560.xml"/><Relationship Id="rId22" Type="http://schemas.openxmlformats.org/officeDocument/2006/relationships/customXml" Target="../ink/ink564.xml"/><Relationship Id="rId27" Type="http://schemas.openxmlformats.org/officeDocument/2006/relationships/image" Target="../media/image603.png"/><Relationship Id="rId30" Type="http://schemas.openxmlformats.org/officeDocument/2006/relationships/customXml" Target="../ink/ink568.xml"/><Relationship Id="rId35" Type="http://schemas.openxmlformats.org/officeDocument/2006/relationships/image" Target="../media/image607.png"/><Relationship Id="rId43" Type="http://schemas.openxmlformats.org/officeDocument/2006/relationships/image" Target="../media/image611.png"/><Relationship Id="rId8" Type="http://schemas.openxmlformats.org/officeDocument/2006/relationships/customXml" Target="../ink/ink557.xml"/><Relationship Id="rId3" Type="http://schemas.openxmlformats.org/officeDocument/2006/relationships/image" Target="../media/image591.png"/><Relationship Id="rId12" Type="http://schemas.openxmlformats.org/officeDocument/2006/relationships/customXml" Target="../ink/ink559.xml"/><Relationship Id="rId17" Type="http://schemas.openxmlformats.org/officeDocument/2006/relationships/image" Target="../media/image598.png"/><Relationship Id="rId25" Type="http://schemas.openxmlformats.org/officeDocument/2006/relationships/image" Target="../media/image602.png"/><Relationship Id="rId33" Type="http://schemas.openxmlformats.org/officeDocument/2006/relationships/image" Target="../media/image606.png"/><Relationship Id="rId38" Type="http://schemas.openxmlformats.org/officeDocument/2006/relationships/customXml" Target="../ink/ink572.xml"/><Relationship Id="rId46" Type="http://schemas.openxmlformats.org/officeDocument/2006/relationships/customXml" Target="../ink/ink576.xml"/><Relationship Id="rId20" Type="http://schemas.openxmlformats.org/officeDocument/2006/relationships/customXml" Target="../ink/ink563.xml"/><Relationship Id="rId41" Type="http://schemas.openxmlformats.org/officeDocument/2006/relationships/image" Target="../media/image610.png"/></Relationships>
</file>

<file path=ppt/slides/_rels/slide30.xml.rels><?xml version="1.0" encoding="UTF-8" standalone="yes"?>
<Relationships xmlns="http://schemas.openxmlformats.org/package/2006/relationships"><Relationship Id="rId26" Type="http://schemas.openxmlformats.org/officeDocument/2006/relationships/customXml" Target="../ink/ink588.xml"/><Relationship Id="rId21" Type="http://schemas.openxmlformats.org/officeDocument/2006/relationships/image" Target="../media/image624.png"/><Relationship Id="rId42" Type="http://schemas.openxmlformats.org/officeDocument/2006/relationships/customXml" Target="../ink/ink596.xml"/><Relationship Id="rId47" Type="http://schemas.openxmlformats.org/officeDocument/2006/relationships/image" Target="../media/image637.png"/><Relationship Id="rId63" Type="http://schemas.openxmlformats.org/officeDocument/2006/relationships/image" Target="../media/image645.png"/><Relationship Id="rId68" Type="http://schemas.openxmlformats.org/officeDocument/2006/relationships/customXml" Target="../ink/ink609.xml"/><Relationship Id="rId2" Type="http://schemas.openxmlformats.org/officeDocument/2006/relationships/image" Target="../media/image614.png"/><Relationship Id="rId16" Type="http://schemas.openxmlformats.org/officeDocument/2006/relationships/customXml" Target="../ink/ink583.xml"/><Relationship Id="rId29" Type="http://schemas.openxmlformats.org/officeDocument/2006/relationships/image" Target="../media/image628.png"/><Relationship Id="rId11" Type="http://schemas.openxmlformats.org/officeDocument/2006/relationships/image" Target="../media/image619.png"/><Relationship Id="rId24" Type="http://schemas.openxmlformats.org/officeDocument/2006/relationships/customXml" Target="../ink/ink587.xml"/><Relationship Id="rId32" Type="http://schemas.openxmlformats.org/officeDocument/2006/relationships/customXml" Target="../ink/ink591.xml"/><Relationship Id="rId37" Type="http://schemas.openxmlformats.org/officeDocument/2006/relationships/image" Target="../media/image632.png"/><Relationship Id="rId40" Type="http://schemas.openxmlformats.org/officeDocument/2006/relationships/customXml" Target="../ink/ink595.xml"/><Relationship Id="rId45" Type="http://schemas.openxmlformats.org/officeDocument/2006/relationships/image" Target="../media/image636.png"/><Relationship Id="rId53" Type="http://schemas.openxmlformats.org/officeDocument/2006/relationships/image" Target="../media/image640.png"/><Relationship Id="rId58" Type="http://schemas.openxmlformats.org/officeDocument/2006/relationships/customXml" Target="../ink/ink604.xml"/><Relationship Id="rId66" Type="http://schemas.openxmlformats.org/officeDocument/2006/relationships/customXml" Target="../ink/ink608.xml"/><Relationship Id="rId74" Type="http://schemas.openxmlformats.org/officeDocument/2006/relationships/customXml" Target="../ink/ink612.xml"/><Relationship Id="rId5" Type="http://schemas.openxmlformats.org/officeDocument/2006/relationships/image" Target="../media/image616.png"/><Relationship Id="rId61" Type="http://schemas.openxmlformats.org/officeDocument/2006/relationships/image" Target="../media/image644.png"/><Relationship Id="rId19" Type="http://schemas.openxmlformats.org/officeDocument/2006/relationships/image" Target="../media/image623.png"/><Relationship Id="rId14" Type="http://schemas.openxmlformats.org/officeDocument/2006/relationships/customXml" Target="../ink/ink582.xml"/><Relationship Id="rId22" Type="http://schemas.openxmlformats.org/officeDocument/2006/relationships/customXml" Target="../ink/ink586.xml"/><Relationship Id="rId27" Type="http://schemas.openxmlformats.org/officeDocument/2006/relationships/image" Target="../media/image627.png"/><Relationship Id="rId30" Type="http://schemas.openxmlformats.org/officeDocument/2006/relationships/customXml" Target="../ink/ink590.xml"/><Relationship Id="rId35" Type="http://schemas.openxmlformats.org/officeDocument/2006/relationships/image" Target="../media/image631.png"/><Relationship Id="rId43" Type="http://schemas.openxmlformats.org/officeDocument/2006/relationships/image" Target="../media/image635.png"/><Relationship Id="rId48" Type="http://schemas.openxmlformats.org/officeDocument/2006/relationships/customXml" Target="../ink/ink599.xml"/><Relationship Id="rId56" Type="http://schemas.openxmlformats.org/officeDocument/2006/relationships/customXml" Target="../ink/ink603.xml"/><Relationship Id="rId64" Type="http://schemas.openxmlformats.org/officeDocument/2006/relationships/customXml" Target="../ink/ink607.xml"/><Relationship Id="rId69" Type="http://schemas.openxmlformats.org/officeDocument/2006/relationships/image" Target="../media/image648.png"/><Relationship Id="rId8" Type="http://schemas.openxmlformats.org/officeDocument/2006/relationships/customXml" Target="../ink/ink579.xml"/><Relationship Id="rId51" Type="http://schemas.openxmlformats.org/officeDocument/2006/relationships/image" Target="../media/image639.png"/><Relationship Id="rId72" Type="http://schemas.openxmlformats.org/officeDocument/2006/relationships/customXml" Target="../ink/ink611.xml"/><Relationship Id="rId3" Type="http://schemas.openxmlformats.org/officeDocument/2006/relationships/image" Target="../media/image615.png"/><Relationship Id="rId12" Type="http://schemas.openxmlformats.org/officeDocument/2006/relationships/customXml" Target="../ink/ink581.xml"/><Relationship Id="rId17" Type="http://schemas.openxmlformats.org/officeDocument/2006/relationships/image" Target="../media/image622.png"/><Relationship Id="rId25" Type="http://schemas.openxmlformats.org/officeDocument/2006/relationships/image" Target="../media/image626.png"/><Relationship Id="rId33" Type="http://schemas.openxmlformats.org/officeDocument/2006/relationships/image" Target="../media/image630.png"/><Relationship Id="rId38" Type="http://schemas.openxmlformats.org/officeDocument/2006/relationships/customXml" Target="../ink/ink594.xml"/><Relationship Id="rId46" Type="http://schemas.openxmlformats.org/officeDocument/2006/relationships/customXml" Target="../ink/ink598.xml"/><Relationship Id="rId59" Type="http://schemas.openxmlformats.org/officeDocument/2006/relationships/image" Target="../media/image643.png"/><Relationship Id="rId67" Type="http://schemas.openxmlformats.org/officeDocument/2006/relationships/image" Target="../media/image647.png"/><Relationship Id="rId20" Type="http://schemas.openxmlformats.org/officeDocument/2006/relationships/customXml" Target="../ink/ink585.xml"/><Relationship Id="rId41" Type="http://schemas.openxmlformats.org/officeDocument/2006/relationships/image" Target="../media/image634.png"/><Relationship Id="rId54" Type="http://schemas.openxmlformats.org/officeDocument/2006/relationships/customXml" Target="../ink/ink602.xml"/><Relationship Id="rId62" Type="http://schemas.openxmlformats.org/officeDocument/2006/relationships/customXml" Target="../ink/ink606.xml"/><Relationship Id="rId70" Type="http://schemas.openxmlformats.org/officeDocument/2006/relationships/customXml" Target="../ink/ink610.xml"/><Relationship Id="rId75" Type="http://schemas.openxmlformats.org/officeDocument/2006/relationships/image" Target="../media/image651.png"/><Relationship Id="rId1" Type="http://schemas.openxmlformats.org/officeDocument/2006/relationships/slideLayout" Target="../slideLayouts/slideLayout38.xml"/><Relationship Id="rId6" Type="http://schemas.openxmlformats.org/officeDocument/2006/relationships/customXml" Target="../ink/ink578.xml"/><Relationship Id="rId15" Type="http://schemas.openxmlformats.org/officeDocument/2006/relationships/image" Target="../media/image621.png"/><Relationship Id="rId23" Type="http://schemas.openxmlformats.org/officeDocument/2006/relationships/image" Target="../media/image625.png"/><Relationship Id="rId28" Type="http://schemas.openxmlformats.org/officeDocument/2006/relationships/customXml" Target="../ink/ink589.xml"/><Relationship Id="rId36" Type="http://schemas.openxmlformats.org/officeDocument/2006/relationships/customXml" Target="../ink/ink593.xml"/><Relationship Id="rId49" Type="http://schemas.openxmlformats.org/officeDocument/2006/relationships/image" Target="../media/image638.png"/><Relationship Id="rId57" Type="http://schemas.openxmlformats.org/officeDocument/2006/relationships/image" Target="../media/image642.png"/><Relationship Id="rId10" Type="http://schemas.openxmlformats.org/officeDocument/2006/relationships/customXml" Target="../ink/ink580.xml"/><Relationship Id="rId31" Type="http://schemas.openxmlformats.org/officeDocument/2006/relationships/image" Target="../media/image629.png"/><Relationship Id="rId44" Type="http://schemas.openxmlformats.org/officeDocument/2006/relationships/customXml" Target="../ink/ink597.xml"/><Relationship Id="rId52" Type="http://schemas.openxmlformats.org/officeDocument/2006/relationships/customXml" Target="../ink/ink601.xml"/><Relationship Id="rId60" Type="http://schemas.openxmlformats.org/officeDocument/2006/relationships/customXml" Target="../ink/ink605.xml"/><Relationship Id="rId65" Type="http://schemas.openxmlformats.org/officeDocument/2006/relationships/image" Target="../media/image646.png"/><Relationship Id="rId73" Type="http://schemas.openxmlformats.org/officeDocument/2006/relationships/image" Target="../media/image650.png"/><Relationship Id="rId4" Type="http://schemas.openxmlformats.org/officeDocument/2006/relationships/customXml" Target="../ink/ink577.xml"/><Relationship Id="rId9" Type="http://schemas.openxmlformats.org/officeDocument/2006/relationships/image" Target="../media/image618.png"/><Relationship Id="rId13" Type="http://schemas.openxmlformats.org/officeDocument/2006/relationships/image" Target="../media/image620.png"/><Relationship Id="rId18" Type="http://schemas.openxmlformats.org/officeDocument/2006/relationships/customXml" Target="../ink/ink584.xml"/><Relationship Id="rId39" Type="http://schemas.openxmlformats.org/officeDocument/2006/relationships/image" Target="../media/image633.png"/><Relationship Id="rId34" Type="http://schemas.openxmlformats.org/officeDocument/2006/relationships/customXml" Target="../ink/ink592.xml"/><Relationship Id="rId50" Type="http://schemas.openxmlformats.org/officeDocument/2006/relationships/customXml" Target="../ink/ink600.xml"/><Relationship Id="rId55" Type="http://schemas.openxmlformats.org/officeDocument/2006/relationships/image" Target="../media/image641.png"/><Relationship Id="rId7" Type="http://schemas.openxmlformats.org/officeDocument/2006/relationships/image" Target="../media/image617.png"/><Relationship Id="rId71" Type="http://schemas.openxmlformats.org/officeDocument/2006/relationships/image" Target="../media/image649.png"/></Relationships>
</file>

<file path=ppt/slides/_rels/slide31.xml.rels><?xml version="1.0" encoding="UTF-8" standalone="yes"?>
<Relationships xmlns="http://schemas.openxmlformats.org/package/2006/relationships"><Relationship Id="rId26" Type="http://schemas.openxmlformats.org/officeDocument/2006/relationships/image" Target="../media/image664.png"/><Relationship Id="rId117" Type="http://schemas.openxmlformats.org/officeDocument/2006/relationships/customXml" Target="../ink/ink670.xml"/><Relationship Id="rId21" Type="http://schemas.openxmlformats.org/officeDocument/2006/relationships/customXml" Target="../ink/ink622.xml"/><Relationship Id="rId42" Type="http://schemas.openxmlformats.org/officeDocument/2006/relationships/image" Target="../media/image672.png"/><Relationship Id="rId47" Type="http://schemas.openxmlformats.org/officeDocument/2006/relationships/customXml" Target="../ink/ink635.xml"/><Relationship Id="rId63" Type="http://schemas.openxmlformats.org/officeDocument/2006/relationships/customXml" Target="../ink/ink643.xml"/><Relationship Id="rId68" Type="http://schemas.openxmlformats.org/officeDocument/2006/relationships/image" Target="../media/image685.png"/><Relationship Id="rId84" Type="http://schemas.openxmlformats.org/officeDocument/2006/relationships/image" Target="../media/image692.png"/><Relationship Id="rId89" Type="http://schemas.openxmlformats.org/officeDocument/2006/relationships/customXml" Target="../ink/ink656.xml"/><Relationship Id="rId112" Type="http://schemas.openxmlformats.org/officeDocument/2006/relationships/image" Target="../media/image706.png"/><Relationship Id="rId16" Type="http://schemas.openxmlformats.org/officeDocument/2006/relationships/image" Target="../media/image659.png"/><Relationship Id="rId107" Type="http://schemas.openxmlformats.org/officeDocument/2006/relationships/customXml" Target="../ink/ink665.xml"/><Relationship Id="rId11" Type="http://schemas.openxmlformats.org/officeDocument/2006/relationships/customXml" Target="../ink/ink617.xml"/><Relationship Id="rId32" Type="http://schemas.openxmlformats.org/officeDocument/2006/relationships/image" Target="../media/image667.png"/><Relationship Id="rId37" Type="http://schemas.openxmlformats.org/officeDocument/2006/relationships/customXml" Target="../ink/ink630.xml"/><Relationship Id="rId53" Type="http://schemas.openxmlformats.org/officeDocument/2006/relationships/customXml" Target="../ink/ink638.xml"/><Relationship Id="rId58" Type="http://schemas.openxmlformats.org/officeDocument/2006/relationships/image" Target="../media/image680.png"/><Relationship Id="rId74" Type="http://schemas.openxmlformats.org/officeDocument/2006/relationships/image" Target="../media/image687.png"/><Relationship Id="rId79" Type="http://schemas.openxmlformats.org/officeDocument/2006/relationships/customXml" Target="../ink/ink651.xml"/><Relationship Id="rId102" Type="http://schemas.openxmlformats.org/officeDocument/2006/relationships/image" Target="../media/image701.png"/><Relationship Id="rId5" Type="http://schemas.openxmlformats.org/officeDocument/2006/relationships/customXml" Target="../ink/ink614.xml"/><Relationship Id="rId90" Type="http://schemas.openxmlformats.org/officeDocument/2006/relationships/image" Target="../media/image695.png"/><Relationship Id="rId95" Type="http://schemas.openxmlformats.org/officeDocument/2006/relationships/customXml" Target="../ink/ink659.xml"/><Relationship Id="rId22" Type="http://schemas.openxmlformats.org/officeDocument/2006/relationships/image" Target="../media/image662.png"/><Relationship Id="rId27" Type="http://schemas.openxmlformats.org/officeDocument/2006/relationships/customXml" Target="../ink/ink625.xml"/><Relationship Id="rId43" Type="http://schemas.openxmlformats.org/officeDocument/2006/relationships/customXml" Target="../ink/ink633.xml"/><Relationship Id="rId48" Type="http://schemas.openxmlformats.org/officeDocument/2006/relationships/image" Target="../media/image675.png"/><Relationship Id="rId64" Type="http://schemas.openxmlformats.org/officeDocument/2006/relationships/image" Target="../media/image683.png"/><Relationship Id="rId69" Type="http://schemas.openxmlformats.org/officeDocument/2006/relationships/customXml" Target="../ink/ink646.xml"/><Relationship Id="rId113" Type="http://schemas.openxmlformats.org/officeDocument/2006/relationships/customXml" Target="../ink/ink668.xml"/><Relationship Id="rId118" Type="http://schemas.openxmlformats.org/officeDocument/2006/relationships/image" Target="../media/image709.png"/><Relationship Id="rId80" Type="http://schemas.openxmlformats.org/officeDocument/2006/relationships/image" Target="../media/image690.png"/><Relationship Id="rId85" Type="http://schemas.openxmlformats.org/officeDocument/2006/relationships/customXml" Target="../ink/ink654.xml"/><Relationship Id="rId12" Type="http://schemas.openxmlformats.org/officeDocument/2006/relationships/image" Target="../media/image657.png"/><Relationship Id="rId17" Type="http://schemas.openxmlformats.org/officeDocument/2006/relationships/customXml" Target="../ink/ink620.xml"/><Relationship Id="rId33" Type="http://schemas.openxmlformats.org/officeDocument/2006/relationships/customXml" Target="../ink/ink628.xml"/><Relationship Id="rId38" Type="http://schemas.openxmlformats.org/officeDocument/2006/relationships/image" Target="../media/image670.png"/><Relationship Id="rId59" Type="http://schemas.openxmlformats.org/officeDocument/2006/relationships/customXml" Target="../ink/ink641.xml"/><Relationship Id="rId103" Type="http://schemas.openxmlformats.org/officeDocument/2006/relationships/customXml" Target="../ink/ink663.xml"/><Relationship Id="rId108" Type="http://schemas.openxmlformats.org/officeDocument/2006/relationships/image" Target="../media/image704.png"/><Relationship Id="rId54" Type="http://schemas.openxmlformats.org/officeDocument/2006/relationships/image" Target="../media/image678.png"/><Relationship Id="rId70" Type="http://schemas.openxmlformats.org/officeDocument/2006/relationships/image" Target="../media/image531.png"/><Relationship Id="rId75" Type="http://schemas.openxmlformats.org/officeDocument/2006/relationships/customXml" Target="../ink/ink649.xml"/><Relationship Id="rId91" Type="http://schemas.openxmlformats.org/officeDocument/2006/relationships/customXml" Target="../ink/ink657.xml"/><Relationship Id="rId96" Type="http://schemas.openxmlformats.org/officeDocument/2006/relationships/image" Target="../media/image698.png"/><Relationship Id="rId1" Type="http://schemas.openxmlformats.org/officeDocument/2006/relationships/slideLayout" Target="../slideLayouts/slideLayout38.xml"/><Relationship Id="rId6" Type="http://schemas.openxmlformats.org/officeDocument/2006/relationships/image" Target="../media/image654.png"/><Relationship Id="rId23" Type="http://schemas.openxmlformats.org/officeDocument/2006/relationships/customXml" Target="../ink/ink623.xml"/><Relationship Id="rId28" Type="http://schemas.openxmlformats.org/officeDocument/2006/relationships/image" Target="../media/image665.png"/><Relationship Id="rId49" Type="http://schemas.openxmlformats.org/officeDocument/2006/relationships/customXml" Target="../ink/ink636.xml"/><Relationship Id="rId114" Type="http://schemas.openxmlformats.org/officeDocument/2006/relationships/image" Target="../media/image707.png"/><Relationship Id="rId10" Type="http://schemas.openxmlformats.org/officeDocument/2006/relationships/image" Target="../media/image656.png"/><Relationship Id="rId31" Type="http://schemas.openxmlformats.org/officeDocument/2006/relationships/customXml" Target="../ink/ink627.xml"/><Relationship Id="rId44" Type="http://schemas.openxmlformats.org/officeDocument/2006/relationships/image" Target="../media/image673.png"/><Relationship Id="rId52" Type="http://schemas.openxmlformats.org/officeDocument/2006/relationships/image" Target="../media/image677.png"/><Relationship Id="rId60" Type="http://schemas.openxmlformats.org/officeDocument/2006/relationships/image" Target="../media/image681.png"/><Relationship Id="rId65" Type="http://schemas.openxmlformats.org/officeDocument/2006/relationships/customXml" Target="../ink/ink644.xml"/><Relationship Id="rId73" Type="http://schemas.openxmlformats.org/officeDocument/2006/relationships/customXml" Target="../ink/ink648.xml"/><Relationship Id="rId78" Type="http://schemas.openxmlformats.org/officeDocument/2006/relationships/image" Target="../media/image689.png"/><Relationship Id="rId81" Type="http://schemas.openxmlformats.org/officeDocument/2006/relationships/customXml" Target="../ink/ink652.xml"/><Relationship Id="rId86" Type="http://schemas.openxmlformats.org/officeDocument/2006/relationships/image" Target="../media/image693.png"/><Relationship Id="rId94" Type="http://schemas.openxmlformats.org/officeDocument/2006/relationships/image" Target="../media/image697.png"/><Relationship Id="rId99" Type="http://schemas.openxmlformats.org/officeDocument/2006/relationships/customXml" Target="../ink/ink661.xml"/><Relationship Id="rId101" Type="http://schemas.openxmlformats.org/officeDocument/2006/relationships/customXml" Target="../ink/ink662.xml"/><Relationship Id="rId4" Type="http://schemas.openxmlformats.org/officeDocument/2006/relationships/image" Target="../media/image653.png"/><Relationship Id="rId9" Type="http://schemas.openxmlformats.org/officeDocument/2006/relationships/customXml" Target="../ink/ink616.xml"/><Relationship Id="rId13" Type="http://schemas.openxmlformats.org/officeDocument/2006/relationships/customXml" Target="../ink/ink618.xml"/><Relationship Id="rId18" Type="http://schemas.openxmlformats.org/officeDocument/2006/relationships/image" Target="../media/image660.png"/><Relationship Id="rId39" Type="http://schemas.openxmlformats.org/officeDocument/2006/relationships/customXml" Target="../ink/ink631.xml"/><Relationship Id="rId109" Type="http://schemas.openxmlformats.org/officeDocument/2006/relationships/customXml" Target="../ink/ink666.xml"/><Relationship Id="rId34" Type="http://schemas.openxmlformats.org/officeDocument/2006/relationships/image" Target="../media/image668.png"/><Relationship Id="rId50" Type="http://schemas.openxmlformats.org/officeDocument/2006/relationships/image" Target="../media/image676.png"/><Relationship Id="rId55" Type="http://schemas.openxmlformats.org/officeDocument/2006/relationships/customXml" Target="../ink/ink639.xml"/><Relationship Id="rId76" Type="http://schemas.openxmlformats.org/officeDocument/2006/relationships/image" Target="../media/image688.png"/><Relationship Id="rId97" Type="http://schemas.openxmlformats.org/officeDocument/2006/relationships/customXml" Target="../ink/ink660.xml"/><Relationship Id="rId104" Type="http://schemas.openxmlformats.org/officeDocument/2006/relationships/image" Target="../media/image702.png"/><Relationship Id="rId7" Type="http://schemas.openxmlformats.org/officeDocument/2006/relationships/customXml" Target="../ink/ink615.xml"/><Relationship Id="rId71" Type="http://schemas.openxmlformats.org/officeDocument/2006/relationships/customXml" Target="../ink/ink647.xml"/><Relationship Id="rId92" Type="http://schemas.openxmlformats.org/officeDocument/2006/relationships/image" Target="../media/image696.png"/><Relationship Id="rId2" Type="http://schemas.openxmlformats.org/officeDocument/2006/relationships/image" Target="../media/image652.png"/><Relationship Id="rId29" Type="http://schemas.openxmlformats.org/officeDocument/2006/relationships/customXml" Target="../ink/ink626.xml"/><Relationship Id="rId24" Type="http://schemas.openxmlformats.org/officeDocument/2006/relationships/image" Target="../media/image663.png"/><Relationship Id="rId40" Type="http://schemas.openxmlformats.org/officeDocument/2006/relationships/image" Target="../media/image671.png"/><Relationship Id="rId45" Type="http://schemas.openxmlformats.org/officeDocument/2006/relationships/customXml" Target="../ink/ink634.xml"/><Relationship Id="rId66" Type="http://schemas.openxmlformats.org/officeDocument/2006/relationships/image" Target="../media/image684.png"/><Relationship Id="rId87" Type="http://schemas.openxmlformats.org/officeDocument/2006/relationships/customXml" Target="../ink/ink655.xml"/><Relationship Id="rId110" Type="http://schemas.openxmlformats.org/officeDocument/2006/relationships/image" Target="../media/image705.png"/><Relationship Id="rId115" Type="http://schemas.openxmlformats.org/officeDocument/2006/relationships/customXml" Target="../ink/ink669.xml"/><Relationship Id="rId61" Type="http://schemas.openxmlformats.org/officeDocument/2006/relationships/customXml" Target="../ink/ink642.xml"/><Relationship Id="rId82" Type="http://schemas.openxmlformats.org/officeDocument/2006/relationships/image" Target="../media/image691.png"/><Relationship Id="rId19" Type="http://schemas.openxmlformats.org/officeDocument/2006/relationships/customXml" Target="../ink/ink621.xml"/><Relationship Id="rId14" Type="http://schemas.openxmlformats.org/officeDocument/2006/relationships/image" Target="../media/image658.png"/><Relationship Id="rId30" Type="http://schemas.openxmlformats.org/officeDocument/2006/relationships/image" Target="../media/image666.png"/><Relationship Id="rId35" Type="http://schemas.openxmlformats.org/officeDocument/2006/relationships/customXml" Target="../ink/ink629.xml"/><Relationship Id="rId56" Type="http://schemas.openxmlformats.org/officeDocument/2006/relationships/image" Target="../media/image679.png"/><Relationship Id="rId77" Type="http://schemas.openxmlformats.org/officeDocument/2006/relationships/customXml" Target="../ink/ink650.xml"/><Relationship Id="rId100" Type="http://schemas.openxmlformats.org/officeDocument/2006/relationships/image" Target="../media/image700.png"/><Relationship Id="rId105" Type="http://schemas.openxmlformats.org/officeDocument/2006/relationships/customXml" Target="../ink/ink664.xml"/><Relationship Id="rId8" Type="http://schemas.openxmlformats.org/officeDocument/2006/relationships/image" Target="../media/image655.png"/><Relationship Id="rId51" Type="http://schemas.openxmlformats.org/officeDocument/2006/relationships/customXml" Target="../ink/ink637.xml"/><Relationship Id="rId72" Type="http://schemas.openxmlformats.org/officeDocument/2006/relationships/image" Target="../media/image686.png"/><Relationship Id="rId93" Type="http://schemas.openxmlformats.org/officeDocument/2006/relationships/customXml" Target="../ink/ink658.xml"/><Relationship Id="rId98" Type="http://schemas.openxmlformats.org/officeDocument/2006/relationships/image" Target="../media/image699.png"/><Relationship Id="rId3" Type="http://schemas.openxmlformats.org/officeDocument/2006/relationships/customXml" Target="../ink/ink613.xml"/><Relationship Id="rId25" Type="http://schemas.openxmlformats.org/officeDocument/2006/relationships/customXml" Target="../ink/ink624.xml"/><Relationship Id="rId46" Type="http://schemas.openxmlformats.org/officeDocument/2006/relationships/image" Target="../media/image674.png"/><Relationship Id="rId67" Type="http://schemas.openxmlformats.org/officeDocument/2006/relationships/customXml" Target="../ink/ink645.xml"/><Relationship Id="rId116" Type="http://schemas.openxmlformats.org/officeDocument/2006/relationships/image" Target="../media/image708.png"/><Relationship Id="rId20" Type="http://schemas.openxmlformats.org/officeDocument/2006/relationships/image" Target="../media/image661.png"/><Relationship Id="rId41" Type="http://schemas.openxmlformats.org/officeDocument/2006/relationships/customXml" Target="../ink/ink632.xml"/><Relationship Id="rId62" Type="http://schemas.openxmlformats.org/officeDocument/2006/relationships/image" Target="../media/image682.png"/><Relationship Id="rId83" Type="http://schemas.openxmlformats.org/officeDocument/2006/relationships/customXml" Target="../ink/ink653.xml"/><Relationship Id="rId88" Type="http://schemas.openxmlformats.org/officeDocument/2006/relationships/image" Target="../media/image694.png"/><Relationship Id="rId111" Type="http://schemas.openxmlformats.org/officeDocument/2006/relationships/customXml" Target="../ink/ink667.xml"/><Relationship Id="rId15" Type="http://schemas.openxmlformats.org/officeDocument/2006/relationships/customXml" Target="../ink/ink619.xml"/><Relationship Id="rId36" Type="http://schemas.openxmlformats.org/officeDocument/2006/relationships/image" Target="../media/image669.png"/><Relationship Id="rId57" Type="http://schemas.openxmlformats.org/officeDocument/2006/relationships/customXml" Target="../ink/ink640.xml"/><Relationship Id="rId106" Type="http://schemas.openxmlformats.org/officeDocument/2006/relationships/image" Target="../media/image703.png"/></Relationships>
</file>

<file path=ppt/slides/_rels/slide32.xml.rels><?xml version="1.0" encoding="UTF-8" standalone="yes"?>
<Relationships xmlns="http://schemas.openxmlformats.org/package/2006/relationships"><Relationship Id="rId26" Type="http://schemas.openxmlformats.org/officeDocument/2006/relationships/customXml" Target="../ink/ink682.xml"/><Relationship Id="rId21" Type="http://schemas.openxmlformats.org/officeDocument/2006/relationships/image" Target="../media/image720.png"/><Relationship Id="rId42" Type="http://schemas.openxmlformats.org/officeDocument/2006/relationships/customXml" Target="../ink/ink690.xml"/><Relationship Id="rId47" Type="http://schemas.openxmlformats.org/officeDocument/2006/relationships/image" Target="../media/image733.png"/><Relationship Id="rId63" Type="http://schemas.openxmlformats.org/officeDocument/2006/relationships/image" Target="../media/image741.png"/><Relationship Id="rId68" Type="http://schemas.openxmlformats.org/officeDocument/2006/relationships/customXml" Target="../ink/ink703.xml"/><Relationship Id="rId7" Type="http://schemas.openxmlformats.org/officeDocument/2006/relationships/image" Target="../media/image713.png"/><Relationship Id="rId2" Type="http://schemas.openxmlformats.org/officeDocument/2006/relationships/image" Target="../media/image710.wmf"/><Relationship Id="rId16" Type="http://schemas.openxmlformats.org/officeDocument/2006/relationships/customXml" Target="../ink/ink677.xml"/><Relationship Id="rId29" Type="http://schemas.openxmlformats.org/officeDocument/2006/relationships/image" Target="../media/image724.png"/><Relationship Id="rId11" Type="http://schemas.openxmlformats.org/officeDocument/2006/relationships/image" Target="../media/image715.png"/><Relationship Id="rId24" Type="http://schemas.openxmlformats.org/officeDocument/2006/relationships/customXml" Target="../ink/ink681.xml"/><Relationship Id="rId32" Type="http://schemas.openxmlformats.org/officeDocument/2006/relationships/customXml" Target="../ink/ink685.xml"/><Relationship Id="rId37" Type="http://schemas.openxmlformats.org/officeDocument/2006/relationships/image" Target="../media/image728.png"/><Relationship Id="rId40" Type="http://schemas.openxmlformats.org/officeDocument/2006/relationships/customXml" Target="../ink/ink689.xml"/><Relationship Id="rId45" Type="http://schemas.openxmlformats.org/officeDocument/2006/relationships/image" Target="../media/image732.png"/><Relationship Id="rId53" Type="http://schemas.openxmlformats.org/officeDocument/2006/relationships/image" Target="../media/image736.png"/><Relationship Id="rId58" Type="http://schemas.openxmlformats.org/officeDocument/2006/relationships/customXml" Target="../ink/ink698.xml"/><Relationship Id="rId66" Type="http://schemas.openxmlformats.org/officeDocument/2006/relationships/customXml" Target="../ink/ink702.xml"/><Relationship Id="rId5" Type="http://schemas.openxmlformats.org/officeDocument/2006/relationships/image" Target="../media/image712.png"/><Relationship Id="rId61" Type="http://schemas.openxmlformats.org/officeDocument/2006/relationships/image" Target="../media/image740.png"/><Relationship Id="rId19" Type="http://schemas.openxmlformats.org/officeDocument/2006/relationships/image" Target="../media/image719.png"/><Relationship Id="rId14" Type="http://schemas.openxmlformats.org/officeDocument/2006/relationships/customXml" Target="../ink/ink676.xml"/><Relationship Id="rId22" Type="http://schemas.openxmlformats.org/officeDocument/2006/relationships/customXml" Target="../ink/ink680.xml"/><Relationship Id="rId27" Type="http://schemas.openxmlformats.org/officeDocument/2006/relationships/image" Target="../media/image723.png"/><Relationship Id="rId30" Type="http://schemas.openxmlformats.org/officeDocument/2006/relationships/customXml" Target="../ink/ink684.xml"/><Relationship Id="rId35" Type="http://schemas.openxmlformats.org/officeDocument/2006/relationships/image" Target="../media/image727.png"/><Relationship Id="rId43" Type="http://schemas.openxmlformats.org/officeDocument/2006/relationships/image" Target="../media/image731.png"/><Relationship Id="rId48" Type="http://schemas.openxmlformats.org/officeDocument/2006/relationships/customXml" Target="../ink/ink693.xml"/><Relationship Id="rId56" Type="http://schemas.openxmlformats.org/officeDocument/2006/relationships/customXml" Target="../ink/ink697.xml"/><Relationship Id="rId64" Type="http://schemas.openxmlformats.org/officeDocument/2006/relationships/customXml" Target="../ink/ink701.xml"/><Relationship Id="rId69" Type="http://schemas.openxmlformats.org/officeDocument/2006/relationships/image" Target="../media/image744.png"/><Relationship Id="rId8" Type="http://schemas.openxmlformats.org/officeDocument/2006/relationships/customXml" Target="../ink/ink673.xml"/><Relationship Id="rId51" Type="http://schemas.openxmlformats.org/officeDocument/2006/relationships/image" Target="../media/image735.png"/><Relationship Id="rId3" Type="http://schemas.openxmlformats.org/officeDocument/2006/relationships/image" Target="../media/image711.wmf"/><Relationship Id="rId12" Type="http://schemas.openxmlformats.org/officeDocument/2006/relationships/customXml" Target="../ink/ink675.xml"/><Relationship Id="rId17" Type="http://schemas.openxmlformats.org/officeDocument/2006/relationships/image" Target="../media/image718.png"/><Relationship Id="rId25" Type="http://schemas.openxmlformats.org/officeDocument/2006/relationships/image" Target="../media/image722.png"/><Relationship Id="rId33" Type="http://schemas.openxmlformats.org/officeDocument/2006/relationships/image" Target="../media/image726.png"/><Relationship Id="rId38" Type="http://schemas.openxmlformats.org/officeDocument/2006/relationships/customXml" Target="../ink/ink688.xml"/><Relationship Id="rId46" Type="http://schemas.openxmlformats.org/officeDocument/2006/relationships/customXml" Target="../ink/ink692.xml"/><Relationship Id="rId59" Type="http://schemas.openxmlformats.org/officeDocument/2006/relationships/image" Target="../media/image739.png"/><Relationship Id="rId67" Type="http://schemas.openxmlformats.org/officeDocument/2006/relationships/image" Target="../media/image743.png"/><Relationship Id="rId20" Type="http://schemas.openxmlformats.org/officeDocument/2006/relationships/customXml" Target="../ink/ink679.xml"/><Relationship Id="rId41" Type="http://schemas.openxmlformats.org/officeDocument/2006/relationships/image" Target="../media/image730.png"/><Relationship Id="rId54" Type="http://schemas.openxmlformats.org/officeDocument/2006/relationships/customXml" Target="../ink/ink696.xml"/><Relationship Id="rId62" Type="http://schemas.openxmlformats.org/officeDocument/2006/relationships/customXml" Target="../ink/ink700.xml"/><Relationship Id="rId1" Type="http://schemas.openxmlformats.org/officeDocument/2006/relationships/slideLayout" Target="../slideLayouts/slideLayout38.xml"/><Relationship Id="rId6" Type="http://schemas.openxmlformats.org/officeDocument/2006/relationships/customXml" Target="../ink/ink672.xml"/><Relationship Id="rId15" Type="http://schemas.openxmlformats.org/officeDocument/2006/relationships/image" Target="../media/image717.png"/><Relationship Id="rId23" Type="http://schemas.openxmlformats.org/officeDocument/2006/relationships/image" Target="../media/image721.png"/><Relationship Id="rId28" Type="http://schemas.openxmlformats.org/officeDocument/2006/relationships/customXml" Target="../ink/ink683.xml"/><Relationship Id="rId36" Type="http://schemas.openxmlformats.org/officeDocument/2006/relationships/customXml" Target="../ink/ink687.xml"/><Relationship Id="rId49" Type="http://schemas.openxmlformats.org/officeDocument/2006/relationships/image" Target="../media/image734.png"/><Relationship Id="rId57" Type="http://schemas.openxmlformats.org/officeDocument/2006/relationships/image" Target="../media/image738.png"/><Relationship Id="rId10" Type="http://schemas.openxmlformats.org/officeDocument/2006/relationships/customXml" Target="../ink/ink674.xml"/><Relationship Id="rId31" Type="http://schemas.openxmlformats.org/officeDocument/2006/relationships/image" Target="../media/image725.png"/><Relationship Id="rId44" Type="http://schemas.openxmlformats.org/officeDocument/2006/relationships/customXml" Target="../ink/ink691.xml"/><Relationship Id="rId52" Type="http://schemas.openxmlformats.org/officeDocument/2006/relationships/customXml" Target="../ink/ink695.xml"/><Relationship Id="rId60" Type="http://schemas.openxmlformats.org/officeDocument/2006/relationships/customXml" Target="../ink/ink699.xml"/><Relationship Id="rId65" Type="http://schemas.openxmlformats.org/officeDocument/2006/relationships/image" Target="../media/image742.png"/><Relationship Id="rId4" Type="http://schemas.openxmlformats.org/officeDocument/2006/relationships/customXml" Target="../ink/ink671.xml"/><Relationship Id="rId9" Type="http://schemas.openxmlformats.org/officeDocument/2006/relationships/image" Target="../media/image714.png"/><Relationship Id="rId13" Type="http://schemas.openxmlformats.org/officeDocument/2006/relationships/image" Target="../media/image716.png"/><Relationship Id="rId18" Type="http://schemas.openxmlformats.org/officeDocument/2006/relationships/customXml" Target="../ink/ink678.xml"/><Relationship Id="rId39" Type="http://schemas.openxmlformats.org/officeDocument/2006/relationships/image" Target="../media/image729.png"/><Relationship Id="rId34" Type="http://schemas.openxmlformats.org/officeDocument/2006/relationships/customXml" Target="../ink/ink686.xml"/><Relationship Id="rId50" Type="http://schemas.openxmlformats.org/officeDocument/2006/relationships/customXml" Target="../ink/ink694.xml"/><Relationship Id="rId55" Type="http://schemas.openxmlformats.org/officeDocument/2006/relationships/image" Target="../media/image737.png"/></Relationships>
</file>

<file path=ppt/slides/_rels/slide33.xml.rels><?xml version="1.0" encoding="UTF-8" standalone="yes"?>
<Relationships xmlns="http://schemas.openxmlformats.org/package/2006/relationships"><Relationship Id="rId2" Type="http://schemas.openxmlformats.org/officeDocument/2006/relationships/image" Target="../media/image745.png"/><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117" Type="http://schemas.openxmlformats.org/officeDocument/2006/relationships/customXml" Target="../ink/ink755.xml"/><Relationship Id="rId299" Type="http://schemas.openxmlformats.org/officeDocument/2006/relationships/customXml" Target="../ink/ink846.xml"/><Relationship Id="rId21" Type="http://schemas.openxmlformats.org/officeDocument/2006/relationships/customXml" Target="../ink/ink707.xml"/><Relationship Id="rId63" Type="http://schemas.openxmlformats.org/officeDocument/2006/relationships/customXml" Target="../ink/ink728.xml"/><Relationship Id="rId159" Type="http://schemas.openxmlformats.org/officeDocument/2006/relationships/customXml" Target="../ink/ink776.xml"/><Relationship Id="rId170" Type="http://schemas.openxmlformats.org/officeDocument/2006/relationships/image" Target="../media/image823.png"/><Relationship Id="rId226" Type="http://schemas.openxmlformats.org/officeDocument/2006/relationships/image" Target="../media/image851.png"/><Relationship Id="rId268" Type="http://schemas.openxmlformats.org/officeDocument/2006/relationships/image" Target="../media/image872.png"/><Relationship Id="rId32" Type="http://schemas.openxmlformats.org/officeDocument/2006/relationships/image" Target="../media/image754.png"/><Relationship Id="rId74" Type="http://schemas.openxmlformats.org/officeDocument/2006/relationships/image" Target="../media/image775.png"/><Relationship Id="rId128" Type="http://schemas.openxmlformats.org/officeDocument/2006/relationships/image" Target="../media/image802.png"/><Relationship Id="rId5" Type="http://schemas.openxmlformats.org/officeDocument/2006/relationships/image" Target="../media/image5500.png"/><Relationship Id="rId181" Type="http://schemas.openxmlformats.org/officeDocument/2006/relationships/customXml" Target="../ink/ink787.xml"/><Relationship Id="rId237" Type="http://schemas.openxmlformats.org/officeDocument/2006/relationships/customXml" Target="../ink/ink815.xml"/><Relationship Id="rId279" Type="http://schemas.openxmlformats.org/officeDocument/2006/relationships/customXml" Target="../ink/ink836.xml"/><Relationship Id="rId43" Type="http://schemas.openxmlformats.org/officeDocument/2006/relationships/customXml" Target="../ink/ink718.xml"/><Relationship Id="rId139" Type="http://schemas.openxmlformats.org/officeDocument/2006/relationships/customXml" Target="../ink/ink766.xml"/><Relationship Id="rId290" Type="http://schemas.openxmlformats.org/officeDocument/2006/relationships/image" Target="../media/image883.png"/><Relationship Id="rId304" Type="http://schemas.openxmlformats.org/officeDocument/2006/relationships/image" Target="../media/image890.png"/><Relationship Id="rId85" Type="http://schemas.openxmlformats.org/officeDocument/2006/relationships/customXml" Target="../ink/ink739.xml"/><Relationship Id="rId150" Type="http://schemas.openxmlformats.org/officeDocument/2006/relationships/image" Target="../media/image813.png"/><Relationship Id="rId192" Type="http://schemas.openxmlformats.org/officeDocument/2006/relationships/image" Target="../media/image834.png"/><Relationship Id="rId206" Type="http://schemas.openxmlformats.org/officeDocument/2006/relationships/image" Target="../media/image841.png"/><Relationship Id="rId248" Type="http://schemas.openxmlformats.org/officeDocument/2006/relationships/image" Target="../media/image862.png"/><Relationship Id="rId12" Type="http://schemas.openxmlformats.org/officeDocument/2006/relationships/image" Target="../media/image6200.png"/><Relationship Id="rId108" Type="http://schemas.openxmlformats.org/officeDocument/2006/relationships/image" Target="../media/image792.png"/><Relationship Id="rId54" Type="http://schemas.openxmlformats.org/officeDocument/2006/relationships/image" Target="../media/image765.png"/><Relationship Id="rId96" Type="http://schemas.openxmlformats.org/officeDocument/2006/relationships/image" Target="../media/image786.png"/><Relationship Id="rId161" Type="http://schemas.openxmlformats.org/officeDocument/2006/relationships/customXml" Target="../ink/ink777.xml"/><Relationship Id="rId217" Type="http://schemas.openxmlformats.org/officeDocument/2006/relationships/customXml" Target="../ink/ink805.xml"/><Relationship Id="rId6" Type="http://schemas.openxmlformats.org/officeDocument/2006/relationships/image" Target="../media/image5600.png"/><Relationship Id="rId238" Type="http://schemas.openxmlformats.org/officeDocument/2006/relationships/image" Target="../media/image857.png"/><Relationship Id="rId259" Type="http://schemas.openxmlformats.org/officeDocument/2006/relationships/customXml" Target="../ink/ink826.xml"/><Relationship Id="rId23" Type="http://schemas.openxmlformats.org/officeDocument/2006/relationships/customXml" Target="../ink/ink708.xml"/><Relationship Id="rId119" Type="http://schemas.openxmlformats.org/officeDocument/2006/relationships/customXml" Target="../ink/ink756.xml"/><Relationship Id="rId270" Type="http://schemas.openxmlformats.org/officeDocument/2006/relationships/image" Target="../media/image873.png"/><Relationship Id="rId291" Type="http://schemas.openxmlformats.org/officeDocument/2006/relationships/customXml" Target="../ink/ink842.xml"/><Relationship Id="rId44" Type="http://schemas.openxmlformats.org/officeDocument/2006/relationships/image" Target="../media/image760.png"/><Relationship Id="rId65" Type="http://schemas.openxmlformats.org/officeDocument/2006/relationships/customXml" Target="../ink/ink729.xml"/><Relationship Id="rId86" Type="http://schemas.openxmlformats.org/officeDocument/2006/relationships/image" Target="../media/image781.png"/><Relationship Id="rId130" Type="http://schemas.openxmlformats.org/officeDocument/2006/relationships/image" Target="../media/image803.png"/><Relationship Id="rId151" Type="http://schemas.openxmlformats.org/officeDocument/2006/relationships/customXml" Target="../ink/ink772.xml"/><Relationship Id="rId172" Type="http://schemas.openxmlformats.org/officeDocument/2006/relationships/image" Target="../media/image824.png"/><Relationship Id="rId193" Type="http://schemas.openxmlformats.org/officeDocument/2006/relationships/customXml" Target="../ink/ink793.xml"/><Relationship Id="rId207" Type="http://schemas.openxmlformats.org/officeDocument/2006/relationships/customXml" Target="../ink/ink800.xml"/><Relationship Id="rId228" Type="http://schemas.openxmlformats.org/officeDocument/2006/relationships/image" Target="../media/image852.png"/><Relationship Id="rId249" Type="http://schemas.openxmlformats.org/officeDocument/2006/relationships/customXml" Target="../ink/ink821.xml"/><Relationship Id="rId13" Type="http://schemas.openxmlformats.org/officeDocument/2006/relationships/image" Target="../media/image6300.png"/><Relationship Id="rId109" Type="http://schemas.openxmlformats.org/officeDocument/2006/relationships/customXml" Target="../ink/ink751.xml"/><Relationship Id="rId260" Type="http://schemas.openxmlformats.org/officeDocument/2006/relationships/image" Target="../media/image868.png"/><Relationship Id="rId281" Type="http://schemas.openxmlformats.org/officeDocument/2006/relationships/customXml" Target="../ink/ink837.xml"/><Relationship Id="rId34" Type="http://schemas.openxmlformats.org/officeDocument/2006/relationships/image" Target="../media/image755.png"/><Relationship Id="rId55" Type="http://schemas.openxmlformats.org/officeDocument/2006/relationships/customXml" Target="../ink/ink724.xml"/><Relationship Id="rId76" Type="http://schemas.openxmlformats.org/officeDocument/2006/relationships/image" Target="../media/image776.png"/><Relationship Id="rId97" Type="http://schemas.openxmlformats.org/officeDocument/2006/relationships/customXml" Target="../ink/ink745.xml"/><Relationship Id="rId120" Type="http://schemas.openxmlformats.org/officeDocument/2006/relationships/image" Target="../media/image798.png"/><Relationship Id="rId141" Type="http://schemas.openxmlformats.org/officeDocument/2006/relationships/customXml" Target="../ink/ink767.xml"/><Relationship Id="rId7" Type="http://schemas.openxmlformats.org/officeDocument/2006/relationships/image" Target="../media/image5700.png"/><Relationship Id="rId162" Type="http://schemas.openxmlformats.org/officeDocument/2006/relationships/image" Target="../media/image819.png"/><Relationship Id="rId183" Type="http://schemas.openxmlformats.org/officeDocument/2006/relationships/customXml" Target="../ink/ink788.xml"/><Relationship Id="rId218" Type="http://schemas.openxmlformats.org/officeDocument/2006/relationships/image" Target="../media/image847.png"/><Relationship Id="rId239" Type="http://schemas.openxmlformats.org/officeDocument/2006/relationships/customXml" Target="../ink/ink816.xml"/><Relationship Id="rId250" Type="http://schemas.openxmlformats.org/officeDocument/2006/relationships/image" Target="../media/image863.png"/><Relationship Id="rId271" Type="http://schemas.openxmlformats.org/officeDocument/2006/relationships/customXml" Target="../ink/ink832.xml"/><Relationship Id="rId292" Type="http://schemas.openxmlformats.org/officeDocument/2006/relationships/image" Target="../media/image884.png"/><Relationship Id="rId24" Type="http://schemas.openxmlformats.org/officeDocument/2006/relationships/image" Target="../media/image750.png"/><Relationship Id="rId45" Type="http://schemas.openxmlformats.org/officeDocument/2006/relationships/customXml" Target="../ink/ink719.xml"/><Relationship Id="rId66" Type="http://schemas.openxmlformats.org/officeDocument/2006/relationships/image" Target="../media/image771.png"/><Relationship Id="rId87" Type="http://schemas.openxmlformats.org/officeDocument/2006/relationships/customXml" Target="../ink/ink740.xml"/><Relationship Id="rId110" Type="http://schemas.openxmlformats.org/officeDocument/2006/relationships/image" Target="../media/image793.png"/><Relationship Id="rId131" Type="http://schemas.openxmlformats.org/officeDocument/2006/relationships/customXml" Target="../ink/ink762.xml"/><Relationship Id="rId152" Type="http://schemas.openxmlformats.org/officeDocument/2006/relationships/image" Target="../media/image814.png"/><Relationship Id="rId173" Type="http://schemas.openxmlformats.org/officeDocument/2006/relationships/customXml" Target="../ink/ink783.xml"/><Relationship Id="rId194" Type="http://schemas.openxmlformats.org/officeDocument/2006/relationships/image" Target="../media/image835.png"/><Relationship Id="rId208" Type="http://schemas.openxmlformats.org/officeDocument/2006/relationships/image" Target="../media/image842.png"/><Relationship Id="rId229" Type="http://schemas.openxmlformats.org/officeDocument/2006/relationships/customXml" Target="../ink/ink811.xml"/><Relationship Id="rId240" Type="http://schemas.openxmlformats.org/officeDocument/2006/relationships/image" Target="../media/image858.png"/><Relationship Id="rId261" Type="http://schemas.openxmlformats.org/officeDocument/2006/relationships/customXml" Target="../ink/ink827.xml"/><Relationship Id="rId14" Type="http://schemas.openxmlformats.org/officeDocument/2006/relationships/image" Target="../media/image6400.png"/><Relationship Id="rId35" Type="http://schemas.openxmlformats.org/officeDocument/2006/relationships/customXml" Target="../ink/ink714.xml"/><Relationship Id="rId56" Type="http://schemas.openxmlformats.org/officeDocument/2006/relationships/image" Target="../media/image766.png"/><Relationship Id="rId77" Type="http://schemas.openxmlformats.org/officeDocument/2006/relationships/customXml" Target="../ink/ink735.xml"/><Relationship Id="rId100" Type="http://schemas.openxmlformats.org/officeDocument/2006/relationships/image" Target="../media/image788.png"/><Relationship Id="rId282" Type="http://schemas.openxmlformats.org/officeDocument/2006/relationships/image" Target="../media/image879.png"/><Relationship Id="rId8" Type="http://schemas.openxmlformats.org/officeDocument/2006/relationships/image" Target="../media/image5800.png"/><Relationship Id="rId98" Type="http://schemas.openxmlformats.org/officeDocument/2006/relationships/image" Target="../media/image787.png"/><Relationship Id="rId121" Type="http://schemas.openxmlformats.org/officeDocument/2006/relationships/customXml" Target="../ink/ink757.xml"/><Relationship Id="rId142" Type="http://schemas.openxmlformats.org/officeDocument/2006/relationships/image" Target="../media/image809.png"/><Relationship Id="rId163" Type="http://schemas.openxmlformats.org/officeDocument/2006/relationships/customXml" Target="../ink/ink778.xml"/><Relationship Id="rId184" Type="http://schemas.openxmlformats.org/officeDocument/2006/relationships/image" Target="../media/image830.png"/><Relationship Id="rId219" Type="http://schemas.openxmlformats.org/officeDocument/2006/relationships/customXml" Target="../ink/ink806.xml"/><Relationship Id="rId230" Type="http://schemas.openxmlformats.org/officeDocument/2006/relationships/image" Target="../media/image853.png"/><Relationship Id="rId251" Type="http://schemas.openxmlformats.org/officeDocument/2006/relationships/customXml" Target="../ink/ink822.xml"/><Relationship Id="rId25" Type="http://schemas.openxmlformats.org/officeDocument/2006/relationships/customXml" Target="../ink/ink709.xml"/><Relationship Id="rId46" Type="http://schemas.openxmlformats.org/officeDocument/2006/relationships/image" Target="../media/image761.png"/><Relationship Id="rId67" Type="http://schemas.openxmlformats.org/officeDocument/2006/relationships/customXml" Target="../ink/ink730.xml"/><Relationship Id="rId272" Type="http://schemas.openxmlformats.org/officeDocument/2006/relationships/image" Target="../media/image874.png"/><Relationship Id="rId293" Type="http://schemas.openxmlformats.org/officeDocument/2006/relationships/customXml" Target="../ink/ink843.xml"/><Relationship Id="rId88" Type="http://schemas.openxmlformats.org/officeDocument/2006/relationships/image" Target="../media/image782.png"/><Relationship Id="rId111" Type="http://schemas.openxmlformats.org/officeDocument/2006/relationships/customXml" Target="../ink/ink752.xml"/><Relationship Id="rId132" Type="http://schemas.openxmlformats.org/officeDocument/2006/relationships/image" Target="../media/image804.png"/><Relationship Id="rId153" Type="http://schemas.openxmlformats.org/officeDocument/2006/relationships/customXml" Target="../ink/ink773.xml"/><Relationship Id="rId174" Type="http://schemas.openxmlformats.org/officeDocument/2006/relationships/image" Target="../media/image825.png"/><Relationship Id="rId195" Type="http://schemas.openxmlformats.org/officeDocument/2006/relationships/customXml" Target="../ink/ink794.xml"/><Relationship Id="rId209" Type="http://schemas.openxmlformats.org/officeDocument/2006/relationships/customXml" Target="../ink/ink801.xml"/><Relationship Id="rId220" Type="http://schemas.openxmlformats.org/officeDocument/2006/relationships/image" Target="../media/image848.png"/><Relationship Id="rId241" Type="http://schemas.openxmlformats.org/officeDocument/2006/relationships/customXml" Target="../ink/ink817.xml"/><Relationship Id="rId15" Type="http://schemas.openxmlformats.org/officeDocument/2006/relationships/customXml" Target="../ink/ink704.xml"/><Relationship Id="rId36" Type="http://schemas.openxmlformats.org/officeDocument/2006/relationships/image" Target="../media/image756.png"/><Relationship Id="rId57" Type="http://schemas.openxmlformats.org/officeDocument/2006/relationships/customXml" Target="../ink/ink725.xml"/><Relationship Id="rId262" Type="http://schemas.openxmlformats.org/officeDocument/2006/relationships/image" Target="../media/image869.png"/><Relationship Id="rId283" Type="http://schemas.openxmlformats.org/officeDocument/2006/relationships/customXml" Target="../ink/ink838.xml"/><Relationship Id="rId78" Type="http://schemas.openxmlformats.org/officeDocument/2006/relationships/image" Target="../media/image777.png"/><Relationship Id="rId99" Type="http://schemas.openxmlformats.org/officeDocument/2006/relationships/customXml" Target="../ink/ink746.xml"/><Relationship Id="rId101" Type="http://schemas.openxmlformats.org/officeDocument/2006/relationships/customXml" Target="../ink/ink747.xml"/><Relationship Id="rId122" Type="http://schemas.openxmlformats.org/officeDocument/2006/relationships/image" Target="../media/image799.png"/><Relationship Id="rId143" Type="http://schemas.openxmlformats.org/officeDocument/2006/relationships/customXml" Target="../ink/ink768.xml"/><Relationship Id="rId164" Type="http://schemas.openxmlformats.org/officeDocument/2006/relationships/image" Target="../media/image820.png"/><Relationship Id="rId185" Type="http://schemas.openxmlformats.org/officeDocument/2006/relationships/customXml" Target="../ink/ink789.xml"/><Relationship Id="rId9" Type="http://schemas.openxmlformats.org/officeDocument/2006/relationships/image" Target="../media/image5900.png"/><Relationship Id="rId210" Type="http://schemas.openxmlformats.org/officeDocument/2006/relationships/image" Target="../media/image843.png"/><Relationship Id="rId26" Type="http://schemas.openxmlformats.org/officeDocument/2006/relationships/image" Target="../media/image751.png"/><Relationship Id="rId231" Type="http://schemas.openxmlformats.org/officeDocument/2006/relationships/customXml" Target="../ink/ink812.xml"/><Relationship Id="rId252" Type="http://schemas.openxmlformats.org/officeDocument/2006/relationships/image" Target="../media/image864.png"/><Relationship Id="rId273" Type="http://schemas.openxmlformats.org/officeDocument/2006/relationships/customXml" Target="../ink/ink833.xml"/><Relationship Id="rId294" Type="http://schemas.openxmlformats.org/officeDocument/2006/relationships/image" Target="../media/image885.png"/><Relationship Id="rId47" Type="http://schemas.openxmlformats.org/officeDocument/2006/relationships/customXml" Target="../ink/ink720.xml"/><Relationship Id="rId68" Type="http://schemas.openxmlformats.org/officeDocument/2006/relationships/image" Target="../media/image772.png"/><Relationship Id="rId89" Type="http://schemas.openxmlformats.org/officeDocument/2006/relationships/customXml" Target="../ink/ink741.xml"/><Relationship Id="rId112" Type="http://schemas.openxmlformats.org/officeDocument/2006/relationships/image" Target="../media/image794.png"/><Relationship Id="rId133" Type="http://schemas.openxmlformats.org/officeDocument/2006/relationships/customXml" Target="../ink/ink763.xml"/><Relationship Id="rId154" Type="http://schemas.openxmlformats.org/officeDocument/2006/relationships/image" Target="../media/image815.png"/><Relationship Id="rId175" Type="http://schemas.openxmlformats.org/officeDocument/2006/relationships/customXml" Target="../ink/ink784.xml"/><Relationship Id="rId196" Type="http://schemas.openxmlformats.org/officeDocument/2006/relationships/image" Target="../media/image836.png"/><Relationship Id="rId200" Type="http://schemas.openxmlformats.org/officeDocument/2006/relationships/image" Target="../media/image838.png"/><Relationship Id="rId16" Type="http://schemas.openxmlformats.org/officeDocument/2006/relationships/image" Target="../media/image746.png"/><Relationship Id="rId221" Type="http://schemas.openxmlformats.org/officeDocument/2006/relationships/customXml" Target="../ink/ink807.xml"/><Relationship Id="rId242" Type="http://schemas.openxmlformats.org/officeDocument/2006/relationships/image" Target="../media/image859.png"/><Relationship Id="rId263" Type="http://schemas.openxmlformats.org/officeDocument/2006/relationships/customXml" Target="../ink/ink828.xml"/><Relationship Id="rId284" Type="http://schemas.openxmlformats.org/officeDocument/2006/relationships/image" Target="../media/image880.png"/><Relationship Id="rId37" Type="http://schemas.openxmlformats.org/officeDocument/2006/relationships/customXml" Target="../ink/ink715.xml"/><Relationship Id="rId58" Type="http://schemas.openxmlformats.org/officeDocument/2006/relationships/image" Target="../media/image767.png"/><Relationship Id="rId79" Type="http://schemas.openxmlformats.org/officeDocument/2006/relationships/customXml" Target="../ink/ink736.xml"/><Relationship Id="rId102" Type="http://schemas.openxmlformats.org/officeDocument/2006/relationships/image" Target="../media/image789.png"/><Relationship Id="rId123" Type="http://schemas.openxmlformats.org/officeDocument/2006/relationships/customXml" Target="../ink/ink758.xml"/><Relationship Id="rId144" Type="http://schemas.openxmlformats.org/officeDocument/2006/relationships/image" Target="../media/image810.png"/><Relationship Id="rId90" Type="http://schemas.openxmlformats.org/officeDocument/2006/relationships/image" Target="../media/image783.png"/><Relationship Id="rId165" Type="http://schemas.openxmlformats.org/officeDocument/2006/relationships/customXml" Target="../ink/ink779.xml"/><Relationship Id="rId186" Type="http://schemas.openxmlformats.org/officeDocument/2006/relationships/image" Target="../media/image831.png"/><Relationship Id="rId211" Type="http://schemas.openxmlformats.org/officeDocument/2006/relationships/customXml" Target="../ink/ink802.xml"/><Relationship Id="rId232" Type="http://schemas.openxmlformats.org/officeDocument/2006/relationships/image" Target="../media/image854.png"/><Relationship Id="rId253" Type="http://schemas.openxmlformats.org/officeDocument/2006/relationships/customXml" Target="../ink/ink823.xml"/><Relationship Id="rId274" Type="http://schemas.openxmlformats.org/officeDocument/2006/relationships/image" Target="../media/image875.png"/><Relationship Id="rId295" Type="http://schemas.openxmlformats.org/officeDocument/2006/relationships/customXml" Target="../ink/ink844.xml"/><Relationship Id="rId27" Type="http://schemas.openxmlformats.org/officeDocument/2006/relationships/customXml" Target="../ink/ink710.xml"/><Relationship Id="rId48" Type="http://schemas.openxmlformats.org/officeDocument/2006/relationships/image" Target="../media/image762.png"/><Relationship Id="rId69" Type="http://schemas.openxmlformats.org/officeDocument/2006/relationships/customXml" Target="../ink/ink731.xml"/><Relationship Id="rId113" Type="http://schemas.openxmlformats.org/officeDocument/2006/relationships/customXml" Target="../ink/ink753.xml"/><Relationship Id="rId134" Type="http://schemas.openxmlformats.org/officeDocument/2006/relationships/image" Target="../media/image805.png"/><Relationship Id="rId80" Type="http://schemas.openxmlformats.org/officeDocument/2006/relationships/image" Target="../media/image778.png"/><Relationship Id="rId155" Type="http://schemas.openxmlformats.org/officeDocument/2006/relationships/customXml" Target="../ink/ink774.xml"/><Relationship Id="rId176" Type="http://schemas.openxmlformats.org/officeDocument/2006/relationships/image" Target="../media/image826.png"/><Relationship Id="rId197" Type="http://schemas.openxmlformats.org/officeDocument/2006/relationships/customXml" Target="../ink/ink795.xml"/><Relationship Id="rId201" Type="http://schemas.openxmlformats.org/officeDocument/2006/relationships/customXml" Target="../ink/ink797.xml"/><Relationship Id="rId222" Type="http://schemas.openxmlformats.org/officeDocument/2006/relationships/image" Target="../media/image849.png"/><Relationship Id="rId243" Type="http://schemas.openxmlformats.org/officeDocument/2006/relationships/customXml" Target="../ink/ink818.xml"/><Relationship Id="rId264" Type="http://schemas.openxmlformats.org/officeDocument/2006/relationships/image" Target="../media/image870.png"/><Relationship Id="rId285" Type="http://schemas.openxmlformats.org/officeDocument/2006/relationships/customXml" Target="../ink/ink839.xml"/><Relationship Id="rId17" Type="http://schemas.openxmlformats.org/officeDocument/2006/relationships/customXml" Target="../ink/ink705.xml"/><Relationship Id="rId38" Type="http://schemas.openxmlformats.org/officeDocument/2006/relationships/image" Target="../media/image757.png"/><Relationship Id="rId59" Type="http://schemas.openxmlformats.org/officeDocument/2006/relationships/customXml" Target="../ink/ink726.xml"/><Relationship Id="rId103" Type="http://schemas.openxmlformats.org/officeDocument/2006/relationships/customXml" Target="../ink/ink748.xml"/><Relationship Id="rId124" Type="http://schemas.openxmlformats.org/officeDocument/2006/relationships/image" Target="../media/image800.png"/><Relationship Id="rId70" Type="http://schemas.openxmlformats.org/officeDocument/2006/relationships/image" Target="../media/image773.png"/><Relationship Id="rId91" Type="http://schemas.openxmlformats.org/officeDocument/2006/relationships/customXml" Target="../ink/ink742.xml"/><Relationship Id="rId145" Type="http://schemas.openxmlformats.org/officeDocument/2006/relationships/customXml" Target="../ink/ink769.xml"/><Relationship Id="rId166" Type="http://schemas.openxmlformats.org/officeDocument/2006/relationships/image" Target="../media/image821.png"/><Relationship Id="rId187" Type="http://schemas.openxmlformats.org/officeDocument/2006/relationships/customXml" Target="../ink/ink790.xml"/><Relationship Id="rId1" Type="http://schemas.openxmlformats.org/officeDocument/2006/relationships/slideLayout" Target="../slideLayouts/slideLayout38.xml"/><Relationship Id="rId212" Type="http://schemas.openxmlformats.org/officeDocument/2006/relationships/image" Target="../media/image844.png"/><Relationship Id="rId233" Type="http://schemas.openxmlformats.org/officeDocument/2006/relationships/customXml" Target="../ink/ink813.xml"/><Relationship Id="rId254" Type="http://schemas.openxmlformats.org/officeDocument/2006/relationships/image" Target="../media/image865.png"/><Relationship Id="rId28" Type="http://schemas.openxmlformats.org/officeDocument/2006/relationships/image" Target="../media/image752.png"/><Relationship Id="rId49" Type="http://schemas.openxmlformats.org/officeDocument/2006/relationships/customXml" Target="../ink/ink721.xml"/><Relationship Id="rId114" Type="http://schemas.openxmlformats.org/officeDocument/2006/relationships/image" Target="../media/image795.png"/><Relationship Id="rId275" Type="http://schemas.openxmlformats.org/officeDocument/2006/relationships/customXml" Target="../ink/ink834.xml"/><Relationship Id="rId296" Type="http://schemas.openxmlformats.org/officeDocument/2006/relationships/image" Target="../media/image886.png"/><Relationship Id="rId300" Type="http://schemas.openxmlformats.org/officeDocument/2006/relationships/image" Target="../media/image888.png"/><Relationship Id="rId60" Type="http://schemas.openxmlformats.org/officeDocument/2006/relationships/image" Target="../media/image768.png"/><Relationship Id="rId81" Type="http://schemas.openxmlformats.org/officeDocument/2006/relationships/customXml" Target="../ink/ink737.xml"/><Relationship Id="rId135" Type="http://schemas.openxmlformats.org/officeDocument/2006/relationships/customXml" Target="../ink/ink764.xml"/><Relationship Id="rId156" Type="http://schemas.openxmlformats.org/officeDocument/2006/relationships/image" Target="../media/image816.png"/><Relationship Id="rId177" Type="http://schemas.openxmlformats.org/officeDocument/2006/relationships/customXml" Target="../ink/ink785.xml"/><Relationship Id="rId198" Type="http://schemas.openxmlformats.org/officeDocument/2006/relationships/image" Target="../media/image837.png"/><Relationship Id="rId202" Type="http://schemas.openxmlformats.org/officeDocument/2006/relationships/image" Target="../media/image839.png"/><Relationship Id="rId223" Type="http://schemas.openxmlformats.org/officeDocument/2006/relationships/customXml" Target="../ink/ink808.xml"/><Relationship Id="rId244" Type="http://schemas.openxmlformats.org/officeDocument/2006/relationships/image" Target="../media/image860.png"/><Relationship Id="rId18" Type="http://schemas.openxmlformats.org/officeDocument/2006/relationships/image" Target="../media/image747.png"/><Relationship Id="rId39" Type="http://schemas.openxmlformats.org/officeDocument/2006/relationships/customXml" Target="../ink/ink716.xml"/><Relationship Id="rId265" Type="http://schemas.openxmlformats.org/officeDocument/2006/relationships/customXml" Target="../ink/ink829.xml"/><Relationship Id="rId286" Type="http://schemas.openxmlformats.org/officeDocument/2006/relationships/image" Target="../media/image881.png"/><Relationship Id="rId50" Type="http://schemas.openxmlformats.org/officeDocument/2006/relationships/image" Target="../media/image763.png"/><Relationship Id="rId104" Type="http://schemas.openxmlformats.org/officeDocument/2006/relationships/image" Target="../media/image790.png"/><Relationship Id="rId125" Type="http://schemas.openxmlformats.org/officeDocument/2006/relationships/customXml" Target="../ink/ink759.xml"/><Relationship Id="rId146" Type="http://schemas.openxmlformats.org/officeDocument/2006/relationships/image" Target="../media/image811.png"/><Relationship Id="rId167" Type="http://schemas.openxmlformats.org/officeDocument/2006/relationships/customXml" Target="../ink/ink780.xml"/><Relationship Id="rId188" Type="http://schemas.openxmlformats.org/officeDocument/2006/relationships/image" Target="../media/image832.png"/><Relationship Id="rId71" Type="http://schemas.openxmlformats.org/officeDocument/2006/relationships/customXml" Target="../ink/ink732.xml"/><Relationship Id="rId92" Type="http://schemas.openxmlformats.org/officeDocument/2006/relationships/image" Target="../media/image784.png"/><Relationship Id="rId213" Type="http://schemas.openxmlformats.org/officeDocument/2006/relationships/customXml" Target="../ink/ink803.xml"/><Relationship Id="rId234" Type="http://schemas.openxmlformats.org/officeDocument/2006/relationships/image" Target="../media/image855.png"/><Relationship Id="rId2" Type="http://schemas.openxmlformats.org/officeDocument/2006/relationships/image" Target="../media/image4700.png"/><Relationship Id="rId29" Type="http://schemas.openxmlformats.org/officeDocument/2006/relationships/customXml" Target="../ink/ink711.xml"/><Relationship Id="rId255" Type="http://schemas.openxmlformats.org/officeDocument/2006/relationships/customXml" Target="../ink/ink824.xml"/><Relationship Id="rId276" Type="http://schemas.openxmlformats.org/officeDocument/2006/relationships/image" Target="../media/image876.png"/><Relationship Id="rId297" Type="http://schemas.openxmlformats.org/officeDocument/2006/relationships/customXml" Target="../ink/ink845.xml"/><Relationship Id="rId40" Type="http://schemas.openxmlformats.org/officeDocument/2006/relationships/image" Target="../media/image758.png"/><Relationship Id="rId115" Type="http://schemas.openxmlformats.org/officeDocument/2006/relationships/customXml" Target="../ink/ink754.xml"/><Relationship Id="rId136" Type="http://schemas.openxmlformats.org/officeDocument/2006/relationships/image" Target="../media/image806.png"/><Relationship Id="rId157" Type="http://schemas.openxmlformats.org/officeDocument/2006/relationships/customXml" Target="../ink/ink775.xml"/><Relationship Id="rId178" Type="http://schemas.openxmlformats.org/officeDocument/2006/relationships/image" Target="../media/image827.png"/><Relationship Id="rId301" Type="http://schemas.openxmlformats.org/officeDocument/2006/relationships/customXml" Target="../ink/ink847.xml"/><Relationship Id="rId61" Type="http://schemas.openxmlformats.org/officeDocument/2006/relationships/customXml" Target="../ink/ink727.xml"/><Relationship Id="rId82" Type="http://schemas.openxmlformats.org/officeDocument/2006/relationships/image" Target="../media/image779.png"/><Relationship Id="rId199" Type="http://schemas.openxmlformats.org/officeDocument/2006/relationships/customXml" Target="../ink/ink796.xml"/><Relationship Id="rId203" Type="http://schemas.openxmlformats.org/officeDocument/2006/relationships/customXml" Target="../ink/ink798.xml"/><Relationship Id="rId19" Type="http://schemas.openxmlformats.org/officeDocument/2006/relationships/customXml" Target="../ink/ink706.xml"/><Relationship Id="rId224" Type="http://schemas.openxmlformats.org/officeDocument/2006/relationships/image" Target="../media/image850.png"/><Relationship Id="rId245" Type="http://schemas.openxmlformats.org/officeDocument/2006/relationships/customXml" Target="../ink/ink819.xml"/><Relationship Id="rId266" Type="http://schemas.openxmlformats.org/officeDocument/2006/relationships/image" Target="../media/image871.png"/><Relationship Id="rId287" Type="http://schemas.openxmlformats.org/officeDocument/2006/relationships/customXml" Target="../ink/ink840.xml"/><Relationship Id="rId30" Type="http://schemas.openxmlformats.org/officeDocument/2006/relationships/image" Target="../media/image753.png"/><Relationship Id="rId105" Type="http://schemas.openxmlformats.org/officeDocument/2006/relationships/customXml" Target="../ink/ink749.xml"/><Relationship Id="rId126" Type="http://schemas.openxmlformats.org/officeDocument/2006/relationships/image" Target="../media/image801.png"/><Relationship Id="rId147" Type="http://schemas.openxmlformats.org/officeDocument/2006/relationships/customXml" Target="../ink/ink770.xml"/><Relationship Id="rId168" Type="http://schemas.openxmlformats.org/officeDocument/2006/relationships/image" Target="../media/image822.png"/><Relationship Id="rId51" Type="http://schemas.openxmlformats.org/officeDocument/2006/relationships/customXml" Target="../ink/ink722.xml"/><Relationship Id="rId72" Type="http://schemas.openxmlformats.org/officeDocument/2006/relationships/image" Target="../media/image774.png"/><Relationship Id="rId93" Type="http://schemas.openxmlformats.org/officeDocument/2006/relationships/customXml" Target="../ink/ink743.xml"/><Relationship Id="rId189" Type="http://schemas.openxmlformats.org/officeDocument/2006/relationships/customXml" Target="../ink/ink791.xml"/><Relationship Id="rId3" Type="http://schemas.openxmlformats.org/officeDocument/2006/relationships/image" Target="../media/image4900.png"/><Relationship Id="rId214" Type="http://schemas.openxmlformats.org/officeDocument/2006/relationships/image" Target="../media/image845.png"/><Relationship Id="rId235" Type="http://schemas.openxmlformats.org/officeDocument/2006/relationships/customXml" Target="../ink/ink814.xml"/><Relationship Id="rId256" Type="http://schemas.openxmlformats.org/officeDocument/2006/relationships/image" Target="../media/image866.png"/><Relationship Id="rId277" Type="http://schemas.openxmlformats.org/officeDocument/2006/relationships/customXml" Target="../ink/ink835.xml"/><Relationship Id="rId298" Type="http://schemas.openxmlformats.org/officeDocument/2006/relationships/image" Target="../media/image887.png"/><Relationship Id="rId116" Type="http://schemas.openxmlformats.org/officeDocument/2006/relationships/image" Target="../media/image796.png"/><Relationship Id="rId137" Type="http://schemas.openxmlformats.org/officeDocument/2006/relationships/customXml" Target="../ink/ink765.xml"/><Relationship Id="rId158" Type="http://schemas.openxmlformats.org/officeDocument/2006/relationships/image" Target="../media/image817.png"/><Relationship Id="rId302" Type="http://schemas.openxmlformats.org/officeDocument/2006/relationships/image" Target="../media/image889.png"/><Relationship Id="rId20" Type="http://schemas.openxmlformats.org/officeDocument/2006/relationships/image" Target="../media/image748.png"/><Relationship Id="rId41" Type="http://schemas.openxmlformats.org/officeDocument/2006/relationships/customXml" Target="../ink/ink717.xml"/><Relationship Id="rId62" Type="http://schemas.openxmlformats.org/officeDocument/2006/relationships/image" Target="../media/image769.png"/><Relationship Id="rId83" Type="http://schemas.openxmlformats.org/officeDocument/2006/relationships/customXml" Target="../ink/ink738.xml"/><Relationship Id="rId179" Type="http://schemas.openxmlformats.org/officeDocument/2006/relationships/customXml" Target="../ink/ink786.xml"/><Relationship Id="rId190" Type="http://schemas.openxmlformats.org/officeDocument/2006/relationships/image" Target="../media/image833.png"/><Relationship Id="rId204" Type="http://schemas.openxmlformats.org/officeDocument/2006/relationships/image" Target="../media/image840.png"/><Relationship Id="rId225" Type="http://schemas.openxmlformats.org/officeDocument/2006/relationships/customXml" Target="../ink/ink809.xml"/><Relationship Id="rId246" Type="http://schemas.openxmlformats.org/officeDocument/2006/relationships/image" Target="../media/image861.png"/><Relationship Id="rId267" Type="http://schemas.openxmlformats.org/officeDocument/2006/relationships/customXml" Target="../ink/ink830.xml"/><Relationship Id="rId288" Type="http://schemas.openxmlformats.org/officeDocument/2006/relationships/image" Target="../media/image882.png"/><Relationship Id="rId106" Type="http://schemas.openxmlformats.org/officeDocument/2006/relationships/image" Target="../media/image791.png"/><Relationship Id="rId127" Type="http://schemas.openxmlformats.org/officeDocument/2006/relationships/customXml" Target="../ink/ink760.xml"/><Relationship Id="rId10" Type="http://schemas.openxmlformats.org/officeDocument/2006/relationships/image" Target="../media/image6000.png"/><Relationship Id="rId31" Type="http://schemas.openxmlformats.org/officeDocument/2006/relationships/customXml" Target="../ink/ink712.xml"/><Relationship Id="rId52" Type="http://schemas.openxmlformats.org/officeDocument/2006/relationships/image" Target="../media/image764.png"/><Relationship Id="rId73" Type="http://schemas.openxmlformats.org/officeDocument/2006/relationships/customXml" Target="../ink/ink733.xml"/><Relationship Id="rId94" Type="http://schemas.openxmlformats.org/officeDocument/2006/relationships/image" Target="../media/image785.png"/><Relationship Id="rId148" Type="http://schemas.openxmlformats.org/officeDocument/2006/relationships/image" Target="../media/image812.png"/><Relationship Id="rId169" Type="http://schemas.openxmlformats.org/officeDocument/2006/relationships/customXml" Target="../ink/ink781.xml"/><Relationship Id="rId4" Type="http://schemas.openxmlformats.org/officeDocument/2006/relationships/image" Target="../media/image5400.png"/><Relationship Id="rId180" Type="http://schemas.openxmlformats.org/officeDocument/2006/relationships/image" Target="../media/image828.png"/><Relationship Id="rId215" Type="http://schemas.openxmlformats.org/officeDocument/2006/relationships/customXml" Target="../ink/ink804.xml"/><Relationship Id="rId236" Type="http://schemas.openxmlformats.org/officeDocument/2006/relationships/image" Target="../media/image856.png"/><Relationship Id="rId257" Type="http://schemas.openxmlformats.org/officeDocument/2006/relationships/customXml" Target="../ink/ink825.xml"/><Relationship Id="rId278" Type="http://schemas.openxmlformats.org/officeDocument/2006/relationships/image" Target="../media/image877.png"/><Relationship Id="rId303" Type="http://schemas.openxmlformats.org/officeDocument/2006/relationships/customXml" Target="../ink/ink848.xml"/><Relationship Id="rId42" Type="http://schemas.openxmlformats.org/officeDocument/2006/relationships/image" Target="../media/image759.png"/><Relationship Id="rId84" Type="http://schemas.openxmlformats.org/officeDocument/2006/relationships/image" Target="../media/image780.png"/><Relationship Id="rId138" Type="http://schemas.openxmlformats.org/officeDocument/2006/relationships/image" Target="../media/image807.png"/><Relationship Id="rId191" Type="http://schemas.openxmlformats.org/officeDocument/2006/relationships/customXml" Target="../ink/ink792.xml"/><Relationship Id="rId205" Type="http://schemas.openxmlformats.org/officeDocument/2006/relationships/customXml" Target="../ink/ink799.xml"/><Relationship Id="rId247" Type="http://schemas.openxmlformats.org/officeDocument/2006/relationships/customXml" Target="../ink/ink820.xml"/><Relationship Id="rId107" Type="http://schemas.openxmlformats.org/officeDocument/2006/relationships/customXml" Target="../ink/ink750.xml"/><Relationship Id="rId289" Type="http://schemas.openxmlformats.org/officeDocument/2006/relationships/customXml" Target="../ink/ink841.xml"/><Relationship Id="rId11" Type="http://schemas.openxmlformats.org/officeDocument/2006/relationships/image" Target="../media/image6100.png"/><Relationship Id="rId53" Type="http://schemas.openxmlformats.org/officeDocument/2006/relationships/customXml" Target="../ink/ink723.xml"/><Relationship Id="rId149" Type="http://schemas.openxmlformats.org/officeDocument/2006/relationships/customXml" Target="../ink/ink771.xml"/><Relationship Id="rId95" Type="http://schemas.openxmlformats.org/officeDocument/2006/relationships/customXml" Target="../ink/ink744.xml"/><Relationship Id="rId160" Type="http://schemas.openxmlformats.org/officeDocument/2006/relationships/image" Target="../media/image818.png"/><Relationship Id="rId216" Type="http://schemas.openxmlformats.org/officeDocument/2006/relationships/image" Target="../media/image846.png"/><Relationship Id="rId258" Type="http://schemas.openxmlformats.org/officeDocument/2006/relationships/image" Target="../media/image867.png"/><Relationship Id="rId22" Type="http://schemas.openxmlformats.org/officeDocument/2006/relationships/image" Target="../media/image749.png"/><Relationship Id="rId64" Type="http://schemas.openxmlformats.org/officeDocument/2006/relationships/image" Target="../media/image770.png"/><Relationship Id="rId118" Type="http://schemas.openxmlformats.org/officeDocument/2006/relationships/image" Target="../media/image797.png"/><Relationship Id="rId171" Type="http://schemas.openxmlformats.org/officeDocument/2006/relationships/customXml" Target="../ink/ink782.xml"/><Relationship Id="rId227" Type="http://schemas.openxmlformats.org/officeDocument/2006/relationships/customXml" Target="../ink/ink810.xml"/><Relationship Id="rId269" Type="http://schemas.openxmlformats.org/officeDocument/2006/relationships/customXml" Target="../ink/ink831.xml"/><Relationship Id="rId33" Type="http://schemas.openxmlformats.org/officeDocument/2006/relationships/customXml" Target="../ink/ink713.xml"/><Relationship Id="rId129" Type="http://schemas.openxmlformats.org/officeDocument/2006/relationships/customXml" Target="../ink/ink761.xml"/><Relationship Id="rId280" Type="http://schemas.openxmlformats.org/officeDocument/2006/relationships/image" Target="../media/image878.png"/><Relationship Id="rId75" Type="http://schemas.openxmlformats.org/officeDocument/2006/relationships/customXml" Target="../ink/ink734.xml"/><Relationship Id="rId140" Type="http://schemas.openxmlformats.org/officeDocument/2006/relationships/image" Target="../media/image808.png"/><Relationship Id="rId182" Type="http://schemas.openxmlformats.org/officeDocument/2006/relationships/image" Target="../media/image829.png"/></Relationships>
</file>

<file path=ppt/slides/_rels/slide35.xml.rels><?xml version="1.0" encoding="UTF-8" standalone="yes"?>
<Relationships xmlns="http://schemas.openxmlformats.org/package/2006/relationships"><Relationship Id="rId117" Type="http://schemas.openxmlformats.org/officeDocument/2006/relationships/image" Target="../media/image948.png"/><Relationship Id="rId21" Type="http://schemas.openxmlformats.org/officeDocument/2006/relationships/image" Target="../media/image900.png"/><Relationship Id="rId42" Type="http://schemas.openxmlformats.org/officeDocument/2006/relationships/customXml" Target="../ink/ink867.xml"/><Relationship Id="rId63" Type="http://schemas.openxmlformats.org/officeDocument/2006/relationships/image" Target="../media/image921.png"/><Relationship Id="rId84" Type="http://schemas.openxmlformats.org/officeDocument/2006/relationships/customXml" Target="../ink/ink888.xml"/><Relationship Id="rId138" Type="http://schemas.openxmlformats.org/officeDocument/2006/relationships/customXml" Target="../ink/ink915.xml"/><Relationship Id="rId159" Type="http://schemas.openxmlformats.org/officeDocument/2006/relationships/image" Target="../media/image969.png"/><Relationship Id="rId170" Type="http://schemas.openxmlformats.org/officeDocument/2006/relationships/customXml" Target="../ink/ink931.xml"/><Relationship Id="rId107" Type="http://schemas.openxmlformats.org/officeDocument/2006/relationships/image" Target="../media/image943.png"/><Relationship Id="rId11" Type="http://schemas.openxmlformats.org/officeDocument/2006/relationships/image" Target="../media/image895.png"/><Relationship Id="rId32" Type="http://schemas.openxmlformats.org/officeDocument/2006/relationships/customXml" Target="../ink/ink862.xml"/><Relationship Id="rId53" Type="http://schemas.openxmlformats.org/officeDocument/2006/relationships/image" Target="../media/image916.png"/><Relationship Id="rId74" Type="http://schemas.openxmlformats.org/officeDocument/2006/relationships/customXml" Target="../ink/ink883.xml"/><Relationship Id="rId128" Type="http://schemas.openxmlformats.org/officeDocument/2006/relationships/customXml" Target="../ink/ink910.xml"/><Relationship Id="rId149" Type="http://schemas.openxmlformats.org/officeDocument/2006/relationships/image" Target="../media/image964.png"/><Relationship Id="rId5" Type="http://schemas.openxmlformats.org/officeDocument/2006/relationships/image" Target="../media/image892.emf"/><Relationship Id="rId95" Type="http://schemas.openxmlformats.org/officeDocument/2006/relationships/image" Target="../media/image937.png"/><Relationship Id="rId160" Type="http://schemas.openxmlformats.org/officeDocument/2006/relationships/customXml" Target="../ink/ink926.xml"/><Relationship Id="rId22" Type="http://schemas.openxmlformats.org/officeDocument/2006/relationships/customXml" Target="../ink/ink857.xml"/><Relationship Id="rId43" Type="http://schemas.openxmlformats.org/officeDocument/2006/relationships/image" Target="../media/image911.png"/><Relationship Id="rId64" Type="http://schemas.openxmlformats.org/officeDocument/2006/relationships/customXml" Target="../ink/ink878.xml"/><Relationship Id="rId118" Type="http://schemas.openxmlformats.org/officeDocument/2006/relationships/customXml" Target="../ink/ink905.xml"/><Relationship Id="rId139" Type="http://schemas.openxmlformats.org/officeDocument/2006/relationships/image" Target="../media/image959.png"/><Relationship Id="rId85" Type="http://schemas.openxmlformats.org/officeDocument/2006/relationships/image" Target="../media/image932.png"/><Relationship Id="rId150" Type="http://schemas.openxmlformats.org/officeDocument/2006/relationships/customXml" Target="../ink/ink921.xml"/><Relationship Id="rId171" Type="http://schemas.openxmlformats.org/officeDocument/2006/relationships/image" Target="../media/image975.png"/><Relationship Id="rId12" Type="http://schemas.openxmlformats.org/officeDocument/2006/relationships/customXml" Target="../ink/ink852.xml"/><Relationship Id="rId33" Type="http://schemas.openxmlformats.org/officeDocument/2006/relationships/image" Target="../media/image906.png"/><Relationship Id="rId108" Type="http://schemas.openxmlformats.org/officeDocument/2006/relationships/customXml" Target="../ink/ink900.xml"/><Relationship Id="rId129" Type="http://schemas.openxmlformats.org/officeDocument/2006/relationships/image" Target="../media/image954.png"/><Relationship Id="rId54" Type="http://schemas.openxmlformats.org/officeDocument/2006/relationships/customXml" Target="../ink/ink873.xml"/><Relationship Id="rId75" Type="http://schemas.openxmlformats.org/officeDocument/2006/relationships/image" Target="../media/image927.png"/><Relationship Id="rId96" Type="http://schemas.openxmlformats.org/officeDocument/2006/relationships/customXml" Target="../ink/ink894.xml"/><Relationship Id="rId140" Type="http://schemas.openxmlformats.org/officeDocument/2006/relationships/customXml" Target="../ink/ink916.xml"/><Relationship Id="rId161" Type="http://schemas.openxmlformats.org/officeDocument/2006/relationships/image" Target="../media/image970.png"/><Relationship Id="rId1" Type="http://schemas.openxmlformats.org/officeDocument/2006/relationships/slideLayout" Target="../slideLayouts/slideLayout38.xml"/><Relationship Id="rId6" Type="http://schemas.openxmlformats.org/officeDocument/2006/relationships/customXml" Target="../ink/ink849.xml"/><Relationship Id="rId23" Type="http://schemas.openxmlformats.org/officeDocument/2006/relationships/image" Target="../media/image901.png"/><Relationship Id="rId28" Type="http://schemas.openxmlformats.org/officeDocument/2006/relationships/customXml" Target="../ink/ink860.xml"/><Relationship Id="rId49" Type="http://schemas.openxmlformats.org/officeDocument/2006/relationships/image" Target="../media/image914.png"/><Relationship Id="rId114" Type="http://schemas.openxmlformats.org/officeDocument/2006/relationships/customXml" Target="../ink/ink903.xml"/><Relationship Id="rId119" Type="http://schemas.openxmlformats.org/officeDocument/2006/relationships/image" Target="../media/image949.png"/><Relationship Id="rId44" Type="http://schemas.openxmlformats.org/officeDocument/2006/relationships/customXml" Target="../ink/ink868.xml"/><Relationship Id="rId60" Type="http://schemas.openxmlformats.org/officeDocument/2006/relationships/customXml" Target="../ink/ink876.xml"/><Relationship Id="rId65" Type="http://schemas.openxmlformats.org/officeDocument/2006/relationships/image" Target="../media/image922.png"/><Relationship Id="rId81" Type="http://schemas.openxmlformats.org/officeDocument/2006/relationships/image" Target="../media/image930.png"/><Relationship Id="rId86" Type="http://schemas.openxmlformats.org/officeDocument/2006/relationships/customXml" Target="../ink/ink889.xml"/><Relationship Id="rId130" Type="http://schemas.openxmlformats.org/officeDocument/2006/relationships/customXml" Target="../ink/ink911.xml"/><Relationship Id="rId135" Type="http://schemas.openxmlformats.org/officeDocument/2006/relationships/image" Target="../media/image957.png"/><Relationship Id="rId151" Type="http://schemas.openxmlformats.org/officeDocument/2006/relationships/image" Target="../media/image965.png"/><Relationship Id="rId156" Type="http://schemas.openxmlformats.org/officeDocument/2006/relationships/customXml" Target="../ink/ink924.xml"/><Relationship Id="rId172" Type="http://schemas.openxmlformats.org/officeDocument/2006/relationships/customXml" Target="../ink/ink932.xml"/><Relationship Id="rId13" Type="http://schemas.openxmlformats.org/officeDocument/2006/relationships/image" Target="../media/image896.png"/><Relationship Id="rId18" Type="http://schemas.openxmlformats.org/officeDocument/2006/relationships/customXml" Target="../ink/ink855.xml"/><Relationship Id="rId39" Type="http://schemas.openxmlformats.org/officeDocument/2006/relationships/image" Target="../media/image909.png"/><Relationship Id="rId109" Type="http://schemas.openxmlformats.org/officeDocument/2006/relationships/image" Target="../media/image944.png"/><Relationship Id="rId34" Type="http://schemas.openxmlformats.org/officeDocument/2006/relationships/customXml" Target="../ink/ink863.xml"/><Relationship Id="rId50" Type="http://schemas.openxmlformats.org/officeDocument/2006/relationships/customXml" Target="../ink/ink871.xml"/><Relationship Id="rId55" Type="http://schemas.openxmlformats.org/officeDocument/2006/relationships/image" Target="../media/image917.png"/><Relationship Id="rId76" Type="http://schemas.openxmlformats.org/officeDocument/2006/relationships/customXml" Target="../ink/ink884.xml"/><Relationship Id="rId97" Type="http://schemas.openxmlformats.org/officeDocument/2006/relationships/image" Target="../media/image938.png"/><Relationship Id="rId104" Type="http://schemas.openxmlformats.org/officeDocument/2006/relationships/customXml" Target="../ink/ink898.xml"/><Relationship Id="rId120" Type="http://schemas.openxmlformats.org/officeDocument/2006/relationships/customXml" Target="../ink/ink906.xml"/><Relationship Id="rId125" Type="http://schemas.openxmlformats.org/officeDocument/2006/relationships/image" Target="../media/image952.png"/><Relationship Id="rId141" Type="http://schemas.openxmlformats.org/officeDocument/2006/relationships/image" Target="../media/image960.png"/><Relationship Id="rId146" Type="http://schemas.openxmlformats.org/officeDocument/2006/relationships/customXml" Target="../ink/ink919.xml"/><Relationship Id="rId167" Type="http://schemas.openxmlformats.org/officeDocument/2006/relationships/image" Target="../media/image973.png"/><Relationship Id="rId7" Type="http://schemas.openxmlformats.org/officeDocument/2006/relationships/image" Target="../media/image893.png"/><Relationship Id="rId71" Type="http://schemas.openxmlformats.org/officeDocument/2006/relationships/image" Target="../media/image925.png"/><Relationship Id="rId92" Type="http://schemas.openxmlformats.org/officeDocument/2006/relationships/customXml" Target="../ink/ink892.xml"/><Relationship Id="rId162" Type="http://schemas.openxmlformats.org/officeDocument/2006/relationships/customXml" Target="../ink/ink927.xml"/><Relationship Id="rId2" Type="http://schemas.openxmlformats.org/officeDocument/2006/relationships/oleObject" Target="../embeddings/oleObject12.bin"/><Relationship Id="rId29" Type="http://schemas.openxmlformats.org/officeDocument/2006/relationships/image" Target="../media/image904.png"/><Relationship Id="rId24" Type="http://schemas.openxmlformats.org/officeDocument/2006/relationships/customXml" Target="../ink/ink858.xml"/><Relationship Id="rId40" Type="http://schemas.openxmlformats.org/officeDocument/2006/relationships/customXml" Target="../ink/ink866.xml"/><Relationship Id="rId45" Type="http://schemas.openxmlformats.org/officeDocument/2006/relationships/image" Target="../media/image912.png"/><Relationship Id="rId66" Type="http://schemas.openxmlformats.org/officeDocument/2006/relationships/customXml" Target="../ink/ink879.xml"/><Relationship Id="rId87" Type="http://schemas.openxmlformats.org/officeDocument/2006/relationships/image" Target="../media/image933.png"/><Relationship Id="rId110" Type="http://schemas.openxmlformats.org/officeDocument/2006/relationships/customXml" Target="../ink/ink901.xml"/><Relationship Id="rId115" Type="http://schemas.openxmlformats.org/officeDocument/2006/relationships/image" Target="../media/image947.png"/><Relationship Id="rId131" Type="http://schemas.openxmlformats.org/officeDocument/2006/relationships/image" Target="../media/image955.png"/><Relationship Id="rId136" Type="http://schemas.openxmlformats.org/officeDocument/2006/relationships/customXml" Target="../ink/ink914.xml"/><Relationship Id="rId157" Type="http://schemas.openxmlformats.org/officeDocument/2006/relationships/image" Target="../media/image968.png"/><Relationship Id="rId61" Type="http://schemas.openxmlformats.org/officeDocument/2006/relationships/image" Target="../media/image920.png"/><Relationship Id="rId82" Type="http://schemas.openxmlformats.org/officeDocument/2006/relationships/customXml" Target="../ink/ink887.xml"/><Relationship Id="rId152" Type="http://schemas.openxmlformats.org/officeDocument/2006/relationships/customXml" Target="../ink/ink922.xml"/><Relationship Id="rId173" Type="http://schemas.openxmlformats.org/officeDocument/2006/relationships/image" Target="../media/image976.png"/><Relationship Id="rId19" Type="http://schemas.openxmlformats.org/officeDocument/2006/relationships/image" Target="../media/image899.png"/><Relationship Id="rId14" Type="http://schemas.openxmlformats.org/officeDocument/2006/relationships/customXml" Target="../ink/ink853.xml"/><Relationship Id="rId30" Type="http://schemas.openxmlformats.org/officeDocument/2006/relationships/customXml" Target="../ink/ink861.xml"/><Relationship Id="rId35" Type="http://schemas.openxmlformats.org/officeDocument/2006/relationships/image" Target="../media/image907.png"/><Relationship Id="rId56" Type="http://schemas.openxmlformats.org/officeDocument/2006/relationships/customXml" Target="../ink/ink874.xml"/><Relationship Id="rId77" Type="http://schemas.openxmlformats.org/officeDocument/2006/relationships/image" Target="../media/image928.png"/><Relationship Id="rId100" Type="http://schemas.openxmlformats.org/officeDocument/2006/relationships/customXml" Target="../ink/ink896.xml"/><Relationship Id="rId105" Type="http://schemas.openxmlformats.org/officeDocument/2006/relationships/image" Target="../media/image942.png"/><Relationship Id="rId126" Type="http://schemas.openxmlformats.org/officeDocument/2006/relationships/customXml" Target="../ink/ink909.xml"/><Relationship Id="rId147" Type="http://schemas.openxmlformats.org/officeDocument/2006/relationships/image" Target="../media/image963.png"/><Relationship Id="rId168" Type="http://schemas.openxmlformats.org/officeDocument/2006/relationships/customXml" Target="../ink/ink930.xml"/><Relationship Id="rId8" Type="http://schemas.openxmlformats.org/officeDocument/2006/relationships/customXml" Target="../ink/ink850.xml"/><Relationship Id="rId51" Type="http://schemas.openxmlformats.org/officeDocument/2006/relationships/image" Target="../media/image915.png"/><Relationship Id="rId72" Type="http://schemas.openxmlformats.org/officeDocument/2006/relationships/customXml" Target="../ink/ink882.xml"/><Relationship Id="rId93" Type="http://schemas.openxmlformats.org/officeDocument/2006/relationships/image" Target="../media/image936.png"/><Relationship Id="rId98" Type="http://schemas.openxmlformats.org/officeDocument/2006/relationships/customXml" Target="../ink/ink895.xml"/><Relationship Id="rId121" Type="http://schemas.openxmlformats.org/officeDocument/2006/relationships/image" Target="../media/image950.png"/><Relationship Id="rId142" Type="http://schemas.openxmlformats.org/officeDocument/2006/relationships/customXml" Target="../ink/ink917.xml"/><Relationship Id="rId163" Type="http://schemas.openxmlformats.org/officeDocument/2006/relationships/image" Target="../media/image971.png"/><Relationship Id="rId3" Type="http://schemas.openxmlformats.org/officeDocument/2006/relationships/image" Target="../media/image891.wmf"/><Relationship Id="rId25" Type="http://schemas.openxmlformats.org/officeDocument/2006/relationships/image" Target="../media/image902.png"/><Relationship Id="rId46" Type="http://schemas.openxmlformats.org/officeDocument/2006/relationships/customXml" Target="../ink/ink869.xml"/><Relationship Id="rId67" Type="http://schemas.openxmlformats.org/officeDocument/2006/relationships/image" Target="../media/image923.png"/><Relationship Id="rId116" Type="http://schemas.openxmlformats.org/officeDocument/2006/relationships/customXml" Target="../ink/ink904.xml"/><Relationship Id="rId137" Type="http://schemas.openxmlformats.org/officeDocument/2006/relationships/image" Target="../media/image958.png"/><Relationship Id="rId158" Type="http://schemas.openxmlformats.org/officeDocument/2006/relationships/customXml" Target="../ink/ink925.xml"/><Relationship Id="rId20" Type="http://schemas.openxmlformats.org/officeDocument/2006/relationships/customXml" Target="../ink/ink856.xml"/><Relationship Id="rId41" Type="http://schemas.openxmlformats.org/officeDocument/2006/relationships/image" Target="../media/image910.png"/><Relationship Id="rId62" Type="http://schemas.openxmlformats.org/officeDocument/2006/relationships/customXml" Target="../ink/ink877.xml"/><Relationship Id="rId83" Type="http://schemas.openxmlformats.org/officeDocument/2006/relationships/image" Target="../media/image931.png"/><Relationship Id="rId88" Type="http://schemas.openxmlformats.org/officeDocument/2006/relationships/customXml" Target="../ink/ink890.xml"/><Relationship Id="rId111" Type="http://schemas.openxmlformats.org/officeDocument/2006/relationships/image" Target="../media/image945.png"/><Relationship Id="rId132" Type="http://schemas.openxmlformats.org/officeDocument/2006/relationships/customXml" Target="../ink/ink912.xml"/><Relationship Id="rId153" Type="http://schemas.openxmlformats.org/officeDocument/2006/relationships/image" Target="../media/image966.png"/><Relationship Id="rId174" Type="http://schemas.openxmlformats.org/officeDocument/2006/relationships/customXml" Target="../ink/ink933.xml"/><Relationship Id="rId15" Type="http://schemas.openxmlformats.org/officeDocument/2006/relationships/image" Target="../media/image897.png"/><Relationship Id="rId36" Type="http://schemas.openxmlformats.org/officeDocument/2006/relationships/customXml" Target="../ink/ink864.xml"/><Relationship Id="rId57" Type="http://schemas.openxmlformats.org/officeDocument/2006/relationships/image" Target="../media/image918.png"/><Relationship Id="rId106" Type="http://schemas.openxmlformats.org/officeDocument/2006/relationships/customXml" Target="../ink/ink899.xml"/><Relationship Id="rId127" Type="http://schemas.openxmlformats.org/officeDocument/2006/relationships/image" Target="../media/image953.png"/><Relationship Id="rId10" Type="http://schemas.openxmlformats.org/officeDocument/2006/relationships/customXml" Target="../ink/ink851.xml"/><Relationship Id="rId31" Type="http://schemas.openxmlformats.org/officeDocument/2006/relationships/image" Target="../media/image905.png"/><Relationship Id="rId52" Type="http://schemas.openxmlformats.org/officeDocument/2006/relationships/customXml" Target="../ink/ink872.xml"/><Relationship Id="rId73" Type="http://schemas.openxmlformats.org/officeDocument/2006/relationships/image" Target="../media/image926.png"/><Relationship Id="rId78" Type="http://schemas.openxmlformats.org/officeDocument/2006/relationships/customXml" Target="../ink/ink885.xml"/><Relationship Id="rId94" Type="http://schemas.openxmlformats.org/officeDocument/2006/relationships/customXml" Target="../ink/ink893.xml"/><Relationship Id="rId99" Type="http://schemas.openxmlformats.org/officeDocument/2006/relationships/image" Target="../media/image939.png"/><Relationship Id="rId101" Type="http://schemas.openxmlformats.org/officeDocument/2006/relationships/image" Target="../media/image940.png"/><Relationship Id="rId122" Type="http://schemas.openxmlformats.org/officeDocument/2006/relationships/customXml" Target="../ink/ink907.xml"/><Relationship Id="rId143" Type="http://schemas.openxmlformats.org/officeDocument/2006/relationships/image" Target="../media/image961.png"/><Relationship Id="rId148" Type="http://schemas.openxmlformats.org/officeDocument/2006/relationships/customXml" Target="../ink/ink920.xml"/><Relationship Id="rId164" Type="http://schemas.openxmlformats.org/officeDocument/2006/relationships/customXml" Target="../ink/ink928.xml"/><Relationship Id="rId169" Type="http://schemas.openxmlformats.org/officeDocument/2006/relationships/image" Target="../media/image974.png"/><Relationship Id="rId4" Type="http://schemas.openxmlformats.org/officeDocument/2006/relationships/oleObject" Target="../embeddings/oleObject13.bin"/><Relationship Id="rId9" Type="http://schemas.openxmlformats.org/officeDocument/2006/relationships/image" Target="../media/image894.png"/><Relationship Id="rId26" Type="http://schemas.openxmlformats.org/officeDocument/2006/relationships/customXml" Target="../ink/ink859.xml"/><Relationship Id="rId47" Type="http://schemas.openxmlformats.org/officeDocument/2006/relationships/image" Target="../media/image913.png"/><Relationship Id="rId68" Type="http://schemas.openxmlformats.org/officeDocument/2006/relationships/customXml" Target="../ink/ink880.xml"/><Relationship Id="rId89" Type="http://schemas.openxmlformats.org/officeDocument/2006/relationships/image" Target="../media/image934.png"/><Relationship Id="rId112" Type="http://schemas.openxmlformats.org/officeDocument/2006/relationships/customXml" Target="../ink/ink902.xml"/><Relationship Id="rId133" Type="http://schemas.openxmlformats.org/officeDocument/2006/relationships/image" Target="../media/image956.png"/><Relationship Id="rId154" Type="http://schemas.openxmlformats.org/officeDocument/2006/relationships/customXml" Target="../ink/ink923.xml"/><Relationship Id="rId175" Type="http://schemas.openxmlformats.org/officeDocument/2006/relationships/image" Target="../media/image977.png"/><Relationship Id="rId16" Type="http://schemas.openxmlformats.org/officeDocument/2006/relationships/customXml" Target="../ink/ink854.xml"/><Relationship Id="rId37" Type="http://schemas.openxmlformats.org/officeDocument/2006/relationships/image" Target="../media/image908.png"/><Relationship Id="rId58" Type="http://schemas.openxmlformats.org/officeDocument/2006/relationships/customXml" Target="../ink/ink875.xml"/><Relationship Id="rId79" Type="http://schemas.openxmlformats.org/officeDocument/2006/relationships/image" Target="../media/image929.png"/><Relationship Id="rId102" Type="http://schemas.openxmlformats.org/officeDocument/2006/relationships/customXml" Target="../ink/ink897.xml"/><Relationship Id="rId123" Type="http://schemas.openxmlformats.org/officeDocument/2006/relationships/image" Target="../media/image951.png"/><Relationship Id="rId144" Type="http://schemas.openxmlformats.org/officeDocument/2006/relationships/customXml" Target="../ink/ink918.xml"/><Relationship Id="rId90" Type="http://schemas.openxmlformats.org/officeDocument/2006/relationships/customXml" Target="../ink/ink891.xml"/><Relationship Id="rId165" Type="http://schemas.openxmlformats.org/officeDocument/2006/relationships/image" Target="../media/image972.png"/><Relationship Id="rId27" Type="http://schemas.openxmlformats.org/officeDocument/2006/relationships/image" Target="../media/image903.png"/><Relationship Id="rId48" Type="http://schemas.openxmlformats.org/officeDocument/2006/relationships/customXml" Target="../ink/ink870.xml"/><Relationship Id="rId69" Type="http://schemas.openxmlformats.org/officeDocument/2006/relationships/image" Target="../media/image924.png"/><Relationship Id="rId113" Type="http://schemas.openxmlformats.org/officeDocument/2006/relationships/image" Target="../media/image946.png"/><Relationship Id="rId134" Type="http://schemas.openxmlformats.org/officeDocument/2006/relationships/customXml" Target="../ink/ink913.xml"/><Relationship Id="rId80" Type="http://schemas.openxmlformats.org/officeDocument/2006/relationships/customXml" Target="../ink/ink886.xml"/><Relationship Id="rId155" Type="http://schemas.openxmlformats.org/officeDocument/2006/relationships/image" Target="../media/image967.png"/><Relationship Id="rId17" Type="http://schemas.openxmlformats.org/officeDocument/2006/relationships/image" Target="../media/image898.png"/><Relationship Id="rId38" Type="http://schemas.openxmlformats.org/officeDocument/2006/relationships/customXml" Target="../ink/ink865.xml"/><Relationship Id="rId59" Type="http://schemas.openxmlformats.org/officeDocument/2006/relationships/image" Target="../media/image919.png"/><Relationship Id="rId103" Type="http://schemas.openxmlformats.org/officeDocument/2006/relationships/image" Target="../media/image941.png"/><Relationship Id="rId124" Type="http://schemas.openxmlformats.org/officeDocument/2006/relationships/customXml" Target="../ink/ink908.xml"/><Relationship Id="rId70" Type="http://schemas.openxmlformats.org/officeDocument/2006/relationships/customXml" Target="../ink/ink881.xml"/><Relationship Id="rId91" Type="http://schemas.openxmlformats.org/officeDocument/2006/relationships/image" Target="../media/image935.png"/><Relationship Id="rId145" Type="http://schemas.openxmlformats.org/officeDocument/2006/relationships/image" Target="../media/image962.png"/><Relationship Id="rId166" Type="http://schemas.openxmlformats.org/officeDocument/2006/relationships/customXml" Target="../ink/ink929.xml"/></Relationships>
</file>

<file path=ppt/slides/_rels/slide36.xml.rels><?xml version="1.0" encoding="UTF-8" standalone="yes"?>
<Relationships xmlns="http://schemas.openxmlformats.org/package/2006/relationships"><Relationship Id="rId13" Type="http://schemas.openxmlformats.org/officeDocument/2006/relationships/customXml" Target="../ink/ink939.xml"/><Relationship Id="rId18" Type="http://schemas.openxmlformats.org/officeDocument/2006/relationships/image" Target="../media/image986.png"/><Relationship Id="rId26" Type="http://schemas.openxmlformats.org/officeDocument/2006/relationships/image" Target="../media/image990.png"/><Relationship Id="rId3" Type="http://schemas.openxmlformats.org/officeDocument/2006/relationships/customXml" Target="../ink/ink934.xml"/><Relationship Id="rId21" Type="http://schemas.openxmlformats.org/officeDocument/2006/relationships/customXml" Target="../ink/ink943.xml"/><Relationship Id="rId34" Type="http://schemas.openxmlformats.org/officeDocument/2006/relationships/image" Target="../media/image994.png"/><Relationship Id="rId7" Type="http://schemas.openxmlformats.org/officeDocument/2006/relationships/customXml" Target="../ink/ink936.xml"/><Relationship Id="rId12" Type="http://schemas.openxmlformats.org/officeDocument/2006/relationships/image" Target="../media/image983.png"/><Relationship Id="rId17" Type="http://schemas.openxmlformats.org/officeDocument/2006/relationships/customXml" Target="../ink/ink941.xml"/><Relationship Id="rId25" Type="http://schemas.openxmlformats.org/officeDocument/2006/relationships/customXml" Target="../ink/ink945.xml"/><Relationship Id="rId33" Type="http://schemas.openxmlformats.org/officeDocument/2006/relationships/customXml" Target="../ink/ink949.xml"/><Relationship Id="rId2" Type="http://schemas.openxmlformats.org/officeDocument/2006/relationships/image" Target="../media/image978.jpeg"/><Relationship Id="rId16" Type="http://schemas.openxmlformats.org/officeDocument/2006/relationships/image" Target="../media/image985.png"/><Relationship Id="rId20" Type="http://schemas.openxmlformats.org/officeDocument/2006/relationships/image" Target="../media/image987.png"/><Relationship Id="rId29" Type="http://schemas.openxmlformats.org/officeDocument/2006/relationships/customXml" Target="../ink/ink947.xml"/><Relationship Id="rId1" Type="http://schemas.openxmlformats.org/officeDocument/2006/relationships/slideLayout" Target="../slideLayouts/slideLayout38.xml"/><Relationship Id="rId6" Type="http://schemas.openxmlformats.org/officeDocument/2006/relationships/image" Target="../media/image980.png"/><Relationship Id="rId11" Type="http://schemas.openxmlformats.org/officeDocument/2006/relationships/customXml" Target="../ink/ink938.xml"/><Relationship Id="rId24" Type="http://schemas.openxmlformats.org/officeDocument/2006/relationships/image" Target="../media/image989.png"/><Relationship Id="rId32" Type="http://schemas.openxmlformats.org/officeDocument/2006/relationships/image" Target="../media/image993.png"/><Relationship Id="rId5" Type="http://schemas.openxmlformats.org/officeDocument/2006/relationships/customXml" Target="../ink/ink935.xml"/><Relationship Id="rId15" Type="http://schemas.openxmlformats.org/officeDocument/2006/relationships/customXml" Target="../ink/ink940.xml"/><Relationship Id="rId23" Type="http://schemas.openxmlformats.org/officeDocument/2006/relationships/customXml" Target="../ink/ink944.xml"/><Relationship Id="rId28" Type="http://schemas.openxmlformats.org/officeDocument/2006/relationships/image" Target="../media/image991.png"/><Relationship Id="rId36" Type="http://schemas.openxmlformats.org/officeDocument/2006/relationships/image" Target="../media/image995.png"/><Relationship Id="rId10" Type="http://schemas.openxmlformats.org/officeDocument/2006/relationships/image" Target="../media/image982.png"/><Relationship Id="rId19" Type="http://schemas.openxmlformats.org/officeDocument/2006/relationships/customXml" Target="../ink/ink942.xml"/><Relationship Id="rId31" Type="http://schemas.openxmlformats.org/officeDocument/2006/relationships/customXml" Target="../ink/ink948.xml"/><Relationship Id="rId4" Type="http://schemas.openxmlformats.org/officeDocument/2006/relationships/image" Target="../media/image979.png"/><Relationship Id="rId9" Type="http://schemas.openxmlformats.org/officeDocument/2006/relationships/customXml" Target="../ink/ink937.xml"/><Relationship Id="rId14" Type="http://schemas.openxmlformats.org/officeDocument/2006/relationships/image" Target="../media/image984.png"/><Relationship Id="rId22" Type="http://schemas.openxmlformats.org/officeDocument/2006/relationships/image" Target="../media/image988.png"/><Relationship Id="rId27" Type="http://schemas.openxmlformats.org/officeDocument/2006/relationships/customXml" Target="../ink/ink946.xml"/><Relationship Id="rId30" Type="http://schemas.openxmlformats.org/officeDocument/2006/relationships/image" Target="../media/image992.png"/><Relationship Id="rId35" Type="http://schemas.openxmlformats.org/officeDocument/2006/relationships/customXml" Target="../ink/ink950.xml"/><Relationship Id="rId8" Type="http://schemas.openxmlformats.org/officeDocument/2006/relationships/image" Target="../media/image981.png"/></Relationships>
</file>

<file path=ppt/slides/_rels/slide37.xml.rels><?xml version="1.0" encoding="UTF-8" standalone="yes"?>
<Relationships xmlns="http://schemas.openxmlformats.org/package/2006/relationships"><Relationship Id="rId3" Type="http://schemas.openxmlformats.org/officeDocument/2006/relationships/image" Target="../media/image996.png"/><Relationship Id="rId2" Type="http://schemas.openxmlformats.org/officeDocument/2006/relationships/customXml" Target="../ink/ink951.xml"/><Relationship Id="rId1" Type="http://schemas.openxmlformats.org/officeDocument/2006/relationships/slideLayout" Target="../slideLayouts/slideLayout38.xml"/><Relationship Id="rId5" Type="http://schemas.openxmlformats.org/officeDocument/2006/relationships/image" Target="../media/image997.png"/><Relationship Id="rId4" Type="http://schemas.openxmlformats.org/officeDocument/2006/relationships/customXml" Target="../ink/ink952.xml"/></Relationships>
</file>

<file path=ppt/slides/_rels/slide38.xml.rels><?xml version="1.0" encoding="UTF-8" standalone="yes"?>
<Relationships xmlns="http://schemas.openxmlformats.org/package/2006/relationships"><Relationship Id="rId13" Type="http://schemas.openxmlformats.org/officeDocument/2006/relationships/image" Target="../media/image1002.png"/><Relationship Id="rId18" Type="http://schemas.openxmlformats.org/officeDocument/2006/relationships/customXml" Target="../ink/ink960.xml"/><Relationship Id="rId26" Type="http://schemas.openxmlformats.org/officeDocument/2006/relationships/customXml" Target="../ink/ink964.xml"/><Relationship Id="rId39" Type="http://schemas.openxmlformats.org/officeDocument/2006/relationships/image" Target="../media/image1015.png"/><Relationship Id="rId21" Type="http://schemas.openxmlformats.org/officeDocument/2006/relationships/image" Target="../media/image1006.png"/><Relationship Id="rId34" Type="http://schemas.openxmlformats.org/officeDocument/2006/relationships/customXml" Target="../ink/ink968.xml"/><Relationship Id="rId7" Type="http://schemas.openxmlformats.org/officeDocument/2006/relationships/image" Target="../media/image999.png"/><Relationship Id="rId2" Type="http://schemas.openxmlformats.org/officeDocument/2006/relationships/image" Target="../media/image6800.png"/><Relationship Id="rId16" Type="http://schemas.openxmlformats.org/officeDocument/2006/relationships/customXml" Target="../ink/ink959.xml"/><Relationship Id="rId20" Type="http://schemas.openxmlformats.org/officeDocument/2006/relationships/customXml" Target="../ink/ink961.xml"/><Relationship Id="rId29" Type="http://schemas.openxmlformats.org/officeDocument/2006/relationships/image" Target="../media/image1010.png"/><Relationship Id="rId41" Type="http://schemas.openxmlformats.org/officeDocument/2006/relationships/image" Target="../media/image1016.png"/><Relationship Id="rId1" Type="http://schemas.openxmlformats.org/officeDocument/2006/relationships/slideLayout" Target="../slideLayouts/slideLayout38.xml"/><Relationship Id="rId6" Type="http://schemas.openxmlformats.org/officeDocument/2006/relationships/customXml" Target="../ink/ink954.xml"/><Relationship Id="rId11" Type="http://schemas.openxmlformats.org/officeDocument/2006/relationships/image" Target="../media/image1001.png"/><Relationship Id="rId24" Type="http://schemas.openxmlformats.org/officeDocument/2006/relationships/customXml" Target="../ink/ink963.xml"/><Relationship Id="rId32" Type="http://schemas.openxmlformats.org/officeDocument/2006/relationships/customXml" Target="../ink/ink967.xml"/><Relationship Id="rId37" Type="http://schemas.openxmlformats.org/officeDocument/2006/relationships/image" Target="../media/image1014.png"/><Relationship Id="rId40" Type="http://schemas.openxmlformats.org/officeDocument/2006/relationships/customXml" Target="../ink/ink971.xml"/><Relationship Id="rId5" Type="http://schemas.openxmlformats.org/officeDocument/2006/relationships/image" Target="../media/image998.png"/><Relationship Id="rId15" Type="http://schemas.openxmlformats.org/officeDocument/2006/relationships/image" Target="../media/image1003.png"/><Relationship Id="rId23" Type="http://schemas.openxmlformats.org/officeDocument/2006/relationships/image" Target="../media/image1007.png"/><Relationship Id="rId28" Type="http://schemas.openxmlformats.org/officeDocument/2006/relationships/customXml" Target="../ink/ink965.xml"/><Relationship Id="rId36" Type="http://schemas.openxmlformats.org/officeDocument/2006/relationships/customXml" Target="../ink/ink969.xml"/><Relationship Id="rId10" Type="http://schemas.openxmlformats.org/officeDocument/2006/relationships/customXml" Target="../ink/ink956.xml"/><Relationship Id="rId19" Type="http://schemas.openxmlformats.org/officeDocument/2006/relationships/image" Target="../media/image1005.png"/><Relationship Id="rId31" Type="http://schemas.openxmlformats.org/officeDocument/2006/relationships/image" Target="../media/image1011.png"/><Relationship Id="rId4" Type="http://schemas.openxmlformats.org/officeDocument/2006/relationships/customXml" Target="../ink/ink953.xml"/><Relationship Id="rId9" Type="http://schemas.openxmlformats.org/officeDocument/2006/relationships/image" Target="../media/image1000.png"/><Relationship Id="rId14" Type="http://schemas.openxmlformats.org/officeDocument/2006/relationships/customXml" Target="../ink/ink958.xml"/><Relationship Id="rId22" Type="http://schemas.openxmlformats.org/officeDocument/2006/relationships/customXml" Target="../ink/ink962.xml"/><Relationship Id="rId27" Type="http://schemas.openxmlformats.org/officeDocument/2006/relationships/image" Target="../media/image1009.png"/><Relationship Id="rId30" Type="http://schemas.openxmlformats.org/officeDocument/2006/relationships/customXml" Target="../ink/ink966.xml"/><Relationship Id="rId35" Type="http://schemas.openxmlformats.org/officeDocument/2006/relationships/image" Target="../media/image1013.png"/><Relationship Id="rId8" Type="http://schemas.openxmlformats.org/officeDocument/2006/relationships/customXml" Target="../ink/ink955.xml"/><Relationship Id="rId3" Type="http://schemas.openxmlformats.org/officeDocument/2006/relationships/image" Target="../media/image6900.png"/><Relationship Id="rId12" Type="http://schemas.openxmlformats.org/officeDocument/2006/relationships/customXml" Target="../ink/ink957.xml"/><Relationship Id="rId17" Type="http://schemas.openxmlformats.org/officeDocument/2006/relationships/image" Target="../media/image1004.png"/><Relationship Id="rId25" Type="http://schemas.openxmlformats.org/officeDocument/2006/relationships/image" Target="../media/image1008.png"/><Relationship Id="rId33" Type="http://schemas.openxmlformats.org/officeDocument/2006/relationships/image" Target="../media/image1012.png"/><Relationship Id="rId38" Type="http://schemas.openxmlformats.org/officeDocument/2006/relationships/customXml" Target="../ink/ink970.xml"/></Relationships>
</file>

<file path=ppt/slides/_rels/slide39.xml.rels><?xml version="1.0" encoding="UTF-8" standalone="yes"?>
<Relationships xmlns="http://schemas.openxmlformats.org/package/2006/relationships"><Relationship Id="rId3" Type="http://schemas.openxmlformats.org/officeDocument/2006/relationships/image" Target="../media/image5200.png"/><Relationship Id="rId2" Type="http://schemas.openxmlformats.org/officeDocument/2006/relationships/image" Target="../media/image5100.png"/><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3" Type="http://schemas.openxmlformats.org/officeDocument/2006/relationships/image" Target="../media/image7300.png"/><Relationship Id="rId2" Type="http://schemas.openxmlformats.org/officeDocument/2006/relationships/image" Target="../media/image7200.png"/><Relationship Id="rId1" Type="http://schemas.openxmlformats.org/officeDocument/2006/relationships/slideLayout" Target="../slideLayouts/slideLayout38.xml"/><Relationship Id="rId5" Type="http://schemas.openxmlformats.org/officeDocument/2006/relationships/image" Target="../media/image7500.png"/><Relationship Id="rId4" Type="http://schemas.openxmlformats.org/officeDocument/2006/relationships/image" Target="../media/image740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26" Type="http://schemas.openxmlformats.org/officeDocument/2006/relationships/customXml" Target="../ink/ink982.xml"/><Relationship Id="rId21" Type="http://schemas.openxmlformats.org/officeDocument/2006/relationships/image" Target="../media/image1025.png"/><Relationship Id="rId42" Type="http://schemas.openxmlformats.org/officeDocument/2006/relationships/customXml" Target="../ink/ink990.xml"/><Relationship Id="rId47" Type="http://schemas.openxmlformats.org/officeDocument/2006/relationships/image" Target="../media/image1038.png"/><Relationship Id="rId63" Type="http://schemas.openxmlformats.org/officeDocument/2006/relationships/image" Target="../media/image1046.png"/><Relationship Id="rId68" Type="http://schemas.openxmlformats.org/officeDocument/2006/relationships/customXml" Target="../ink/ink1003.xml"/><Relationship Id="rId7" Type="http://schemas.openxmlformats.org/officeDocument/2006/relationships/image" Target="../media/image531.png"/><Relationship Id="rId71" Type="http://schemas.openxmlformats.org/officeDocument/2006/relationships/image" Target="../media/image1050.png"/><Relationship Id="rId2" Type="http://schemas.openxmlformats.org/officeDocument/2006/relationships/oleObject" Target="../embeddings/oleObject14.bin"/><Relationship Id="rId16" Type="http://schemas.openxmlformats.org/officeDocument/2006/relationships/customXml" Target="../ink/ink977.xml"/><Relationship Id="rId29" Type="http://schemas.openxmlformats.org/officeDocument/2006/relationships/image" Target="../media/image1029.png"/><Relationship Id="rId11" Type="http://schemas.openxmlformats.org/officeDocument/2006/relationships/image" Target="../media/image1020.png"/><Relationship Id="rId24" Type="http://schemas.openxmlformats.org/officeDocument/2006/relationships/customXml" Target="../ink/ink981.xml"/><Relationship Id="rId32" Type="http://schemas.openxmlformats.org/officeDocument/2006/relationships/customXml" Target="../ink/ink985.xml"/><Relationship Id="rId37" Type="http://schemas.openxmlformats.org/officeDocument/2006/relationships/image" Target="../media/image1033.png"/><Relationship Id="rId40" Type="http://schemas.openxmlformats.org/officeDocument/2006/relationships/customXml" Target="../ink/ink989.xml"/><Relationship Id="rId45" Type="http://schemas.openxmlformats.org/officeDocument/2006/relationships/image" Target="../media/image1037.png"/><Relationship Id="rId53" Type="http://schemas.openxmlformats.org/officeDocument/2006/relationships/image" Target="../media/image1041.png"/><Relationship Id="rId58" Type="http://schemas.openxmlformats.org/officeDocument/2006/relationships/customXml" Target="../ink/ink998.xml"/><Relationship Id="rId66" Type="http://schemas.openxmlformats.org/officeDocument/2006/relationships/customXml" Target="../ink/ink1002.xml"/><Relationship Id="rId5" Type="http://schemas.openxmlformats.org/officeDocument/2006/relationships/image" Target="../media/image1018.wmf"/><Relationship Id="rId61" Type="http://schemas.openxmlformats.org/officeDocument/2006/relationships/image" Target="../media/image1045.png"/><Relationship Id="rId19" Type="http://schemas.openxmlformats.org/officeDocument/2006/relationships/image" Target="../media/image1024.png"/><Relationship Id="rId14" Type="http://schemas.openxmlformats.org/officeDocument/2006/relationships/customXml" Target="../ink/ink976.xml"/><Relationship Id="rId22" Type="http://schemas.openxmlformats.org/officeDocument/2006/relationships/customXml" Target="../ink/ink980.xml"/><Relationship Id="rId27" Type="http://schemas.openxmlformats.org/officeDocument/2006/relationships/image" Target="../media/image1028.png"/><Relationship Id="rId30" Type="http://schemas.openxmlformats.org/officeDocument/2006/relationships/customXml" Target="../ink/ink984.xml"/><Relationship Id="rId35" Type="http://schemas.openxmlformats.org/officeDocument/2006/relationships/image" Target="../media/image1032.png"/><Relationship Id="rId43" Type="http://schemas.openxmlformats.org/officeDocument/2006/relationships/image" Target="../media/image1036.png"/><Relationship Id="rId48" Type="http://schemas.openxmlformats.org/officeDocument/2006/relationships/customXml" Target="../ink/ink993.xml"/><Relationship Id="rId56" Type="http://schemas.openxmlformats.org/officeDocument/2006/relationships/customXml" Target="../ink/ink997.xml"/><Relationship Id="rId64" Type="http://schemas.openxmlformats.org/officeDocument/2006/relationships/customXml" Target="../ink/ink1001.xml"/><Relationship Id="rId69" Type="http://schemas.openxmlformats.org/officeDocument/2006/relationships/image" Target="../media/image1049.png"/><Relationship Id="rId8" Type="http://schemas.openxmlformats.org/officeDocument/2006/relationships/customXml" Target="../ink/ink973.xml"/><Relationship Id="rId51" Type="http://schemas.openxmlformats.org/officeDocument/2006/relationships/image" Target="../media/image1040.png"/><Relationship Id="rId3" Type="http://schemas.openxmlformats.org/officeDocument/2006/relationships/image" Target="../media/image1017.wmf"/><Relationship Id="rId12" Type="http://schemas.openxmlformats.org/officeDocument/2006/relationships/customXml" Target="../ink/ink975.xml"/><Relationship Id="rId17" Type="http://schemas.openxmlformats.org/officeDocument/2006/relationships/image" Target="../media/image1023.png"/><Relationship Id="rId25" Type="http://schemas.openxmlformats.org/officeDocument/2006/relationships/image" Target="../media/image1027.png"/><Relationship Id="rId33" Type="http://schemas.openxmlformats.org/officeDocument/2006/relationships/image" Target="../media/image1031.png"/><Relationship Id="rId38" Type="http://schemas.openxmlformats.org/officeDocument/2006/relationships/customXml" Target="../ink/ink988.xml"/><Relationship Id="rId46" Type="http://schemas.openxmlformats.org/officeDocument/2006/relationships/customXml" Target="../ink/ink992.xml"/><Relationship Id="rId59" Type="http://schemas.openxmlformats.org/officeDocument/2006/relationships/image" Target="../media/image1044.png"/><Relationship Id="rId67" Type="http://schemas.openxmlformats.org/officeDocument/2006/relationships/image" Target="../media/image1048.png"/><Relationship Id="rId20" Type="http://schemas.openxmlformats.org/officeDocument/2006/relationships/customXml" Target="../ink/ink979.xml"/><Relationship Id="rId41" Type="http://schemas.openxmlformats.org/officeDocument/2006/relationships/image" Target="../media/image1035.png"/><Relationship Id="rId54" Type="http://schemas.openxmlformats.org/officeDocument/2006/relationships/customXml" Target="../ink/ink996.xml"/><Relationship Id="rId62" Type="http://schemas.openxmlformats.org/officeDocument/2006/relationships/customXml" Target="../ink/ink1000.xml"/><Relationship Id="rId70" Type="http://schemas.openxmlformats.org/officeDocument/2006/relationships/customXml" Target="../ink/ink1004.xml"/><Relationship Id="rId1" Type="http://schemas.openxmlformats.org/officeDocument/2006/relationships/slideLayout" Target="../slideLayouts/slideLayout38.xml"/><Relationship Id="rId6" Type="http://schemas.openxmlformats.org/officeDocument/2006/relationships/customXml" Target="../ink/ink972.xml"/><Relationship Id="rId15" Type="http://schemas.openxmlformats.org/officeDocument/2006/relationships/image" Target="../media/image1022.png"/><Relationship Id="rId23" Type="http://schemas.openxmlformats.org/officeDocument/2006/relationships/image" Target="../media/image1026.png"/><Relationship Id="rId28" Type="http://schemas.openxmlformats.org/officeDocument/2006/relationships/customXml" Target="../ink/ink983.xml"/><Relationship Id="rId36" Type="http://schemas.openxmlformats.org/officeDocument/2006/relationships/customXml" Target="../ink/ink987.xml"/><Relationship Id="rId49" Type="http://schemas.openxmlformats.org/officeDocument/2006/relationships/image" Target="../media/image1039.png"/><Relationship Id="rId57" Type="http://schemas.openxmlformats.org/officeDocument/2006/relationships/image" Target="../media/image1043.png"/><Relationship Id="rId10" Type="http://schemas.openxmlformats.org/officeDocument/2006/relationships/customXml" Target="../ink/ink974.xml"/><Relationship Id="rId31" Type="http://schemas.openxmlformats.org/officeDocument/2006/relationships/image" Target="../media/image1030.png"/><Relationship Id="rId44" Type="http://schemas.openxmlformats.org/officeDocument/2006/relationships/customXml" Target="../ink/ink991.xml"/><Relationship Id="rId52" Type="http://schemas.openxmlformats.org/officeDocument/2006/relationships/customXml" Target="../ink/ink995.xml"/><Relationship Id="rId60" Type="http://schemas.openxmlformats.org/officeDocument/2006/relationships/customXml" Target="../ink/ink999.xml"/><Relationship Id="rId65" Type="http://schemas.openxmlformats.org/officeDocument/2006/relationships/image" Target="../media/image1047.png"/><Relationship Id="rId4" Type="http://schemas.openxmlformats.org/officeDocument/2006/relationships/oleObject" Target="../embeddings/oleObject15.bin"/><Relationship Id="rId9" Type="http://schemas.openxmlformats.org/officeDocument/2006/relationships/image" Target="../media/image1019.png"/><Relationship Id="rId13" Type="http://schemas.openxmlformats.org/officeDocument/2006/relationships/image" Target="../media/image1021.png"/><Relationship Id="rId18" Type="http://schemas.openxmlformats.org/officeDocument/2006/relationships/customXml" Target="../ink/ink978.xml"/><Relationship Id="rId39" Type="http://schemas.openxmlformats.org/officeDocument/2006/relationships/image" Target="../media/image1034.png"/><Relationship Id="rId34" Type="http://schemas.openxmlformats.org/officeDocument/2006/relationships/customXml" Target="../ink/ink986.xml"/><Relationship Id="rId50" Type="http://schemas.openxmlformats.org/officeDocument/2006/relationships/customXml" Target="../ink/ink994.xml"/><Relationship Id="rId55" Type="http://schemas.openxmlformats.org/officeDocument/2006/relationships/image" Target="../media/image1042.png"/></Relationships>
</file>

<file path=ppt/slides/_rels/slide43.xml.rels><?xml version="1.0" encoding="UTF-8" standalone="yes"?>
<Relationships xmlns="http://schemas.openxmlformats.org/package/2006/relationships"><Relationship Id="rId26" Type="http://schemas.openxmlformats.org/officeDocument/2006/relationships/customXml" Target="../ink/ink1014.xml"/><Relationship Id="rId21" Type="http://schemas.openxmlformats.org/officeDocument/2006/relationships/image" Target="../media/image1063.png"/><Relationship Id="rId42" Type="http://schemas.openxmlformats.org/officeDocument/2006/relationships/customXml" Target="../ink/ink1022.xml"/><Relationship Id="rId47" Type="http://schemas.openxmlformats.org/officeDocument/2006/relationships/image" Target="../media/image1076.png"/><Relationship Id="rId63" Type="http://schemas.openxmlformats.org/officeDocument/2006/relationships/image" Target="../media/image1084.png"/><Relationship Id="rId68" Type="http://schemas.openxmlformats.org/officeDocument/2006/relationships/customXml" Target="../ink/ink1035.xml"/><Relationship Id="rId16" Type="http://schemas.openxmlformats.org/officeDocument/2006/relationships/customXml" Target="../ink/ink1009.xml"/><Relationship Id="rId11" Type="http://schemas.openxmlformats.org/officeDocument/2006/relationships/image" Target="../media/image1058.png"/><Relationship Id="rId32" Type="http://schemas.openxmlformats.org/officeDocument/2006/relationships/customXml" Target="../ink/ink1017.xml"/><Relationship Id="rId37" Type="http://schemas.openxmlformats.org/officeDocument/2006/relationships/image" Target="../media/image1071.png"/><Relationship Id="rId53" Type="http://schemas.openxmlformats.org/officeDocument/2006/relationships/image" Target="../media/image1079.png"/><Relationship Id="rId58" Type="http://schemas.openxmlformats.org/officeDocument/2006/relationships/customXml" Target="../ink/ink1030.xml"/><Relationship Id="rId74" Type="http://schemas.openxmlformats.org/officeDocument/2006/relationships/customXml" Target="../ink/ink1038.xml"/><Relationship Id="rId79" Type="http://schemas.openxmlformats.org/officeDocument/2006/relationships/image" Target="../media/image1092.png"/><Relationship Id="rId5" Type="http://schemas.openxmlformats.org/officeDocument/2006/relationships/image" Target="../media/image1054.png"/><Relationship Id="rId61" Type="http://schemas.openxmlformats.org/officeDocument/2006/relationships/image" Target="../media/image1083.png"/><Relationship Id="rId82" Type="http://schemas.openxmlformats.org/officeDocument/2006/relationships/customXml" Target="../ink/ink1042.xml"/><Relationship Id="rId19" Type="http://schemas.openxmlformats.org/officeDocument/2006/relationships/image" Target="../media/image1062.png"/><Relationship Id="rId14" Type="http://schemas.openxmlformats.org/officeDocument/2006/relationships/customXml" Target="../ink/ink1008.xml"/><Relationship Id="rId22" Type="http://schemas.openxmlformats.org/officeDocument/2006/relationships/customXml" Target="../ink/ink1012.xml"/><Relationship Id="rId27" Type="http://schemas.openxmlformats.org/officeDocument/2006/relationships/image" Target="../media/image1066.png"/><Relationship Id="rId30" Type="http://schemas.openxmlformats.org/officeDocument/2006/relationships/customXml" Target="../ink/ink1016.xml"/><Relationship Id="rId35" Type="http://schemas.openxmlformats.org/officeDocument/2006/relationships/image" Target="../media/image1070.png"/><Relationship Id="rId43" Type="http://schemas.openxmlformats.org/officeDocument/2006/relationships/image" Target="../media/image1074.png"/><Relationship Id="rId48" Type="http://schemas.openxmlformats.org/officeDocument/2006/relationships/customXml" Target="../ink/ink1025.xml"/><Relationship Id="rId56" Type="http://schemas.openxmlformats.org/officeDocument/2006/relationships/customXml" Target="../ink/ink1029.xml"/><Relationship Id="rId64" Type="http://schemas.openxmlformats.org/officeDocument/2006/relationships/customXml" Target="../ink/ink1033.xml"/><Relationship Id="rId69" Type="http://schemas.openxmlformats.org/officeDocument/2006/relationships/image" Target="../media/image1087.png"/><Relationship Id="rId77" Type="http://schemas.openxmlformats.org/officeDocument/2006/relationships/image" Target="../media/image1091.png"/><Relationship Id="rId8" Type="http://schemas.openxmlformats.org/officeDocument/2006/relationships/customXml" Target="../ink/ink1005.xml"/><Relationship Id="rId51" Type="http://schemas.openxmlformats.org/officeDocument/2006/relationships/image" Target="../media/image1078.png"/><Relationship Id="rId72" Type="http://schemas.openxmlformats.org/officeDocument/2006/relationships/customXml" Target="../ink/ink1037.xml"/><Relationship Id="rId80" Type="http://schemas.openxmlformats.org/officeDocument/2006/relationships/customXml" Target="../ink/ink1041.xml"/><Relationship Id="rId3" Type="http://schemas.openxmlformats.org/officeDocument/2006/relationships/image" Target="../media/image1052.png"/><Relationship Id="rId12" Type="http://schemas.openxmlformats.org/officeDocument/2006/relationships/customXml" Target="../ink/ink1007.xml"/><Relationship Id="rId17" Type="http://schemas.openxmlformats.org/officeDocument/2006/relationships/image" Target="../media/image1061.png"/><Relationship Id="rId25" Type="http://schemas.openxmlformats.org/officeDocument/2006/relationships/image" Target="../media/image1065.png"/><Relationship Id="rId33" Type="http://schemas.openxmlformats.org/officeDocument/2006/relationships/image" Target="../media/image1069.png"/><Relationship Id="rId38" Type="http://schemas.openxmlformats.org/officeDocument/2006/relationships/customXml" Target="../ink/ink1020.xml"/><Relationship Id="rId46" Type="http://schemas.openxmlformats.org/officeDocument/2006/relationships/customXml" Target="../ink/ink1024.xml"/><Relationship Id="rId59" Type="http://schemas.openxmlformats.org/officeDocument/2006/relationships/image" Target="../media/image1082.png"/><Relationship Id="rId67" Type="http://schemas.openxmlformats.org/officeDocument/2006/relationships/image" Target="../media/image1086.png"/><Relationship Id="rId20" Type="http://schemas.openxmlformats.org/officeDocument/2006/relationships/customXml" Target="../ink/ink1011.xml"/><Relationship Id="rId41" Type="http://schemas.openxmlformats.org/officeDocument/2006/relationships/image" Target="../media/image1073.png"/><Relationship Id="rId54" Type="http://schemas.openxmlformats.org/officeDocument/2006/relationships/customXml" Target="../ink/ink1028.xml"/><Relationship Id="rId62" Type="http://schemas.openxmlformats.org/officeDocument/2006/relationships/customXml" Target="../ink/ink1032.xml"/><Relationship Id="rId70" Type="http://schemas.openxmlformats.org/officeDocument/2006/relationships/customXml" Target="../ink/ink1036.xml"/><Relationship Id="rId75" Type="http://schemas.openxmlformats.org/officeDocument/2006/relationships/image" Target="../media/image1090.png"/><Relationship Id="rId83" Type="http://schemas.openxmlformats.org/officeDocument/2006/relationships/image" Target="../media/image1094.png"/><Relationship Id="rId1" Type="http://schemas.openxmlformats.org/officeDocument/2006/relationships/slideLayout" Target="../slideLayouts/slideLayout38.xml"/><Relationship Id="rId6" Type="http://schemas.openxmlformats.org/officeDocument/2006/relationships/image" Target="../media/image1055.png"/><Relationship Id="rId15" Type="http://schemas.openxmlformats.org/officeDocument/2006/relationships/image" Target="../media/image1060.png"/><Relationship Id="rId23" Type="http://schemas.openxmlformats.org/officeDocument/2006/relationships/image" Target="../media/image1064.png"/><Relationship Id="rId28" Type="http://schemas.openxmlformats.org/officeDocument/2006/relationships/customXml" Target="../ink/ink1015.xml"/><Relationship Id="rId36" Type="http://schemas.openxmlformats.org/officeDocument/2006/relationships/customXml" Target="../ink/ink1019.xml"/><Relationship Id="rId49" Type="http://schemas.openxmlformats.org/officeDocument/2006/relationships/image" Target="../media/image1077.png"/><Relationship Id="rId57" Type="http://schemas.openxmlformats.org/officeDocument/2006/relationships/image" Target="../media/image1081.png"/><Relationship Id="rId10" Type="http://schemas.openxmlformats.org/officeDocument/2006/relationships/customXml" Target="../ink/ink1006.xml"/><Relationship Id="rId31" Type="http://schemas.openxmlformats.org/officeDocument/2006/relationships/image" Target="../media/image1068.png"/><Relationship Id="rId44" Type="http://schemas.openxmlformats.org/officeDocument/2006/relationships/customXml" Target="../ink/ink1023.xml"/><Relationship Id="rId52" Type="http://schemas.openxmlformats.org/officeDocument/2006/relationships/customXml" Target="../ink/ink1027.xml"/><Relationship Id="rId60" Type="http://schemas.openxmlformats.org/officeDocument/2006/relationships/customXml" Target="../ink/ink1031.xml"/><Relationship Id="rId65" Type="http://schemas.openxmlformats.org/officeDocument/2006/relationships/image" Target="../media/image1085.png"/><Relationship Id="rId73" Type="http://schemas.openxmlformats.org/officeDocument/2006/relationships/image" Target="../media/image1089.png"/><Relationship Id="rId78" Type="http://schemas.openxmlformats.org/officeDocument/2006/relationships/customXml" Target="../ink/ink1040.xml"/><Relationship Id="rId81" Type="http://schemas.openxmlformats.org/officeDocument/2006/relationships/image" Target="../media/image1093.png"/><Relationship Id="rId4" Type="http://schemas.openxmlformats.org/officeDocument/2006/relationships/image" Target="../media/image1053.png"/><Relationship Id="rId9" Type="http://schemas.openxmlformats.org/officeDocument/2006/relationships/image" Target="../media/image1057.png"/><Relationship Id="rId13" Type="http://schemas.openxmlformats.org/officeDocument/2006/relationships/image" Target="../media/image1059.png"/><Relationship Id="rId18" Type="http://schemas.openxmlformats.org/officeDocument/2006/relationships/customXml" Target="../ink/ink1010.xml"/><Relationship Id="rId39" Type="http://schemas.openxmlformats.org/officeDocument/2006/relationships/image" Target="../media/image1072.png"/><Relationship Id="rId34" Type="http://schemas.openxmlformats.org/officeDocument/2006/relationships/customXml" Target="../ink/ink1018.xml"/><Relationship Id="rId50" Type="http://schemas.openxmlformats.org/officeDocument/2006/relationships/customXml" Target="../ink/ink1026.xml"/><Relationship Id="rId55" Type="http://schemas.openxmlformats.org/officeDocument/2006/relationships/image" Target="../media/image1080.png"/><Relationship Id="rId76" Type="http://schemas.openxmlformats.org/officeDocument/2006/relationships/customXml" Target="../ink/ink1039.xml"/><Relationship Id="rId7" Type="http://schemas.openxmlformats.org/officeDocument/2006/relationships/image" Target="../media/image1056.png"/><Relationship Id="rId71" Type="http://schemas.openxmlformats.org/officeDocument/2006/relationships/image" Target="../media/image1088.png"/><Relationship Id="rId2" Type="http://schemas.openxmlformats.org/officeDocument/2006/relationships/image" Target="../media/image1051.png"/><Relationship Id="rId29" Type="http://schemas.openxmlformats.org/officeDocument/2006/relationships/image" Target="../media/image1067.png"/><Relationship Id="rId24" Type="http://schemas.openxmlformats.org/officeDocument/2006/relationships/customXml" Target="../ink/ink1013.xml"/><Relationship Id="rId40" Type="http://schemas.openxmlformats.org/officeDocument/2006/relationships/customXml" Target="../ink/ink1021.xml"/><Relationship Id="rId45" Type="http://schemas.openxmlformats.org/officeDocument/2006/relationships/image" Target="../media/image1075.png"/><Relationship Id="rId66" Type="http://schemas.openxmlformats.org/officeDocument/2006/relationships/customXml" Target="../ink/ink10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image" Target="../media/image1095.wmf"/><Relationship Id="rId2" Type="http://schemas.openxmlformats.org/officeDocument/2006/relationships/oleObject" Target="../embeddings/oleObject16.bin"/><Relationship Id="rId1" Type="http://schemas.openxmlformats.org/officeDocument/2006/relationships/slideLayout" Target="../slideLayouts/slideLayout38.xml"/><Relationship Id="rId5" Type="http://schemas.openxmlformats.org/officeDocument/2006/relationships/image" Target="../media/image1096.wmf"/><Relationship Id="rId4" Type="http://schemas.openxmlformats.org/officeDocument/2006/relationships/oleObject" Target="../embeddings/oleObject17.bin"/></Relationships>
</file>

<file path=ppt/slides/_rels/slide46.xml.rels><?xml version="1.0" encoding="UTF-8" standalone="yes"?>
<Relationships xmlns="http://schemas.openxmlformats.org/package/2006/relationships"><Relationship Id="rId3" Type="http://schemas.openxmlformats.org/officeDocument/2006/relationships/image" Target="../media/image1097.wmf"/><Relationship Id="rId2" Type="http://schemas.openxmlformats.org/officeDocument/2006/relationships/oleObject" Target="../embeddings/oleObject18.bin"/><Relationship Id="rId1" Type="http://schemas.openxmlformats.org/officeDocument/2006/relationships/slideLayout" Target="../slideLayouts/slideLayout38.xml"/><Relationship Id="rId5" Type="http://schemas.openxmlformats.org/officeDocument/2006/relationships/image" Target="../media/image1098.wmf"/><Relationship Id="rId4" Type="http://schemas.openxmlformats.org/officeDocument/2006/relationships/oleObject" Target="../embeddings/oleObject19.bin"/></Relationships>
</file>

<file path=ppt/slides/_rels/slide47.xml.rels><?xml version="1.0" encoding="UTF-8" standalone="yes"?>
<Relationships xmlns="http://schemas.openxmlformats.org/package/2006/relationships"><Relationship Id="rId117" Type="http://schemas.openxmlformats.org/officeDocument/2006/relationships/customXml" Target="../ink/ink1098.xml"/><Relationship Id="rId21" Type="http://schemas.openxmlformats.org/officeDocument/2006/relationships/customXml" Target="../ink/ink1050.xml"/><Relationship Id="rId42" Type="http://schemas.openxmlformats.org/officeDocument/2006/relationships/image" Target="../media/image1117.png"/><Relationship Id="rId63" Type="http://schemas.openxmlformats.org/officeDocument/2006/relationships/customXml" Target="../ink/ink1071.xml"/><Relationship Id="rId84" Type="http://schemas.openxmlformats.org/officeDocument/2006/relationships/image" Target="../media/image1138.png"/><Relationship Id="rId138" Type="http://schemas.openxmlformats.org/officeDocument/2006/relationships/image" Target="../media/image1165.png"/><Relationship Id="rId159" Type="http://schemas.openxmlformats.org/officeDocument/2006/relationships/customXml" Target="../ink/ink1119.xml"/><Relationship Id="rId170" Type="http://schemas.openxmlformats.org/officeDocument/2006/relationships/image" Target="../media/image1181.png"/><Relationship Id="rId107" Type="http://schemas.openxmlformats.org/officeDocument/2006/relationships/customXml" Target="../ink/ink1093.xml"/><Relationship Id="rId11" Type="http://schemas.openxmlformats.org/officeDocument/2006/relationships/customXml" Target="../ink/ink1045.xml"/><Relationship Id="rId32" Type="http://schemas.openxmlformats.org/officeDocument/2006/relationships/image" Target="../media/image1112.png"/><Relationship Id="rId53" Type="http://schemas.openxmlformats.org/officeDocument/2006/relationships/customXml" Target="../ink/ink1066.xml"/><Relationship Id="rId74" Type="http://schemas.openxmlformats.org/officeDocument/2006/relationships/image" Target="../media/image1133.png"/><Relationship Id="rId128" Type="http://schemas.openxmlformats.org/officeDocument/2006/relationships/image" Target="../media/image1160.png"/><Relationship Id="rId149" Type="http://schemas.openxmlformats.org/officeDocument/2006/relationships/customXml" Target="../ink/ink1114.xml"/><Relationship Id="rId5" Type="http://schemas.openxmlformats.org/officeDocument/2006/relationships/image" Target="../media/image9000.png"/><Relationship Id="rId95" Type="http://schemas.openxmlformats.org/officeDocument/2006/relationships/customXml" Target="../ink/ink1087.xml"/><Relationship Id="rId160" Type="http://schemas.openxmlformats.org/officeDocument/2006/relationships/image" Target="../media/image1176.png"/><Relationship Id="rId22" Type="http://schemas.openxmlformats.org/officeDocument/2006/relationships/image" Target="../media/image1107.png"/><Relationship Id="rId43" Type="http://schemas.openxmlformats.org/officeDocument/2006/relationships/customXml" Target="../ink/ink1061.xml"/><Relationship Id="rId64" Type="http://schemas.openxmlformats.org/officeDocument/2006/relationships/image" Target="../media/image1128.png"/><Relationship Id="rId118" Type="http://schemas.openxmlformats.org/officeDocument/2006/relationships/image" Target="../media/image1155.png"/><Relationship Id="rId139" Type="http://schemas.openxmlformats.org/officeDocument/2006/relationships/customXml" Target="../ink/ink1109.xml"/><Relationship Id="rId85" Type="http://schemas.openxmlformats.org/officeDocument/2006/relationships/customXml" Target="../ink/ink1082.xml"/><Relationship Id="rId150" Type="http://schemas.openxmlformats.org/officeDocument/2006/relationships/image" Target="../media/image1171.png"/><Relationship Id="rId171" Type="http://schemas.openxmlformats.org/officeDocument/2006/relationships/customXml" Target="../ink/ink1125.xml"/><Relationship Id="rId12" Type="http://schemas.openxmlformats.org/officeDocument/2006/relationships/image" Target="../media/image1102.png"/><Relationship Id="rId33" Type="http://schemas.openxmlformats.org/officeDocument/2006/relationships/customXml" Target="../ink/ink1056.xml"/><Relationship Id="rId108" Type="http://schemas.openxmlformats.org/officeDocument/2006/relationships/image" Target="../media/image1150.png"/><Relationship Id="rId129" Type="http://schemas.openxmlformats.org/officeDocument/2006/relationships/customXml" Target="../ink/ink1104.xml"/><Relationship Id="rId54" Type="http://schemas.openxmlformats.org/officeDocument/2006/relationships/image" Target="../media/image1123.png"/><Relationship Id="rId70" Type="http://schemas.openxmlformats.org/officeDocument/2006/relationships/image" Target="../media/image1131.png"/><Relationship Id="rId75" Type="http://schemas.openxmlformats.org/officeDocument/2006/relationships/customXml" Target="../ink/ink1077.xml"/><Relationship Id="rId91" Type="http://schemas.openxmlformats.org/officeDocument/2006/relationships/customXml" Target="../ink/ink1085.xml"/><Relationship Id="rId96" Type="http://schemas.openxmlformats.org/officeDocument/2006/relationships/image" Target="../media/image1144.png"/><Relationship Id="rId140" Type="http://schemas.openxmlformats.org/officeDocument/2006/relationships/image" Target="../media/image1166.png"/><Relationship Id="rId145" Type="http://schemas.openxmlformats.org/officeDocument/2006/relationships/customXml" Target="../ink/ink1112.xml"/><Relationship Id="rId161" Type="http://schemas.openxmlformats.org/officeDocument/2006/relationships/customXml" Target="../ink/ink1120.xml"/><Relationship Id="rId166" Type="http://schemas.openxmlformats.org/officeDocument/2006/relationships/image" Target="../media/image1179.png"/><Relationship Id="rId1" Type="http://schemas.openxmlformats.org/officeDocument/2006/relationships/slideLayout" Target="../slideLayouts/slideLayout38.xml"/><Relationship Id="rId6" Type="http://schemas.openxmlformats.org/officeDocument/2006/relationships/image" Target="../media/image1099.png"/><Relationship Id="rId23" Type="http://schemas.openxmlformats.org/officeDocument/2006/relationships/customXml" Target="../ink/ink1051.xml"/><Relationship Id="rId28" Type="http://schemas.openxmlformats.org/officeDocument/2006/relationships/image" Target="../media/image1110.png"/><Relationship Id="rId49" Type="http://schemas.openxmlformats.org/officeDocument/2006/relationships/customXml" Target="../ink/ink1064.xml"/><Relationship Id="rId114" Type="http://schemas.openxmlformats.org/officeDocument/2006/relationships/image" Target="../media/image1153.png"/><Relationship Id="rId119" Type="http://schemas.openxmlformats.org/officeDocument/2006/relationships/customXml" Target="../ink/ink1099.xml"/><Relationship Id="rId44" Type="http://schemas.openxmlformats.org/officeDocument/2006/relationships/image" Target="../media/image1118.png"/><Relationship Id="rId60" Type="http://schemas.openxmlformats.org/officeDocument/2006/relationships/image" Target="../media/image1126.png"/><Relationship Id="rId65" Type="http://schemas.openxmlformats.org/officeDocument/2006/relationships/customXml" Target="../ink/ink1072.xml"/><Relationship Id="rId81" Type="http://schemas.openxmlformats.org/officeDocument/2006/relationships/customXml" Target="../ink/ink1080.xml"/><Relationship Id="rId86" Type="http://schemas.openxmlformats.org/officeDocument/2006/relationships/image" Target="../media/image1139.png"/><Relationship Id="rId130" Type="http://schemas.openxmlformats.org/officeDocument/2006/relationships/image" Target="../media/image1161.png"/><Relationship Id="rId135" Type="http://schemas.openxmlformats.org/officeDocument/2006/relationships/customXml" Target="../ink/ink1107.xml"/><Relationship Id="rId151" Type="http://schemas.openxmlformats.org/officeDocument/2006/relationships/customXml" Target="../ink/ink1115.xml"/><Relationship Id="rId156" Type="http://schemas.openxmlformats.org/officeDocument/2006/relationships/image" Target="../media/image1174.png"/><Relationship Id="rId172" Type="http://schemas.openxmlformats.org/officeDocument/2006/relationships/image" Target="../media/image1182.png"/><Relationship Id="rId13" Type="http://schemas.openxmlformats.org/officeDocument/2006/relationships/customXml" Target="../ink/ink1046.xml"/><Relationship Id="rId18" Type="http://schemas.openxmlformats.org/officeDocument/2006/relationships/image" Target="../media/image1105.png"/><Relationship Id="rId39" Type="http://schemas.openxmlformats.org/officeDocument/2006/relationships/customXml" Target="../ink/ink1059.xml"/><Relationship Id="rId109" Type="http://schemas.openxmlformats.org/officeDocument/2006/relationships/customXml" Target="../ink/ink1094.xml"/><Relationship Id="rId34" Type="http://schemas.openxmlformats.org/officeDocument/2006/relationships/image" Target="../media/image1113.png"/><Relationship Id="rId50" Type="http://schemas.openxmlformats.org/officeDocument/2006/relationships/image" Target="../media/image1121.png"/><Relationship Id="rId55" Type="http://schemas.openxmlformats.org/officeDocument/2006/relationships/customXml" Target="../ink/ink1067.xml"/><Relationship Id="rId76" Type="http://schemas.openxmlformats.org/officeDocument/2006/relationships/image" Target="../media/image1134.png"/><Relationship Id="rId97" Type="http://schemas.openxmlformats.org/officeDocument/2006/relationships/customXml" Target="../ink/ink1088.xml"/><Relationship Id="rId104" Type="http://schemas.openxmlformats.org/officeDocument/2006/relationships/image" Target="../media/image1148.png"/><Relationship Id="rId120" Type="http://schemas.openxmlformats.org/officeDocument/2006/relationships/image" Target="../media/image1156.png"/><Relationship Id="rId125" Type="http://schemas.openxmlformats.org/officeDocument/2006/relationships/customXml" Target="../ink/ink1102.xml"/><Relationship Id="rId141" Type="http://schemas.openxmlformats.org/officeDocument/2006/relationships/customXml" Target="../ink/ink1110.xml"/><Relationship Id="rId146" Type="http://schemas.openxmlformats.org/officeDocument/2006/relationships/image" Target="../media/image1169.png"/><Relationship Id="rId167" Type="http://schemas.openxmlformats.org/officeDocument/2006/relationships/customXml" Target="../ink/ink1123.xml"/><Relationship Id="rId7" Type="http://schemas.openxmlformats.org/officeDocument/2006/relationships/customXml" Target="../ink/ink1043.xml"/><Relationship Id="rId71" Type="http://schemas.openxmlformats.org/officeDocument/2006/relationships/customXml" Target="../ink/ink1075.xml"/><Relationship Id="rId92" Type="http://schemas.openxmlformats.org/officeDocument/2006/relationships/image" Target="../media/image1142.png"/><Relationship Id="rId162" Type="http://schemas.openxmlformats.org/officeDocument/2006/relationships/image" Target="../media/image1177.png"/><Relationship Id="rId2" Type="http://schemas.openxmlformats.org/officeDocument/2006/relationships/image" Target="../media/image8700.png"/><Relationship Id="rId29" Type="http://schemas.openxmlformats.org/officeDocument/2006/relationships/customXml" Target="../ink/ink1054.xml"/><Relationship Id="rId24" Type="http://schemas.openxmlformats.org/officeDocument/2006/relationships/image" Target="../media/image1108.png"/><Relationship Id="rId40" Type="http://schemas.openxmlformats.org/officeDocument/2006/relationships/image" Target="../media/image1116.png"/><Relationship Id="rId45" Type="http://schemas.openxmlformats.org/officeDocument/2006/relationships/customXml" Target="../ink/ink1062.xml"/><Relationship Id="rId66" Type="http://schemas.openxmlformats.org/officeDocument/2006/relationships/image" Target="../media/image1129.png"/><Relationship Id="rId87" Type="http://schemas.openxmlformats.org/officeDocument/2006/relationships/customXml" Target="../ink/ink1083.xml"/><Relationship Id="rId110" Type="http://schemas.openxmlformats.org/officeDocument/2006/relationships/image" Target="../media/image1151.png"/><Relationship Id="rId115" Type="http://schemas.openxmlformats.org/officeDocument/2006/relationships/customXml" Target="../ink/ink1097.xml"/><Relationship Id="rId131" Type="http://schemas.openxmlformats.org/officeDocument/2006/relationships/customXml" Target="../ink/ink1105.xml"/><Relationship Id="rId136" Type="http://schemas.openxmlformats.org/officeDocument/2006/relationships/image" Target="../media/image1164.png"/><Relationship Id="rId157" Type="http://schemas.openxmlformats.org/officeDocument/2006/relationships/customXml" Target="../ink/ink1118.xml"/><Relationship Id="rId61" Type="http://schemas.openxmlformats.org/officeDocument/2006/relationships/customXml" Target="../ink/ink1070.xml"/><Relationship Id="rId82" Type="http://schemas.openxmlformats.org/officeDocument/2006/relationships/image" Target="../media/image1137.png"/><Relationship Id="rId152" Type="http://schemas.openxmlformats.org/officeDocument/2006/relationships/image" Target="../media/image1172.png"/><Relationship Id="rId19" Type="http://schemas.openxmlformats.org/officeDocument/2006/relationships/customXml" Target="../ink/ink1049.xml"/><Relationship Id="rId14" Type="http://schemas.openxmlformats.org/officeDocument/2006/relationships/image" Target="../media/image1103.png"/><Relationship Id="rId30" Type="http://schemas.openxmlformats.org/officeDocument/2006/relationships/image" Target="../media/image1111.png"/><Relationship Id="rId35" Type="http://schemas.openxmlformats.org/officeDocument/2006/relationships/customXml" Target="../ink/ink1057.xml"/><Relationship Id="rId56" Type="http://schemas.openxmlformats.org/officeDocument/2006/relationships/image" Target="../media/image1124.png"/><Relationship Id="rId77" Type="http://schemas.openxmlformats.org/officeDocument/2006/relationships/customXml" Target="../ink/ink1078.xml"/><Relationship Id="rId100" Type="http://schemas.openxmlformats.org/officeDocument/2006/relationships/image" Target="../media/image1146.png"/><Relationship Id="rId105" Type="http://schemas.openxmlformats.org/officeDocument/2006/relationships/customXml" Target="../ink/ink1092.xml"/><Relationship Id="rId126" Type="http://schemas.openxmlformats.org/officeDocument/2006/relationships/image" Target="../media/image1159.png"/><Relationship Id="rId147" Type="http://schemas.openxmlformats.org/officeDocument/2006/relationships/customXml" Target="../ink/ink1113.xml"/><Relationship Id="rId168" Type="http://schemas.openxmlformats.org/officeDocument/2006/relationships/image" Target="../media/image1180.png"/><Relationship Id="rId8" Type="http://schemas.openxmlformats.org/officeDocument/2006/relationships/image" Target="../media/image1100.png"/><Relationship Id="rId51" Type="http://schemas.openxmlformats.org/officeDocument/2006/relationships/customXml" Target="../ink/ink1065.xml"/><Relationship Id="rId72" Type="http://schemas.openxmlformats.org/officeDocument/2006/relationships/image" Target="../media/image1132.png"/><Relationship Id="rId93" Type="http://schemas.openxmlformats.org/officeDocument/2006/relationships/customXml" Target="../ink/ink1086.xml"/><Relationship Id="rId98" Type="http://schemas.openxmlformats.org/officeDocument/2006/relationships/image" Target="../media/image1145.png"/><Relationship Id="rId121" Type="http://schemas.openxmlformats.org/officeDocument/2006/relationships/customXml" Target="../ink/ink1100.xml"/><Relationship Id="rId142" Type="http://schemas.openxmlformats.org/officeDocument/2006/relationships/image" Target="../media/image1167.png"/><Relationship Id="rId163" Type="http://schemas.openxmlformats.org/officeDocument/2006/relationships/customXml" Target="../ink/ink1121.xml"/><Relationship Id="rId3" Type="http://schemas.openxmlformats.org/officeDocument/2006/relationships/image" Target="../media/image8800.png"/><Relationship Id="rId25" Type="http://schemas.openxmlformats.org/officeDocument/2006/relationships/customXml" Target="../ink/ink1052.xml"/><Relationship Id="rId46" Type="http://schemas.openxmlformats.org/officeDocument/2006/relationships/image" Target="../media/image1119.png"/><Relationship Id="rId67" Type="http://schemas.openxmlformats.org/officeDocument/2006/relationships/customXml" Target="../ink/ink1073.xml"/><Relationship Id="rId116" Type="http://schemas.openxmlformats.org/officeDocument/2006/relationships/image" Target="../media/image1154.png"/><Relationship Id="rId137" Type="http://schemas.openxmlformats.org/officeDocument/2006/relationships/customXml" Target="../ink/ink1108.xml"/><Relationship Id="rId158" Type="http://schemas.openxmlformats.org/officeDocument/2006/relationships/image" Target="../media/image1175.png"/><Relationship Id="rId20" Type="http://schemas.openxmlformats.org/officeDocument/2006/relationships/image" Target="../media/image1106.png"/><Relationship Id="rId41" Type="http://schemas.openxmlformats.org/officeDocument/2006/relationships/customXml" Target="../ink/ink1060.xml"/><Relationship Id="rId62" Type="http://schemas.openxmlformats.org/officeDocument/2006/relationships/image" Target="../media/image1127.png"/><Relationship Id="rId83" Type="http://schemas.openxmlformats.org/officeDocument/2006/relationships/customXml" Target="../ink/ink1081.xml"/><Relationship Id="rId88" Type="http://schemas.openxmlformats.org/officeDocument/2006/relationships/image" Target="../media/image1140.png"/><Relationship Id="rId111" Type="http://schemas.openxmlformats.org/officeDocument/2006/relationships/customXml" Target="../ink/ink1095.xml"/><Relationship Id="rId132" Type="http://schemas.openxmlformats.org/officeDocument/2006/relationships/image" Target="../media/image1162.png"/><Relationship Id="rId153" Type="http://schemas.openxmlformats.org/officeDocument/2006/relationships/customXml" Target="../ink/ink1116.xml"/><Relationship Id="rId15" Type="http://schemas.openxmlformats.org/officeDocument/2006/relationships/customXml" Target="../ink/ink1047.xml"/><Relationship Id="rId36" Type="http://schemas.openxmlformats.org/officeDocument/2006/relationships/image" Target="../media/image1114.png"/><Relationship Id="rId57" Type="http://schemas.openxmlformats.org/officeDocument/2006/relationships/customXml" Target="../ink/ink1068.xml"/><Relationship Id="rId106" Type="http://schemas.openxmlformats.org/officeDocument/2006/relationships/image" Target="../media/image1149.png"/><Relationship Id="rId127" Type="http://schemas.openxmlformats.org/officeDocument/2006/relationships/customXml" Target="../ink/ink1103.xml"/><Relationship Id="rId10" Type="http://schemas.openxmlformats.org/officeDocument/2006/relationships/image" Target="../media/image1101.png"/><Relationship Id="rId31" Type="http://schemas.openxmlformats.org/officeDocument/2006/relationships/customXml" Target="../ink/ink1055.xml"/><Relationship Id="rId52" Type="http://schemas.openxmlformats.org/officeDocument/2006/relationships/image" Target="../media/image1122.png"/><Relationship Id="rId73" Type="http://schemas.openxmlformats.org/officeDocument/2006/relationships/customXml" Target="../ink/ink1076.xml"/><Relationship Id="rId78" Type="http://schemas.openxmlformats.org/officeDocument/2006/relationships/image" Target="../media/image1135.png"/><Relationship Id="rId94" Type="http://schemas.openxmlformats.org/officeDocument/2006/relationships/image" Target="../media/image1143.png"/><Relationship Id="rId99" Type="http://schemas.openxmlformats.org/officeDocument/2006/relationships/customXml" Target="../ink/ink1089.xml"/><Relationship Id="rId101" Type="http://schemas.openxmlformats.org/officeDocument/2006/relationships/customXml" Target="../ink/ink1090.xml"/><Relationship Id="rId122" Type="http://schemas.openxmlformats.org/officeDocument/2006/relationships/image" Target="../media/image1157.png"/><Relationship Id="rId143" Type="http://schemas.openxmlformats.org/officeDocument/2006/relationships/customXml" Target="../ink/ink1111.xml"/><Relationship Id="rId148" Type="http://schemas.openxmlformats.org/officeDocument/2006/relationships/image" Target="../media/image1170.png"/><Relationship Id="rId164" Type="http://schemas.openxmlformats.org/officeDocument/2006/relationships/image" Target="../media/image1178.png"/><Relationship Id="rId169" Type="http://schemas.openxmlformats.org/officeDocument/2006/relationships/customXml" Target="../ink/ink1124.xml"/><Relationship Id="rId4" Type="http://schemas.openxmlformats.org/officeDocument/2006/relationships/image" Target="../media/image8900.png"/><Relationship Id="rId9" Type="http://schemas.openxmlformats.org/officeDocument/2006/relationships/customXml" Target="../ink/ink1044.xml"/><Relationship Id="rId26" Type="http://schemas.openxmlformats.org/officeDocument/2006/relationships/image" Target="../media/image1109.png"/><Relationship Id="rId47" Type="http://schemas.openxmlformats.org/officeDocument/2006/relationships/customXml" Target="../ink/ink1063.xml"/><Relationship Id="rId68" Type="http://schemas.openxmlformats.org/officeDocument/2006/relationships/image" Target="../media/image1130.png"/><Relationship Id="rId89" Type="http://schemas.openxmlformats.org/officeDocument/2006/relationships/customXml" Target="../ink/ink1084.xml"/><Relationship Id="rId112" Type="http://schemas.openxmlformats.org/officeDocument/2006/relationships/image" Target="../media/image1152.png"/><Relationship Id="rId133" Type="http://schemas.openxmlformats.org/officeDocument/2006/relationships/customXml" Target="../ink/ink1106.xml"/><Relationship Id="rId154" Type="http://schemas.openxmlformats.org/officeDocument/2006/relationships/image" Target="../media/image1173.png"/><Relationship Id="rId16" Type="http://schemas.openxmlformats.org/officeDocument/2006/relationships/image" Target="../media/image1104.png"/><Relationship Id="rId37" Type="http://schemas.openxmlformats.org/officeDocument/2006/relationships/customXml" Target="../ink/ink1058.xml"/><Relationship Id="rId58" Type="http://schemas.openxmlformats.org/officeDocument/2006/relationships/image" Target="../media/image1125.png"/><Relationship Id="rId79" Type="http://schemas.openxmlformats.org/officeDocument/2006/relationships/customXml" Target="../ink/ink1079.xml"/><Relationship Id="rId102" Type="http://schemas.openxmlformats.org/officeDocument/2006/relationships/image" Target="../media/image1147.png"/><Relationship Id="rId123" Type="http://schemas.openxmlformats.org/officeDocument/2006/relationships/customXml" Target="../ink/ink1101.xml"/><Relationship Id="rId144" Type="http://schemas.openxmlformats.org/officeDocument/2006/relationships/image" Target="../media/image1168.png"/><Relationship Id="rId90" Type="http://schemas.openxmlformats.org/officeDocument/2006/relationships/image" Target="../media/image1141.png"/><Relationship Id="rId165" Type="http://schemas.openxmlformats.org/officeDocument/2006/relationships/customXml" Target="../ink/ink1122.xml"/><Relationship Id="rId27" Type="http://schemas.openxmlformats.org/officeDocument/2006/relationships/customXml" Target="../ink/ink1053.xml"/><Relationship Id="rId48" Type="http://schemas.openxmlformats.org/officeDocument/2006/relationships/image" Target="../media/image1120.png"/><Relationship Id="rId69" Type="http://schemas.openxmlformats.org/officeDocument/2006/relationships/customXml" Target="../ink/ink1074.xml"/><Relationship Id="rId113" Type="http://schemas.openxmlformats.org/officeDocument/2006/relationships/customXml" Target="../ink/ink1096.xml"/><Relationship Id="rId134" Type="http://schemas.openxmlformats.org/officeDocument/2006/relationships/image" Target="../media/image1163.png"/><Relationship Id="rId80" Type="http://schemas.openxmlformats.org/officeDocument/2006/relationships/image" Target="../media/image1136.png"/><Relationship Id="rId155" Type="http://schemas.openxmlformats.org/officeDocument/2006/relationships/customXml" Target="../ink/ink1117.xml"/><Relationship Id="rId17" Type="http://schemas.openxmlformats.org/officeDocument/2006/relationships/customXml" Target="../ink/ink1048.xml"/><Relationship Id="rId38" Type="http://schemas.openxmlformats.org/officeDocument/2006/relationships/image" Target="../media/image1115.png"/><Relationship Id="rId59" Type="http://schemas.openxmlformats.org/officeDocument/2006/relationships/customXml" Target="../ink/ink1069.xml"/><Relationship Id="rId103" Type="http://schemas.openxmlformats.org/officeDocument/2006/relationships/customXml" Target="../ink/ink1091.xml"/><Relationship Id="rId124" Type="http://schemas.openxmlformats.org/officeDocument/2006/relationships/image" Target="../media/image1158.png"/></Relationships>
</file>

<file path=ppt/slides/_rels/slide48.xml.rels><?xml version="1.0" encoding="UTF-8" standalone="yes"?>
<Relationships xmlns="http://schemas.openxmlformats.org/package/2006/relationships"><Relationship Id="rId8" Type="http://schemas.openxmlformats.org/officeDocument/2006/relationships/image" Target="../media/image1186.png"/><Relationship Id="rId13" Type="http://schemas.openxmlformats.org/officeDocument/2006/relationships/customXml" Target="../ink/ink1131.xml"/><Relationship Id="rId3" Type="http://schemas.openxmlformats.org/officeDocument/2006/relationships/customXml" Target="../ink/ink1126.xml"/><Relationship Id="rId7" Type="http://schemas.openxmlformats.org/officeDocument/2006/relationships/customXml" Target="../ink/ink1128.xml"/><Relationship Id="rId12" Type="http://schemas.openxmlformats.org/officeDocument/2006/relationships/image" Target="../media/image1188.png"/><Relationship Id="rId2" Type="http://schemas.openxmlformats.org/officeDocument/2006/relationships/image" Target="../media/image1183.png"/><Relationship Id="rId16" Type="http://schemas.openxmlformats.org/officeDocument/2006/relationships/image" Target="../media/image1190.png"/><Relationship Id="rId1" Type="http://schemas.openxmlformats.org/officeDocument/2006/relationships/slideLayout" Target="../slideLayouts/slideLayout38.xml"/><Relationship Id="rId6" Type="http://schemas.openxmlformats.org/officeDocument/2006/relationships/image" Target="../media/image1185.png"/><Relationship Id="rId11" Type="http://schemas.openxmlformats.org/officeDocument/2006/relationships/customXml" Target="../ink/ink1130.xml"/><Relationship Id="rId5" Type="http://schemas.openxmlformats.org/officeDocument/2006/relationships/customXml" Target="../ink/ink1127.xml"/><Relationship Id="rId15" Type="http://schemas.openxmlformats.org/officeDocument/2006/relationships/customXml" Target="../ink/ink1132.xml"/><Relationship Id="rId10" Type="http://schemas.openxmlformats.org/officeDocument/2006/relationships/image" Target="../media/image1187.png"/><Relationship Id="rId4" Type="http://schemas.openxmlformats.org/officeDocument/2006/relationships/image" Target="../media/image1184.png"/><Relationship Id="rId9" Type="http://schemas.openxmlformats.org/officeDocument/2006/relationships/customXml" Target="../ink/ink1129.xml"/><Relationship Id="rId14" Type="http://schemas.openxmlformats.org/officeDocument/2006/relationships/image" Target="../media/image1189.png"/></Relationships>
</file>

<file path=ppt/slides/_rels/slide49.xml.rels><?xml version="1.0" encoding="UTF-8" standalone="yes"?>
<Relationships xmlns="http://schemas.openxmlformats.org/package/2006/relationships"><Relationship Id="rId117" Type="http://schemas.openxmlformats.org/officeDocument/2006/relationships/customXml" Target="../ink/ink1187.xml"/><Relationship Id="rId21" Type="http://schemas.openxmlformats.org/officeDocument/2006/relationships/customXml" Target="../ink/ink1139.xml"/><Relationship Id="rId42" Type="http://schemas.openxmlformats.org/officeDocument/2006/relationships/image" Target="../media/image1209.png"/><Relationship Id="rId63" Type="http://schemas.openxmlformats.org/officeDocument/2006/relationships/customXml" Target="../ink/ink1160.xml"/><Relationship Id="rId84" Type="http://schemas.openxmlformats.org/officeDocument/2006/relationships/image" Target="../media/image1230.png"/><Relationship Id="rId138" Type="http://schemas.openxmlformats.org/officeDocument/2006/relationships/image" Target="../media/image1256.png"/><Relationship Id="rId159" Type="http://schemas.openxmlformats.org/officeDocument/2006/relationships/customXml" Target="../ink/ink1208.xml"/><Relationship Id="rId170" Type="http://schemas.openxmlformats.org/officeDocument/2006/relationships/image" Target="../media/image1272.png"/><Relationship Id="rId191" Type="http://schemas.openxmlformats.org/officeDocument/2006/relationships/customXml" Target="../ink/ink1224.xml"/><Relationship Id="rId205" Type="http://schemas.openxmlformats.org/officeDocument/2006/relationships/customXml" Target="../ink/ink1231.xml"/><Relationship Id="rId226" Type="http://schemas.openxmlformats.org/officeDocument/2006/relationships/image" Target="../media/image1300.png"/><Relationship Id="rId247" Type="http://schemas.openxmlformats.org/officeDocument/2006/relationships/customXml" Target="../ink/ink1252.xml"/><Relationship Id="rId107" Type="http://schemas.openxmlformats.org/officeDocument/2006/relationships/customXml" Target="../ink/ink1182.xml"/><Relationship Id="rId11" Type="http://schemas.openxmlformats.org/officeDocument/2006/relationships/customXml" Target="../ink/ink1134.xml"/><Relationship Id="rId32" Type="http://schemas.openxmlformats.org/officeDocument/2006/relationships/image" Target="../media/image1204.png"/><Relationship Id="rId53" Type="http://schemas.openxmlformats.org/officeDocument/2006/relationships/customXml" Target="../ink/ink1155.xml"/><Relationship Id="rId74" Type="http://schemas.openxmlformats.org/officeDocument/2006/relationships/image" Target="../media/image1225.png"/><Relationship Id="rId128" Type="http://schemas.openxmlformats.org/officeDocument/2006/relationships/image" Target="../media/image1252.png"/><Relationship Id="rId149" Type="http://schemas.openxmlformats.org/officeDocument/2006/relationships/customXml" Target="../ink/ink1203.xml"/><Relationship Id="rId5" Type="http://schemas.openxmlformats.org/officeDocument/2006/relationships/image" Target="../media/image1191.wmf"/><Relationship Id="rId95" Type="http://schemas.openxmlformats.org/officeDocument/2006/relationships/customXml" Target="../ink/ink1176.xml"/><Relationship Id="rId160" Type="http://schemas.openxmlformats.org/officeDocument/2006/relationships/image" Target="../media/image1267.png"/><Relationship Id="rId181" Type="http://schemas.openxmlformats.org/officeDocument/2006/relationships/customXml" Target="../ink/ink1219.xml"/><Relationship Id="rId216" Type="http://schemas.openxmlformats.org/officeDocument/2006/relationships/image" Target="../media/image1295.png"/><Relationship Id="rId237" Type="http://schemas.openxmlformats.org/officeDocument/2006/relationships/customXml" Target="../ink/ink1247.xml"/><Relationship Id="rId22" Type="http://schemas.openxmlformats.org/officeDocument/2006/relationships/image" Target="../media/image1199.png"/><Relationship Id="rId43" Type="http://schemas.openxmlformats.org/officeDocument/2006/relationships/customXml" Target="../ink/ink1150.xml"/><Relationship Id="rId64" Type="http://schemas.openxmlformats.org/officeDocument/2006/relationships/image" Target="../media/image1220.png"/><Relationship Id="rId118" Type="http://schemas.openxmlformats.org/officeDocument/2006/relationships/image" Target="../media/image1247.png"/><Relationship Id="rId139" Type="http://schemas.openxmlformats.org/officeDocument/2006/relationships/customXml" Target="../ink/ink1198.xml"/><Relationship Id="rId85" Type="http://schemas.openxmlformats.org/officeDocument/2006/relationships/customXml" Target="../ink/ink1171.xml"/><Relationship Id="rId150" Type="http://schemas.openxmlformats.org/officeDocument/2006/relationships/image" Target="../media/image1262.png"/><Relationship Id="rId171" Type="http://schemas.openxmlformats.org/officeDocument/2006/relationships/customXml" Target="../ink/ink1214.xml"/><Relationship Id="rId192" Type="http://schemas.openxmlformats.org/officeDocument/2006/relationships/image" Target="../media/image1283.png"/><Relationship Id="rId206" Type="http://schemas.openxmlformats.org/officeDocument/2006/relationships/image" Target="../media/image1290.png"/><Relationship Id="rId227" Type="http://schemas.openxmlformats.org/officeDocument/2006/relationships/customXml" Target="../ink/ink1242.xml"/><Relationship Id="rId248" Type="http://schemas.openxmlformats.org/officeDocument/2006/relationships/image" Target="../media/image1311.png"/><Relationship Id="rId12" Type="http://schemas.openxmlformats.org/officeDocument/2006/relationships/image" Target="../media/image1194.png"/><Relationship Id="rId33" Type="http://schemas.openxmlformats.org/officeDocument/2006/relationships/customXml" Target="../ink/ink1145.xml"/><Relationship Id="rId108" Type="http://schemas.openxmlformats.org/officeDocument/2006/relationships/image" Target="../media/image1242.png"/><Relationship Id="rId129" Type="http://schemas.openxmlformats.org/officeDocument/2006/relationships/customXml" Target="../ink/ink1193.xml"/><Relationship Id="rId54" Type="http://schemas.openxmlformats.org/officeDocument/2006/relationships/image" Target="../media/image1215.png"/><Relationship Id="rId75" Type="http://schemas.openxmlformats.org/officeDocument/2006/relationships/customXml" Target="../ink/ink1166.xml"/><Relationship Id="rId96" Type="http://schemas.openxmlformats.org/officeDocument/2006/relationships/image" Target="../media/image1236.png"/><Relationship Id="rId140" Type="http://schemas.openxmlformats.org/officeDocument/2006/relationships/image" Target="../media/image1257.png"/><Relationship Id="rId161" Type="http://schemas.openxmlformats.org/officeDocument/2006/relationships/customXml" Target="../ink/ink1209.xml"/><Relationship Id="rId182" Type="http://schemas.openxmlformats.org/officeDocument/2006/relationships/image" Target="../media/image1278.png"/><Relationship Id="rId217" Type="http://schemas.openxmlformats.org/officeDocument/2006/relationships/customXml" Target="../ink/ink1237.xml"/><Relationship Id="rId6" Type="http://schemas.openxmlformats.org/officeDocument/2006/relationships/image" Target="../media/image9600.png"/><Relationship Id="rId238" Type="http://schemas.openxmlformats.org/officeDocument/2006/relationships/image" Target="../media/image1306.png"/><Relationship Id="rId23" Type="http://schemas.openxmlformats.org/officeDocument/2006/relationships/customXml" Target="../ink/ink1140.xml"/><Relationship Id="rId119" Type="http://schemas.openxmlformats.org/officeDocument/2006/relationships/customXml" Target="../ink/ink1188.xml"/><Relationship Id="rId44" Type="http://schemas.openxmlformats.org/officeDocument/2006/relationships/image" Target="../media/image1210.png"/><Relationship Id="rId65" Type="http://schemas.openxmlformats.org/officeDocument/2006/relationships/customXml" Target="../ink/ink1161.xml"/><Relationship Id="rId86" Type="http://schemas.openxmlformats.org/officeDocument/2006/relationships/image" Target="../media/image1231.png"/><Relationship Id="rId130" Type="http://schemas.openxmlformats.org/officeDocument/2006/relationships/image" Target="../media/image1253.png"/><Relationship Id="rId151" Type="http://schemas.openxmlformats.org/officeDocument/2006/relationships/customXml" Target="../ink/ink1204.xml"/><Relationship Id="rId172" Type="http://schemas.openxmlformats.org/officeDocument/2006/relationships/image" Target="../media/image1273.png"/><Relationship Id="rId193" Type="http://schemas.openxmlformats.org/officeDocument/2006/relationships/customXml" Target="../ink/ink1225.xml"/><Relationship Id="rId207" Type="http://schemas.openxmlformats.org/officeDocument/2006/relationships/customXml" Target="../ink/ink1232.xml"/><Relationship Id="rId228" Type="http://schemas.openxmlformats.org/officeDocument/2006/relationships/image" Target="../media/image1301.png"/><Relationship Id="rId249" Type="http://schemas.openxmlformats.org/officeDocument/2006/relationships/customXml" Target="../ink/ink1253.xml"/><Relationship Id="rId13" Type="http://schemas.openxmlformats.org/officeDocument/2006/relationships/customXml" Target="../ink/ink1135.xml"/><Relationship Id="rId109" Type="http://schemas.openxmlformats.org/officeDocument/2006/relationships/customXml" Target="../ink/ink1183.xml"/><Relationship Id="rId34" Type="http://schemas.openxmlformats.org/officeDocument/2006/relationships/image" Target="../media/image1205.png"/><Relationship Id="rId55" Type="http://schemas.openxmlformats.org/officeDocument/2006/relationships/customXml" Target="../ink/ink1156.xml"/><Relationship Id="rId76" Type="http://schemas.openxmlformats.org/officeDocument/2006/relationships/image" Target="../media/image1226.png"/><Relationship Id="rId97" Type="http://schemas.openxmlformats.org/officeDocument/2006/relationships/customXml" Target="../ink/ink1177.xml"/><Relationship Id="rId120" Type="http://schemas.openxmlformats.org/officeDocument/2006/relationships/image" Target="../media/image1248.png"/><Relationship Id="rId141" Type="http://schemas.openxmlformats.org/officeDocument/2006/relationships/customXml" Target="../ink/ink1199.xml"/><Relationship Id="rId7" Type="http://schemas.openxmlformats.org/officeDocument/2006/relationships/oleObject" Target="../embeddings/oleObject21.bin"/><Relationship Id="rId162" Type="http://schemas.openxmlformats.org/officeDocument/2006/relationships/image" Target="../media/image1268.png"/><Relationship Id="rId183" Type="http://schemas.openxmlformats.org/officeDocument/2006/relationships/customXml" Target="../ink/ink1220.xml"/><Relationship Id="rId218" Type="http://schemas.openxmlformats.org/officeDocument/2006/relationships/image" Target="../media/image1296.png"/><Relationship Id="rId239" Type="http://schemas.openxmlformats.org/officeDocument/2006/relationships/customXml" Target="../ink/ink1248.xml"/><Relationship Id="rId250" Type="http://schemas.openxmlformats.org/officeDocument/2006/relationships/image" Target="../media/image1312.png"/><Relationship Id="rId24" Type="http://schemas.openxmlformats.org/officeDocument/2006/relationships/image" Target="../media/image1200.png"/><Relationship Id="rId45" Type="http://schemas.openxmlformats.org/officeDocument/2006/relationships/customXml" Target="../ink/ink1151.xml"/><Relationship Id="rId66" Type="http://schemas.openxmlformats.org/officeDocument/2006/relationships/image" Target="../media/image1221.png"/><Relationship Id="rId87" Type="http://schemas.openxmlformats.org/officeDocument/2006/relationships/customXml" Target="../ink/ink1172.xml"/><Relationship Id="rId110" Type="http://schemas.openxmlformats.org/officeDocument/2006/relationships/image" Target="../media/image1243.png"/><Relationship Id="rId131" Type="http://schemas.openxmlformats.org/officeDocument/2006/relationships/customXml" Target="../ink/ink1194.xml"/><Relationship Id="rId152" Type="http://schemas.openxmlformats.org/officeDocument/2006/relationships/image" Target="../media/image1263.png"/><Relationship Id="rId173" Type="http://schemas.openxmlformats.org/officeDocument/2006/relationships/customXml" Target="../ink/ink1215.xml"/><Relationship Id="rId194" Type="http://schemas.openxmlformats.org/officeDocument/2006/relationships/image" Target="../media/image1284.png"/><Relationship Id="rId208" Type="http://schemas.openxmlformats.org/officeDocument/2006/relationships/image" Target="../media/image1291.png"/><Relationship Id="rId229" Type="http://schemas.openxmlformats.org/officeDocument/2006/relationships/customXml" Target="../ink/ink1243.xml"/><Relationship Id="rId240" Type="http://schemas.openxmlformats.org/officeDocument/2006/relationships/image" Target="../media/image1307.png"/><Relationship Id="rId14" Type="http://schemas.openxmlformats.org/officeDocument/2006/relationships/image" Target="../media/image1195.png"/><Relationship Id="rId35" Type="http://schemas.openxmlformats.org/officeDocument/2006/relationships/customXml" Target="../ink/ink1146.xml"/><Relationship Id="rId56" Type="http://schemas.openxmlformats.org/officeDocument/2006/relationships/image" Target="../media/image1216.png"/><Relationship Id="rId77" Type="http://schemas.openxmlformats.org/officeDocument/2006/relationships/customXml" Target="../ink/ink1167.xml"/><Relationship Id="rId100" Type="http://schemas.openxmlformats.org/officeDocument/2006/relationships/image" Target="../media/image1238.png"/><Relationship Id="rId8" Type="http://schemas.openxmlformats.org/officeDocument/2006/relationships/image" Target="../media/image1192.emf"/><Relationship Id="rId98" Type="http://schemas.openxmlformats.org/officeDocument/2006/relationships/image" Target="../media/image1237.png"/><Relationship Id="rId121" Type="http://schemas.openxmlformats.org/officeDocument/2006/relationships/customXml" Target="../ink/ink1189.xml"/><Relationship Id="rId142" Type="http://schemas.openxmlformats.org/officeDocument/2006/relationships/image" Target="../media/image1258.png"/><Relationship Id="rId163" Type="http://schemas.openxmlformats.org/officeDocument/2006/relationships/customXml" Target="../ink/ink1210.xml"/><Relationship Id="rId184" Type="http://schemas.openxmlformats.org/officeDocument/2006/relationships/image" Target="../media/image1279.png"/><Relationship Id="rId219" Type="http://schemas.openxmlformats.org/officeDocument/2006/relationships/customXml" Target="../ink/ink1238.xml"/><Relationship Id="rId230" Type="http://schemas.openxmlformats.org/officeDocument/2006/relationships/image" Target="../media/image1302.png"/><Relationship Id="rId25" Type="http://schemas.openxmlformats.org/officeDocument/2006/relationships/customXml" Target="../ink/ink1141.xml"/><Relationship Id="rId46" Type="http://schemas.openxmlformats.org/officeDocument/2006/relationships/image" Target="../media/image1211.png"/><Relationship Id="rId67" Type="http://schemas.openxmlformats.org/officeDocument/2006/relationships/customXml" Target="../ink/ink1162.xml"/><Relationship Id="rId88" Type="http://schemas.openxmlformats.org/officeDocument/2006/relationships/image" Target="../media/image1232.png"/><Relationship Id="rId111" Type="http://schemas.openxmlformats.org/officeDocument/2006/relationships/customXml" Target="../ink/ink1184.xml"/><Relationship Id="rId132" Type="http://schemas.openxmlformats.org/officeDocument/2006/relationships/image" Target="../media/image1254.png"/><Relationship Id="rId153" Type="http://schemas.openxmlformats.org/officeDocument/2006/relationships/customXml" Target="../ink/ink1205.xml"/><Relationship Id="rId174" Type="http://schemas.openxmlformats.org/officeDocument/2006/relationships/image" Target="../media/image1274.png"/><Relationship Id="rId195" Type="http://schemas.openxmlformats.org/officeDocument/2006/relationships/customXml" Target="../ink/ink1226.xml"/><Relationship Id="rId209" Type="http://schemas.openxmlformats.org/officeDocument/2006/relationships/customXml" Target="../ink/ink1233.xml"/><Relationship Id="rId220" Type="http://schemas.openxmlformats.org/officeDocument/2006/relationships/image" Target="../media/image1297.png"/><Relationship Id="rId241" Type="http://schemas.openxmlformats.org/officeDocument/2006/relationships/customXml" Target="../ink/ink1249.xml"/><Relationship Id="rId15" Type="http://schemas.openxmlformats.org/officeDocument/2006/relationships/customXml" Target="../ink/ink1136.xml"/><Relationship Id="rId36" Type="http://schemas.openxmlformats.org/officeDocument/2006/relationships/image" Target="../media/image1206.png"/><Relationship Id="rId57" Type="http://schemas.openxmlformats.org/officeDocument/2006/relationships/customXml" Target="../ink/ink1157.xml"/><Relationship Id="rId78" Type="http://schemas.openxmlformats.org/officeDocument/2006/relationships/image" Target="../media/image1227.png"/><Relationship Id="rId99" Type="http://schemas.openxmlformats.org/officeDocument/2006/relationships/customXml" Target="../ink/ink1178.xml"/><Relationship Id="rId101" Type="http://schemas.openxmlformats.org/officeDocument/2006/relationships/customXml" Target="../ink/ink1179.xml"/><Relationship Id="rId122" Type="http://schemas.openxmlformats.org/officeDocument/2006/relationships/image" Target="../media/image1249.png"/><Relationship Id="rId143" Type="http://schemas.openxmlformats.org/officeDocument/2006/relationships/customXml" Target="../ink/ink1200.xml"/><Relationship Id="rId164" Type="http://schemas.openxmlformats.org/officeDocument/2006/relationships/image" Target="../media/image1269.png"/><Relationship Id="rId185" Type="http://schemas.openxmlformats.org/officeDocument/2006/relationships/customXml" Target="../ink/ink1221.xml"/><Relationship Id="rId4" Type="http://schemas.openxmlformats.org/officeDocument/2006/relationships/oleObject" Target="../embeddings/oleObject20.bin"/><Relationship Id="rId9" Type="http://schemas.openxmlformats.org/officeDocument/2006/relationships/customXml" Target="../ink/ink1133.xml"/><Relationship Id="rId180" Type="http://schemas.openxmlformats.org/officeDocument/2006/relationships/image" Target="../media/image1277.png"/><Relationship Id="rId210" Type="http://schemas.openxmlformats.org/officeDocument/2006/relationships/image" Target="../media/image1292.png"/><Relationship Id="rId215" Type="http://schemas.openxmlformats.org/officeDocument/2006/relationships/customXml" Target="../ink/ink1236.xml"/><Relationship Id="rId236" Type="http://schemas.openxmlformats.org/officeDocument/2006/relationships/image" Target="../media/image1305.png"/><Relationship Id="rId26" Type="http://schemas.openxmlformats.org/officeDocument/2006/relationships/image" Target="../media/image1201.png"/><Relationship Id="rId231" Type="http://schemas.openxmlformats.org/officeDocument/2006/relationships/customXml" Target="../ink/ink1244.xml"/><Relationship Id="rId47" Type="http://schemas.openxmlformats.org/officeDocument/2006/relationships/customXml" Target="../ink/ink1152.xml"/><Relationship Id="rId68" Type="http://schemas.openxmlformats.org/officeDocument/2006/relationships/image" Target="../media/image1222.png"/><Relationship Id="rId89" Type="http://schemas.openxmlformats.org/officeDocument/2006/relationships/customXml" Target="../ink/ink1173.xml"/><Relationship Id="rId112" Type="http://schemas.openxmlformats.org/officeDocument/2006/relationships/image" Target="../media/image1244.png"/><Relationship Id="rId133" Type="http://schemas.openxmlformats.org/officeDocument/2006/relationships/customXml" Target="../ink/ink1195.xml"/><Relationship Id="rId154" Type="http://schemas.openxmlformats.org/officeDocument/2006/relationships/image" Target="../media/image1264.png"/><Relationship Id="rId175" Type="http://schemas.openxmlformats.org/officeDocument/2006/relationships/customXml" Target="../ink/ink1216.xml"/><Relationship Id="rId196" Type="http://schemas.openxmlformats.org/officeDocument/2006/relationships/image" Target="../media/image1285.png"/><Relationship Id="rId200" Type="http://schemas.openxmlformats.org/officeDocument/2006/relationships/image" Target="../media/image1287.png"/><Relationship Id="rId16" Type="http://schemas.openxmlformats.org/officeDocument/2006/relationships/image" Target="../media/image1196.png"/><Relationship Id="rId221" Type="http://schemas.openxmlformats.org/officeDocument/2006/relationships/customXml" Target="../ink/ink1239.xml"/><Relationship Id="rId242" Type="http://schemas.openxmlformats.org/officeDocument/2006/relationships/image" Target="../media/image1308.png"/><Relationship Id="rId37" Type="http://schemas.openxmlformats.org/officeDocument/2006/relationships/customXml" Target="../ink/ink1147.xml"/><Relationship Id="rId58" Type="http://schemas.openxmlformats.org/officeDocument/2006/relationships/image" Target="../media/image1217.png"/><Relationship Id="rId79" Type="http://schemas.openxmlformats.org/officeDocument/2006/relationships/customXml" Target="../ink/ink1168.xml"/><Relationship Id="rId102" Type="http://schemas.openxmlformats.org/officeDocument/2006/relationships/image" Target="../media/image1239.png"/><Relationship Id="rId123" Type="http://schemas.openxmlformats.org/officeDocument/2006/relationships/customXml" Target="../ink/ink1190.xml"/><Relationship Id="rId144" Type="http://schemas.openxmlformats.org/officeDocument/2006/relationships/image" Target="../media/image1259.png"/><Relationship Id="rId90" Type="http://schemas.openxmlformats.org/officeDocument/2006/relationships/image" Target="../media/image1233.png"/><Relationship Id="rId165" Type="http://schemas.openxmlformats.org/officeDocument/2006/relationships/customXml" Target="../ink/ink1211.xml"/><Relationship Id="rId186" Type="http://schemas.openxmlformats.org/officeDocument/2006/relationships/image" Target="../media/image1280.png"/><Relationship Id="rId211" Type="http://schemas.openxmlformats.org/officeDocument/2006/relationships/customXml" Target="../ink/ink1234.xml"/><Relationship Id="rId232" Type="http://schemas.openxmlformats.org/officeDocument/2006/relationships/image" Target="../media/image1303.png"/><Relationship Id="rId27" Type="http://schemas.openxmlformats.org/officeDocument/2006/relationships/customXml" Target="../ink/ink1142.xml"/><Relationship Id="rId48" Type="http://schemas.openxmlformats.org/officeDocument/2006/relationships/image" Target="../media/image1212.png"/><Relationship Id="rId69" Type="http://schemas.openxmlformats.org/officeDocument/2006/relationships/customXml" Target="../ink/ink1163.xml"/><Relationship Id="rId113" Type="http://schemas.openxmlformats.org/officeDocument/2006/relationships/customXml" Target="../ink/ink1185.xml"/><Relationship Id="rId134" Type="http://schemas.openxmlformats.org/officeDocument/2006/relationships/image" Target="../media/image1255.png"/><Relationship Id="rId80" Type="http://schemas.openxmlformats.org/officeDocument/2006/relationships/image" Target="../media/image1228.png"/><Relationship Id="rId155" Type="http://schemas.openxmlformats.org/officeDocument/2006/relationships/customXml" Target="../ink/ink1206.xml"/><Relationship Id="rId176" Type="http://schemas.openxmlformats.org/officeDocument/2006/relationships/image" Target="../media/image1275.png"/><Relationship Id="rId197" Type="http://schemas.openxmlformats.org/officeDocument/2006/relationships/customXml" Target="../ink/ink1227.xml"/><Relationship Id="rId201" Type="http://schemas.openxmlformats.org/officeDocument/2006/relationships/customXml" Target="../ink/ink1229.xml"/><Relationship Id="rId222" Type="http://schemas.openxmlformats.org/officeDocument/2006/relationships/image" Target="../media/image1298.png"/><Relationship Id="rId243" Type="http://schemas.openxmlformats.org/officeDocument/2006/relationships/customXml" Target="../ink/ink1250.xml"/><Relationship Id="rId17" Type="http://schemas.openxmlformats.org/officeDocument/2006/relationships/customXml" Target="../ink/ink1137.xml"/><Relationship Id="rId38" Type="http://schemas.openxmlformats.org/officeDocument/2006/relationships/image" Target="../media/image1207.png"/><Relationship Id="rId59" Type="http://schemas.openxmlformats.org/officeDocument/2006/relationships/customXml" Target="../ink/ink1158.xml"/><Relationship Id="rId103" Type="http://schemas.openxmlformats.org/officeDocument/2006/relationships/customXml" Target="../ink/ink1180.xml"/><Relationship Id="rId124" Type="http://schemas.openxmlformats.org/officeDocument/2006/relationships/image" Target="../media/image1250.png"/><Relationship Id="rId70" Type="http://schemas.openxmlformats.org/officeDocument/2006/relationships/image" Target="../media/image1223.png"/><Relationship Id="rId91" Type="http://schemas.openxmlformats.org/officeDocument/2006/relationships/customXml" Target="../ink/ink1174.xml"/><Relationship Id="rId145" Type="http://schemas.openxmlformats.org/officeDocument/2006/relationships/customXml" Target="../ink/ink1201.xml"/><Relationship Id="rId166" Type="http://schemas.openxmlformats.org/officeDocument/2006/relationships/image" Target="../media/image1270.png"/><Relationship Id="rId187" Type="http://schemas.openxmlformats.org/officeDocument/2006/relationships/customXml" Target="../ink/ink1222.xml"/><Relationship Id="rId1" Type="http://schemas.openxmlformats.org/officeDocument/2006/relationships/slideLayout" Target="../slideLayouts/slideLayout38.xml"/><Relationship Id="rId212" Type="http://schemas.openxmlformats.org/officeDocument/2006/relationships/image" Target="../media/image1293.png"/><Relationship Id="rId233" Type="http://schemas.openxmlformats.org/officeDocument/2006/relationships/customXml" Target="../ink/ink1245.xml"/><Relationship Id="rId28" Type="http://schemas.openxmlformats.org/officeDocument/2006/relationships/image" Target="../media/image1202.png"/><Relationship Id="rId49" Type="http://schemas.openxmlformats.org/officeDocument/2006/relationships/customXml" Target="../ink/ink1153.xml"/><Relationship Id="rId114" Type="http://schemas.openxmlformats.org/officeDocument/2006/relationships/image" Target="../media/image1245.png"/><Relationship Id="rId60" Type="http://schemas.openxmlformats.org/officeDocument/2006/relationships/image" Target="../media/image1218.png"/><Relationship Id="rId81" Type="http://schemas.openxmlformats.org/officeDocument/2006/relationships/customXml" Target="../ink/ink1169.xml"/><Relationship Id="rId135" Type="http://schemas.openxmlformats.org/officeDocument/2006/relationships/customXml" Target="../ink/ink1196.xml"/><Relationship Id="rId156" Type="http://schemas.openxmlformats.org/officeDocument/2006/relationships/image" Target="../media/image1265.png"/><Relationship Id="rId177" Type="http://schemas.openxmlformats.org/officeDocument/2006/relationships/customXml" Target="../ink/ink1217.xml"/><Relationship Id="rId198" Type="http://schemas.openxmlformats.org/officeDocument/2006/relationships/image" Target="../media/image1286.png"/><Relationship Id="rId202" Type="http://schemas.openxmlformats.org/officeDocument/2006/relationships/image" Target="../media/image1288.png"/><Relationship Id="rId223" Type="http://schemas.openxmlformats.org/officeDocument/2006/relationships/customXml" Target="../ink/ink1240.xml"/><Relationship Id="rId244" Type="http://schemas.openxmlformats.org/officeDocument/2006/relationships/image" Target="../media/image1309.png"/><Relationship Id="rId18" Type="http://schemas.openxmlformats.org/officeDocument/2006/relationships/image" Target="../media/image1197.png"/><Relationship Id="rId39" Type="http://schemas.openxmlformats.org/officeDocument/2006/relationships/customXml" Target="../ink/ink1148.xml"/><Relationship Id="rId50" Type="http://schemas.openxmlformats.org/officeDocument/2006/relationships/image" Target="../media/image1213.png"/><Relationship Id="rId104" Type="http://schemas.openxmlformats.org/officeDocument/2006/relationships/image" Target="../media/image1240.png"/><Relationship Id="rId125" Type="http://schemas.openxmlformats.org/officeDocument/2006/relationships/customXml" Target="../ink/ink1191.xml"/><Relationship Id="rId146" Type="http://schemas.openxmlformats.org/officeDocument/2006/relationships/image" Target="../media/image1260.png"/><Relationship Id="rId167" Type="http://schemas.openxmlformats.org/officeDocument/2006/relationships/customXml" Target="../ink/ink1212.xml"/><Relationship Id="rId188" Type="http://schemas.openxmlformats.org/officeDocument/2006/relationships/image" Target="../media/image1281.png"/><Relationship Id="rId71" Type="http://schemas.openxmlformats.org/officeDocument/2006/relationships/customXml" Target="../ink/ink1164.xml"/><Relationship Id="rId92" Type="http://schemas.openxmlformats.org/officeDocument/2006/relationships/image" Target="../media/image1234.png"/><Relationship Id="rId213" Type="http://schemas.openxmlformats.org/officeDocument/2006/relationships/customXml" Target="../ink/ink1235.xml"/><Relationship Id="rId234" Type="http://schemas.openxmlformats.org/officeDocument/2006/relationships/image" Target="../media/image1304.png"/><Relationship Id="rId29" Type="http://schemas.openxmlformats.org/officeDocument/2006/relationships/customXml" Target="../ink/ink1143.xml"/><Relationship Id="rId40" Type="http://schemas.openxmlformats.org/officeDocument/2006/relationships/image" Target="../media/image1208.png"/><Relationship Id="rId115" Type="http://schemas.openxmlformats.org/officeDocument/2006/relationships/customXml" Target="../ink/ink1186.xml"/><Relationship Id="rId136" Type="http://schemas.openxmlformats.org/officeDocument/2006/relationships/image" Target="../media/image1084.png"/><Relationship Id="rId157" Type="http://schemas.openxmlformats.org/officeDocument/2006/relationships/customXml" Target="../ink/ink1207.xml"/><Relationship Id="rId178" Type="http://schemas.openxmlformats.org/officeDocument/2006/relationships/image" Target="../media/image1276.png"/><Relationship Id="rId61" Type="http://schemas.openxmlformats.org/officeDocument/2006/relationships/customXml" Target="../ink/ink1159.xml"/><Relationship Id="rId82" Type="http://schemas.openxmlformats.org/officeDocument/2006/relationships/image" Target="../media/image1229.png"/><Relationship Id="rId199" Type="http://schemas.openxmlformats.org/officeDocument/2006/relationships/customXml" Target="../ink/ink1228.xml"/><Relationship Id="rId203" Type="http://schemas.openxmlformats.org/officeDocument/2006/relationships/customXml" Target="../ink/ink1230.xml"/><Relationship Id="rId19" Type="http://schemas.openxmlformats.org/officeDocument/2006/relationships/customXml" Target="../ink/ink1138.xml"/><Relationship Id="rId224" Type="http://schemas.openxmlformats.org/officeDocument/2006/relationships/image" Target="../media/image1299.png"/><Relationship Id="rId245" Type="http://schemas.openxmlformats.org/officeDocument/2006/relationships/customXml" Target="../ink/ink1251.xml"/><Relationship Id="rId30" Type="http://schemas.openxmlformats.org/officeDocument/2006/relationships/image" Target="../media/image1203.png"/><Relationship Id="rId105" Type="http://schemas.openxmlformats.org/officeDocument/2006/relationships/customXml" Target="../ink/ink1181.xml"/><Relationship Id="rId126" Type="http://schemas.openxmlformats.org/officeDocument/2006/relationships/image" Target="../media/image1251.png"/><Relationship Id="rId147" Type="http://schemas.openxmlformats.org/officeDocument/2006/relationships/customXml" Target="../ink/ink1202.xml"/><Relationship Id="rId168" Type="http://schemas.openxmlformats.org/officeDocument/2006/relationships/image" Target="../media/image1271.png"/><Relationship Id="rId51" Type="http://schemas.openxmlformats.org/officeDocument/2006/relationships/customXml" Target="../ink/ink1154.xml"/><Relationship Id="rId72" Type="http://schemas.openxmlformats.org/officeDocument/2006/relationships/image" Target="../media/image1224.png"/><Relationship Id="rId93" Type="http://schemas.openxmlformats.org/officeDocument/2006/relationships/customXml" Target="../ink/ink1175.xml"/><Relationship Id="rId189" Type="http://schemas.openxmlformats.org/officeDocument/2006/relationships/customXml" Target="../ink/ink1223.xml"/><Relationship Id="rId3" Type="http://schemas.openxmlformats.org/officeDocument/2006/relationships/image" Target="../media/image9500.png"/><Relationship Id="rId214" Type="http://schemas.openxmlformats.org/officeDocument/2006/relationships/image" Target="../media/image1294.png"/><Relationship Id="rId235" Type="http://schemas.openxmlformats.org/officeDocument/2006/relationships/customXml" Target="../ink/ink1246.xml"/><Relationship Id="rId116" Type="http://schemas.openxmlformats.org/officeDocument/2006/relationships/image" Target="../media/image1246.png"/><Relationship Id="rId137" Type="http://schemas.openxmlformats.org/officeDocument/2006/relationships/customXml" Target="../ink/ink1197.xml"/><Relationship Id="rId158" Type="http://schemas.openxmlformats.org/officeDocument/2006/relationships/image" Target="../media/image1266.png"/><Relationship Id="rId20" Type="http://schemas.openxmlformats.org/officeDocument/2006/relationships/image" Target="../media/image1198.png"/><Relationship Id="rId41" Type="http://schemas.openxmlformats.org/officeDocument/2006/relationships/customXml" Target="../ink/ink1149.xml"/><Relationship Id="rId62" Type="http://schemas.openxmlformats.org/officeDocument/2006/relationships/image" Target="../media/image1219.png"/><Relationship Id="rId83" Type="http://schemas.openxmlformats.org/officeDocument/2006/relationships/customXml" Target="../ink/ink1170.xml"/><Relationship Id="rId179" Type="http://schemas.openxmlformats.org/officeDocument/2006/relationships/customXml" Target="../ink/ink1218.xml"/><Relationship Id="rId190" Type="http://schemas.openxmlformats.org/officeDocument/2006/relationships/image" Target="../media/image1282.png"/><Relationship Id="rId204" Type="http://schemas.openxmlformats.org/officeDocument/2006/relationships/image" Target="../media/image1289.png"/><Relationship Id="rId225" Type="http://schemas.openxmlformats.org/officeDocument/2006/relationships/customXml" Target="../ink/ink1241.xml"/><Relationship Id="rId246" Type="http://schemas.openxmlformats.org/officeDocument/2006/relationships/image" Target="../media/image1310.png"/><Relationship Id="rId106" Type="http://schemas.openxmlformats.org/officeDocument/2006/relationships/image" Target="../media/image1241.png"/><Relationship Id="rId127" Type="http://schemas.openxmlformats.org/officeDocument/2006/relationships/customXml" Target="../ink/ink1192.xml"/><Relationship Id="rId10" Type="http://schemas.openxmlformats.org/officeDocument/2006/relationships/image" Target="../media/image1193.png"/><Relationship Id="rId31" Type="http://schemas.openxmlformats.org/officeDocument/2006/relationships/customXml" Target="../ink/ink1144.xml"/><Relationship Id="rId52" Type="http://schemas.openxmlformats.org/officeDocument/2006/relationships/image" Target="../media/image1214.png"/><Relationship Id="rId73" Type="http://schemas.openxmlformats.org/officeDocument/2006/relationships/customXml" Target="../ink/ink1165.xml"/><Relationship Id="rId94" Type="http://schemas.openxmlformats.org/officeDocument/2006/relationships/image" Target="../media/image1235.png"/><Relationship Id="rId148" Type="http://schemas.openxmlformats.org/officeDocument/2006/relationships/image" Target="../media/image1261.png"/><Relationship Id="rId169" Type="http://schemas.openxmlformats.org/officeDocument/2006/relationships/customXml" Target="../ink/ink1213.xml"/></Relationships>
</file>

<file path=ppt/slides/_rels/slide50.xml.rels><?xml version="1.0" encoding="UTF-8" standalone="yes"?>
<Relationships xmlns="http://schemas.openxmlformats.org/package/2006/relationships"><Relationship Id="rId26" Type="http://schemas.openxmlformats.org/officeDocument/2006/relationships/image" Target="../media/image1324.png"/><Relationship Id="rId117" Type="http://schemas.openxmlformats.org/officeDocument/2006/relationships/customXml" Target="../ink/ink1309.xml"/><Relationship Id="rId21" Type="http://schemas.openxmlformats.org/officeDocument/2006/relationships/customXml" Target="../ink/ink1261.xml"/><Relationship Id="rId42" Type="http://schemas.openxmlformats.org/officeDocument/2006/relationships/image" Target="../media/image1332.png"/><Relationship Id="rId47" Type="http://schemas.openxmlformats.org/officeDocument/2006/relationships/customXml" Target="../ink/ink1274.xml"/><Relationship Id="rId63" Type="http://schemas.openxmlformats.org/officeDocument/2006/relationships/customXml" Target="../ink/ink1282.xml"/><Relationship Id="rId68" Type="http://schemas.openxmlformats.org/officeDocument/2006/relationships/image" Target="../media/image1345.png"/><Relationship Id="rId84" Type="http://schemas.openxmlformats.org/officeDocument/2006/relationships/image" Target="../media/image1353.png"/><Relationship Id="rId89" Type="http://schemas.openxmlformats.org/officeDocument/2006/relationships/customXml" Target="../ink/ink1295.xml"/><Relationship Id="rId112" Type="http://schemas.openxmlformats.org/officeDocument/2006/relationships/image" Target="../media/image1367.png"/><Relationship Id="rId16" Type="http://schemas.openxmlformats.org/officeDocument/2006/relationships/image" Target="../media/image1319.png"/><Relationship Id="rId107" Type="http://schemas.openxmlformats.org/officeDocument/2006/relationships/customXml" Target="../ink/ink1304.xml"/><Relationship Id="rId11" Type="http://schemas.openxmlformats.org/officeDocument/2006/relationships/customXml" Target="../ink/ink1256.xml"/><Relationship Id="rId32" Type="http://schemas.openxmlformats.org/officeDocument/2006/relationships/image" Target="../media/image1327.png"/><Relationship Id="rId37" Type="http://schemas.openxmlformats.org/officeDocument/2006/relationships/customXml" Target="../ink/ink1269.xml"/><Relationship Id="rId53" Type="http://schemas.openxmlformats.org/officeDocument/2006/relationships/customXml" Target="../ink/ink1277.xml"/><Relationship Id="rId58" Type="http://schemas.openxmlformats.org/officeDocument/2006/relationships/image" Target="../media/image1340.png"/><Relationship Id="rId74" Type="http://schemas.openxmlformats.org/officeDocument/2006/relationships/image" Target="../media/image1348.png"/><Relationship Id="rId79" Type="http://schemas.openxmlformats.org/officeDocument/2006/relationships/customXml" Target="../ink/ink1290.xml"/><Relationship Id="rId102" Type="http://schemas.openxmlformats.org/officeDocument/2006/relationships/image" Target="../media/image1362.png"/><Relationship Id="rId5" Type="http://schemas.openxmlformats.org/officeDocument/2006/relationships/image" Target="../media/image1313.png"/><Relationship Id="rId90" Type="http://schemas.openxmlformats.org/officeDocument/2006/relationships/image" Target="../media/image1356.png"/><Relationship Id="rId95" Type="http://schemas.openxmlformats.org/officeDocument/2006/relationships/customXml" Target="../ink/ink1298.xml"/><Relationship Id="rId22" Type="http://schemas.openxmlformats.org/officeDocument/2006/relationships/image" Target="../media/image1322.png"/><Relationship Id="rId27" Type="http://schemas.openxmlformats.org/officeDocument/2006/relationships/customXml" Target="../ink/ink1264.xml"/><Relationship Id="rId43" Type="http://schemas.openxmlformats.org/officeDocument/2006/relationships/customXml" Target="../ink/ink1272.xml"/><Relationship Id="rId48" Type="http://schemas.openxmlformats.org/officeDocument/2006/relationships/image" Target="../media/image1335.png"/><Relationship Id="rId64" Type="http://schemas.openxmlformats.org/officeDocument/2006/relationships/image" Target="../media/image1343.png"/><Relationship Id="rId69" Type="http://schemas.openxmlformats.org/officeDocument/2006/relationships/customXml" Target="../ink/ink1285.xml"/><Relationship Id="rId113" Type="http://schemas.openxmlformats.org/officeDocument/2006/relationships/customXml" Target="../ink/ink1307.xml"/><Relationship Id="rId118" Type="http://schemas.openxmlformats.org/officeDocument/2006/relationships/image" Target="../media/image1370.png"/><Relationship Id="rId80" Type="http://schemas.openxmlformats.org/officeDocument/2006/relationships/image" Target="../media/image1351.png"/><Relationship Id="rId85" Type="http://schemas.openxmlformats.org/officeDocument/2006/relationships/customXml" Target="../ink/ink1293.xml"/><Relationship Id="rId12" Type="http://schemas.openxmlformats.org/officeDocument/2006/relationships/image" Target="../media/image1317.png"/><Relationship Id="rId17" Type="http://schemas.openxmlformats.org/officeDocument/2006/relationships/customXml" Target="../ink/ink1259.xml"/><Relationship Id="rId33" Type="http://schemas.openxmlformats.org/officeDocument/2006/relationships/customXml" Target="../ink/ink1267.xml"/><Relationship Id="rId38" Type="http://schemas.openxmlformats.org/officeDocument/2006/relationships/image" Target="../media/image1330.png"/><Relationship Id="rId59" Type="http://schemas.openxmlformats.org/officeDocument/2006/relationships/customXml" Target="../ink/ink1280.xml"/><Relationship Id="rId103" Type="http://schemas.openxmlformats.org/officeDocument/2006/relationships/customXml" Target="../ink/ink1302.xml"/><Relationship Id="rId108" Type="http://schemas.openxmlformats.org/officeDocument/2006/relationships/image" Target="../media/image1365.png"/><Relationship Id="rId54" Type="http://schemas.openxmlformats.org/officeDocument/2006/relationships/image" Target="../media/image1338.png"/><Relationship Id="rId70" Type="http://schemas.openxmlformats.org/officeDocument/2006/relationships/image" Target="../media/image1346.png"/><Relationship Id="rId75" Type="http://schemas.openxmlformats.org/officeDocument/2006/relationships/customXml" Target="../ink/ink1288.xml"/><Relationship Id="rId91" Type="http://schemas.openxmlformats.org/officeDocument/2006/relationships/customXml" Target="../ink/ink1296.xml"/><Relationship Id="rId96" Type="http://schemas.openxmlformats.org/officeDocument/2006/relationships/image" Target="../media/image1359.png"/><Relationship Id="rId1" Type="http://schemas.openxmlformats.org/officeDocument/2006/relationships/slideLayout" Target="../slideLayouts/slideLayout38.xml"/><Relationship Id="rId6" Type="http://schemas.openxmlformats.org/officeDocument/2006/relationships/image" Target="../media/image1314.png"/><Relationship Id="rId23" Type="http://schemas.openxmlformats.org/officeDocument/2006/relationships/customXml" Target="../ink/ink1262.xml"/><Relationship Id="rId28" Type="http://schemas.openxmlformats.org/officeDocument/2006/relationships/image" Target="../media/image1325.png"/><Relationship Id="rId49" Type="http://schemas.openxmlformats.org/officeDocument/2006/relationships/customXml" Target="../ink/ink1275.xml"/><Relationship Id="rId114" Type="http://schemas.openxmlformats.org/officeDocument/2006/relationships/image" Target="../media/image1368.png"/><Relationship Id="rId10" Type="http://schemas.openxmlformats.org/officeDocument/2006/relationships/image" Target="../media/image1316.png"/><Relationship Id="rId31" Type="http://schemas.openxmlformats.org/officeDocument/2006/relationships/customXml" Target="../ink/ink1266.xml"/><Relationship Id="rId44" Type="http://schemas.openxmlformats.org/officeDocument/2006/relationships/image" Target="../media/image1333.png"/><Relationship Id="rId52" Type="http://schemas.openxmlformats.org/officeDocument/2006/relationships/image" Target="../media/image1337.png"/><Relationship Id="rId60" Type="http://schemas.openxmlformats.org/officeDocument/2006/relationships/image" Target="../media/image1341.png"/><Relationship Id="rId65" Type="http://schemas.openxmlformats.org/officeDocument/2006/relationships/customXml" Target="../ink/ink1283.xml"/><Relationship Id="rId73" Type="http://schemas.openxmlformats.org/officeDocument/2006/relationships/customXml" Target="../ink/ink1287.xml"/><Relationship Id="rId78" Type="http://schemas.openxmlformats.org/officeDocument/2006/relationships/image" Target="../media/image1350.png"/><Relationship Id="rId81" Type="http://schemas.openxmlformats.org/officeDocument/2006/relationships/customXml" Target="../ink/ink1291.xml"/><Relationship Id="rId86" Type="http://schemas.openxmlformats.org/officeDocument/2006/relationships/image" Target="../media/image1354.png"/><Relationship Id="rId94" Type="http://schemas.openxmlformats.org/officeDocument/2006/relationships/image" Target="../media/image1358.png"/><Relationship Id="rId99" Type="http://schemas.openxmlformats.org/officeDocument/2006/relationships/customXml" Target="../ink/ink1300.xml"/><Relationship Id="rId101" Type="http://schemas.openxmlformats.org/officeDocument/2006/relationships/customXml" Target="../ink/ink1301.xml"/><Relationship Id="rId4" Type="http://schemas.openxmlformats.org/officeDocument/2006/relationships/image" Target="../media/image9900.png"/><Relationship Id="rId9" Type="http://schemas.openxmlformats.org/officeDocument/2006/relationships/customXml" Target="../ink/ink1255.xml"/><Relationship Id="rId13" Type="http://schemas.openxmlformats.org/officeDocument/2006/relationships/customXml" Target="../ink/ink1257.xml"/><Relationship Id="rId18" Type="http://schemas.openxmlformats.org/officeDocument/2006/relationships/image" Target="../media/image1320.png"/><Relationship Id="rId39" Type="http://schemas.openxmlformats.org/officeDocument/2006/relationships/customXml" Target="../ink/ink1270.xml"/><Relationship Id="rId109" Type="http://schemas.openxmlformats.org/officeDocument/2006/relationships/customXml" Target="../ink/ink1305.xml"/><Relationship Id="rId34" Type="http://schemas.openxmlformats.org/officeDocument/2006/relationships/image" Target="../media/image1328.png"/><Relationship Id="rId50" Type="http://schemas.openxmlformats.org/officeDocument/2006/relationships/image" Target="../media/image1336.png"/><Relationship Id="rId55" Type="http://schemas.openxmlformats.org/officeDocument/2006/relationships/customXml" Target="../ink/ink1278.xml"/><Relationship Id="rId76" Type="http://schemas.openxmlformats.org/officeDocument/2006/relationships/image" Target="../media/image1349.png"/><Relationship Id="rId97" Type="http://schemas.openxmlformats.org/officeDocument/2006/relationships/customXml" Target="../ink/ink1299.xml"/><Relationship Id="rId104" Type="http://schemas.openxmlformats.org/officeDocument/2006/relationships/image" Target="../media/image1363.png"/><Relationship Id="rId7" Type="http://schemas.openxmlformats.org/officeDocument/2006/relationships/customXml" Target="../ink/ink1254.xml"/><Relationship Id="rId71" Type="http://schemas.openxmlformats.org/officeDocument/2006/relationships/customXml" Target="../ink/ink1286.xml"/><Relationship Id="rId92" Type="http://schemas.openxmlformats.org/officeDocument/2006/relationships/image" Target="../media/image1357.png"/><Relationship Id="rId2" Type="http://schemas.openxmlformats.org/officeDocument/2006/relationships/image" Target="../media/image9700.png"/><Relationship Id="rId29" Type="http://schemas.openxmlformats.org/officeDocument/2006/relationships/customXml" Target="../ink/ink1265.xml"/><Relationship Id="rId24" Type="http://schemas.openxmlformats.org/officeDocument/2006/relationships/image" Target="../media/image1323.png"/><Relationship Id="rId40" Type="http://schemas.openxmlformats.org/officeDocument/2006/relationships/image" Target="../media/image1331.png"/><Relationship Id="rId45" Type="http://schemas.openxmlformats.org/officeDocument/2006/relationships/customXml" Target="../ink/ink1273.xml"/><Relationship Id="rId66" Type="http://schemas.openxmlformats.org/officeDocument/2006/relationships/image" Target="../media/image1344.png"/><Relationship Id="rId87" Type="http://schemas.openxmlformats.org/officeDocument/2006/relationships/customXml" Target="../ink/ink1294.xml"/><Relationship Id="rId110" Type="http://schemas.openxmlformats.org/officeDocument/2006/relationships/image" Target="../media/image1366.png"/><Relationship Id="rId115" Type="http://schemas.openxmlformats.org/officeDocument/2006/relationships/customXml" Target="../ink/ink1308.xml"/><Relationship Id="rId61" Type="http://schemas.openxmlformats.org/officeDocument/2006/relationships/customXml" Target="../ink/ink1281.xml"/><Relationship Id="rId82" Type="http://schemas.openxmlformats.org/officeDocument/2006/relationships/image" Target="../media/image1352.png"/><Relationship Id="rId19" Type="http://schemas.openxmlformats.org/officeDocument/2006/relationships/customXml" Target="../ink/ink1260.xml"/><Relationship Id="rId14" Type="http://schemas.openxmlformats.org/officeDocument/2006/relationships/image" Target="../media/image1318.png"/><Relationship Id="rId30" Type="http://schemas.openxmlformats.org/officeDocument/2006/relationships/image" Target="../media/image1326.png"/><Relationship Id="rId35" Type="http://schemas.openxmlformats.org/officeDocument/2006/relationships/customXml" Target="../ink/ink1268.xml"/><Relationship Id="rId56" Type="http://schemas.openxmlformats.org/officeDocument/2006/relationships/image" Target="../media/image1339.png"/><Relationship Id="rId77" Type="http://schemas.openxmlformats.org/officeDocument/2006/relationships/customXml" Target="../ink/ink1289.xml"/><Relationship Id="rId100" Type="http://schemas.openxmlformats.org/officeDocument/2006/relationships/image" Target="../media/image1361.png"/><Relationship Id="rId105" Type="http://schemas.openxmlformats.org/officeDocument/2006/relationships/customXml" Target="../ink/ink1303.xml"/><Relationship Id="rId8" Type="http://schemas.openxmlformats.org/officeDocument/2006/relationships/image" Target="../media/image1315.png"/><Relationship Id="rId51" Type="http://schemas.openxmlformats.org/officeDocument/2006/relationships/customXml" Target="../ink/ink1276.xml"/><Relationship Id="rId72" Type="http://schemas.openxmlformats.org/officeDocument/2006/relationships/image" Target="../media/image1347.png"/><Relationship Id="rId93" Type="http://schemas.openxmlformats.org/officeDocument/2006/relationships/customXml" Target="../ink/ink1297.xml"/><Relationship Id="rId98" Type="http://schemas.openxmlformats.org/officeDocument/2006/relationships/image" Target="../media/image1360.png"/><Relationship Id="rId3" Type="http://schemas.openxmlformats.org/officeDocument/2006/relationships/image" Target="../media/image9800.png"/><Relationship Id="rId25" Type="http://schemas.openxmlformats.org/officeDocument/2006/relationships/customXml" Target="../ink/ink1263.xml"/><Relationship Id="rId46" Type="http://schemas.openxmlformats.org/officeDocument/2006/relationships/image" Target="../media/image1334.png"/><Relationship Id="rId67" Type="http://schemas.openxmlformats.org/officeDocument/2006/relationships/customXml" Target="../ink/ink1284.xml"/><Relationship Id="rId116" Type="http://schemas.openxmlformats.org/officeDocument/2006/relationships/image" Target="../media/image1369.png"/><Relationship Id="rId20" Type="http://schemas.openxmlformats.org/officeDocument/2006/relationships/image" Target="../media/image1321.png"/><Relationship Id="rId41" Type="http://schemas.openxmlformats.org/officeDocument/2006/relationships/customXml" Target="../ink/ink1271.xml"/><Relationship Id="rId62" Type="http://schemas.openxmlformats.org/officeDocument/2006/relationships/image" Target="../media/image1342.png"/><Relationship Id="rId83" Type="http://schemas.openxmlformats.org/officeDocument/2006/relationships/customXml" Target="../ink/ink1292.xml"/><Relationship Id="rId88" Type="http://schemas.openxmlformats.org/officeDocument/2006/relationships/image" Target="../media/image1355.png"/><Relationship Id="rId111" Type="http://schemas.openxmlformats.org/officeDocument/2006/relationships/customXml" Target="../ink/ink1306.xml"/><Relationship Id="rId15" Type="http://schemas.openxmlformats.org/officeDocument/2006/relationships/customXml" Target="../ink/ink1258.xml"/><Relationship Id="rId36" Type="http://schemas.openxmlformats.org/officeDocument/2006/relationships/image" Target="../media/image1329.png"/><Relationship Id="rId57" Type="http://schemas.openxmlformats.org/officeDocument/2006/relationships/customXml" Target="../ink/ink1279.xml"/><Relationship Id="rId106" Type="http://schemas.openxmlformats.org/officeDocument/2006/relationships/image" Target="../media/image1364.png"/></Relationships>
</file>

<file path=ppt/slides/_rels/slide51.xml.rels><?xml version="1.0" encoding="UTF-8" standalone="yes"?>
<Relationships xmlns="http://schemas.openxmlformats.org/package/2006/relationships"><Relationship Id="rId8" Type="http://schemas.openxmlformats.org/officeDocument/2006/relationships/image" Target="../media/image1373.png"/><Relationship Id="rId13" Type="http://schemas.openxmlformats.org/officeDocument/2006/relationships/customXml" Target="../ink/ink1313.xml"/><Relationship Id="rId18" Type="http://schemas.openxmlformats.org/officeDocument/2006/relationships/image" Target="../media/image1378.png"/><Relationship Id="rId3" Type="http://schemas.openxmlformats.org/officeDocument/2006/relationships/image" Target="../media/image10300.png"/><Relationship Id="rId7" Type="http://schemas.openxmlformats.org/officeDocument/2006/relationships/customXml" Target="../ink/ink1310.xml"/><Relationship Id="rId12" Type="http://schemas.openxmlformats.org/officeDocument/2006/relationships/image" Target="../media/image1375.png"/><Relationship Id="rId17" Type="http://schemas.openxmlformats.org/officeDocument/2006/relationships/customXml" Target="../ink/ink1315.xml"/><Relationship Id="rId16" Type="http://schemas.openxmlformats.org/officeDocument/2006/relationships/image" Target="../media/image1377.png"/><Relationship Id="rId20" Type="http://schemas.openxmlformats.org/officeDocument/2006/relationships/image" Target="../media/image1379.png"/><Relationship Id="rId1" Type="http://schemas.openxmlformats.org/officeDocument/2006/relationships/slideLayout" Target="../slideLayouts/slideLayout38.xml"/><Relationship Id="rId6" Type="http://schemas.openxmlformats.org/officeDocument/2006/relationships/image" Target="../media/image1372.wmf"/><Relationship Id="rId11" Type="http://schemas.openxmlformats.org/officeDocument/2006/relationships/customXml" Target="../ink/ink1312.xml"/><Relationship Id="rId5" Type="http://schemas.openxmlformats.org/officeDocument/2006/relationships/oleObject" Target="../embeddings/oleObject22.bin"/><Relationship Id="rId15" Type="http://schemas.openxmlformats.org/officeDocument/2006/relationships/customXml" Target="../ink/ink1314.xml"/><Relationship Id="rId10" Type="http://schemas.openxmlformats.org/officeDocument/2006/relationships/image" Target="../media/image1374.png"/><Relationship Id="rId19" Type="http://schemas.openxmlformats.org/officeDocument/2006/relationships/customXml" Target="../ink/ink1316.xml"/><Relationship Id="rId4" Type="http://schemas.openxmlformats.org/officeDocument/2006/relationships/image" Target="../media/image1371.png"/><Relationship Id="rId9" Type="http://schemas.openxmlformats.org/officeDocument/2006/relationships/customXml" Target="../ink/ink1311.xml"/><Relationship Id="rId14" Type="http://schemas.openxmlformats.org/officeDocument/2006/relationships/image" Target="../media/image1376.png"/></Relationships>
</file>

<file path=ppt/slides/_rels/slide52.xml.rels><?xml version="1.0" encoding="UTF-8" standalone="yes"?>
<Relationships xmlns="http://schemas.openxmlformats.org/package/2006/relationships"><Relationship Id="rId26" Type="http://schemas.openxmlformats.org/officeDocument/2006/relationships/image" Target="../media/image1391.png"/><Relationship Id="rId21" Type="http://schemas.openxmlformats.org/officeDocument/2006/relationships/customXml" Target="../ink/ink1325.xml"/><Relationship Id="rId42" Type="http://schemas.openxmlformats.org/officeDocument/2006/relationships/image" Target="../media/image1399.png"/><Relationship Id="rId47" Type="http://schemas.openxmlformats.org/officeDocument/2006/relationships/customXml" Target="../ink/ink1338.xml"/><Relationship Id="rId63" Type="http://schemas.openxmlformats.org/officeDocument/2006/relationships/customXml" Target="../ink/ink1346.xml"/><Relationship Id="rId68" Type="http://schemas.openxmlformats.org/officeDocument/2006/relationships/image" Target="../media/image1412.png"/><Relationship Id="rId84" Type="http://schemas.openxmlformats.org/officeDocument/2006/relationships/image" Target="../media/image1420.png"/><Relationship Id="rId89" Type="http://schemas.openxmlformats.org/officeDocument/2006/relationships/customXml" Target="../ink/ink1359.xml"/><Relationship Id="rId16" Type="http://schemas.openxmlformats.org/officeDocument/2006/relationships/image" Target="../media/image1386.png"/><Relationship Id="rId11" Type="http://schemas.openxmlformats.org/officeDocument/2006/relationships/customXml" Target="../ink/ink1320.xml"/><Relationship Id="rId32" Type="http://schemas.openxmlformats.org/officeDocument/2006/relationships/image" Target="../media/image1394.png"/><Relationship Id="rId37" Type="http://schemas.openxmlformats.org/officeDocument/2006/relationships/customXml" Target="../ink/ink1333.xml"/><Relationship Id="rId53" Type="http://schemas.openxmlformats.org/officeDocument/2006/relationships/customXml" Target="../ink/ink1341.xml"/><Relationship Id="rId58" Type="http://schemas.openxmlformats.org/officeDocument/2006/relationships/image" Target="../media/image1407.png"/><Relationship Id="rId74" Type="http://schemas.openxmlformats.org/officeDocument/2006/relationships/image" Target="../media/image1415.png"/><Relationship Id="rId79" Type="http://schemas.openxmlformats.org/officeDocument/2006/relationships/customXml" Target="../ink/ink1354.xml"/><Relationship Id="rId5" Type="http://schemas.openxmlformats.org/officeDocument/2006/relationships/customXml" Target="../ink/ink1317.xml"/><Relationship Id="rId90" Type="http://schemas.openxmlformats.org/officeDocument/2006/relationships/image" Target="../media/image1423.png"/><Relationship Id="rId95" Type="http://schemas.openxmlformats.org/officeDocument/2006/relationships/customXml" Target="../ink/ink1362.xml"/><Relationship Id="rId22" Type="http://schemas.openxmlformats.org/officeDocument/2006/relationships/image" Target="../media/image1389.png"/><Relationship Id="rId27" Type="http://schemas.openxmlformats.org/officeDocument/2006/relationships/customXml" Target="../ink/ink1328.xml"/><Relationship Id="rId43" Type="http://schemas.openxmlformats.org/officeDocument/2006/relationships/customXml" Target="../ink/ink1336.xml"/><Relationship Id="rId48" Type="http://schemas.openxmlformats.org/officeDocument/2006/relationships/image" Target="../media/image1402.png"/><Relationship Id="rId64" Type="http://schemas.openxmlformats.org/officeDocument/2006/relationships/image" Target="../media/image1410.png"/><Relationship Id="rId69" Type="http://schemas.openxmlformats.org/officeDocument/2006/relationships/customXml" Target="../ink/ink1349.xml"/><Relationship Id="rId80" Type="http://schemas.openxmlformats.org/officeDocument/2006/relationships/image" Target="../media/image1418.png"/><Relationship Id="rId85" Type="http://schemas.openxmlformats.org/officeDocument/2006/relationships/customXml" Target="../ink/ink1357.xml"/><Relationship Id="rId12" Type="http://schemas.openxmlformats.org/officeDocument/2006/relationships/image" Target="../media/image1384.png"/><Relationship Id="rId17" Type="http://schemas.openxmlformats.org/officeDocument/2006/relationships/customXml" Target="../ink/ink1323.xml"/><Relationship Id="rId25" Type="http://schemas.openxmlformats.org/officeDocument/2006/relationships/customXml" Target="../ink/ink1327.xml"/><Relationship Id="rId33" Type="http://schemas.openxmlformats.org/officeDocument/2006/relationships/customXml" Target="../ink/ink1331.xml"/><Relationship Id="rId38" Type="http://schemas.openxmlformats.org/officeDocument/2006/relationships/image" Target="../media/image1397.png"/><Relationship Id="rId46" Type="http://schemas.openxmlformats.org/officeDocument/2006/relationships/image" Target="../media/image1401.png"/><Relationship Id="rId59" Type="http://schemas.openxmlformats.org/officeDocument/2006/relationships/customXml" Target="../ink/ink1344.xml"/><Relationship Id="rId67" Type="http://schemas.openxmlformats.org/officeDocument/2006/relationships/customXml" Target="../ink/ink1348.xml"/><Relationship Id="rId20" Type="http://schemas.openxmlformats.org/officeDocument/2006/relationships/image" Target="../media/image1388.png"/><Relationship Id="rId41" Type="http://schemas.openxmlformats.org/officeDocument/2006/relationships/customXml" Target="../ink/ink1335.xml"/><Relationship Id="rId54" Type="http://schemas.openxmlformats.org/officeDocument/2006/relationships/image" Target="../media/image1405.png"/><Relationship Id="rId62" Type="http://schemas.openxmlformats.org/officeDocument/2006/relationships/image" Target="../media/image1409.png"/><Relationship Id="rId70" Type="http://schemas.openxmlformats.org/officeDocument/2006/relationships/image" Target="../media/image1413.png"/><Relationship Id="rId75" Type="http://schemas.openxmlformats.org/officeDocument/2006/relationships/customXml" Target="../ink/ink1352.xml"/><Relationship Id="rId83" Type="http://schemas.openxmlformats.org/officeDocument/2006/relationships/customXml" Target="../ink/ink1356.xml"/><Relationship Id="rId88" Type="http://schemas.openxmlformats.org/officeDocument/2006/relationships/image" Target="../media/image1422.png"/><Relationship Id="rId91" Type="http://schemas.openxmlformats.org/officeDocument/2006/relationships/customXml" Target="../ink/ink1360.xml"/><Relationship Id="rId96" Type="http://schemas.openxmlformats.org/officeDocument/2006/relationships/image" Target="../media/image1426.png"/><Relationship Id="rId1" Type="http://schemas.openxmlformats.org/officeDocument/2006/relationships/slideLayout" Target="../slideLayouts/slideLayout38.xml"/><Relationship Id="rId6" Type="http://schemas.openxmlformats.org/officeDocument/2006/relationships/image" Target="../media/image1381.png"/><Relationship Id="rId15" Type="http://schemas.openxmlformats.org/officeDocument/2006/relationships/customXml" Target="../ink/ink1322.xml"/><Relationship Id="rId23" Type="http://schemas.openxmlformats.org/officeDocument/2006/relationships/customXml" Target="../ink/ink1326.xml"/><Relationship Id="rId28" Type="http://schemas.openxmlformats.org/officeDocument/2006/relationships/image" Target="../media/image1392.png"/><Relationship Id="rId36" Type="http://schemas.openxmlformats.org/officeDocument/2006/relationships/image" Target="../media/image1396.png"/><Relationship Id="rId49" Type="http://schemas.openxmlformats.org/officeDocument/2006/relationships/customXml" Target="../ink/ink1339.xml"/><Relationship Id="rId57" Type="http://schemas.openxmlformats.org/officeDocument/2006/relationships/customXml" Target="../ink/ink1343.xml"/><Relationship Id="rId10" Type="http://schemas.openxmlformats.org/officeDocument/2006/relationships/image" Target="../media/image1383.png"/><Relationship Id="rId31" Type="http://schemas.openxmlformats.org/officeDocument/2006/relationships/customXml" Target="../ink/ink1330.xml"/><Relationship Id="rId44" Type="http://schemas.openxmlformats.org/officeDocument/2006/relationships/image" Target="../media/image1400.png"/><Relationship Id="rId52" Type="http://schemas.openxmlformats.org/officeDocument/2006/relationships/image" Target="../media/image1404.png"/><Relationship Id="rId60" Type="http://schemas.openxmlformats.org/officeDocument/2006/relationships/image" Target="../media/image1408.png"/><Relationship Id="rId65" Type="http://schemas.openxmlformats.org/officeDocument/2006/relationships/customXml" Target="../ink/ink1347.xml"/><Relationship Id="rId73" Type="http://schemas.openxmlformats.org/officeDocument/2006/relationships/customXml" Target="../ink/ink1351.xml"/><Relationship Id="rId78" Type="http://schemas.openxmlformats.org/officeDocument/2006/relationships/image" Target="../media/image1417.png"/><Relationship Id="rId81" Type="http://schemas.openxmlformats.org/officeDocument/2006/relationships/customXml" Target="../ink/ink1355.xml"/><Relationship Id="rId86" Type="http://schemas.openxmlformats.org/officeDocument/2006/relationships/image" Target="../media/image1421.png"/><Relationship Id="rId94" Type="http://schemas.openxmlformats.org/officeDocument/2006/relationships/image" Target="../media/image1425.png"/><Relationship Id="rId99" Type="http://schemas.openxmlformats.org/officeDocument/2006/relationships/customXml" Target="../ink/ink1364.xml"/><Relationship Id="rId101" Type="http://schemas.openxmlformats.org/officeDocument/2006/relationships/customXml" Target="../ink/ink1365.xml"/><Relationship Id="rId4" Type="http://schemas.openxmlformats.org/officeDocument/2006/relationships/image" Target="../media/image10700.png"/><Relationship Id="rId9" Type="http://schemas.openxmlformats.org/officeDocument/2006/relationships/customXml" Target="../ink/ink1319.xml"/><Relationship Id="rId13" Type="http://schemas.openxmlformats.org/officeDocument/2006/relationships/customXml" Target="../ink/ink1321.xml"/><Relationship Id="rId18" Type="http://schemas.openxmlformats.org/officeDocument/2006/relationships/image" Target="../media/image1387.png"/><Relationship Id="rId39" Type="http://schemas.openxmlformats.org/officeDocument/2006/relationships/customXml" Target="../ink/ink1334.xml"/><Relationship Id="rId34" Type="http://schemas.openxmlformats.org/officeDocument/2006/relationships/image" Target="../media/image1395.png"/><Relationship Id="rId50" Type="http://schemas.openxmlformats.org/officeDocument/2006/relationships/image" Target="../media/image1403.png"/><Relationship Id="rId55" Type="http://schemas.openxmlformats.org/officeDocument/2006/relationships/customXml" Target="../ink/ink1342.xml"/><Relationship Id="rId76" Type="http://schemas.openxmlformats.org/officeDocument/2006/relationships/image" Target="../media/image1416.png"/><Relationship Id="rId97" Type="http://schemas.openxmlformats.org/officeDocument/2006/relationships/customXml" Target="../ink/ink1363.xml"/><Relationship Id="rId7" Type="http://schemas.openxmlformats.org/officeDocument/2006/relationships/customXml" Target="../ink/ink1318.xml"/><Relationship Id="rId71" Type="http://schemas.openxmlformats.org/officeDocument/2006/relationships/customXml" Target="../ink/ink1350.xml"/><Relationship Id="rId92" Type="http://schemas.openxmlformats.org/officeDocument/2006/relationships/image" Target="../media/image1424.png"/><Relationship Id="rId2" Type="http://schemas.openxmlformats.org/officeDocument/2006/relationships/image" Target="../media/image1380.jpeg"/><Relationship Id="rId29" Type="http://schemas.openxmlformats.org/officeDocument/2006/relationships/customXml" Target="../ink/ink1329.xml"/><Relationship Id="rId24" Type="http://schemas.openxmlformats.org/officeDocument/2006/relationships/image" Target="../media/image1390.png"/><Relationship Id="rId40" Type="http://schemas.openxmlformats.org/officeDocument/2006/relationships/image" Target="../media/image1398.png"/><Relationship Id="rId45" Type="http://schemas.openxmlformats.org/officeDocument/2006/relationships/customXml" Target="../ink/ink1337.xml"/><Relationship Id="rId66" Type="http://schemas.openxmlformats.org/officeDocument/2006/relationships/image" Target="../media/image1411.png"/><Relationship Id="rId87" Type="http://schemas.openxmlformats.org/officeDocument/2006/relationships/customXml" Target="../ink/ink1358.xml"/><Relationship Id="rId61" Type="http://schemas.openxmlformats.org/officeDocument/2006/relationships/customXml" Target="../ink/ink1345.xml"/><Relationship Id="rId82" Type="http://schemas.openxmlformats.org/officeDocument/2006/relationships/image" Target="../media/image1419.png"/><Relationship Id="rId19" Type="http://schemas.openxmlformats.org/officeDocument/2006/relationships/customXml" Target="../ink/ink1324.xml"/><Relationship Id="rId14" Type="http://schemas.openxmlformats.org/officeDocument/2006/relationships/image" Target="../media/image1385.png"/><Relationship Id="rId30" Type="http://schemas.openxmlformats.org/officeDocument/2006/relationships/image" Target="../media/image1393.png"/><Relationship Id="rId35" Type="http://schemas.openxmlformats.org/officeDocument/2006/relationships/customXml" Target="../ink/ink1332.xml"/><Relationship Id="rId56" Type="http://schemas.openxmlformats.org/officeDocument/2006/relationships/image" Target="../media/image1406.png"/><Relationship Id="rId77" Type="http://schemas.openxmlformats.org/officeDocument/2006/relationships/customXml" Target="../ink/ink1353.xml"/><Relationship Id="rId100" Type="http://schemas.openxmlformats.org/officeDocument/2006/relationships/image" Target="../media/image531.png"/><Relationship Id="rId8" Type="http://schemas.openxmlformats.org/officeDocument/2006/relationships/image" Target="../media/image1382.png"/><Relationship Id="rId51" Type="http://schemas.openxmlformats.org/officeDocument/2006/relationships/customXml" Target="../ink/ink1340.xml"/><Relationship Id="rId72" Type="http://schemas.openxmlformats.org/officeDocument/2006/relationships/image" Target="../media/image1414.png"/><Relationship Id="rId93" Type="http://schemas.openxmlformats.org/officeDocument/2006/relationships/customXml" Target="../ink/ink1361.xml"/><Relationship Id="rId98" Type="http://schemas.openxmlformats.org/officeDocument/2006/relationships/image" Target="../media/image1427.png"/><Relationship Id="rId3" Type="http://schemas.openxmlformats.org/officeDocument/2006/relationships/image" Target="../media/image10600.png"/></Relationships>
</file>

<file path=ppt/slides/_rels/slide53.xml.rels><?xml version="1.0" encoding="UTF-8" standalone="yes"?>
<Relationships xmlns="http://schemas.openxmlformats.org/package/2006/relationships"><Relationship Id="rId8" Type="http://schemas.openxmlformats.org/officeDocument/2006/relationships/customXml" Target="../ink/ink1368.xml"/><Relationship Id="rId13" Type="http://schemas.openxmlformats.org/officeDocument/2006/relationships/image" Target="../media/image1432.png"/><Relationship Id="rId18" Type="http://schemas.openxmlformats.org/officeDocument/2006/relationships/customXml" Target="../ink/ink1373.xml"/><Relationship Id="rId26" Type="http://schemas.openxmlformats.org/officeDocument/2006/relationships/customXml" Target="../ink/ink1377.xml"/><Relationship Id="rId3" Type="http://schemas.openxmlformats.org/officeDocument/2006/relationships/image" Target="../media/image10900.png"/><Relationship Id="rId21" Type="http://schemas.openxmlformats.org/officeDocument/2006/relationships/image" Target="../media/image1436.png"/><Relationship Id="rId7" Type="http://schemas.openxmlformats.org/officeDocument/2006/relationships/image" Target="../media/image1429.png"/><Relationship Id="rId12" Type="http://schemas.openxmlformats.org/officeDocument/2006/relationships/customXml" Target="../ink/ink1370.xml"/><Relationship Id="rId17" Type="http://schemas.openxmlformats.org/officeDocument/2006/relationships/image" Target="../media/image1434.png"/><Relationship Id="rId25" Type="http://schemas.openxmlformats.org/officeDocument/2006/relationships/image" Target="../media/image1438.png"/><Relationship Id="rId2" Type="http://schemas.openxmlformats.org/officeDocument/2006/relationships/image" Target="../media/image10800.png"/><Relationship Id="rId16" Type="http://schemas.openxmlformats.org/officeDocument/2006/relationships/customXml" Target="../ink/ink1372.xml"/><Relationship Id="rId20" Type="http://schemas.openxmlformats.org/officeDocument/2006/relationships/customXml" Target="../ink/ink1374.xml"/><Relationship Id="rId1" Type="http://schemas.openxmlformats.org/officeDocument/2006/relationships/slideLayout" Target="../slideLayouts/slideLayout38.xml"/><Relationship Id="rId6" Type="http://schemas.openxmlformats.org/officeDocument/2006/relationships/customXml" Target="../ink/ink1367.xml"/><Relationship Id="rId11" Type="http://schemas.openxmlformats.org/officeDocument/2006/relationships/image" Target="../media/image1431.png"/><Relationship Id="rId24" Type="http://schemas.openxmlformats.org/officeDocument/2006/relationships/customXml" Target="../ink/ink1376.xml"/><Relationship Id="rId5" Type="http://schemas.openxmlformats.org/officeDocument/2006/relationships/image" Target="../media/image1428.png"/><Relationship Id="rId15" Type="http://schemas.openxmlformats.org/officeDocument/2006/relationships/image" Target="../media/image1433.png"/><Relationship Id="rId23" Type="http://schemas.openxmlformats.org/officeDocument/2006/relationships/image" Target="../media/image1437.png"/><Relationship Id="rId10" Type="http://schemas.openxmlformats.org/officeDocument/2006/relationships/customXml" Target="../ink/ink1369.xml"/><Relationship Id="rId19" Type="http://schemas.openxmlformats.org/officeDocument/2006/relationships/image" Target="../media/image1435.png"/><Relationship Id="rId4" Type="http://schemas.openxmlformats.org/officeDocument/2006/relationships/customXml" Target="../ink/ink1366.xml"/><Relationship Id="rId9" Type="http://schemas.openxmlformats.org/officeDocument/2006/relationships/image" Target="../media/image1430.png"/><Relationship Id="rId14" Type="http://schemas.openxmlformats.org/officeDocument/2006/relationships/customXml" Target="../ink/ink1371.xml"/><Relationship Id="rId22" Type="http://schemas.openxmlformats.org/officeDocument/2006/relationships/customXml" Target="../ink/ink1375.xml"/><Relationship Id="rId27" Type="http://schemas.openxmlformats.org/officeDocument/2006/relationships/image" Target="../media/image14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5.xml.rels><?xml version="1.0" encoding="UTF-8" standalone="yes"?>
<Relationships xmlns="http://schemas.openxmlformats.org/package/2006/relationships"><Relationship Id="rId2" Type="http://schemas.openxmlformats.org/officeDocument/2006/relationships/image" Target="../media/image11000.png"/><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2" Type="http://schemas.openxmlformats.org/officeDocument/2006/relationships/image" Target="../media/image11100.png"/><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2" Type="http://schemas.openxmlformats.org/officeDocument/2006/relationships/image" Target="../media/image11200.png"/><Relationship Id="rId1" Type="http://schemas.openxmlformats.org/officeDocument/2006/relationships/slideLayout" Target="../slideLayouts/slideLayout38.xml"/></Relationships>
</file>

<file path=ppt/slides/_rels/slide58.xml.rels><?xml version="1.0" encoding="UTF-8" standalone="yes"?>
<Relationships xmlns="http://schemas.openxmlformats.org/package/2006/relationships"><Relationship Id="rId3" Type="http://schemas.openxmlformats.org/officeDocument/2006/relationships/image" Target="../media/image1441.png"/><Relationship Id="rId2" Type="http://schemas.openxmlformats.org/officeDocument/2006/relationships/image" Target="../media/image1440.png"/><Relationship Id="rId1" Type="http://schemas.openxmlformats.org/officeDocument/2006/relationships/slideLayout" Target="../slideLayouts/slideLayout38.xml"/></Relationships>
</file>

<file path=ppt/slides/_rels/slide59.xml.rels><?xml version="1.0" encoding="UTF-8" standalone="yes"?>
<Relationships xmlns="http://schemas.openxmlformats.org/package/2006/relationships"><Relationship Id="rId2" Type="http://schemas.openxmlformats.org/officeDocument/2006/relationships/image" Target="../media/image1442.png"/><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1.xml.rels><?xml version="1.0" encoding="UTF-8" standalone="yes"?>
<Relationships xmlns="http://schemas.openxmlformats.org/package/2006/relationships"><Relationship Id="rId3" Type="http://schemas.openxmlformats.org/officeDocument/2006/relationships/image" Target="../media/image1443.emf"/><Relationship Id="rId2" Type="http://schemas.openxmlformats.org/officeDocument/2006/relationships/oleObject" Target="../embeddings/oleObject23.bin"/><Relationship Id="rId1" Type="http://schemas.openxmlformats.org/officeDocument/2006/relationships/slideLayout" Target="../slideLayouts/slideLayout3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4.xml.rels><?xml version="1.0" encoding="UTF-8" standalone="yes"?>
<Relationships xmlns="http://schemas.openxmlformats.org/package/2006/relationships"><Relationship Id="rId3" Type="http://schemas.openxmlformats.org/officeDocument/2006/relationships/image" Target="../media/image1444.emf"/><Relationship Id="rId2" Type="http://schemas.openxmlformats.org/officeDocument/2006/relationships/oleObject" Target="../embeddings/oleObject24.bin"/><Relationship Id="rId1" Type="http://schemas.openxmlformats.org/officeDocument/2006/relationships/slideLayout" Target="../slideLayouts/slideLayout38.xml"/><Relationship Id="rId5" Type="http://schemas.openxmlformats.org/officeDocument/2006/relationships/image" Target="../media/image1445.emf"/><Relationship Id="rId4" Type="http://schemas.openxmlformats.org/officeDocument/2006/relationships/oleObject" Target="../embeddings/oleObject25.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6.xml.rels><?xml version="1.0" encoding="UTF-8" standalone="yes"?>
<Relationships xmlns="http://schemas.openxmlformats.org/package/2006/relationships"><Relationship Id="rId2" Type="http://schemas.openxmlformats.org/officeDocument/2006/relationships/image" Target="../media/image1446.png"/><Relationship Id="rId1" Type="http://schemas.openxmlformats.org/officeDocument/2006/relationships/slideLayout" Target="../slideLayouts/slideLayout3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2" Type="http://schemas.openxmlformats.org/officeDocument/2006/relationships/image" Target="../media/image10500.png"/><Relationship Id="rId1" Type="http://schemas.openxmlformats.org/officeDocument/2006/relationships/slideLayout" Target="../slideLayouts/slideLayout3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4191000" y="2770188"/>
            <a:ext cx="7315199" cy="1344612"/>
          </a:xfrm>
        </p:spPr>
        <p:txBody>
          <a:bodyPr spcFirstLastPara="1" vert="horz" lIns="68569" tIns="34275" rIns="68569" bIns="34275" rtlCol="0" anchor="ctr">
            <a:noAutofit/>
          </a:bodyPr>
          <a:lstStyle/>
          <a:p>
            <a:pPr algn="ctr">
              <a:spcBef>
                <a:spcPct val="0"/>
              </a:spcBef>
              <a:spcAft>
                <a:spcPct val="0"/>
              </a:spcAft>
              <a:buClr>
                <a:srgbClr val="FFFFFF"/>
              </a:buClr>
            </a:pPr>
            <a:r>
              <a:rPr lang="en-US" altLang="x-none" sz="4400" dirty="0">
                <a:solidFill>
                  <a:srgbClr val="FFFFFF"/>
                </a:solidFill>
                <a:latin typeface="+mn-lt"/>
              </a:rPr>
              <a:t>Introduction to Statistical Methods(ISM)</a:t>
            </a:r>
            <a:endParaRPr lang="x-none" altLang="x-none" sz="4400" dirty="0">
              <a:solidFill>
                <a:srgbClr val="FF0000"/>
              </a:solidFill>
              <a:latin typeface="+mn-lt"/>
            </a:endParaRPr>
          </a:p>
        </p:txBody>
      </p:sp>
      <p:sp>
        <p:nvSpPr>
          <p:cNvPr id="2" name="Text Placeholder 1"/>
          <p:cNvSpPr>
            <a:spLocks noGrp="1"/>
          </p:cNvSpPr>
          <p:nvPr>
            <p:ph type="body" idx="2"/>
          </p:nvPr>
        </p:nvSpPr>
        <p:spPr/>
        <p:txBody>
          <a:bodyPr/>
          <a:lstStyle/>
          <a:p>
            <a:endParaRPr lang="en-IN"/>
          </a:p>
        </p:txBody>
      </p:sp>
    </p:spTree>
    <p:extLst>
      <p:ext uri="{BB962C8B-B14F-4D97-AF65-F5344CB8AC3E}">
        <p14:creationId xmlns:p14="http://schemas.microsoft.com/office/powerpoint/2010/main" val="246288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09600" y="2743200"/>
            <a:ext cx="5645150" cy="2133600"/>
          </a:xfrm>
        </p:spPr>
        <p:txBody>
          <a:bodyPr>
            <a:normAutofit/>
          </a:bodyPr>
          <a:lstStyle/>
          <a:p>
            <a:pPr algn="ctr">
              <a:lnSpc>
                <a:spcPct val="100000"/>
              </a:lnSpc>
              <a:spcBef>
                <a:spcPct val="0"/>
              </a:spcBef>
              <a:defRPr/>
            </a:pPr>
            <a:r>
              <a:rPr lang="en-US" sz="3600" b="1" dirty="0">
                <a:solidFill>
                  <a:schemeClr val="tx1"/>
                </a:solidFill>
                <a:latin typeface="Arial" charset="0"/>
                <a:cs typeface="Arial" charset="0"/>
              </a:rPr>
              <a:t>Session 6</a:t>
            </a:r>
          </a:p>
          <a:p>
            <a:pPr algn="ctr">
              <a:lnSpc>
                <a:spcPct val="100000"/>
              </a:lnSpc>
              <a:spcBef>
                <a:spcPct val="0"/>
              </a:spcBef>
              <a:defRPr/>
            </a:pPr>
            <a:r>
              <a:rPr lang="en-US" sz="2300" b="1" dirty="0">
                <a:solidFill>
                  <a:schemeClr val="tx1"/>
                </a:solidFill>
                <a:latin typeface="Calibri body"/>
                <a:cs typeface="Arial" charset="0"/>
              </a:rPr>
              <a:t>(30</a:t>
            </a:r>
            <a:r>
              <a:rPr lang="en-US" sz="2300" b="1" baseline="30000" dirty="0">
                <a:solidFill>
                  <a:schemeClr val="tx1"/>
                </a:solidFill>
                <a:latin typeface="Calibri body"/>
                <a:cs typeface="Arial" charset="0"/>
              </a:rPr>
              <a:t>th </a:t>
            </a:r>
            <a:r>
              <a:rPr lang="en-US" sz="2300" b="1" dirty="0">
                <a:solidFill>
                  <a:schemeClr val="tx1"/>
                </a:solidFill>
                <a:latin typeface="Calibri body"/>
                <a:cs typeface="Arial" charset="0"/>
              </a:rPr>
              <a:t> May 2026)</a:t>
            </a:r>
          </a:p>
          <a:p>
            <a:pPr algn="ctr">
              <a:lnSpc>
                <a:spcPct val="100000"/>
              </a:lnSpc>
              <a:spcBef>
                <a:spcPct val="0"/>
              </a:spcBef>
              <a:defRPr/>
            </a:pPr>
            <a:r>
              <a:rPr lang="en-IN" sz="4000" b="1" dirty="0">
                <a:solidFill>
                  <a:schemeClr val="tx1"/>
                </a:solidFill>
                <a:latin typeface="+mn-lt"/>
              </a:rPr>
              <a:t>Probability Distributions</a:t>
            </a:r>
          </a:p>
          <a:p>
            <a:pPr algn="ctr">
              <a:lnSpc>
                <a:spcPct val="100000"/>
              </a:lnSpc>
              <a:spcBef>
                <a:spcPct val="0"/>
              </a:spcBef>
              <a:defRPr/>
            </a:pPr>
            <a:endParaRPr lang="en-US" sz="2300" b="1" dirty="0">
              <a:solidFill>
                <a:schemeClr val="tx1"/>
              </a:solidFill>
              <a:latin typeface="Calibri body"/>
              <a:cs typeface="Arial" charset="0"/>
            </a:endParaRPr>
          </a:p>
          <a:p>
            <a:pPr algn="ctr">
              <a:lnSpc>
                <a:spcPct val="100000"/>
              </a:lnSpc>
              <a:spcBef>
                <a:spcPct val="0"/>
              </a:spcBef>
              <a:defRPr/>
            </a:pPr>
            <a:endParaRPr lang="en-US" sz="2300" b="1" dirty="0">
              <a:solidFill>
                <a:schemeClr val="tx1"/>
              </a:solidFill>
              <a:latin typeface="Calibri body"/>
              <a:cs typeface="Arial" charset="0"/>
            </a:endParaRPr>
          </a:p>
          <a:p>
            <a:endParaRPr lang="en-IN" dirty="0"/>
          </a:p>
        </p:txBody>
      </p:sp>
      <p:sp>
        <p:nvSpPr>
          <p:cNvPr id="6" name="Text Placeholder 2">
            <a:extLst>
              <a:ext uri="{FF2B5EF4-FFF2-40B4-BE49-F238E27FC236}">
                <a16:creationId xmlns:a16="http://schemas.microsoft.com/office/drawing/2014/main" id="{B4029DFE-ECBD-49D7-B711-4EA88BC26B48}"/>
              </a:ext>
            </a:extLst>
          </p:cNvPr>
          <p:cNvSpPr txBox="1">
            <a:spLocks/>
          </p:cNvSpPr>
          <p:nvPr/>
        </p:nvSpPr>
        <p:spPr>
          <a:xfrm>
            <a:off x="6705600" y="1143001"/>
            <a:ext cx="4876800" cy="373380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kern="50" dirty="0">
                <a:solidFill>
                  <a:srgbClr val="C00000"/>
                </a:solidFill>
                <a:ea typeface="Ubuntu" panose="020B0504030602030204" pitchFamily="34" charset="0"/>
                <a:cs typeface="Times New Roman" panose="02020603050405020304" pitchFamily="18" charset="0"/>
              </a:rPr>
              <a:t>Agenda</a:t>
            </a:r>
          </a:p>
          <a:p>
            <a:pPr marL="0" indent="0">
              <a:buFont typeface="Arial" panose="020B0604020202020204" pitchFamily="34" charset="0"/>
              <a:buNone/>
            </a:pPr>
            <a:r>
              <a:rPr lang="en-IN" sz="2400" b="1" kern="50" dirty="0">
                <a:solidFill>
                  <a:srgbClr val="C00000"/>
                </a:solidFill>
                <a:ea typeface="Ubuntu" panose="020B0504030602030204" pitchFamily="34" charset="0"/>
                <a:cs typeface="Times New Roman" panose="02020603050405020304" pitchFamily="18" charset="0"/>
              </a:rPr>
              <a:t>Probability Distributions</a:t>
            </a:r>
            <a:r>
              <a:rPr lang="en-IN" sz="2400" b="1" kern="50" dirty="0">
                <a:solidFill>
                  <a:srgbClr val="002060"/>
                </a:solidFill>
                <a:ea typeface="Ubuntu" panose="020B0504030602030204" pitchFamily="34" charset="0"/>
                <a:cs typeface="Times New Roman" panose="02020603050405020304" pitchFamily="18" charset="0"/>
              </a:rPr>
              <a:t>:-</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Bernoulli</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Binomial</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Poisson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Normal distributions.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t-distribution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F-Distribution and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Chi Square distributions</a:t>
            </a:r>
          </a:p>
        </p:txBody>
      </p:sp>
    </p:spTree>
    <p:extLst>
      <p:ext uri="{BB962C8B-B14F-4D97-AF65-F5344CB8AC3E}">
        <p14:creationId xmlns:p14="http://schemas.microsoft.com/office/powerpoint/2010/main" val="3554037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Bernoulli Distribution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3"/>
          </p:nvPr>
        </p:nvSpPr>
        <p:spPr>
          <a:xfrm>
            <a:off x="533400" y="1066800"/>
            <a:ext cx="10896600" cy="5562600"/>
          </a:xfrm>
        </p:spPr>
        <p:txBody>
          <a:bodyPr>
            <a:noAutofit/>
          </a:bodyPr>
          <a:lstStyle/>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A random experiment that can only have an outcome of either 1 or 0 is known as a Bernoulli trial.</a:t>
            </a:r>
          </a:p>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In other words, the random variable can be 1 with a probability p or it can be 0 with a probability (1 - p). Such an experiment is called a </a:t>
            </a:r>
            <a:r>
              <a:rPr lang="en-US" sz="2400" dirty="0">
                <a:solidFill>
                  <a:srgbClr val="FF0000"/>
                </a:solidFill>
                <a:latin typeface="+mn-lt"/>
                <a:cs typeface="Times New Roman" panose="02020603050405020304" pitchFamily="18" charset="0"/>
              </a:rPr>
              <a:t>Bernoulli trial</a:t>
            </a:r>
            <a:r>
              <a:rPr lang="en-US" sz="2400" dirty="0">
                <a:solidFill>
                  <a:srgbClr val="333333"/>
                </a:solidFill>
                <a:latin typeface="+mn-lt"/>
                <a:cs typeface="Times New Roman" panose="02020603050405020304" pitchFamily="18" charset="0"/>
              </a:rPr>
              <a:t>. </a:t>
            </a:r>
          </a:p>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A discrete probability distribution wherein the random variable can only have 2 possible outcomes is known as a </a:t>
            </a:r>
            <a:r>
              <a:rPr lang="en-US" sz="2400" dirty="0">
                <a:solidFill>
                  <a:srgbClr val="FF0000"/>
                </a:solidFill>
                <a:latin typeface="+mn-lt"/>
                <a:cs typeface="Times New Roman" panose="02020603050405020304" pitchFamily="18" charset="0"/>
              </a:rPr>
              <a:t>Bernoulli Distribution</a:t>
            </a:r>
            <a:r>
              <a:rPr lang="en-US" sz="2400" dirty="0">
                <a:solidFill>
                  <a:srgbClr val="333333"/>
                </a:solidFill>
                <a:latin typeface="+mn-lt"/>
                <a:cs typeface="Times New Roman" panose="02020603050405020304" pitchFamily="18" charset="0"/>
              </a:rPr>
              <a:t>.</a:t>
            </a:r>
          </a:p>
          <a:p>
            <a:pPr algn="just">
              <a:lnSpc>
                <a:spcPct val="150000"/>
              </a:lnSpc>
              <a:buFont typeface="Wingdings" panose="05000000000000000000" pitchFamily="2" charset="2"/>
              <a:buChar char="Ø"/>
            </a:pPr>
            <a:endParaRPr lang="en-US" sz="2400" dirty="0">
              <a:solidFill>
                <a:srgbClr val="333333"/>
              </a:solidFill>
              <a:latin typeface="+mn-lt"/>
              <a:cs typeface="Times New Roman" panose="02020603050405020304" pitchFamily="18" charset="0"/>
            </a:endParaRPr>
          </a:p>
          <a:p>
            <a:pPr>
              <a:lnSpc>
                <a:spcPct val="150000"/>
              </a:lnSpc>
            </a:pPr>
            <a:endParaRPr lang="en-US" altLang="en-US" sz="2400" dirty="0">
              <a:latin typeface="Helvetica Neue"/>
            </a:endParaRPr>
          </a:p>
          <a:p>
            <a:endParaRPr lang="en-US" sz="2400" dirty="0">
              <a:solidFill>
                <a:srgbClr val="3A4145"/>
              </a:solidFill>
              <a:latin typeface="Open Sans"/>
            </a:endParaRPr>
          </a:p>
          <a:p>
            <a:endParaRPr lang="en-IN" sz="2400" dirty="0"/>
          </a:p>
          <a:p>
            <a:endParaRPr lang="en-IN" sz="24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BFB280C-553A-66FA-045E-E9F2C8E61DBD}"/>
                  </a:ext>
                </a:extLst>
              </p14:cNvPr>
              <p14:cNvContentPartPr/>
              <p14:nvPr/>
            </p14:nvContentPartPr>
            <p14:xfrm>
              <a:off x="6224515" y="1628830"/>
              <a:ext cx="5267520" cy="102960"/>
            </p14:xfrm>
          </p:contentPart>
        </mc:Choice>
        <mc:Fallback xmlns="">
          <p:pic>
            <p:nvPicPr>
              <p:cNvPr id="4" name="Ink 3">
                <a:extLst>
                  <a:ext uri="{FF2B5EF4-FFF2-40B4-BE49-F238E27FC236}">
                    <a16:creationId xmlns:a16="http://schemas.microsoft.com/office/drawing/2014/main" id="{7BFB280C-553A-66FA-045E-E9F2C8E61DBD}"/>
                  </a:ext>
                </a:extLst>
              </p:cNvPr>
              <p:cNvPicPr/>
              <p:nvPr/>
            </p:nvPicPr>
            <p:blipFill>
              <a:blip r:embed="rId3"/>
              <a:stretch>
                <a:fillRect/>
              </a:stretch>
            </p:blipFill>
            <p:spPr>
              <a:xfrm>
                <a:off x="6218395" y="1622710"/>
                <a:ext cx="52797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7E71112-9B2B-C7A9-7340-64DD0677BE94}"/>
                  </a:ext>
                </a:extLst>
              </p14:cNvPr>
              <p14:cNvContentPartPr/>
              <p14:nvPr/>
            </p14:nvContentPartPr>
            <p14:xfrm>
              <a:off x="767995" y="2229310"/>
              <a:ext cx="2228760" cy="59400"/>
            </p14:xfrm>
          </p:contentPart>
        </mc:Choice>
        <mc:Fallback xmlns="">
          <p:pic>
            <p:nvPicPr>
              <p:cNvPr id="5" name="Ink 4">
                <a:extLst>
                  <a:ext uri="{FF2B5EF4-FFF2-40B4-BE49-F238E27FC236}">
                    <a16:creationId xmlns:a16="http://schemas.microsoft.com/office/drawing/2014/main" id="{C7E71112-9B2B-C7A9-7340-64DD0677BE94}"/>
                  </a:ext>
                </a:extLst>
              </p:cNvPr>
              <p:cNvPicPr/>
              <p:nvPr/>
            </p:nvPicPr>
            <p:blipFill>
              <a:blip r:embed="rId5"/>
              <a:stretch>
                <a:fillRect/>
              </a:stretch>
            </p:blipFill>
            <p:spPr>
              <a:xfrm>
                <a:off x="761875" y="2223190"/>
                <a:ext cx="2241000" cy="71640"/>
              </a:xfrm>
              <a:prstGeom prst="rect">
                <a:avLst/>
              </a:prstGeom>
            </p:spPr>
          </p:pic>
        </mc:Fallback>
      </mc:AlternateContent>
      <p:grpSp>
        <p:nvGrpSpPr>
          <p:cNvPr id="9" name="Group 8">
            <a:extLst>
              <a:ext uri="{FF2B5EF4-FFF2-40B4-BE49-F238E27FC236}">
                <a16:creationId xmlns:a16="http://schemas.microsoft.com/office/drawing/2014/main" id="{0B4B6C0D-63E5-1F8D-687D-EBAEB2737CB0}"/>
              </a:ext>
            </a:extLst>
          </p:cNvPr>
          <p:cNvGrpSpPr/>
          <p:nvPr/>
        </p:nvGrpSpPr>
        <p:grpSpPr>
          <a:xfrm>
            <a:off x="4205635" y="2834830"/>
            <a:ext cx="7158960" cy="113040"/>
            <a:chOff x="4205635" y="2834830"/>
            <a:chExt cx="7158960" cy="11304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B72BCE9-A329-E383-3D22-6CC785F1AC00}"/>
                    </a:ext>
                  </a:extLst>
                </p14:cNvPr>
                <p14:cNvContentPartPr/>
                <p14:nvPr/>
              </p14:nvContentPartPr>
              <p14:xfrm>
                <a:off x="4217155" y="2941390"/>
                <a:ext cx="9720" cy="6480"/>
              </p14:xfrm>
            </p:contentPart>
          </mc:Choice>
          <mc:Fallback xmlns="">
            <p:pic>
              <p:nvPicPr>
                <p:cNvPr id="6" name="Ink 5">
                  <a:extLst>
                    <a:ext uri="{FF2B5EF4-FFF2-40B4-BE49-F238E27FC236}">
                      <a16:creationId xmlns:a16="http://schemas.microsoft.com/office/drawing/2014/main" id="{5B72BCE9-A329-E383-3D22-6CC785F1AC00}"/>
                    </a:ext>
                  </a:extLst>
                </p:cNvPr>
                <p:cNvPicPr/>
                <p:nvPr/>
              </p:nvPicPr>
              <p:blipFill>
                <a:blip r:embed="rId7"/>
                <a:stretch>
                  <a:fillRect/>
                </a:stretch>
              </p:blipFill>
              <p:spPr>
                <a:xfrm>
                  <a:off x="4211035" y="2935270"/>
                  <a:ext cx="219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72035EF-70F9-704C-0826-E4206EC547C9}"/>
                    </a:ext>
                  </a:extLst>
                </p14:cNvPr>
                <p14:cNvContentPartPr/>
                <p14:nvPr/>
              </p14:nvContentPartPr>
              <p14:xfrm>
                <a:off x="4205635" y="2834830"/>
                <a:ext cx="7158960" cy="100080"/>
              </p14:xfrm>
            </p:contentPart>
          </mc:Choice>
          <mc:Fallback xmlns="">
            <p:pic>
              <p:nvPicPr>
                <p:cNvPr id="7" name="Ink 6">
                  <a:extLst>
                    <a:ext uri="{FF2B5EF4-FFF2-40B4-BE49-F238E27FC236}">
                      <a16:creationId xmlns:a16="http://schemas.microsoft.com/office/drawing/2014/main" id="{072035EF-70F9-704C-0826-E4206EC547C9}"/>
                    </a:ext>
                  </a:extLst>
                </p:cNvPr>
                <p:cNvPicPr/>
                <p:nvPr/>
              </p:nvPicPr>
              <p:blipFill>
                <a:blip r:embed="rId9"/>
                <a:stretch>
                  <a:fillRect/>
                </a:stretch>
              </p:blipFill>
              <p:spPr>
                <a:xfrm>
                  <a:off x="4199515" y="2828710"/>
                  <a:ext cx="7171200" cy="11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B11514C3-B28F-2646-5065-05FC788421CF}"/>
                  </a:ext>
                </a:extLst>
              </p14:cNvPr>
              <p14:cNvContentPartPr/>
              <p14:nvPr/>
            </p14:nvContentPartPr>
            <p14:xfrm>
              <a:off x="712915" y="3398950"/>
              <a:ext cx="2619360" cy="80280"/>
            </p14:xfrm>
          </p:contentPart>
        </mc:Choice>
        <mc:Fallback xmlns="">
          <p:pic>
            <p:nvPicPr>
              <p:cNvPr id="8" name="Ink 7">
                <a:extLst>
                  <a:ext uri="{FF2B5EF4-FFF2-40B4-BE49-F238E27FC236}">
                    <a16:creationId xmlns:a16="http://schemas.microsoft.com/office/drawing/2014/main" id="{B11514C3-B28F-2646-5065-05FC788421CF}"/>
                  </a:ext>
                </a:extLst>
              </p:cNvPr>
              <p:cNvPicPr/>
              <p:nvPr/>
            </p:nvPicPr>
            <p:blipFill>
              <a:blip r:embed="rId11"/>
              <a:stretch>
                <a:fillRect/>
              </a:stretch>
            </p:blipFill>
            <p:spPr>
              <a:xfrm>
                <a:off x="706795" y="3392830"/>
                <a:ext cx="2631600" cy="92520"/>
              </a:xfrm>
              <a:prstGeom prst="rect">
                <a:avLst/>
              </a:prstGeom>
            </p:spPr>
          </p:pic>
        </mc:Fallback>
      </mc:AlternateContent>
    </p:spTree>
    <p:extLst>
      <p:ext uri="{BB962C8B-B14F-4D97-AF65-F5344CB8AC3E}">
        <p14:creationId xmlns:p14="http://schemas.microsoft.com/office/powerpoint/2010/main" val="154504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endParaRPr lang="en-IN" dirty="0"/>
          </a:p>
        </p:txBody>
      </p:sp>
      <p:sp>
        <p:nvSpPr>
          <p:cNvPr id="3" name="Text Placeholder 2"/>
          <p:cNvSpPr>
            <a:spLocks noGrp="1"/>
          </p:cNvSpPr>
          <p:nvPr>
            <p:ph type="body" sz="quarter" idx="13"/>
          </p:nvPr>
        </p:nvSpPr>
        <p:spPr>
          <a:xfrm>
            <a:off x="914400" y="1219200"/>
            <a:ext cx="10160000" cy="4876800"/>
          </a:xfrm>
        </p:spPr>
        <p:txBody>
          <a:bodyPr>
            <a:noAutofit/>
          </a:bodyPr>
          <a:lstStyle/>
          <a:p>
            <a:pPr>
              <a:lnSpc>
                <a:spcPct val="150000"/>
              </a:lnSpc>
              <a:spcBef>
                <a:spcPts val="0"/>
              </a:spcBef>
              <a:buFont typeface="Wingdings" panose="05000000000000000000" pitchFamily="2" charset="2"/>
              <a:buChar char="Ø"/>
            </a:pPr>
            <a:r>
              <a:rPr lang="en-US" sz="2000" dirty="0">
                <a:solidFill>
                  <a:srgbClr val="333333"/>
                </a:solidFill>
                <a:latin typeface="+mn-lt"/>
                <a:cs typeface="Times New Roman" panose="02020603050405020304" pitchFamily="18" charset="0"/>
              </a:rPr>
              <a:t>Bernoulli Distribution can be used to describe events that can only have two outcomes, that is, success or failure. </a:t>
            </a:r>
          </a:p>
          <a:p>
            <a:pPr>
              <a:lnSpc>
                <a:spcPct val="150000"/>
              </a:lnSpc>
              <a:spcBef>
                <a:spcPts val="0"/>
              </a:spcBef>
              <a:buFont typeface="Wingdings" panose="05000000000000000000" pitchFamily="2" charset="2"/>
              <a:buChar char="Ø"/>
            </a:pPr>
            <a:r>
              <a:rPr lang="en-US" sz="2000" dirty="0">
                <a:solidFill>
                  <a:srgbClr val="333333"/>
                </a:solidFill>
                <a:latin typeface="+mn-lt"/>
                <a:cs typeface="Times New Roman" panose="02020603050405020304" pitchFamily="18" charset="0"/>
              </a:rPr>
              <a:t>Bernoulli distribution is a special case of binomial distribution when only 1 trial is conducted.</a:t>
            </a:r>
          </a:p>
          <a:p>
            <a:pPr marL="0" indent="0">
              <a:lnSpc>
                <a:spcPct val="150000"/>
              </a:lnSpc>
              <a:spcBef>
                <a:spcPts val="0"/>
              </a:spcBef>
              <a:buNone/>
            </a:pPr>
            <a:endParaRPr lang="en-US" sz="2000" u="sng" dirty="0">
              <a:solidFill>
                <a:srgbClr val="FF0000"/>
              </a:solidFill>
              <a:latin typeface="+mn-lt"/>
              <a:cs typeface="Times New Roman" panose="02020603050405020304" pitchFamily="18" charset="0"/>
            </a:endParaRPr>
          </a:p>
          <a:p>
            <a:pPr marL="0" indent="0">
              <a:lnSpc>
                <a:spcPct val="150000"/>
              </a:lnSpc>
              <a:spcBef>
                <a:spcPts val="0"/>
              </a:spcBef>
              <a:buNone/>
            </a:pPr>
            <a:r>
              <a:rPr lang="en-US" sz="2000" u="sng" dirty="0">
                <a:solidFill>
                  <a:srgbClr val="FF0000"/>
                </a:solidFill>
                <a:latin typeface="+mn-lt"/>
                <a:cs typeface="Times New Roman" panose="02020603050405020304" pitchFamily="18" charset="0"/>
              </a:rPr>
              <a:t>Example:</a:t>
            </a:r>
          </a:p>
          <a:p>
            <a:pPr marL="457200" indent="-457200">
              <a:lnSpc>
                <a:spcPct val="150000"/>
              </a:lnSpc>
              <a:spcBef>
                <a:spcPts val="0"/>
              </a:spcBef>
              <a:buAutoNum type="arabicParenR"/>
            </a:pPr>
            <a:r>
              <a:rPr lang="en-US" sz="2000" dirty="0">
                <a:solidFill>
                  <a:srgbClr val="333333"/>
                </a:solidFill>
                <a:latin typeface="+mn-lt"/>
                <a:cs typeface="Times New Roman" panose="02020603050405020304" pitchFamily="18" charset="0"/>
              </a:rPr>
              <a:t>A pass or fail exam can be modeled by a Bernoulli Distribution.</a:t>
            </a:r>
          </a:p>
          <a:p>
            <a:pPr marL="0" indent="0">
              <a:lnSpc>
                <a:spcPct val="150000"/>
              </a:lnSpc>
              <a:spcBef>
                <a:spcPts val="0"/>
              </a:spcBef>
              <a:buNone/>
            </a:pPr>
            <a:r>
              <a:rPr lang="en-US" sz="2000" dirty="0">
                <a:solidFill>
                  <a:srgbClr val="333333"/>
                </a:solidFill>
                <a:latin typeface="+mn-lt"/>
                <a:cs typeface="Times New Roman" panose="02020603050405020304" pitchFamily="18" charset="0"/>
              </a:rPr>
              <a:t>2) A basketball player can shoot a ball into the basket with a probability of 0.6. </a:t>
            </a:r>
          </a:p>
          <a:p>
            <a:pPr marL="0" indent="0">
              <a:lnSpc>
                <a:spcPct val="150000"/>
              </a:lnSpc>
              <a:spcBef>
                <a:spcPts val="0"/>
              </a:spcBef>
              <a:buNone/>
            </a:pPr>
            <a:r>
              <a:rPr lang="en-US" sz="2000" dirty="0">
                <a:solidFill>
                  <a:srgbClr val="333333"/>
                </a:solidFill>
                <a:latin typeface="+mn-lt"/>
                <a:cs typeface="Times New Roman" panose="02020603050405020304" pitchFamily="18" charset="0"/>
              </a:rPr>
              <a:t>    What is the probability that he misses the shot?</a:t>
            </a:r>
          </a:p>
          <a:p>
            <a:pPr marL="0" indent="0">
              <a:lnSpc>
                <a:spcPct val="150000"/>
              </a:lnSpc>
              <a:spcBef>
                <a:spcPts val="0"/>
              </a:spcBef>
              <a:buNone/>
            </a:pPr>
            <a:r>
              <a:rPr lang="en-US" sz="2000" b="1" dirty="0">
                <a:solidFill>
                  <a:srgbClr val="333333"/>
                </a:solidFill>
                <a:latin typeface="+mn-lt"/>
                <a:cs typeface="Times New Roman" panose="02020603050405020304" pitchFamily="18" charset="0"/>
              </a:rPr>
              <a:t>Solution:</a:t>
            </a:r>
            <a:r>
              <a:rPr lang="en-US" sz="2000" dirty="0">
                <a:solidFill>
                  <a:srgbClr val="333333"/>
                </a:solidFill>
                <a:latin typeface="+mn-lt"/>
                <a:cs typeface="Times New Roman" panose="02020603050405020304" pitchFamily="18" charset="0"/>
              </a:rPr>
              <a:t> We know that success probability P (X = 1) = p = 0.6</a:t>
            </a:r>
            <a:br>
              <a:rPr lang="en-US" sz="2000" dirty="0">
                <a:latin typeface="+mn-lt"/>
                <a:cs typeface="Times New Roman" panose="02020603050405020304" pitchFamily="18" charset="0"/>
              </a:rPr>
            </a:br>
            <a:r>
              <a:rPr lang="en-US" sz="2000" dirty="0">
                <a:solidFill>
                  <a:srgbClr val="333333"/>
                </a:solidFill>
                <a:latin typeface="+mn-lt"/>
                <a:cs typeface="Times New Roman" panose="02020603050405020304" pitchFamily="18" charset="0"/>
              </a:rPr>
              <a:t>Thus, probability of failure is P (X = 0) = 1 - p = 1 - 0.6 = 0.4</a:t>
            </a:r>
            <a:br>
              <a:rPr lang="en-US" sz="2000" dirty="0">
                <a:latin typeface="+mn-lt"/>
                <a:cs typeface="Times New Roman" panose="02020603050405020304" pitchFamily="18" charset="0"/>
              </a:rPr>
            </a:br>
            <a:r>
              <a:rPr lang="en-US" sz="2000" dirty="0">
                <a:solidFill>
                  <a:srgbClr val="333333"/>
                </a:solidFill>
                <a:latin typeface="+mn-lt"/>
                <a:cs typeface="Times New Roman" panose="02020603050405020304" pitchFamily="18" charset="0"/>
              </a:rPr>
              <a:t>The probability he misses the shot is 0.4.</a:t>
            </a:r>
            <a:endParaRPr lang="en-IN" sz="2800" dirty="0"/>
          </a:p>
        </p:txBody>
      </p:sp>
      <p:grpSp>
        <p:nvGrpSpPr>
          <p:cNvPr id="36" name="Group 35">
            <a:extLst>
              <a:ext uri="{FF2B5EF4-FFF2-40B4-BE49-F238E27FC236}">
                <a16:creationId xmlns:a16="http://schemas.microsoft.com/office/drawing/2014/main" id="{16EDDD7E-DA7A-9004-4AF1-E1010B4A8F23}"/>
              </a:ext>
            </a:extLst>
          </p:cNvPr>
          <p:cNvGrpSpPr/>
          <p:nvPr/>
        </p:nvGrpSpPr>
        <p:grpSpPr>
          <a:xfrm>
            <a:off x="8083555" y="4566790"/>
            <a:ext cx="3483720" cy="2042640"/>
            <a:chOff x="8083555" y="4566790"/>
            <a:chExt cx="3483720" cy="20426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6DFBA74-3FA4-3E1E-3D63-1BA677C3E3F7}"/>
                    </a:ext>
                  </a:extLst>
                </p14:cNvPr>
                <p14:cNvContentPartPr/>
                <p14:nvPr/>
              </p14:nvContentPartPr>
              <p14:xfrm>
                <a:off x="8083555" y="5548150"/>
                <a:ext cx="2505240" cy="149400"/>
              </p14:xfrm>
            </p:contentPart>
          </mc:Choice>
          <mc:Fallback xmlns="">
            <p:pic>
              <p:nvPicPr>
                <p:cNvPr id="4" name="Ink 3">
                  <a:extLst>
                    <a:ext uri="{FF2B5EF4-FFF2-40B4-BE49-F238E27FC236}">
                      <a16:creationId xmlns:a16="http://schemas.microsoft.com/office/drawing/2014/main" id="{36DFBA74-3FA4-3E1E-3D63-1BA677C3E3F7}"/>
                    </a:ext>
                  </a:extLst>
                </p:cNvPr>
                <p:cNvPicPr/>
                <p:nvPr/>
              </p:nvPicPr>
              <p:blipFill>
                <a:blip r:embed="rId3"/>
                <a:stretch>
                  <a:fillRect/>
                </a:stretch>
              </p:blipFill>
              <p:spPr>
                <a:xfrm>
                  <a:off x="8077435" y="5542030"/>
                  <a:ext cx="2517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0F9CBA7-03C9-9B10-99FE-DBA5F32873CB}"/>
                    </a:ext>
                  </a:extLst>
                </p14:cNvPr>
                <p14:cNvContentPartPr/>
                <p14:nvPr/>
              </p14:nvContentPartPr>
              <p14:xfrm>
                <a:off x="8594395" y="4566790"/>
                <a:ext cx="252360" cy="1141920"/>
              </p14:xfrm>
            </p:contentPart>
          </mc:Choice>
          <mc:Fallback xmlns="">
            <p:pic>
              <p:nvPicPr>
                <p:cNvPr id="5" name="Ink 4">
                  <a:extLst>
                    <a:ext uri="{FF2B5EF4-FFF2-40B4-BE49-F238E27FC236}">
                      <a16:creationId xmlns:a16="http://schemas.microsoft.com/office/drawing/2014/main" id="{00F9CBA7-03C9-9B10-99FE-DBA5F32873CB}"/>
                    </a:ext>
                  </a:extLst>
                </p:cNvPr>
                <p:cNvPicPr/>
                <p:nvPr/>
              </p:nvPicPr>
              <p:blipFill>
                <a:blip r:embed="rId5"/>
                <a:stretch>
                  <a:fillRect/>
                </a:stretch>
              </p:blipFill>
              <p:spPr>
                <a:xfrm>
                  <a:off x="8588275" y="4560670"/>
                  <a:ext cx="264600" cy="1154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749A7CA-E51A-44CD-A4A7-B7612DD1ABB8}"/>
                    </a:ext>
                  </a:extLst>
                </p14:cNvPr>
                <p14:cNvContentPartPr/>
                <p14:nvPr/>
              </p14:nvContentPartPr>
              <p14:xfrm>
                <a:off x="9642355" y="4681630"/>
                <a:ext cx="235080" cy="922680"/>
              </p14:xfrm>
            </p:contentPart>
          </mc:Choice>
          <mc:Fallback xmlns="">
            <p:pic>
              <p:nvPicPr>
                <p:cNvPr id="6" name="Ink 5">
                  <a:extLst>
                    <a:ext uri="{FF2B5EF4-FFF2-40B4-BE49-F238E27FC236}">
                      <a16:creationId xmlns:a16="http://schemas.microsoft.com/office/drawing/2014/main" id="{1749A7CA-E51A-44CD-A4A7-B7612DD1ABB8}"/>
                    </a:ext>
                  </a:extLst>
                </p:cNvPr>
                <p:cNvPicPr/>
                <p:nvPr/>
              </p:nvPicPr>
              <p:blipFill>
                <a:blip r:embed="rId7"/>
                <a:stretch>
                  <a:fillRect/>
                </a:stretch>
              </p:blipFill>
              <p:spPr>
                <a:xfrm>
                  <a:off x="9636235" y="4675510"/>
                  <a:ext cx="247320" cy="934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CBEC39C-EA57-149E-4966-DF186DEB0CF5}"/>
                    </a:ext>
                  </a:extLst>
                </p14:cNvPr>
                <p14:cNvContentPartPr/>
                <p14:nvPr/>
              </p14:nvContentPartPr>
              <p14:xfrm>
                <a:off x="8428075" y="5926870"/>
                <a:ext cx="145080" cy="186840"/>
              </p14:xfrm>
            </p:contentPart>
          </mc:Choice>
          <mc:Fallback xmlns="">
            <p:pic>
              <p:nvPicPr>
                <p:cNvPr id="8" name="Ink 7">
                  <a:extLst>
                    <a:ext uri="{FF2B5EF4-FFF2-40B4-BE49-F238E27FC236}">
                      <a16:creationId xmlns:a16="http://schemas.microsoft.com/office/drawing/2014/main" id="{BCBEC39C-EA57-149E-4966-DF186DEB0CF5}"/>
                    </a:ext>
                  </a:extLst>
                </p:cNvPr>
                <p:cNvPicPr/>
                <p:nvPr/>
              </p:nvPicPr>
              <p:blipFill>
                <a:blip r:embed="rId9"/>
                <a:stretch>
                  <a:fillRect/>
                </a:stretch>
              </p:blipFill>
              <p:spPr>
                <a:xfrm>
                  <a:off x="8421955" y="5920750"/>
                  <a:ext cx="1573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560D663E-4967-3043-3717-2DE0ED5756F0}"/>
                    </a:ext>
                  </a:extLst>
                </p14:cNvPr>
                <p14:cNvContentPartPr/>
                <p14:nvPr/>
              </p14:nvContentPartPr>
              <p14:xfrm>
                <a:off x="8604115" y="5824630"/>
                <a:ext cx="354960" cy="215640"/>
              </p14:xfrm>
            </p:contentPart>
          </mc:Choice>
          <mc:Fallback xmlns="">
            <p:pic>
              <p:nvPicPr>
                <p:cNvPr id="9" name="Ink 8">
                  <a:extLst>
                    <a:ext uri="{FF2B5EF4-FFF2-40B4-BE49-F238E27FC236}">
                      <a16:creationId xmlns:a16="http://schemas.microsoft.com/office/drawing/2014/main" id="{560D663E-4967-3043-3717-2DE0ED5756F0}"/>
                    </a:ext>
                  </a:extLst>
                </p:cNvPr>
                <p:cNvPicPr/>
                <p:nvPr/>
              </p:nvPicPr>
              <p:blipFill>
                <a:blip r:embed="rId11"/>
                <a:stretch>
                  <a:fillRect/>
                </a:stretch>
              </p:blipFill>
              <p:spPr>
                <a:xfrm>
                  <a:off x="8597995" y="5818510"/>
                  <a:ext cx="3672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BF14063F-9CD8-1701-284F-9C8C4FAF7241}"/>
                    </a:ext>
                  </a:extLst>
                </p14:cNvPr>
                <p14:cNvContentPartPr/>
                <p14:nvPr/>
              </p14:nvContentPartPr>
              <p14:xfrm>
                <a:off x="9017035" y="5979430"/>
                <a:ext cx="117360" cy="42840"/>
              </p14:xfrm>
            </p:contentPart>
          </mc:Choice>
          <mc:Fallback xmlns="">
            <p:pic>
              <p:nvPicPr>
                <p:cNvPr id="10" name="Ink 9">
                  <a:extLst>
                    <a:ext uri="{FF2B5EF4-FFF2-40B4-BE49-F238E27FC236}">
                      <a16:creationId xmlns:a16="http://schemas.microsoft.com/office/drawing/2014/main" id="{BF14063F-9CD8-1701-284F-9C8C4FAF7241}"/>
                    </a:ext>
                  </a:extLst>
                </p:cNvPr>
                <p:cNvPicPr/>
                <p:nvPr/>
              </p:nvPicPr>
              <p:blipFill>
                <a:blip r:embed="rId13"/>
                <a:stretch>
                  <a:fillRect/>
                </a:stretch>
              </p:blipFill>
              <p:spPr>
                <a:xfrm>
                  <a:off x="9010915" y="5973310"/>
                  <a:ext cx="1296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713B0C1-B0E4-8E55-C961-E7B5FBA32EB1}"/>
                    </a:ext>
                  </a:extLst>
                </p14:cNvPr>
                <p14:cNvContentPartPr/>
                <p14:nvPr/>
              </p14:nvContentPartPr>
              <p14:xfrm>
                <a:off x="9148795" y="5781070"/>
                <a:ext cx="27000" cy="325440"/>
              </p14:xfrm>
            </p:contentPart>
          </mc:Choice>
          <mc:Fallback xmlns="">
            <p:pic>
              <p:nvPicPr>
                <p:cNvPr id="11" name="Ink 10">
                  <a:extLst>
                    <a:ext uri="{FF2B5EF4-FFF2-40B4-BE49-F238E27FC236}">
                      <a16:creationId xmlns:a16="http://schemas.microsoft.com/office/drawing/2014/main" id="{D713B0C1-B0E4-8E55-C961-E7B5FBA32EB1}"/>
                    </a:ext>
                  </a:extLst>
                </p:cNvPr>
                <p:cNvPicPr/>
                <p:nvPr/>
              </p:nvPicPr>
              <p:blipFill>
                <a:blip r:embed="rId15"/>
                <a:stretch>
                  <a:fillRect/>
                </a:stretch>
              </p:blipFill>
              <p:spPr>
                <a:xfrm>
                  <a:off x="9142675" y="5774950"/>
                  <a:ext cx="392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A7BE7E33-EB83-2BC9-D1A3-C4FB12C582CC}"/>
                    </a:ext>
                  </a:extLst>
                </p14:cNvPr>
                <p14:cNvContentPartPr/>
                <p14:nvPr/>
              </p14:nvContentPartPr>
              <p14:xfrm>
                <a:off x="9189115" y="5930830"/>
                <a:ext cx="74880" cy="26280"/>
              </p14:xfrm>
            </p:contentPart>
          </mc:Choice>
          <mc:Fallback xmlns="">
            <p:pic>
              <p:nvPicPr>
                <p:cNvPr id="12" name="Ink 11">
                  <a:extLst>
                    <a:ext uri="{FF2B5EF4-FFF2-40B4-BE49-F238E27FC236}">
                      <a16:creationId xmlns:a16="http://schemas.microsoft.com/office/drawing/2014/main" id="{A7BE7E33-EB83-2BC9-D1A3-C4FB12C582CC}"/>
                    </a:ext>
                  </a:extLst>
                </p:cNvPr>
                <p:cNvPicPr/>
                <p:nvPr/>
              </p:nvPicPr>
              <p:blipFill>
                <a:blip r:embed="rId17"/>
                <a:stretch>
                  <a:fillRect/>
                </a:stretch>
              </p:blipFill>
              <p:spPr>
                <a:xfrm>
                  <a:off x="9182995" y="5924710"/>
                  <a:ext cx="871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C254CF43-8694-BEC3-98DF-0A9AD896930B}"/>
                    </a:ext>
                  </a:extLst>
                </p14:cNvPr>
                <p14:cNvContentPartPr/>
                <p14:nvPr/>
              </p14:nvContentPartPr>
              <p14:xfrm>
                <a:off x="8315395" y="6467230"/>
                <a:ext cx="21240" cy="142200"/>
              </p14:xfrm>
            </p:contentPart>
          </mc:Choice>
          <mc:Fallback xmlns="">
            <p:pic>
              <p:nvPicPr>
                <p:cNvPr id="13" name="Ink 12">
                  <a:extLst>
                    <a:ext uri="{FF2B5EF4-FFF2-40B4-BE49-F238E27FC236}">
                      <a16:creationId xmlns:a16="http://schemas.microsoft.com/office/drawing/2014/main" id="{C254CF43-8694-BEC3-98DF-0A9AD896930B}"/>
                    </a:ext>
                  </a:extLst>
                </p:cNvPr>
                <p:cNvPicPr/>
                <p:nvPr/>
              </p:nvPicPr>
              <p:blipFill>
                <a:blip r:embed="rId19"/>
                <a:stretch>
                  <a:fillRect/>
                </a:stretch>
              </p:blipFill>
              <p:spPr>
                <a:xfrm>
                  <a:off x="8309275" y="6461110"/>
                  <a:ext cx="334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66987412-A49B-049D-DBF9-9D2B448C8459}"/>
                    </a:ext>
                  </a:extLst>
                </p14:cNvPr>
                <p14:cNvContentPartPr/>
                <p14:nvPr/>
              </p14:nvContentPartPr>
              <p14:xfrm>
                <a:off x="8330875" y="6244750"/>
                <a:ext cx="15840" cy="40680"/>
              </p14:xfrm>
            </p:contentPart>
          </mc:Choice>
          <mc:Fallback xmlns="">
            <p:pic>
              <p:nvPicPr>
                <p:cNvPr id="14" name="Ink 13">
                  <a:extLst>
                    <a:ext uri="{FF2B5EF4-FFF2-40B4-BE49-F238E27FC236}">
                      <a16:creationId xmlns:a16="http://schemas.microsoft.com/office/drawing/2014/main" id="{66987412-A49B-049D-DBF9-9D2B448C8459}"/>
                    </a:ext>
                  </a:extLst>
                </p:cNvPr>
                <p:cNvPicPr/>
                <p:nvPr/>
              </p:nvPicPr>
              <p:blipFill>
                <a:blip r:embed="rId21"/>
                <a:stretch>
                  <a:fillRect/>
                </a:stretch>
              </p:blipFill>
              <p:spPr>
                <a:xfrm>
                  <a:off x="8324755" y="6238630"/>
                  <a:ext cx="280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57805DB9-BAED-4B90-7D45-5612A3318427}"/>
                    </a:ext>
                  </a:extLst>
                </p14:cNvPr>
                <p14:cNvContentPartPr/>
                <p14:nvPr/>
              </p14:nvContentPartPr>
              <p14:xfrm>
                <a:off x="8446795" y="6472990"/>
                <a:ext cx="151560" cy="124920"/>
              </p14:xfrm>
            </p:contentPart>
          </mc:Choice>
          <mc:Fallback xmlns="">
            <p:pic>
              <p:nvPicPr>
                <p:cNvPr id="15" name="Ink 14">
                  <a:extLst>
                    <a:ext uri="{FF2B5EF4-FFF2-40B4-BE49-F238E27FC236}">
                      <a16:creationId xmlns:a16="http://schemas.microsoft.com/office/drawing/2014/main" id="{57805DB9-BAED-4B90-7D45-5612A3318427}"/>
                    </a:ext>
                  </a:extLst>
                </p:cNvPr>
                <p:cNvPicPr/>
                <p:nvPr/>
              </p:nvPicPr>
              <p:blipFill>
                <a:blip r:embed="rId23"/>
                <a:stretch>
                  <a:fillRect/>
                </a:stretch>
              </p:blipFill>
              <p:spPr>
                <a:xfrm>
                  <a:off x="8440675" y="6466870"/>
                  <a:ext cx="163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C9AF6DAB-C566-4E3D-E8FA-54B92D221629}"/>
                    </a:ext>
                  </a:extLst>
                </p14:cNvPr>
                <p14:cNvContentPartPr/>
                <p14:nvPr/>
              </p14:nvContentPartPr>
              <p14:xfrm>
                <a:off x="8738395" y="6248710"/>
                <a:ext cx="60840" cy="321120"/>
              </p14:xfrm>
            </p:contentPart>
          </mc:Choice>
          <mc:Fallback xmlns="">
            <p:pic>
              <p:nvPicPr>
                <p:cNvPr id="16" name="Ink 15">
                  <a:extLst>
                    <a:ext uri="{FF2B5EF4-FFF2-40B4-BE49-F238E27FC236}">
                      <a16:creationId xmlns:a16="http://schemas.microsoft.com/office/drawing/2014/main" id="{C9AF6DAB-C566-4E3D-E8FA-54B92D221629}"/>
                    </a:ext>
                  </a:extLst>
                </p:cNvPr>
                <p:cNvPicPr/>
                <p:nvPr/>
              </p:nvPicPr>
              <p:blipFill>
                <a:blip r:embed="rId25"/>
                <a:stretch>
                  <a:fillRect/>
                </a:stretch>
              </p:blipFill>
              <p:spPr>
                <a:xfrm>
                  <a:off x="8732275" y="6242590"/>
                  <a:ext cx="7308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7D115C06-933C-9ED5-249F-9DBB15E5AECF}"/>
                    </a:ext>
                  </a:extLst>
                </p14:cNvPr>
                <p14:cNvContentPartPr/>
                <p14:nvPr/>
              </p14:nvContentPartPr>
              <p14:xfrm>
                <a:off x="8703475" y="6476590"/>
                <a:ext cx="198000" cy="37800"/>
              </p14:xfrm>
            </p:contentPart>
          </mc:Choice>
          <mc:Fallback xmlns="">
            <p:pic>
              <p:nvPicPr>
                <p:cNvPr id="17" name="Ink 16">
                  <a:extLst>
                    <a:ext uri="{FF2B5EF4-FFF2-40B4-BE49-F238E27FC236}">
                      <a16:creationId xmlns:a16="http://schemas.microsoft.com/office/drawing/2014/main" id="{7D115C06-933C-9ED5-249F-9DBB15E5AECF}"/>
                    </a:ext>
                  </a:extLst>
                </p:cNvPr>
                <p:cNvPicPr/>
                <p:nvPr/>
              </p:nvPicPr>
              <p:blipFill>
                <a:blip r:embed="rId27"/>
                <a:stretch>
                  <a:fillRect/>
                </a:stretch>
              </p:blipFill>
              <p:spPr>
                <a:xfrm>
                  <a:off x="8697355" y="6470470"/>
                  <a:ext cx="2102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324A782B-FB62-A417-EFD3-728C76DD6875}"/>
                    </a:ext>
                  </a:extLst>
                </p14:cNvPr>
                <p14:cNvContentPartPr/>
                <p14:nvPr/>
              </p14:nvContentPartPr>
              <p14:xfrm>
                <a:off x="9037195" y="6280750"/>
                <a:ext cx="41400" cy="274680"/>
              </p14:xfrm>
            </p:contentPart>
          </mc:Choice>
          <mc:Fallback xmlns="">
            <p:pic>
              <p:nvPicPr>
                <p:cNvPr id="18" name="Ink 17">
                  <a:extLst>
                    <a:ext uri="{FF2B5EF4-FFF2-40B4-BE49-F238E27FC236}">
                      <a16:creationId xmlns:a16="http://schemas.microsoft.com/office/drawing/2014/main" id="{324A782B-FB62-A417-EFD3-728C76DD6875}"/>
                    </a:ext>
                  </a:extLst>
                </p:cNvPr>
                <p:cNvPicPr/>
                <p:nvPr/>
              </p:nvPicPr>
              <p:blipFill>
                <a:blip r:embed="rId29"/>
                <a:stretch>
                  <a:fillRect/>
                </a:stretch>
              </p:blipFill>
              <p:spPr>
                <a:xfrm>
                  <a:off x="9031075" y="6274630"/>
                  <a:ext cx="536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E9911E8C-B490-5AB6-6A4D-15A110C8058D}"/>
                    </a:ext>
                  </a:extLst>
                </p14:cNvPr>
                <p14:cNvContentPartPr/>
                <p14:nvPr/>
              </p14:nvContentPartPr>
              <p14:xfrm>
                <a:off x="9035755" y="6314950"/>
                <a:ext cx="445320" cy="229320"/>
              </p14:xfrm>
            </p:contentPart>
          </mc:Choice>
          <mc:Fallback xmlns="">
            <p:pic>
              <p:nvPicPr>
                <p:cNvPr id="19" name="Ink 18">
                  <a:extLst>
                    <a:ext uri="{FF2B5EF4-FFF2-40B4-BE49-F238E27FC236}">
                      <a16:creationId xmlns:a16="http://schemas.microsoft.com/office/drawing/2014/main" id="{E9911E8C-B490-5AB6-6A4D-15A110C8058D}"/>
                    </a:ext>
                  </a:extLst>
                </p:cNvPr>
                <p:cNvPicPr/>
                <p:nvPr/>
              </p:nvPicPr>
              <p:blipFill>
                <a:blip r:embed="rId31"/>
                <a:stretch>
                  <a:fillRect/>
                </a:stretch>
              </p:blipFill>
              <p:spPr>
                <a:xfrm>
                  <a:off x="9029635" y="6308830"/>
                  <a:ext cx="457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41662036-3152-323D-0736-A82E7633EE6B}"/>
                    </a:ext>
                  </a:extLst>
                </p14:cNvPr>
                <p14:cNvContentPartPr/>
                <p14:nvPr/>
              </p14:nvContentPartPr>
              <p14:xfrm>
                <a:off x="9594115" y="6276790"/>
                <a:ext cx="134640" cy="273600"/>
              </p14:xfrm>
            </p:contentPart>
          </mc:Choice>
          <mc:Fallback xmlns="">
            <p:pic>
              <p:nvPicPr>
                <p:cNvPr id="20" name="Ink 19">
                  <a:extLst>
                    <a:ext uri="{FF2B5EF4-FFF2-40B4-BE49-F238E27FC236}">
                      <a16:creationId xmlns:a16="http://schemas.microsoft.com/office/drawing/2014/main" id="{41662036-3152-323D-0736-A82E7633EE6B}"/>
                    </a:ext>
                  </a:extLst>
                </p:cNvPr>
                <p:cNvPicPr/>
                <p:nvPr/>
              </p:nvPicPr>
              <p:blipFill>
                <a:blip r:embed="rId33"/>
                <a:stretch>
                  <a:fillRect/>
                </a:stretch>
              </p:blipFill>
              <p:spPr>
                <a:xfrm>
                  <a:off x="9587995" y="6270670"/>
                  <a:ext cx="14688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AD109C5A-92A0-4D15-1EAC-246B60E61483}"/>
                    </a:ext>
                  </a:extLst>
                </p14:cNvPr>
                <p14:cNvContentPartPr/>
                <p14:nvPr/>
              </p14:nvContentPartPr>
              <p14:xfrm>
                <a:off x="9784195" y="6415030"/>
                <a:ext cx="216720" cy="92160"/>
              </p14:xfrm>
            </p:contentPart>
          </mc:Choice>
          <mc:Fallback xmlns="">
            <p:pic>
              <p:nvPicPr>
                <p:cNvPr id="21" name="Ink 20">
                  <a:extLst>
                    <a:ext uri="{FF2B5EF4-FFF2-40B4-BE49-F238E27FC236}">
                      <a16:creationId xmlns:a16="http://schemas.microsoft.com/office/drawing/2014/main" id="{AD109C5A-92A0-4D15-1EAC-246B60E61483}"/>
                    </a:ext>
                  </a:extLst>
                </p:cNvPr>
                <p:cNvPicPr/>
                <p:nvPr/>
              </p:nvPicPr>
              <p:blipFill>
                <a:blip r:embed="rId35"/>
                <a:stretch>
                  <a:fillRect/>
                </a:stretch>
              </p:blipFill>
              <p:spPr>
                <a:xfrm>
                  <a:off x="9778075" y="6408910"/>
                  <a:ext cx="2289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5EB705B1-917D-2DB4-E2DB-FB9C0CEC9E8B}"/>
                    </a:ext>
                  </a:extLst>
                </p14:cNvPr>
                <p14:cNvContentPartPr/>
                <p14:nvPr/>
              </p14:nvContentPartPr>
              <p14:xfrm>
                <a:off x="9970675" y="6393790"/>
                <a:ext cx="81000" cy="126720"/>
              </p14:xfrm>
            </p:contentPart>
          </mc:Choice>
          <mc:Fallback xmlns="">
            <p:pic>
              <p:nvPicPr>
                <p:cNvPr id="22" name="Ink 21">
                  <a:extLst>
                    <a:ext uri="{FF2B5EF4-FFF2-40B4-BE49-F238E27FC236}">
                      <a16:creationId xmlns:a16="http://schemas.microsoft.com/office/drawing/2014/main" id="{5EB705B1-917D-2DB4-E2DB-FB9C0CEC9E8B}"/>
                    </a:ext>
                  </a:extLst>
                </p:cNvPr>
                <p:cNvPicPr/>
                <p:nvPr/>
              </p:nvPicPr>
              <p:blipFill>
                <a:blip r:embed="rId37"/>
                <a:stretch>
                  <a:fillRect/>
                </a:stretch>
              </p:blipFill>
              <p:spPr>
                <a:xfrm>
                  <a:off x="9964555" y="6387670"/>
                  <a:ext cx="932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D4A48956-0347-48F0-6273-78766B29540B}"/>
                    </a:ext>
                  </a:extLst>
                </p14:cNvPr>
                <p14:cNvContentPartPr/>
                <p14:nvPr/>
              </p14:nvContentPartPr>
              <p14:xfrm>
                <a:off x="10079395" y="6180310"/>
                <a:ext cx="49680" cy="327240"/>
              </p14:xfrm>
            </p:contentPart>
          </mc:Choice>
          <mc:Fallback xmlns="">
            <p:pic>
              <p:nvPicPr>
                <p:cNvPr id="23" name="Ink 22">
                  <a:extLst>
                    <a:ext uri="{FF2B5EF4-FFF2-40B4-BE49-F238E27FC236}">
                      <a16:creationId xmlns:a16="http://schemas.microsoft.com/office/drawing/2014/main" id="{D4A48956-0347-48F0-6273-78766B29540B}"/>
                    </a:ext>
                  </a:extLst>
                </p:cNvPr>
                <p:cNvPicPr/>
                <p:nvPr/>
              </p:nvPicPr>
              <p:blipFill>
                <a:blip r:embed="rId39"/>
                <a:stretch>
                  <a:fillRect/>
                </a:stretch>
              </p:blipFill>
              <p:spPr>
                <a:xfrm>
                  <a:off x="10073275" y="6174190"/>
                  <a:ext cx="6192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E57DFFD8-B67D-8F95-D7DE-CC40EB31E1B6}"/>
                    </a:ext>
                  </a:extLst>
                </p14:cNvPr>
                <p14:cNvContentPartPr/>
                <p14:nvPr/>
              </p14:nvContentPartPr>
              <p14:xfrm>
                <a:off x="10120795" y="6408190"/>
                <a:ext cx="156600" cy="36720"/>
              </p14:xfrm>
            </p:contentPart>
          </mc:Choice>
          <mc:Fallback xmlns="">
            <p:pic>
              <p:nvPicPr>
                <p:cNvPr id="24" name="Ink 23">
                  <a:extLst>
                    <a:ext uri="{FF2B5EF4-FFF2-40B4-BE49-F238E27FC236}">
                      <a16:creationId xmlns:a16="http://schemas.microsoft.com/office/drawing/2014/main" id="{E57DFFD8-B67D-8F95-D7DE-CC40EB31E1B6}"/>
                    </a:ext>
                  </a:extLst>
                </p:cNvPr>
                <p:cNvPicPr/>
                <p:nvPr/>
              </p:nvPicPr>
              <p:blipFill>
                <a:blip r:embed="rId41"/>
                <a:stretch>
                  <a:fillRect/>
                </a:stretch>
              </p:blipFill>
              <p:spPr>
                <a:xfrm>
                  <a:off x="10114675" y="6402070"/>
                  <a:ext cx="1688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E4C2B2F5-2F80-B1BF-EF91-3A0EC6414C70}"/>
                    </a:ext>
                  </a:extLst>
                </p14:cNvPr>
                <p14:cNvContentPartPr/>
                <p14:nvPr/>
              </p14:nvContentPartPr>
              <p14:xfrm>
                <a:off x="10236355" y="6253750"/>
                <a:ext cx="242280" cy="292680"/>
              </p14:xfrm>
            </p:contentPart>
          </mc:Choice>
          <mc:Fallback xmlns="">
            <p:pic>
              <p:nvPicPr>
                <p:cNvPr id="25" name="Ink 24">
                  <a:extLst>
                    <a:ext uri="{FF2B5EF4-FFF2-40B4-BE49-F238E27FC236}">
                      <a16:creationId xmlns:a16="http://schemas.microsoft.com/office/drawing/2014/main" id="{E4C2B2F5-2F80-B1BF-EF91-3A0EC6414C70}"/>
                    </a:ext>
                  </a:extLst>
                </p:cNvPr>
                <p:cNvPicPr/>
                <p:nvPr/>
              </p:nvPicPr>
              <p:blipFill>
                <a:blip r:embed="rId43"/>
                <a:stretch>
                  <a:fillRect/>
                </a:stretch>
              </p:blipFill>
              <p:spPr>
                <a:xfrm>
                  <a:off x="10230235" y="6247630"/>
                  <a:ext cx="2545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3253A41E-D8D6-B3A5-0C14-BBAC5465C191}"/>
                    </a:ext>
                  </a:extLst>
                </p14:cNvPr>
                <p14:cNvContentPartPr/>
                <p14:nvPr/>
              </p14:nvContentPartPr>
              <p14:xfrm>
                <a:off x="10433275" y="6227110"/>
                <a:ext cx="165960" cy="43920"/>
              </p14:xfrm>
            </p:contentPart>
          </mc:Choice>
          <mc:Fallback xmlns="">
            <p:pic>
              <p:nvPicPr>
                <p:cNvPr id="26" name="Ink 25">
                  <a:extLst>
                    <a:ext uri="{FF2B5EF4-FFF2-40B4-BE49-F238E27FC236}">
                      <a16:creationId xmlns:a16="http://schemas.microsoft.com/office/drawing/2014/main" id="{3253A41E-D8D6-B3A5-0C14-BBAC5465C191}"/>
                    </a:ext>
                  </a:extLst>
                </p:cNvPr>
                <p:cNvPicPr/>
                <p:nvPr/>
              </p:nvPicPr>
              <p:blipFill>
                <a:blip r:embed="rId45"/>
                <a:stretch>
                  <a:fillRect/>
                </a:stretch>
              </p:blipFill>
              <p:spPr>
                <a:xfrm>
                  <a:off x="10427155" y="6220990"/>
                  <a:ext cx="1782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5D1D7CE1-AAF4-B77E-5ACC-6BF6AF62AE35}"/>
                    </a:ext>
                  </a:extLst>
                </p14:cNvPr>
                <p14:cNvContentPartPr/>
                <p14:nvPr/>
              </p14:nvContentPartPr>
              <p14:xfrm>
                <a:off x="9748195" y="5724190"/>
                <a:ext cx="399960" cy="141840"/>
              </p14:xfrm>
            </p:contentPart>
          </mc:Choice>
          <mc:Fallback xmlns="">
            <p:pic>
              <p:nvPicPr>
                <p:cNvPr id="27" name="Ink 26">
                  <a:extLst>
                    <a:ext uri="{FF2B5EF4-FFF2-40B4-BE49-F238E27FC236}">
                      <a16:creationId xmlns:a16="http://schemas.microsoft.com/office/drawing/2014/main" id="{5D1D7CE1-AAF4-B77E-5ACC-6BF6AF62AE35}"/>
                    </a:ext>
                  </a:extLst>
                </p:cNvPr>
                <p:cNvPicPr/>
                <p:nvPr/>
              </p:nvPicPr>
              <p:blipFill>
                <a:blip r:embed="rId47"/>
                <a:stretch>
                  <a:fillRect/>
                </a:stretch>
              </p:blipFill>
              <p:spPr>
                <a:xfrm>
                  <a:off x="9742075" y="5718070"/>
                  <a:ext cx="4122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C4E208FB-2B8B-3FB7-0D42-8DF24B03AF69}"/>
                    </a:ext>
                  </a:extLst>
                </p14:cNvPr>
                <p14:cNvContentPartPr/>
                <p14:nvPr/>
              </p14:nvContentPartPr>
              <p14:xfrm>
                <a:off x="10238155" y="5717710"/>
                <a:ext cx="109440" cy="149400"/>
              </p14:xfrm>
            </p:contentPart>
          </mc:Choice>
          <mc:Fallback xmlns="">
            <p:pic>
              <p:nvPicPr>
                <p:cNvPr id="28" name="Ink 27">
                  <a:extLst>
                    <a:ext uri="{FF2B5EF4-FFF2-40B4-BE49-F238E27FC236}">
                      <a16:creationId xmlns:a16="http://schemas.microsoft.com/office/drawing/2014/main" id="{C4E208FB-2B8B-3FB7-0D42-8DF24B03AF69}"/>
                    </a:ext>
                  </a:extLst>
                </p:cNvPr>
                <p:cNvPicPr/>
                <p:nvPr/>
              </p:nvPicPr>
              <p:blipFill>
                <a:blip r:embed="rId49"/>
                <a:stretch>
                  <a:fillRect/>
                </a:stretch>
              </p:blipFill>
              <p:spPr>
                <a:xfrm>
                  <a:off x="10232035" y="5711590"/>
                  <a:ext cx="1216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F7694612-DCEB-5489-20C1-ABBDCADEDC8E}"/>
                    </a:ext>
                  </a:extLst>
                </p14:cNvPr>
                <p14:cNvContentPartPr/>
                <p14:nvPr/>
              </p14:nvContentPartPr>
              <p14:xfrm>
                <a:off x="10359115" y="5742550"/>
                <a:ext cx="109800" cy="137880"/>
              </p14:xfrm>
            </p:contentPart>
          </mc:Choice>
          <mc:Fallback xmlns="">
            <p:pic>
              <p:nvPicPr>
                <p:cNvPr id="29" name="Ink 28">
                  <a:extLst>
                    <a:ext uri="{FF2B5EF4-FFF2-40B4-BE49-F238E27FC236}">
                      <a16:creationId xmlns:a16="http://schemas.microsoft.com/office/drawing/2014/main" id="{F7694612-DCEB-5489-20C1-ABBDCADEDC8E}"/>
                    </a:ext>
                  </a:extLst>
                </p:cNvPr>
                <p:cNvPicPr/>
                <p:nvPr/>
              </p:nvPicPr>
              <p:blipFill>
                <a:blip r:embed="rId51"/>
                <a:stretch>
                  <a:fillRect/>
                </a:stretch>
              </p:blipFill>
              <p:spPr>
                <a:xfrm>
                  <a:off x="10352995" y="5736430"/>
                  <a:ext cx="1220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F56AB46C-9284-9B15-F7C1-728FC7CA6B03}"/>
                    </a:ext>
                  </a:extLst>
                </p14:cNvPr>
                <p14:cNvContentPartPr/>
                <p14:nvPr/>
              </p14:nvContentPartPr>
              <p14:xfrm>
                <a:off x="10498075" y="5754070"/>
                <a:ext cx="280800" cy="97560"/>
              </p14:xfrm>
            </p:contentPart>
          </mc:Choice>
          <mc:Fallback xmlns="">
            <p:pic>
              <p:nvPicPr>
                <p:cNvPr id="30" name="Ink 29">
                  <a:extLst>
                    <a:ext uri="{FF2B5EF4-FFF2-40B4-BE49-F238E27FC236}">
                      <a16:creationId xmlns:a16="http://schemas.microsoft.com/office/drawing/2014/main" id="{F56AB46C-9284-9B15-F7C1-728FC7CA6B03}"/>
                    </a:ext>
                  </a:extLst>
                </p:cNvPr>
                <p:cNvPicPr/>
                <p:nvPr/>
              </p:nvPicPr>
              <p:blipFill>
                <a:blip r:embed="rId53"/>
                <a:stretch>
                  <a:fillRect/>
                </a:stretch>
              </p:blipFill>
              <p:spPr>
                <a:xfrm>
                  <a:off x="10491955" y="5747950"/>
                  <a:ext cx="2930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583A49CD-F41E-874B-E25D-79486DFC4684}"/>
                    </a:ext>
                  </a:extLst>
                </p14:cNvPr>
                <p14:cNvContentPartPr/>
                <p14:nvPr/>
              </p14:nvContentPartPr>
              <p14:xfrm>
                <a:off x="10995595" y="5540590"/>
                <a:ext cx="19800" cy="229680"/>
              </p14:xfrm>
            </p:contentPart>
          </mc:Choice>
          <mc:Fallback xmlns="">
            <p:pic>
              <p:nvPicPr>
                <p:cNvPr id="31" name="Ink 30">
                  <a:extLst>
                    <a:ext uri="{FF2B5EF4-FFF2-40B4-BE49-F238E27FC236}">
                      <a16:creationId xmlns:a16="http://schemas.microsoft.com/office/drawing/2014/main" id="{583A49CD-F41E-874B-E25D-79486DFC4684}"/>
                    </a:ext>
                  </a:extLst>
                </p:cNvPr>
                <p:cNvPicPr/>
                <p:nvPr/>
              </p:nvPicPr>
              <p:blipFill>
                <a:blip r:embed="rId55"/>
                <a:stretch>
                  <a:fillRect/>
                </a:stretch>
              </p:blipFill>
              <p:spPr>
                <a:xfrm>
                  <a:off x="10989475" y="5534470"/>
                  <a:ext cx="320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D983F721-DC53-4B77-52A9-BDAE44C1D94F}"/>
                    </a:ext>
                  </a:extLst>
                </p14:cNvPr>
                <p14:cNvContentPartPr/>
                <p14:nvPr/>
              </p14:nvContentPartPr>
              <p14:xfrm>
                <a:off x="10963195" y="5579110"/>
                <a:ext cx="433080" cy="199440"/>
              </p14:xfrm>
            </p:contentPart>
          </mc:Choice>
          <mc:Fallback xmlns="">
            <p:pic>
              <p:nvPicPr>
                <p:cNvPr id="32" name="Ink 31">
                  <a:extLst>
                    <a:ext uri="{FF2B5EF4-FFF2-40B4-BE49-F238E27FC236}">
                      <a16:creationId xmlns:a16="http://schemas.microsoft.com/office/drawing/2014/main" id="{D983F721-DC53-4B77-52A9-BDAE44C1D94F}"/>
                    </a:ext>
                  </a:extLst>
                </p:cNvPr>
                <p:cNvPicPr/>
                <p:nvPr/>
              </p:nvPicPr>
              <p:blipFill>
                <a:blip r:embed="rId57"/>
                <a:stretch>
                  <a:fillRect/>
                </a:stretch>
              </p:blipFill>
              <p:spPr>
                <a:xfrm>
                  <a:off x="10957075" y="5572990"/>
                  <a:ext cx="44532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F6E51D95-89FE-23F9-A03D-C3D20B7AFCD6}"/>
                    </a:ext>
                  </a:extLst>
                </p14:cNvPr>
                <p14:cNvContentPartPr/>
                <p14:nvPr/>
              </p14:nvContentPartPr>
              <p14:xfrm>
                <a:off x="10816315" y="5985910"/>
                <a:ext cx="64440" cy="182520"/>
              </p14:xfrm>
            </p:contentPart>
          </mc:Choice>
          <mc:Fallback xmlns="">
            <p:pic>
              <p:nvPicPr>
                <p:cNvPr id="33" name="Ink 32">
                  <a:extLst>
                    <a:ext uri="{FF2B5EF4-FFF2-40B4-BE49-F238E27FC236}">
                      <a16:creationId xmlns:a16="http://schemas.microsoft.com/office/drawing/2014/main" id="{F6E51D95-89FE-23F9-A03D-C3D20B7AFCD6}"/>
                    </a:ext>
                  </a:extLst>
                </p:cNvPr>
                <p:cNvPicPr/>
                <p:nvPr/>
              </p:nvPicPr>
              <p:blipFill>
                <a:blip r:embed="rId59"/>
                <a:stretch>
                  <a:fillRect/>
                </a:stretch>
              </p:blipFill>
              <p:spPr>
                <a:xfrm>
                  <a:off x="10810195" y="5979790"/>
                  <a:ext cx="766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EFBAE46B-1416-127D-F18E-6543C1473488}"/>
                    </a:ext>
                  </a:extLst>
                </p14:cNvPr>
                <p14:cNvContentPartPr/>
                <p14:nvPr/>
              </p14:nvContentPartPr>
              <p14:xfrm>
                <a:off x="10941235" y="5828590"/>
                <a:ext cx="537120" cy="289080"/>
              </p14:xfrm>
            </p:contentPart>
          </mc:Choice>
          <mc:Fallback xmlns="">
            <p:pic>
              <p:nvPicPr>
                <p:cNvPr id="34" name="Ink 33">
                  <a:extLst>
                    <a:ext uri="{FF2B5EF4-FFF2-40B4-BE49-F238E27FC236}">
                      <a16:creationId xmlns:a16="http://schemas.microsoft.com/office/drawing/2014/main" id="{EFBAE46B-1416-127D-F18E-6543C1473488}"/>
                    </a:ext>
                  </a:extLst>
                </p:cNvPr>
                <p:cNvPicPr/>
                <p:nvPr/>
              </p:nvPicPr>
              <p:blipFill>
                <a:blip r:embed="rId61"/>
                <a:stretch>
                  <a:fillRect/>
                </a:stretch>
              </p:blipFill>
              <p:spPr>
                <a:xfrm>
                  <a:off x="10935115" y="5822470"/>
                  <a:ext cx="5493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87E0756A-9C96-C424-C4CB-7E450AB2EAD1}"/>
                    </a:ext>
                  </a:extLst>
                </p14:cNvPr>
                <p14:cNvContentPartPr/>
                <p14:nvPr/>
              </p14:nvContentPartPr>
              <p14:xfrm>
                <a:off x="11402395" y="5898790"/>
                <a:ext cx="164880" cy="78120"/>
              </p14:xfrm>
            </p:contentPart>
          </mc:Choice>
          <mc:Fallback xmlns="">
            <p:pic>
              <p:nvPicPr>
                <p:cNvPr id="35" name="Ink 34">
                  <a:extLst>
                    <a:ext uri="{FF2B5EF4-FFF2-40B4-BE49-F238E27FC236}">
                      <a16:creationId xmlns:a16="http://schemas.microsoft.com/office/drawing/2014/main" id="{87E0756A-9C96-C424-C4CB-7E450AB2EAD1}"/>
                    </a:ext>
                  </a:extLst>
                </p:cNvPr>
                <p:cNvPicPr/>
                <p:nvPr/>
              </p:nvPicPr>
              <p:blipFill>
                <a:blip r:embed="rId63"/>
                <a:stretch>
                  <a:fillRect/>
                </a:stretch>
              </p:blipFill>
              <p:spPr>
                <a:xfrm>
                  <a:off x="11396275" y="5892670"/>
                  <a:ext cx="177120" cy="90360"/>
                </a:xfrm>
                <a:prstGeom prst="rect">
                  <a:avLst/>
                </a:prstGeom>
              </p:spPr>
            </p:pic>
          </mc:Fallback>
        </mc:AlternateContent>
      </p:grpSp>
      <p:grpSp>
        <p:nvGrpSpPr>
          <p:cNvPr id="45" name="Group 44">
            <a:extLst>
              <a:ext uri="{FF2B5EF4-FFF2-40B4-BE49-F238E27FC236}">
                <a16:creationId xmlns:a16="http://schemas.microsoft.com/office/drawing/2014/main" id="{0ED6ED70-A902-07AE-5010-E9F353A5AD43}"/>
              </a:ext>
            </a:extLst>
          </p:cNvPr>
          <p:cNvGrpSpPr/>
          <p:nvPr/>
        </p:nvGrpSpPr>
        <p:grpSpPr>
          <a:xfrm>
            <a:off x="8054395" y="4502350"/>
            <a:ext cx="417600" cy="146520"/>
            <a:chOff x="8054395" y="4502350"/>
            <a:chExt cx="417600" cy="146520"/>
          </a:xfrm>
        </p:grpSpPr>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40FF77C6-3B4F-EF7E-A558-E5891121A1C2}"/>
                    </a:ext>
                  </a:extLst>
                </p14:cNvPr>
                <p14:cNvContentPartPr/>
                <p14:nvPr/>
              </p14:nvContentPartPr>
              <p14:xfrm>
                <a:off x="8054395" y="4519990"/>
                <a:ext cx="133560" cy="128880"/>
              </p14:xfrm>
            </p:contentPart>
          </mc:Choice>
          <mc:Fallback xmlns="">
            <p:pic>
              <p:nvPicPr>
                <p:cNvPr id="37" name="Ink 36">
                  <a:extLst>
                    <a:ext uri="{FF2B5EF4-FFF2-40B4-BE49-F238E27FC236}">
                      <a16:creationId xmlns:a16="http://schemas.microsoft.com/office/drawing/2014/main" id="{40FF77C6-3B4F-EF7E-A558-E5891121A1C2}"/>
                    </a:ext>
                  </a:extLst>
                </p:cNvPr>
                <p:cNvPicPr/>
                <p:nvPr/>
              </p:nvPicPr>
              <p:blipFill>
                <a:blip r:embed="rId65"/>
                <a:stretch>
                  <a:fillRect/>
                </a:stretch>
              </p:blipFill>
              <p:spPr>
                <a:xfrm>
                  <a:off x="8048275" y="4513870"/>
                  <a:ext cx="1458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944F63B0-B920-FA6E-7760-D3275D2FCD35}"/>
                    </a:ext>
                  </a:extLst>
                </p14:cNvPr>
                <p14:cNvContentPartPr/>
                <p14:nvPr/>
              </p14:nvContentPartPr>
              <p14:xfrm>
                <a:off x="8267875" y="4553110"/>
                <a:ext cx="32400" cy="8640"/>
              </p14:xfrm>
            </p:contentPart>
          </mc:Choice>
          <mc:Fallback xmlns="">
            <p:pic>
              <p:nvPicPr>
                <p:cNvPr id="38" name="Ink 37">
                  <a:extLst>
                    <a:ext uri="{FF2B5EF4-FFF2-40B4-BE49-F238E27FC236}">
                      <a16:creationId xmlns:a16="http://schemas.microsoft.com/office/drawing/2014/main" id="{944F63B0-B920-FA6E-7760-D3275D2FCD35}"/>
                    </a:ext>
                  </a:extLst>
                </p:cNvPr>
                <p:cNvPicPr/>
                <p:nvPr/>
              </p:nvPicPr>
              <p:blipFill>
                <a:blip r:embed="rId67"/>
                <a:stretch>
                  <a:fillRect/>
                </a:stretch>
              </p:blipFill>
              <p:spPr>
                <a:xfrm>
                  <a:off x="8261755" y="4546990"/>
                  <a:ext cx="446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CFFAC4EF-3412-5EDA-E20E-5483D1D5581E}"/>
                    </a:ext>
                  </a:extLst>
                </p14:cNvPr>
                <p14:cNvContentPartPr/>
                <p14:nvPr/>
              </p14:nvContentPartPr>
              <p14:xfrm>
                <a:off x="8345275" y="4502350"/>
                <a:ext cx="126720" cy="122760"/>
              </p14:xfrm>
            </p:contentPart>
          </mc:Choice>
          <mc:Fallback xmlns="">
            <p:pic>
              <p:nvPicPr>
                <p:cNvPr id="39" name="Ink 38">
                  <a:extLst>
                    <a:ext uri="{FF2B5EF4-FFF2-40B4-BE49-F238E27FC236}">
                      <a16:creationId xmlns:a16="http://schemas.microsoft.com/office/drawing/2014/main" id="{CFFAC4EF-3412-5EDA-E20E-5483D1D5581E}"/>
                    </a:ext>
                  </a:extLst>
                </p:cNvPr>
                <p:cNvPicPr/>
                <p:nvPr/>
              </p:nvPicPr>
              <p:blipFill>
                <a:blip r:embed="rId69"/>
                <a:stretch>
                  <a:fillRect/>
                </a:stretch>
              </p:blipFill>
              <p:spPr>
                <a:xfrm>
                  <a:off x="8339155" y="4496230"/>
                  <a:ext cx="138960" cy="135000"/>
                </a:xfrm>
                <a:prstGeom prst="rect">
                  <a:avLst/>
                </a:prstGeom>
              </p:spPr>
            </p:pic>
          </mc:Fallback>
        </mc:AlternateContent>
      </p:grpSp>
      <p:grpSp>
        <p:nvGrpSpPr>
          <p:cNvPr id="44" name="Group 43">
            <a:extLst>
              <a:ext uri="{FF2B5EF4-FFF2-40B4-BE49-F238E27FC236}">
                <a16:creationId xmlns:a16="http://schemas.microsoft.com/office/drawing/2014/main" id="{88987A2C-D5F7-6C58-9916-D896626737FA}"/>
              </a:ext>
            </a:extLst>
          </p:cNvPr>
          <p:cNvGrpSpPr/>
          <p:nvPr/>
        </p:nvGrpSpPr>
        <p:grpSpPr>
          <a:xfrm>
            <a:off x="9897235" y="4583350"/>
            <a:ext cx="538560" cy="300960"/>
            <a:chOff x="9897235" y="4583350"/>
            <a:chExt cx="538560" cy="300960"/>
          </a:xfrm>
        </p:grpSpPr>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6829AF33-FC95-2A40-9E71-00FB4D672350}"/>
                    </a:ext>
                  </a:extLst>
                </p14:cNvPr>
                <p14:cNvContentPartPr/>
                <p14:nvPr/>
              </p14:nvContentPartPr>
              <p14:xfrm>
                <a:off x="9897235" y="4602070"/>
                <a:ext cx="174600" cy="98280"/>
              </p14:xfrm>
            </p:contentPart>
          </mc:Choice>
          <mc:Fallback xmlns="">
            <p:pic>
              <p:nvPicPr>
                <p:cNvPr id="40" name="Ink 39">
                  <a:extLst>
                    <a:ext uri="{FF2B5EF4-FFF2-40B4-BE49-F238E27FC236}">
                      <a16:creationId xmlns:a16="http://schemas.microsoft.com/office/drawing/2014/main" id="{6829AF33-FC95-2A40-9E71-00FB4D672350}"/>
                    </a:ext>
                  </a:extLst>
                </p:cNvPr>
                <p:cNvPicPr/>
                <p:nvPr/>
              </p:nvPicPr>
              <p:blipFill>
                <a:blip r:embed="rId71"/>
                <a:stretch>
                  <a:fillRect/>
                </a:stretch>
              </p:blipFill>
              <p:spPr>
                <a:xfrm>
                  <a:off x="9891115" y="4595950"/>
                  <a:ext cx="1868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86B29EED-904C-1743-73E8-0D99D3FAC81E}"/>
                    </a:ext>
                  </a:extLst>
                </p14:cNvPr>
                <p14:cNvContentPartPr/>
                <p14:nvPr/>
              </p14:nvContentPartPr>
              <p14:xfrm>
                <a:off x="10113595" y="4644190"/>
                <a:ext cx="10800" cy="18000"/>
              </p14:xfrm>
            </p:contentPart>
          </mc:Choice>
          <mc:Fallback xmlns="">
            <p:pic>
              <p:nvPicPr>
                <p:cNvPr id="41" name="Ink 40">
                  <a:extLst>
                    <a:ext uri="{FF2B5EF4-FFF2-40B4-BE49-F238E27FC236}">
                      <a16:creationId xmlns:a16="http://schemas.microsoft.com/office/drawing/2014/main" id="{86B29EED-904C-1743-73E8-0D99D3FAC81E}"/>
                    </a:ext>
                  </a:extLst>
                </p:cNvPr>
                <p:cNvPicPr/>
                <p:nvPr/>
              </p:nvPicPr>
              <p:blipFill>
                <a:blip r:embed="rId73"/>
                <a:stretch>
                  <a:fillRect/>
                </a:stretch>
              </p:blipFill>
              <p:spPr>
                <a:xfrm>
                  <a:off x="10107475" y="4638070"/>
                  <a:ext cx="230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A4D27714-1461-CFDC-044E-3571D1B60A69}"/>
                    </a:ext>
                  </a:extLst>
                </p14:cNvPr>
                <p14:cNvContentPartPr/>
                <p14:nvPr/>
              </p14:nvContentPartPr>
              <p14:xfrm>
                <a:off x="10250755" y="4583350"/>
                <a:ext cx="185040" cy="122400"/>
              </p14:xfrm>
            </p:contentPart>
          </mc:Choice>
          <mc:Fallback xmlns="">
            <p:pic>
              <p:nvPicPr>
                <p:cNvPr id="42" name="Ink 41">
                  <a:extLst>
                    <a:ext uri="{FF2B5EF4-FFF2-40B4-BE49-F238E27FC236}">
                      <a16:creationId xmlns:a16="http://schemas.microsoft.com/office/drawing/2014/main" id="{A4D27714-1461-CFDC-044E-3571D1B60A69}"/>
                    </a:ext>
                  </a:extLst>
                </p:cNvPr>
                <p:cNvPicPr/>
                <p:nvPr/>
              </p:nvPicPr>
              <p:blipFill>
                <a:blip r:embed="rId75"/>
                <a:stretch>
                  <a:fillRect/>
                </a:stretch>
              </p:blipFill>
              <p:spPr>
                <a:xfrm>
                  <a:off x="10244635" y="4577230"/>
                  <a:ext cx="1972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89027815-E4A3-A311-5C83-1000D2AF9D98}"/>
                    </a:ext>
                  </a:extLst>
                </p14:cNvPr>
                <p14:cNvContentPartPr/>
                <p14:nvPr/>
              </p14:nvContentPartPr>
              <p14:xfrm>
                <a:off x="10285675" y="4597750"/>
                <a:ext cx="47160" cy="286560"/>
              </p14:xfrm>
            </p:contentPart>
          </mc:Choice>
          <mc:Fallback xmlns="">
            <p:pic>
              <p:nvPicPr>
                <p:cNvPr id="43" name="Ink 42">
                  <a:extLst>
                    <a:ext uri="{FF2B5EF4-FFF2-40B4-BE49-F238E27FC236}">
                      <a16:creationId xmlns:a16="http://schemas.microsoft.com/office/drawing/2014/main" id="{89027815-E4A3-A311-5C83-1000D2AF9D98}"/>
                    </a:ext>
                  </a:extLst>
                </p:cNvPr>
                <p:cNvPicPr/>
                <p:nvPr/>
              </p:nvPicPr>
              <p:blipFill>
                <a:blip r:embed="rId77"/>
                <a:stretch>
                  <a:fillRect/>
                </a:stretch>
              </p:blipFill>
              <p:spPr>
                <a:xfrm>
                  <a:off x="10279555" y="4591630"/>
                  <a:ext cx="59400" cy="29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46" name="Ink 45">
                <a:extLst>
                  <a:ext uri="{FF2B5EF4-FFF2-40B4-BE49-F238E27FC236}">
                    <a16:creationId xmlns:a16="http://schemas.microsoft.com/office/drawing/2014/main" id="{9F9E5384-E5DC-0FA5-4AD5-D4A32EC7A742}"/>
                  </a:ext>
                </a:extLst>
              </p14:cNvPr>
              <p14:cNvContentPartPr/>
              <p14:nvPr/>
            </p14:nvContentPartPr>
            <p14:xfrm>
              <a:off x="12912595" y="5419630"/>
              <a:ext cx="27360" cy="26280"/>
            </p14:xfrm>
          </p:contentPart>
        </mc:Choice>
        <mc:Fallback xmlns="">
          <p:pic>
            <p:nvPicPr>
              <p:cNvPr id="46" name="Ink 45">
                <a:extLst>
                  <a:ext uri="{FF2B5EF4-FFF2-40B4-BE49-F238E27FC236}">
                    <a16:creationId xmlns:a16="http://schemas.microsoft.com/office/drawing/2014/main" id="{9F9E5384-E5DC-0FA5-4AD5-D4A32EC7A742}"/>
                  </a:ext>
                </a:extLst>
              </p:cNvPr>
              <p:cNvPicPr/>
              <p:nvPr/>
            </p:nvPicPr>
            <p:blipFill>
              <a:blip r:embed="rId79"/>
              <a:stretch>
                <a:fillRect/>
              </a:stretch>
            </p:blipFill>
            <p:spPr>
              <a:xfrm>
                <a:off x="12906475" y="5413510"/>
                <a:ext cx="39600" cy="38520"/>
              </a:xfrm>
              <a:prstGeom prst="rect">
                <a:avLst/>
              </a:prstGeom>
            </p:spPr>
          </p:pic>
        </mc:Fallback>
      </mc:AlternateContent>
    </p:spTree>
    <p:extLst>
      <p:ext uri="{BB962C8B-B14F-4D97-AF65-F5344CB8AC3E}">
        <p14:creationId xmlns:p14="http://schemas.microsoft.com/office/powerpoint/2010/main" val="19496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endParaRPr lang="en-IN" dirty="0"/>
          </a:p>
        </p:txBody>
      </p:sp>
      <p:sp>
        <p:nvSpPr>
          <p:cNvPr id="4" name="Round Diagonal Corner Rectangle 3"/>
          <p:cNvSpPr/>
          <p:nvPr/>
        </p:nvSpPr>
        <p:spPr>
          <a:xfrm>
            <a:off x="1526293" y="1462704"/>
            <a:ext cx="1512487"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5" name="Group 4"/>
          <p:cNvGrpSpPr/>
          <p:nvPr/>
        </p:nvGrpSpPr>
        <p:grpSpPr>
          <a:xfrm rot="5400000">
            <a:off x="5178670" y="-301870"/>
            <a:ext cx="935327" cy="4739468"/>
            <a:chOff x="365910" y="3029864"/>
            <a:chExt cx="7157032" cy="629858"/>
          </a:xfrm>
          <a:effectLst>
            <a:outerShdw blurRad="101600" sx="102000" sy="102000" algn="ctr" rotWithShape="0">
              <a:prstClr val="black">
                <a:alpha val="26000"/>
              </a:prstClr>
            </a:outerShdw>
          </a:effectLst>
        </p:grpSpPr>
        <p:sp>
          <p:nvSpPr>
            <p:cNvPr id="6" name="Rectangle 5"/>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b="1" dirty="0">
                  <a:solidFill>
                    <a:prstClr val="black"/>
                  </a:solidFill>
                  <a:cs typeface="Arial" charset="0"/>
                </a:rPr>
                <a:t>A random variable ‘X’ is said to have </a:t>
              </a:r>
            </a:p>
            <a:p>
              <a:pPr marL="167036" indent="-167036" algn="just" defTabSz="471271"/>
              <a:r>
                <a:rPr lang="en-US" altLang="en-US" sz="2000" b="1" dirty="0">
                  <a:solidFill>
                    <a:prstClr val="black"/>
                  </a:solidFill>
                  <a:cs typeface="Arial" charset="0"/>
                </a:rPr>
                <a:t>Bernouli distribution if its probability mass </a:t>
              </a:r>
            </a:p>
            <a:p>
              <a:pPr marL="167036" indent="-167036" algn="just" defTabSz="471271"/>
              <a:r>
                <a:rPr lang="en-US" altLang="en-US" sz="2000" b="1" dirty="0">
                  <a:solidFill>
                    <a:prstClr val="black"/>
                  </a:solidFill>
                  <a:cs typeface="Arial" charset="0"/>
                </a:rPr>
                <a:t>function is given by</a:t>
              </a:r>
              <a:endParaRPr lang="en-US" sz="2000" b="1" dirty="0">
                <a:solidFill>
                  <a:prstClr val="black"/>
                </a:solidFill>
              </a:endParaRPr>
            </a:p>
          </p:txBody>
        </p:sp>
        <p:sp>
          <p:nvSpPr>
            <p:cNvPr id="7" name="Rectangle 6"/>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8" name="Rectangle 7"/>
            <p:cNvSpPr/>
            <p:nvPr/>
          </p:nvSpPr>
          <p:spPr>
            <a:xfrm rot="16200000">
              <a:off x="7078014" y="3214788"/>
              <a:ext cx="629851"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9" name="Group 8"/>
          <p:cNvGrpSpPr/>
          <p:nvPr/>
        </p:nvGrpSpPr>
        <p:grpSpPr>
          <a:xfrm>
            <a:off x="1804505" y="1905295"/>
            <a:ext cx="1472094" cy="291734"/>
            <a:chOff x="1965255" y="2633483"/>
            <a:chExt cx="1197863" cy="1179049"/>
          </a:xfrm>
        </p:grpSpPr>
        <p:cxnSp>
          <p:nvCxnSpPr>
            <p:cNvPr id="10" name="Straight Connector 9"/>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5400000">
            <a:off x="4690635" y="2007176"/>
            <a:ext cx="1647963" cy="2936271"/>
            <a:chOff x="365910" y="3029864"/>
            <a:chExt cx="7384181" cy="629856"/>
          </a:xfrm>
          <a:effectLst>
            <a:outerShdw blurRad="101600" sx="102000" sy="102000" algn="ctr" rotWithShape="0">
              <a:prstClr val="black">
                <a:alpha val="26000"/>
              </a:prstClr>
            </a:outerShdw>
          </a:effectLst>
        </p:grpSpPr>
        <p:sp>
          <p:nvSpPr>
            <p:cNvPr id="13" name="Rectangle 12"/>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4" name="Rectangle 13"/>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5" name="Rectangle 14"/>
            <p:cNvSpPr/>
            <p:nvPr/>
          </p:nvSpPr>
          <p:spPr>
            <a:xfrm rot="16200000">
              <a:off x="7078014" y="3214788"/>
              <a:ext cx="629851"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6" name="Group 15"/>
          <p:cNvGrpSpPr/>
          <p:nvPr/>
        </p:nvGrpSpPr>
        <p:grpSpPr>
          <a:xfrm>
            <a:off x="3504430" y="2520784"/>
            <a:ext cx="511147" cy="443681"/>
            <a:chOff x="1965255" y="2633483"/>
            <a:chExt cx="1197863" cy="1179049"/>
          </a:xfrm>
        </p:grpSpPr>
        <p:cxnSp>
          <p:nvCxnSpPr>
            <p:cNvPr id="17" name="Straight Connector 16"/>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9" name="Picture 18"/>
          <p:cNvPicPr>
            <a:picLocks noChangeAspect="1"/>
          </p:cNvPicPr>
          <p:nvPr/>
        </p:nvPicPr>
        <p:blipFill>
          <a:blip r:embed="rId2"/>
          <a:stretch>
            <a:fillRect/>
          </a:stretch>
        </p:blipFill>
        <p:spPr>
          <a:xfrm>
            <a:off x="4157543" y="2835984"/>
            <a:ext cx="2714126" cy="1248034"/>
          </a:xfrm>
          <a:prstGeom prst="rect">
            <a:avLst/>
          </a:prstGeom>
        </p:spPr>
      </p:pic>
      <p:sp>
        <p:nvSpPr>
          <p:cNvPr id="20" name="Rectangle 19"/>
          <p:cNvSpPr/>
          <p:nvPr/>
        </p:nvSpPr>
        <p:spPr>
          <a:xfrm>
            <a:off x="914400" y="4938921"/>
            <a:ext cx="10515600" cy="707886"/>
          </a:xfrm>
          <a:prstGeom prst="rect">
            <a:avLst/>
          </a:prstGeom>
        </p:spPr>
        <p:txBody>
          <a:bodyPr wrap="square">
            <a:spAutoFit/>
          </a:bodyPr>
          <a:lstStyle/>
          <a:p>
            <a:pPr algn="just"/>
            <a:r>
              <a:rPr lang="en-US" sz="2000" dirty="0"/>
              <a:t>This represents a single trial with two possible outcomes (usually labeled as success/failure or 1/0) where success has a probability p and failure has a probability q = 1 - p.</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A656C93-D514-AB47-3642-E7510FF904B4}"/>
                  </a:ext>
                </a:extLst>
              </p14:cNvPr>
              <p14:cNvContentPartPr/>
              <p14:nvPr/>
            </p14:nvContentPartPr>
            <p14:xfrm>
              <a:off x="5610355" y="2171350"/>
              <a:ext cx="2319480" cy="115920"/>
            </p14:xfrm>
          </p:contentPart>
        </mc:Choice>
        <mc:Fallback xmlns="">
          <p:pic>
            <p:nvPicPr>
              <p:cNvPr id="3" name="Ink 2">
                <a:extLst>
                  <a:ext uri="{FF2B5EF4-FFF2-40B4-BE49-F238E27FC236}">
                    <a16:creationId xmlns:a16="http://schemas.microsoft.com/office/drawing/2014/main" id="{7A656C93-D514-AB47-3642-E7510FF904B4}"/>
                  </a:ext>
                </a:extLst>
              </p:cNvPr>
              <p:cNvPicPr/>
              <p:nvPr/>
            </p:nvPicPr>
            <p:blipFill>
              <a:blip r:embed="rId4"/>
              <a:stretch>
                <a:fillRect/>
              </a:stretch>
            </p:blipFill>
            <p:spPr>
              <a:xfrm>
                <a:off x="5604235" y="2165230"/>
                <a:ext cx="23317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D283FE4C-136B-97BB-1E20-E3D2B4A14872}"/>
                  </a:ext>
                </a:extLst>
              </p14:cNvPr>
              <p14:cNvContentPartPr/>
              <p14:nvPr/>
            </p14:nvContentPartPr>
            <p14:xfrm>
              <a:off x="4134355" y="3663910"/>
              <a:ext cx="620640" cy="42480"/>
            </p14:xfrm>
          </p:contentPart>
        </mc:Choice>
        <mc:Fallback xmlns="">
          <p:pic>
            <p:nvPicPr>
              <p:cNvPr id="21" name="Ink 20">
                <a:extLst>
                  <a:ext uri="{FF2B5EF4-FFF2-40B4-BE49-F238E27FC236}">
                    <a16:creationId xmlns:a16="http://schemas.microsoft.com/office/drawing/2014/main" id="{D283FE4C-136B-97BB-1E20-E3D2B4A14872}"/>
                  </a:ext>
                </a:extLst>
              </p:cNvPr>
              <p:cNvPicPr/>
              <p:nvPr/>
            </p:nvPicPr>
            <p:blipFill>
              <a:blip r:embed="rId6"/>
              <a:stretch>
                <a:fillRect/>
              </a:stretch>
            </p:blipFill>
            <p:spPr>
              <a:xfrm>
                <a:off x="4128235" y="3657790"/>
                <a:ext cx="6328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D57FECB3-1CD1-E755-F3EC-980743FE7FB0}"/>
                  </a:ext>
                </a:extLst>
              </p14:cNvPr>
              <p14:cNvContentPartPr/>
              <p14:nvPr/>
            </p14:nvContentPartPr>
            <p14:xfrm>
              <a:off x="6015355" y="3293470"/>
              <a:ext cx="852480" cy="720"/>
            </p14:xfrm>
          </p:contentPart>
        </mc:Choice>
        <mc:Fallback xmlns="">
          <p:pic>
            <p:nvPicPr>
              <p:cNvPr id="23" name="Ink 22">
                <a:extLst>
                  <a:ext uri="{FF2B5EF4-FFF2-40B4-BE49-F238E27FC236}">
                    <a16:creationId xmlns:a16="http://schemas.microsoft.com/office/drawing/2014/main" id="{D57FECB3-1CD1-E755-F3EC-980743FE7FB0}"/>
                  </a:ext>
                </a:extLst>
              </p:cNvPr>
              <p:cNvPicPr/>
              <p:nvPr/>
            </p:nvPicPr>
            <p:blipFill>
              <a:blip r:embed="rId8"/>
              <a:stretch>
                <a:fillRect/>
              </a:stretch>
            </p:blipFill>
            <p:spPr>
              <a:xfrm>
                <a:off x="6009235" y="3281230"/>
                <a:ext cx="864720" cy="25200"/>
              </a:xfrm>
              <a:prstGeom prst="rect">
                <a:avLst/>
              </a:prstGeom>
            </p:spPr>
          </p:pic>
        </mc:Fallback>
      </mc:AlternateContent>
      <p:grpSp>
        <p:nvGrpSpPr>
          <p:cNvPr id="36" name="Group 35">
            <a:extLst>
              <a:ext uri="{FF2B5EF4-FFF2-40B4-BE49-F238E27FC236}">
                <a16:creationId xmlns:a16="http://schemas.microsoft.com/office/drawing/2014/main" id="{9C076A97-C1E3-D060-E7B5-A57969856965}"/>
              </a:ext>
            </a:extLst>
          </p:cNvPr>
          <p:cNvGrpSpPr/>
          <p:nvPr/>
        </p:nvGrpSpPr>
        <p:grpSpPr>
          <a:xfrm>
            <a:off x="8033875" y="2538910"/>
            <a:ext cx="1254600" cy="993960"/>
            <a:chOff x="8033875" y="2538910"/>
            <a:chExt cx="1254600" cy="993960"/>
          </a:xfrm>
        </p:grpSpPr>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A33C4ADB-240D-B4A6-5F47-03B5F6D6E131}"/>
                    </a:ext>
                  </a:extLst>
                </p14:cNvPr>
                <p14:cNvContentPartPr/>
                <p14:nvPr/>
              </p14:nvContentPartPr>
              <p14:xfrm>
                <a:off x="8063755" y="2920870"/>
                <a:ext cx="97560" cy="411480"/>
              </p14:xfrm>
            </p:contentPart>
          </mc:Choice>
          <mc:Fallback xmlns="">
            <p:pic>
              <p:nvPicPr>
                <p:cNvPr id="24" name="Ink 23">
                  <a:extLst>
                    <a:ext uri="{FF2B5EF4-FFF2-40B4-BE49-F238E27FC236}">
                      <a16:creationId xmlns:a16="http://schemas.microsoft.com/office/drawing/2014/main" id="{A33C4ADB-240D-B4A6-5F47-03B5F6D6E131}"/>
                    </a:ext>
                  </a:extLst>
                </p:cNvPr>
                <p:cNvPicPr/>
                <p:nvPr/>
              </p:nvPicPr>
              <p:blipFill>
                <a:blip r:embed="rId10"/>
                <a:stretch>
                  <a:fillRect/>
                </a:stretch>
              </p:blipFill>
              <p:spPr>
                <a:xfrm>
                  <a:off x="8057635" y="2914750"/>
                  <a:ext cx="10980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EABEE83A-6026-57FC-C78D-96D0FD3A5D2B}"/>
                    </a:ext>
                  </a:extLst>
                </p14:cNvPr>
                <p14:cNvContentPartPr/>
                <p14:nvPr/>
              </p14:nvContentPartPr>
              <p14:xfrm>
                <a:off x="8033875" y="2858230"/>
                <a:ext cx="169200" cy="167040"/>
              </p14:xfrm>
            </p:contentPart>
          </mc:Choice>
          <mc:Fallback xmlns="">
            <p:pic>
              <p:nvPicPr>
                <p:cNvPr id="25" name="Ink 24">
                  <a:extLst>
                    <a:ext uri="{FF2B5EF4-FFF2-40B4-BE49-F238E27FC236}">
                      <a16:creationId xmlns:a16="http://schemas.microsoft.com/office/drawing/2014/main" id="{EABEE83A-6026-57FC-C78D-96D0FD3A5D2B}"/>
                    </a:ext>
                  </a:extLst>
                </p:cNvPr>
                <p:cNvPicPr/>
                <p:nvPr/>
              </p:nvPicPr>
              <p:blipFill>
                <a:blip r:embed="rId12"/>
                <a:stretch>
                  <a:fillRect/>
                </a:stretch>
              </p:blipFill>
              <p:spPr>
                <a:xfrm>
                  <a:off x="8027755" y="2852110"/>
                  <a:ext cx="1814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6" name="Ink 25">
                  <a:extLst>
                    <a:ext uri="{FF2B5EF4-FFF2-40B4-BE49-F238E27FC236}">
                      <a16:creationId xmlns:a16="http://schemas.microsoft.com/office/drawing/2014/main" id="{09A310E5-29A8-331B-62F4-BCA01167CEC3}"/>
                    </a:ext>
                  </a:extLst>
                </p14:cNvPr>
                <p14:cNvContentPartPr/>
                <p14:nvPr/>
              </p14:nvContentPartPr>
              <p14:xfrm>
                <a:off x="8354275" y="2645470"/>
                <a:ext cx="233640" cy="584280"/>
              </p14:xfrm>
            </p:contentPart>
          </mc:Choice>
          <mc:Fallback xmlns="">
            <p:pic>
              <p:nvPicPr>
                <p:cNvPr id="26" name="Ink 25">
                  <a:extLst>
                    <a:ext uri="{FF2B5EF4-FFF2-40B4-BE49-F238E27FC236}">
                      <a16:creationId xmlns:a16="http://schemas.microsoft.com/office/drawing/2014/main" id="{09A310E5-29A8-331B-62F4-BCA01167CEC3}"/>
                    </a:ext>
                  </a:extLst>
                </p:cNvPr>
                <p:cNvPicPr/>
                <p:nvPr/>
              </p:nvPicPr>
              <p:blipFill>
                <a:blip r:embed="rId14"/>
                <a:stretch>
                  <a:fillRect/>
                </a:stretch>
              </p:blipFill>
              <p:spPr>
                <a:xfrm>
                  <a:off x="8348155" y="2639350"/>
                  <a:ext cx="245880" cy="596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Ink 26">
                  <a:extLst>
                    <a:ext uri="{FF2B5EF4-FFF2-40B4-BE49-F238E27FC236}">
                      <a16:creationId xmlns:a16="http://schemas.microsoft.com/office/drawing/2014/main" id="{A31CFE52-97BD-DE5C-6EB2-AE5C6A047382}"/>
                    </a:ext>
                  </a:extLst>
                </p14:cNvPr>
                <p14:cNvContentPartPr/>
                <p14:nvPr/>
              </p14:nvContentPartPr>
              <p14:xfrm>
                <a:off x="8594035" y="2855350"/>
                <a:ext cx="181080" cy="115560"/>
              </p14:xfrm>
            </p:contentPart>
          </mc:Choice>
          <mc:Fallback xmlns="">
            <p:pic>
              <p:nvPicPr>
                <p:cNvPr id="27" name="Ink 26">
                  <a:extLst>
                    <a:ext uri="{FF2B5EF4-FFF2-40B4-BE49-F238E27FC236}">
                      <a16:creationId xmlns:a16="http://schemas.microsoft.com/office/drawing/2014/main" id="{A31CFE52-97BD-DE5C-6EB2-AE5C6A047382}"/>
                    </a:ext>
                  </a:extLst>
                </p:cNvPr>
                <p:cNvPicPr/>
                <p:nvPr/>
              </p:nvPicPr>
              <p:blipFill>
                <a:blip r:embed="rId16"/>
                <a:stretch>
                  <a:fillRect/>
                </a:stretch>
              </p:blipFill>
              <p:spPr>
                <a:xfrm>
                  <a:off x="8587915" y="2849230"/>
                  <a:ext cx="193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Ink 27">
                  <a:extLst>
                    <a:ext uri="{FF2B5EF4-FFF2-40B4-BE49-F238E27FC236}">
                      <a16:creationId xmlns:a16="http://schemas.microsoft.com/office/drawing/2014/main" id="{8B4E7229-F100-CD3F-0D66-A46D316E2488}"/>
                    </a:ext>
                  </a:extLst>
                </p14:cNvPr>
                <p14:cNvContentPartPr/>
                <p14:nvPr/>
              </p14:nvContentPartPr>
              <p14:xfrm>
                <a:off x="8731555" y="2538910"/>
                <a:ext cx="151560" cy="993960"/>
              </p14:xfrm>
            </p:contentPart>
          </mc:Choice>
          <mc:Fallback xmlns="">
            <p:pic>
              <p:nvPicPr>
                <p:cNvPr id="28" name="Ink 27">
                  <a:extLst>
                    <a:ext uri="{FF2B5EF4-FFF2-40B4-BE49-F238E27FC236}">
                      <a16:creationId xmlns:a16="http://schemas.microsoft.com/office/drawing/2014/main" id="{8B4E7229-F100-CD3F-0D66-A46D316E2488}"/>
                    </a:ext>
                  </a:extLst>
                </p:cNvPr>
                <p:cNvPicPr/>
                <p:nvPr/>
              </p:nvPicPr>
              <p:blipFill>
                <a:blip r:embed="rId18"/>
                <a:stretch>
                  <a:fillRect/>
                </a:stretch>
              </p:blipFill>
              <p:spPr>
                <a:xfrm>
                  <a:off x="8725435" y="2532790"/>
                  <a:ext cx="163800" cy="1006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78EB81BE-89A5-52E7-C207-E2DC5FD3809B}"/>
                    </a:ext>
                  </a:extLst>
                </p14:cNvPr>
                <p14:cNvContentPartPr/>
                <p14:nvPr/>
              </p14:nvContentPartPr>
              <p14:xfrm>
                <a:off x="9148795" y="2899990"/>
                <a:ext cx="129600" cy="35640"/>
              </p14:xfrm>
            </p:contentPart>
          </mc:Choice>
          <mc:Fallback xmlns="">
            <p:pic>
              <p:nvPicPr>
                <p:cNvPr id="29" name="Ink 28">
                  <a:extLst>
                    <a:ext uri="{FF2B5EF4-FFF2-40B4-BE49-F238E27FC236}">
                      <a16:creationId xmlns:a16="http://schemas.microsoft.com/office/drawing/2014/main" id="{78EB81BE-89A5-52E7-C207-E2DC5FD3809B}"/>
                    </a:ext>
                  </a:extLst>
                </p:cNvPr>
                <p:cNvPicPr/>
                <p:nvPr/>
              </p:nvPicPr>
              <p:blipFill>
                <a:blip r:embed="rId20"/>
                <a:stretch>
                  <a:fillRect/>
                </a:stretch>
              </p:blipFill>
              <p:spPr>
                <a:xfrm>
                  <a:off x="9142675" y="2893870"/>
                  <a:ext cx="1418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A1A2B58D-BF28-D729-A52D-71E639BADD27}"/>
                    </a:ext>
                  </a:extLst>
                </p14:cNvPr>
                <p14:cNvContentPartPr/>
                <p14:nvPr/>
              </p14:nvContentPartPr>
              <p14:xfrm>
                <a:off x="9141235" y="2962270"/>
                <a:ext cx="147240" cy="30240"/>
              </p14:xfrm>
            </p:contentPart>
          </mc:Choice>
          <mc:Fallback xmlns="">
            <p:pic>
              <p:nvPicPr>
                <p:cNvPr id="30" name="Ink 29">
                  <a:extLst>
                    <a:ext uri="{FF2B5EF4-FFF2-40B4-BE49-F238E27FC236}">
                      <a16:creationId xmlns:a16="http://schemas.microsoft.com/office/drawing/2014/main" id="{A1A2B58D-BF28-D729-A52D-71E639BADD27}"/>
                    </a:ext>
                  </a:extLst>
                </p:cNvPr>
                <p:cNvPicPr/>
                <p:nvPr/>
              </p:nvPicPr>
              <p:blipFill>
                <a:blip r:embed="rId22"/>
                <a:stretch>
                  <a:fillRect/>
                </a:stretch>
              </p:blipFill>
              <p:spPr>
                <a:xfrm>
                  <a:off x="9135115" y="2956150"/>
                  <a:ext cx="159480" cy="42480"/>
                </a:xfrm>
                <a:prstGeom prst="rect">
                  <a:avLst/>
                </a:prstGeom>
              </p:spPr>
            </p:pic>
          </mc:Fallback>
        </mc:AlternateContent>
      </p:grpSp>
      <p:grpSp>
        <p:nvGrpSpPr>
          <p:cNvPr id="35" name="Group 34">
            <a:extLst>
              <a:ext uri="{FF2B5EF4-FFF2-40B4-BE49-F238E27FC236}">
                <a16:creationId xmlns:a16="http://schemas.microsoft.com/office/drawing/2014/main" id="{6FDE3236-476E-BC3D-A5BD-2309A1941344}"/>
              </a:ext>
            </a:extLst>
          </p:cNvPr>
          <p:cNvGrpSpPr/>
          <p:nvPr/>
        </p:nvGrpSpPr>
        <p:grpSpPr>
          <a:xfrm>
            <a:off x="9659995" y="2455030"/>
            <a:ext cx="316800" cy="771480"/>
            <a:chOff x="9659995" y="2455030"/>
            <a:chExt cx="316800" cy="771480"/>
          </a:xfrm>
        </p:grpSpPr>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22AC09F3-F62E-65D1-086A-88A20E23E791}"/>
                    </a:ext>
                  </a:extLst>
                </p14:cNvPr>
                <p14:cNvContentPartPr/>
                <p14:nvPr/>
              </p14:nvContentPartPr>
              <p14:xfrm>
                <a:off x="9672235" y="2760310"/>
                <a:ext cx="47520" cy="466200"/>
              </p14:xfrm>
            </p:contentPart>
          </mc:Choice>
          <mc:Fallback xmlns="">
            <p:pic>
              <p:nvPicPr>
                <p:cNvPr id="31" name="Ink 30">
                  <a:extLst>
                    <a:ext uri="{FF2B5EF4-FFF2-40B4-BE49-F238E27FC236}">
                      <a16:creationId xmlns:a16="http://schemas.microsoft.com/office/drawing/2014/main" id="{22AC09F3-F62E-65D1-086A-88A20E23E791}"/>
                    </a:ext>
                  </a:extLst>
                </p:cNvPr>
                <p:cNvPicPr/>
                <p:nvPr/>
              </p:nvPicPr>
              <p:blipFill>
                <a:blip r:embed="rId24"/>
                <a:stretch>
                  <a:fillRect/>
                </a:stretch>
              </p:blipFill>
              <p:spPr>
                <a:xfrm>
                  <a:off x="9666115" y="2754190"/>
                  <a:ext cx="5976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2" name="Ink 31">
                  <a:extLst>
                    <a:ext uri="{FF2B5EF4-FFF2-40B4-BE49-F238E27FC236}">
                      <a16:creationId xmlns:a16="http://schemas.microsoft.com/office/drawing/2014/main" id="{6524932F-55A9-3442-57D6-B91F1640AD24}"/>
                    </a:ext>
                  </a:extLst>
                </p14:cNvPr>
                <p14:cNvContentPartPr/>
                <p14:nvPr/>
              </p14:nvContentPartPr>
              <p14:xfrm>
                <a:off x="9659995" y="2659870"/>
                <a:ext cx="82800" cy="192960"/>
              </p14:xfrm>
            </p:contentPart>
          </mc:Choice>
          <mc:Fallback xmlns="">
            <p:pic>
              <p:nvPicPr>
                <p:cNvPr id="32" name="Ink 31">
                  <a:extLst>
                    <a:ext uri="{FF2B5EF4-FFF2-40B4-BE49-F238E27FC236}">
                      <a16:creationId xmlns:a16="http://schemas.microsoft.com/office/drawing/2014/main" id="{6524932F-55A9-3442-57D6-B91F1640AD24}"/>
                    </a:ext>
                  </a:extLst>
                </p:cNvPr>
                <p:cNvPicPr/>
                <p:nvPr/>
              </p:nvPicPr>
              <p:blipFill>
                <a:blip r:embed="rId26"/>
                <a:stretch>
                  <a:fillRect/>
                </a:stretch>
              </p:blipFill>
              <p:spPr>
                <a:xfrm>
                  <a:off x="9653875" y="2653750"/>
                  <a:ext cx="950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3" name="Ink 32">
                  <a:extLst>
                    <a:ext uri="{FF2B5EF4-FFF2-40B4-BE49-F238E27FC236}">
                      <a16:creationId xmlns:a16="http://schemas.microsoft.com/office/drawing/2014/main" id="{EAA214C1-2ECA-3C63-49F2-1419C5D9CFFB}"/>
                    </a:ext>
                  </a:extLst>
                </p14:cNvPr>
                <p14:cNvContentPartPr/>
                <p14:nvPr/>
              </p14:nvContentPartPr>
              <p14:xfrm>
                <a:off x="9786715" y="2455030"/>
                <a:ext cx="190080" cy="130320"/>
              </p14:xfrm>
            </p:contentPart>
          </mc:Choice>
          <mc:Fallback xmlns="">
            <p:pic>
              <p:nvPicPr>
                <p:cNvPr id="33" name="Ink 32">
                  <a:extLst>
                    <a:ext uri="{FF2B5EF4-FFF2-40B4-BE49-F238E27FC236}">
                      <a16:creationId xmlns:a16="http://schemas.microsoft.com/office/drawing/2014/main" id="{EAA214C1-2ECA-3C63-49F2-1419C5D9CFFB}"/>
                    </a:ext>
                  </a:extLst>
                </p:cNvPr>
                <p:cNvPicPr/>
                <p:nvPr/>
              </p:nvPicPr>
              <p:blipFill>
                <a:blip r:embed="rId28"/>
                <a:stretch>
                  <a:fillRect/>
                </a:stretch>
              </p:blipFill>
              <p:spPr>
                <a:xfrm>
                  <a:off x="9780595" y="2448910"/>
                  <a:ext cx="202320" cy="14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34" name="Ink 33">
                <a:extLst>
                  <a:ext uri="{FF2B5EF4-FFF2-40B4-BE49-F238E27FC236}">
                    <a16:creationId xmlns:a16="http://schemas.microsoft.com/office/drawing/2014/main" id="{CD64CD49-00A6-A46B-7CCB-F8501E4A24A9}"/>
                  </a:ext>
                </a:extLst>
              </p14:cNvPr>
              <p14:cNvContentPartPr/>
              <p14:nvPr/>
            </p14:nvContentPartPr>
            <p14:xfrm>
              <a:off x="10193155" y="2710630"/>
              <a:ext cx="205560" cy="469800"/>
            </p14:xfrm>
          </p:contentPart>
        </mc:Choice>
        <mc:Fallback xmlns="">
          <p:pic>
            <p:nvPicPr>
              <p:cNvPr id="34" name="Ink 33">
                <a:extLst>
                  <a:ext uri="{FF2B5EF4-FFF2-40B4-BE49-F238E27FC236}">
                    <a16:creationId xmlns:a16="http://schemas.microsoft.com/office/drawing/2014/main" id="{CD64CD49-00A6-A46B-7CCB-F8501E4A24A9}"/>
                  </a:ext>
                </a:extLst>
              </p:cNvPr>
              <p:cNvPicPr/>
              <p:nvPr/>
            </p:nvPicPr>
            <p:blipFill>
              <a:blip r:embed="rId30"/>
              <a:stretch>
                <a:fillRect/>
              </a:stretch>
            </p:blipFill>
            <p:spPr>
              <a:xfrm>
                <a:off x="10187035" y="2704510"/>
                <a:ext cx="217800" cy="482040"/>
              </a:xfrm>
              <a:prstGeom prst="rect">
                <a:avLst/>
              </a:prstGeom>
            </p:spPr>
          </p:pic>
        </mc:Fallback>
      </mc:AlternateContent>
      <p:grpSp>
        <p:nvGrpSpPr>
          <p:cNvPr id="44" name="Group 43">
            <a:extLst>
              <a:ext uri="{FF2B5EF4-FFF2-40B4-BE49-F238E27FC236}">
                <a16:creationId xmlns:a16="http://schemas.microsoft.com/office/drawing/2014/main" id="{4A0FC838-DFB1-D604-9081-4E8AAEBC45AE}"/>
              </a:ext>
            </a:extLst>
          </p:cNvPr>
          <p:cNvGrpSpPr/>
          <p:nvPr/>
        </p:nvGrpSpPr>
        <p:grpSpPr>
          <a:xfrm>
            <a:off x="10379275" y="2166310"/>
            <a:ext cx="567360" cy="341640"/>
            <a:chOff x="10379275" y="2166310"/>
            <a:chExt cx="567360" cy="341640"/>
          </a:xfrm>
        </p:grpSpPr>
        <mc:AlternateContent xmlns:mc="http://schemas.openxmlformats.org/markup-compatibility/2006" xmlns:p14="http://schemas.microsoft.com/office/powerpoint/2010/main">
          <mc:Choice Requires="p14">
            <p:contentPart p14:bwMode="auto" r:id="rId31">
              <p14:nvContentPartPr>
                <p14:cNvPr id="37" name="Ink 36">
                  <a:extLst>
                    <a:ext uri="{FF2B5EF4-FFF2-40B4-BE49-F238E27FC236}">
                      <a16:creationId xmlns:a16="http://schemas.microsoft.com/office/drawing/2014/main" id="{4C89BA53-7422-B07C-61B9-8AC8BD69D6B0}"/>
                    </a:ext>
                  </a:extLst>
                </p14:cNvPr>
                <p14:cNvContentPartPr/>
                <p14:nvPr/>
              </p14:nvContentPartPr>
              <p14:xfrm>
                <a:off x="10379275" y="2166310"/>
                <a:ext cx="36000" cy="306720"/>
              </p14:xfrm>
            </p:contentPart>
          </mc:Choice>
          <mc:Fallback xmlns="">
            <p:pic>
              <p:nvPicPr>
                <p:cNvPr id="37" name="Ink 36">
                  <a:extLst>
                    <a:ext uri="{FF2B5EF4-FFF2-40B4-BE49-F238E27FC236}">
                      <a16:creationId xmlns:a16="http://schemas.microsoft.com/office/drawing/2014/main" id="{4C89BA53-7422-B07C-61B9-8AC8BD69D6B0}"/>
                    </a:ext>
                  </a:extLst>
                </p:cNvPr>
                <p:cNvPicPr/>
                <p:nvPr/>
              </p:nvPicPr>
              <p:blipFill>
                <a:blip r:embed="rId32"/>
                <a:stretch>
                  <a:fillRect/>
                </a:stretch>
              </p:blipFill>
              <p:spPr>
                <a:xfrm>
                  <a:off x="10373155" y="2160190"/>
                  <a:ext cx="4824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8" name="Ink 37">
                  <a:extLst>
                    <a:ext uri="{FF2B5EF4-FFF2-40B4-BE49-F238E27FC236}">
                      <a16:creationId xmlns:a16="http://schemas.microsoft.com/office/drawing/2014/main" id="{82E44807-C39D-7811-C3ED-80B9E0CD394B}"/>
                    </a:ext>
                  </a:extLst>
                </p14:cNvPr>
                <p14:cNvContentPartPr/>
                <p14:nvPr/>
              </p14:nvContentPartPr>
              <p14:xfrm>
                <a:off x="10484035" y="2374030"/>
                <a:ext cx="140040" cy="30240"/>
              </p14:xfrm>
            </p:contentPart>
          </mc:Choice>
          <mc:Fallback xmlns="">
            <p:pic>
              <p:nvPicPr>
                <p:cNvPr id="38" name="Ink 37">
                  <a:extLst>
                    <a:ext uri="{FF2B5EF4-FFF2-40B4-BE49-F238E27FC236}">
                      <a16:creationId xmlns:a16="http://schemas.microsoft.com/office/drawing/2014/main" id="{82E44807-C39D-7811-C3ED-80B9E0CD394B}"/>
                    </a:ext>
                  </a:extLst>
                </p:cNvPr>
                <p:cNvPicPr/>
                <p:nvPr/>
              </p:nvPicPr>
              <p:blipFill>
                <a:blip r:embed="rId34"/>
                <a:stretch>
                  <a:fillRect/>
                </a:stretch>
              </p:blipFill>
              <p:spPr>
                <a:xfrm>
                  <a:off x="10477915" y="2367910"/>
                  <a:ext cx="1522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9" name="Ink 38">
                  <a:extLst>
                    <a:ext uri="{FF2B5EF4-FFF2-40B4-BE49-F238E27FC236}">
                      <a16:creationId xmlns:a16="http://schemas.microsoft.com/office/drawing/2014/main" id="{2C51FF19-F8F6-4838-4C1A-965EDBD7B017}"/>
                    </a:ext>
                  </a:extLst>
                </p14:cNvPr>
                <p14:cNvContentPartPr/>
                <p14:nvPr/>
              </p14:nvContentPartPr>
              <p14:xfrm>
                <a:off x="10706875" y="2398870"/>
                <a:ext cx="239760" cy="109080"/>
              </p14:xfrm>
            </p:contentPart>
          </mc:Choice>
          <mc:Fallback xmlns="">
            <p:pic>
              <p:nvPicPr>
                <p:cNvPr id="39" name="Ink 38">
                  <a:extLst>
                    <a:ext uri="{FF2B5EF4-FFF2-40B4-BE49-F238E27FC236}">
                      <a16:creationId xmlns:a16="http://schemas.microsoft.com/office/drawing/2014/main" id="{2C51FF19-F8F6-4838-4C1A-965EDBD7B017}"/>
                    </a:ext>
                  </a:extLst>
                </p:cNvPr>
                <p:cNvPicPr/>
                <p:nvPr/>
              </p:nvPicPr>
              <p:blipFill>
                <a:blip r:embed="rId36"/>
                <a:stretch>
                  <a:fillRect/>
                </a:stretch>
              </p:blipFill>
              <p:spPr>
                <a:xfrm>
                  <a:off x="10700755" y="2392750"/>
                  <a:ext cx="252000" cy="121320"/>
                </a:xfrm>
                <a:prstGeom prst="rect">
                  <a:avLst/>
                </a:prstGeom>
              </p:spPr>
            </p:pic>
          </mc:Fallback>
        </mc:AlternateContent>
      </p:grpSp>
      <p:grpSp>
        <p:nvGrpSpPr>
          <p:cNvPr id="43" name="Group 42">
            <a:extLst>
              <a:ext uri="{FF2B5EF4-FFF2-40B4-BE49-F238E27FC236}">
                <a16:creationId xmlns:a16="http://schemas.microsoft.com/office/drawing/2014/main" id="{D646BECC-22DB-6BB3-5C8E-2DB27E7EC436}"/>
              </a:ext>
            </a:extLst>
          </p:cNvPr>
          <p:cNvGrpSpPr/>
          <p:nvPr/>
        </p:nvGrpSpPr>
        <p:grpSpPr>
          <a:xfrm>
            <a:off x="10697155" y="3346030"/>
            <a:ext cx="153720" cy="131760"/>
            <a:chOff x="10697155" y="3346030"/>
            <a:chExt cx="153720" cy="131760"/>
          </a:xfrm>
        </p:grpSpPr>
        <mc:AlternateContent xmlns:mc="http://schemas.openxmlformats.org/markup-compatibility/2006" xmlns:p14="http://schemas.microsoft.com/office/powerpoint/2010/main">
          <mc:Choice Requires="p14">
            <p:contentPart p14:bwMode="auto" r:id="rId37">
              <p14:nvContentPartPr>
                <p14:cNvPr id="40" name="Ink 39">
                  <a:extLst>
                    <a:ext uri="{FF2B5EF4-FFF2-40B4-BE49-F238E27FC236}">
                      <a16:creationId xmlns:a16="http://schemas.microsoft.com/office/drawing/2014/main" id="{309D9851-2781-B938-E620-8002B6D9C0E7}"/>
                    </a:ext>
                  </a:extLst>
                </p14:cNvPr>
                <p14:cNvContentPartPr/>
                <p14:nvPr/>
              </p14:nvContentPartPr>
              <p14:xfrm>
                <a:off x="10736755" y="3346030"/>
                <a:ext cx="93600" cy="29520"/>
              </p14:xfrm>
            </p:contentPart>
          </mc:Choice>
          <mc:Fallback xmlns="">
            <p:pic>
              <p:nvPicPr>
                <p:cNvPr id="40" name="Ink 39">
                  <a:extLst>
                    <a:ext uri="{FF2B5EF4-FFF2-40B4-BE49-F238E27FC236}">
                      <a16:creationId xmlns:a16="http://schemas.microsoft.com/office/drawing/2014/main" id="{309D9851-2781-B938-E620-8002B6D9C0E7}"/>
                    </a:ext>
                  </a:extLst>
                </p:cNvPr>
                <p:cNvPicPr/>
                <p:nvPr/>
              </p:nvPicPr>
              <p:blipFill>
                <a:blip r:embed="rId38"/>
                <a:stretch>
                  <a:fillRect/>
                </a:stretch>
              </p:blipFill>
              <p:spPr>
                <a:xfrm>
                  <a:off x="10730635" y="3339910"/>
                  <a:ext cx="1058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1" name="Ink 40">
                  <a:extLst>
                    <a:ext uri="{FF2B5EF4-FFF2-40B4-BE49-F238E27FC236}">
                      <a16:creationId xmlns:a16="http://schemas.microsoft.com/office/drawing/2014/main" id="{766EB98F-06D4-C2A2-B6C8-0D23D20B1E9E}"/>
                    </a:ext>
                  </a:extLst>
                </p14:cNvPr>
                <p14:cNvContentPartPr/>
                <p14:nvPr/>
              </p14:nvContentPartPr>
              <p14:xfrm>
                <a:off x="10697155" y="3420550"/>
                <a:ext cx="153720" cy="57240"/>
              </p14:xfrm>
            </p:contentPart>
          </mc:Choice>
          <mc:Fallback xmlns="">
            <p:pic>
              <p:nvPicPr>
                <p:cNvPr id="41" name="Ink 40">
                  <a:extLst>
                    <a:ext uri="{FF2B5EF4-FFF2-40B4-BE49-F238E27FC236}">
                      <a16:creationId xmlns:a16="http://schemas.microsoft.com/office/drawing/2014/main" id="{766EB98F-06D4-C2A2-B6C8-0D23D20B1E9E}"/>
                    </a:ext>
                  </a:extLst>
                </p:cNvPr>
                <p:cNvPicPr/>
                <p:nvPr/>
              </p:nvPicPr>
              <p:blipFill>
                <a:blip r:embed="rId40"/>
                <a:stretch>
                  <a:fillRect/>
                </a:stretch>
              </p:blipFill>
              <p:spPr>
                <a:xfrm>
                  <a:off x="10691035" y="3414430"/>
                  <a:ext cx="16596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42" name="Ink 41">
                <a:extLst>
                  <a:ext uri="{FF2B5EF4-FFF2-40B4-BE49-F238E27FC236}">
                    <a16:creationId xmlns:a16="http://schemas.microsoft.com/office/drawing/2014/main" id="{745201C7-DC43-C79B-BD6F-E129625D43C6}"/>
                  </a:ext>
                </a:extLst>
              </p14:cNvPr>
              <p14:cNvContentPartPr/>
              <p14:nvPr/>
            </p14:nvContentPartPr>
            <p14:xfrm>
              <a:off x="11111875" y="3231190"/>
              <a:ext cx="258120" cy="443880"/>
            </p14:xfrm>
          </p:contentPart>
        </mc:Choice>
        <mc:Fallback xmlns="">
          <p:pic>
            <p:nvPicPr>
              <p:cNvPr id="42" name="Ink 41">
                <a:extLst>
                  <a:ext uri="{FF2B5EF4-FFF2-40B4-BE49-F238E27FC236}">
                    <a16:creationId xmlns:a16="http://schemas.microsoft.com/office/drawing/2014/main" id="{745201C7-DC43-C79B-BD6F-E129625D43C6}"/>
                  </a:ext>
                </a:extLst>
              </p:cNvPr>
              <p:cNvPicPr/>
              <p:nvPr/>
            </p:nvPicPr>
            <p:blipFill>
              <a:blip r:embed="rId42"/>
              <a:stretch>
                <a:fillRect/>
              </a:stretch>
            </p:blipFill>
            <p:spPr>
              <a:xfrm>
                <a:off x="11105755" y="3225070"/>
                <a:ext cx="270360" cy="456120"/>
              </a:xfrm>
              <a:prstGeom prst="rect">
                <a:avLst/>
              </a:prstGeom>
            </p:spPr>
          </p:pic>
        </mc:Fallback>
      </mc:AlternateContent>
      <p:grpSp>
        <p:nvGrpSpPr>
          <p:cNvPr id="58" name="Group 57">
            <a:extLst>
              <a:ext uri="{FF2B5EF4-FFF2-40B4-BE49-F238E27FC236}">
                <a16:creationId xmlns:a16="http://schemas.microsoft.com/office/drawing/2014/main" id="{63F32250-5384-B684-22CA-466CC6ACE6C9}"/>
              </a:ext>
            </a:extLst>
          </p:cNvPr>
          <p:cNvGrpSpPr/>
          <p:nvPr/>
        </p:nvGrpSpPr>
        <p:grpSpPr>
          <a:xfrm>
            <a:off x="8229355" y="3948310"/>
            <a:ext cx="782640" cy="796680"/>
            <a:chOff x="8229355" y="3948310"/>
            <a:chExt cx="782640" cy="796680"/>
          </a:xfrm>
        </p:grpSpPr>
        <mc:AlternateContent xmlns:mc="http://schemas.openxmlformats.org/markup-compatibility/2006" xmlns:p14="http://schemas.microsoft.com/office/powerpoint/2010/main">
          <mc:Choice Requires="p14">
            <p:contentPart p14:bwMode="auto" r:id="rId43">
              <p14:nvContentPartPr>
                <p14:cNvPr id="45" name="Ink 44">
                  <a:extLst>
                    <a:ext uri="{FF2B5EF4-FFF2-40B4-BE49-F238E27FC236}">
                      <a16:creationId xmlns:a16="http://schemas.microsoft.com/office/drawing/2014/main" id="{77F75933-EBC8-3E3B-56AC-439E74D8A6BB}"/>
                    </a:ext>
                  </a:extLst>
                </p14:cNvPr>
                <p14:cNvContentPartPr/>
                <p14:nvPr/>
              </p14:nvContentPartPr>
              <p14:xfrm>
                <a:off x="8267515" y="4282030"/>
                <a:ext cx="34200" cy="404640"/>
              </p14:xfrm>
            </p:contentPart>
          </mc:Choice>
          <mc:Fallback xmlns="">
            <p:pic>
              <p:nvPicPr>
                <p:cNvPr id="45" name="Ink 44">
                  <a:extLst>
                    <a:ext uri="{FF2B5EF4-FFF2-40B4-BE49-F238E27FC236}">
                      <a16:creationId xmlns:a16="http://schemas.microsoft.com/office/drawing/2014/main" id="{77F75933-EBC8-3E3B-56AC-439E74D8A6BB}"/>
                    </a:ext>
                  </a:extLst>
                </p:cNvPr>
                <p:cNvPicPr/>
                <p:nvPr/>
              </p:nvPicPr>
              <p:blipFill>
                <a:blip r:embed="rId44"/>
                <a:stretch>
                  <a:fillRect/>
                </a:stretch>
              </p:blipFill>
              <p:spPr>
                <a:xfrm>
                  <a:off x="8261395" y="4275910"/>
                  <a:ext cx="4644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6" name="Ink 45">
                  <a:extLst>
                    <a:ext uri="{FF2B5EF4-FFF2-40B4-BE49-F238E27FC236}">
                      <a16:creationId xmlns:a16="http://schemas.microsoft.com/office/drawing/2014/main" id="{7B8D43BF-883B-428C-6C0E-4D0C9F4066C2}"/>
                    </a:ext>
                  </a:extLst>
                </p14:cNvPr>
                <p14:cNvContentPartPr/>
                <p14:nvPr/>
              </p14:nvContentPartPr>
              <p14:xfrm>
                <a:off x="8229355" y="4213990"/>
                <a:ext cx="140040" cy="270360"/>
              </p14:xfrm>
            </p:contentPart>
          </mc:Choice>
          <mc:Fallback xmlns="">
            <p:pic>
              <p:nvPicPr>
                <p:cNvPr id="46" name="Ink 45">
                  <a:extLst>
                    <a:ext uri="{FF2B5EF4-FFF2-40B4-BE49-F238E27FC236}">
                      <a16:creationId xmlns:a16="http://schemas.microsoft.com/office/drawing/2014/main" id="{7B8D43BF-883B-428C-6C0E-4D0C9F4066C2}"/>
                    </a:ext>
                  </a:extLst>
                </p:cNvPr>
                <p:cNvPicPr/>
                <p:nvPr/>
              </p:nvPicPr>
              <p:blipFill>
                <a:blip r:embed="rId46"/>
                <a:stretch>
                  <a:fillRect/>
                </a:stretch>
              </p:blipFill>
              <p:spPr>
                <a:xfrm>
                  <a:off x="8223235" y="4207870"/>
                  <a:ext cx="15228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7" name="Ink 46">
                  <a:extLst>
                    <a:ext uri="{FF2B5EF4-FFF2-40B4-BE49-F238E27FC236}">
                      <a16:creationId xmlns:a16="http://schemas.microsoft.com/office/drawing/2014/main" id="{A5B8C7A4-6C58-D634-F772-13F9F32C0C79}"/>
                    </a:ext>
                  </a:extLst>
                </p14:cNvPr>
                <p14:cNvContentPartPr/>
                <p14:nvPr/>
              </p14:nvContentPartPr>
              <p14:xfrm>
                <a:off x="8567395" y="4064230"/>
                <a:ext cx="186120" cy="489600"/>
              </p14:xfrm>
            </p:contentPart>
          </mc:Choice>
          <mc:Fallback xmlns="">
            <p:pic>
              <p:nvPicPr>
                <p:cNvPr id="47" name="Ink 46">
                  <a:extLst>
                    <a:ext uri="{FF2B5EF4-FFF2-40B4-BE49-F238E27FC236}">
                      <a16:creationId xmlns:a16="http://schemas.microsoft.com/office/drawing/2014/main" id="{A5B8C7A4-6C58-D634-F772-13F9F32C0C79}"/>
                    </a:ext>
                  </a:extLst>
                </p:cNvPr>
                <p:cNvPicPr/>
                <p:nvPr/>
              </p:nvPicPr>
              <p:blipFill>
                <a:blip r:embed="rId48"/>
                <a:stretch>
                  <a:fillRect/>
                </a:stretch>
              </p:blipFill>
              <p:spPr>
                <a:xfrm>
                  <a:off x="8561275" y="4058110"/>
                  <a:ext cx="198360" cy="501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8" name="Ink 47">
                  <a:extLst>
                    <a:ext uri="{FF2B5EF4-FFF2-40B4-BE49-F238E27FC236}">
                      <a16:creationId xmlns:a16="http://schemas.microsoft.com/office/drawing/2014/main" id="{1B9919CE-EFCF-22B4-83A2-CA798E912283}"/>
                    </a:ext>
                  </a:extLst>
                </p14:cNvPr>
                <p14:cNvContentPartPr/>
                <p14:nvPr/>
              </p14:nvContentPartPr>
              <p14:xfrm>
                <a:off x="8835955" y="4289230"/>
                <a:ext cx="21960" cy="137880"/>
              </p14:xfrm>
            </p:contentPart>
          </mc:Choice>
          <mc:Fallback xmlns="">
            <p:pic>
              <p:nvPicPr>
                <p:cNvPr id="48" name="Ink 47">
                  <a:extLst>
                    <a:ext uri="{FF2B5EF4-FFF2-40B4-BE49-F238E27FC236}">
                      <a16:creationId xmlns:a16="http://schemas.microsoft.com/office/drawing/2014/main" id="{1B9919CE-EFCF-22B4-83A2-CA798E912283}"/>
                    </a:ext>
                  </a:extLst>
                </p:cNvPr>
                <p:cNvPicPr/>
                <p:nvPr/>
              </p:nvPicPr>
              <p:blipFill>
                <a:blip r:embed="rId50"/>
                <a:stretch>
                  <a:fillRect/>
                </a:stretch>
              </p:blipFill>
              <p:spPr>
                <a:xfrm>
                  <a:off x="8829835" y="4283110"/>
                  <a:ext cx="342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9" name="Ink 48">
                  <a:extLst>
                    <a:ext uri="{FF2B5EF4-FFF2-40B4-BE49-F238E27FC236}">
                      <a16:creationId xmlns:a16="http://schemas.microsoft.com/office/drawing/2014/main" id="{FDCDC93F-6FB0-D598-E436-861BAE0637E6}"/>
                    </a:ext>
                  </a:extLst>
                </p14:cNvPr>
                <p14:cNvContentPartPr/>
                <p14:nvPr/>
              </p14:nvContentPartPr>
              <p14:xfrm>
                <a:off x="8876275" y="3948310"/>
                <a:ext cx="135720" cy="796680"/>
              </p14:xfrm>
            </p:contentPart>
          </mc:Choice>
          <mc:Fallback xmlns="">
            <p:pic>
              <p:nvPicPr>
                <p:cNvPr id="49" name="Ink 48">
                  <a:extLst>
                    <a:ext uri="{FF2B5EF4-FFF2-40B4-BE49-F238E27FC236}">
                      <a16:creationId xmlns:a16="http://schemas.microsoft.com/office/drawing/2014/main" id="{FDCDC93F-6FB0-D598-E436-861BAE0637E6}"/>
                    </a:ext>
                  </a:extLst>
                </p:cNvPr>
                <p:cNvPicPr/>
                <p:nvPr/>
              </p:nvPicPr>
              <p:blipFill>
                <a:blip r:embed="rId52"/>
                <a:stretch>
                  <a:fillRect/>
                </a:stretch>
              </p:blipFill>
              <p:spPr>
                <a:xfrm>
                  <a:off x="8870155" y="3942190"/>
                  <a:ext cx="147960" cy="808920"/>
                </a:xfrm>
                <a:prstGeom prst="rect">
                  <a:avLst/>
                </a:prstGeom>
              </p:spPr>
            </p:pic>
          </mc:Fallback>
        </mc:AlternateContent>
      </p:grpSp>
      <p:grpSp>
        <p:nvGrpSpPr>
          <p:cNvPr id="57" name="Group 56">
            <a:extLst>
              <a:ext uri="{FF2B5EF4-FFF2-40B4-BE49-F238E27FC236}">
                <a16:creationId xmlns:a16="http://schemas.microsoft.com/office/drawing/2014/main" id="{D49AFC2A-4AA0-BE61-4A69-867A2F07C1B8}"/>
              </a:ext>
            </a:extLst>
          </p:cNvPr>
          <p:cNvGrpSpPr/>
          <p:nvPr/>
        </p:nvGrpSpPr>
        <p:grpSpPr>
          <a:xfrm>
            <a:off x="9354715" y="4231270"/>
            <a:ext cx="157320" cy="135000"/>
            <a:chOff x="9354715" y="4231270"/>
            <a:chExt cx="157320" cy="135000"/>
          </a:xfrm>
        </p:grpSpPr>
        <mc:AlternateContent xmlns:mc="http://schemas.openxmlformats.org/markup-compatibility/2006" xmlns:p14="http://schemas.microsoft.com/office/powerpoint/2010/main">
          <mc:Choice Requires="p14">
            <p:contentPart p14:bwMode="auto" r:id="rId53">
              <p14:nvContentPartPr>
                <p14:cNvPr id="50" name="Ink 49">
                  <a:extLst>
                    <a:ext uri="{FF2B5EF4-FFF2-40B4-BE49-F238E27FC236}">
                      <a16:creationId xmlns:a16="http://schemas.microsoft.com/office/drawing/2014/main" id="{6609024D-58B6-3EF8-7D84-9084DBED531D}"/>
                    </a:ext>
                  </a:extLst>
                </p14:cNvPr>
                <p14:cNvContentPartPr/>
                <p14:nvPr/>
              </p14:nvContentPartPr>
              <p14:xfrm>
                <a:off x="9354715" y="4231270"/>
                <a:ext cx="157320" cy="22680"/>
              </p14:xfrm>
            </p:contentPart>
          </mc:Choice>
          <mc:Fallback xmlns="">
            <p:pic>
              <p:nvPicPr>
                <p:cNvPr id="50" name="Ink 49">
                  <a:extLst>
                    <a:ext uri="{FF2B5EF4-FFF2-40B4-BE49-F238E27FC236}">
                      <a16:creationId xmlns:a16="http://schemas.microsoft.com/office/drawing/2014/main" id="{6609024D-58B6-3EF8-7D84-9084DBED531D}"/>
                    </a:ext>
                  </a:extLst>
                </p:cNvPr>
                <p:cNvPicPr/>
                <p:nvPr/>
              </p:nvPicPr>
              <p:blipFill>
                <a:blip r:embed="rId54"/>
                <a:stretch>
                  <a:fillRect/>
                </a:stretch>
              </p:blipFill>
              <p:spPr>
                <a:xfrm>
                  <a:off x="9348595" y="4225150"/>
                  <a:ext cx="16956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1" name="Ink 50">
                  <a:extLst>
                    <a:ext uri="{FF2B5EF4-FFF2-40B4-BE49-F238E27FC236}">
                      <a16:creationId xmlns:a16="http://schemas.microsoft.com/office/drawing/2014/main" id="{8CC2C48B-971A-CE4C-75E3-2EE4A65E5952}"/>
                    </a:ext>
                  </a:extLst>
                </p14:cNvPr>
                <p14:cNvContentPartPr/>
                <p14:nvPr/>
              </p14:nvContentPartPr>
              <p14:xfrm>
                <a:off x="9376315" y="4314070"/>
                <a:ext cx="123480" cy="52200"/>
              </p14:xfrm>
            </p:contentPart>
          </mc:Choice>
          <mc:Fallback xmlns="">
            <p:pic>
              <p:nvPicPr>
                <p:cNvPr id="51" name="Ink 50">
                  <a:extLst>
                    <a:ext uri="{FF2B5EF4-FFF2-40B4-BE49-F238E27FC236}">
                      <a16:creationId xmlns:a16="http://schemas.microsoft.com/office/drawing/2014/main" id="{8CC2C48B-971A-CE4C-75E3-2EE4A65E5952}"/>
                    </a:ext>
                  </a:extLst>
                </p:cNvPr>
                <p:cNvPicPr/>
                <p:nvPr/>
              </p:nvPicPr>
              <p:blipFill>
                <a:blip r:embed="rId56"/>
                <a:stretch>
                  <a:fillRect/>
                </a:stretch>
              </p:blipFill>
              <p:spPr>
                <a:xfrm>
                  <a:off x="9370195" y="4307950"/>
                  <a:ext cx="135720" cy="64440"/>
                </a:xfrm>
                <a:prstGeom prst="rect">
                  <a:avLst/>
                </a:prstGeom>
              </p:spPr>
            </p:pic>
          </mc:Fallback>
        </mc:AlternateContent>
      </p:grpSp>
      <p:grpSp>
        <p:nvGrpSpPr>
          <p:cNvPr id="68" name="Group 67">
            <a:extLst>
              <a:ext uri="{FF2B5EF4-FFF2-40B4-BE49-F238E27FC236}">
                <a16:creationId xmlns:a16="http://schemas.microsoft.com/office/drawing/2014/main" id="{8A86240F-F005-FFCD-BF36-319573E89178}"/>
              </a:ext>
            </a:extLst>
          </p:cNvPr>
          <p:cNvGrpSpPr/>
          <p:nvPr/>
        </p:nvGrpSpPr>
        <p:grpSpPr>
          <a:xfrm>
            <a:off x="9777355" y="3842830"/>
            <a:ext cx="1767960" cy="1096920"/>
            <a:chOff x="9777355" y="3842830"/>
            <a:chExt cx="1767960" cy="1096920"/>
          </a:xfrm>
        </p:grpSpPr>
        <mc:AlternateContent xmlns:mc="http://schemas.openxmlformats.org/markup-compatibility/2006" xmlns:p14="http://schemas.microsoft.com/office/powerpoint/2010/main">
          <mc:Choice Requires="p14">
            <p:contentPart p14:bwMode="auto" r:id="rId57">
              <p14:nvContentPartPr>
                <p14:cNvPr id="52" name="Ink 51">
                  <a:extLst>
                    <a:ext uri="{FF2B5EF4-FFF2-40B4-BE49-F238E27FC236}">
                      <a16:creationId xmlns:a16="http://schemas.microsoft.com/office/drawing/2014/main" id="{ACFD9DF0-271F-D6DB-5F50-B525045361D9}"/>
                    </a:ext>
                  </a:extLst>
                </p14:cNvPr>
                <p14:cNvContentPartPr/>
                <p14:nvPr/>
              </p14:nvContentPartPr>
              <p14:xfrm>
                <a:off x="9779515" y="4171510"/>
                <a:ext cx="27720" cy="460800"/>
              </p14:xfrm>
            </p:contentPart>
          </mc:Choice>
          <mc:Fallback xmlns="">
            <p:pic>
              <p:nvPicPr>
                <p:cNvPr id="52" name="Ink 51">
                  <a:extLst>
                    <a:ext uri="{FF2B5EF4-FFF2-40B4-BE49-F238E27FC236}">
                      <a16:creationId xmlns:a16="http://schemas.microsoft.com/office/drawing/2014/main" id="{ACFD9DF0-271F-D6DB-5F50-B525045361D9}"/>
                    </a:ext>
                  </a:extLst>
                </p:cNvPr>
                <p:cNvPicPr/>
                <p:nvPr/>
              </p:nvPicPr>
              <p:blipFill>
                <a:blip r:embed="rId58"/>
                <a:stretch>
                  <a:fillRect/>
                </a:stretch>
              </p:blipFill>
              <p:spPr>
                <a:xfrm>
                  <a:off x="9773395" y="4165390"/>
                  <a:ext cx="39960" cy="4730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3" name="Ink 52">
                  <a:extLst>
                    <a:ext uri="{FF2B5EF4-FFF2-40B4-BE49-F238E27FC236}">
                      <a16:creationId xmlns:a16="http://schemas.microsoft.com/office/drawing/2014/main" id="{32D22780-0667-254C-5AA0-3D0F510E820C}"/>
                    </a:ext>
                  </a:extLst>
                </p14:cNvPr>
                <p14:cNvContentPartPr/>
                <p14:nvPr/>
              </p14:nvContentPartPr>
              <p14:xfrm>
                <a:off x="9777355" y="4126510"/>
                <a:ext cx="109440" cy="209520"/>
              </p14:xfrm>
            </p:contentPart>
          </mc:Choice>
          <mc:Fallback xmlns="">
            <p:pic>
              <p:nvPicPr>
                <p:cNvPr id="53" name="Ink 52">
                  <a:extLst>
                    <a:ext uri="{FF2B5EF4-FFF2-40B4-BE49-F238E27FC236}">
                      <a16:creationId xmlns:a16="http://schemas.microsoft.com/office/drawing/2014/main" id="{32D22780-0667-254C-5AA0-3D0F510E820C}"/>
                    </a:ext>
                  </a:extLst>
                </p:cNvPr>
                <p:cNvPicPr/>
                <p:nvPr/>
              </p:nvPicPr>
              <p:blipFill>
                <a:blip r:embed="rId60"/>
                <a:stretch>
                  <a:fillRect/>
                </a:stretch>
              </p:blipFill>
              <p:spPr>
                <a:xfrm>
                  <a:off x="9771235" y="4120390"/>
                  <a:ext cx="1216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4" name="Ink 53">
                  <a:extLst>
                    <a:ext uri="{FF2B5EF4-FFF2-40B4-BE49-F238E27FC236}">
                      <a16:creationId xmlns:a16="http://schemas.microsoft.com/office/drawing/2014/main" id="{B07EBD3B-AE56-7841-8899-344F92E3F1FA}"/>
                    </a:ext>
                  </a:extLst>
                </p14:cNvPr>
                <p14:cNvContentPartPr/>
                <p14:nvPr/>
              </p14:nvContentPartPr>
              <p14:xfrm>
                <a:off x="9972475" y="3847150"/>
                <a:ext cx="47880" cy="155520"/>
              </p14:xfrm>
            </p:contentPart>
          </mc:Choice>
          <mc:Fallback xmlns="">
            <p:pic>
              <p:nvPicPr>
                <p:cNvPr id="54" name="Ink 53">
                  <a:extLst>
                    <a:ext uri="{FF2B5EF4-FFF2-40B4-BE49-F238E27FC236}">
                      <a16:creationId xmlns:a16="http://schemas.microsoft.com/office/drawing/2014/main" id="{B07EBD3B-AE56-7841-8899-344F92E3F1FA}"/>
                    </a:ext>
                  </a:extLst>
                </p:cNvPr>
                <p:cNvPicPr/>
                <p:nvPr/>
              </p:nvPicPr>
              <p:blipFill>
                <a:blip r:embed="rId62"/>
                <a:stretch>
                  <a:fillRect/>
                </a:stretch>
              </p:blipFill>
              <p:spPr>
                <a:xfrm>
                  <a:off x="9966355" y="3841030"/>
                  <a:ext cx="601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5" name="Ink 54">
                  <a:extLst>
                    <a:ext uri="{FF2B5EF4-FFF2-40B4-BE49-F238E27FC236}">
                      <a16:creationId xmlns:a16="http://schemas.microsoft.com/office/drawing/2014/main" id="{4748FAD7-6351-65E6-46E6-2C77AB90CBC4}"/>
                    </a:ext>
                  </a:extLst>
                </p14:cNvPr>
                <p14:cNvContentPartPr/>
                <p14:nvPr/>
              </p14:nvContentPartPr>
              <p14:xfrm>
                <a:off x="10197475" y="4165030"/>
                <a:ext cx="221400" cy="445320"/>
              </p14:xfrm>
            </p:contentPart>
          </mc:Choice>
          <mc:Fallback xmlns="">
            <p:pic>
              <p:nvPicPr>
                <p:cNvPr id="55" name="Ink 54">
                  <a:extLst>
                    <a:ext uri="{FF2B5EF4-FFF2-40B4-BE49-F238E27FC236}">
                      <a16:creationId xmlns:a16="http://schemas.microsoft.com/office/drawing/2014/main" id="{4748FAD7-6351-65E6-46E6-2C77AB90CBC4}"/>
                    </a:ext>
                  </a:extLst>
                </p:cNvPr>
                <p:cNvPicPr/>
                <p:nvPr/>
              </p:nvPicPr>
              <p:blipFill>
                <a:blip r:embed="rId64"/>
                <a:stretch>
                  <a:fillRect/>
                </a:stretch>
              </p:blipFill>
              <p:spPr>
                <a:xfrm>
                  <a:off x="10191355" y="4158910"/>
                  <a:ext cx="233640" cy="4575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9" name="Ink 58">
                  <a:extLst>
                    <a:ext uri="{FF2B5EF4-FFF2-40B4-BE49-F238E27FC236}">
                      <a16:creationId xmlns:a16="http://schemas.microsoft.com/office/drawing/2014/main" id="{B152C297-6856-4C92-CB2A-BF337EFB0C59}"/>
                    </a:ext>
                  </a:extLst>
                </p14:cNvPr>
                <p14:cNvContentPartPr/>
                <p14:nvPr/>
              </p14:nvContentPartPr>
              <p14:xfrm>
                <a:off x="10476835" y="3842830"/>
                <a:ext cx="37800" cy="198360"/>
              </p14:xfrm>
            </p:contentPart>
          </mc:Choice>
          <mc:Fallback xmlns="">
            <p:pic>
              <p:nvPicPr>
                <p:cNvPr id="59" name="Ink 58">
                  <a:extLst>
                    <a:ext uri="{FF2B5EF4-FFF2-40B4-BE49-F238E27FC236}">
                      <a16:creationId xmlns:a16="http://schemas.microsoft.com/office/drawing/2014/main" id="{B152C297-6856-4C92-CB2A-BF337EFB0C59}"/>
                    </a:ext>
                  </a:extLst>
                </p:cNvPr>
                <p:cNvPicPr/>
                <p:nvPr/>
              </p:nvPicPr>
              <p:blipFill>
                <a:blip r:embed="rId66"/>
                <a:stretch>
                  <a:fillRect/>
                </a:stretch>
              </p:blipFill>
              <p:spPr>
                <a:xfrm>
                  <a:off x="10470715" y="3836710"/>
                  <a:ext cx="500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D2BB4652-112E-B00E-D9FB-5914779A33F2}"/>
                    </a:ext>
                  </a:extLst>
                </p14:cNvPr>
                <p14:cNvContentPartPr/>
                <p14:nvPr/>
              </p14:nvContentPartPr>
              <p14:xfrm>
                <a:off x="10635235" y="3934270"/>
                <a:ext cx="90360" cy="13680"/>
              </p14:xfrm>
            </p:contentPart>
          </mc:Choice>
          <mc:Fallback xmlns="">
            <p:pic>
              <p:nvPicPr>
                <p:cNvPr id="60" name="Ink 59">
                  <a:extLst>
                    <a:ext uri="{FF2B5EF4-FFF2-40B4-BE49-F238E27FC236}">
                      <a16:creationId xmlns:a16="http://schemas.microsoft.com/office/drawing/2014/main" id="{D2BB4652-112E-B00E-D9FB-5914779A33F2}"/>
                    </a:ext>
                  </a:extLst>
                </p:cNvPr>
                <p:cNvPicPr/>
                <p:nvPr/>
              </p:nvPicPr>
              <p:blipFill>
                <a:blip r:embed="rId68"/>
                <a:stretch>
                  <a:fillRect/>
                </a:stretch>
              </p:blipFill>
              <p:spPr>
                <a:xfrm>
                  <a:off x="10629115" y="3928150"/>
                  <a:ext cx="1026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9AF2297A-8CFF-6CD4-2043-CF41E78F22FF}"/>
                    </a:ext>
                  </a:extLst>
                </p14:cNvPr>
                <p14:cNvContentPartPr/>
                <p14:nvPr/>
              </p14:nvContentPartPr>
              <p14:xfrm>
                <a:off x="10925755" y="3868750"/>
                <a:ext cx="26640" cy="106920"/>
              </p14:xfrm>
            </p:contentPart>
          </mc:Choice>
          <mc:Fallback xmlns="">
            <p:pic>
              <p:nvPicPr>
                <p:cNvPr id="61" name="Ink 60">
                  <a:extLst>
                    <a:ext uri="{FF2B5EF4-FFF2-40B4-BE49-F238E27FC236}">
                      <a16:creationId xmlns:a16="http://schemas.microsoft.com/office/drawing/2014/main" id="{9AF2297A-8CFF-6CD4-2043-CF41E78F22FF}"/>
                    </a:ext>
                  </a:extLst>
                </p:cNvPr>
                <p:cNvPicPr/>
                <p:nvPr/>
              </p:nvPicPr>
              <p:blipFill>
                <a:blip r:embed="rId70"/>
                <a:stretch>
                  <a:fillRect/>
                </a:stretch>
              </p:blipFill>
              <p:spPr>
                <a:xfrm>
                  <a:off x="10919635" y="3862630"/>
                  <a:ext cx="388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CF9959F1-F8BD-844E-2D11-3E2C032F7849}"/>
                    </a:ext>
                  </a:extLst>
                </p14:cNvPr>
                <p14:cNvContentPartPr/>
                <p14:nvPr/>
              </p14:nvContentPartPr>
              <p14:xfrm>
                <a:off x="10777075" y="4611790"/>
                <a:ext cx="105840" cy="31680"/>
              </p14:xfrm>
            </p:contentPart>
          </mc:Choice>
          <mc:Fallback xmlns="">
            <p:pic>
              <p:nvPicPr>
                <p:cNvPr id="62" name="Ink 61">
                  <a:extLst>
                    <a:ext uri="{FF2B5EF4-FFF2-40B4-BE49-F238E27FC236}">
                      <a16:creationId xmlns:a16="http://schemas.microsoft.com/office/drawing/2014/main" id="{CF9959F1-F8BD-844E-2D11-3E2C032F7849}"/>
                    </a:ext>
                  </a:extLst>
                </p:cNvPr>
                <p:cNvPicPr/>
                <p:nvPr/>
              </p:nvPicPr>
              <p:blipFill>
                <a:blip r:embed="rId72"/>
                <a:stretch>
                  <a:fillRect/>
                </a:stretch>
              </p:blipFill>
              <p:spPr>
                <a:xfrm>
                  <a:off x="10770955" y="4605670"/>
                  <a:ext cx="1180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3" name="Ink 62">
                  <a:extLst>
                    <a:ext uri="{FF2B5EF4-FFF2-40B4-BE49-F238E27FC236}">
                      <a16:creationId xmlns:a16="http://schemas.microsoft.com/office/drawing/2014/main" id="{D742AEC7-59A1-E80D-B003-D03D6C9BE8DE}"/>
                    </a:ext>
                  </a:extLst>
                </p14:cNvPr>
                <p14:cNvContentPartPr/>
                <p14:nvPr/>
              </p14:nvContentPartPr>
              <p14:xfrm>
                <a:off x="10775995" y="4674430"/>
                <a:ext cx="157680" cy="39600"/>
              </p14:xfrm>
            </p:contentPart>
          </mc:Choice>
          <mc:Fallback xmlns="">
            <p:pic>
              <p:nvPicPr>
                <p:cNvPr id="63" name="Ink 62">
                  <a:extLst>
                    <a:ext uri="{FF2B5EF4-FFF2-40B4-BE49-F238E27FC236}">
                      <a16:creationId xmlns:a16="http://schemas.microsoft.com/office/drawing/2014/main" id="{D742AEC7-59A1-E80D-B003-D03D6C9BE8DE}"/>
                    </a:ext>
                  </a:extLst>
                </p:cNvPr>
                <p:cNvPicPr/>
                <p:nvPr/>
              </p:nvPicPr>
              <p:blipFill>
                <a:blip r:embed="rId74"/>
                <a:stretch>
                  <a:fillRect/>
                </a:stretch>
              </p:blipFill>
              <p:spPr>
                <a:xfrm>
                  <a:off x="10769875" y="4668310"/>
                  <a:ext cx="1699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4" name="Ink 63">
                  <a:extLst>
                    <a:ext uri="{FF2B5EF4-FFF2-40B4-BE49-F238E27FC236}">
                      <a16:creationId xmlns:a16="http://schemas.microsoft.com/office/drawing/2014/main" id="{9B3E4236-0CE8-7919-B13E-91A6BD77D0FE}"/>
                    </a:ext>
                  </a:extLst>
                </p14:cNvPr>
                <p14:cNvContentPartPr/>
                <p14:nvPr/>
              </p14:nvContentPartPr>
              <p14:xfrm>
                <a:off x="11249035" y="4545910"/>
                <a:ext cx="29160" cy="360720"/>
              </p14:xfrm>
            </p:contentPart>
          </mc:Choice>
          <mc:Fallback xmlns="">
            <p:pic>
              <p:nvPicPr>
                <p:cNvPr id="64" name="Ink 63">
                  <a:extLst>
                    <a:ext uri="{FF2B5EF4-FFF2-40B4-BE49-F238E27FC236}">
                      <a16:creationId xmlns:a16="http://schemas.microsoft.com/office/drawing/2014/main" id="{9B3E4236-0CE8-7919-B13E-91A6BD77D0FE}"/>
                    </a:ext>
                  </a:extLst>
                </p:cNvPr>
                <p:cNvPicPr/>
                <p:nvPr/>
              </p:nvPicPr>
              <p:blipFill>
                <a:blip r:embed="rId76"/>
                <a:stretch>
                  <a:fillRect/>
                </a:stretch>
              </p:blipFill>
              <p:spPr>
                <a:xfrm>
                  <a:off x="11242915" y="4539790"/>
                  <a:ext cx="4140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5" name="Ink 64">
                  <a:extLst>
                    <a:ext uri="{FF2B5EF4-FFF2-40B4-BE49-F238E27FC236}">
                      <a16:creationId xmlns:a16="http://schemas.microsoft.com/office/drawing/2014/main" id="{807149E3-CA06-BDA5-2D33-DEFF63586B0E}"/>
                    </a:ext>
                  </a:extLst>
                </p14:cNvPr>
                <p14:cNvContentPartPr/>
                <p14:nvPr/>
              </p14:nvContentPartPr>
              <p14:xfrm>
                <a:off x="11227795" y="4505590"/>
                <a:ext cx="205920" cy="141480"/>
              </p14:xfrm>
            </p:contentPart>
          </mc:Choice>
          <mc:Fallback xmlns="">
            <p:pic>
              <p:nvPicPr>
                <p:cNvPr id="65" name="Ink 64">
                  <a:extLst>
                    <a:ext uri="{FF2B5EF4-FFF2-40B4-BE49-F238E27FC236}">
                      <a16:creationId xmlns:a16="http://schemas.microsoft.com/office/drawing/2014/main" id="{807149E3-CA06-BDA5-2D33-DEFF63586B0E}"/>
                    </a:ext>
                  </a:extLst>
                </p:cNvPr>
                <p:cNvPicPr/>
                <p:nvPr/>
              </p:nvPicPr>
              <p:blipFill>
                <a:blip r:embed="rId78"/>
                <a:stretch>
                  <a:fillRect/>
                </a:stretch>
              </p:blipFill>
              <p:spPr>
                <a:xfrm>
                  <a:off x="11221675" y="4499470"/>
                  <a:ext cx="218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6" name="Ink 65">
                  <a:extLst>
                    <a:ext uri="{FF2B5EF4-FFF2-40B4-BE49-F238E27FC236}">
                      <a16:creationId xmlns:a16="http://schemas.microsoft.com/office/drawing/2014/main" id="{B499E3D5-1037-4F75-3BFD-A81D124FBBCB}"/>
                    </a:ext>
                  </a:extLst>
                </p14:cNvPr>
                <p14:cNvContentPartPr/>
                <p14:nvPr/>
              </p14:nvContentPartPr>
              <p14:xfrm>
                <a:off x="11045275" y="4815190"/>
                <a:ext cx="500040" cy="124560"/>
              </p14:xfrm>
            </p:contentPart>
          </mc:Choice>
          <mc:Fallback xmlns="">
            <p:pic>
              <p:nvPicPr>
                <p:cNvPr id="66" name="Ink 65">
                  <a:extLst>
                    <a:ext uri="{FF2B5EF4-FFF2-40B4-BE49-F238E27FC236}">
                      <a16:creationId xmlns:a16="http://schemas.microsoft.com/office/drawing/2014/main" id="{B499E3D5-1037-4F75-3BFD-A81D124FBBCB}"/>
                    </a:ext>
                  </a:extLst>
                </p:cNvPr>
                <p:cNvPicPr/>
                <p:nvPr/>
              </p:nvPicPr>
              <p:blipFill>
                <a:blip r:embed="rId80"/>
                <a:stretch>
                  <a:fillRect/>
                </a:stretch>
              </p:blipFill>
              <p:spPr>
                <a:xfrm>
                  <a:off x="11039155" y="4809070"/>
                  <a:ext cx="512280" cy="13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1">
            <p14:nvContentPartPr>
              <p14:cNvPr id="69" name="Ink 68">
                <a:extLst>
                  <a:ext uri="{FF2B5EF4-FFF2-40B4-BE49-F238E27FC236}">
                    <a16:creationId xmlns:a16="http://schemas.microsoft.com/office/drawing/2014/main" id="{08BA2E0D-62E7-B620-2EF1-A8402728B3D5}"/>
                  </a:ext>
                </a:extLst>
              </p14:cNvPr>
              <p14:cNvContentPartPr/>
              <p14:nvPr/>
            </p14:nvContentPartPr>
            <p14:xfrm>
              <a:off x="5018155" y="3284470"/>
              <a:ext cx="2000160" cy="129600"/>
            </p14:xfrm>
          </p:contentPart>
        </mc:Choice>
        <mc:Fallback xmlns="">
          <p:pic>
            <p:nvPicPr>
              <p:cNvPr id="69" name="Ink 68">
                <a:extLst>
                  <a:ext uri="{FF2B5EF4-FFF2-40B4-BE49-F238E27FC236}">
                    <a16:creationId xmlns:a16="http://schemas.microsoft.com/office/drawing/2014/main" id="{08BA2E0D-62E7-B620-2EF1-A8402728B3D5}"/>
                  </a:ext>
                </a:extLst>
              </p:cNvPr>
              <p:cNvPicPr/>
              <p:nvPr/>
            </p:nvPicPr>
            <p:blipFill>
              <a:blip r:embed="rId82"/>
              <a:stretch>
                <a:fillRect/>
              </a:stretch>
            </p:blipFill>
            <p:spPr>
              <a:xfrm>
                <a:off x="5012035" y="3278350"/>
                <a:ext cx="2012400" cy="141840"/>
              </a:xfrm>
              <a:prstGeom prst="rect">
                <a:avLst/>
              </a:prstGeom>
            </p:spPr>
          </p:pic>
        </mc:Fallback>
      </mc:AlternateContent>
    </p:spTree>
    <p:extLst>
      <p:ext uri="{BB962C8B-B14F-4D97-AF65-F5344CB8AC3E}">
        <p14:creationId xmlns:p14="http://schemas.microsoft.com/office/powerpoint/2010/main" val="288220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8"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Mean &amp; Variance of Bernoulli distribution</a:t>
            </a:r>
          </a:p>
        </p:txBody>
      </p:sp>
      <mc:AlternateContent xmlns:mc="http://schemas.openxmlformats.org/markup-compatibility/2006" xmlns:a14="http://schemas.microsoft.com/office/drawing/2010/main">
        <mc:Choice Requires="a14">
          <p:sp>
            <p:nvSpPr>
              <p:cNvPr id="5" name="Rectangle 4"/>
              <p:cNvSpPr/>
              <p:nvPr/>
            </p:nvSpPr>
            <p:spPr>
              <a:xfrm>
                <a:off x="1295400" y="1066800"/>
                <a:ext cx="7162800" cy="5677965"/>
              </a:xfrm>
              <a:prstGeom prst="rect">
                <a:avLst/>
              </a:prstGeom>
            </p:spPr>
            <p:txBody>
              <a:bodyPr wrap="square">
                <a:spAutoFit/>
              </a:bodyPr>
              <a:lstStyle/>
              <a:p>
                <a:r>
                  <a:rPr lang="en-US" dirty="0">
                    <a:solidFill>
                      <a:srgbClr val="7030A0"/>
                    </a:solidFill>
                  </a:rPr>
                  <a:t>The expected value of a Bernoulli random variable X is </a:t>
                </a:r>
                <a14:m>
                  <m:oMath xmlns:m="http://schemas.openxmlformats.org/officeDocument/2006/math">
                    <m:r>
                      <m:rPr>
                        <m:sty m:val="p"/>
                      </m:rPr>
                      <a:rPr lang="en-US">
                        <a:solidFill>
                          <a:srgbClr val="7030A0"/>
                        </a:solidFill>
                        <a:latin typeface="Cambria Math" panose="02040503050406030204" pitchFamily="18" charset="0"/>
                      </a:rPr>
                      <m:t>E</m:t>
                    </m:r>
                    <m:d>
                      <m:dPr>
                        <m:begChr m:val="["/>
                        <m:endChr m:val="]"/>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𝑋</m:t>
                        </m:r>
                      </m:e>
                    </m:d>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𝑝</m:t>
                    </m:r>
                  </m:oMath>
                </a14:m>
                <a:endParaRPr lang="en-US" dirty="0">
                  <a:solidFill>
                    <a:srgbClr val="7030A0"/>
                  </a:solidFill>
                </a:endParaRPr>
              </a:p>
              <a:p>
                <a:r>
                  <a:rPr lang="en-US" dirty="0"/>
                  <a:t>Proof:</a:t>
                </a:r>
              </a:p>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smtClean="0">
                              <a:latin typeface="Cambria Math" panose="02040503050406030204" pitchFamily="18" charset="0"/>
                            </a:rPr>
                          </m:ctrlPr>
                        </m:mPr>
                        <m:mr>
                          <m:e>
                            <m:r>
                              <m:rPr>
                                <m:sty m:val="p"/>
                              </m:rPr>
                              <a:rPr lang="en-US">
                                <a:latin typeface="Cambria Math" panose="02040503050406030204" pitchFamily="18" charset="0"/>
                              </a:rPr>
                              <m:t>E</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e>
                            <m:r>
                              <a:rPr lang="en-US" i="1">
                                <a:latin typeface="Cambria Math" panose="02040503050406030204" pitchFamily="18" charset="0"/>
                              </a:rPr>
                              <m:t>=</m:t>
                            </m:r>
                            <m:nary>
                              <m:naryPr>
                                <m:chr m:val="∑"/>
                                <m:limLoc m:val="undOvr"/>
                                <m:grow m:val="on"/>
                                <m:supHide m:val="on"/>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=0,1</m:t>
                                </m:r>
                              </m:sub>
                              <m:sup/>
                              <m:e>
                                <m:r>
                                  <a:rPr lang="en-US" i="1">
                                    <a:latin typeface="Cambria Math" panose="02040503050406030204" pitchFamily="18" charset="0"/>
                                  </a:rPr>
                                  <m:t>𝑥𝑝</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e>
                            </m:nary>
                          </m:e>
                        </m:mr>
                        <m:mr>
                          <m:e/>
                          <m:e>
                            <m:r>
                              <a:rPr lang="en-US" b="0" i="1" smtClean="0">
                                <a:latin typeface="Cambria Math" panose="02040503050406030204" pitchFamily="18" charset="0"/>
                              </a:rPr>
                              <m:t>               </m:t>
                            </m:r>
                            <m:r>
                              <a:rPr lang="en-US" i="1">
                                <a:latin typeface="Cambria Math" panose="02040503050406030204" pitchFamily="18" charset="0"/>
                              </a:rPr>
                              <m:t>=0⋅</m:t>
                            </m:r>
                            <m:r>
                              <a:rPr lang="en-US" i="1">
                                <a:latin typeface="Cambria Math" panose="02040503050406030204" pitchFamily="18" charset="0"/>
                              </a:rPr>
                              <m:t>𝑝</m:t>
                            </m:r>
                            <m:r>
                              <a:rPr lang="en-US" i="1">
                                <a:latin typeface="Cambria Math" panose="02040503050406030204" pitchFamily="18" charset="0"/>
                              </a:rPr>
                              <m:t>(0)+1⋅</m:t>
                            </m:r>
                            <m:r>
                              <a:rPr lang="en-US" i="1">
                                <a:latin typeface="Cambria Math" panose="02040503050406030204" pitchFamily="18" charset="0"/>
                              </a:rPr>
                              <m:t>𝑝</m:t>
                            </m:r>
                            <m:r>
                              <a:rPr lang="en-US" i="1">
                                <a:latin typeface="Cambria Math" panose="02040503050406030204" pitchFamily="18" charset="0"/>
                              </a:rPr>
                              <m:t>(1)</m:t>
                            </m:r>
                          </m:e>
                        </m:mr>
                        <m:mr>
                          <m:e/>
                          <m:e>
                            <m:r>
                              <a:rPr lang="en-US" i="1">
                                <a:latin typeface="Cambria Math" panose="02040503050406030204" pitchFamily="18" charset="0"/>
                              </a:rPr>
                              <m:t>=0+1⋅</m:t>
                            </m:r>
                            <m:d>
                              <m:dPr>
                                <m:ctrlPr>
                                  <a:rPr lang="en-US" i="1">
                                    <a:latin typeface="Cambria Math" panose="02040503050406030204" pitchFamily="18" charset="0"/>
                                  </a:rPr>
                                </m:ctrlPr>
                              </m:dPr>
                              <m:e>
                                <m:r>
                                  <a:rPr lang="en-US" i="1">
                                    <a:latin typeface="Cambria Math" panose="02040503050406030204" pitchFamily="18" charset="0"/>
                                  </a:rPr>
                                  <m:t>𝑝</m:t>
                                </m:r>
                              </m:e>
                            </m:d>
                          </m:e>
                        </m:mr>
                        <m:mr>
                          <m:e/>
                          <m:e>
                            <m:r>
                              <a:rPr lang="en-US" i="1">
                                <a:latin typeface="Cambria Math" panose="02040503050406030204" pitchFamily="18" charset="0"/>
                              </a:rPr>
                              <m:t>=</m:t>
                            </m:r>
                            <m:r>
                              <a:rPr lang="en-US" i="1">
                                <a:latin typeface="Cambria Math" panose="02040503050406030204" pitchFamily="18" charset="0"/>
                              </a:rPr>
                              <m:t>𝑝</m:t>
                            </m:r>
                          </m:e>
                        </m:mr>
                      </m:m>
                    </m:oMath>
                  </m:oMathPara>
                </a14:m>
                <a:endParaRPr lang="en-US" dirty="0"/>
              </a:p>
              <a:p>
                <a:endParaRPr lang="en-US" dirty="0"/>
              </a:p>
              <a:p>
                <a:r>
                  <a:rPr lang="en-US" dirty="0">
                    <a:solidFill>
                      <a:srgbClr val="7030A0"/>
                    </a:solidFill>
                  </a:rPr>
                  <a:t>The variance of a Bernoulli random variable X is </a:t>
                </a:r>
                <a:r>
                  <a:rPr lang="en-US" dirty="0" err="1">
                    <a:solidFill>
                      <a:srgbClr val="7030A0"/>
                    </a:solidFill>
                  </a:rPr>
                  <a:t>Var</a:t>
                </a:r>
                <a14:m>
                  <m:oMath xmlns:m="http://schemas.openxmlformats.org/officeDocument/2006/math">
                    <m:d>
                      <m:dPr>
                        <m:begChr m:val="["/>
                        <m:endChr m:val="]"/>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𝑋</m:t>
                        </m:r>
                      </m:e>
                    </m:d>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𝑝𝑞</m:t>
                    </m:r>
                  </m:oMath>
                </a14:m>
                <a:endParaRPr lang="en-US" dirty="0">
                  <a:solidFill>
                    <a:srgbClr val="7030A0"/>
                  </a:solidFill>
                </a:endParaRPr>
              </a:p>
              <a:p>
                <a:r>
                  <a:rPr lang="en-US" dirty="0">
                    <a:solidFill>
                      <a:srgbClr val="7030A0"/>
                    </a:solidFill>
                  </a:rPr>
                  <a:t>Proof:</a:t>
                </a:r>
              </a:p>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a:latin typeface="Cambria Math" panose="02040503050406030204" pitchFamily="18" charset="0"/>
                            </a:rPr>
                          </m:ctrlPr>
                        </m:mPr>
                        <m:mr>
                          <m:e>
                            <m:r>
                              <m:rPr>
                                <m:sty m:val="p"/>
                              </m:rPr>
                              <a:rPr lang="en-US">
                                <a:latin typeface="Cambria Math" panose="02040503050406030204" pitchFamily="18" charset="0"/>
                              </a:rPr>
                              <m:t>E</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2</m:t>
                                </m:r>
                              </m:sup>
                            </m:sSup>
                            <m:r>
                              <a:rPr lang="en-US" i="1">
                                <a:latin typeface="Cambria Math" panose="02040503050406030204" pitchFamily="18" charset="0"/>
                              </a:rPr>
                              <m:t>]</m:t>
                            </m:r>
                          </m:e>
                          <m:e>
                            <m:r>
                              <a:rPr lang="en-US" i="1">
                                <a:latin typeface="Cambria Math" panose="02040503050406030204" pitchFamily="18" charset="0"/>
                              </a:rPr>
                              <m:t>=</m:t>
                            </m:r>
                            <m:nary>
                              <m:naryPr>
                                <m:chr m:val="∑"/>
                                <m:limLoc m:val="undOvr"/>
                                <m:grow m:val="on"/>
                                <m:supHide m:val="on"/>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=0,1</m:t>
                                </m:r>
                              </m:sub>
                              <m:sup/>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e>
                        </m:mr>
                        <m:mr>
                          <m:e/>
                          <m:e>
                            <m:r>
                              <a:rPr lang="en-US" b="0" i="1" smtClean="0">
                                <a:latin typeface="Cambria Math" panose="02040503050406030204" pitchFamily="18" charset="0"/>
                              </a:rPr>
                              <m:t>                </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0</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(1)</m:t>
                            </m:r>
                          </m:e>
                        </m:mr>
                        <m:mr>
                          <m:e/>
                          <m:e>
                            <m:r>
                              <a:rPr lang="en-US" i="1">
                                <a:latin typeface="Cambria Math" panose="02040503050406030204" pitchFamily="18" charset="0"/>
                              </a:rPr>
                              <m:t>=0+1⋅</m:t>
                            </m:r>
                            <m:r>
                              <a:rPr lang="en-US" i="1">
                                <a:latin typeface="Cambria Math" panose="02040503050406030204" pitchFamily="18" charset="0"/>
                              </a:rPr>
                              <m:t>𝑝</m:t>
                            </m:r>
                          </m:e>
                        </m:mr>
                        <m:mr>
                          <m:e/>
                          <m:e>
                            <m:r>
                              <a:rPr lang="en-US" i="1">
                                <a:latin typeface="Cambria Math" panose="02040503050406030204" pitchFamily="18" charset="0"/>
                              </a:rPr>
                              <m:t>=</m:t>
                            </m:r>
                            <m:r>
                              <a:rPr lang="en-US" i="1">
                                <a:latin typeface="Cambria Math" panose="02040503050406030204" pitchFamily="18" charset="0"/>
                              </a:rPr>
                              <m:t>𝑝</m:t>
                            </m:r>
                          </m:e>
                        </m:mr>
                        <m:mr>
                          <m:e/>
                          <m:e/>
                        </m:mr>
                        <m:mr>
                          <m:e>
                            <m:r>
                              <m:rPr>
                                <m:sty m:val="p"/>
                              </m:rPr>
                              <a:rPr lang="en-US">
                                <a:latin typeface="Cambria Math" panose="02040503050406030204" pitchFamily="18" charset="0"/>
                              </a:rPr>
                              <m:t>Var</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e>
                            <m:r>
                              <a:rPr lang="en-US" i="1">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2</m:t>
                                </m:r>
                              </m:sup>
                            </m:sSup>
                            <m:r>
                              <a:rPr lang="en-US" i="1">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r>
                              <a:rPr lang="en-US" i="1">
                                <a:latin typeface="Cambria Math" panose="02040503050406030204" pitchFamily="18" charset="0"/>
                              </a:rPr>
                              <m:t>𝑋</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𝑝</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𝑝𝑞</m:t>
                            </m:r>
                          </m:e>
                        </m:mr>
                      </m:m>
                    </m:oMath>
                  </m:oMathPara>
                </a14:m>
                <a:endParaRPr lang="en-US" dirty="0"/>
              </a:p>
              <a:p>
                <a:endParaRPr lang="en-US" dirty="0">
                  <a:solidFill>
                    <a:srgbClr val="7030A0"/>
                  </a:solidFill>
                </a:endParaRPr>
              </a:p>
              <a:p>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295400" y="1066800"/>
                <a:ext cx="7162800" cy="5677965"/>
              </a:xfrm>
              <a:prstGeom prst="rect">
                <a:avLst/>
              </a:prstGeom>
              <a:blipFill>
                <a:blip r:embed="rId2"/>
                <a:stretch>
                  <a:fillRect l="-766" t="-537"/>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22B0DE0-0E66-15A5-A237-8CB56EA130EC}"/>
                  </a:ext>
                </a:extLst>
              </p14:cNvPr>
              <p14:cNvContentPartPr/>
              <p14:nvPr/>
            </p14:nvContentPartPr>
            <p14:xfrm>
              <a:off x="3052555" y="2133910"/>
              <a:ext cx="475560" cy="97560"/>
            </p14:xfrm>
          </p:contentPart>
        </mc:Choice>
        <mc:Fallback xmlns="">
          <p:pic>
            <p:nvPicPr>
              <p:cNvPr id="3" name="Ink 2">
                <a:extLst>
                  <a:ext uri="{FF2B5EF4-FFF2-40B4-BE49-F238E27FC236}">
                    <a16:creationId xmlns:a16="http://schemas.microsoft.com/office/drawing/2014/main" id="{222B0DE0-0E66-15A5-A237-8CB56EA130EC}"/>
                  </a:ext>
                </a:extLst>
              </p:cNvPr>
              <p:cNvPicPr/>
              <p:nvPr/>
            </p:nvPicPr>
            <p:blipFill>
              <a:blip r:embed="rId4"/>
              <a:stretch>
                <a:fillRect/>
              </a:stretch>
            </p:blipFill>
            <p:spPr>
              <a:xfrm>
                <a:off x="3046435" y="2127790"/>
                <a:ext cx="4878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8A749DE7-4B23-537A-727D-9A91E8D69293}"/>
                  </a:ext>
                </a:extLst>
              </p14:cNvPr>
              <p14:cNvContentPartPr/>
              <p14:nvPr/>
            </p14:nvContentPartPr>
            <p14:xfrm>
              <a:off x="5254315" y="2206270"/>
              <a:ext cx="884160" cy="720"/>
            </p14:xfrm>
          </p:contentPart>
        </mc:Choice>
        <mc:Fallback xmlns="">
          <p:pic>
            <p:nvPicPr>
              <p:cNvPr id="6" name="Ink 5">
                <a:extLst>
                  <a:ext uri="{FF2B5EF4-FFF2-40B4-BE49-F238E27FC236}">
                    <a16:creationId xmlns:a16="http://schemas.microsoft.com/office/drawing/2014/main" id="{8A749DE7-4B23-537A-727D-9A91E8D69293}"/>
                  </a:ext>
                </a:extLst>
              </p:cNvPr>
              <p:cNvPicPr/>
              <p:nvPr/>
            </p:nvPicPr>
            <p:blipFill>
              <a:blip r:embed="rId6"/>
              <a:stretch>
                <a:fillRect/>
              </a:stretch>
            </p:blipFill>
            <p:spPr>
              <a:xfrm>
                <a:off x="5248195" y="2194030"/>
                <a:ext cx="896400" cy="25200"/>
              </a:xfrm>
              <a:prstGeom prst="rect">
                <a:avLst/>
              </a:prstGeom>
            </p:spPr>
          </p:pic>
        </mc:Fallback>
      </mc:AlternateContent>
      <p:grpSp>
        <p:nvGrpSpPr>
          <p:cNvPr id="15" name="Group 14">
            <a:extLst>
              <a:ext uri="{FF2B5EF4-FFF2-40B4-BE49-F238E27FC236}">
                <a16:creationId xmlns:a16="http://schemas.microsoft.com/office/drawing/2014/main" id="{CE29D6C4-F459-B04A-CCE6-4843B44136BD}"/>
              </a:ext>
            </a:extLst>
          </p:cNvPr>
          <p:cNvGrpSpPr/>
          <p:nvPr/>
        </p:nvGrpSpPr>
        <p:grpSpPr>
          <a:xfrm>
            <a:off x="4807195" y="2605150"/>
            <a:ext cx="1259280" cy="103680"/>
            <a:chOff x="4807195" y="2605150"/>
            <a:chExt cx="1259280" cy="103680"/>
          </a:xfrm>
        </p:grpSpPr>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B581A935-B2A0-20F1-0683-220C59CB2ECC}"/>
                    </a:ext>
                  </a:extLst>
                </p14:cNvPr>
                <p14:cNvContentPartPr/>
                <p14:nvPr/>
              </p14:nvContentPartPr>
              <p14:xfrm>
                <a:off x="4807195" y="2605150"/>
                <a:ext cx="196200" cy="46800"/>
              </p14:xfrm>
            </p:contentPart>
          </mc:Choice>
          <mc:Fallback xmlns="">
            <p:pic>
              <p:nvPicPr>
                <p:cNvPr id="7" name="Ink 6">
                  <a:extLst>
                    <a:ext uri="{FF2B5EF4-FFF2-40B4-BE49-F238E27FC236}">
                      <a16:creationId xmlns:a16="http://schemas.microsoft.com/office/drawing/2014/main" id="{B581A935-B2A0-20F1-0683-220C59CB2ECC}"/>
                    </a:ext>
                  </a:extLst>
                </p:cNvPr>
                <p:cNvPicPr/>
                <p:nvPr/>
              </p:nvPicPr>
              <p:blipFill>
                <a:blip r:embed="rId8"/>
                <a:stretch>
                  <a:fillRect/>
                </a:stretch>
              </p:blipFill>
              <p:spPr>
                <a:xfrm>
                  <a:off x="4801075" y="2599030"/>
                  <a:ext cx="2084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CF52F43-6FBF-997D-D422-C9BB0018B838}"/>
                    </a:ext>
                  </a:extLst>
                </p14:cNvPr>
                <p14:cNvContentPartPr/>
                <p14:nvPr/>
              </p14:nvContentPartPr>
              <p14:xfrm>
                <a:off x="5872435" y="2616670"/>
                <a:ext cx="194040" cy="43560"/>
              </p14:xfrm>
            </p:contentPart>
          </mc:Choice>
          <mc:Fallback xmlns="">
            <p:pic>
              <p:nvPicPr>
                <p:cNvPr id="8" name="Ink 7">
                  <a:extLst>
                    <a:ext uri="{FF2B5EF4-FFF2-40B4-BE49-F238E27FC236}">
                      <a16:creationId xmlns:a16="http://schemas.microsoft.com/office/drawing/2014/main" id="{6CF52F43-6FBF-997D-D422-C9BB0018B838}"/>
                    </a:ext>
                  </a:extLst>
                </p:cNvPr>
                <p:cNvPicPr/>
                <p:nvPr/>
              </p:nvPicPr>
              <p:blipFill>
                <a:blip r:embed="rId10"/>
                <a:stretch>
                  <a:fillRect/>
                </a:stretch>
              </p:blipFill>
              <p:spPr>
                <a:xfrm>
                  <a:off x="5866315" y="2610550"/>
                  <a:ext cx="2062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B787C55E-C969-42E2-A453-263270AACF38}"/>
                    </a:ext>
                  </a:extLst>
                </p14:cNvPr>
                <p14:cNvContentPartPr/>
                <p14:nvPr/>
              </p14:nvContentPartPr>
              <p14:xfrm>
                <a:off x="5073235" y="2628910"/>
                <a:ext cx="476280" cy="79920"/>
              </p14:xfrm>
            </p:contentPart>
          </mc:Choice>
          <mc:Fallback xmlns="">
            <p:pic>
              <p:nvPicPr>
                <p:cNvPr id="9" name="Ink 8">
                  <a:extLst>
                    <a:ext uri="{FF2B5EF4-FFF2-40B4-BE49-F238E27FC236}">
                      <a16:creationId xmlns:a16="http://schemas.microsoft.com/office/drawing/2014/main" id="{B787C55E-C969-42E2-A453-263270AACF38}"/>
                    </a:ext>
                  </a:extLst>
                </p:cNvPr>
                <p:cNvPicPr/>
                <p:nvPr/>
              </p:nvPicPr>
              <p:blipFill>
                <a:blip r:embed="rId12"/>
                <a:stretch>
                  <a:fillRect/>
                </a:stretch>
              </p:blipFill>
              <p:spPr>
                <a:xfrm>
                  <a:off x="5067115" y="2622790"/>
                  <a:ext cx="488520" cy="9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F488A509-EBDA-2457-94DA-E2D059E0FD73}"/>
                  </a:ext>
                </a:extLst>
              </p14:cNvPr>
              <p14:cNvContentPartPr/>
              <p14:nvPr/>
            </p14:nvContentPartPr>
            <p14:xfrm>
              <a:off x="6158995" y="2601910"/>
              <a:ext cx="503280" cy="129600"/>
            </p14:xfrm>
          </p:contentPart>
        </mc:Choice>
        <mc:Fallback xmlns="">
          <p:pic>
            <p:nvPicPr>
              <p:cNvPr id="11" name="Ink 10">
                <a:extLst>
                  <a:ext uri="{FF2B5EF4-FFF2-40B4-BE49-F238E27FC236}">
                    <a16:creationId xmlns:a16="http://schemas.microsoft.com/office/drawing/2014/main" id="{F488A509-EBDA-2457-94DA-E2D059E0FD73}"/>
                  </a:ext>
                </a:extLst>
              </p:cNvPr>
              <p:cNvPicPr/>
              <p:nvPr/>
            </p:nvPicPr>
            <p:blipFill>
              <a:blip r:embed="rId14"/>
              <a:stretch>
                <a:fillRect/>
              </a:stretch>
            </p:blipFill>
            <p:spPr>
              <a:xfrm>
                <a:off x="6152875" y="2595790"/>
                <a:ext cx="5155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D85880BA-4428-9341-E1D2-AD042920537F}"/>
                  </a:ext>
                </a:extLst>
              </p14:cNvPr>
              <p14:cNvContentPartPr/>
              <p14:nvPr/>
            </p14:nvContentPartPr>
            <p14:xfrm>
              <a:off x="5172595" y="3292390"/>
              <a:ext cx="462960" cy="55800"/>
            </p14:xfrm>
          </p:contentPart>
        </mc:Choice>
        <mc:Fallback xmlns="">
          <p:pic>
            <p:nvPicPr>
              <p:cNvPr id="13" name="Ink 12">
                <a:extLst>
                  <a:ext uri="{FF2B5EF4-FFF2-40B4-BE49-F238E27FC236}">
                    <a16:creationId xmlns:a16="http://schemas.microsoft.com/office/drawing/2014/main" id="{D85880BA-4428-9341-E1D2-AD042920537F}"/>
                  </a:ext>
                </a:extLst>
              </p:cNvPr>
              <p:cNvPicPr/>
              <p:nvPr/>
            </p:nvPicPr>
            <p:blipFill>
              <a:blip r:embed="rId16"/>
              <a:stretch>
                <a:fillRect/>
              </a:stretch>
            </p:blipFill>
            <p:spPr>
              <a:xfrm>
                <a:off x="5166475" y="3286270"/>
                <a:ext cx="4752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FB8213D3-85DA-06B1-EB4B-E6FFE26669A2}"/>
                  </a:ext>
                </a:extLst>
              </p14:cNvPr>
              <p14:cNvContentPartPr/>
              <p14:nvPr/>
            </p14:nvContentPartPr>
            <p14:xfrm>
              <a:off x="4972795" y="3726190"/>
              <a:ext cx="2354400" cy="120600"/>
            </p14:xfrm>
          </p:contentPart>
        </mc:Choice>
        <mc:Fallback xmlns="">
          <p:pic>
            <p:nvPicPr>
              <p:cNvPr id="14" name="Ink 13">
                <a:extLst>
                  <a:ext uri="{FF2B5EF4-FFF2-40B4-BE49-F238E27FC236}">
                    <a16:creationId xmlns:a16="http://schemas.microsoft.com/office/drawing/2014/main" id="{FB8213D3-85DA-06B1-EB4B-E6FFE26669A2}"/>
                  </a:ext>
                </a:extLst>
              </p:cNvPr>
              <p:cNvPicPr/>
              <p:nvPr/>
            </p:nvPicPr>
            <p:blipFill>
              <a:blip r:embed="rId18"/>
              <a:stretch>
                <a:fillRect/>
              </a:stretch>
            </p:blipFill>
            <p:spPr>
              <a:xfrm>
                <a:off x="4966675" y="3720070"/>
                <a:ext cx="23666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7006B822-1733-EF38-A599-C11BCE72BD1E}"/>
                  </a:ext>
                </a:extLst>
              </p14:cNvPr>
              <p14:cNvContentPartPr/>
              <p14:nvPr/>
            </p14:nvContentPartPr>
            <p14:xfrm>
              <a:off x="2346595" y="4506670"/>
              <a:ext cx="503640" cy="55800"/>
            </p14:xfrm>
          </p:contentPart>
        </mc:Choice>
        <mc:Fallback xmlns="">
          <p:pic>
            <p:nvPicPr>
              <p:cNvPr id="17" name="Ink 16">
                <a:extLst>
                  <a:ext uri="{FF2B5EF4-FFF2-40B4-BE49-F238E27FC236}">
                    <a16:creationId xmlns:a16="http://schemas.microsoft.com/office/drawing/2014/main" id="{7006B822-1733-EF38-A599-C11BCE72BD1E}"/>
                  </a:ext>
                </a:extLst>
              </p:cNvPr>
              <p:cNvPicPr/>
              <p:nvPr/>
            </p:nvPicPr>
            <p:blipFill>
              <a:blip r:embed="rId20"/>
              <a:stretch>
                <a:fillRect/>
              </a:stretch>
            </p:blipFill>
            <p:spPr>
              <a:xfrm>
                <a:off x="2340475" y="4500550"/>
                <a:ext cx="515880" cy="68040"/>
              </a:xfrm>
              <a:prstGeom prst="rect">
                <a:avLst/>
              </a:prstGeom>
            </p:spPr>
          </p:pic>
        </mc:Fallback>
      </mc:AlternateContent>
      <p:grpSp>
        <p:nvGrpSpPr>
          <p:cNvPr id="25" name="Group 24">
            <a:extLst>
              <a:ext uri="{FF2B5EF4-FFF2-40B4-BE49-F238E27FC236}">
                <a16:creationId xmlns:a16="http://schemas.microsoft.com/office/drawing/2014/main" id="{561D128C-6B52-7AB4-4639-8FD18A29B85A}"/>
              </a:ext>
            </a:extLst>
          </p:cNvPr>
          <p:cNvGrpSpPr/>
          <p:nvPr/>
        </p:nvGrpSpPr>
        <p:grpSpPr>
          <a:xfrm>
            <a:off x="4862995" y="5023270"/>
            <a:ext cx="1391040" cy="64440"/>
            <a:chOff x="4862995" y="5023270"/>
            <a:chExt cx="1391040" cy="64440"/>
          </a:xfrm>
        </p:grpSpPr>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822A9CD1-827B-D161-18CA-1DC588E7BCF9}"/>
                    </a:ext>
                  </a:extLst>
                </p14:cNvPr>
                <p14:cNvContentPartPr/>
                <p14:nvPr/>
              </p14:nvContentPartPr>
              <p14:xfrm>
                <a:off x="4862995" y="5023270"/>
                <a:ext cx="254160" cy="28440"/>
              </p14:xfrm>
            </p:contentPart>
          </mc:Choice>
          <mc:Fallback xmlns="">
            <p:pic>
              <p:nvPicPr>
                <p:cNvPr id="18" name="Ink 17">
                  <a:extLst>
                    <a:ext uri="{FF2B5EF4-FFF2-40B4-BE49-F238E27FC236}">
                      <a16:creationId xmlns:a16="http://schemas.microsoft.com/office/drawing/2014/main" id="{822A9CD1-827B-D161-18CA-1DC588E7BCF9}"/>
                    </a:ext>
                  </a:extLst>
                </p:cNvPr>
                <p:cNvPicPr/>
                <p:nvPr/>
              </p:nvPicPr>
              <p:blipFill>
                <a:blip r:embed="rId22"/>
                <a:stretch>
                  <a:fillRect/>
                </a:stretch>
              </p:blipFill>
              <p:spPr>
                <a:xfrm>
                  <a:off x="4856875" y="5017150"/>
                  <a:ext cx="2664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C76BB92E-C930-6AC9-94EB-9537855E1DD5}"/>
                    </a:ext>
                  </a:extLst>
                </p14:cNvPr>
                <p14:cNvContentPartPr/>
                <p14:nvPr/>
              </p14:nvContentPartPr>
              <p14:xfrm>
                <a:off x="5307235" y="5076910"/>
                <a:ext cx="403920" cy="10800"/>
              </p14:xfrm>
            </p:contentPart>
          </mc:Choice>
          <mc:Fallback xmlns="">
            <p:pic>
              <p:nvPicPr>
                <p:cNvPr id="19" name="Ink 18">
                  <a:extLst>
                    <a:ext uri="{FF2B5EF4-FFF2-40B4-BE49-F238E27FC236}">
                      <a16:creationId xmlns:a16="http://schemas.microsoft.com/office/drawing/2014/main" id="{C76BB92E-C930-6AC9-94EB-9537855E1DD5}"/>
                    </a:ext>
                  </a:extLst>
                </p:cNvPr>
                <p:cNvPicPr/>
                <p:nvPr/>
              </p:nvPicPr>
              <p:blipFill>
                <a:blip r:embed="rId24"/>
                <a:stretch>
                  <a:fillRect/>
                </a:stretch>
              </p:blipFill>
              <p:spPr>
                <a:xfrm>
                  <a:off x="5301115" y="5070790"/>
                  <a:ext cx="4161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3DCBD71B-477E-2AA9-2829-D8DABC7635C3}"/>
                    </a:ext>
                  </a:extLst>
                </p14:cNvPr>
                <p14:cNvContentPartPr/>
                <p14:nvPr/>
              </p14:nvContentPartPr>
              <p14:xfrm>
                <a:off x="6043075" y="5027230"/>
                <a:ext cx="210960" cy="39600"/>
              </p14:xfrm>
            </p:contentPart>
          </mc:Choice>
          <mc:Fallback xmlns="">
            <p:pic>
              <p:nvPicPr>
                <p:cNvPr id="21" name="Ink 20">
                  <a:extLst>
                    <a:ext uri="{FF2B5EF4-FFF2-40B4-BE49-F238E27FC236}">
                      <a16:creationId xmlns:a16="http://schemas.microsoft.com/office/drawing/2014/main" id="{3DCBD71B-477E-2AA9-2829-D8DABC7635C3}"/>
                    </a:ext>
                  </a:extLst>
                </p:cNvPr>
                <p:cNvPicPr/>
                <p:nvPr/>
              </p:nvPicPr>
              <p:blipFill>
                <a:blip r:embed="rId26"/>
                <a:stretch>
                  <a:fillRect/>
                </a:stretch>
              </p:blipFill>
              <p:spPr>
                <a:xfrm>
                  <a:off x="6036955" y="5021110"/>
                  <a:ext cx="223200" cy="51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337BE7D9-F7A4-1A08-3A4E-F8680D2941F6}"/>
                  </a:ext>
                </a:extLst>
              </p14:cNvPr>
              <p14:cNvContentPartPr/>
              <p14:nvPr/>
            </p14:nvContentPartPr>
            <p14:xfrm>
              <a:off x="6438715" y="5032630"/>
              <a:ext cx="519120" cy="50040"/>
            </p14:xfrm>
          </p:contentPart>
        </mc:Choice>
        <mc:Fallback xmlns="">
          <p:pic>
            <p:nvPicPr>
              <p:cNvPr id="23" name="Ink 22">
                <a:extLst>
                  <a:ext uri="{FF2B5EF4-FFF2-40B4-BE49-F238E27FC236}">
                    <a16:creationId xmlns:a16="http://schemas.microsoft.com/office/drawing/2014/main" id="{337BE7D9-F7A4-1A08-3A4E-F8680D2941F6}"/>
                  </a:ext>
                </a:extLst>
              </p:cNvPr>
              <p:cNvPicPr/>
              <p:nvPr/>
            </p:nvPicPr>
            <p:blipFill>
              <a:blip r:embed="rId28"/>
              <a:stretch>
                <a:fillRect/>
              </a:stretch>
            </p:blipFill>
            <p:spPr>
              <a:xfrm>
                <a:off x="6432595" y="5026510"/>
                <a:ext cx="5313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4A983C91-7B21-B43C-2F85-67CA8C44DD0F}"/>
                  </a:ext>
                </a:extLst>
              </p14:cNvPr>
              <p14:cNvContentPartPr/>
              <p14:nvPr/>
            </p14:nvContentPartPr>
            <p14:xfrm>
              <a:off x="5259355" y="5526190"/>
              <a:ext cx="270720" cy="104760"/>
            </p14:xfrm>
          </p:contentPart>
        </mc:Choice>
        <mc:Fallback xmlns="">
          <p:pic>
            <p:nvPicPr>
              <p:cNvPr id="24" name="Ink 23">
                <a:extLst>
                  <a:ext uri="{FF2B5EF4-FFF2-40B4-BE49-F238E27FC236}">
                    <a16:creationId xmlns:a16="http://schemas.microsoft.com/office/drawing/2014/main" id="{4A983C91-7B21-B43C-2F85-67CA8C44DD0F}"/>
                  </a:ext>
                </a:extLst>
              </p:cNvPr>
              <p:cNvPicPr/>
              <p:nvPr/>
            </p:nvPicPr>
            <p:blipFill>
              <a:blip r:embed="rId30"/>
              <a:stretch>
                <a:fillRect/>
              </a:stretch>
            </p:blipFill>
            <p:spPr>
              <a:xfrm>
                <a:off x="5253235" y="5520070"/>
                <a:ext cx="2829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837A785F-F4C8-2E90-769D-457F35400C41}"/>
                  </a:ext>
                </a:extLst>
              </p14:cNvPr>
              <p14:cNvContentPartPr/>
              <p14:nvPr/>
            </p14:nvContentPartPr>
            <p14:xfrm>
              <a:off x="4334515" y="6072670"/>
              <a:ext cx="375120" cy="93600"/>
            </p14:xfrm>
          </p:contentPart>
        </mc:Choice>
        <mc:Fallback xmlns="">
          <p:pic>
            <p:nvPicPr>
              <p:cNvPr id="26" name="Ink 25">
                <a:extLst>
                  <a:ext uri="{FF2B5EF4-FFF2-40B4-BE49-F238E27FC236}">
                    <a16:creationId xmlns:a16="http://schemas.microsoft.com/office/drawing/2014/main" id="{837A785F-F4C8-2E90-769D-457F35400C41}"/>
                  </a:ext>
                </a:extLst>
              </p:cNvPr>
              <p:cNvPicPr/>
              <p:nvPr/>
            </p:nvPicPr>
            <p:blipFill>
              <a:blip r:embed="rId32"/>
              <a:stretch>
                <a:fillRect/>
              </a:stretch>
            </p:blipFill>
            <p:spPr>
              <a:xfrm>
                <a:off x="4328395" y="6066550"/>
                <a:ext cx="3873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A010EA4A-E1B2-2A80-7CB4-DCD2D4FF8DE4}"/>
                  </a:ext>
                </a:extLst>
              </p14:cNvPr>
              <p14:cNvContentPartPr/>
              <p14:nvPr/>
            </p14:nvContentPartPr>
            <p14:xfrm>
              <a:off x="5121115" y="2934190"/>
              <a:ext cx="482400" cy="424080"/>
            </p14:xfrm>
          </p:contentPart>
        </mc:Choice>
        <mc:Fallback xmlns="">
          <p:pic>
            <p:nvPicPr>
              <p:cNvPr id="27" name="Ink 26">
                <a:extLst>
                  <a:ext uri="{FF2B5EF4-FFF2-40B4-BE49-F238E27FC236}">
                    <a16:creationId xmlns:a16="http://schemas.microsoft.com/office/drawing/2014/main" id="{A010EA4A-E1B2-2A80-7CB4-DCD2D4FF8DE4}"/>
                  </a:ext>
                </a:extLst>
              </p:cNvPr>
              <p:cNvPicPr/>
              <p:nvPr/>
            </p:nvPicPr>
            <p:blipFill>
              <a:blip r:embed="rId34"/>
              <a:stretch>
                <a:fillRect/>
              </a:stretch>
            </p:blipFill>
            <p:spPr>
              <a:xfrm>
                <a:off x="5114995" y="2928070"/>
                <a:ext cx="494640" cy="436320"/>
              </a:xfrm>
              <a:prstGeom prst="rect">
                <a:avLst/>
              </a:prstGeom>
            </p:spPr>
          </p:pic>
        </mc:Fallback>
      </mc:AlternateContent>
      <p:grpSp>
        <p:nvGrpSpPr>
          <p:cNvPr id="30" name="Group 29">
            <a:extLst>
              <a:ext uri="{FF2B5EF4-FFF2-40B4-BE49-F238E27FC236}">
                <a16:creationId xmlns:a16="http://schemas.microsoft.com/office/drawing/2014/main" id="{56157C3B-5C90-C798-2D29-0399CEA5E16C}"/>
              </a:ext>
            </a:extLst>
          </p:cNvPr>
          <p:cNvGrpSpPr/>
          <p:nvPr/>
        </p:nvGrpSpPr>
        <p:grpSpPr>
          <a:xfrm>
            <a:off x="6047035" y="6075910"/>
            <a:ext cx="1590480" cy="168840"/>
            <a:chOff x="6047035" y="6075910"/>
            <a:chExt cx="1590480" cy="168840"/>
          </a:xfrm>
        </p:grpSpPr>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2061FEDD-BBF0-9846-23AD-42B09AD8B76E}"/>
                    </a:ext>
                  </a:extLst>
                </p14:cNvPr>
                <p14:cNvContentPartPr/>
                <p14:nvPr/>
              </p14:nvContentPartPr>
              <p14:xfrm>
                <a:off x="6047035" y="6164830"/>
                <a:ext cx="941400" cy="79920"/>
              </p14:xfrm>
            </p:contentPart>
          </mc:Choice>
          <mc:Fallback xmlns="">
            <p:pic>
              <p:nvPicPr>
                <p:cNvPr id="28" name="Ink 27">
                  <a:extLst>
                    <a:ext uri="{FF2B5EF4-FFF2-40B4-BE49-F238E27FC236}">
                      <a16:creationId xmlns:a16="http://schemas.microsoft.com/office/drawing/2014/main" id="{2061FEDD-BBF0-9846-23AD-42B09AD8B76E}"/>
                    </a:ext>
                  </a:extLst>
                </p:cNvPr>
                <p:cNvPicPr/>
                <p:nvPr/>
              </p:nvPicPr>
              <p:blipFill>
                <a:blip r:embed="rId36"/>
                <a:stretch>
                  <a:fillRect/>
                </a:stretch>
              </p:blipFill>
              <p:spPr>
                <a:xfrm>
                  <a:off x="6040915" y="6158710"/>
                  <a:ext cx="9536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39B5ECAF-FBC9-45E4-A957-F6338A321259}"/>
                    </a:ext>
                  </a:extLst>
                </p14:cNvPr>
                <p14:cNvContentPartPr/>
                <p14:nvPr/>
              </p14:nvContentPartPr>
              <p14:xfrm>
                <a:off x="6792235" y="6075910"/>
                <a:ext cx="845280" cy="143280"/>
              </p14:xfrm>
            </p:contentPart>
          </mc:Choice>
          <mc:Fallback xmlns="">
            <p:pic>
              <p:nvPicPr>
                <p:cNvPr id="29" name="Ink 28">
                  <a:extLst>
                    <a:ext uri="{FF2B5EF4-FFF2-40B4-BE49-F238E27FC236}">
                      <a16:creationId xmlns:a16="http://schemas.microsoft.com/office/drawing/2014/main" id="{39B5ECAF-FBC9-45E4-A957-F6338A321259}"/>
                    </a:ext>
                  </a:extLst>
                </p:cNvPr>
                <p:cNvPicPr/>
                <p:nvPr/>
              </p:nvPicPr>
              <p:blipFill>
                <a:blip r:embed="rId38"/>
                <a:stretch>
                  <a:fillRect/>
                </a:stretch>
              </p:blipFill>
              <p:spPr>
                <a:xfrm>
                  <a:off x="6786115" y="6069790"/>
                  <a:ext cx="857520" cy="155520"/>
                </a:xfrm>
                <a:prstGeom prst="rect">
                  <a:avLst/>
                </a:prstGeom>
              </p:spPr>
            </p:pic>
          </mc:Fallback>
        </mc:AlternateContent>
      </p:grpSp>
    </p:spTree>
    <p:extLst>
      <p:ext uri="{BB962C8B-B14F-4D97-AF65-F5344CB8AC3E}">
        <p14:creationId xmlns:p14="http://schemas.microsoft.com/office/powerpoint/2010/main" val="168514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Bernoulli distribution: Applications</a:t>
            </a:r>
          </a:p>
        </p:txBody>
      </p:sp>
      <p:sp>
        <p:nvSpPr>
          <p:cNvPr id="3" name="Text Placeholder 2"/>
          <p:cNvSpPr>
            <a:spLocks noGrp="1"/>
          </p:cNvSpPr>
          <p:nvPr>
            <p:ph type="body" sz="quarter" idx="13"/>
          </p:nvPr>
        </p:nvSpPr>
        <p:spPr>
          <a:xfrm>
            <a:off x="1066800" y="1143000"/>
            <a:ext cx="10363200" cy="4648200"/>
          </a:xfrm>
        </p:spPr>
        <p:txBody>
          <a:bodyPr>
            <a:noAutofit/>
          </a:bodyPr>
          <a:lstStyle/>
          <a:p>
            <a:pPr marL="457200" indent="-457200" algn="just" fontAlgn="base">
              <a:lnSpc>
                <a:spcPct val="150000"/>
              </a:lnSpc>
              <a:spcBef>
                <a:spcPts val="0"/>
              </a:spcBef>
              <a:buAutoNum type="arabicPeriod"/>
            </a:pPr>
            <a:r>
              <a:rPr lang="en-US" sz="2000" b="1" dirty="0">
                <a:solidFill>
                  <a:srgbClr val="273239"/>
                </a:solidFill>
                <a:latin typeface="+mn-lt"/>
              </a:rPr>
              <a:t>Quality Control:</a:t>
            </a:r>
            <a:r>
              <a:rPr lang="en-US" sz="2000" dirty="0">
                <a:solidFill>
                  <a:srgbClr val="273239"/>
                </a:solidFill>
                <a:latin typeface="+mn-lt"/>
              </a:rPr>
              <a:t> In manufacturing, every product undergoes quality checks. Bernoulli Distribution helps assess whether a product passes (success) or fails (failure) the quality standards. </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Market Research:</a:t>
            </a:r>
            <a:r>
              <a:rPr lang="en-US" sz="2000" dirty="0">
                <a:solidFill>
                  <a:srgbClr val="273239"/>
                </a:solidFill>
                <a:latin typeface="+mn-lt"/>
              </a:rPr>
              <a:t> Bernoulli Distribution is useful in surveys and market research when dealing with yes/no questions.</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Risk Assessment:</a:t>
            </a:r>
            <a:r>
              <a:rPr lang="en-US" sz="2000" dirty="0">
                <a:solidFill>
                  <a:srgbClr val="273239"/>
                </a:solidFill>
                <a:latin typeface="+mn-lt"/>
              </a:rPr>
              <a:t> In the context of risk management, the Bernoulli Distribution can be applied to model events with binary outcomes, such as a financial investment succeeding (success) or failing (failure). </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Marketing Campaigns:</a:t>
            </a:r>
            <a:r>
              <a:rPr lang="en-US" sz="2000" dirty="0">
                <a:solidFill>
                  <a:srgbClr val="273239"/>
                </a:solidFill>
                <a:latin typeface="+mn-lt"/>
              </a:rPr>
              <a:t> Businesses use Bernoulli Distribution to measure the effectiveness of marketing campaigns. </a:t>
            </a:r>
            <a:endParaRPr lang="en-US" sz="2000" b="1" dirty="0">
              <a:solidFill>
                <a:srgbClr val="273239"/>
              </a:solidFill>
              <a:latin typeface="+mn-lt"/>
            </a:endParaRPr>
          </a:p>
          <a:p>
            <a:endParaRPr lang="en-IN" sz="2000" dirty="0"/>
          </a:p>
        </p:txBody>
      </p:sp>
    </p:spTree>
    <p:extLst>
      <p:ext uri="{BB962C8B-B14F-4D97-AF65-F5344CB8AC3E}">
        <p14:creationId xmlns:p14="http://schemas.microsoft.com/office/powerpoint/2010/main" val="219544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36"/>
            <a:ext cx="9321800" cy="764364"/>
          </a:xfrm>
        </p:spPr>
        <p:txBody>
          <a:bodyPr/>
          <a:lstStyle/>
          <a:p>
            <a:r>
              <a:rPr lang="en-IN" dirty="0"/>
              <a:t>Binomial  Distribution </a:t>
            </a:r>
          </a:p>
        </p:txBody>
      </p:sp>
      <p:sp>
        <p:nvSpPr>
          <p:cNvPr id="4" name="Round Diagonal Corner Rectangle 3"/>
          <p:cNvSpPr/>
          <p:nvPr/>
        </p:nvSpPr>
        <p:spPr>
          <a:xfrm>
            <a:off x="5175810" y="1143000"/>
            <a:ext cx="1512487"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5" name="Group 4"/>
          <p:cNvGrpSpPr/>
          <p:nvPr/>
        </p:nvGrpSpPr>
        <p:grpSpPr>
          <a:xfrm rot="5400000">
            <a:off x="8869144" y="-771343"/>
            <a:ext cx="1075027" cy="4961084"/>
            <a:chOff x="365910" y="3029864"/>
            <a:chExt cx="7067429" cy="629858"/>
          </a:xfrm>
          <a:effectLst>
            <a:outerShdw blurRad="101600" sx="102000" sy="102000" algn="ctr" rotWithShape="0">
              <a:prstClr val="black">
                <a:alpha val="26000"/>
              </a:prstClr>
            </a:outerShdw>
          </a:effectLst>
        </p:grpSpPr>
        <p:sp>
          <p:nvSpPr>
            <p:cNvPr id="6" name="Rectangle 5"/>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dirty="0">
                  <a:solidFill>
                    <a:prstClr val="black"/>
                  </a:solidFill>
                  <a:cs typeface="Arial" charset="0"/>
                </a:rPr>
                <a:t>A random variable ‘X’ is said to have Binomial distribution if its probability mass function is given by</a:t>
              </a:r>
              <a:endParaRPr lang="en-US" sz="2000" dirty="0">
                <a:solidFill>
                  <a:prstClr val="black"/>
                </a:solidFill>
              </a:endParaRPr>
            </a:p>
          </p:txBody>
        </p:sp>
        <p:sp>
          <p:nvSpPr>
            <p:cNvPr id="7" name="Rectangle 6"/>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8" name="Rectangle 7"/>
            <p:cNvSpPr/>
            <p:nvPr/>
          </p:nvSpPr>
          <p:spPr>
            <a:xfrm rot="16200000">
              <a:off x="7033212" y="3259589"/>
              <a:ext cx="629852" cy="170402"/>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9" name="Group 8"/>
          <p:cNvGrpSpPr/>
          <p:nvPr/>
        </p:nvGrpSpPr>
        <p:grpSpPr>
          <a:xfrm>
            <a:off x="5454022" y="1585591"/>
            <a:ext cx="1472094" cy="291734"/>
            <a:chOff x="1965255" y="2633483"/>
            <a:chExt cx="1197863" cy="1179049"/>
          </a:xfrm>
        </p:grpSpPr>
        <p:cxnSp>
          <p:nvCxnSpPr>
            <p:cNvPr id="10" name="Straight Connector 9"/>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5400000">
            <a:off x="8754369" y="1308889"/>
            <a:ext cx="1469805" cy="3586547"/>
            <a:chOff x="525566" y="3029864"/>
            <a:chExt cx="7236859" cy="629856"/>
          </a:xfrm>
          <a:effectLst>
            <a:outerShdw blurRad="101600" sx="102000" sy="102000" algn="ctr" rotWithShape="0">
              <a:prstClr val="black">
                <a:alpha val="26000"/>
              </a:prstClr>
            </a:outerShdw>
          </a:effectLst>
        </p:grpSpPr>
        <p:sp>
          <p:nvSpPr>
            <p:cNvPr id="13" name="Rectangle 12"/>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4" name="Rectangle 13"/>
            <p:cNvSpPr/>
            <p:nvPr/>
          </p:nvSpPr>
          <p:spPr>
            <a:xfrm rot="16200000" flipV="1">
              <a:off x="340644" y="3214786"/>
              <a:ext cx="629852" cy="260007"/>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5" name="Rectangle 14"/>
            <p:cNvSpPr/>
            <p:nvPr/>
          </p:nvSpPr>
          <p:spPr>
            <a:xfrm rot="16200000">
              <a:off x="7317497" y="3214787"/>
              <a:ext cx="629852"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6" name="Group 15"/>
          <p:cNvGrpSpPr/>
          <p:nvPr/>
        </p:nvGrpSpPr>
        <p:grpSpPr>
          <a:xfrm>
            <a:off x="7153947" y="2201081"/>
            <a:ext cx="511147" cy="443681"/>
            <a:chOff x="1965255" y="2633483"/>
            <a:chExt cx="1197863" cy="1179049"/>
          </a:xfrm>
        </p:grpSpPr>
        <p:cxnSp>
          <p:nvCxnSpPr>
            <p:cNvPr id="17" name="Straight Connector 16"/>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9" name="Picture 18"/>
          <p:cNvPicPr>
            <a:picLocks noChangeAspect="1"/>
          </p:cNvPicPr>
          <p:nvPr/>
        </p:nvPicPr>
        <p:blipFill>
          <a:blip r:embed="rId2"/>
          <a:stretch>
            <a:fillRect/>
          </a:stretch>
        </p:blipFill>
        <p:spPr>
          <a:xfrm>
            <a:off x="7786552" y="2479778"/>
            <a:ext cx="3405416" cy="1220197"/>
          </a:xfrm>
          <a:prstGeom prst="rect">
            <a:avLst/>
          </a:prstGeom>
        </p:spPr>
      </p:pic>
      <p:sp>
        <p:nvSpPr>
          <p:cNvPr id="21" name="TextBox 20">
            <a:extLst>
              <a:ext uri="{FF2B5EF4-FFF2-40B4-BE49-F238E27FC236}">
                <a16:creationId xmlns:a16="http://schemas.microsoft.com/office/drawing/2014/main" id="{25B27AAF-469C-49D9-B322-D5E08654D35F}"/>
              </a:ext>
            </a:extLst>
          </p:cNvPr>
          <p:cNvSpPr txBox="1"/>
          <p:nvPr/>
        </p:nvSpPr>
        <p:spPr>
          <a:xfrm>
            <a:off x="172544" y="1291254"/>
            <a:ext cx="4780456" cy="4538165"/>
          </a:xfrm>
          <a:prstGeom prst="rect">
            <a:avLst/>
          </a:prstGeom>
          <a:noFill/>
        </p:spPr>
        <p:txBody>
          <a:bodyPr wrap="square">
            <a:spAutoFit/>
          </a:bodyPr>
          <a:lstStyle/>
          <a:p>
            <a:pPr marL="228600" marR="0" lvl="0" indent="-228600" algn="just" defTabSz="914400" rtl="0" eaLnBrk="1" fontAlgn="auto" latinLnBrk="0" hangingPunct="1">
              <a:spcBef>
                <a:spcPts val="0"/>
              </a:spcBef>
              <a:spcAft>
                <a:spcPts val="0"/>
              </a:spcAft>
              <a:buClrTx/>
              <a:buSzTx/>
              <a:buFont typeface="Wingdings" panose="05000000000000000000"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Binomial distribution is a discrete probability distribution.</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just" defTabSz="914400" rtl="0" eaLnBrk="1" fontAlgn="auto" latinLnBrk="0" hangingPunct="1">
              <a:spcBef>
                <a:spcPts val="0"/>
              </a:spcBef>
              <a:spcAft>
                <a:spcPts val="0"/>
              </a:spcAft>
              <a:buClrTx/>
              <a:buSzTx/>
              <a:buFont typeface="Wingdings" panose="05000000000000000000"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Binomial distribution will be applied under the following experimental conditions</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The number of trials (n) is finite</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 The trials are independent of each other</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 The probability of success p is constant for</a:t>
            </a:r>
          </a:p>
          <a:p>
            <a:pPr marR="0" lvl="0" algn="just" defTabSz="914400" rtl="0" eaLnBrk="1" fontAlgn="auto" latinLnBrk="0" hangingPunct="1">
              <a:lnSpc>
                <a:spcPct val="150000"/>
              </a:lnSpc>
              <a:spcBef>
                <a:spcPts val="0"/>
              </a:spcBef>
              <a:spcAft>
                <a:spcPts val="0"/>
              </a:spcAft>
              <a:buClrTx/>
              <a:buSzTx/>
              <a:tabLst/>
              <a:defRPr/>
            </a:pPr>
            <a:r>
              <a:rPr lang="en-US" dirty="0">
                <a:solidFill>
                  <a:prstClr val="black"/>
                </a:solidFill>
                <a:latin typeface="Calibri"/>
              </a:rPr>
              <a:t>   </a:t>
            </a:r>
            <a:r>
              <a:rPr kumimoji="0" lang="en-US" b="0" i="0" u="none" strike="noStrike" kern="1200" cap="none" spc="0" normalizeH="0" baseline="0" noProof="0" dirty="0">
                <a:ln>
                  <a:noFill/>
                </a:ln>
                <a:solidFill>
                  <a:prstClr val="black"/>
                </a:solidFill>
                <a:effectLst/>
                <a:uLnTx/>
                <a:uFillTx/>
                <a:latin typeface="Calibri"/>
                <a:ea typeface="+mn-ea"/>
                <a:cs typeface="+mn-cs"/>
              </a:rPr>
              <a:t>   each trial.</a:t>
            </a: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Each trial results in two mutually exclusive events known as success and failure.</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1322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8"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Mean &amp; Variance</a:t>
            </a:r>
          </a:p>
        </p:txBody>
      </p:sp>
      <mc:AlternateContent xmlns:mc="http://schemas.openxmlformats.org/markup-compatibility/2006" xmlns:a14="http://schemas.microsoft.com/office/drawing/2010/main">
        <mc:Choice Requires="a14">
          <p:sp>
            <p:nvSpPr>
              <p:cNvPr id="5" name="Rectangle 4"/>
              <p:cNvSpPr/>
              <p:nvPr/>
            </p:nvSpPr>
            <p:spPr>
              <a:xfrm>
                <a:off x="838200" y="1135713"/>
                <a:ext cx="8839200" cy="5486887"/>
              </a:xfrm>
              <a:prstGeom prst="rect">
                <a:avLst/>
              </a:prstGeom>
            </p:spPr>
            <p:txBody>
              <a:bodyPr wrap="square">
                <a:spAutoFit/>
              </a:bodyPr>
              <a:lstStyle/>
              <a:p>
                <a:pPr marL="285750" indent="-285750">
                  <a:buFont typeface="Courier New" panose="02070309020205020404" pitchFamily="49" charset="0"/>
                  <a:buChar char="o"/>
                </a:pPr>
                <a:r>
                  <a:rPr lang="en-US" b="1" dirty="0">
                    <a:solidFill>
                      <a:srgbClr val="7030A0"/>
                    </a:solidFill>
                  </a:rPr>
                  <a:t>The expected value of a Binomial random variable X is </a:t>
                </a:r>
                <a14:m>
                  <m:oMath xmlns:m="http://schemas.openxmlformats.org/officeDocument/2006/math">
                    <m:r>
                      <a:rPr lang="en-US" b="1" i="1">
                        <a:solidFill>
                          <a:srgbClr val="7030A0"/>
                        </a:solidFill>
                        <a:latin typeface="Cambria Math" panose="02040503050406030204" pitchFamily="18" charset="0"/>
                      </a:rPr>
                      <m:t>𝐄</m:t>
                    </m:r>
                    <m:d>
                      <m:dPr>
                        <m:begChr m:val="["/>
                        <m:endChr m:val="]"/>
                        <m:ctrlPr>
                          <a:rPr lang="en-US" b="1" i="1">
                            <a:solidFill>
                              <a:srgbClr val="7030A0"/>
                            </a:solidFill>
                            <a:latin typeface="Cambria Math" panose="02040503050406030204" pitchFamily="18" charset="0"/>
                          </a:rPr>
                        </m:ctrlPr>
                      </m:dPr>
                      <m:e>
                        <m:r>
                          <a:rPr lang="en-US" b="1" i="1">
                            <a:solidFill>
                              <a:srgbClr val="7030A0"/>
                            </a:solidFill>
                            <a:latin typeface="Cambria Math" panose="02040503050406030204" pitchFamily="18" charset="0"/>
                          </a:rPr>
                          <m:t>𝑿</m:t>
                        </m:r>
                      </m:e>
                    </m:d>
                    <m:r>
                      <a:rPr lang="en-US" b="1" i="1">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𝒏</m:t>
                    </m:r>
                    <m:r>
                      <a:rPr lang="en-US" b="1" i="1">
                        <a:solidFill>
                          <a:srgbClr val="7030A0"/>
                        </a:solidFill>
                        <a:latin typeface="Cambria Math" panose="02040503050406030204" pitchFamily="18" charset="0"/>
                      </a:rPr>
                      <m:t>𝒑</m:t>
                    </m:r>
                  </m:oMath>
                </a14:m>
                <a:endParaRPr lang="en-US" b="1" dirty="0">
                  <a:solidFill>
                    <a:srgbClr val="7030A0"/>
                  </a:solidFill>
                </a:endParaRPr>
              </a:p>
              <a:p>
                <a:r>
                  <a:rPr lang="en-US" dirty="0"/>
                  <a:t>Proof:</a:t>
                </a:r>
              </a:p>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𝐸</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e>
                      </m:d>
                      <m:r>
                        <a:rPr lang="en-US" i="1" smtClean="0">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nary>
                      <m:r>
                        <a:rPr lang="en-US" i="1">
                          <a:latin typeface="Cambria Math" panose="02040503050406030204" pitchFamily="18" charset="0"/>
                        </a:rPr>
                        <m:t>]</m:t>
                      </m:r>
                      <m:r>
                        <a:rPr lang="en-US">
                          <a:latin typeface="Cambria Math" panose="02040503050406030204" pitchFamily="18" charset="0"/>
                        </a:rPr>
                        <m:t> (</m:t>
                      </m:r>
                      <m:r>
                        <a:rPr lang="en-US" i="1">
                          <a:latin typeface="Cambria Math" panose="02040503050406030204" pitchFamily="18" charset="0"/>
                        </a:rPr>
                        <m:t>𝑟𝑒𝑝𝑟𝑒𝑠𝑒𝑛𝑡𝑎𝑡𝑖𝑜𝑛</m:t>
                      </m:r>
                      <m:r>
                        <a:rPr lang="en-US">
                          <a:latin typeface="Cambria Math" panose="02040503050406030204" pitchFamily="18" charset="0"/>
                        </a:rPr>
                        <m:t> </m:t>
                      </m:r>
                      <m:r>
                        <a:rPr lang="en-US" i="1">
                          <a:latin typeface="Cambria Math" panose="02040503050406030204" pitchFamily="18" charset="0"/>
                        </a:rPr>
                        <m:t>𝑎𝑠</m:t>
                      </m:r>
                      <m:r>
                        <a:rPr lang="en-US">
                          <a:latin typeface="Cambria Math" panose="02040503050406030204" pitchFamily="18" charset="0"/>
                        </a:rPr>
                        <m:t> </m:t>
                      </m:r>
                      <m:r>
                        <a:rPr lang="en-US" i="1">
                          <a:latin typeface="Cambria Math" panose="02040503050406030204" pitchFamily="18" charset="0"/>
                        </a:rPr>
                        <m:t>𝑎</m:t>
                      </m:r>
                      <m:r>
                        <a:rPr lang="en-US">
                          <a:latin typeface="Cambria Math" panose="02040503050406030204" pitchFamily="18" charset="0"/>
                        </a:rPr>
                        <m:t> </m:t>
                      </m:r>
                      <m:r>
                        <a:rPr lang="en-US" i="1">
                          <a:latin typeface="Cambria Math" panose="02040503050406030204" pitchFamily="18" charset="0"/>
                        </a:rPr>
                        <m:t>𝑠𝑢𝑚</m:t>
                      </m:r>
                      <m:r>
                        <a:rPr lang="en-US">
                          <a:latin typeface="Cambria Math" panose="02040503050406030204" pitchFamily="18" charset="0"/>
                        </a:rPr>
                        <m:t> </m:t>
                      </m:r>
                      <m:r>
                        <a:rPr lang="en-US" i="1">
                          <a:latin typeface="Cambria Math" panose="02040503050406030204" pitchFamily="18" charset="0"/>
                        </a:rPr>
                        <m:t>𝑜𝑓</m:t>
                      </m:r>
                      <m:r>
                        <a:rPr lang="en-US">
                          <a:latin typeface="Cambria Math" panose="02040503050406030204" pitchFamily="18" charset="0"/>
                        </a:rPr>
                        <m:t> </m:t>
                      </m:r>
                      <m:r>
                        <a:rPr lang="en-US" i="1">
                          <a:latin typeface="Cambria Math" panose="02040503050406030204" pitchFamily="18" charset="0"/>
                        </a:rPr>
                        <m:t>𝑛</m:t>
                      </m:r>
                      <m:r>
                        <m:rPr>
                          <m:nor/>
                        </m:rPr>
                        <a:rPr lang="en-US"/>
                        <m:t> </m:t>
                      </m:r>
                      <m:r>
                        <m:rPr>
                          <m:nor/>
                        </m:rPr>
                        <a:rPr lang="en-US"/>
                        <m:t>independent</m:t>
                      </m:r>
                      <m:r>
                        <m:rPr>
                          <m:nor/>
                        </m:rPr>
                        <a:rPr lang="en-US"/>
                        <m:t> </m:t>
                      </m:r>
                      <m:r>
                        <m:rPr>
                          <m:nor/>
                        </m:rPr>
                        <a:rPr lang="en-US"/>
                        <m:t>Bernoulli</m:t>
                      </m:r>
                      <m:r>
                        <m:rPr>
                          <m:nor/>
                        </m:rPr>
                        <a:rPr lang="en-US"/>
                        <m:t> </m:t>
                      </m:r>
                      <m:r>
                        <m:rPr>
                          <m:nor/>
                        </m:rPr>
                        <a:rPr lang="en-US"/>
                        <m:t>r</m:t>
                      </m:r>
                      <m:r>
                        <m:rPr>
                          <m:nor/>
                        </m:rPr>
                        <a:rPr lang="en-US"/>
                        <m:t>.</m:t>
                      </m:r>
                      <m:r>
                        <m:rPr>
                          <m:nor/>
                        </m:rPr>
                        <a:rPr lang="en-US"/>
                        <m:t>v</m:t>
                      </m:r>
                      <m:r>
                        <m:rPr>
                          <m:nor/>
                        </m:rPr>
                        <a:rPr lang="en-US"/>
                        <m:t>.)</m:t>
                      </m:r>
                    </m:oMath>
                  </m:oMathPara>
                </a14:m>
                <a:endParaRPr lang="en-US" dirty="0"/>
              </a:p>
              <a:p>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m:rPr>
                            <m:sty m:val="p"/>
                          </m:rPr>
                          <a:rPr lang="en-US">
                            <a:latin typeface="Cambria Math" panose="02040503050406030204" pitchFamily="18" charset="0"/>
                          </a:rPr>
                          <m:t>E</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(linearity of the expected value)</a:t>
                </a:r>
              </a:p>
              <a:p>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𝑝</m:t>
                        </m:r>
                      </m:e>
                    </m:nary>
                  </m:oMath>
                </a14:m>
                <a:r>
                  <a:rPr lang="en-US" dirty="0"/>
                  <a:t> (expected value of a Bernoulli </a:t>
                </a:r>
                <a:r>
                  <a:rPr lang="en-US" dirty="0" err="1"/>
                  <a:t>r.v</a:t>
                </a:r>
                <a:r>
                  <a:rPr lang="en-US" dirty="0"/>
                  <a:t>.)</a:t>
                </a:r>
              </a:p>
              <a:p>
                <a:r>
                  <a:rPr lang="en-US" dirty="0">
                    <a:solidFill>
                      <a:srgbClr val="7030A0"/>
                    </a:solidFill>
                  </a:rPr>
                  <a:t>                        </a:t>
                </a:r>
                <a14:m>
                  <m:oMath xmlns:m="http://schemas.openxmlformats.org/officeDocument/2006/math">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𝑛𝑝</m:t>
                    </m:r>
                  </m:oMath>
                </a14:m>
                <a:endParaRPr lang="en-US" dirty="0">
                  <a:solidFill>
                    <a:srgbClr val="7030A0"/>
                  </a:solidFill>
                </a:endParaRPr>
              </a:p>
              <a:p>
                <a:endParaRPr lang="en-US" dirty="0">
                  <a:solidFill>
                    <a:srgbClr val="7030A0"/>
                  </a:solidFill>
                </a:endParaRPr>
              </a:p>
              <a:p>
                <a:pPr marL="285750" indent="-285750">
                  <a:buFont typeface="Courier New" panose="02070309020205020404" pitchFamily="49" charset="0"/>
                  <a:buChar char="o"/>
                </a:pPr>
                <a:r>
                  <a:rPr lang="en-US" b="1" dirty="0">
                    <a:solidFill>
                      <a:srgbClr val="7030A0"/>
                    </a:solidFill>
                  </a:rPr>
                  <a:t>The variance of a Binomial random variable X is Var</a:t>
                </a:r>
                <a14:m>
                  <m:oMath xmlns:m="http://schemas.openxmlformats.org/officeDocument/2006/math">
                    <m:d>
                      <m:dPr>
                        <m:begChr m:val="["/>
                        <m:endChr m:val="]"/>
                        <m:ctrlPr>
                          <a:rPr lang="en-US" b="1" i="1">
                            <a:solidFill>
                              <a:srgbClr val="7030A0"/>
                            </a:solidFill>
                            <a:latin typeface="Cambria Math" panose="02040503050406030204" pitchFamily="18" charset="0"/>
                          </a:rPr>
                        </m:ctrlPr>
                      </m:dPr>
                      <m:e>
                        <m:r>
                          <a:rPr lang="en-US" b="1" i="1">
                            <a:solidFill>
                              <a:srgbClr val="7030A0"/>
                            </a:solidFill>
                            <a:latin typeface="Cambria Math" panose="02040503050406030204" pitchFamily="18" charset="0"/>
                          </a:rPr>
                          <m:t>𝑿</m:t>
                        </m:r>
                      </m:e>
                    </m:d>
                    <m:r>
                      <a:rPr lang="en-US" b="1" i="1">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𝒏</m:t>
                    </m:r>
                    <m:r>
                      <a:rPr lang="en-US" b="1" i="1">
                        <a:solidFill>
                          <a:srgbClr val="7030A0"/>
                        </a:solidFill>
                        <a:latin typeface="Cambria Math" panose="02040503050406030204" pitchFamily="18" charset="0"/>
                      </a:rPr>
                      <m:t>𝒑</m:t>
                    </m:r>
                    <m:r>
                      <a:rPr lang="en-US" b="1" i="1" smtClean="0">
                        <a:solidFill>
                          <a:srgbClr val="7030A0"/>
                        </a:solidFill>
                        <a:latin typeface="Cambria Math" panose="02040503050406030204" pitchFamily="18" charset="0"/>
                      </a:rPr>
                      <m:t>𝒒</m:t>
                    </m:r>
                  </m:oMath>
                </a14:m>
                <a:endParaRPr lang="en-US" b="1" dirty="0">
                  <a:solidFill>
                    <a:srgbClr val="7030A0"/>
                  </a:solidFill>
                </a:endParaRPr>
              </a:p>
              <a:p>
                <a:r>
                  <a:rPr lang="en-US" dirty="0">
                    <a:solidFill>
                      <a:srgbClr val="7030A0"/>
                    </a:solidFill>
                  </a:rPr>
                  <a:t>Proof:</a:t>
                </a:r>
              </a:p>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𝑉𝑎𝑟</m:t>
                      </m:r>
                      <m:d>
                        <m:dPr>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𝑥</m:t>
                          </m:r>
                        </m:e>
                      </m:d>
                      <m:r>
                        <a:rPr lang="en-US" i="1">
                          <a:latin typeface="Cambria Math" panose="02040503050406030204" pitchFamily="18" charset="0"/>
                        </a:rPr>
                        <m:t>=</m:t>
                      </m:r>
                      <m:r>
                        <a:rPr lang="en-US" b="0" i="1" smtClean="0">
                          <a:latin typeface="Cambria Math" panose="02040503050406030204" pitchFamily="18" charset="0"/>
                        </a:rPr>
                        <m:t>𝑉𝑎𝑟</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nary>
                      <m:r>
                        <a:rPr lang="en-US" i="1">
                          <a:latin typeface="Cambria Math" panose="02040503050406030204" pitchFamily="18" charset="0"/>
                        </a:rPr>
                        <m:t>]</m:t>
                      </m:r>
                      <m:r>
                        <a:rPr lang="en-US">
                          <a:latin typeface="Cambria Math" panose="02040503050406030204" pitchFamily="18" charset="0"/>
                        </a:rPr>
                        <m:t> (</m:t>
                      </m:r>
                      <m:r>
                        <a:rPr lang="en-US" i="1">
                          <a:latin typeface="Cambria Math" panose="02040503050406030204" pitchFamily="18" charset="0"/>
                        </a:rPr>
                        <m:t>𝑟𝑒𝑝𝑟𝑒𝑠𝑒𝑛𝑡𝑎𝑡𝑖𝑜𝑛</m:t>
                      </m:r>
                      <m:r>
                        <a:rPr lang="en-US">
                          <a:latin typeface="Cambria Math" panose="02040503050406030204" pitchFamily="18" charset="0"/>
                        </a:rPr>
                        <m:t> </m:t>
                      </m:r>
                      <m:r>
                        <a:rPr lang="en-US" i="1">
                          <a:latin typeface="Cambria Math" panose="02040503050406030204" pitchFamily="18" charset="0"/>
                        </a:rPr>
                        <m:t>𝑎𝑠</m:t>
                      </m:r>
                      <m:r>
                        <a:rPr lang="en-US">
                          <a:latin typeface="Cambria Math" panose="02040503050406030204" pitchFamily="18" charset="0"/>
                        </a:rPr>
                        <m:t> </m:t>
                      </m:r>
                      <m:r>
                        <a:rPr lang="en-US" i="1">
                          <a:latin typeface="Cambria Math" panose="02040503050406030204" pitchFamily="18" charset="0"/>
                        </a:rPr>
                        <m:t>𝑎</m:t>
                      </m:r>
                      <m:r>
                        <a:rPr lang="en-US">
                          <a:latin typeface="Cambria Math" panose="02040503050406030204" pitchFamily="18" charset="0"/>
                        </a:rPr>
                        <m:t> </m:t>
                      </m:r>
                      <m:r>
                        <a:rPr lang="en-US" i="1">
                          <a:latin typeface="Cambria Math" panose="02040503050406030204" pitchFamily="18" charset="0"/>
                        </a:rPr>
                        <m:t>𝑠𝑢𝑚</m:t>
                      </m:r>
                      <m:r>
                        <a:rPr lang="en-US">
                          <a:latin typeface="Cambria Math" panose="02040503050406030204" pitchFamily="18" charset="0"/>
                        </a:rPr>
                        <m:t> </m:t>
                      </m:r>
                      <m:r>
                        <a:rPr lang="en-US" i="1">
                          <a:latin typeface="Cambria Math" panose="02040503050406030204" pitchFamily="18" charset="0"/>
                        </a:rPr>
                        <m:t>𝑜𝑓</m:t>
                      </m:r>
                      <m:r>
                        <a:rPr lang="en-US">
                          <a:latin typeface="Cambria Math" panose="02040503050406030204" pitchFamily="18" charset="0"/>
                        </a:rPr>
                        <m:t> </m:t>
                      </m:r>
                      <m:r>
                        <a:rPr lang="en-US" i="1">
                          <a:latin typeface="Cambria Math" panose="02040503050406030204" pitchFamily="18" charset="0"/>
                        </a:rPr>
                        <m:t>𝑛</m:t>
                      </m:r>
                      <m:r>
                        <m:rPr>
                          <m:nor/>
                        </m:rPr>
                        <a:rPr lang="en-US"/>
                        <m:t> </m:t>
                      </m:r>
                      <m:r>
                        <m:rPr>
                          <m:nor/>
                        </m:rPr>
                        <a:rPr lang="en-US"/>
                        <m:t>independent</m:t>
                      </m:r>
                      <m:r>
                        <m:rPr>
                          <m:nor/>
                        </m:rPr>
                        <a:rPr lang="en-US"/>
                        <m:t> </m:t>
                      </m:r>
                      <m:r>
                        <m:rPr>
                          <m:nor/>
                        </m:rPr>
                        <a:rPr lang="en-US"/>
                        <m:t>Bernoulli</m:t>
                      </m:r>
                      <m:r>
                        <m:rPr>
                          <m:nor/>
                        </m:rPr>
                        <a:rPr lang="en-US"/>
                        <m:t> </m:t>
                      </m:r>
                      <m:r>
                        <m:rPr>
                          <m:nor/>
                        </m:rPr>
                        <a:rPr lang="en-US"/>
                        <m:t>r</m:t>
                      </m:r>
                      <m:r>
                        <m:rPr>
                          <m:nor/>
                        </m:rPr>
                        <a:rPr lang="en-US"/>
                        <m:t>.</m:t>
                      </m:r>
                      <m:r>
                        <m:rPr>
                          <m:nor/>
                        </m:rPr>
                        <a:rPr lang="en-US"/>
                        <m:t>v</m:t>
                      </m:r>
                      <m:r>
                        <m:rPr>
                          <m:nor/>
                        </m:rPr>
                        <a:rPr lang="en-US"/>
                        <m:t>.)</m:t>
                      </m:r>
                    </m:oMath>
                  </m:oMathPara>
                </a14:m>
                <a:endParaRPr lang="en-US" dirty="0"/>
              </a:p>
              <a:p>
                <a14:m>
                  <m:oMath xmlns:m="http://schemas.openxmlformats.org/officeDocument/2006/math">
                    <m:r>
                      <a:rPr lang="en-US" i="1">
                        <a:latin typeface="Cambria Math" panose="02040503050406030204" pitchFamily="18" charset="0"/>
                      </a:rPr>
                      <m:t>                         =</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𝑉𝑎𝑟</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(linearity of Variance of independent variable)</a:t>
                </a:r>
              </a:p>
              <a:p>
                <a14:m>
                  <m:oMath xmlns:m="http://schemas.openxmlformats.org/officeDocument/2006/math">
                    <m:r>
                      <a:rPr lang="en-US" i="1">
                        <a:latin typeface="Cambria Math" panose="02040503050406030204" pitchFamily="18" charset="0"/>
                      </a:rPr>
                      <m:t>                         =</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i="1">
                            <a:latin typeface="Cambria Math" panose="02040503050406030204" pitchFamily="18" charset="0"/>
                          </a:rPr>
                          <m:t>𝑝</m:t>
                        </m:r>
                        <m:r>
                          <a:rPr lang="en-US" b="0" i="1" smtClean="0">
                            <a:latin typeface="Cambria Math" panose="02040503050406030204" pitchFamily="18" charset="0"/>
                          </a:rPr>
                          <m:t>𝑞</m:t>
                        </m:r>
                      </m:e>
                    </m:nary>
                  </m:oMath>
                </a14:m>
                <a:r>
                  <a:rPr lang="en-US" dirty="0"/>
                  <a:t> (variance of a Bernoulli </a:t>
                </a:r>
                <a:r>
                  <a:rPr lang="en-US" dirty="0" err="1"/>
                  <a:t>r.v</a:t>
                </a:r>
                <a:r>
                  <a:rPr lang="en-US" dirty="0"/>
                  <a:t>.)</a:t>
                </a:r>
              </a:p>
              <a:p>
                <a:r>
                  <a:rPr lang="en-US" dirty="0">
                    <a:solidFill>
                      <a:srgbClr val="7030A0"/>
                    </a:solidFill>
                  </a:rPr>
                  <a:t>                        </a:t>
                </a:r>
                <a14:m>
                  <m:oMath xmlns:m="http://schemas.openxmlformats.org/officeDocument/2006/math">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𝑛𝑝𝑞</m:t>
                    </m:r>
                  </m:oMath>
                </a14:m>
                <a:endParaRPr lang="en-US" dirty="0">
                  <a:solidFill>
                    <a:srgbClr val="7030A0"/>
                  </a:solidFill>
                </a:endParaRPr>
              </a:p>
              <a:p>
                <a:endParaRPr lang="en-US" dirty="0"/>
              </a:p>
              <a:p>
                <a:endParaRPr lang="en-US" dirty="0">
                  <a:solidFill>
                    <a:srgbClr val="7030A0"/>
                  </a:solidFill>
                </a:endParaRPr>
              </a:p>
              <a:p>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838200" y="1135713"/>
                <a:ext cx="8839200" cy="5486887"/>
              </a:xfrm>
              <a:prstGeom prst="rect">
                <a:avLst/>
              </a:prstGeom>
              <a:blipFill>
                <a:blip r:embed="rId2"/>
                <a:stretch>
                  <a:fillRect l="-621" t="-556"/>
                </a:stretch>
              </a:blipFill>
            </p:spPr>
            <p:txBody>
              <a:bodyPr/>
              <a:lstStyle/>
              <a:p>
                <a:r>
                  <a:rPr lang="en-IN">
                    <a:noFill/>
                  </a:rPr>
                  <a:t> </a:t>
                </a:r>
              </a:p>
            </p:txBody>
          </p:sp>
        </mc:Fallback>
      </mc:AlternateContent>
      <p:grpSp>
        <p:nvGrpSpPr>
          <p:cNvPr id="7" name="Group 6">
            <a:extLst>
              <a:ext uri="{FF2B5EF4-FFF2-40B4-BE49-F238E27FC236}">
                <a16:creationId xmlns:a16="http://schemas.microsoft.com/office/drawing/2014/main" id="{69C63D2B-FB7E-2310-4606-9605FB318014}"/>
              </a:ext>
            </a:extLst>
          </p:cNvPr>
          <p:cNvGrpSpPr/>
          <p:nvPr/>
        </p:nvGrpSpPr>
        <p:grpSpPr>
          <a:xfrm>
            <a:off x="6141355" y="1551070"/>
            <a:ext cx="1485720" cy="47520"/>
            <a:chOff x="6141355" y="1551070"/>
            <a:chExt cx="1485720" cy="4752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5B02FE0-D44D-3A05-15C2-0FAE8C06AF30}"/>
                    </a:ext>
                  </a:extLst>
                </p14:cNvPr>
                <p14:cNvContentPartPr/>
                <p14:nvPr/>
              </p14:nvContentPartPr>
              <p14:xfrm>
                <a:off x="6323515" y="1551070"/>
                <a:ext cx="213480" cy="33480"/>
              </p14:xfrm>
            </p:contentPart>
          </mc:Choice>
          <mc:Fallback>
            <p:pic>
              <p:nvPicPr>
                <p:cNvPr id="3" name="Ink 2">
                  <a:extLst>
                    <a:ext uri="{FF2B5EF4-FFF2-40B4-BE49-F238E27FC236}">
                      <a16:creationId xmlns:a16="http://schemas.microsoft.com/office/drawing/2014/main" id="{25B02FE0-D44D-3A05-15C2-0FAE8C06AF30}"/>
                    </a:ext>
                  </a:extLst>
                </p:cNvPr>
                <p:cNvPicPr/>
                <p:nvPr/>
              </p:nvPicPr>
              <p:blipFill>
                <a:blip r:embed="rId4"/>
                <a:stretch>
                  <a:fillRect/>
                </a:stretch>
              </p:blipFill>
              <p:spPr>
                <a:xfrm>
                  <a:off x="6317395" y="1544950"/>
                  <a:ext cx="2257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170B48F-9306-29C7-21E4-66C686DE9F82}"/>
                    </a:ext>
                  </a:extLst>
                </p14:cNvPr>
                <p14:cNvContentPartPr/>
                <p14:nvPr/>
              </p14:nvContentPartPr>
              <p14:xfrm>
                <a:off x="6165475" y="1564390"/>
                <a:ext cx="884520" cy="34200"/>
              </p14:xfrm>
            </p:contentPart>
          </mc:Choice>
          <mc:Fallback>
            <p:pic>
              <p:nvPicPr>
                <p:cNvPr id="4" name="Ink 3">
                  <a:extLst>
                    <a:ext uri="{FF2B5EF4-FFF2-40B4-BE49-F238E27FC236}">
                      <a16:creationId xmlns:a16="http://schemas.microsoft.com/office/drawing/2014/main" id="{E170B48F-9306-29C7-21E4-66C686DE9F82}"/>
                    </a:ext>
                  </a:extLst>
                </p:cNvPr>
                <p:cNvPicPr/>
                <p:nvPr/>
              </p:nvPicPr>
              <p:blipFill>
                <a:blip r:embed="rId6"/>
                <a:stretch>
                  <a:fillRect/>
                </a:stretch>
              </p:blipFill>
              <p:spPr>
                <a:xfrm>
                  <a:off x="6159355" y="1558270"/>
                  <a:ext cx="8967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C6988BDC-AE35-567D-F884-E1C75D374005}"/>
                    </a:ext>
                  </a:extLst>
                </p14:cNvPr>
                <p14:cNvContentPartPr/>
                <p14:nvPr/>
              </p14:nvContentPartPr>
              <p14:xfrm>
                <a:off x="6141355" y="1576630"/>
                <a:ext cx="1485720" cy="21240"/>
              </p14:xfrm>
            </p:contentPart>
          </mc:Choice>
          <mc:Fallback>
            <p:pic>
              <p:nvPicPr>
                <p:cNvPr id="6" name="Ink 5">
                  <a:extLst>
                    <a:ext uri="{FF2B5EF4-FFF2-40B4-BE49-F238E27FC236}">
                      <a16:creationId xmlns:a16="http://schemas.microsoft.com/office/drawing/2014/main" id="{C6988BDC-AE35-567D-F884-E1C75D374005}"/>
                    </a:ext>
                  </a:extLst>
                </p:cNvPr>
                <p:cNvPicPr/>
                <p:nvPr/>
              </p:nvPicPr>
              <p:blipFill>
                <a:blip r:embed="rId8"/>
                <a:stretch>
                  <a:fillRect/>
                </a:stretch>
              </p:blipFill>
              <p:spPr>
                <a:xfrm>
                  <a:off x="6135235" y="1570510"/>
                  <a:ext cx="1497960" cy="33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05BF5879-DC7E-1026-71D7-CFEBB4F56D6C}"/>
                  </a:ext>
                </a:extLst>
              </p14:cNvPr>
              <p14:cNvContentPartPr/>
              <p14:nvPr/>
            </p14:nvContentPartPr>
            <p14:xfrm>
              <a:off x="3350995" y="2243710"/>
              <a:ext cx="5153760" cy="97560"/>
            </p14:xfrm>
          </p:contentPart>
        </mc:Choice>
        <mc:Fallback>
          <p:pic>
            <p:nvPicPr>
              <p:cNvPr id="8" name="Ink 7">
                <a:extLst>
                  <a:ext uri="{FF2B5EF4-FFF2-40B4-BE49-F238E27FC236}">
                    <a16:creationId xmlns:a16="http://schemas.microsoft.com/office/drawing/2014/main" id="{05BF5879-DC7E-1026-71D7-CFEBB4F56D6C}"/>
                  </a:ext>
                </a:extLst>
              </p:cNvPr>
              <p:cNvPicPr/>
              <p:nvPr/>
            </p:nvPicPr>
            <p:blipFill>
              <a:blip r:embed="rId10"/>
              <a:stretch>
                <a:fillRect/>
              </a:stretch>
            </p:blipFill>
            <p:spPr>
              <a:xfrm>
                <a:off x="3344875" y="2237590"/>
                <a:ext cx="5166000" cy="109800"/>
              </a:xfrm>
              <a:prstGeom prst="rect">
                <a:avLst/>
              </a:prstGeom>
            </p:spPr>
          </p:pic>
        </mc:Fallback>
      </mc:AlternateContent>
    </p:spTree>
    <p:extLst>
      <p:ext uri="{BB962C8B-B14F-4D97-AF65-F5344CB8AC3E}">
        <p14:creationId xmlns:p14="http://schemas.microsoft.com/office/powerpoint/2010/main" val="20789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cs typeface="Times New Roman" panose="02020603050405020304" pitchFamily="18" charset="0"/>
              </a:rPr>
              <a:t>Binomial Distribution-Check:</a:t>
            </a:r>
            <a:endParaRPr lang="en-IN" dirty="0"/>
          </a:p>
        </p:txBody>
      </p:sp>
      <p:sp>
        <p:nvSpPr>
          <p:cNvPr id="5" name="Rectangle 4"/>
          <p:cNvSpPr/>
          <p:nvPr/>
        </p:nvSpPr>
        <p:spPr>
          <a:xfrm>
            <a:off x="762000" y="1219200"/>
            <a:ext cx="10515600" cy="3584058"/>
          </a:xfrm>
          <a:prstGeom prst="rect">
            <a:avLst/>
          </a:prstGeom>
        </p:spPr>
        <p:txBody>
          <a:bodyPr wrap="square">
            <a:spAutoFit/>
          </a:bodyPr>
          <a:lstStyle/>
          <a:p>
            <a:pPr algn="just">
              <a:lnSpc>
                <a:spcPct val="150000"/>
              </a:lnSpc>
            </a:pPr>
            <a:r>
              <a:rPr lang="en-IN" sz="2000" dirty="0">
                <a:solidFill>
                  <a:srgbClr val="231F20"/>
                </a:solidFill>
                <a:cs typeface="Times New Roman" panose="02020603050405020304" pitchFamily="18" charset="0"/>
              </a:rPr>
              <a:t>Which conditions for the binomial distribution, if any, fail to hold in each of the following situations? </a:t>
            </a:r>
          </a:p>
          <a:p>
            <a:pPr algn="just">
              <a:lnSpc>
                <a:spcPct val="150000"/>
              </a:lnSpc>
            </a:pPr>
            <a:r>
              <a:rPr lang="en-US" sz="2000" dirty="0">
                <a:solidFill>
                  <a:srgbClr val="231F20"/>
                </a:solidFill>
                <a:cs typeface="Times New Roman" panose="02020603050405020304" pitchFamily="18" charset="0"/>
              </a:rPr>
              <a:t>(a)The number of persons getting Corona in a room of 30 persons.</a:t>
            </a:r>
          </a:p>
          <a:p>
            <a:pPr algn="just">
              <a:lnSpc>
                <a:spcPct val="150000"/>
              </a:lnSpc>
            </a:pPr>
            <a:r>
              <a:rPr lang="en-US" sz="2000" b="1" dirty="0">
                <a:solidFill>
                  <a:srgbClr val="231F20"/>
                </a:solidFill>
                <a:cs typeface="Times New Roman" panose="02020603050405020304" pitchFamily="18" charset="0"/>
              </a:rPr>
              <a:t>Ans: Getting corona is not independent. So, it is not binomial.</a:t>
            </a:r>
          </a:p>
          <a:p>
            <a:pPr algn="just"/>
            <a:endParaRPr lang="en-IN" sz="2000" dirty="0">
              <a:solidFill>
                <a:srgbClr val="231F20"/>
              </a:solidFill>
              <a:cs typeface="Times New Roman" panose="02020603050405020304" pitchFamily="18" charset="0"/>
            </a:endParaRPr>
          </a:p>
          <a:p>
            <a:pPr algn="just">
              <a:lnSpc>
                <a:spcPct val="150000"/>
              </a:lnSpc>
            </a:pPr>
            <a:r>
              <a:rPr lang="en-IN" sz="2000" dirty="0">
                <a:solidFill>
                  <a:srgbClr val="231F20"/>
                </a:solidFill>
                <a:cs typeface="Times New Roman" panose="02020603050405020304" pitchFamily="18" charset="0"/>
              </a:rPr>
              <a:t>(b) Consider 2 out of 20 projectors are defective. We randomly select 3 for testing. Is this a binomial experiment?</a:t>
            </a:r>
          </a:p>
          <a:p>
            <a:pPr algn="just">
              <a:lnSpc>
                <a:spcPct val="150000"/>
              </a:lnSpc>
            </a:pPr>
            <a:r>
              <a:rPr lang="en-US" sz="2000" b="1" dirty="0">
                <a:cs typeface="Times New Roman" panose="02020603050405020304" pitchFamily="18" charset="0"/>
              </a:rPr>
              <a:t>Ans:  If two defective pieces are in the first two selection, then the result of third is known already. Thus, the event is not independent. So, this is not binomial.</a:t>
            </a:r>
            <a:endParaRPr lang="en-IN" sz="2000" b="1" dirty="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CE3E99C-8CC7-7E11-EA44-8F806633C78C}"/>
                  </a:ext>
                </a:extLst>
              </p14:cNvPr>
              <p14:cNvContentPartPr/>
              <p14:nvPr/>
            </p14:nvContentPartPr>
            <p14:xfrm>
              <a:off x="1156075" y="2148310"/>
              <a:ext cx="6496200" cy="102960"/>
            </p14:xfrm>
          </p:contentPart>
        </mc:Choice>
        <mc:Fallback>
          <p:pic>
            <p:nvPicPr>
              <p:cNvPr id="3" name="Ink 2">
                <a:extLst>
                  <a:ext uri="{FF2B5EF4-FFF2-40B4-BE49-F238E27FC236}">
                    <a16:creationId xmlns:a16="http://schemas.microsoft.com/office/drawing/2014/main" id="{CCE3E99C-8CC7-7E11-EA44-8F806633C78C}"/>
                  </a:ext>
                </a:extLst>
              </p:cNvPr>
              <p:cNvPicPr/>
              <p:nvPr/>
            </p:nvPicPr>
            <p:blipFill>
              <a:blip r:embed="rId3"/>
              <a:stretch>
                <a:fillRect/>
              </a:stretch>
            </p:blipFill>
            <p:spPr>
              <a:xfrm>
                <a:off x="1149955" y="2142190"/>
                <a:ext cx="65084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ACA31B8C-5ED3-64B7-1846-DBE7441B9C71}"/>
                  </a:ext>
                </a:extLst>
              </p14:cNvPr>
              <p14:cNvContentPartPr/>
              <p14:nvPr/>
            </p14:nvContentPartPr>
            <p14:xfrm>
              <a:off x="1429315" y="2587150"/>
              <a:ext cx="6003000" cy="720"/>
            </p14:xfrm>
          </p:contentPart>
        </mc:Choice>
        <mc:Fallback>
          <p:pic>
            <p:nvPicPr>
              <p:cNvPr id="6" name="Ink 5">
                <a:extLst>
                  <a:ext uri="{FF2B5EF4-FFF2-40B4-BE49-F238E27FC236}">
                    <a16:creationId xmlns:a16="http://schemas.microsoft.com/office/drawing/2014/main" id="{ACA31B8C-5ED3-64B7-1846-DBE7441B9C71}"/>
                  </a:ext>
                </a:extLst>
              </p:cNvPr>
              <p:cNvPicPr/>
              <p:nvPr/>
            </p:nvPicPr>
            <p:blipFill>
              <a:blip r:embed="rId5"/>
              <a:stretch>
                <a:fillRect/>
              </a:stretch>
            </p:blipFill>
            <p:spPr>
              <a:xfrm>
                <a:off x="1423195" y="2574910"/>
                <a:ext cx="60152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96FCFBB6-EDE5-6F4E-CCF0-6B46664E9C1F}"/>
                  </a:ext>
                </a:extLst>
              </p14:cNvPr>
              <p14:cNvContentPartPr/>
              <p14:nvPr/>
            </p14:nvContentPartPr>
            <p14:xfrm>
              <a:off x="1203595" y="3296350"/>
              <a:ext cx="4665960" cy="133920"/>
            </p14:xfrm>
          </p:contentPart>
        </mc:Choice>
        <mc:Fallback>
          <p:pic>
            <p:nvPicPr>
              <p:cNvPr id="7" name="Ink 6">
                <a:extLst>
                  <a:ext uri="{FF2B5EF4-FFF2-40B4-BE49-F238E27FC236}">
                    <a16:creationId xmlns:a16="http://schemas.microsoft.com/office/drawing/2014/main" id="{96FCFBB6-EDE5-6F4E-CCF0-6B46664E9C1F}"/>
                  </a:ext>
                </a:extLst>
              </p:cNvPr>
              <p:cNvPicPr/>
              <p:nvPr/>
            </p:nvPicPr>
            <p:blipFill>
              <a:blip r:embed="rId7"/>
              <a:stretch>
                <a:fillRect/>
              </a:stretch>
            </p:blipFill>
            <p:spPr>
              <a:xfrm>
                <a:off x="1197475" y="3290230"/>
                <a:ext cx="4678200" cy="146160"/>
              </a:xfrm>
              <a:prstGeom prst="rect">
                <a:avLst/>
              </a:prstGeom>
            </p:spPr>
          </p:pic>
        </mc:Fallback>
      </mc:AlternateContent>
    </p:spTree>
    <p:extLst>
      <p:ext uri="{BB962C8B-B14F-4D97-AF65-F5344CB8AC3E}">
        <p14:creationId xmlns:p14="http://schemas.microsoft.com/office/powerpoint/2010/main" val="283485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1:</a:t>
            </a:r>
          </a:p>
        </p:txBody>
      </p:sp>
      <p:sp>
        <p:nvSpPr>
          <p:cNvPr id="3" name="Text Placeholder 2"/>
          <p:cNvSpPr>
            <a:spLocks noGrp="1"/>
          </p:cNvSpPr>
          <p:nvPr>
            <p:ph type="body" sz="quarter" idx="13"/>
          </p:nvPr>
        </p:nvSpPr>
        <p:spPr>
          <a:xfrm>
            <a:off x="685800" y="1447800"/>
            <a:ext cx="10668000" cy="3886200"/>
          </a:xfrm>
        </p:spPr>
        <p:txBody>
          <a:bodyPr>
            <a:noAutofit/>
          </a:bodyPr>
          <a:lstStyle/>
          <a:p>
            <a:pPr marL="0" indent="0" algn="just">
              <a:lnSpc>
                <a:spcPct val="150000"/>
              </a:lnSpc>
              <a:buNone/>
            </a:pPr>
            <a:r>
              <a:rPr lang="en-US" sz="2000" dirty="0">
                <a:solidFill>
                  <a:srgbClr val="000000"/>
                </a:solidFill>
                <a:latin typeface="+mn-lt"/>
              </a:rPr>
              <a:t>In a particular restaurant, an average of 3 out of every 5 customers ask for water with their meal.        A random sample of 10 customers is selected. Find the probability that</a:t>
            </a:r>
            <a:endParaRPr lang="en-US" sz="2000" dirty="0">
              <a:latin typeface="+mn-lt"/>
            </a:endParaRPr>
          </a:p>
          <a:p>
            <a:pPr marL="0" indent="0">
              <a:lnSpc>
                <a:spcPct val="150000"/>
              </a:lnSpc>
              <a:buNone/>
            </a:pPr>
            <a:r>
              <a:rPr lang="en-US" sz="2000" dirty="0">
                <a:solidFill>
                  <a:srgbClr val="000000"/>
                </a:solidFill>
                <a:latin typeface="+mn-lt"/>
              </a:rPr>
              <a:t>(</a:t>
            </a:r>
            <a:r>
              <a:rPr lang="en-US" sz="2000" dirty="0" err="1">
                <a:solidFill>
                  <a:srgbClr val="000000"/>
                </a:solidFill>
                <a:latin typeface="+mn-lt"/>
              </a:rPr>
              <a:t>i</a:t>
            </a:r>
            <a:r>
              <a:rPr lang="en-US" sz="2000" dirty="0">
                <a:solidFill>
                  <a:srgbClr val="000000"/>
                </a:solidFill>
                <a:latin typeface="+mn-lt"/>
              </a:rPr>
              <a:t>) Exactly 6 ask for water with their meal,</a:t>
            </a:r>
            <a:endParaRPr lang="en-US" sz="2000" dirty="0">
              <a:latin typeface="+mn-lt"/>
            </a:endParaRPr>
          </a:p>
          <a:p>
            <a:pPr marL="0" indent="0">
              <a:lnSpc>
                <a:spcPct val="150000"/>
              </a:lnSpc>
              <a:buNone/>
            </a:pPr>
            <a:r>
              <a:rPr lang="en-US" sz="2000" dirty="0">
                <a:solidFill>
                  <a:srgbClr val="000000"/>
                </a:solidFill>
                <a:latin typeface="+mn-lt"/>
              </a:rPr>
              <a:t>(ii)  Less than 9 ask for water with their meal.</a:t>
            </a:r>
            <a:endParaRPr lang="en-US" sz="2000" dirty="0">
              <a:latin typeface="+mn-lt"/>
            </a:endParaRPr>
          </a:p>
          <a:p>
            <a:pPr marL="0" indent="0">
              <a:lnSpc>
                <a:spcPct val="150000"/>
              </a:lnSpc>
              <a:buNone/>
            </a:pPr>
            <a:r>
              <a:rPr lang="en-US" sz="2000" dirty="0">
                <a:solidFill>
                  <a:srgbClr val="000000"/>
                </a:solidFill>
                <a:latin typeface="+mn-lt"/>
              </a:rPr>
              <a:t>(iii)  No one asks for water with their meal?</a:t>
            </a:r>
            <a:endParaRPr lang="en-US" sz="2000" dirty="0">
              <a:latin typeface="+mn-lt"/>
            </a:endParaRPr>
          </a:p>
          <a:p>
            <a:pPr marL="0" indent="0">
              <a:lnSpc>
                <a:spcPct val="150000"/>
              </a:lnSpc>
              <a:buNone/>
            </a:pPr>
            <a:r>
              <a:rPr lang="en-US" sz="2000" dirty="0">
                <a:solidFill>
                  <a:srgbClr val="000000"/>
                </a:solidFill>
                <a:latin typeface="+mn-lt"/>
              </a:rPr>
              <a:t>(iv) At most 2 ask for water with their meal? </a:t>
            </a:r>
            <a:endParaRPr lang="en-US" sz="2000" dirty="0">
              <a:latin typeface="+mn-lt"/>
            </a:endParaRPr>
          </a:p>
          <a:p>
            <a:pPr marL="0" indent="0">
              <a:lnSpc>
                <a:spcPct val="150000"/>
              </a:lnSpc>
              <a:buNone/>
            </a:pPr>
            <a:r>
              <a:rPr lang="en-US" sz="2000" dirty="0">
                <a:solidFill>
                  <a:srgbClr val="000000"/>
                </a:solidFill>
                <a:latin typeface="+mn-lt"/>
              </a:rPr>
              <a:t>(v)  At least 3 ask for water with their meal?</a:t>
            </a:r>
            <a:endParaRPr lang="en-US" sz="2000" dirty="0">
              <a:latin typeface="+mn-lt"/>
            </a:endParaRPr>
          </a:p>
          <a:p>
            <a:pPr marL="0" indent="0">
              <a:buNone/>
            </a:pPr>
            <a:br>
              <a:rPr lang="en-US" sz="2800" dirty="0"/>
            </a:br>
            <a:endParaRPr lang="en-IN" sz="2800" dirty="0"/>
          </a:p>
          <a:p>
            <a:pPr marL="0" indent="0">
              <a:buNone/>
            </a:pPr>
            <a:endParaRPr lang="en-IN" sz="28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52C54F02-2B88-1499-3390-EB514FBBD061}"/>
                  </a:ext>
                </a:extLst>
              </p14:cNvPr>
              <p14:cNvContentPartPr/>
              <p14:nvPr/>
            </p14:nvContentPartPr>
            <p14:xfrm>
              <a:off x="3550435" y="1944550"/>
              <a:ext cx="7767720" cy="720"/>
            </p14:xfrm>
          </p:contentPart>
        </mc:Choice>
        <mc:Fallback>
          <p:pic>
            <p:nvPicPr>
              <p:cNvPr id="5" name="Ink 4">
                <a:extLst>
                  <a:ext uri="{FF2B5EF4-FFF2-40B4-BE49-F238E27FC236}">
                    <a16:creationId xmlns:a16="http://schemas.microsoft.com/office/drawing/2014/main" id="{52C54F02-2B88-1499-3390-EB514FBBD061}"/>
                  </a:ext>
                </a:extLst>
              </p:cNvPr>
              <p:cNvPicPr/>
              <p:nvPr/>
            </p:nvPicPr>
            <p:blipFill>
              <a:blip r:embed="rId3"/>
              <a:stretch>
                <a:fillRect/>
              </a:stretch>
            </p:blipFill>
            <p:spPr>
              <a:xfrm>
                <a:off x="3544315" y="1932310"/>
                <a:ext cx="7779960" cy="25200"/>
              </a:xfrm>
              <a:prstGeom prst="rect">
                <a:avLst/>
              </a:prstGeom>
            </p:spPr>
          </p:pic>
        </mc:Fallback>
      </mc:AlternateContent>
      <p:grpSp>
        <p:nvGrpSpPr>
          <p:cNvPr id="173" name="Group 172">
            <a:extLst>
              <a:ext uri="{FF2B5EF4-FFF2-40B4-BE49-F238E27FC236}">
                <a16:creationId xmlns:a16="http://schemas.microsoft.com/office/drawing/2014/main" id="{16E67BC4-82D3-1386-0A5E-67C4C7E86619}"/>
              </a:ext>
            </a:extLst>
          </p:cNvPr>
          <p:cNvGrpSpPr/>
          <p:nvPr/>
        </p:nvGrpSpPr>
        <p:grpSpPr>
          <a:xfrm>
            <a:off x="838195" y="2307790"/>
            <a:ext cx="9538560" cy="4696547"/>
            <a:chOff x="838195" y="2307790"/>
            <a:chExt cx="9538560" cy="4696547"/>
          </a:xfrm>
        </p:grpSpPr>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7434DBBC-1C25-BBA6-40B0-A5522BBC1905}"/>
                    </a:ext>
                  </a:extLst>
                </p14:cNvPr>
                <p14:cNvContentPartPr/>
                <p14:nvPr/>
              </p14:nvContentPartPr>
              <p14:xfrm>
                <a:off x="838195" y="2405350"/>
                <a:ext cx="7398720" cy="85680"/>
              </p14:xfrm>
            </p:contentPart>
          </mc:Choice>
          <mc:Fallback>
            <p:pic>
              <p:nvPicPr>
                <p:cNvPr id="6" name="Ink 5">
                  <a:extLst>
                    <a:ext uri="{FF2B5EF4-FFF2-40B4-BE49-F238E27FC236}">
                      <a16:creationId xmlns:a16="http://schemas.microsoft.com/office/drawing/2014/main" id="{7434DBBC-1C25-BBA6-40B0-A5522BBC1905}"/>
                    </a:ext>
                  </a:extLst>
                </p:cNvPr>
                <p:cNvPicPr/>
                <p:nvPr/>
              </p:nvPicPr>
              <p:blipFill>
                <a:blip r:embed="rId5"/>
                <a:stretch>
                  <a:fillRect/>
                </a:stretch>
              </p:blipFill>
              <p:spPr>
                <a:xfrm>
                  <a:off x="832075" y="2399230"/>
                  <a:ext cx="741096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79E02D8C-3592-16A7-78F0-1D9824FB17CC}"/>
                    </a:ext>
                  </a:extLst>
                </p14:cNvPr>
                <p14:cNvContentPartPr/>
                <p14:nvPr/>
              </p14:nvContentPartPr>
              <p14:xfrm>
                <a:off x="899395" y="2945710"/>
                <a:ext cx="4366440" cy="97560"/>
              </p14:xfrm>
            </p:contentPart>
          </mc:Choice>
          <mc:Fallback>
            <p:pic>
              <p:nvPicPr>
                <p:cNvPr id="7" name="Ink 6">
                  <a:extLst>
                    <a:ext uri="{FF2B5EF4-FFF2-40B4-BE49-F238E27FC236}">
                      <a16:creationId xmlns:a16="http://schemas.microsoft.com/office/drawing/2014/main" id="{79E02D8C-3592-16A7-78F0-1D9824FB17CC}"/>
                    </a:ext>
                  </a:extLst>
                </p:cNvPr>
                <p:cNvPicPr/>
                <p:nvPr/>
              </p:nvPicPr>
              <p:blipFill>
                <a:blip r:embed="rId7"/>
                <a:stretch>
                  <a:fillRect/>
                </a:stretch>
              </p:blipFill>
              <p:spPr>
                <a:xfrm>
                  <a:off x="893275" y="2939590"/>
                  <a:ext cx="437868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BF8AF752-F569-9110-06AE-BF3E1207F20A}"/>
                    </a:ext>
                  </a:extLst>
                </p14:cNvPr>
                <p14:cNvContentPartPr/>
                <p14:nvPr/>
              </p14:nvContentPartPr>
              <p14:xfrm>
                <a:off x="909835" y="2578870"/>
                <a:ext cx="897480" cy="493560"/>
              </p14:xfrm>
            </p:contentPart>
          </mc:Choice>
          <mc:Fallback>
            <p:pic>
              <p:nvPicPr>
                <p:cNvPr id="8" name="Ink 7">
                  <a:extLst>
                    <a:ext uri="{FF2B5EF4-FFF2-40B4-BE49-F238E27FC236}">
                      <a16:creationId xmlns:a16="http://schemas.microsoft.com/office/drawing/2014/main" id="{BF8AF752-F569-9110-06AE-BF3E1207F20A}"/>
                    </a:ext>
                  </a:extLst>
                </p:cNvPr>
                <p:cNvPicPr/>
                <p:nvPr/>
              </p:nvPicPr>
              <p:blipFill>
                <a:blip r:embed="rId9"/>
                <a:stretch>
                  <a:fillRect/>
                </a:stretch>
              </p:blipFill>
              <p:spPr>
                <a:xfrm>
                  <a:off x="903715" y="2572750"/>
                  <a:ext cx="909720" cy="505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313AAFF4-3FBF-9D1E-3E14-CA047A382577}"/>
                    </a:ext>
                  </a:extLst>
                </p14:cNvPr>
                <p14:cNvContentPartPr/>
                <p14:nvPr/>
              </p14:nvContentPartPr>
              <p14:xfrm>
                <a:off x="5703595" y="2600470"/>
                <a:ext cx="112680" cy="452880"/>
              </p14:xfrm>
            </p:contentPart>
          </mc:Choice>
          <mc:Fallback>
            <p:pic>
              <p:nvPicPr>
                <p:cNvPr id="10" name="Ink 9">
                  <a:extLst>
                    <a:ext uri="{FF2B5EF4-FFF2-40B4-BE49-F238E27FC236}">
                      <a16:creationId xmlns:a16="http://schemas.microsoft.com/office/drawing/2014/main" id="{313AAFF4-3FBF-9D1E-3E14-CA047A382577}"/>
                    </a:ext>
                  </a:extLst>
                </p:cNvPr>
                <p:cNvPicPr/>
                <p:nvPr/>
              </p:nvPicPr>
              <p:blipFill>
                <a:blip r:embed="rId11"/>
                <a:stretch>
                  <a:fillRect/>
                </a:stretch>
              </p:blipFill>
              <p:spPr>
                <a:xfrm>
                  <a:off x="5697475" y="2594350"/>
                  <a:ext cx="124920" cy="465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19104B60-B0F8-DEC5-D52C-DCA196F971C9}"/>
                    </a:ext>
                  </a:extLst>
                </p14:cNvPr>
                <p14:cNvContentPartPr/>
                <p14:nvPr/>
              </p14:nvContentPartPr>
              <p14:xfrm>
                <a:off x="5950195" y="2522350"/>
                <a:ext cx="266400" cy="666720"/>
              </p14:xfrm>
            </p:contentPart>
          </mc:Choice>
          <mc:Fallback>
            <p:pic>
              <p:nvPicPr>
                <p:cNvPr id="11" name="Ink 10">
                  <a:extLst>
                    <a:ext uri="{FF2B5EF4-FFF2-40B4-BE49-F238E27FC236}">
                      <a16:creationId xmlns:a16="http://schemas.microsoft.com/office/drawing/2014/main" id="{19104B60-B0F8-DEC5-D52C-DCA196F971C9}"/>
                    </a:ext>
                  </a:extLst>
                </p:cNvPr>
                <p:cNvPicPr/>
                <p:nvPr/>
              </p:nvPicPr>
              <p:blipFill>
                <a:blip r:embed="rId13"/>
                <a:stretch>
                  <a:fillRect/>
                </a:stretch>
              </p:blipFill>
              <p:spPr>
                <a:xfrm>
                  <a:off x="5944075" y="2516230"/>
                  <a:ext cx="278640" cy="678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584E9918-9001-6DB4-656E-7E5F74E75661}"/>
                    </a:ext>
                  </a:extLst>
                </p14:cNvPr>
                <p14:cNvContentPartPr/>
                <p14:nvPr/>
              </p14:nvContentPartPr>
              <p14:xfrm>
                <a:off x="6120475" y="2798470"/>
                <a:ext cx="170280" cy="258840"/>
              </p14:xfrm>
            </p:contentPart>
          </mc:Choice>
          <mc:Fallback>
            <p:pic>
              <p:nvPicPr>
                <p:cNvPr id="12" name="Ink 11">
                  <a:extLst>
                    <a:ext uri="{FF2B5EF4-FFF2-40B4-BE49-F238E27FC236}">
                      <a16:creationId xmlns:a16="http://schemas.microsoft.com/office/drawing/2014/main" id="{584E9918-9001-6DB4-656E-7E5F74E75661}"/>
                    </a:ext>
                  </a:extLst>
                </p:cNvPr>
                <p:cNvPicPr/>
                <p:nvPr/>
              </p:nvPicPr>
              <p:blipFill>
                <a:blip r:embed="rId15"/>
                <a:stretch>
                  <a:fillRect/>
                </a:stretch>
              </p:blipFill>
              <p:spPr>
                <a:xfrm>
                  <a:off x="6114355" y="2792350"/>
                  <a:ext cx="18252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F23A9CD0-3FF9-755A-0626-CFB7E11581C8}"/>
                    </a:ext>
                  </a:extLst>
                </p14:cNvPr>
                <p14:cNvContentPartPr/>
                <p14:nvPr/>
              </p14:nvContentPartPr>
              <p14:xfrm>
                <a:off x="6116515" y="2846350"/>
                <a:ext cx="188640" cy="215640"/>
              </p14:xfrm>
            </p:contentPart>
          </mc:Choice>
          <mc:Fallback>
            <p:pic>
              <p:nvPicPr>
                <p:cNvPr id="13" name="Ink 12">
                  <a:extLst>
                    <a:ext uri="{FF2B5EF4-FFF2-40B4-BE49-F238E27FC236}">
                      <a16:creationId xmlns:a16="http://schemas.microsoft.com/office/drawing/2014/main" id="{F23A9CD0-3FF9-755A-0626-CFB7E11581C8}"/>
                    </a:ext>
                  </a:extLst>
                </p:cNvPr>
                <p:cNvPicPr/>
                <p:nvPr/>
              </p:nvPicPr>
              <p:blipFill>
                <a:blip r:embed="rId17"/>
                <a:stretch>
                  <a:fillRect/>
                </a:stretch>
              </p:blipFill>
              <p:spPr>
                <a:xfrm>
                  <a:off x="6110395" y="2840230"/>
                  <a:ext cx="2008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188CB5E4-F09C-5505-8360-F68BF88C0880}"/>
                    </a:ext>
                  </a:extLst>
                </p14:cNvPr>
                <p14:cNvContentPartPr/>
                <p14:nvPr/>
              </p14:nvContentPartPr>
              <p14:xfrm>
                <a:off x="6548515" y="2911510"/>
                <a:ext cx="150480" cy="14760"/>
              </p14:xfrm>
            </p:contentPart>
          </mc:Choice>
          <mc:Fallback>
            <p:pic>
              <p:nvPicPr>
                <p:cNvPr id="14" name="Ink 13">
                  <a:extLst>
                    <a:ext uri="{FF2B5EF4-FFF2-40B4-BE49-F238E27FC236}">
                      <a16:creationId xmlns:a16="http://schemas.microsoft.com/office/drawing/2014/main" id="{188CB5E4-F09C-5505-8360-F68BF88C0880}"/>
                    </a:ext>
                  </a:extLst>
                </p:cNvPr>
                <p:cNvPicPr/>
                <p:nvPr/>
              </p:nvPicPr>
              <p:blipFill>
                <a:blip r:embed="rId19"/>
                <a:stretch>
                  <a:fillRect/>
                </a:stretch>
              </p:blipFill>
              <p:spPr>
                <a:xfrm>
                  <a:off x="6542395" y="2905390"/>
                  <a:ext cx="1627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7D08CE17-20D5-9291-6594-08F7482CAA23}"/>
                    </a:ext>
                  </a:extLst>
                </p14:cNvPr>
                <p14:cNvContentPartPr/>
                <p14:nvPr/>
              </p14:nvContentPartPr>
              <p14:xfrm>
                <a:off x="6590635" y="2964070"/>
                <a:ext cx="175320" cy="15840"/>
              </p14:xfrm>
            </p:contentPart>
          </mc:Choice>
          <mc:Fallback>
            <p:pic>
              <p:nvPicPr>
                <p:cNvPr id="15" name="Ink 14">
                  <a:extLst>
                    <a:ext uri="{FF2B5EF4-FFF2-40B4-BE49-F238E27FC236}">
                      <a16:creationId xmlns:a16="http://schemas.microsoft.com/office/drawing/2014/main" id="{7D08CE17-20D5-9291-6594-08F7482CAA23}"/>
                    </a:ext>
                  </a:extLst>
                </p:cNvPr>
                <p:cNvPicPr/>
                <p:nvPr/>
              </p:nvPicPr>
              <p:blipFill>
                <a:blip r:embed="rId21"/>
                <a:stretch>
                  <a:fillRect/>
                </a:stretch>
              </p:blipFill>
              <p:spPr>
                <a:xfrm>
                  <a:off x="6584515" y="2957950"/>
                  <a:ext cx="1875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ACED9D7B-B861-756E-52C6-D25838880420}"/>
                    </a:ext>
                  </a:extLst>
                </p14:cNvPr>
                <p14:cNvContentPartPr/>
                <p14:nvPr/>
              </p14:nvContentPartPr>
              <p14:xfrm>
                <a:off x="6960355" y="2657710"/>
                <a:ext cx="184680" cy="304560"/>
              </p14:xfrm>
            </p:contentPart>
          </mc:Choice>
          <mc:Fallback>
            <p:pic>
              <p:nvPicPr>
                <p:cNvPr id="16" name="Ink 15">
                  <a:extLst>
                    <a:ext uri="{FF2B5EF4-FFF2-40B4-BE49-F238E27FC236}">
                      <a16:creationId xmlns:a16="http://schemas.microsoft.com/office/drawing/2014/main" id="{ACED9D7B-B861-756E-52C6-D25838880420}"/>
                    </a:ext>
                  </a:extLst>
                </p:cNvPr>
                <p:cNvPicPr/>
                <p:nvPr/>
              </p:nvPicPr>
              <p:blipFill>
                <a:blip r:embed="rId23"/>
                <a:stretch>
                  <a:fillRect/>
                </a:stretch>
              </p:blipFill>
              <p:spPr>
                <a:xfrm>
                  <a:off x="6954235" y="2651590"/>
                  <a:ext cx="19692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1F7E4A1F-3405-2FCA-9820-46E85E8EA0C7}"/>
                    </a:ext>
                  </a:extLst>
                </p14:cNvPr>
                <p14:cNvContentPartPr/>
                <p14:nvPr/>
              </p14:nvContentPartPr>
              <p14:xfrm>
                <a:off x="7086715" y="2478790"/>
                <a:ext cx="137160" cy="815760"/>
              </p14:xfrm>
            </p:contentPart>
          </mc:Choice>
          <mc:Fallback>
            <p:pic>
              <p:nvPicPr>
                <p:cNvPr id="17" name="Ink 16">
                  <a:extLst>
                    <a:ext uri="{FF2B5EF4-FFF2-40B4-BE49-F238E27FC236}">
                      <a16:creationId xmlns:a16="http://schemas.microsoft.com/office/drawing/2014/main" id="{1F7E4A1F-3405-2FCA-9820-46E85E8EA0C7}"/>
                    </a:ext>
                  </a:extLst>
                </p:cNvPr>
                <p:cNvPicPr/>
                <p:nvPr/>
              </p:nvPicPr>
              <p:blipFill>
                <a:blip r:embed="rId25"/>
                <a:stretch>
                  <a:fillRect/>
                </a:stretch>
              </p:blipFill>
              <p:spPr>
                <a:xfrm>
                  <a:off x="7080595" y="2472670"/>
                  <a:ext cx="149400" cy="828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985094F4-0F74-4D62-B37B-AB759F4428D9}"/>
                    </a:ext>
                  </a:extLst>
                </p14:cNvPr>
                <p14:cNvContentPartPr/>
                <p14:nvPr/>
              </p14:nvContentPartPr>
              <p14:xfrm>
                <a:off x="6958195" y="2829430"/>
                <a:ext cx="156600" cy="22320"/>
              </p14:xfrm>
            </p:contentPart>
          </mc:Choice>
          <mc:Fallback>
            <p:pic>
              <p:nvPicPr>
                <p:cNvPr id="18" name="Ink 17">
                  <a:extLst>
                    <a:ext uri="{FF2B5EF4-FFF2-40B4-BE49-F238E27FC236}">
                      <a16:creationId xmlns:a16="http://schemas.microsoft.com/office/drawing/2014/main" id="{985094F4-0F74-4D62-B37B-AB759F4428D9}"/>
                    </a:ext>
                  </a:extLst>
                </p:cNvPr>
                <p:cNvPicPr/>
                <p:nvPr/>
              </p:nvPicPr>
              <p:blipFill>
                <a:blip r:embed="rId27"/>
                <a:stretch>
                  <a:fillRect/>
                </a:stretch>
              </p:blipFill>
              <p:spPr>
                <a:xfrm>
                  <a:off x="6952075" y="2823310"/>
                  <a:ext cx="1688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E961E896-9FF7-E1DC-9349-967FC07E191B}"/>
                    </a:ext>
                  </a:extLst>
                </p14:cNvPr>
                <p14:cNvContentPartPr/>
                <p14:nvPr/>
              </p14:nvContentPartPr>
              <p14:xfrm>
                <a:off x="7659115" y="2848150"/>
                <a:ext cx="88200" cy="21240"/>
              </p14:xfrm>
            </p:contentPart>
          </mc:Choice>
          <mc:Fallback>
            <p:pic>
              <p:nvPicPr>
                <p:cNvPr id="21" name="Ink 20">
                  <a:extLst>
                    <a:ext uri="{FF2B5EF4-FFF2-40B4-BE49-F238E27FC236}">
                      <a16:creationId xmlns:a16="http://schemas.microsoft.com/office/drawing/2014/main" id="{E961E896-9FF7-E1DC-9349-967FC07E191B}"/>
                    </a:ext>
                  </a:extLst>
                </p:cNvPr>
                <p:cNvPicPr/>
                <p:nvPr/>
              </p:nvPicPr>
              <p:blipFill>
                <a:blip r:embed="rId29"/>
                <a:stretch>
                  <a:fillRect/>
                </a:stretch>
              </p:blipFill>
              <p:spPr>
                <a:xfrm>
                  <a:off x="7652995" y="2842030"/>
                  <a:ext cx="10044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4C45E735-B8DC-22DF-0322-53913800AE38}"/>
                    </a:ext>
                  </a:extLst>
                </p14:cNvPr>
                <p14:cNvContentPartPr/>
                <p14:nvPr/>
              </p14:nvContentPartPr>
              <p14:xfrm>
                <a:off x="7686115" y="2948590"/>
                <a:ext cx="148320" cy="39600"/>
              </p14:xfrm>
            </p:contentPart>
          </mc:Choice>
          <mc:Fallback>
            <p:pic>
              <p:nvPicPr>
                <p:cNvPr id="22" name="Ink 21">
                  <a:extLst>
                    <a:ext uri="{FF2B5EF4-FFF2-40B4-BE49-F238E27FC236}">
                      <a16:creationId xmlns:a16="http://schemas.microsoft.com/office/drawing/2014/main" id="{4C45E735-B8DC-22DF-0322-53913800AE38}"/>
                    </a:ext>
                  </a:extLst>
                </p:cNvPr>
                <p:cNvPicPr/>
                <p:nvPr/>
              </p:nvPicPr>
              <p:blipFill>
                <a:blip r:embed="rId31"/>
                <a:stretch>
                  <a:fillRect/>
                </a:stretch>
              </p:blipFill>
              <p:spPr>
                <a:xfrm>
                  <a:off x="7679995" y="2942470"/>
                  <a:ext cx="1605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0289A18B-3529-1401-BAFE-3B1BB7D18A3C}"/>
                    </a:ext>
                  </a:extLst>
                </p14:cNvPr>
                <p14:cNvContentPartPr/>
                <p14:nvPr/>
              </p14:nvContentPartPr>
              <p14:xfrm>
                <a:off x="8405035" y="2528470"/>
                <a:ext cx="43200" cy="167040"/>
              </p14:xfrm>
            </p:contentPart>
          </mc:Choice>
          <mc:Fallback>
            <p:pic>
              <p:nvPicPr>
                <p:cNvPr id="23" name="Ink 22">
                  <a:extLst>
                    <a:ext uri="{FF2B5EF4-FFF2-40B4-BE49-F238E27FC236}">
                      <a16:creationId xmlns:a16="http://schemas.microsoft.com/office/drawing/2014/main" id="{0289A18B-3529-1401-BAFE-3B1BB7D18A3C}"/>
                    </a:ext>
                  </a:extLst>
                </p:cNvPr>
                <p:cNvPicPr/>
                <p:nvPr/>
              </p:nvPicPr>
              <p:blipFill>
                <a:blip r:embed="rId33"/>
                <a:stretch>
                  <a:fillRect/>
                </a:stretch>
              </p:blipFill>
              <p:spPr>
                <a:xfrm>
                  <a:off x="8398915" y="2522350"/>
                  <a:ext cx="5544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BFE41593-5465-8230-FD3C-78E857269CC5}"/>
                    </a:ext>
                  </a:extLst>
                </p14:cNvPr>
                <p14:cNvContentPartPr/>
                <p14:nvPr/>
              </p14:nvContentPartPr>
              <p14:xfrm>
                <a:off x="8507995" y="2566270"/>
                <a:ext cx="216360" cy="106200"/>
              </p14:xfrm>
            </p:contentPart>
          </mc:Choice>
          <mc:Fallback>
            <p:pic>
              <p:nvPicPr>
                <p:cNvPr id="24" name="Ink 23">
                  <a:extLst>
                    <a:ext uri="{FF2B5EF4-FFF2-40B4-BE49-F238E27FC236}">
                      <a16:creationId xmlns:a16="http://schemas.microsoft.com/office/drawing/2014/main" id="{BFE41593-5465-8230-FD3C-78E857269CC5}"/>
                    </a:ext>
                  </a:extLst>
                </p:cNvPr>
                <p:cNvPicPr/>
                <p:nvPr/>
              </p:nvPicPr>
              <p:blipFill>
                <a:blip r:embed="rId35"/>
                <a:stretch>
                  <a:fillRect/>
                </a:stretch>
              </p:blipFill>
              <p:spPr>
                <a:xfrm>
                  <a:off x="8501875" y="2560150"/>
                  <a:ext cx="22860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53605A8C-0005-8AEA-90FC-18D89B77AEDD}"/>
                    </a:ext>
                  </a:extLst>
                </p14:cNvPr>
                <p14:cNvContentPartPr/>
                <p14:nvPr/>
              </p14:nvContentPartPr>
              <p14:xfrm>
                <a:off x="8491075" y="2838790"/>
                <a:ext cx="135360" cy="217440"/>
              </p14:xfrm>
            </p:contentPart>
          </mc:Choice>
          <mc:Fallback>
            <p:pic>
              <p:nvPicPr>
                <p:cNvPr id="25" name="Ink 24">
                  <a:extLst>
                    <a:ext uri="{FF2B5EF4-FFF2-40B4-BE49-F238E27FC236}">
                      <a16:creationId xmlns:a16="http://schemas.microsoft.com/office/drawing/2014/main" id="{53605A8C-0005-8AEA-90FC-18D89B77AEDD}"/>
                    </a:ext>
                  </a:extLst>
                </p:cNvPr>
                <p:cNvPicPr/>
                <p:nvPr/>
              </p:nvPicPr>
              <p:blipFill>
                <a:blip r:embed="rId37"/>
                <a:stretch>
                  <a:fillRect/>
                </a:stretch>
              </p:blipFill>
              <p:spPr>
                <a:xfrm>
                  <a:off x="8484955" y="2832670"/>
                  <a:ext cx="1476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992AFD3D-052B-D0AD-1C43-C1C9203AE2F9}"/>
                    </a:ext>
                  </a:extLst>
                </p14:cNvPr>
                <p14:cNvContentPartPr/>
                <p14:nvPr/>
              </p14:nvContentPartPr>
              <p14:xfrm>
                <a:off x="8229715" y="2404630"/>
                <a:ext cx="223560" cy="901440"/>
              </p14:xfrm>
            </p:contentPart>
          </mc:Choice>
          <mc:Fallback>
            <p:pic>
              <p:nvPicPr>
                <p:cNvPr id="26" name="Ink 25">
                  <a:extLst>
                    <a:ext uri="{FF2B5EF4-FFF2-40B4-BE49-F238E27FC236}">
                      <a16:creationId xmlns:a16="http://schemas.microsoft.com/office/drawing/2014/main" id="{992AFD3D-052B-D0AD-1C43-C1C9203AE2F9}"/>
                    </a:ext>
                  </a:extLst>
                </p:cNvPr>
                <p:cNvPicPr/>
                <p:nvPr/>
              </p:nvPicPr>
              <p:blipFill>
                <a:blip r:embed="rId39"/>
                <a:stretch>
                  <a:fillRect/>
                </a:stretch>
              </p:blipFill>
              <p:spPr>
                <a:xfrm>
                  <a:off x="8223595" y="2398510"/>
                  <a:ext cx="235800" cy="913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F32280BE-0D02-0BED-C3F6-46711646C9DA}"/>
                    </a:ext>
                  </a:extLst>
                </p14:cNvPr>
                <p14:cNvContentPartPr/>
                <p14:nvPr/>
              </p14:nvContentPartPr>
              <p14:xfrm>
                <a:off x="8750995" y="2331550"/>
                <a:ext cx="164880" cy="1115280"/>
              </p14:xfrm>
            </p:contentPart>
          </mc:Choice>
          <mc:Fallback>
            <p:pic>
              <p:nvPicPr>
                <p:cNvPr id="27" name="Ink 26">
                  <a:extLst>
                    <a:ext uri="{FF2B5EF4-FFF2-40B4-BE49-F238E27FC236}">
                      <a16:creationId xmlns:a16="http://schemas.microsoft.com/office/drawing/2014/main" id="{F32280BE-0D02-0BED-C3F6-46711646C9DA}"/>
                    </a:ext>
                  </a:extLst>
                </p:cNvPr>
                <p:cNvPicPr/>
                <p:nvPr/>
              </p:nvPicPr>
              <p:blipFill>
                <a:blip r:embed="rId41"/>
                <a:stretch>
                  <a:fillRect/>
                </a:stretch>
              </p:blipFill>
              <p:spPr>
                <a:xfrm>
                  <a:off x="8744875" y="2325430"/>
                  <a:ext cx="177120" cy="1127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0A5A26A4-379E-5059-60B6-85B5B84D98D6}"/>
                    </a:ext>
                  </a:extLst>
                </p14:cNvPr>
                <p14:cNvContentPartPr/>
                <p14:nvPr/>
              </p14:nvContentPartPr>
              <p14:xfrm>
                <a:off x="9099115" y="2680390"/>
                <a:ext cx="16920" cy="386640"/>
              </p14:xfrm>
            </p:contentPart>
          </mc:Choice>
          <mc:Fallback>
            <p:pic>
              <p:nvPicPr>
                <p:cNvPr id="30" name="Ink 29">
                  <a:extLst>
                    <a:ext uri="{FF2B5EF4-FFF2-40B4-BE49-F238E27FC236}">
                      <a16:creationId xmlns:a16="http://schemas.microsoft.com/office/drawing/2014/main" id="{0A5A26A4-379E-5059-60B6-85B5B84D98D6}"/>
                    </a:ext>
                  </a:extLst>
                </p:cNvPr>
                <p:cNvPicPr/>
                <p:nvPr/>
              </p:nvPicPr>
              <p:blipFill>
                <a:blip r:embed="rId43"/>
                <a:stretch>
                  <a:fillRect/>
                </a:stretch>
              </p:blipFill>
              <p:spPr>
                <a:xfrm>
                  <a:off x="9092995" y="2674270"/>
                  <a:ext cx="29160" cy="398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E88DC659-DDB5-B528-0186-1BBE67A6E4F2}"/>
                    </a:ext>
                  </a:extLst>
                </p14:cNvPr>
                <p14:cNvContentPartPr/>
                <p14:nvPr/>
              </p14:nvContentPartPr>
              <p14:xfrm>
                <a:off x="9090835" y="2672470"/>
                <a:ext cx="92160" cy="146160"/>
              </p14:xfrm>
            </p:contentPart>
          </mc:Choice>
          <mc:Fallback>
            <p:pic>
              <p:nvPicPr>
                <p:cNvPr id="31" name="Ink 30">
                  <a:extLst>
                    <a:ext uri="{FF2B5EF4-FFF2-40B4-BE49-F238E27FC236}">
                      <a16:creationId xmlns:a16="http://schemas.microsoft.com/office/drawing/2014/main" id="{E88DC659-DDB5-B528-0186-1BBE67A6E4F2}"/>
                    </a:ext>
                  </a:extLst>
                </p:cNvPr>
                <p:cNvPicPr/>
                <p:nvPr/>
              </p:nvPicPr>
              <p:blipFill>
                <a:blip r:embed="rId45"/>
                <a:stretch>
                  <a:fillRect/>
                </a:stretch>
              </p:blipFill>
              <p:spPr>
                <a:xfrm>
                  <a:off x="9084715" y="2666350"/>
                  <a:ext cx="1044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3D06DC9E-8C09-EB4F-C68A-F09ABD00F2E5}"/>
                    </a:ext>
                  </a:extLst>
                </p14:cNvPr>
                <p14:cNvContentPartPr/>
                <p14:nvPr/>
              </p14:nvContentPartPr>
              <p14:xfrm>
                <a:off x="9245275" y="2431990"/>
                <a:ext cx="122760" cy="192600"/>
              </p14:xfrm>
            </p:contentPart>
          </mc:Choice>
          <mc:Fallback>
            <p:pic>
              <p:nvPicPr>
                <p:cNvPr id="32" name="Ink 31">
                  <a:extLst>
                    <a:ext uri="{FF2B5EF4-FFF2-40B4-BE49-F238E27FC236}">
                      <a16:creationId xmlns:a16="http://schemas.microsoft.com/office/drawing/2014/main" id="{3D06DC9E-8C09-EB4F-C68A-F09ABD00F2E5}"/>
                    </a:ext>
                  </a:extLst>
                </p:cNvPr>
                <p:cNvPicPr/>
                <p:nvPr/>
              </p:nvPicPr>
              <p:blipFill>
                <a:blip r:embed="rId47"/>
                <a:stretch>
                  <a:fillRect/>
                </a:stretch>
              </p:blipFill>
              <p:spPr>
                <a:xfrm>
                  <a:off x="9239155" y="2425870"/>
                  <a:ext cx="13500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ABBB435F-3F69-34E5-13E4-D06B1E1EBC18}"/>
                    </a:ext>
                  </a:extLst>
                </p14:cNvPr>
                <p14:cNvContentPartPr/>
                <p14:nvPr/>
              </p14:nvContentPartPr>
              <p14:xfrm>
                <a:off x="9527515" y="2668150"/>
                <a:ext cx="113040" cy="117000"/>
              </p14:xfrm>
            </p:contentPart>
          </mc:Choice>
          <mc:Fallback>
            <p:pic>
              <p:nvPicPr>
                <p:cNvPr id="34" name="Ink 33">
                  <a:extLst>
                    <a:ext uri="{FF2B5EF4-FFF2-40B4-BE49-F238E27FC236}">
                      <a16:creationId xmlns:a16="http://schemas.microsoft.com/office/drawing/2014/main" id="{ABBB435F-3F69-34E5-13E4-D06B1E1EBC18}"/>
                    </a:ext>
                  </a:extLst>
                </p:cNvPr>
                <p:cNvPicPr/>
                <p:nvPr/>
              </p:nvPicPr>
              <p:blipFill>
                <a:blip r:embed="rId49"/>
                <a:stretch>
                  <a:fillRect/>
                </a:stretch>
              </p:blipFill>
              <p:spPr>
                <a:xfrm>
                  <a:off x="9521395" y="2662030"/>
                  <a:ext cx="1252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0D9F5ADE-852C-4E2C-7863-AC0A30C78F6E}"/>
                    </a:ext>
                  </a:extLst>
                </p14:cNvPr>
                <p14:cNvContentPartPr/>
                <p14:nvPr/>
              </p14:nvContentPartPr>
              <p14:xfrm>
                <a:off x="9526435" y="2563750"/>
                <a:ext cx="40680" cy="297360"/>
              </p14:xfrm>
            </p:contentPart>
          </mc:Choice>
          <mc:Fallback>
            <p:pic>
              <p:nvPicPr>
                <p:cNvPr id="35" name="Ink 34">
                  <a:extLst>
                    <a:ext uri="{FF2B5EF4-FFF2-40B4-BE49-F238E27FC236}">
                      <a16:creationId xmlns:a16="http://schemas.microsoft.com/office/drawing/2014/main" id="{0D9F5ADE-852C-4E2C-7863-AC0A30C78F6E}"/>
                    </a:ext>
                  </a:extLst>
                </p:cNvPr>
                <p:cNvPicPr/>
                <p:nvPr/>
              </p:nvPicPr>
              <p:blipFill>
                <a:blip r:embed="rId51"/>
                <a:stretch>
                  <a:fillRect/>
                </a:stretch>
              </p:blipFill>
              <p:spPr>
                <a:xfrm>
                  <a:off x="9520315" y="2557630"/>
                  <a:ext cx="5292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9C3391E1-267F-12B8-4153-8316185010B6}"/>
                    </a:ext>
                  </a:extLst>
                </p14:cNvPr>
                <p14:cNvContentPartPr/>
                <p14:nvPr/>
              </p14:nvContentPartPr>
              <p14:xfrm>
                <a:off x="9674395" y="2705230"/>
                <a:ext cx="144720" cy="21240"/>
              </p14:xfrm>
            </p:contentPart>
          </mc:Choice>
          <mc:Fallback>
            <p:pic>
              <p:nvPicPr>
                <p:cNvPr id="36" name="Ink 35">
                  <a:extLst>
                    <a:ext uri="{FF2B5EF4-FFF2-40B4-BE49-F238E27FC236}">
                      <a16:creationId xmlns:a16="http://schemas.microsoft.com/office/drawing/2014/main" id="{9C3391E1-267F-12B8-4153-8316185010B6}"/>
                    </a:ext>
                  </a:extLst>
                </p:cNvPr>
                <p:cNvPicPr/>
                <p:nvPr/>
              </p:nvPicPr>
              <p:blipFill>
                <a:blip r:embed="rId53"/>
                <a:stretch>
                  <a:fillRect/>
                </a:stretch>
              </p:blipFill>
              <p:spPr>
                <a:xfrm>
                  <a:off x="9668275" y="2699110"/>
                  <a:ext cx="15696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D4E1EB7E-BC63-4E91-4B01-2D99FFA359E0}"/>
                    </a:ext>
                  </a:extLst>
                </p14:cNvPr>
                <p14:cNvContentPartPr/>
                <p14:nvPr/>
              </p14:nvContentPartPr>
              <p14:xfrm>
                <a:off x="9962395" y="2681470"/>
                <a:ext cx="37800" cy="435240"/>
              </p14:xfrm>
            </p:contentPart>
          </mc:Choice>
          <mc:Fallback>
            <p:pic>
              <p:nvPicPr>
                <p:cNvPr id="37" name="Ink 36">
                  <a:extLst>
                    <a:ext uri="{FF2B5EF4-FFF2-40B4-BE49-F238E27FC236}">
                      <a16:creationId xmlns:a16="http://schemas.microsoft.com/office/drawing/2014/main" id="{D4E1EB7E-BC63-4E91-4B01-2D99FFA359E0}"/>
                    </a:ext>
                  </a:extLst>
                </p:cNvPr>
                <p:cNvPicPr/>
                <p:nvPr/>
              </p:nvPicPr>
              <p:blipFill>
                <a:blip r:embed="rId55"/>
                <a:stretch>
                  <a:fillRect/>
                </a:stretch>
              </p:blipFill>
              <p:spPr>
                <a:xfrm>
                  <a:off x="9956275" y="2675350"/>
                  <a:ext cx="50040" cy="447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DB9F61AB-6252-5B08-6FBB-332AD07056FF}"/>
                    </a:ext>
                  </a:extLst>
                </p14:cNvPr>
                <p14:cNvContentPartPr/>
                <p14:nvPr/>
              </p14:nvContentPartPr>
              <p14:xfrm>
                <a:off x="9990115" y="2669590"/>
                <a:ext cx="78120" cy="130320"/>
              </p14:xfrm>
            </p:contentPart>
          </mc:Choice>
          <mc:Fallback>
            <p:pic>
              <p:nvPicPr>
                <p:cNvPr id="38" name="Ink 37">
                  <a:extLst>
                    <a:ext uri="{FF2B5EF4-FFF2-40B4-BE49-F238E27FC236}">
                      <a16:creationId xmlns:a16="http://schemas.microsoft.com/office/drawing/2014/main" id="{DB9F61AB-6252-5B08-6FBB-332AD07056FF}"/>
                    </a:ext>
                  </a:extLst>
                </p:cNvPr>
                <p:cNvPicPr/>
                <p:nvPr/>
              </p:nvPicPr>
              <p:blipFill>
                <a:blip r:embed="rId57"/>
                <a:stretch>
                  <a:fillRect/>
                </a:stretch>
              </p:blipFill>
              <p:spPr>
                <a:xfrm>
                  <a:off x="9983995" y="2663470"/>
                  <a:ext cx="9036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68197CF3-85AD-A34C-9BF1-FA17DF8E73FA}"/>
                    </a:ext>
                  </a:extLst>
                </p14:cNvPr>
                <p14:cNvContentPartPr/>
                <p14:nvPr/>
              </p14:nvContentPartPr>
              <p14:xfrm>
                <a:off x="9980035" y="2456830"/>
                <a:ext cx="194040" cy="683640"/>
              </p14:xfrm>
            </p:contentPart>
          </mc:Choice>
          <mc:Fallback>
            <p:pic>
              <p:nvPicPr>
                <p:cNvPr id="39" name="Ink 38">
                  <a:extLst>
                    <a:ext uri="{FF2B5EF4-FFF2-40B4-BE49-F238E27FC236}">
                      <a16:creationId xmlns:a16="http://schemas.microsoft.com/office/drawing/2014/main" id="{68197CF3-85AD-A34C-9BF1-FA17DF8E73FA}"/>
                    </a:ext>
                  </a:extLst>
                </p:cNvPr>
                <p:cNvPicPr/>
                <p:nvPr/>
              </p:nvPicPr>
              <p:blipFill>
                <a:blip r:embed="rId59"/>
                <a:stretch>
                  <a:fillRect/>
                </a:stretch>
              </p:blipFill>
              <p:spPr>
                <a:xfrm>
                  <a:off x="9973915" y="2450710"/>
                  <a:ext cx="206280" cy="695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402E0069-E3D3-CC8B-F124-06C8CE662967}"/>
                    </a:ext>
                  </a:extLst>
                </p14:cNvPr>
                <p14:cNvContentPartPr/>
                <p14:nvPr/>
              </p14:nvContentPartPr>
              <p14:xfrm>
                <a:off x="9456595" y="2461150"/>
                <a:ext cx="181080" cy="605880"/>
              </p14:xfrm>
            </p:contentPart>
          </mc:Choice>
          <mc:Fallback>
            <p:pic>
              <p:nvPicPr>
                <p:cNvPr id="40" name="Ink 39">
                  <a:extLst>
                    <a:ext uri="{FF2B5EF4-FFF2-40B4-BE49-F238E27FC236}">
                      <a16:creationId xmlns:a16="http://schemas.microsoft.com/office/drawing/2014/main" id="{402E0069-E3D3-CC8B-F124-06C8CE662967}"/>
                    </a:ext>
                  </a:extLst>
                </p:cNvPr>
                <p:cNvPicPr/>
                <p:nvPr/>
              </p:nvPicPr>
              <p:blipFill>
                <a:blip r:embed="rId61"/>
                <a:stretch>
                  <a:fillRect/>
                </a:stretch>
              </p:blipFill>
              <p:spPr>
                <a:xfrm>
                  <a:off x="9450475" y="2455030"/>
                  <a:ext cx="193320" cy="6181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2" name="Ink 41">
                  <a:extLst>
                    <a:ext uri="{FF2B5EF4-FFF2-40B4-BE49-F238E27FC236}">
                      <a16:creationId xmlns:a16="http://schemas.microsoft.com/office/drawing/2014/main" id="{E7F5C977-EABB-74B1-56A4-2D5DDEF54F83}"/>
                    </a:ext>
                  </a:extLst>
                </p14:cNvPr>
                <p14:cNvContentPartPr/>
                <p14:nvPr/>
              </p14:nvContentPartPr>
              <p14:xfrm>
                <a:off x="10233115" y="2307790"/>
                <a:ext cx="143640" cy="181440"/>
              </p14:xfrm>
            </p:contentPart>
          </mc:Choice>
          <mc:Fallback>
            <p:pic>
              <p:nvPicPr>
                <p:cNvPr id="42" name="Ink 41">
                  <a:extLst>
                    <a:ext uri="{FF2B5EF4-FFF2-40B4-BE49-F238E27FC236}">
                      <a16:creationId xmlns:a16="http://schemas.microsoft.com/office/drawing/2014/main" id="{E7F5C977-EABB-74B1-56A4-2D5DDEF54F83}"/>
                    </a:ext>
                  </a:extLst>
                </p:cNvPr>
                <p:cNvPicPr/>
                <p:nvPr/>
              </p:nvPicPr>
              <p:blipFill>
                <a:blip r:embed="rId63"/>
                <a:stretch>
                  <a:fillRect/>
                </a:stretch>
              </p:blipFill>
              <p:spPr>
                <a:xfrm>
                  <a:off x="10226995" y="2301670"/>
                  <a:ext cx="1558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3" name="Ink 42">
                  <a:extLst>
                    <a:ext uri="{FF2B5EF4-FFF2-40B4-BE49-F238E27FC236}">
                      <a16:creationId xmlns:a16="http://schemas.microsoft.com/office/drawing/2014/main" id="{2D441E04-47F2-3759-47ED-9410AAB430A0}"/>
                    </a:ext>
                  </a:extLst>
                </p14:cNvPr>
                <p14:cNvContentPartPr/>
                <p14:nvPr/>
              </p14:nvContentPartPr>
              <p14:xfrm>
                <a:off x="10313395" y="2395990"/>
                <a:ext cx="38160" cy="263160"/>
              </p14:xfrm>
            </p:contentPart>
          </mc:Choice>
          <mc:Fallback>
            <p:pic>
              <p:nvPicPr>
                <p:cNvPr id="43" name="Ink 42">
                  <a:extLst>
                    <a:ext uri="{FF2B5EF4-FFF2-40B4-BE49-F238E27FC236}">
                      <a16:creationId xmlns:a16="http://schemas.microsoft.com/office/drawing/2014/main" id="{2D441E04-47F2-3759-47ED-9410AAB430A0}"/>
                    </a:ext>
                  </a:extLst>
                </p:cNvPr>
                <p:cNvPicPr/>
                <p:nvPr/>
              </p:nvPicPr>
              <p:blipFill>
                <a:blip r:embed="rId65"/>
                <a:stretch>
                  <a:fillRect/>
                </a:stretch>
              </p:blipFill>
              <p:spPr>
                <a:xfrm>
                  <a:off x="10307275" y="2389870"/>
                  <a:ext cx="5040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3" name="Ink 82">
                  <a:extLst>
                    <a:ext uri="{FF2B5EF4-FFF2-40B4-BE49-F238E27FC236}">
                      <a16:creationId xmlns:a16="http://schemas.microsoft.com/office/drawing/2014/main" id="{27E3016E-D4EF-7E14-8C11-1DC9FCF80CC0}"/>
                    </a:ext>
                  </a:extLst>
                </p14:cNvPr>
                <p14:cNvContentPartPr/>
                <p14:nvPr/>
              </p14:nvContentPartPr>
              <p14:xfrm>
                <a:off x="1205755" y="3572830"/>
                <a:ext cx="4294080" cy="80280"/>
              </p14:xfrm>
            </p:contentPart>
          </mc:Choice>
          <mc:Fallback>
            <p:pic>
              <p:nvPicPr>
                <p:cNvPr id="83" name="Ink 82">
                  <a:extLst>
                    <a:ext uri="{FF2B5EF4-FFF2-40B4-BE49-F238E27FC236}">
                      <a16:creationId xmlns:a16="http://schemas.microsoft.com/office/drawing/2014/main" id="{27E3016E-D4EF-7E14-8C11-1DC9FCF80CC0}"/>
                    </a:ext>
                  </a:extLst>
                </p:cNvPr>
                <p:cNvPicPr/>
                <p:nvPr/>
              </p:nvPicPr>
              <p:blipFill>
                <a:blip r:embed="rId67"/>
                <a:stretch>
                  <a:fillRect/>
                </a:stretch>
              </p:blipFill>
              <p:spPr>
                <a:xfrm>
                  <a:off x="1199635" y="3566710"/>
                  <a:ext cx="430632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84" name="Ink 83">
                  <a:extLst>
                    <a:ext uri="{FF2B5EF4-FFF2-40B4-BE49-F238E27FC236}">
                      <a16:creationId xmlns:a16="http://schemas.microsoft.com/office/drawing/2014/main" id="{F85C383A-FD37-2A71-122B-2D4C97873A53}"/>
                    </a:ext>
                  </a:extLst>
                </p14:cNvPr>
                <p14:cNvContentPartPr/>
                <p14:nvPr/>
              </p14:nvContentPartPr>
              <p14:xfrm>
                <a:off x="1027915" y="5718070"/>
                <a:ext cx="128880" cy="458640"/>
              </p14:xfrm>
            </p:contentPart>
          </mc:Choice>
          <mc:Fallback>
            <p:pic>
              <p:nvPicPr>
                <p:cNvPr id="84" name="Ink 83">
                  <a:extLst>
                    <a:ext uri="{FF2B5EF4-FFF2-40B4-BE49-F238E27FC236}">
                      <a16:creationId xmlns:a16="http://schemas.microsoft.com/office/drawing/2014/main" id="{F85C383A-FD37-2A71-122B-2D4C97873A53}"/>
                    </a:ext>
                  </a:extLst>
                </p:cNvPr>
                <p:cNvPicPr/>
                <p:nvPr/>
              </p:nvPicPr>
              <p:blipFill>
                <a:blip r:embed="rId69"/>
                <a:stretch>
                  <a:fillRect/>
                </a:stretch>
              </p:blipFill>
              <p:spPr>
                <a:xfrm>
                  <a:off x="1021795" y="5711950"/>
                  <a:ext cx="141120" cy="470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85" name="Ink 84">
                  <a:extLst>
                    <a:ext uri="{FF2B5EF4-FFF2-40B4-BE49-F238E27FC236}">
                      <a16:creationId xmlns:a16="http://schemas.microsoft.com/office/drawing/2014/main" id="{D9990851-893B-420B-0587-132E55410946}"/>
                    </a:ext>
                  </a:extLst>
                </p14:cNvPr>
                <p14:cNvContentPartPr/>
                <p14:nvPr/>
              </p14:nvContentPartPr>
              <p14:xfrm>
                <a:off x="1216195" y="5646070"/>
                <a:ext cx="254880" cy="659160"/>
              </p14:xfrm>
            </p:contentPart>
          </mc:Choice>
          <mc:Fallback>
            <p:pic>
              <p:nvPicPr>
                <p:cNvPr id="85" name="Ink 84">
                  <a:extLst>
                    <a:ext uri="{FF2B5EF4-FFF2-40B4-BE49-F238E27FC236}">
                      <a16:creationId xmlns:a16="http://schemas.microsoft.com/office/drawing/2014/main" id="{D9990851-893B-420B-0587-132E55410946}"/>
                    </a:ext>
                  </a:extLst>
                </p:cNvPr>
                <p:cNvPicPr/>
                <p:nvPr/>
              </p:nvPicPr>
              <p:blipFill>
                <a:blip r:embed="rId71"/>
                <a:stretch>
                  <a:fillRect/>
                </a:stretch>
              </p:blipFill>
              <p:spPr>
                <a:xfrm>
                  <a:off x="1210075" y="5639950"/>
                  <a:ext cx="267120" cy="671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6" name="Ink 85">
                  <a:extLst>
                    <a:ext uri="{FF2B5EF4-FFF2-40B4-BE49-F238E27FC236}">
                      <a16:creationId xmlns:a16="http://schemas.microsoft.com/office/drawing/2014/main" id="{6FA4CA69-3C39-5D25-94BF-AE1B1D72E563}"/>
                    </a:ext>
                  </a:extLst>
                </p14:cNvPr>
                <p14:cNvContentPartPr/>
                <p14:nvPr/>
              </p14:nvContentPartPr>
              <p14:xfrm>
                <a:off x="1448035" y="5835790"/>
                <a:ext cx="170280" cy="319680"/>
              </p14:xfrm>
            </p:contentPart>
          </mc:Choice>
          <mc:Fallback>
            <p:pic>
              <p:nvPicPr>
                <p:cNvPr id="86" name="Ink 85">
                  <a:extLst>
                    <a:ext uri="{FF2B5EF4-FFF2-40B4-BE49-F238E27FC236}">
                      <a16:creationId xmlns:a16="http://schemas.microsoft.com/office/drawing/2014/main" id="{6FA4CA69-3C39-5D25-94BF-AE1B1D72E563}"/>
                    </a:ext>
                  </a:extLst>
                </p:cNvPr>
                <p:cNvPicPr/>
                <p:nvPr/>
              </p:nvPicPr>
              <p:blipFill>
                <a:blip r:embed="rId73"/>
                <a:stretch>
                  <a:fillRect/>
                </a:stretch>
              </p:blipFill>
              <p:spPr>
                <a:xfrm>
                  <a:off x="1441915" y="5829670"/>
                  <a:ext cx="18252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7" name="Ink 86">
                  <a:extLst>
                    <a:ext uri="{FF2B5EF4-FFF2-40B4-BE49-F238E27FC236}">
                      <a16:creationId xmlns:a16="http://schemas.microsoft.com/office/drawing/2014/main" id="{CECFA083-6A79-4017-9723-D0CB3DCCF74D}"/>
                    </a:ext>
                  </a:extLst>
                </p14:cNvPr>
                <p14:cNvContentPartPr/>
                <p14:nvPr/>
              </p14:nvContentPartPr>
              <p14:xfrm>
                <a:off x="1449475" y="5917510"/>
                <a:ext cx="159480" cy="207360"/>
              </p14:xfrm>
            </p:contentPart>
          </mc:Choice>
          <mc:Fallback>
            <p:pic>
              <p:nvPicPr>
                <p:cNvPr id="87" name="Ink 86">
                  <a:extLst>
                    <a:ext uri="{FF2B5EF4-FFF2-40B4-BE49-F238E27FC236}">
                      <a16:creationId xmlns:a16="http://schemas.microsoft.com/office/drawing/2014/main" id="{CECFA083-6A79-4017-9723-D0CB3DCCF74D}"/>
                    </a:ext>
                  </a:extLst>
                </p:cNvPr>
                <p:cNvPicPr/>
                <p:nvPr/>
              </p:nvPicPr>
              <p:blipFill>
                <a:blip r:embed="rId75"/>
                <a:stretch>
                  <a:fillRect/>
                </a:stretch>
              </p:blipFill>
              <p:spPr>
                <a:xfrm>
                  <a:off x="1443355" y="5911390"/>
                  <a:ext cx="17172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8" name="Ink 87">
                  <a:extLst>
                    <a:ext uri="{FF2B5EF4-FFF2-40B4-BE49-F238E27FC236}">
                      <a16:creationId xmlns:a16="http://schemas.microsoft.com/office/drawing/2014/main" id="{C87F1683-406B-7FC4-87EB-3D1A516C4E43}"/>
                    </a:ext>
                  </a:extLst>
                </p14:cNvPr>
                <p14:cNvContentPartPr/>
                <p14:nvPr/>
              </p14:nvContentPartPr>
              <p14:xfrm>
                <a:off x="1814515" y="5951710"/>
                <a:ext cx="129240" cy="23040"/>
              </p14:xfrm>
            </p:contentPart>
          </mc:Choice>
          <mc:Fallback>
            <p:pic>
              <p:nvPicPr>
                <p:cNvPr id="88" name="Ink 87">
                  <a:extLst>
                    <a:ext uri="{FF2B5EF4-FFF2-40B4-BE49-F238E27FC236}">
                      <a16:creationId xmlns:a16="http://schemas.microsoft.com/office/drawing/2014/main" id="{C87F1683-406B-7FC4-87EB-3D1A516C4E43}"/>
                    </a:ext>
                  </a:extLst>
                </p:cNvPr>
                <p:cNvPicPr/>
                <p:nvPr/>
              </p:nvPicPr>
              <p:blipFill>
                <a:blip r:embed="rId77"/>
                <a:stretch>
                  <a:fillRect/>
                </a:stretch>
              </p:blipFill>
              <p:spPr>
                <a:xfrm>
                  <a:off x="1808395" y="5945590"/>
                  <a:ext cx="1414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9" name="Ink 88">
                  <a:extLst>
                    <a:ext uri="{FF2B5EF4-FFF2-40B4-BE49-F238E27FC236}">
                      <a16:creationId xmlns:a16="http://schemas.microsoft.com/office/drawing/2014/main" id="{E1FF4A04-4D41-7301-1CB6-A817564C22D8}"/>
                    </a:ext>
                  </a:extLst>
                </p14:cNvPr>
                <p14:cNvContentPartPr/>
                <p14:nvPr/>
              </p14:nvContentPartPr>
              <p14:xfrm>
                <a:off x="1846555" y="6011830"/>
                <a:ext cx="160920" cy="37800"/>
              </p14:xfrm>
            </p:contentPart>
          </mc:Choice>
          <mc:Fallback>
            <p:pic>
              <p:nvPicPr>
                <p:cNvPr id="89" name="Ink 88">
                  <a:extLst>
                    <a:ext uri="{FF2B5EF4-FFF2-40B4-BE49-F238E27FC236}">
                      <a16:creationId xmlns:a16="http://schemas.microsoft.com/office/drawing/2014/main" id="{E1FF4A04-4D41-7301-1CB6-A817564C22D8}"/>
                    </a:ext>
                  </a:extLst>
                </p:cNvPr>
                <p:cNvPicPr/>
                <p:nvPr/>
              </p:nvPicPr>
              <p:blipFill>
                <a:blip r:embed="rId79"/>
                <a:stretch>
                  <a:fillRect/>
                </a:stretch>
              </p:blipFill>
              <p:spPr>
                <a:xfrm>
                  <a:off x="1840435" y="6005710"/>
                  <a:ext cx="1731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0" name="Ink 89">
                  <a:extLst>
                    <a:ext uri="{FF2B5EF4-FFF2-40B4-BE49-F238E27FC236}">
                      <a16:creationId xmlns:a16="http://schemas.microsoft.com/office/drawing/2014/main" id="{83A87181-496C-FFFE-857A-69178A790F4A}"/>
                    </a:ext>
                  </a:extLst>
                </p14:cNvPr>
                <p14:cNvContentPartPr/>
                <p14:nvPr/>
              </p14:nvContentPartPr>
              <p14:xfrm>
                <a:off x="2146795" y="5869990"/>
                <a:ext cx="209520" cy="131400"/>
              </p14:xfrm>
            </p:contentPart>
          </mc:Choice>
          <mc:Fallback>
            <p:pic>
              <p:nvPicPr>
                <p:cNvPr id="90" name="Ink 89">
                  <a:extLst>
                    <a:ext uri="{FF2B5EF4-FFF2-40B4-BE49-F238E27FC236}">
                      <a16:creationId xmlns:a16="http://schemas.microsoft.com/office/drawing/2014/main" id="{83A87181-496C-FFFE-857A-69178A790F4A}"/>
                    </a:ext>
                  </a:extLst>
                </p:cNvPr>
                <p:cNvPicPr/>
                <p:nvPr/>
              </p:nvPicPr>
              <p:blipFill>
                <a:blip r:embed="rId81"/>
                <a:stretch>
                  <a:fillRect/>
                </a:stretch>
              </p:blipFill>
              <p:spPr>
                <a:xfrm>
                  <a:off x="2140675" y="5863870"/>
                  <a:ext cx="22176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91" name="Ink 90">
                  <a:extLst>
                    <a:ext uri="{FF2B5EF4-FFF2-40B4-BE49-F238E27FC236}">
                      <a16:creationId xmlns:a16="http://schemas.microsoft.com/office/drawing/2014/main" id="{8BBF1635-12AF-80DE-B6EB-94B2361EF335}"/>
                    </a:ext>
                  </a:extLst>
                </p14:cNvPr>
                <p14:cNvContentPartPr/>
                <p14:nvPr/>
              </p14:nvContentPartPr>
              <p14:xfrm>
                <a:off x="2332195" y="5631670"/>
                <a:ext cx="78840" cy="768600"/>
              </p14:xfrm>
            </p:contentPart>
          </mc:Choice>
          <mc:Fallback>
            <p:pic>
              <p:nvPicPr>
                <p:cNvPr id="91" name="Ink 90">
                  <a:extLst>
                    <a:ext uri="{FF2B5EF4-FFF2-40B4-BE49-F238E27FC236}">
                      <a16:creationId xmlns:a16="http://schemas.microsoft.com/office/drawing/2014/main" id="{8BBF1635-12AF-80DE-B6EB-94B2361EF335}"/>
                    </a:ext>
                  </a:extLst>
                </p:cNvPr>
                <p:cNvPicPr/>
                <p:nvPr/>
              </p:nvPicPr>
              <p:blipFill>
                <a:blip r:embed="rId83"/>
                <a:stretch>
                  <a:fillRect/>
                </a:stretch>
              </p:blipFill>
              <p:spPr>
                <a:xfrm>
                  <a:off x="2326075" y="5625550"/>
                  <a:ext cx="91080" cy="780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92" name="Ink 91">
                  <a:extLst>
                    <a:ext uri="{FF2B5EF4-FFF2-40B4-BE49-F238E27FC236}">
                      <a16:creationId xmlns:a16="http://schemas.microsoft.com/office/drawing/2014/main" id="{28114082-1AA6-A984-801B-4C369CA31ED7}"/>
                    </a:ext>
                  </a:extLst>
                </p14:cNvPr>
                <p14:cNvContentPartPr/>
                <p14:nvPr/>
              </p14:nvContentPartPr>
              <p14:xfrm>
                <a:off x="2667355" y="5962510"/>
                <a:ext cx="158040" cy="23400"/>
              </p14:xfrm>
            </p:contentPart>
          </mc:Choice>
          <mc:Fallback>
            <p:pic>
              <p:nvPicPr>
                <p:cNvPr id="92" name="Ink 91">
                  <a:extLst>
                    <a:ext uri="{FF2B5EF4-FFF2-40B4-BE49-F238E27FC236}">
                      <a16:creationId xmlns:a16="http://schemas.microsoft.com/office/drawing/2014/main" id="{28114082-1AA6-A984-801B-4C369CA31ED7}"/>
                    </a:ext>
                  </a:extLst>
                </p:cNvPr>
                <p:cNvPicPr/>
                <p:nvPr/>
              </p:nvPicPr>
              <p:blipFill>
                <a:blip r:embed="rId85"/>
                <a:stretch>
                  <a:fillRect/>
                </a:stretch>
              </p:blipFill>
              <p:spPr>
                <a:xfrm>
                  <a:off x="2661235" y="5956390"/>
                  <a:ext cx="17028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93" name="Ink 92">
                  <a:extLst>
                    <a:ext uri="{FF2B5EF4-FFF2-40B4-BE49-F238E27FC236}">
                      <a16:creationId xmlns:a16="http://schemas.microsoft.com/office/drawing/2014/main" id="{87A5DA04-1EAB-E65A-54A2-9C0B4247024A}"/>
                    </a:ext>
                  </a:extLst>
                </p14:cNvPr>
                <p14:cNvContentPartPr/>
                <p14:nvPr/>
              </p14:nvContentPartPr>
              <p14:xfrm>
                <a:off x="2644675" y="5869990"/>
                <a:ext cx="72720" cy="348120"/>
              </p14:xfrm>
            </p:contentPart>
          </mc:Choice>
          <mc:Fallback>
            <p:pic>
              <p:nvPicPr>
                <p:cNvPr id="93" name="Ink 92">
                  <a:extLst>
                    <a:ext uri="{FF2B5EF4-FFF2-40B4-BE49-F238E27FC236}">
                      <a16:creationId xmlns:a16="http://schemas.microsoft.com/office/drawing/2014/main" id="{87A5DA04-1EAB-E65A-54A2-9C0B4247024A}"/>
                    </a:ext>
                  </a:extLst>
                </p:cNvPr>
                <p:cNvPicPr/>
                <p:nvPr/>
              </p:nvPicPr>
              <p:blipFill>
                <a:blip r:embed="rId87"/>
                <a:stretch>
                  <a:fillRect/>
                </a:stretch>
              </p:blipFill>
              <p:spPr>
                <a:xfrm>
                  <a:off x="2638555" y="5863870"/>
                  <a:ext cx="84960" cy="360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4" name="Ink 93">
                  <a:extLst>
                    <a:ext uri="{FF2B5EF4-FFF2-40B4-BE49-F238E27FC236}">
                      <a16:creationId xmlns:a16="http://schemas.microsoft.com/office/drawing/2014/main" id="{40D445AF-51E6-22CD-9D11-A4E02FA49657}"/>
                    </a:ext>
                  </a:extLst>
                </p14:cNvPr>
                <p14:cNvContentPartPr/>
                <p14:nvPr/>
              </p14:nvContentPartPr>
              <p14:xfrm>
                <a:off x="3125995" y="5765590"/>
                <a:ext cx="56880" cy="372960"/>
              </p14:xfrm>
            </p:contentPart>
          </mc:Choice>
          <mc:Fallback>
            <p:pic>
              <p:nvPicPr>
                <p:cNvPr id="94" name="Ink 93">
                  <a:extLst>
                    <a:ext uri="{FF2B5EF4-FFF2-40B4-BE49-F238E27FC236}">
                      <a16:creationId xmlns:a16="http://schemas.microsoft.com/office/drawing/2014/main" id="{40D445AF-51E6-22CD-9D11-A4E02FA49657}"/>
                    </a:ext>
                  </a:extLst>
                </p:cNvPr>
                <p:cNvPicPr/>
                <p:nvPr/>
              </p:nvPicPr>
              <p:blipFill>
                <a:blip r:embed="rId89"/>
                <a:stretch>
                  <a:fillRect/>
                </a:stretch>
              </p:blipFill>
              <p:spPr>
                <a:xfrm>
                  <a:off x="3119875" y="5759470"/>
                  <a:ext cx="6912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95" name="Ink 94">
                  <a:extLst>
                    <a:ext uri="{FF2B5EF4-FFF2-40B4-BE49-F238E27FC236}">
                      <a16:creationId xmlns:a16="http://schemas.microsoft.com/office/drawing/2014/main" id="{1AD78D4A-BB64-8723-7F05-6CC0F71C67FE}"/>
                    </a:ext>
                  </a:extLst>
                </p14:cNvPr>
                <p14:cNvContentPartPr/>
                <p14:nvPr/>
              </p14:nvContentPartPr>
              <p14:xfrm>
                <a:off x="3297355" y="5660830"/>
                <a:ext cx="226800" cy="553320"/>
              </p14:xfrm>
            </p:contentPart>
          </mc:Choice>
          <mc:Fallback>
            <p:pic>
              <p:nvPicPr>
                <p:cNvPr id="95" name="Ink 94">
                  <a:extLst>
                    <a:ext uri="{FF2B5EF4-FFF2-40B4-BE49-F238E27FC236}">
                      <a16:creationId xmlns:a16="http://schemas.microsoft.com/office/drawing/2014/main" id="{1AD78D4A-BB64-8723-7F05-6CC0F71C67FE}"/>
                    </a:ext>
                  </a:extLst>
                </p:cNvPr>
                <p:cNvPicPr/>
                <p:nvPr/>
              </p:nvPicPr>
              <p:blipFill>
                <a:blip r:embed="rId91"/>
                <a:stretch>
                  <a:fillRect/>
                </a:stretch>
              </p:blipFill>
              <p:spPr>
                <a:xfrm>
                  <a:off x="3291235" y="5654710"/>
                  <a:ext cx="239040" cy="5655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6" name="Ink 95">
                  <a:extLst>
                    <a:ext uri="{FF2B5EF4-FFF2-40B4-BE49-F238E27FC236}">
                      <a16:creationId xmlns:a16="http://schemas.microsoft.com/office/drawing/2014/main" id="{B9AB9EB7-C872-32A5-F5A5-69A8B41BD1D3}"/>
                    </a:ext>
                  </a:extLst>
                </p14:cNvPr>
                <p14:cNvContentPartPr/>
                <p14:nvPr/>
              </p14:nvContentPartPr>
              <p14:xfrm>
                <a:off x="3524515" y="5746870"/>
                <a:ext cx="219960" cy="326160"/>
              </p14:xfrm>
            </p:contentPart>
          </mc:Choice>
          <mc:Fallback>
            <p:pic>
              <p:nvPicPr>
                <p:cNvPr id="96" name="Ink 95">
                  <a:extLst>
                    <a:ext uri="{FF2B5EF4-FFF2-40B4-BE49-F238E27FC236}">
                      <a16:creationId xmlns:a16="http://schemas.microsoft.com/office/drawing/2014/main" id="{B9AB9EB7-C872-32A5-F5A5-69A8B41BD1D3}"/>
                    </a:ext>
                  </a:extLst>
                </p:cNvPr>
                <p:cNvPicPr/>
                <p:nvPr/>
              </p:nvPicPr>
              <p:blipFill>
                <a:blip r:embed="rId93"/>
                <a:stretch>
                  <a:fillRect/>
                </a:stretch>
              </p:blipFill>
              <p:spPr>
                <a:xfrm>
                  <a:off x="3518395" y="5740750"/>
                  <a:ext cx="23220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7" name="Ink 96">
                  <a:extLst>
                    <a:ext uri="{FF2B5EF4-FFF2-40B4-BE49-F238E27FC236}">
                      <a16:creationId xmlns:a16="http://schemas.microsoft.com/office/drawing/2014/main" id="{E1CFA6DC-EF4D-A833-FAD9-CAD54B2708C7}"/>
                    </a:ext>
                  </a:extLst>
                </p14:cNvPr>
                <p14:cNvContentPartPr/>
                <p14:nvPr/>
              </p14:nvContentPartPr>
              <p14:xfrm>
                <a:off x="3539995" y="5824270"/>
                <a:ext cx="199080" cy="225000"/>
              </p14:xfrm>
            </p:contentPart>
          </mc:Choice>
          <mc:Fallback>
            <p:pic>
              <p:nvPicPr>
                <p:cNvPr id="97" name="Ink 96">
                  <a:extLst>
                    <a:ext uri="{FF2B5EF4-FFF2-40B4-BE49-F238E27FC236}">
                      <a16:creationId xmlns:a16="http://schemas.microsoft.com/office/drawing/2014/main" id="{E1CFA6DC-EF4D-A833-FAD9-CAD54B2708C7}"/>
                    </a:ext>
                  </a:extLst>
                </p:cNvPr>
                <p:cNvPicPr/>
                <p:nvPr/>
              </p:nvPicPr>
              <p:blipFill>
                <a:blip r:embed="rId95"/>
                <a:stretch>
                  <a:fillRect/>
                </a:stretch>
              </p:blipFill>
              <p:spPr>
                <a:xfrm>
                  <a:off x="3533875" y="5818150"/>
                  <a:ext cx="2113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8" name="Ink 97">
                  <a:extLst>
                    <a:ext uri="{FF2B5EF4-FFF2-40B4-BE49-F238E27FC236}">
                      <a16:creationId xmlns:a16="http://schemas.microsoft.com/office/drawing/2014/main" id="{D362BA37-9392-73DB-B2FD-600F34CC7CC0}"/>
                    </a:ext>
                  </a:extLst>
                </p14:cNvPr>
                <p14:cNvContentPartPr/>
                <p14:nvPr/>
              </p14:nvContentPartPr>
              <p14:xfrm>
                <a:off x="3998995" y="5913550"/>
                <a:ext cx="91080" cy="12960"/>
              </p14:xfrm>
            </p:contentPart>
          </mc:Choice>
          <mc:Fallback>
            <p:pic>
              <p:nvPicPr>
                <p:cNvPr id="98" name="Ink 97">
                  <a:extLst>
                    <a:ext uri="{FF2B5EF4-FFF2-40B4-BE49-F238E27FC236}">
                      <a16:creationId xmlns:a16="http://schemas.microsoft.com/office/drawing/2014/main" id="{D362BA37-9392-73DB-B2FD-600F34CC7CC0}"/>
                    </a:ext>
                  </a:extLst>
                </p:cNvPr>
                <p:cNvPicPr/>
                <p:nvPr/>
              </p:nvPicPr>
              <p:blipFill>
                <a:blip r:embed="rId97"/>
                <a:stretch>
                  <a:fillRect/>
                </a:stretch>
              </p:blipFill>
              <p:spPr>
                <a:xfrm>
                  <a:off x="3992875" y="5907430"/>
                  <a:ext cx="1033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9" name="Ink 98">
                  <a:extLst>
                    <a:ext uri="{FF2B5EF4-FFF2-40B4-BE49-F238E27FC236}">
                      <a16:creationId xmlns:a16="http://schemas.microsoft.com/office/drawing/2014/main" id="{6379F783-B774-A5F8-82F5-A3C1B554FDB8}"/>
                    </a:ext>
                  </a:extLst>
                </p14:cNvPr>
                <p14:cNvContentPartPr/>
                <p14:nvPr/>
              </p14:nvContentPartPr>
              <p14:xfrm>
                <a:off x="3963355" y="5978710"/>
                <a:ext cx="160920" cy="27360"/>
              </p14:xfrm>
            </p:contentPart>
          </mc:Choice>
          <mc:Fallback>
            <p:pic>
              <p:nvPicPr>
                <p:cNvPr id="99" name="Ink 98">
                  <a:extLst>
                    <a:ext uri="{FF2B5EF4-FFF2-40B4-BE49-F238E27FC236}">
                      <a16:creationId xmlns:a16="http://schemas.microsoft.com/office/drawing/2014/main" id="{6379F783-B774-A5F8-82F5-A3C1B554FDB8}"/>
                    </a:ext>
                  </a:extLst>
                </p:cNvPr>
                <p:cNvPicPr/>
                <p:nvPr/>
              </p:nvPicPr>
              <p:blipFill>
                <a:blip r:embed="rId99"/>
                <a:stretch>
                  <a:fillRect/>
                </a:stretch>
              </p:blipFill>
              <p:spPr>
                <a:xfrm>
                  <a:off x="3957235" y="5972590"/>
                  <a:ext cx="1731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00" name="Ink 99">
                  <a:extLst>
                    <a:ext uri="{FF2B5EF4-FFF2-40B4-BE49-F238E27FC236}">
                      <a16:creationId xmlns:a16="http://schemas.microsoft.com/office/drawing/2014/main" id="{FC97D854-CAF7-A118-D2D4-43BF78C3F152}"/>
                    </a:ext>
                  </a:extLst>
                </p14:cNvPr>
                <p14:cNvContentPartPr/>
                <p14:nvPr/>
              </p14:nvContentPartPr>
              <p14:xfrm>
                <a:off x="4292755" y="5847310"/>
                <a:ext cx="14760" cy="195120"/>
              </p14:xfrm>
            </p:contentPart>
          </mc:Choice>
          <mc:Fallback>
            <p:pic>
              <p:nvPicPr>
                <p:cNvPr id="100" name="Ink 99">
                  <a:extLst>
                    <a:ext uri="{FF2B5EF4-FFF2-40B4-BE49-F238E27FC236}">
                      <a16:creationId xmlns:a16="http://schemas.microsoft.com/office/drawing/2014/main" id="{FC97D854-CAF7-A118-D2D4-43BF78C3F152}"/>
                    </a:ext>
                  </a:extLst>
                </p:cNvPr>
                <p:cNvPicPr/>
                <p:nvPr/>
              </p:nvPicPr>
              <p:blipFill>
                <a:blip r:embed="rId101"/>
                <a:stretch>
                  <a:fillRect/>
                </a:stretch>
              </p:blipFill>
              <p:spPr>
                <a:xfrm>
                  <a:off x="4286635" y="5841190"/>
                  <a:ext cx="2700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1" name="Ink 100">
                  <a:extLst>
                    <a:ext uri="{FF2B5EF4-FFF2-40B4-BE49-F238E27FC236}">
                      <a16:creationId xmlns:a16="http://schemas.microsoft.com/office/drawing/2014/main" id="{0A96D102-FEC5-2359-93DB-997674F92B8F}"/>
                    </a:ext>
                  </a:extLst>
                </p14:cNvPr>
                <p14:cNvContentPartPr/>
                <p14:nvPr/>
              </p14:nvContentPartPr>
              <p14:xfrm>
                <a:off x="4254235" y="5559310"/>
                <a:ext cx="181440" cy="775800"/>
              </p14:xfrm>
            </p:contentPart>
          </mc:Choice>
          <mc:Fallback>
            <p:pic>
              <p:nvPicPr>
                <p:cNvPr id="101" name="Ink 100">
                  <a:extLst>
                    <a:ext uri="{FF2B5EF4-FFF2-40B4-BE49-F238E27FC236}">
                      <a16:creationId xmlns:a16="http://schemas.microsoft.com/office/drawing/2014/main" id="{0A96D102-FEC5-2359-93DB-997674F92B8F}"/>
                    </a:ext>
                  </a:extLst>
                </p:cNvPr>
                <p:cNvPicPr/>
                <p:nvPr/>
              </p:nvPicPr>
              <p:blipFill>
                <a:blip r:embed="rId103"/>
                <a:stretch>
                  <a:fillRect/>
                </a:stretch>
              </p:blipFill>
              <p:spPr>
                <a:xfrm>
                  <a:off x="4248115" y="5553190"/>
                  <a:ext cx="193680" cy="7880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5" name="Ink 44">
                  <a:extLst>
                    <a:ext uri="{FF2B5EF4-FFF2-40B4-BE49-F238E27FC236}">
                      <a16:creationId xmlns:a16="http://schemas.microsoft.com/office/drawing/2014/main" id="{94508DAD-C092-9BB7-BD97-0882BCC10193}"/>
                    </a:ext>
                  </a:extLst>
                </p14:cNvPr>
                <p14:cNvContentPartPr/>
                <p14:nvPr/>
              </p14:nvContentPartPr>
              <p14:xfrm>
                <a:off x="7647955" y="3617110"/>
                <a:ext cx="81360" cy="391680"/>
              </p14:xfrm>
            </p:contentPart>
          </mc:Choice>
          <mc:Fallback>
            <p:pic>
              <p:nvPicPr>
                <p:cNvPr id="45" name="Ink 44">
                  <a:extLst>
                    <a:ext uri="{FF2B5EF4-FFF2-40B4-BE49-F238E27FC236}">
                      <a16:creationId xmlns:a16="http://schemas.microsoft.com/office/drawing/2014/main" id="{94508DAD-C092-9BB7-BD97-0882BCC10193}"/>
                    </a:ext>
                  </a:extLst>
                </p:cNvPr>
                <p:cNvPicPr/>
                <p:nvPr/>
              </p:nvPicPr>
              <p:blipFill>
                <a:blip r:embed="rId105"/>
                <a:stretch>
                  <a:fillRect/>
                </a:stretch>
              </p:blipFill>
              <p:spPr>
                <a:xfrm>
                  <a:off x="7641835" y="3610990"/>
                  <a:ext cx="9360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6" name="Ink 45">
                  <a:extLst>
                    <a:ext uri="{FF2B5EF4-FFF2-40B4-BE49-F238E27FC236}">
                      <a16:creationId xmlns:a16="http://schemas.microsoft.com/office/drawing/2014/main" id="{F962981F-A4BB-F869-A80D-60A4440E531E}"/>
                    </a:ext>
                  </a:extLst>
                </p14:cNvPr>
                <p14:cNvContentPartPr/>
                <p14:nvPr/>
              </p14:nvContentPartPr>
              <p14:xfrm>
                <a:off x="8029555" y="3654550"/>
                <a:ext cx="88200" cy="20160"/>
              </p14:xfrm>
            </p:contentPart>
          </mc:Choice>
          <mc:Fallback>
            <p:pic>
              <p:nvPicPr>
                <p:cNvPr id="46" name="Ink 45">
                  <a:extLst>
                    <a:ext uri="{FF2B5EF4-FFF2-40B4-BE49-F238E27FC236}">
                      <a16:creationId xmlns:a16="http://schemas.microsoft.com/office/drawing/2014/main" id="{F962981F-A4BB-F869-A80D-60A4440E531E}"/>
                    </a:ext>
                  </a:extLst>
                </p:cNvPr>
                <p:cNvPicPr/>
                <p:nvPr/>
              </p:nvPicPr>
              <p:blipFill>
                <a:blip r:embed="rId107"/>
                <a:stretch>
                  <a:fillRect/>
                </a:stretch>
              </p:blipFill>
              <p:spPr>
                <a:xfrm>
                  <a:off x="8023435" y="3648430"/>
                  <a:ext cx="10044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7" name="Ink 46">
                  <a:extLst>
                    <a:ext uri="{FF2B5EF4-FFF2-40B4-BE49-F238E27FC236}">
                      <a16:creationId xmlns:a16="http://schemas.microsoft.com/office/drawing/2014/main" id="{7E02B6BC-AC6C-10D0-1659-11DBADAB41FD}"/>
                    </a:ext>
                  </a:extLst>
                </p14:cNvPr>
                <p14:cNvContentPartPr/>
                <p14:nvPr/>
              </p14:nvContentPartPr>
              <p14:xfrm>
                <a:off x="8015155" y="3763270"/>
                <a:ext cx="131760" cy="27360"/>
              </p14:xfrm>
            </p:contentPart>
          </mc:Choice>
          <mc:Fallback>
            <p:pic>
              <p:nvPicPr>
                <p:cNvPr id="47" name="Ink 46">
                  <a:extLst>
                    <a:ext uri="{FF2B5EF4-FFF2-40B4-BE49-F238E27FC236}">
                      <a16:creationId xmlns:a16="http://schemas.microsoft.com/office/drawing/2014/main" id="{7E02B6BC-AC6C-10D0-1659-11DBADAB41FD}"/>
                    </a:ext>
                  </a:extLst>
                </p:cNvPr>
                <p:cNvPicPr/>
                <p:nvPr/>
              </p:nvPicPr>
              <p:blipFill>
                <a:blip r:embed="rId109"/>
                <a:stretch>
                  <a:fillRect/>
                </a:stretch>
              </p:blipFill>
              <p:spPr>
                <a:xfrm>
                  <a:off x="8009035" y="3757150"/>
                  <a:ext cx="1440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8" name="Ink 47">
                  <a:extLst>
                    <a:ext uri="{FF2B5EF4-FFF2-40B4-BE49-F238E27FC236}">
                      <a16:creationId xmlns:a16="http://schemas.microsoft.com/office/drawing/2014/main" id="{D5E4CCFB-2989-EAA1-1916-82D1F32EF122}"/>
                    </a:ext>
                  </a:extLst>
                </p14:cNvPr>
                <p14:cNvContentPartPr/>
                <p14:nvPr/>
              </p14:nvContentPartPr>
              <p14:xfrm>
                <a:off x="8611315" y="3484270"/>
                <a:ext cx="206640" cy="279000"/>
              </p14:xfrm>
            </p:contentPart>
          </mc:Choice>
          <mc:Fallback>
            <p:pic>
              <p:nvPicPr>
                <p:cNvPr id="48" name="Ink 47">
                  <a:extLst>
                    <a:ext uri="{FF2B5EF4-FFF2-40B4-BE49-F238E27FC236}">
                      <a16:creationId xmlns:a16="http://schemas.microsoft.com/office/drawing/2014/main" id="{D5E4CCFB-2989-EAA1-1916-82D1F32EF122}"/>
                    </a:ext>
                  </a:extLst>
                </p:cNvPr>
                <p:cNvPicPr/>
                <p:nvPr/>
              </p:nvPicPr>
              <p:blipFill>
                <a:blip r:embed="rId111"/>
                <a:stretch>
                  <a:fillRect/>
                </a:stretch>
              </p:blipFill>
              <p:spPr>
                <a:xfrm>
                  <a:off x="8605195" y="3478150"/>
                  <a:ext cx="2188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9" name="Ink 48">
                  <a:extLst>
                    <a:ext uri="{FF2B5EF4-FFF2-40B4-BE49-F238E27FC236}">
                      <a16:creationId xmlns:a16="http://schemas.microsoft.com/office/drawing/2014/main" id="{8B4F9338-0725-CB47-6CFE-5F35F42A624B}"/>
                    </a:ext>
                  </a:extLst>
                </p14:cNvPr>
                <p14:cNvContentPartPr/>
                <p14:nvPr/>
              </p14:nvContentPartPr>
              <p14:xfrm>
                <a:off x="8497555" y="3829510"/>
                <a:ext cx="467280" cy="45000"/>
              </p14:xfrm>
            </p:contentPart>
          </mc:Choice>
          <mc:Fallback>
            <p:pic>
              <p:nvPicPr>
                <p:cNvPr id="49" name="Ink 48">
                  <a:extLst>
                    <a:ext uri="{FF2B5EF4-FFF2-40B4-BE49-F238E27FC236}">
                      <a16:creationId xmlns:a16="http://schemas.microsoft.com/office/drawing/2014/main" id="{8B4F9338-0725-CB47-6CFE-5F35F42A624B}"/>
                    </a:ext>
                  </a:extLst>
                </p:cNvPr>
                <p:cNvPicPr/>
                <p:nvPr/>
              </p:nvPicPr>
              <p:blipFill>
                <a:blip r:embed="rId113"/>
                <a:stretch>
                  <a:fillRect/>
                </a:stretch>
              </p:blipFill>
              <p:spPr>
                <a:xfrm>
                  <a:off x="8491435" y="3823390"/>
                  <a:ext cx="47952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0" name="Ink 49">
                  <a:extLst>
                    <a:ext uri="{FF2B5EF4-FFF2-40B4-BE49-F238E27FC236}">
                      <a16:creationId xmlns:a16="http://schemas.microsoft.com/office/drawing/2014/main" id="{6A52D1BD-71B3-112D-BE42-0490A3DA565A}"/>
                    </a:ext>
                  </a:extLst>
                </p14:cNvPr>
                <p14:cNvContentPartPr/>
                <p14:nvPr/>
              </p14:nvContentPartPr>
              <p14:xfrm>
                <a:off x="8741995" y="3902950"/>
                <a:ext cx="121320" cy="18000"/>
              </p14:xfrm>
            </p:contentPart>
          </mc:Choice>
          <mc:Fallback>
            <p:pic>
              <p:nvPicPr>
                <p:cNvPr id="50" name="Ink 49">
                  <a:extLst>
                    <a:ext uri="{FF2B5EF4-FFF2-40B4-BE49-F238E27FC236}">
                      <a16:creationId xmlns:a16="http://schemas.microsoft.com/office/drawing/2014/main" id="{6A52D1BD-71B3-112D-BE42-0490A3DA565A}"/>
                    </a:ext>
                  </a:extLst>
                </p:cNvPr>
                <p:cNvPicPr/>
                <p:nvPr/>
              </p:nvPicPr>
              <p:blipFill>
                <a:blip r:embed="rId115"/>
                <a:stretch>
                  <a:fillRect/>
                </a:stretch>
              </p:blipFill>
              <p:spPr>
                <a:xfrm>
                  <a:off x="8735875" y="3896830"/>
                  <a:ext cx="1335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1" name="Ink 50">
                  <a:extLst>
                    <a:ext uri="{FF2B5EF4-FFF2-40B4-BE49-F238E27FC236}">
                      <a16:creationId xmlns:a16="http://schemas.microsoft.com/office/drawing/2014/main" id="{AB8899DA-52F5-36D4-093B-A0CF823A79D5}"/>
                    </a:ext>
                  </a:extLst>
                </p14:cNvPr>
                <p14:cNvContentPartPr/>
                <p14:nvPr/>
              </p14:nvContentPartPr>
              <p14:xfrm>
                <a:off x="8745955" y="3894670"/>
                <a:ext cx="8640" cy="8640"/>
              </p14:xfrm>
            </p:contentPart>
          </mc:Choice>
          <mc:Fallback>
            <p:pic>
              <p:nvPicPr>
                <p:cNvPr id="51" name="Ink 50">
                  <a:extLst>
                    <a:ext uri="{FF2B5EF4-FFF2-40B4-BE49-F238E27FC236}">
                      <a16:creationId xmlns:a16="http://schemas.microsoft.com/office/drawing/2014/main" id="{AB8899DA-52F5-36D4-093B-A0CF823A79D5}"/>
                    </a:ext>
                  </a:extLst>
                </p:cNvPr>
                <p:cNvPicPr/>
                <p:nvPr/>
              </p:nvPicPr>
              <p:blipFill>
                <a:blip r:embed="rId117"/>
                <a:stretch>
                  <a:fillRect/>
                </a:stretch>
              </p:blipFill>
              <p:spPr>
                <a:xfrm>
                  <a:off x="8739835" y="3888550"/>
                  <a:ext cx="2088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2" name="Ink 51">
                  <a:extLst>
                    <a:ext uri="{FF2B5EF4-FFF2-40B4-BE49-F238E27FC236}">
                      <a16:creationId xmlns:a16="http://schemas.microsoft.com/office/drawing/2014/main" id="{03A48D5D-8FAE-4F76-FF66-20B85DAAD13A}"/>
                    </a:ext>
                  </a:extLst>
                </p14:cNvPr>
                <p14:cNvContentPartPr/>
                <p14:nvPr/>
              </p14:nvContentPartPr>
              <p14:xfrm>
                <a:off x="8704555" y="3917710"/>
                <a:ext cx="131760" cy="218520"/>
              </p14:xfrm>
            </p:contentPart>
          </mc:Choice>
          <mc:Fallback>
            <p:pic>
              <p:nvPicPr>
                <p:cNvPr id="52" name="Ink 51">
                  <a:extLst>
                    <a:ext uri="{FF2B5EF4-FFF2-40B4-BE49-F238E27FC236}">
                      <a16:creationId xmlns:a16="http://schemas.microsoft.com/office/drawing/2014/main" id="{03A48D5D-8FAE-4F76-FF66-20B85DAAD13A}"/>
                    </a:ext>
                  </a:extLst>
                </p:cNvPr>
                <p:cNvPicPr/>
                <p:nvPr/>
              </p:nvPicPr>
              <p:blipFill>
                <a:blip r:embed="rId119"/>
                <a:stretch>
                  <a:fillRect/>
                </a:stretch>
              </p:blipFill>
              <p:spPr>
                <a:xfrm>
                  <a:off x="8698435" y="3911590"/>
                  <a:ext cx="1440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5" name="Ink 54">
                  <a:extLst>
                    <a:ext uri="{FF2B5EF4-FFF2-40B4-BE49-F238E27FC236}">
                      <a16:creationId xmlns:a16="http://schemas.microsoft.com/office/drawing/2014/main" id="{2798F97B-CDC4-322C-BC48-4BDA2BCB23D2}"/>
                    </a:ext>
                  </a:extLst>
                </p14:cNvPr>
                <p14:cNvContentPartPr/>
                <p14:nvPr/>
              </p14:nvContentPartPr>
              <p14:xfrm>
                <a:off x="7106875" y="4580110"/>
                <a:ext cx="20520" cy="255240"/>
              </p14:xfrm>
            </p:contentPart>
          </mc:Choice>
          <mc:Fallback>
            <p:pic>
              <p:nvPicPr>
                <p:cNvPr id="55" name="Ink 54">
                  <a:extLst>
                    <a:ext uri="{FF2B5EF4-FFF2-40B4-BE49-F238E27FC236}">
                      <a16:creationId xmlns:a16="http://schemas.microsoft.com/office/drawing/2014/main" id="{2798F97B-CDC4-322C-BC48-4BDA2BCB23D2}"/>
                    </a:ext>
                  </a:extLst>
                </p:cNvPr>
                <p:cNvPicPr/>
                <p:nvPr/>
              </p:nvPicPr>
              <p:blipFill>
                <a:blip r:embed="rId121"/>
                <a:stretch>
                  <a:fillRect/>
                </a:stretch>
              </p:blipFill>
              <p:spPr>
                <a:xfrm>
                  <a:off x="7100755" y="4573990"/>
                  <a:ext cx="3276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6" name="Ink 55">
                  <a:extLst>
                    <a:ext uri="{FF2B5EF4-FFF2-40B4-BE49-F238E27FC236}">
                      <a16:creationId xmlns:a16="http://schemas.microsoft.com/office/drawing/2014/main" id="{8B41AB31-7B84-61CD-09D5-EB57B4972F19}"/>
                    </a:ext>
                  </a:extLst>
                </p14:cNvPr>
                <p14:cNvContentPartPr/>
                <p14:nvPr/>
              </p14:nvContentPartPr>
              <p14:xfrm>
                <a:off x="7277155" y="4596670"/>
                <a:ext cx="194400" cy="113760"/>
              </p14:xfrm>
            </p:contentPart>
          </mc:Choice>
          <mc:Fallback>
            <p:pic>
              <p:nvPicPr>
                <p:cNvPr id="56" name="Ink 55">
                  <a:extLst>
                    <a:ext uri="{FF2B5EF4-FFF2-40B4-BE49-F238E27FC236}">
                      <a16:creationId xmlns:a16="http://schemas.microsoft.com/office/drawing/2014/main" id="{8B41AB31-7B84-61CD-09D5-EB57B4972F19}"/>
                    </a:ext>
                  </a:extLst>
                </p:cNvPr>
                <p:cNvPicPr/>
                <p:nvPr/>
              </p:nvPicPr>
              <p:blipFill>
                <a:blip r:embed="rId123"/>
                <a:stretch>
                  <a:fillRect/>
                </a:stretch>
              </p:blipFill>
              <p:spPr>
                <a:xfrm>
                  <a:off x="7271035" y="4590550"/>
                  <a:ext cx="20664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7" name="Ink 56">
                  <a:extLst>
                    <a:ext uri="{FF2B5EF4-FFF2-40B4-BE49-F238E27FC236}">
                      <a16:creationId xmlns:a16="http://schemas.microsoft.com/office/drawing/2014/main" id="{1CA7D519-F414-9FA7-7B33-C01D07B2694E}"/>
                    </a:ext>
                  </a:extLst>
                </p14:cNvPr>
                <p14:cNvContentPartPr/>
                <p14:nvPr/>
              </p14:nvContentPartPr>
              <p14:xfrm>
                <a:off x="7115155" y="4953790"/>
                <a:ext cx="141480" cy="262080"/>
              </p14:xfrm>
            </p:contentPart>
          </mc:Choice>
          <mc:Fallback>
            <p:pic>
              <p:nvPicPr>
                <p:cNvPr id="57" name="Ink 56">
                  <a:extLst>
                    <a:ext uri="{FF2B5EF4-FFF2-40B4-BE49-F238E27FC236}">
                      <a16:creationId xmlns:a16="http://schemas.microsoft.com/office/drawing/2014/main" id="{1CA7D519-F414-9FA7-7B33-C01D07B2694E}"/>
                    </a:ext>
                  </a:extLst>
                </p:cNvPr>
                <p:cNvPicPr/>
                <p:nvPr/>
              </p:nvPicPr>
              <p:blipFill>
                <a:blip r:embed="rId125"/>
                <a:stretch>
                  <a:fillRect/>
                </a:stretch>
              </p:blipFill>
              <p:spPr>
                <a:xfrm>
                  <a:off x="7109035" y="4947670"/>
                  <a:ext cx="15372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9" name="Ink 58">
                  <a:extLst>
                    <a:ext uri="{FF2B5EF4-FFF2-40B4-BE49-F238E27FC236}">
                      <a16:creationId xmlns:a16="http://schemas.microsoft.com/office/drawing/2014/main" id="{987CB6DA-45C2-94F8-B48E-464455BF5EBF}"/>
                    </a:ext>
                  </a:extLst>
                </p14:cNvPr>
                <p14:cNvContentPartPr/>
                <p14:nvPr/>
              </p14:nvContentPartPr>
              <p14:xfrm>
                <a:off x="7595035" y="4404070"/>
                <a:ext cx="12600" cy="47520"/>
              </p14:xfrm>
            </p:contentPart>
          </mc:Choice>
          <mc:Fallback>
            <p:pic>
              <p:nvPicPr>
                <p:cNvPr id="59" name="Ink 58">
                  <a:extLst>
                    <a:ext uri="{FF2B5EF4-FFF2-40B4-BE49-F238E27FC236}">
                      <a16:creationId xmlns:a16="http://schemas.microsoft.com/office/drawing/2014/main" id="{987CB6DA-45C2-94F8-B48E-464455BF5EBF}"/>
                    </a:ext>
                  </a:extLst>
                </p:cNvPr>
                <p:cNvPicPr/>
                <p:nvPr/>
              </p:nvPicPr>
              <p:blipFill>
                <a:blip r:embed="rId127"/>
                <a:stretch>
                  <a:fillRect/>
                </a:stretch>
              </p:blipFill>
              <p:spPr>
                <a:xfrm>
                  <a:off x="7588915" y="4397950"/>
                  <a:ext cx="248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1" name="Ink 60">
                  <a:extLst>
                    <a:ext uri="{FF2B5EF4-FFF2-40B4-BE49-F238E27FC236}">
                      <a16:creationId xmlns:a16="http://schemas.microsoft.com/office/drawing/2014/main" id="{90F9CB93-8852-A86F-1464-49321E968309}"/>
                    </a:ext>
                  </a:extLst>
                </p14:cNvPr>
                <p14:cNvContentPartPr/>
                <p14:nvPr/>
              </p14:nvContentPartPr>
              <p14:xfrm>
                <a:off x="6813115" y="4396870"/>
                <a:ext cx="362880" cy="1099080"/>
              </p14:xfrm>
            </p:contentPart>
          </mc:Choice>
          <mc:Fallback>
            <p:pic>
              <p:nvPicPr>
                <p:cNvPr id="61" name="Ink 60">
                  <a:extLst>
                    <a:ext uri="{FF2B5EF4-FFF2-40B4-BE49-F238E27FC236}">
                      <a16:creationId xmlns:a16="http://schemas.microsoft.com/office/drawing/2014/main" id="{90F9CB93-8852-A86F-1464-49321E968309}"/>
                    </a:ext>
                  </a:extLst>
                </p:cNvPr>
                <p:cNvPicPr/>
                <p:nvPr/>
              </p:nvPicPr>
              <p:blipFill>
                <a:blip r:embed="rId129"/>
                <a:stretch>
                  <a:fillRect/>
                </a:stretch>
              </p:blipFill>
              <p:spPr>
                <a:xfrm>
                  <a:off x="6806995" y="4390750"/>
                  <a:ext cx="375120" cy="11113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2" name="Ink 61">
                  <a:extLst>
                    <a:ext uri="{FF2B5EF4-FFF2-40B4-BE49-F238E27FC236}">
                      <a16:creationId xmlns:a16="http://schemas.microsoft.com/office/drawing/2014/main" id="{DF3FAE5A-7399-9D64-E131-EF5297F7AB42}"/>
                    </a:ext>
                  </a:extLst>
                </p14:cNvPr>
                <p14:cNvContentPartPr/>
                <p14:nvPr/>
              </p14:nvContentPartPr>
              <p14:xfrm>
                <a:off x="7564795" y="4355830"/>
                <a:ext cx="158400" cy="1162800"/>
              </p14:xfrm>
            </p:contentPart>
          </mc:Choice>
          <mc:Fallback>
            <p:pic>
              <p:nvPicPr>
                <p:cNvPr id="62" name="Ink 61">
                  <a:extLst>
                    <a:ext uri="{FF2B5EF4-FFF2-40B4-BE49-F238E27FC236}">
                      <a16:creationId xmlns:a16="http://schemas.microsoft.com/office/drawing/2014/main" id="{DF3FAE5A-7399-9D64-E131-EF5297F7AB42}"/>
                    </a:ext>
                  </a:extLst>
                </p:cNvPr>
                <p:cNvPicPr/>
                <p:nvPr/>
              </p:nvPicPr>
              <p:blipFill>
                <a:blip r:embed="rId131"/>
                <a:stretch>
                  <a:fillRect/>
                </a:stretch>
              </p:blipFill>
              <p:spPr>
                <a:xfrm>
                  <a:off x="7558675" y="4349710"/>
                  <a:ext cx="170640" cy="11750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4" name="Ink 63">
                  <a:extLst>
                    <a:ext uri="{FF2B5EF4-FFF2-40B4-BE49-F238E27FC236}">
                      <a16:creationId xmlns:a16="http://schemas.microsoft.com/office/drawing/2014/main" id="{9FFCBDFF-7E32-6041-C594-4262FBA4A0B9}"/>
                    </a:ext>
                  </a:extLst>
                </p14:cNvPr>
                <p14:cNvContentPartPr/>
                <p14:nvPr/>
              </p14:nvContentPartPr>
              <p14:xfrm>
                <a:off x="7990315" y="4485790"/>
                <a:ext cx="190080" cy="236520"/>
              </p14:xfrm>
            </p:contentPart>
          </mc:Choice>
          <mc:Fallback>
            <p:pic>
              <p:nvPicPr>
                <p:cNvPr id="64" name="Ink 63">
                  <a:extLst>
                    <a:ext uri="{FF2B5EF4-FFF2-40B4-BE49-F238E27FC236}">
                      <a16:creationId xmlns:a16="http://schemas.microsoft.com/office/drawing/2014/main" id="{9FFCBDFF-7E32-6041-C594-4262FBA4A0B9}"/>
                    </a:ext>
                  </a:extLst>
                </p:cNvPr>
                <p:cNvPicPr/>
                <p:nvPr/>
              </p:nvPicPr>
              <p:blipFill>
                <a:blip r:embed="rId133"/>
                <a:stretch>
                  <a:fillRect/>
                </a:stretch>
              </p:blipFill>
              <p:spPr>
                <a:xfrm>
                  <a:off x="7984195" y="4479670"/>
                  <a:ext cx="20232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5" name="Ink 64">
                  <a:extLst>
                    <a:ext uri="{FF2B5EF4-FFF2-40B4-BE49-F238E27FC236}">
                      <a16:creationId xmlns:a16="http://schemas.microsoft.com/office/drawing/2014/main" id="{2A76C14D-0169-4CE0-AE3C-465FF332154A}"/>
                    </a:ext>
                  </a:extLst>
                </p14:cNvPr>
                <p14:cNvContentPartPr/>
                <p14:nvPr/>
              </p14:nvContentPartPr>
              <p14:xfrm>
                <a:off x="7946755" y="4859470"/>
                <a:ext cx="360000" cy="45000"/>
              </p14:xfrm>
            </p:contentPart>
          </mc:Choice>
          <mc:Fallback>
            <p:pic>
              <p:nvPicPr>
                <p:cNvPr id="65" name="Ink 64">
                  <a:extLst>
                    <a:ext uri="{FF2B5EF4-FFF2-40B4-BE49-F238E27FC236}">
                      <a16:creationId xmlns:a16="http://schemas.microsoft.com/office/drawing/2014/main" id="{2A76C14D-0169-4CE0-AE3C-465FF332154A}"/>
                    </a:ext>
                  </a:extLst>
                </p:cNvPr>
                <p:cNvPicPr/>
                <p:nvPr/>
              </p:nvPicPr>
              <p:blipFill>
                <a:blip r:embed="rId135"/>
                <a:stretch>
                  <a:fillRect/>
                </a:stretch>
              </p:blipFill>
              <p:spPr>
                <a:xfrm>
                  <a:off x="7940635" y="4853350"/>
                  <a:ext cx="37224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6" name="Ink 65">
                  <a:extLst>
                    <a:ext uri="{FF2B5EF4-FFF2-40B4-BE49-F238E27FC236}">
                      <a16:creationId xmlns:a16="http://schemas.microsoft.com/office/drawing/2014/main" id="{FC231431-ED5B-DBFC-8F77-9D42B0C98B0F}"/>
                    </a:ext>
                  </a:extLst>
                </p14:cNvPr>
                <p14:cNvContentPartPr/>
                <p14:nvPr/>
              </p14:nvContentPartPr>
              <p14:xfrm>
                <a:off x="8078155" y="4998070"/>
                <a:ext cx="143280" cy="9720"/>
              </p14:xfrm>
            </p:contentPart>
          </mc:Choice>
          <mc:Fallback>
            <p:pic>
              <p:nvPicPr>
                <p:cNvPr id="66" name="Ink 65">
                  <a:extLst>
                    <a:ext uri="{FF2B5EF4-FFF2-40B4-BE49-F238E27FC236}">
                      <a16:creationId xmlns:a16="http://schemas.microsoft.com/office/drawing/2014/main" id="{FC231431-ED5B-DBFC-8F77-9D42B0C98B0F}"/>
                    </a:ext>
                  </a:extLst>
                </p:cNvPr>
                <p:cNvPicPr/>
                <p:nvPr/>
              </p:nvPicPr>
              <p:blipFill>
                <a:blip r:embed="rId137"/>
                <a:stretch>
                  <a:fillRect/>
                </a:stretch>
              </p:blipFill>
              <p:spPr>
                <a:xfrm>
                  <a:off x="8072035" y="4991950"/>
                  <a:ext cx="1555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7" name="Ink 66">
                  <a:extLst>
                    <a:ext uri="{FF2B5EF4-FFF2-40B4-BE49-F238E27FC236}">
                      <a16:creationId xmlns:a16="http://schemas.microsoft.com/office/drawing/2014/main" id="{E5AE69A3-64BC-A564-E745-FBCA5127D57C}"/>
                    </a:ext>
                  </a:extLst>
                </p14:cNvPr>
                <p14:cNvContentPartPr/>
                <p14:nvPr/>
              </p14:nvContentPartPr>
              <p14:xfrm>
                <a:off x="7994635" y="4948750"/>
                <a:ext cx="169200" cy="276840"/>
              </p14:xfrm>
            </p:contentPart>
          </mc:Choice>
          <mc:Fallback>
            <p:pic>
              <p:nvPicPr>
                <p:cNvPr id="67" name="Ink 66">
                  <a:extLst>
                    <a:ext uri="{FF2B5EF4-FFF2-40B4-BE49-F238E27FC236}">
                      <a16:creationId xmlns:a16="http://schemas.microsoft.com/office/drawing/2014/main" id="{E5AE69A3-64BC-A564-E745-FBCA5127D57C}"/>
                    </a:ext>
                  </a:extLst>
                </p:cNvPr>
                <p:cNvPicPr/>
                <p:nvPr/>
              </p:nvPicPr>
              <p:blipFill>
                <a:blip r:embed="rId139"/>
                <a:stretch>
                  <a:fillRect/>
                </a:stretch>
              </p:blipFill>
              <p:spPr>
                <a:xfrm>
                  <a:off x="7988515" y="4942630"/>
                  <a:ext cx="18144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8" name="Ink 67">
                  <a:extLst>
                    <a:ext uri="{FF2B5EF4-FFF2-40B4-BE49-F238E27FC236}">
                      <a16:creationId xmlns:a16="http://schemas.microsoft.com/office/drawing/2014/main" id="{E07AF0AE-B5A0-BEA5-13EC-8F570064E011}"/>
                    </a:ext>
                  </a:extLst>
                </p14:cNvPr>
                <p14:cNvContentPartPr/>
                <p14:nvPr/>
              </p14:nvContentPartPr>
              <p14:xfrm>
                <a:off x="7763515" y="4523230"/>
                <a:ext cx="307800" cy="849240"/>
              </p14:xfrm>
            </p:contentPart>
          </mc:Choice>
          <mc:Fallback>
            <p:pic>
              <p:nvPicPr>
                <p:cNvPr id="68" name="Ink 67">
                  <a:extLst>
                    <a:ext uri="{FF2B5EF4-FFF2-40B4-BE49-F238E27FC236}">
                      <a16:creationId xmlns:a16="http://schemas.microsoft.com/office/drawing/2014/main" id="{E07AF0AE-B5A0-BEA5-13EC-8F570064E011}"/>
                    </a:ext>
                  </a:extLst>
                </p:cNvPr>
                <p:cNvPicPr/>
                <p:nvPr/>
              </p:nvPicPr>
              <p:blipFill>
                <a:blip r:embed="rId141"/>
                <a:stretch>
                  <a:fillRect/>
                </a:stretch>
              </p:blipFill>
              <p:spPr>
                <a:xfrm>
                  <a:off x="7757395" y="4517110"/>
                  <a:ext cx="320040" cy="8614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9" name="Ink 68">
                  <a:extLst>
                    <a:ext uri="{FF2B5EF4-FFF2-40B4-BE49-F238E27FC236}">
                      <a16:creationId xmlns:a16="http://schemas.microsoft.com/office/drawing/2014/main" id="{A1EA16B2-BE21-D8E0-5295-F552ADAB526E}"/>
                    </a:ext>
                  </a:extLst>
                </p14:cNvPr>
                <p14:cNvContentPartPr/>
                <p14:nvPr/>
              </p14:nvContentPartPr>
              <p14:xfrm>
                <a:off x="8052595" y="4377070"/>
                <a:ext cx="154080" cy="1033560"/>
              </p14:xfrm>
            </p:contentPart>
          </mc:Choice>
          <mc:Fallback>
            <p:pic>
              <p:nvPicPr>
                <p:cNvPr id="69" name="Ink 68">
                  <a:extLst>
                    <a:ext uri="{FF2B5EF4-FFF2-40B4-BE49-F238E27FC236}">
                      <a16:creationId xmlns:a16="http://schemas.microsoft.com/office/drawing/2014/main" id="{A1EA16B2-BE21-D8E0-5295-F552ADAB526E}"/>
                    </a:ext>
                  </a:extLst>
                </p:cNvPr>
                <p:cNvPicPr/>
                <p:nvPr/>
              </p:nvPicPr>
              <p:blipFill>
                <a:blip r:embed="rId143"/>
                <a:stretch>
                  <a:fillRect/>
                </a:stretch>
              </p:blipFill>
              <p:spPr>
                <a:xfrm>
                  <a:off x="8046475" y="4370950"/>
                  <a:ext cx="166320" cy="1045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0" name="Ink 69">
                  <a:extLst>
                    <a:ext uri="{FF2B5EF4-FFF2-40B4-BE49-F238E27FC236}">
                      <a16:creationId xmlns:a16="http://schemas.microsoft.com/office/drawing/2014/main" id="{1E5DBBD8-CB47-CC6C-76C1-119B6232F487}"/>
                    </a:ext>
                  </a:extLst>
                </p14:cNvPr>
                <p14:cNvContentPartPr/>
                <p14:nvPr/>
              </p14:nvContentPartPr>
              <p14:xfrm>
                <a:off x="8192635" y="4259350"/>
                <a:ext cx="154080" cy="252720"/>
              </p14:xfrm>
            </p:contentPart>
          </mc:Choice>
          <mc:Fallback>
            <p:pic>
              <p:nvPicPr>
                <p:cNvPr id="70" name="Ink 69">
                  <a:extLst>
                    <a:ext uri="{FF2B5EF4-FFF2-40B4-BE49-F238E27FC236}">
                      <a16:creationId xmlns:a16="http://schemas.microsoft.com/office/drawing/2014/main" id="{1E5DBBD8-CB47-CC6C-76C1-119B6232F487}"/>
                    </a:ext>
                  </a:extLst>
                </p:cNvPr>
                <p:cNvPicPr/>
                <p:nvPr/>
              </p:nvPicPr>
              <p:blipFill>
                <a:blip r:embed="rId145"/>
                <a:stretch>
                  <a:fillRect/>
                </a:stretch>
              </p:blipFill>
              <p:spPr>
                <a:xfrm>
                  <a:off x="8186515" y="4253230"/>
                  <a:ext cx="1663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1" name="Ink 70">
                  <a:extLst>
                    <a:ext uri="{FF2B5EF4-FFF2-40B4-BE49-F238E27FC236}">
                      <a16:creationId xmlns:a16="http://schemas.microsoft.com/office/drawing/2014/main" id="{04618242-AE1C-6940-48A5-2FDCD1EC5053}"/>
                    </a:ext>
                  </a:extLst>
                </p14:cNvPr>
                <p14:cNvContentPartPr/>
                <p14:nvPr/>
              </p14:nvContentPartPr>
              <p14:xfrm>
                <a:off x="8387035" y="4233430"/>
                <a:ext cx="246240" cy="1096200"/>
              </p14:xfrm>
            </p:contentPart>
          </mc:Choice>
          <mc:Fallback>
            <p:pic>
              <p:nvPicPr>
                <p:cNvPr id="71" name="Ink 70">
                  <a:extLst>
                    <a:ext uri="{FF2B5EF4-FFF2-40B4-BE49-F238E27FC236}">
                      <a16:creationId xmlns:a16="http://schemas.microsoft.com/office/drawing/2014/main" id="{04618242-AE1C-6940-48A5-2FDCD1EC5053}"/>
                    </a:ext>
                  </a:extLst>
                </p:cNvPr>
                <p:cNvPicPr/>
                <p:nvPr/>
              </p:nvPicPr>
              <p:blipFill>
                <a:blip r:embed="rId147"/>
                <a:stretch>
                  <a:fillRect/>
                </a:stretch>
              </p:blipFill>
              <p:spPr>
                <a:xfrm>
                  <a:off x="8380915" y="4227310"/>
                  <a:ext cx="258480" cy="1108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74" name="Ink 73">
                  <a:extLst>
                    <a:ext uri="{FF2B5EF4-FFF2-40B4-BE49-F238E27FC236}">
                      <a16:creationId xmlns:a16="http://schemas.microsoft.com/office/drawing/2014/main" id="{13F3D03A-7FDE-422D-9B7B-557A194879BB}"/>
                    </a:ext>
                  </a:extLst>
                </p14:cNvPr>
                <p14:cNvContentPartPr/>
                <p14:nvPr/>
              </p14:nvContentPartPr>
              <p14:xfrm>
                <a:off x="8678635" y="4529350"/>
                <a:ext cx="228960" cy="209160"/>
              </p14:xfrm>
            </p:contentPart>
          </mc:Choice>
          <mc:Fallback>
            <p:pic>
              <p:nvPicPr>
                <p:cNvPr id="74" name="Ink 73">
                  <a:extLst>
                    <a:ext uri="{FF2B5EF4-FFF2-40B4-BE49-F238E27FC236}">
                      <a16:creationId xmlns:a16="http://schemas.microsoft.com/office/drawing/2014/main" id="{13F3D03A-7FDE-422D-9B7B-557A194879BB}"/>
                    </a:ext>
                  </a:extLst>
                </p:cNvPr>
                <p:cNvPicPr/>
                <p:nvPr/>
              </p:nvPicPr>
              <p:blipFill>
                <a:blip r:embed="rId149"/>
                <a:stretch>
                  <a:fillRect/>
                </a:stretch>
              </p:blipFill>
              <p:spPr>
                <a:xfrm>
                  <a:off x="8672515" y="4523230"/>
                  <a:ext cx="2412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75" name="Ink 74">
                  <a:extLst>
                    <a:ext uri="{FF2B5EF4-FFF2-40B4-BE49-F238E27FC236}">
                      <a16:creationId xmlns:a16="http://schemas.microsoft.com/office/drawing/2014/main" id="{42E339A8-E14C-22AF-3346-657F32114C8A}"/>
                    </a:ext>
                  </a:extLst>
                </p14:cNvPr>
                <p14:cNvContentPartPr/>
                <p14:nvPr/>
              </p14:nvContentPartPr>
              <p14:xfrm>
                <a:off x="8609155" y="4774870"/>
                <a:ext cx="23040" cy="10800"/>
              </p14:xfrm>
            </p:contentPart>
          </mc:Choice>
          <mc:Fallback>
            <p:pic>
              <p:nvPicPr>
                <p:cNvPr id="75" name="Ink 74">
                  <a:extLst>
                    <a:ext uri="{FF2B5EF4-FFF2-40B4-BE49-F238E27FC236}">
                      <a16:creationId xmlns:a16="http://schemas.microsoft.com/office/drawing/2014/main" id="{42E339A8-E14C-22AF-3346-657F32114C8A}"/>
                    </a:ext>
                  </a:extLst>
                </p:cNvPr>
                <p:cNvPicPr/>
                <p:nvPr/>
              </p:nvPicPr>
              <p:blipFill>
                <a:blip r:embed="rId151"/>
                <a:stretch>
                  <a:fillRect/>
                </a:stretch>
              </p:blipFill>
              <p:spPr>
                <a:xfrm>
                  <a:off x="8603035" y="4768750"/>
                  <a:ext cx="352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76" name="Ink 75">
                  <a:extLst>
                    <a:ext uri="{FF2B5EF4-FFF2-40B4-BE49-F238E27FC236}">
                      <a16:creationId xmlns:a16="http://schemas.microsoft.com/office/drawing/2014/main" id="{CABED888-0A7B-C27F-8F99-FFB7D7409C88}"/>
                    </a:ext>
                  </a:extLst>
                </p14:cNvPr>
                <p14:cNvContentPartPr/>
                <p14:nvPr/>
              </p14:nvContentPartPr>
              <p14:xfrm>
                <a:off x="8496475" y="4876030"/>
                <a:ext cx="517320" cy="52200"/>
              </p14:xfrm>
            </p:contentPart>
          </mc:Choice>
          <mc:Fallback>
            <p:pic>
              <p:nvPicPr>
                <p:cNvPr id="76" name="Ink 75">
                  <a:extLst>
                    <a:ext uri="{FF2B5EF4-FFF2-40B4-BE49-F238E27FC236}">
                      <a16:creationId xmlns:a16="http://schemas.microsoft.com/office/drawing/2014/main" id="{CABED888-0A7B-C27F-8F99-FFB7D7409C88}"/>
                    </a:ext>
                  </a:extLst>
                </p:cNvPr>
                <p:cNvPicPr/>
                <p:nvPr/>
              </p:nvPicPr>
              <p:blipFill>
                <a:blip r:embed="rId153"/>
                <a:stretch>
                  <a:fillRect/>
                </a:stretch>
              </p:blipFill>
              <p:spPr>
                <a:xfrm>
                  <a:off x="8490355" y="4869910"/>
                  <a:ext cx="52956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7" name="Ink 76">
                  <a:extLst>
                    <a:ext uri="{FF2B5EF4-FFF2-40B4-BE49-F238E27FC236}">
                      <a16:creationId xmlns:a16="http://schemas.microsoft.com/office/drawing/2014/main" id="{5ECCCC16-40F5-CAEE-200F-3BB0A1A21F27}"/>
                    </a:ext>
                  </a:extLst>
                </p14:cNvPr>
                <p14:cNvContentPartPr/>
                <p14:nvPr/>
              </p14:nvContentPartPr>
              <p14:xfrm>
                <a:off x="8711755" y="4988710"/>
                <a:ext cx="167040" cy="15120"/>
              </p14:xfrm>
            </p:contentPart>
          </mc:Choice>
          <mc:Fallback>
            <p:pic>
              <p:nvPicPr>
                <p:cNvPr id="77" name="Ink 76">
                  <a:extLst>
                    <a:ext uri="{FF2B5EF4-FFF2-40B4-BE49-F238E27FC236}">
                      <a16:creationId xmlns:a16="http://schemas.microsoft.com/office/drawing/2014/main" id="{5ECCCC16-40F5-CAEE-200F-3BB0A1A21F27}"/>
                    </a:ext>
                  </a:extLst>
                </p:cNvPr>
                <p:cNvPicPr/>
                <p:nvPr/>
              </p:nvPicPr>
              <p:blipFill>
                <a:blip r:embed="rId155"/>
                <a:stretch>
                  <a:fillRect/>
                </a:stretch>
              </p:blipFill>
              <p:spPr>
                <a:xfrm>
                  <a:off x="8705635" y="4982590"/>
                  <a:ext cx="17928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8" name="Ink 77">
                  <a:extLst>
                    <a:ext uri="{FF2B5EF4-FFF2-40B4-BE49-F238E27FC236}">
                      <a16:creationId xmlns:a16="http://schemas.microsoft.com/office/drawing/2014/main" id="{760EE2F2-13C9-23F2-3FCB-92A3411E979B}"/>
                    </a:ext>
                  </a:extLst>
                </p14:cNvPr>
                <p14:cNvContentPartPr/>
                <p14:nvPr/>
              </p14:nvContentPartPr>
              <p14:xfrm>
                <a:off x="8703835" y="4946590"/>
                <a:ext cx="166680" cy="242640"/>
              </p14:xfrm>
            </p:contentPart>
          </mc:Choice>
          <mc:Fallback>
            <p:pic>
              <p:nvPicPr>
                <p:cNvPr id="78" name="Ink 77">
                  <a:extLst>
                    <a:ext uri="{FF2B5EF4-FFF2-40B4-BE49-F238E27FC236}">
                      <a16:creationId xmlns:a16="http://schemas.microsoft.com/office/drawing/2014/main" id="{760EE2F2-13C9-23F2-3FCB-92A3411E979B}"/>
                    </a:ext>
                  </a:extLst>
                </p:cNvPr>
                <p:cNvPicPr/>
                <p:nvPr/>
              </p:nvPicPr>
              <p:blipFill>
                <a:blip r:embed="rId157"/>
                <a:stretch>
                  <a:fillRect/>
                </a:stretch>
              </p:blipFill>
              <p:spPr>
                <a:xfrm>
                  <a:off x="8697715" y="4940470"/>
                  <a:ext cx="17892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9" name="Ink 78">
                  <a:extLst>
                    <a:ext uri="{FF2B5EF4-FFF2-40B4-BE49-F238E27FC236}">
                      <a16:creationId xmlns:a16="http://schemas.microsoft.com/office/drawing/2014/main" id="{C6E0D7E8-1617-8D36-2D33-52C090EA4B00}"/>
                    </a:ext>
                  </a:extLst>
                </p14:cNvPr>
                <p14:cNvContentPartPr/>
                <p14:nvPr/>
              </p14:nvContentPartPr>
              <p14:xfrm>
                <a:off x="8894995" y="4486870"/>
                <a:ext cx="146520" cy="1032480"/>
              </p14:xfrm>
            </p:contentPart>
          </mc:Choice>
          <mc:Fallback>
            <p:pic>
              <p:nvPicPr>
                <p:cNvPr id="79" name="Ink 78">
                  <a:extLst>
                    <a:ext uri="{FF2B5EF4-FFF2-40B4-BE49-F238E27FC236}">
                      <a16:creationId xmlns:a16="http://schemas.microsoft.com/office/drawing/2014/main" id="{C6E0D7E8-1617-8D36-2D33-52C090EA4B00}"/>
                    </a:ext>
                  </a:extLst>
                </p:cNvPr>
                <p:cNvPicPr/>
                <p:nvPr/>
              </p:nvPicPr>
              <p:blipFill>
                <a:blip r:embed="rId159"/>
                <a:stretch>
                  <a:fillRect/>
                </a:stretch>
              </p:blipFill>
              <p:spPr>
                <a:xfrm>
                  <a:off x="8888875" y="4480750"/>
                  <a:ext cx="158760" cy="10447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80" name="Ink 79">
                  <a:extLst>
                    <a:ext uri="{FF2B5EF4-FFF2-40B4-BE49-F238E27FC236}">
                      <a16:creationId xmlns:a16="http://schemas.microsoft.com/office/drawing/2014/main" id="{83F7E53F-9654-DA37-D650-7F992D063751}"/>
                    </a:ext>
                  </a:extLst>
                </p14:cNvPr>
                <p14:cNvContentPartPr/>
                <p14:nvPr/>
              </p14:nvContentPartPr>
              <p14:xfrm>
                <a:off x="9043675" y="4288150"/>
                <a:ext cx="180720" cy="198720"/>
              </p14:xfrm>
            </p:contentPart>
          </mc:Choice>
          <mc:Fallback>
            <p:pic>
              <p:nvPicPr>
                <p:cNvPr id="80" name="Ink 79">
                  <a:extLst>
                    <a:ext uri="{FF2B5EF4-FFF2-40B4-BE49-F238E27FC236}">
                      <a16:creationId xmlns:a16="http://schemas.microsoft.com/office/drawing/2014/main" id="{83F7E53F-9654-DA37-D650-7F992D063751}"/>
                    </a:ext>
                  </a:extLst>
                </p:cNvPr>
                <p:cNvPicPr/>
                <p:nvPr/>
              </p:nvPicPr>
              <p:blipFill>
                <a:blip r:embed="rId161"/>
                <a:stretch>
                  <a:fillRect/>
                </a:stretch>
              </p:blipFill>
              <p:spPr>
                <a:xfrm>
                  <a:off x="9037555" y="4282030"/>
                  <a:ext cx="1929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81" name="Ink 80">
                  <a:extLst>
                    <a:ext uri="{FF2B5EF4-FFF2-40B4-BE49-F238E27FC236}">
                      <a16:creationId xmlns:a16="http://schemas.microsoft.com/office/drawing/2014/main" id="{25B3F86D-9E94-4379-611B-5B40775D601B}"/>
                    </a:ext>
                  </a:extLst>
                </p14:cNvPr>
                <p14:cNvContentPartPr/>
                <p14:nvPr/>
              </p14:nvContentPartPr>
              <p14:xfrm>
                <a:off x="9047275" y="4400470"/>
                <a:ext cx="36000" cy="407880"/>
              </p14:xfrm>
            </p:contentPart>
          </mc:Choice>
          <mc:Fallback>
            <p:pic>
              <p:nvPicPr>
                <p:cNvPr id="81" name="Ink 80">
                  <a:extLst>
                    <a:ext uri="{FF2B5EF4-FFF2-40B4-BE49-F238E27FC236}">
                      <a16:creationId xmlns:a16="http://schemas.microsoft.com/office/drawing/2014/main" id="{25B3F86D-9E94-4379-611B-5B40775D601B}"/>
                    </a:ext>
                  </a:extLst>
                </p:cNvPr>
                <p:cNvPicPr/>
                <p:nvPr/>
              </p:nvPicPr>
              <p:blipFill>
                <a:blip r:embed="rId163"/>
                <a:stretch>
                  <a:fillRect/>
                </a:stretch>
              </p:blipFill>
              <p:spPr>
                <a:xfrm>
                  <a:off x="9041155" y="4394350"/>
                  <a:ext cx="4824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2" name="Ink 101">
                  <a:extLst>
                    <a:ext uri="{FF2B5EF4-FFF2-40B4-BE49-F238E27FC236}">
                      <a16:creationId xmlns:a16="http://schemas.microsoft.com/office/drawing/2014/main" id="{7C568DB1-D016-6611-4C7B-3EA7D8AB7D86}"/>
                    </a:ext>
                  </a:extLst>
                </p14:cNvPr>
                <p14:cNvContentPartPr/>
                <p14:nvPr/>
              </p14:nvContentPartPr>
              <p14:xfrm>
                <a:off x="4671475" y="5925790"/>
                <a:ext cx="162360" cy="20880"/>
              </p14:xfrm>
            </p:contentPart>
          </mc:Choice>
          <mc:Fallback>
            <p:pic>
              <p:nvPicPr>
                <p:cNvPr id="102" name="Ink 101">
                  <a:extLst>
                    <a:ext uri="{FF2B5EF4-FFF2-40B4-BE49-F238E27FC236}">
                      <a16:creationId xmlns:a16="http://schemas.microsoft.com/office/drawing/2014/main" id="{7C568DB1-D016-6611-4C7B-3EA7D8AB7D86}"/>
                    </a:ext>
                  </a:extLst>
                </p:cNvPr>
                <p:cNvPicPr/>
                <p:nvPr/>
              </p:nvPicPr>
              <p:blipFill>
                <a:blip r:embed="rId165"/>
                <a:stretch>
                  <a:fillRect/>
                </a:stretch>
              </p:blipFill>
              <p:spPr>
                <a:xfrm>
                  <a:off x="4665355" y="5919670"/>
                  <a:ext cx="1746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3" name="Ink 102">
                  <a:extLst>
                    <a:ext uri="{FF2B5EF4-FFF2-40B4-BE49-F238E27FC236}">
                      <a16:creationId xmlns:a16="http://schemas.microsoft.com/office/drawing/2014/main" id="{8FEEBC05-4BBB-457B-3306-294B27B1C20C}"/>
                    </a:ext>
                  </a:extLst>
                </p14:cNvPr>
                <p14:cNvContentPartPr/>
                <p14:nvPr/>
              </p14:nvContentPartPr>
              <p14:xfrm>
                <a:off x="4668595" y="5890510"/>
                <a:ext cx="41760" cy="194040"/>
              </p14:xfrm>
            </p:contentPart>
          </mc:Choice>
          <mc:Fallback>
            <p:pic>
              <p:nvPicPr>
                <p:cNvPr id="103" name="Ink 102">
                  <a:extLst>
                    <a:ext uri="{FF2B5EF4-FFF2-40B4-BE49-F238E27FC236}">
                      <a16:creationId xmlns:a16="http://schemas.microsoft.com/office/drawing/2014/main" id="{8FEEBC05-4BBB-457B-3306-294B27B1C20C}"/>
                    </a:ext>
                  </a:extLst>
                </p:cNvPr>
                <p:cNvPicPr/>
                <p:nvPr/>
              </p:nvPicPr>
              <p:blipFill>
                <a:blip r:embed="rId167"/>
                <a:stretch>
                  <a:fillRect/>
                </a:stretch>
              </p:blipFill>
              <p:spPr>
                <a:xfrm>
                  <a:off x="4662475" y="5884390"/>
                  <a:ext cx="540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4" name="Ink 103">
                  <a:extLst>
                    <a:ext uri="{FF2B5EF4-FFF2-40B4-BE49-F238E27FC236}">
                      <a16:creationId xmlns:a16="http://schemas.microsoft.com/office/drawing/2014/main" id="{8BF613F6-2F8D-C83F-C4FB-E7E0D408D361}"/>
                    </a:ext>
                  </a:extLst>
                </p14:cNvPr>
                <p14:cNvContentPartPr/>
                <p14:nvPr/>
              </p14:nvContentPartPr>
              <p14:xfrm>
                <a:off x="5068915" y="5963230"/>
                <a:ext cx="62640" cy="14760"/>
              </p14:xfrm>
            </p:contentPart>
          </mc:Choice>
          <mc:Fallback>
            <p:pic>
              <p:nvPicPr>
                <p:cNvPr id="104" name="Ink 103">
                  <a:extLst>
                    <a:ext uri="{FF2B5EF4-FFF2-40B4-BE49-F238E27FC236}">
                      <a16:creationId xmlns:a16="http://schemas.microsoft.com/office/drawing/2014/main" id="{8BF613F6-2F8D-C83F-C4FB-E7E0D408D361}"/>
                    </a:ext>
                  </a:extLst>
                </p:cNvPr>
                <p:cNvPicPr/>
                <p:nvPr/>
              </p:nvPicPr>
              <p:blipFill>
                <a:blip r:embed="rId169"/>
                <a:stretch>
                  <a:fillRect/>
                </a:stretch>
              </p:blipFill>
              <p:spPr>
                <a:xfrm>
                  <a:off x="5062795" y="5957110"/>
                  <a:ext cx="7488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5" name="Ink 104">
                  <a:extLst>
                    <a:ext uri="{FF2B5EF4-FFF2-40B4-BE49-F238E27FC236}">
                      <a16:creationId xmlns:a16="http://schemas.microsoft.com/office/drawing/2014/main" id="{54D6122C-69CF-ABF5-36BC-DF534D7112E7}"/>
                    </a:ext>
                  </a:extLst>
                </p14:cNvPr>
                <p14:cNvContentPartPr/>
                <p14:nvPr/>
              </p14:nvContentPartPr>
              <p14:xfrm>
                <a:off x="5361955" y="5994190"/>
                <a:ext cx="46800" cy="4680"/>
              </p14:xfrm>
            </p:contentPart>
          </mc:Choice>
          <mc:Fallback>
            <p:pic>
              <p:nvPicPr>
                <p:cNvPr id="105" name="Ink 104">
                  <a:extLst>
                    <a:ext uri="{FF2B5EF4-FFF2-40B4-BE49-F238E27FC236}">
                      <a16:creationId xmlns:a16="http://schemas.microsoft.com/office/drawing/2014/main" id="{54D6122C-69CF-ABF5-36BC-DF534D7112E7}"/>
                    </a:ext>
                  </a:extLst>
                </p:cNvPr>
                <p:cNvPicPr/>
                <p:nvPr/>
              </p:nvPicPr>
              <p:blipFill>
                <a:blip r:embed="rId171"/>
                <a:stretch>
                  <a:fillRect/>
                </a:stretch>
              </p:blipFill>
              <p:spPr>
                <a:xfrm>
                  <a:off x="5355835" y="5988070"/>
                  <a:ext cx="590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6" name="Ink 105">
                  <a:extLst>
                    <a:ext uri="{FF2B5EF4-FFF2-40B4-BE49-F238E27FC236}">
                      <a16:creationId xmlns:a16="http://schemas.microsoft.com/office/drawing/2014/main" id="{DED2FC6D-A0EF-C2A2-240D-7D4532E9A90C}"/>
                    </a:ext>
                  </a:extLst>
                </p14:cNvPr>
                <p14:cNvContentPartPr/>
                <p14:nvPr/>
              </p14:nvContentPartPr>
              <p14:xfrm>
                <a:off x="5459155" y="5994190"/>
                <a:ext cx="13680" cy="25200"/>
              </p14:xfrm>
            </p:contentPart>
          </mc:Choice>
          <mc:Fallback>
            <p:pic>
              <p:nvPicPr>
                <p:cNvPr id="106" name="Ink 105">
                  <a:extLst>
                    <a:ext uri="{FF2B5EF4-FFF2-40B4-BE49-F238E27FC236}">
                      <a16:creationId xmlns:a16="http://schemas.microsoft.com/office/drawing/2014/main" id="{DED2FC6D-A0EF-C2A2-240D-7D4532E9A90C}"/>
                    </a:ext>
                  </a:extLst>
                </p:cNvPr>
                <p:cNvPicPr/>
                <p:nvPr/>
              </p:nvPicPr>
              <p:blipFill>
                <a:blip r:embed="rId173"/>
                <a:stretch>
                  <a:fillRect/>
                </a:stretch>
              </p:blipFill>
              <p:spPr>
                <a:xfrm>
                  <a:off x="5453035" y="5988070"/>
                  <a:ext cx="259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7" name="Ink 106">
                  <a:extLst>
                    <a:ext uri="{FF2B5EF4-FFF2-40B4-BE49-F238E27FC236}">
                      <a16:creationId xmlns:a16="http://schemas.microsoft.com/office/drawing/2014/main" id="{7555AD44-561E-C7AB-BACE-CCEA60962E3B}"/>
                    </a:ext>
                  </a:extLst>
                </p14:cNvPr>
                <p14:cNvContentPartPr/>
                <p14:nvPr/>
              </p14:nvContentPartPr>
              <p14:xfrm>
                <a:off x="5805115" y="5745430"/>
                <a:ext cx="38520" cy="263520"/>
              </p14:xfrm>
            </p:contentPart>
          </mc:Choice>
          <mc:Fallback>
            <p:pic>
              <p:nvPicPr>
                <p:cNvPr id="107" name="Ink 106">
                  <a:extLst>
                    <a:ext uri="{FF2B5EF4-FFF2-40B4-BE49-F238E27FC236}">
                      <a16:creationId xmlns:a16="http://schemas.microsoft.com/office/drawing/2014/main" id="{7555AD44-561E-C7AB-BACE-CCEA60962E3B}"/>
                    </a:ext>
                  </a:extLst>
                </p:cNvPr>
                <p:cNvPicPr/>
                <p:nvPr/>
              </p:nvPicPr>
              <p:blipFill>
                <a:blip r:embed="rId175"/>
                <a:stretch>
                  <a:fillRect/>
                </a:stretch>
              </p:blipFill>
              <p:spPr>
                <a:xfrm>
                  <a:off x="5798995" y="5739310"/>
                  <a:ext cx="5076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8" name="Ink 107">
                  <a:extLst>
                    <a:ext uri="{FF2B5EF4-FFF2-40B4-BE49-F238E27FC236}">
                      <a16:creationId xmlns:a16="http://schemas.microsoft.com/office/drawing/2014/main" id="{7FBDB8ED-DCA9-C4E9-B5C6-FD875AD1CA18}"/>
                    </a:ext>
                  </a:extLst>
                </p14:cNvPr>
                <p14:cNvContentPartPr/>
                <p14:nvPr/>
              </p14:nvContentPartPr>
              <p14:xfrm>
                <a:off x="5815555" y="5518630"/>
                <a:ext cx="163080" cy="229320"/>
              </p14:xfrm>
            </p:contentPart>
          </mc:Choice>
          <mc:Fallback>
            <p:pic>
              <p:nvPicPr>
                <p:cNvPr id="108" name="Ink 107">
                  <a:extLst>
                    <a:ext uri="{FF2B5EF4-FFF2-40B4-BE49-F238E27FC236}">
                      <a16:creationId xmlns:a16="http://schemas.microsoft.com/office/drawing/2014/main" id="{7FBDB8ED-DCA9-C4E9-B5C6-FD875AD1CA18}"/>
                    </a:ext>
                  </a:extLst>
                </p:cNvPr>
                <p:cNvPicPr/>
                <p:nvPr/>
              </p:nvPicPr>
              <p:blipFill>
                <a:blip r:embed="rId177"/>
                <a:stretch>
                  <a:fillRect/>
                </a:stretch>
              </p:blipFill>
              <p:spPr>
                <a:xfrm>
                  <a:off x="5809435" y="5512510"/>
                  <a:ext cx="17532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9" name="Ink 108">
                  <a:extLst>
                    <a:ext uri="{FF2B5EF4-FFF2-40B4-BE49-F238E27FC236}">
                      <a16:creationId xmlns:a16="http://schemas.microsoft.com/office/drawing/2014/main" id="{CACDD221-696F-51D0-0176-275A98A8F894}"/>
                    </a:ext>
                  </a:extLst>
                </p14:cNvPr>
                <p14:cNvContentPartPr/>
                <p14:nvPr/>
              </p14:nvContentPartPr>
              <p14:xfrm>
                <a:off x="6018955" y="5480830"/>
                <a:ext cx="290520" cy="703440"/>
              </p14:xfrm>
            </p:contentPart>
          </mc:Choice>
          <mc:Fallback>
            <p:pic>
              <p:nvPicPr>
                <p:cNvPr id="109" name="Ink 108">
                  <a:extLst>
                    <a:ext uri="{FF2B5EF4-FFF2-40B4-BE49-F238E27FC236}">
                      <a16:creationId xmlns:a16="http://schemas.microsoft.com/office/drawing/2014/main" id="{CACDD221-696F-51D0-0176-275A98A8F894}"/>
                    </a:ext>
                  </a:extLst>
                </p:cNvPr>
                <p:cNvPicPr/>
                <p:nvPr/>
              </p:nvPicPr>
              <p:blipFill>
                <a:blip r:embed="rId179"/>
                <a:stretch>
                  <a:fillRect/>
                </a:stretch>
              </p:blipFill>
              <p:spPr>
                <a:xfrm>
                  <a:off x="6012835" y="5474710"/>
                  <a:ext cx="302760" cy="715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0" name="Ink 109">
                  <a:extLst>
                    <a:ext uri="{FF2B5EF4-FFF2-40B4-BE49-F238E27FC236}">
                      <a16:creationId xmlns:a16="http://schemas.microsoft.com/office/drawing/2014/main" id="{20B9EC8E-B446-839E-935C-916BFEC5EE84}"/>
                    </a:ext>
                  </a:extLst>
                </p14:cNvPr>
                <p14:cNvContentPartPr/>
                <p14:nvPr/>
              </p14:nvContentPartPr>
              <p14:xfrm>
                <a:off x="6313435" y="5748670"/>
                <a:ext cx="178560" cy="311400"/>
              </p14:xfrm>
            </p:contentPart>
          </mc:Choice>
          <mc:Fallback>
            <p:pic>
              <p:nvPicPr>
                <p:cNvPr id="110" name="Ink 109">
                  <a:extLst>
                    <a:ext uri="{FF2B5EF4-FFF2-40B4-BE49-F238E27FC236}">
                      <a16:creationId xmlns:a16="http://schemas.microsoft.com/office/drawing/2014/main" id="{20B9EC8E-B446-839E-935C-916BFEC5EE84}"/>
                    </a:ext>
                  </a:extLst>
                </p:cNvPr>
                <p:cNvPicPr/>
                <p:nvPr/>
              </p:nvPicPr>
              <p:blipFill>
                <a:blip r:embed="rId181"/>
                <a:stretch>
                  <a:fillRect/>
                </a:stretch>
              </p:blipFill>
              <p:spPr>
                <a:xfrm>
                  <a:off x="6307315" y="5742550"/>
                  <a:ext cx="19080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1" name="Ink 110">
                  <a:extLst>
                    <a:ext uri="{FF2B5EF4-FFF2-40B4-BE49-F238E27FC236}">
                      <a16:creationId xmlns:a16="http://schemas.microsoft.com/office/drawing/2014/main" id="{16B2D4C9-1688-4D5B-BD36-9E9B3FC409F6}"/>
                    </a:ext>
                  </a:extLst>
                </p14:cNvPr>
                <p14:cNvContentPartPr/>
                <p14:nvPr/>
              </p14:nvContentPartPr>
              <p14:xfrm>
                <a:off x="6330715" y="5718790"/>
                <a:ext cx="158040" cy="324360"/>
              </p14:xfrm>
            </p:contentPart>
          </mc:Choice>
          <mc:Fallback>
            <p:pic>
              <p:nvPicPr>
                <p:cNvPr id="111" name="Ink 110">
                  <a:extLst>
                    <a:ext uri="{FF2B5EF4-FFF2-40B4-BE49-F238E27FC236}">
                      <a16:creationId xmlns:a16="http://schemas.microsoft.com/office/drawing/2014/main" id="{16B2D4C9-1688-4D5B-BD36-9E9B3FC409F6}"/>
                    </a:ext>
                  </a:extLst>
                </p:cNvPr>
                <p:cNvPicPr/>
                <p:nvPr/>
              </p:nvPicPr>
              <p:blipFill>
                <a:blip r:embed="rId183"/>
                <a:stretch>
                  <a:fillRect/>
                </a:stretch>
              </p:blipFill>
              <p:spPr>
                <a:xfrm>
                  <a:off x="6324595" y="5712670"/>
                  <a:ext cx="17028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2" name="Ink 111">
                  <a:extLst>
                    <a:ext uri="{FF2B5EF4-FFF2-40B4-BE49-F238E27FC236}">
                      <a16:creationId xmlns:a16="http://schemas.microsoft.com/office/drawing/2014/main" id="{CF40C2EF-D01D-0414-DF00-3F4C62F0731B}"/>
                    </a:ext>
                  </a:extLst>
                </p14:cNvPr>
                <p14:cNvContentPartPr/>
                <p14:nvPr/>
              </p14:nvContentPartPr>
              <p14:xfrm>
                <a:off x="6681715" y="5824270"/>
                <a:ext cx="105120" cy="7560"/>
              </p14:xfrm>
            </p:contentPart>
          </mc:Choice>
          <mc:Fallback>
            <p:pic>
              <p:nvPicPr>
                <p:cNvPr id="112" name="Ink 111">
                  <a:extLst>
                    <a:ext uri="{FF2B5EF4-FFF2-40B4-BE49-F238E27FC236}">
                      <a16:creationId xmlns:a16="http://schemas.microsoft.com/office/drawing/2014/main" id="{CF40C2EF-D01D-0414-DF00-3F4C62F0731B}"/>
                    </a:ext>
                  </a:extLst>
                </p:cNvPr>
                <p:cNvPicPr/>
                <p:nvPr/>
              </p:nvPicPr>
              <p:blipFill>
                <a:blip r:embed="rId185"/>
                <a:stretch>
                  <a:fillRect/>
                </a:stretch>
              </p:blipFill>
              <p:spPr>
                <a:xfrm>
                  <a:off x="6675595" y="5818150"/>
                  <a:ext cx="1173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3" name="Ink 112">
                  <a:extLst>
                    <a:ext uri="{FF2B5EF4-FFF2-40B4-BE49-F238E27FC236}">
                      <a16:creationId xmlns:a16="http://schemas.microsoft.com/office/drawing/2014/main" id="{42859390-07F9-F6A6-A03D-E6504453B4DD}"/>
                    </a:ext>
                  </a:extLst>
                </p14:cNvPr>
                <p14:cNvContentPartPr/>
                <p14:nvPr/>
              </p14:nvContentPartPr>
              <p14:xfrm>
                <a:off x="6696475" y="5868910"/>
                <a:ext cx="149400" cy="9720"/>
              </p14:xfrm>
            </p:contentPart>
          </mc:Choice>
          <mc:Fallback>
            <p:pic>
              <p:nvPicPr>
                <p:cNvPr id="113" name="Ink 112">
                  <a:extLst>
                    <a:ext uri="{FF2B5EF4-FFF2-40B4-BE49-F238E27FC236}">
                      <a16:creationId xmlns:a16="http://schemas.microsoft.com/office/drawing/2014/main" id="{42859390-07F9-F6A6-A03D-E6504453B4DD}"/>
                    </a:ext>
                  </a:extLst>
                </p:cNvPr>
                <p:cNvPicPr/>
                <p:nvPr/>
              </p:nvPicPr>
              <p:blipFill>
                <a:blip r:embed="rId187"/>
                <a:stretch>
                  <a:fillRect/>
                </a:stretch>
              </p:blipFill>
              <p:spPr>
                <a:xfrm>
                  <a:off x="6690355" y="5862790"/>
                  <a:ext cx="1616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4" name="Ink 113">
                  <a:extLst>
                    <a:ext uri="{FF2B5EF4-FFF2-40B4-BE49-F238E27FC236}">
                      <a16:creationId xmlns:a16="http://schemas.microsoft.com/office/drawing/2014/main" id="{B2F49BFA-3463-9C37-DC92-A2084EA0E90C}"/>
                    </a:ext>
                  </a:extLst>
                </p14:cNvPr>
                <p14:cNvContentPartPr/>
                <p14:nvPr/>
              </p14:nvContentPartPr>
              <p14:xfrm>
                <a:off x="7017955" y="5652190"/>
                <a:ext cx="183960" cy="333720"/>
              </p14:xfrm>
            </p:contentPart>
          </mc:Choice>
          <mc:Fallback>
            <p:pic>
              <p:nvPicPr>
                <p:cNvPr id="114" name="Ink 113">
                  <a:extLst>
                    <a:ext uri="{FF2B5EF4-FFF2-40B4-BE49-F238E27FC236}">
                      <a16:creationId xmlns:a16="http://schemas.microsoft.com/office/drawing/2014/main" id="{B2F49BFA-3463-9C37-DC92-A2084EA0E90C}"/>
                    </a:ext>
                  </a:extLst>
                </p:cNvPr>
                <p:cNvPicPr/>
                <p:nvPr/>
              </p:nvPicPr>
              <p:blipFill>
                <a:blip r:embed="rId189"/>
                <a:stretch>
                  <a:fillRect/>
                </a:stretch>
              </p:blipFill>
              <p:spPr>
                <a:xfrm>
                  <a:off x="7011835" y="5646070"/>
                  <a:ext cx="19620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5" name="Ink 114">
                  <a:extLst>
                    <a:ext uri="{FF2B5EF4-FFF2-40B4-BE49-F238E27FC236}">
                      <a16:creationId xmlns:a16="http://schemas.microsoft.com/office/drawing/2014/main" id="{5482C1A5-B38E-37C4-9EEC-A91180F3C0E9}"/>
                    </a:ext>
                  </a:extLst>
                </p14:cNvPr>
                <p14:cNvContentPartPr/>
                <p14:nvPr/>
              </p14:nvContentPartPr>
              <p14:xfrm>
                <a:off x="7084555" y="5413510"/>
                <a:ext cx="240840" cy="778680"/>
              </p14:xfrm>
            </p:contentPart>
          </mc:Choice>
          <mc:Fallback>
            <p:pic>
              <p:nvPicPr>
                <p:cNvPr id="115" name="Ink 114">
                  <a:extLst>
                    <a:ext uri="{FF2B5EF4-FFF2-40B4-BE49-F238E27FC236}">
                      <a16:creationId xmlns:a16="http://schemas.microsoft.com/office/drawing/2014/main" id="{5482C1A5-B38E-37C4-9EEC-A91180F3C0E9}"/>
                    </a:ext>
                  </a:extLst>
                </p:cNvPr>
                <p:cNvPicPr/>
                <p:nvPr/>
              </p:nvPicPr>
              <p:blipFill>
                <a:blip r:embed="rId191"/>
                <a:stretch>
                  <a:fillRect/>
                </a:stretch>
              </p:blipFill>
              <p:spPr>
                <a:xfrm>
                  <a:off x="7078435" y="5407390"/>
                  <a:ext cx="253080" cy="7909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6" name="Ink 115">
                  <a:extLst>
                    <a:ext uri="{FF2B5EF4-FFF2-40B4-BE49-F238E27FC236}">
                      <a16:creationId xmlns:a16="http://schemas.microsoft.com/office/drawing/2014/main" id="{59722143-CC14-4DF5-5A78-18F1F397CD41}"/>
                    </a:ext>
                  </a:extLst>
                </p14:cNvPr>
                <p14:cNvContentPartPr/>
                <p14:nvPr/>
              </p14:nvContentPartPr>
              <p14:xfrm>
                <a:off x="5814835" y="5537710"/>
                <a:ext cx="23760" cy="411480"/>
              </p14:xfrm>
            </p:contentPart>
          </mc:Choice>
          <mc:Fallback>
            <p:pic>
              <p:nvPicPr>
                <p:cNvPr id="116" name="Ink 115">
                  <a:extLst>
                    <a:ext uri="{FF2B5EF4-FFF2-40B4-BE49-F238E27FC236}">
                      <a16:creationId xmlns:a16="http://schemas.microsoft.com/office/drawing/2014/main" id="{59722143-CC14-4DF5-5A78-18F1F397CD41}"/>
                    </a:ext>
                  </a:extLst>
                </p:cNvPr>
                <p:cNvPicPr/>
                <p:nvPr/>
              </p:nvPicPr>
              <p:blipFill>
                <a:blip r:embed="rId193"/>
                <a:stretch>
                  <a:fillRect/>
                </a:stretch>
              </p:blipFill>
              <p:spPr>
                <a:xfrm>
                  <a:off x="5808715" y="5531590"/>
                  <a:ext cx="3600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1" name="Ink 120">
                  <a:extLst>
                    <a:ext uri="{FF2B5EF4-FFF2-40B4-BE49-F238E27FC236}">
                      <a16:creationId xmlns:a16="http://schemas.microsoft.com/office/drawing/2014/main" id="{84F1744F-1B59-F523-BF82-5539AF2ED1E3}"/>
                    </a:ext>
                  </a:extLst>
                </p14:cNvPr>
                <p14:cNvContentPartPr/>
                <p14:nvPr/>
              </p14:nvContentPartPr>
              <p14:xfrm>
                <a:off x="4716835" y="6535270"/>
                <a:ext cx="167760" cy="17280"/>
              </p14:xfrm>
            </p:contentPart>
          </mc:Choice>
          <mc:Fallback>
            <p:pic>
              <p:nvPicPr>
                <p:cNvPr id="121" name="Ink 120">
                  <a:extLst>
                    <a:ext uri="{FF2B5EF4-FFF2-40B4-BE49-F238E27FC236}">
                      <a16:creationId xmlns:a16="http://schemas.microsoft.com/office/drawing/2014/main" id="{84F1744F-1B59-F523-BF82-5539AF2ED1E3}"/>
                    </a:ext>
                  </a:extLst>
                </p:cNvPr>
                <p:cNvPicPr/>
                <p:nvPr/>
              </p:nvPicPr>
              <p:blipFill>
                <a:blip r:embed="rId195"/>
                <a:stretch>
                  <a:fillRect/>
                </a:stretch>
              </p:blipFill>
              <p:spPr>
                <a:xfrm>
                  <a:off x="4710715" y="6529150"/>
                  <a:ext cx="1800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2" name="Ink 121">
                  <a:extLst>
                    <a:ext uri="{FF2B5EF4-FFF2-40B4-BE49-F238E27FC236}">
                      <a16:creationId xmlns:a16="http://schemas.microsoft.com/office/drawing/2014/main" id="{E0F5DAB2-C4F4-276A-FE0C-57A0CA591088}"/>
                    </a:ext>
                  </a:extLst>
                </p14:cNvPr>
                <p14:cNvContentPartPr/>
                <p14:nvPr/>
              </p14:nvContentPartPr>
              <p14:xfrm>
                <a:off x="4757515" y="6622390"/>
                <a:ext cx="216720" cy="62640"/>
              </p14:xfrm>
            </p:contentPart>
          </mc:Choice>
          <mc:Fallback>
            <p:pic>
              <p:nvPicPr>
                <p:cNvPr id="122" name="Ink 121">
                  <a:extLst>
                    <a:ext uri="{FF2B5EF4-FFF2-40B4-BE49-F238E27FC236}">
                      <a16:creationId xmlns:a16="http://schemas.microsoft.com/office/drawing/2014/main" id="{E0F5DAB2-C4F4-276A-FE0C-57A0CA591088}"/>
                    </a:ext>
                  </a:extLst>
                </p:cNvPr>
                <p:cNvPicPr/>
                <p:nvPr/>
              </p:nvPicPr>
              <p:blipFill>
                <a:blip r:embed="rId197"/>
                <a:stretch>
                  <a:fillRect/>
                </a:stretch>
              </p:blipFill>
              <p:spPr>
                <a:xfrm>
                  <a:off x="4751395" y="6616270"/>
                  <a:ext cx="2289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3" name="Ink 122">
                  <a:extLst>
                    <a:ext uri="{FF2B5EF4-FFF2-40B4-BE49-F238E27FC236}">
                      <a16:creationId xmlns:a16="http://schemas.microsoft.com/office/drawing/2014/main" id="{A968B723-8709-E61C-3700-15FE9EB63CD0}"/>
                    </a:ext>
                  </a:extLst>
                </p14:cNvPr>
                <p14:cNvContentPartPr/>
                <p14:nvPr/>
              </p14:nvContentPartPr>
              <p14:xfrm>
                <a:off x="5225875" y="6434110"/>
                <a:ext cx="47520" cy="313920"/>
              </p14:xfrm>
            </p:contentPart>
          </mc:Choice>
          <mc:Fallback>
            <p:pic>
              <p:nvPicPr>
                <p:cNvPr id="123" name="Ink 122">
                  <a:extLst>
                    <a:ext uri="{FF2B5EF4-FFF2-40B4-BE49-F238E27FC236}">
                      <a16:creationId xmlns:a16="http://schemas.microsoft.com/office/drawing/2014/main" id="{A968B723-8709-E61C-3700-15FE9EB63CD0}"/>
                    </a:ext>
                  </a:extLst>
                </p:cNvPr>
                <p:cNvPicPr/>
                <p:nvPr/>
              </p:nvPicPr>
              <p:blipFill>
                <a:blip r:embed="rId199"/>
                <a:stretch>
                  <a:fillRect/>
                </a:stretch>
              </p:blipFill>
              <p:spPr>
                <a:xfrm>
                  <a:off x="5219755" y="6427990"/>
                  <a:ext cx="5976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4" name="Ink 123">
                  <a:extLst>
                    <a:ext uri="{FF2B5EF4-FFF2-40B4-BE49-F238E27FC236}">
                      <a16:creationId xmlns:a16="http://schemas.microsoft.com/office/drawing/2014/main" id="{C7CD8EEE-DC5B-4402-76FA-46DB1B20BC49}"/>
                    </a:ext>
                  </a:extLst>
                </p14:cNvPr>
                <p14:cNvContentPartPr/>
                <p14:nvPr/>
              </p14:nvContentPartPr>
              <p14:xfrm>
                <a:off x="5647795" y="6594670"/>
                <a:ext cx="146160" cy="8640"/>
              </p14:xfrm>
            </p:contentPart>
          </mc:Choice>
          <mc:Fallback>
            <p:pic>
              <p:nvPicPr>
                <p:cNvPr id="124" name="Ink 123">
                  <a:extLst>
                    <a:ext uri="{FF2B5EF4-FFF2-40B4-BE49-F238E27FC236}">
                      <a16:creationId xmlns:a16="http://schemas.microsoft.com/office/drawing/2014/main" id="{C7CD8EEE-DC5B-4402-76FA-46DB1B20BC49}"/>
                    </a:ext>
                  </a:extLst>
                </p:cNvPr>
                <p:cNvPicPr/>
                <p:nvPr/>
              </p:nvPicPr>
              <p:blipFill>
                <a:blip r:embed="rId201"/>
                <a:stretch>
                  <a:fillRect/>
                </a:stretch>
              </p:blipFill>
              <p:spPr>
                <a:xfrm>
                  <a:off x="5641675" y="6588550"/>
                  <a:ext cx="1584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5" name="Ink 124">
                  <a:extLst>
                    <a:ext uri="{FF2B5EF4-FFF2-40B4-BE49-F238E27FC236}">
                      <a16:creationId xmlns:a16="http://schemas.microsoft.com/office/drawing/2014/main" id="{138DEAA9-135C-2CDD-B1F7-D457EE29766B}"/>
                    </a:ext>
                  </a:extLst>
                </p14:cNvPr>
                <p14:cNvContentPartPr/>
                <p14:nvPr/>
              </p14:nvContentPartPr>
              <p14:xfrm>
                <a:off x="6125155" y="6433750"/>
                <a:ext cx="39240" cy="319680"/>
              </p14:xfrm>
            </p:contentPart>
          </mc:Choice>
          <mc:Fallback>
            <p:pic>
              <p:nvPicPr>
                <p:cNvPr id="125" name="Ink 124">
                  <a:extLst>
                    <a:ext uri="{FF2B5EF4-FFF2-40B4-BE49-F238E27FC236}">
                      <a16:creationId xmlns:a16="http://schemas.microsoft.com/office/drawing/2014/main" id="{138DEAA9-135C-2CDD-B1F7-D457EE29766B}"/>
                    </a:ext>
                  </a:extLst>
                </p:cNvPr>
                <p:cNvPicPr/>
                <p:nvPr/>
              </p:nvPicPr>
              <p:blipFill>
                <a:blip r:embed="rId203"/>
                <a:stretch>
                  <a:fillRect/>
                </a:stretch>
              </p:blipFill>
              <p:spPr>
                <a:xfrm>
                  <a:off x="6119035" y="6427630"/>
                  <a:ext cx="5148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6" name="Ink 125">
                  <a:extLst>
                    <a:ext uri="{FF2B5EF4-FFF2-40B4-BE49-F238E27FC236}">
                      <a16:creationId xmlns:a16="http://schemas.microsoft.com/office/drawing/2014/main" id="{112CA1DD-DCF5-181C-CFC1-8D9EDC0A6B3F}"/>
                    </a:ext>
                  </a:extLst>
                </p14:cNvPr>
                <p14:cNvContentPartPr/>
                <p14:nvPr/>
              </p14:nvContentPartPr>
              <p14:xfrm>
                <a:off x="6130195" y="6412870"/>
                <a:ext cx="116640" cy="126360"/>
              </p14:xfrm>
            </p:contentPart>
          </mc:Choice>
          <mc:Fallback>
            <p:pic>
              <p:nvPicPr>
                <p:cNvPr id="126" name="Ink 125">
                  <a:extLst>
                    <a:ext uri="{FF2B5EF4-FFF2-40B4-BE49-F238E27FC236}">
                      <a16:creationId xmlns:a16="http://schemas.microsoft.com/office/drawing/2014/main" id="{112CA1DD-DCF5-181C-CFC1-8D9EDC0A6B3F}"/>
                    </a:ext>
                  </a:extLst>
                </p:cNvPr>
                <p:cNvPicPr/>
                <p:nvPr/>
              </p:nvPicPr>
              <p:blipFill>
                <a:blip r:embed="rId205"/>
                <a:stretch>
                  <a:fillRect/>
                </a:stretch>
              </p:blipFill>
              <p:spPr>
                <a:xfrm>
                  <a:off x="6124075" y="6406750"/>
                  <a:ext cx="1288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7" name="Ink 126">
                  <a:extLst>
                    <a:ext uri="{FF2B5EF4-FFF2-40B4-BE49-F238E27FC236}">
                      <a16:creationId xmlns:a16="http://schemas.microsoft.com/office/drawing/2014/main" id="{21B9A3ED-4D56-F5EC-32B8-6A0374EED4CC}"/>
                    </a:ext>
                  </a:extLst>
                </p14:cNvPr>
                <p14:cNvContentPartPr/>
                <p14:nvPr/>
              </p14:nvContentPartPr>
              <p14:xfrm>
                <a:off x="6366355" y="6247630"/>
                <a:ext cx="269280" cy="621360"/>
              </p14:xfrm>
            </p:contentPart>
          </mc:Choice>
          <mc:Fallback>
            <p:pic>
              <p:nvPicPr>
                <p:cNvPr id="127" name="Ink 126">
                  <a:extLst>
                    <a:ext uri="{FF2B5EF4-FFF2-40B4-BE49-F238E27FC236}">
                      <a16:creationId xmlns:a16="http://schemas.microsoft.com/office/drawing/2014/main" id="{21B9A3ED-4D56-F5EC-32B8-6A0374EED4CC}"/>
                    </a:ext>
                  </a:extLst>
                </p:cNvPr>
                <p:cNvPicPr/>
                <p:nvPr/>
              </p:nvPicPr>
              <p:blipFill>
                <a:blip r:embed="rId207"/>
                <a:stretch>
                  <a:fillRect/>
                </a:stretch>
              </p:blipFill>
              <p:spPr>
                <a:xfrm>
                  <a:off x="6360235" y="6241510"/>
                  <a:ext cx="281520" cy="6336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8" name="Ink 127">
                  <a:extLst>
                    <a:ext uri="{FF2B5EF4-FFF2-40B4-BE49-F238E27FC236}">
                      <a16:creationId xmlns:a16="http://schemas.microsoft.com/office/drawing/2014/main" id="{D23810A3-8044-2F21-D078-CD39A8DCEC82}"/>
                    </a:ext>
                  </a:extLst>
                </p14:cNvPr>
                <p14:cNvContentPartPr/>
                <p14:nvPr/>
              </p14:nvContentPartPr>
              <p14:xfrm>
                <a:off x="6576595" y="6404577"/>
                <a:ext cx="215280" cy="322920"/>
              </p14:xfrm>
            </p:contentPart>
          </mc:Choice>
          <mc:Fallback>
            <p:pic>
              <p:nvPicPr>
                <p:cNvPr id="128" name="Ink 127">
                  <a:extLst>
                    <a:ext uri="{FF2B5EF4-FFF2-40B4-BE49-F238E27FC236}">
                      <a16:creationId xmlns:a16="http://schemas.microsoft.com/office/drawing/2014/main" id="{D23810A3-8044-2F21-D078-CD39A8DCEC82}"/>
                    </a:ext>
                  </a:extLst>
                </p:cNvPr>
                <p:cNvPicPr/>
                <p:nvPr/>
              </p:nvPicPr>
              <p:blipFill>
                <a:blip r:embed="rId209"/>
                <a:stretch>
                  <a:fillRect/>
                </a:stretch>
              </p:blipFill>
              <p:spPr>
                <a:xfrm>
                  <a:off x="6570475" y="6398457"/>
                  <a:ext cx="227520" cy="3351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9" name="Ink 128">
                  <a:extLst>
                    <a:ext uri="{FF2B5EF4-FFF2-40B4-BE49-F238E27FC236}">
                      <a16:creationId xmlns:a16="http://schemas.microsoft.com/office/drawing/2014/main" id="{48376BA6-64E3-FD12-8912-CAC1CD1AAF52}"/>
                    </a:ext>
                  </a:extLst>
                </p14:cNvPr>
                <p14:cNvContentPartPr/>
                <p14:nvPr/>
              </p14:nvContentPartPr>
              <p14:xfrm>
                <a:off x="6570115" y="6457137"/>
                <a:ext cx="196920" cy="255600"/>
              </p14:xfrm>
            </p:contentPart>
          </mc:Choice>
          <mc:Fallback>
            <p:pic>
              <p:nvPicPr>
                <p:cNvPr id="129" name="Ink 128">
                  <a:extLst>
                    <a:ext uri="{FF2B5EF4-FFF2-40B4-BE49-F238E27FC236}">
                      <a16:creationId xmlns:a16="http://schemas.microsoft.com/office/drawing/2014/main" id="{48376BA6-64E3-FD12-8912-CAC1CD1AAF52}"/>
                    </a:ext>
                  </a:extLst>
                </p:cNvPr>
                <p:cNvPicPr/>
                <p:nvPr/>
              </p:nvPicPr>
              <p:blipFill>
                <a:blip r:embed="rId211"/>
                <a:stretch>
                  <a:fillRect/>
                </a:stretch>
              </p:blipFill>
              <p:spPr>
                <a:xfrm>
                  <a:off x="6563995" y="6451017"/>
                  <a:ext cx="20916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0" name="Ink 129">
                  <a:extLst>
                    <a:ext uri="{FF2B5EF4-FFF2-40B4-BE49-F238E27FC236}">
                      <a16:creationId xmlns:a16="http://schemas.microsoft.com/office/drawing/2014/main" id="{1EA32D18-4A33-82A2-71FE-306C18C34C13}"/>
                    </a:ext>
                  </a:extLst>
                </p14:cNvPr>
                <p14:cNvContentPartPr/>
                <p14:nvPr/>
              </p14:nvContentPartPr>
              <p14:xfrm>
                <a:off x="6971515" y="6565857"/>
                <a:ext cx="135000" cy="16920"/>
              </p14:xfrm>
            </p:contentPart>
          </mc:Choice>
          <mc:Fallback>
            <p:pic>
              <p:nvPicPr>
                <p:cNvPr id="130" name="Ink 129">
                  <a:extLst>
                    <a:ext uri="{FF2B5EF4-FFF2-40B4-BE49-F238E27FC236}">
                      <a16:creationId xmlns:a16="http://schemas.microsoft.com/office/drawing/2014/main" id="{1EA32D18-4A33-82A2-71FE-306C18C34C13}"/>
                    </a:ext>
                  </a:extLst>
                </p:cNvPr>
                <p:cNvPicPr/>
                <p:nvPr/>
              </p:nvPicPr>
              <p:blipFill>
                <a:blip r:embed="rId213"/>
                <a:stretch>
                  <a:fillRect/>
                </a:stretch>
              </p:blipFill>
              <p:spPr>
                <a:xfrm>
                  <a:off x="6965395" y="6559737"/>
                  <a:ext cx="1472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1" name="Ink 130">
                  <a:extLst>
                    <a:ext uri="{FF2B5EF4-FFF2-40B4-BE49-F238E27FC236}">
                      <a16:creationId xmlns:a16="http://schemas.microsoft.com/office/drawing/2014/main" id="{2DA4C15D-9B63-24C5-B587-C5FAC43D68F1}"/>
                    </a:ext>
                  </a:extLst>
                </p14:cNvPr>
                <p14:cNvContentPartPr/>
                <p14:nvPr/>
              </p14:nvContentPartPr>
              <p14:xfrm>
                <a:off x="7010035" y="6639297"/>
                <a:ext cx="149400" cy="21240"/>
              </p14:xfrm>
            </p:contentPart>
          </mc:Choice>
          <mc:Fallback>
            <p:pic>
              <p:nvPicPr>
                <p:cNvPr id="131" name="Ink 130">
                  <a:extLst>
                    <a:ext uri="{FF2B5EF4-FFF2-40B4-BE49-F238E27FC236}">
                      <a16:creationId xmlns:a16="http://schemas.microsoft.com/office/drawing/2014/main" id="{2DA4C15D-9B63-24C5-B587-C5FAC43D68F1}"/>
                    </a:ext>
                  </a:extLst>
                </p:cNvPr>
                <p:cNvPicPr/>
                <p:nvPr/>
              </p:nvPicPr>
              <p:blipFill>
                <a:blip r:embed="rId215"/>
                <a:stretch>
                  <a:fillRect/>
                </a:stretch>
              </p:blipFill>
              <p:spPr>
                <a:xfrm>
                  <a:off x="7003915" y="6633177"/>
                  <a:ext cx="16164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2" name="Ink 131">
                  <a:extLst>
                    <a:ext uri="{FF2B5EF4-FFF2-40B4-BE49-F238E27FC236}">
                      <a16:creationId xmlns:a16="http://schemas.microsoft.com/office/drawing/2014/main" id="{2DFC0A81-45EC-F89F-626C-7A9A45AE9F68}"/>
                    </a:ext>
                  </a:extLst>
                </p14:cNvPr>
                <p14:cNvContentPartPr/>
                <p14:nvPr/>
              </p14:nvContentPartPr>
              <p14:xfrm>
                <a:off x="7291555" y="6412857"/>
                <a:ext cx="178200" cy="286560"/>
              </p14:xfrm>
            </p:contentPart>
          </mc:Choice>
          <mc:Fallback>
            <p:pic>
              <p:nvPicPr>
                <p:cNvPr id="132" name="Ink 131">
                  <a:extLst>
                    <a:ext uri="{FF2B5EF4-FFF2-40B4-BE49-F238E27FC236}">
                      <a16:creationId xmlns:a16="http://schemas.microsoft.com/office/drawing/2014/main" id="{2DFC0A81-45EC-F89F-626C-7A9A45AE9F68}"/>
                    </a:ext>
                  </a:extLst>
                </p:cNvPr>
                <p:cNvPicPr/>
                <p:nvPr/>
              </p:nvPicPr>
              <p:blipFill>
                <a:blip r:embed="rId217"/>
                <a:stretch>
                  <a:fillRect/>
                </a:stretch>
              </p:blipFill>
              <p:spPr>
                <a:xfrm>
                  <a:off x="7285435" y="6406737"/>
                  <a:ext cx="19044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3" name="Ink 132">
                  <a:extLst>
                    <a:ext uri="{FF2B5EF4-FFF2-40B4-BE49-F238E27FC236}">
                      <a16:creationId xmlns:a16="http://schemas.microsoft.com/office/drawing/2014/main" id="{F480CB52-7FBD-55F5-5884-2041A3C16924}"/>
                    </a:ext>
                  </a:extLst>
                </p14:cNvPr>
                <p14:cNvContentPartPr/>
                <p14:nvPr/>
              </p14:nvContentPartPr>
              <p14:xfrm>
                <a:off x="7446715" y="6177777"/>
                <a:ext cx="160560" cy="672120"/>
              </p14:xfrm>
            </p:contentPart>
          </mc:Choice>
          <mc:Fallback>
            <p:pic>
              <p:nvPicPr>
                <p:cNvPr id="133" name="Ink 132">
                  <a:extLst>
                    <a:ext uri="{FF2B5EF4-FFF2-40B4-BE49-F238E27FC236}">
                      <a16:creationId xmlns:a16="http://schemas.microsoft.com/office/drawing/2014/main" id="{F480CB52-7FBD-55F5-5884-2041A3C16924}"/>
                    </a:ext>
                  </a:extLst>
                </p:cNvPr>
                <p:cNvPicPr/>
                <p:nvPr/>
              </p:nvPicPr>
              <p:blipFill>
                <a:blip r:embed="rId219"/>
                <a:stretch>
                  <a:fillRect/>
                </a:stretch>
              </p:blipFill>
              <p:spPr>
                <a:xfrm>
                  <a:off x="7440595" y="6171657"/>
                  <a:ext cx="172800" cy="6843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5" name="Ink 134">
                  <a:extLst>
                    <a:ext uri="{FF2B5EF4-FFF2-40B4-BE49-F238E27FC236}">
                      <a16:creationId xmlns:a16="http://schemas.microsoft.com/office/drawing/2014/main" id="{610AD52E-DF61-561E-3386-55FC66B85EBB}"/>
                    </a:ext>
                  </a:extLst>
                </p14:cNvPr>
                <p14:cNvContentPartPr/>
                <p14:nvPr/>
              </p14:nvContentPartPr>
              <p14:xfrm>
                <a:off x="7832995" y="6574137"/>
                <a:ext cx="191160" cy="14760"/>
              </p14:xfrm>
            </p:contentPart>
          </mc:Choice>
          <mc:Fallback>
            <p:pic>
              <p:nvPicPr>
                <p:cNvPr id="135" name="Ink 134">
                  <a:extLst>
                    <a:ext uri="{FF2B5EF4-FFF2-40B4-BE49-F238E27FC236}">
                      <a16:creationId xmlns:a16="http://schemas.microsoft.com/office/drawing/2014/main" id="{610AD52E-DF61-561E-3386-55FC66B85EBB}"/>
                    </a:ext>
                  </a:extLst>
                </p:cNvPr>
                <p:cNvPicPr/>
                <p:nvPr/>
              </p:nvPicPr>
              <p:blipFill>
                <a:blip r:embed="rId221"/>
                <a:stretch>
                  <a:fillRect/>
                </a:stretch>
              </p:blipFill>
              <p:spPr>
                <a:xfrm>
                  <a:off x="7826875" y="6568017"/>
                  <a:ext cx="2034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6" name="Ink 135">
                  <a:extLst>
                    <a:ext uri="{FF2B5EF4-FFF2-40B4-BE49-F238E27FC236}">
                      <a16:creationId xmlns:a16="http://schemas.microsoft.com/office/drawing/2014/main" id="{0825D632-4ED2-07C8-4DC6-A9B62C19D913}"/>
                    </a:ext>
                  </a:extLst>
                </p14:cNvPr>
                <p14:cNvContentPartPr/>
                <p14:nvPr/>
              </p14:nvContentPartPr>
              <p14:xfrm>
                <a:off x="8232595" y="6269937"/>
                <a:ext cx="121320" cy="453960"/>
              </p14:xfrm>
            </p:contentPart>
          </mc:Choice>
          <mc:Fallback>
            <p:pic>
              <p:nvPicPr>
                <p:cNvPr id="136" name="Ink 135">
                  <a:extLst>
                    <a:ext uri="{FF2B5EF4-FFF2-40B4-BE49-F238E27FC236}">
                      <a16:creationId xmlns:a16="http://schemas.microsoft.com/office/drawing/2014/main" id="{0825D632-4ED2-07C8-4DC6-A9B62C19D913}"/>
                    </a:ext>
                  </a:extLst>
                </p:cNvPr>
                <p:cNvPicPr/>
                <p:nvPr/>
              </p:nvPicPr>
              <p:blipFill>
                <a:blip r:embed="rId223"/>
                <a:stretch>
                  <a:fillRect/>
                </a:stretch>
              </p:blipFill>
              <p:spPr>
                <a:xfrm>
                  <a:off x="8226475" y="6263817"/>
                  <a:ext cx="13356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7" name="Ink 136">
                  <a:extLst>
                    <a:ext uri="{FF2B5EF4-FFF2-40B4-BE49-F238E27FC236}">
                      <a16:creationId xmlns:a16="http://schemas.microsoft.com/office/drawing/2014/main" id="{882FC877-7315-230E-2377-20A11065F63B}"/>
                    </a:ext>
                  </a:extLst>
                </p14:cNvPr>
                <p14:cNvContentPartPr/>
                <p14:nvPr/>
              </p14:nvContentPartPr>
              <p14:xfrm>
                <a:off x="8447155" y="6145017"/>
                <a:ext cx="300960" cy="671400"/>
              </p14:xfrm>
            </p:contentPart>
          </mc:Choice>
          <mc:Fallback>
            <p:pic>
              <p:nvPicPr>
                <p:cNvPr id="137" name="Ink 136">
                  <a:extLst>
                    <a:ext uri="{FF2B5EF4-FFF2-40B4-BE49-F238E27FC236}">
                      <a16:creationId xmlns:a16="http://schemas.microsoft.com/office/drawing/2014/main" id="{882FC877-7315-230E-2377-20A11065F63B}"/>
                    </a:ext>
                  </a:extLst>
                </p:cNvPr>
                <p:cNvPicPr/>
                <p:nvPr/>
              </p:nvPicPr>
              <p:blipFill>
                <a:blip r:embed="rId225"/>
                <a:stretch>
                  <a:fillRect/>
                </a:stretch>
              </p:blipFill>
              <p:spPr>
                <a:xfrm>
                  <a:off x="8441035" y="6138897"/>
                  <a:ext cx="313200" cy="6836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8" name="Ink 137">
                  <a:extLst>
                    <a:ext uri="{FF2B5EF4-FFF2-40B4-BE49-F238E27FC236}">
                      <a16:creationId xmlns:a16="http://schemas.microsoft.com/office/drawing/2014/main" id="{9D5831F4-371E-2870-816F-8D356E285DA4}"/>
                    </a:ext>
                  </a:extLst>
                </p14:cNvPr>
                <p14:cNvContentPartPr/>
                <p14:nvPr/>
              </p14:nvContentPartPr>
              <p14:xfrm>
                <a:off x="8674675" y="6350577"/>
                <a:ext cx="185760" cy="293400"/>
              </p14:xfrm>
            </p:contentPart>
          </mc:Choice>
          <mc:Fallback>
            <p:pic>
              <p:nvPicPr>
                <p:cNvPr id="138" name="Ink 137">
                  <a:extLst>
                    <a:ext uri="{FF2B5EF4-FFF2-40B4-BE49-F238E27FC236}">
                      <a16:creationId xmlns:a16="http://schemas.microsoft.com/office/drawing/2014/main" id="{9D5831F4-371E-2870-816F-8D356E285DA4}"/>
                    </a:ext>
                  </a:extLst>
                </p:cNvPr>
                <p:cNvPicPr/>
                <p:nvPr/>
              </p:nvPicPr>
              <p:blipFill>
                <a:blip r:embed="rId227"/>
                <a:stretch>
                  <a:fillRect/>
                </a:stretch>
              </p:blipFill>
              <p:spPr>
                <a:xfrm>
                  <a:off x="8668555" y="6344457"/>
                  <a:ext cx="19800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9" name="Ink 138">
                  <a:extLst>
                    <a:ext uri="{FF2B5EF4-FFF2-40B4-BE49-F238E27FC236}">
                      <a16:creationId xmlns:a16="http://schemas.microsoft.com/office/drawing/2014/main" id="{731F1FED-6591-98E8-CBA8-26375D6718B6}"/>
                    </a:ext>
                  </a:extLst>
                </p14:cNvPr>
                <p14:cNvContentPartPr/>
                <p14:nvPr/>
              </p14:nvContentPartPr>
              <p14:xfrm>
                <a:off x="8617435" y="6376497"/>
                <a:ext cx="225000" cy="288000"/>
              </p14:xfrm>
            </p:contentPart>
          </mc:Choice>
          <mc:Fallback>
            <p:pic>
              <p:nvPicPr>
                <p:cNvPr id="139" name="Ink 138">
                  <a:extLst>
                    <a:ext uri="{FF2B5EF4-FFF2-40B4-BE49-F238E27FC236}">
                      <a16:creationId xmlns:a16="http://schemas.microsoft.com/office/drawing/2014/main" id="{731F1FED-6591-98E8-CBA8-26375D6718B6}"/>
                    </a:ext>
                  </a:extLst>
                </p:cNvPr>
                <p:cNvPicPr/>
                <p:nvPr/>
              </p:nvPicPr>
              <p:blipFill>
                <a:blip r:embed="rId229"/>
                <a:stretch>
                  <a:fillRect/>
                </a:stretch>
              </p:blipFill>
              <p:spPr>
                <a:xfrm>
                  <a:off x="8611315" y="6370377"/>
                  <a:ext cx="23724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0" name="Ink 139">
                  <a:extLst>
                    <a:ext uri="{FF2B5EF4-FFF2-40B4-BE49-F238E27FC236}">
                      <a16:creationId xmlns:a16="http://schemas.microsoft.com/office/drawing/2014/main" id="{8879908A-2689-E522-3BF0-E8DFABFC3041}"/>
                    </a:ext>
                  </a:extLst>
                </p14:cNvPr>
                <p14:cNvContentPartPr/>
                <p14:nvPr/>
              </p14:nvContentPartPr>
              <p14:xfrm>
                <a:off x="9088675" y="6566937"/>
                <a:ext cx="171000" cy="11880"/>
              </p14:xfrm>
            </p:contentPart>
          </mc:Choice>
          <mc:Fallback>
            <p:pic>
              <p:nvPicPr>
                <p:cNvPr id="140" name="Ink 139">
                  <a:extLst>
                    <a:ext uri="{FF2B5EF4-FFF2-40B4-BE49-F238E27FC236}">
                      <a16:creationId xmlns:a16="http://schemas.microsoft.com/office/drawing/2014/main" id="{8879908A-2689-E522-3BF0-E8DFABFC3041}"/>
                    </a:ext>
                  </a:extLst>
                </p:cNvPr>
                <p:cNvPicPr/>
                <p:nvPr/>
              </p:nvPicPr>
              <p:blipFill>
                <a:blip r:embed="rId231"/>
                <a:stretch>
                  <a:fillRect/>
                </a:stretch>
              </p:blipFill>
              <p:spPr>
                <a:xfrm>
                  <a:off x="9082555" y="6560817"/>
                  <a:ext cx="1832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1" name="Ink 140">
                  <a:extLst>
                    <a:ext uri="{FF2B5EF4-FFF2-40B4-BE49-F238E27FC236}">
                      <a16:creationId xmlns:a16="http://schemas.microsoft.com/office/drawing/2014/main" id="{E3D0700D-3008-8339-C092-ED3A251E2EFB}"/>
                    </a:ext>
                  </a:extLst>
                </p14:cNvPr>
                <p14:cNvContentPartPr/>
                <p14:nvPr/>
              </p14:nvContentPartPr>
              <p14:xfrm>
                <a:off x="9115675" y="6610497"/>
                <a:ext cx="174240" cy="30240"/>
              </p14:xfrm>
            </p:contentPart>
          </mc:Choice>
          <mc:Fallback>
            <p:pic>
              <p:nvPicPr>
                <p:cNvPr id="141" name="Ink 140">
                  <a:extLst>
                    <a:ext uri="{FF2B5EF4-FFF2-40B4-BE49-F238E27FC236}">
                      <a16:creationId xmlns:a16="http://schemas.microsoft.com/office/drawing/2014/main" id="{E3D0700D-3008-8339-C092-ED3A251E2EFB}"/>
                    </a:ext>
                  </a:extLst>
                </p:cNvPr>
                <p:cNvPicPr/>
                <p:nvPr/>
              </p:nvPicPr>
              <p:blipFill>
                <a:blip r:embed="rId233"/>
                <a:stretch>
                  <a:fillRect/>
                </a:stretch>
              </p:blipFill>
              <p:spPr>
                <a:xfrm>
                  <a:off x="9109555" y="6604377"/>
                  <a:ext cx="1864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2" name="Ink 141">
                  <a:extLst>
                    <a:ext uri="{FF2B5EF4-FFF2-40B4-BE49-F238E27FC236}">
                      <a16:creationId xmlns:a16="http://schemas.microsoft.com/office/drawing/2014/main" id="{B1E683CB-8595-A721-8F02-69EFDD512052}"/>
                    </a:ext>
                  </a:extLst>
                </p14:cNvPr>
                <p14:cNvContentPartPr/>
                <p14:nvPr/>
              </p14:nvContentPartPr>
              <p14:xfrm>
                <a:off x="9454075" y="6371457"/>
                <a:ext cx="97560" cy="216720"/>
              </p14:xfrm>
            </p:contentPart>
          </mc:Choice>
          <mc:Fallback>
            <p:pic>
              <p:nvPicPr>
                <p:cNvPr id="142" name="Ink 141">
                  <a:extLst>
                    <a:ext uri="{FF2B5EF4-FFF2-40B4-BE49-F238E27FC236}">
                      <a16:creationId xmlns:a16="http://schemas.microsoft.com/office/drawing/2014/main" id="{B1E683CB-8595-A721-8F02-69EFDD512052}"/>
                    </a:ext>
                  </a:extLst>
                </p:cNvPr>
                <p:cNvPicPr/>
                <p:nvPr/>
              </p:nvPicPr>
              <p:blipFill>
                <a:blip r:embed="rId235"/>
                <a:stretch>
                  <a:fillRect/>
                </a:stretch>
              </p:blipFill>
              <p:spPr>
                <a:xfrm>
                  <a:off x="9447955" y="6365337"/>
                  <a:ext cx="10980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3" name="Ink 142">
                  <a:extLst>
                    <a:ext uri="{FF2B5EF4-FFF2-40B4-BE49-F238E27FC236}">
                      <a16:creationId xmlns:a16="http://schemas.microsoft.com/office/drawing/2014/main" id="{130D726D-3131-10EA-C212-FC5A3265C6B0}"/>
                    </a:ext>
                  </a:extLst>
                </p14:cNvPr>
                <p14:cNvContentPartPr/>
                <p14:nvPr/>
              </p14:nvContentPartPr>
              <p14:xfrm>
                <a:off x="9614995" y="6395217"/>
                <a:ext cx="197640" cy="145800"/>
              </p14:xfrm>
            </p:contentPart>
          </mc:Choice>
          <mc:Fallback>
            <p:pic>
              <p:nvPicPr>
                <p:cNvPr id="143" name="Ink 142">
                  <a:extLst>
                    <a:ext uri="{FF2B5EF4-FFF2-40B4-BE49-F238E27FC236}">
                      <a16:creationId xmlns:a16="http://schemas.microsoft.com/office/drawing/2014/main" id="{130D726D-3131-10EA-C212-FC5A3265C6B0}"/>
                    </a:ext>
                  </a:extLst>
                </p:cNvPr>
                <p:cNvPicPr/>
                <p:nvPr/>
              </p:nvPicPr>
              <p:blipFill>
                <a:blip r:embed="rId237"/>
                <a:stretch>
                  <a:fillRect/>
                </a:stretch>
              </p:blipFill>
              <p:spPr>
                <a:xfrm>
                  <a:off x="9608875" y="6389097"/>
                  <a:ext cx="2098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4" name="Ink 143">
                  <a:extLst>
                    <a:ext uri="{FF2B5EF4-FFF2-40B4-BE49-F238E27FC236}">
                      <a16:creationId xmlns:a16="http://schemas.microsoft.com/office/drawing/2014/main" id="{EAFCC049-31BF-C31A-B50B-99748F0AFD62}"/>
                    </a:ext>
                  </a:extLst>
                </p14:cNvPr>
                <p14:cNvContentPartPr/>
                <p14:nvPr/>
              </p14:nvContentPartPr>
              <p14:xfrm>
                <a:off x="9656035" y="6162297"/>
                <a:ext cx="269640" cy="842040"/>
              </p14:xfrm>
            </p:contentPart>
          </mc:Choice>
          <mc:Fallback>
            <p:pic>
              <p:nvPicPr>
                <p:cNvPr id="144" name="Ink 143">
                  <a:extLst>
                    <a:ext uri="{FF2B5EF4-FFF2-40B4-BE49-F238E27FC236}">
                      <a16:creationId xmlns:a16="http://schemas.microsoft.com/office/drawing/2014/main" id="{EAFCC049-31BF-C31A-B50B-99748F0AFD62}"/>
                    </a:ext>
                  </a:extLst>
                </p:cNvPr>
                <p:cNvPicPr/>
                <p:nvPr/>
              </p:nvPicPr>
              <p:blipFill>
                <a:blip r:embed="rId239"/>
                <a:stretch>
                  <a:fillRect/>
                </a:stretch>
              </p:blipFill>
              <p:spPr>
                <a:xfrm>
                  <a:off x="9649915" y="6156177"/>
                  <a:ext cx="281880" cy="8542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7" name="Ink 146">
                  <a:extLst>
                    <a:ext uri="{FF2B5EF4-FFF2-40B4-BE49-F238E27FC236}">
                      <a16:creationId xmlns:a16="http://schemas.microsoft.com/office/drawing/2014/main" id="{B72D77F1-AC7C-90ED-0FF0-C916DC06EDC8}"/>
                    </a:ext>
                  </a:extLst>
                </p14:cNvPr>
                <p14:cNvContentPartPr/>
                <p14:nvPr/>
              </p14:nvContentPartPr>
              <p14:xfrm>
                <a:off x="5343235" y="3907922"/>
                <a:ext cx="149760" cy="51120"/>
              </p14:xfrm>
            </p:contentPart>
          </mc:Choice>
          <mc:Fallback>
            <p:pic>
              <p:nvPicPr>
                <p:cNvPr id="147" name="Ink 146">
                  <a:extLst>
                    <a:ext uri="{FF2B5EF4-FFF2-40B4-BE49-F238E27FC236}">
                      <a16:creationId xmlns:a16="http://schemas.microsoft.com/office/drawing/2014/main" id="{B72D77F1-AC7C-90ED-0FF0-C916DC06EDC8}"/>
                    </a:ext>
                  </a:extLst>
                </p:cNvPr>
                <p:cNvPicPr/>
                <p:nvPr/>
              </p:nvPicPr>
              <p:blipFill>
                <a:blip r:embed="rId241"/>
                <a:stretch>
                  <a:fillRect/>
                </a:stretch>
              </p:blipFill>
              <p:spPr>
                <a:xfrm>
                  <a:off x="5337115" y="3901802"/>
                  <a:ext cx="16200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8" name="Ink 147">
                  <a:extLst>
                    <a:ext uri="{FF2B5EF4-FFF2-40B4-BE49-F238E27FC236}">
                      <a16:creationId xmlns:a16="http://schemas.microsoft.com/office/drawing/2014/main" id="{E773128E-B6CE-7BCE-D16F-6ABCB802DD95}"/>
                    </a:ext>
                  </a:extLst>
                </p14:cNvPr>
                <p14:cNvContentPartPr/>
                <p14:nvPr/>
              </p14:nvContentPartPr>
              <p14:xfrm>
                <a:off x="5397235" y="3794882"/>
                <a:ext cx="128160" cy="297720"/>
              </p14:xfrm>
            </p:contentPart>
          </mc:Choice>
          <mc:Fallback>
            <p:pic>
              <p:nvPicPr>
                <p:cNvPr id="148" name="Ink 147">
                  <a:extLst>
                    <a:ext uri="{FF2B5EF4-FFF2-40B4-BE49-F238E27FC236}">
                      <a16:creationId xmlns:a16="http://schemas.microsoft.com/office/drawing/2014/main" id="{E773128E-B6CE-7BCE-D16F-6ABCB802DD95}"/>
                    </a:ext>
                  </a:extLst>
                </p:cNvPr>
                <p:cNvPicPr/>
                <p:nvPr/>
              </p:nvPicPr>
              <p:blipFill>
                <a:blip r:embed="rId243"/>
                <a:stretch>
                  <a:fillRect/>
                </a:stretch>
              </p:blipFill>
              <p:spPr>
                <a:xfrm>
                  <a:off x="5391115" y="3788762"/>
                  <a:ext cx="14040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9" name="Ink 148">
                  <a:extLst>
                    <a:ext uri="{FF2B5EF4-FFF2-40B4-BE49-F238E27FC236}">
                      <a16:creationId xmlns:a16="http://schemas.microsoft.com/office/drawing/2014/main" id="{44747CD3-8FA6-F06C-0435-90265D943D0F}"/>
                    </a:ext>
                  </a:extLst>
                </p14:cNvPr>
                <p14:cNvContentPartPr/>
                <p14:nvPr/>
              </p14:nvContentPartPr>
              <p14:xfrm>
                <a:off x="5815915" y="3517682"/>
                <a:ext cx="25920" cy="282960"/>
              </p14:xfrm>
            </p:contentPart>
          </mc:Choice>
          <mc:Fallback>
            <p:pic>
              <p:nvPicPr>
                <p:cNvPr id="149" name="Ink 148">
                  <a:extLst>
                    <a:ext uri="{FF2B5EF4-FFF2-40B4-BE49-F238E27FC236}">
                      <a16:creationId xmlns:a16="http://schemas.microsoft.com/office/drawing/2014/main" id="{44747CD3-8FA6-F06C-0435-90265D943D0F}"/>
                    </a:ext>
                  </a:extLst>
                </p:cNvPr>
                <p:cNvPicPr/>
                <p:nvPr/>
              </p:nvPicPr>
              <p:blipFill>
                <a:blip r:embed="rId245"/>
                <a:stretch>
                  <a:fillRect/>
                </a:stretch>
              </p:blipFill>
              <p:spPr>
                <a:xfrm>
                  <a:off x="5809795" y="3511562"/>
                  <a:ext cx="3816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0" name="Ink 149">
                  <a:extLst>
                    <a:ext uri="{FF2B5EF4-FFF2-40B4-BE49-F238E27FC236}">
                      <a16:creationId xmlns:a16="http://schemas.microsoft.com/office/drawing/2014/main" id="{3558E5BE-AE9E-F6B8-6731-C9A1655785C3}"/>
                    </a:ext>
                  </a:extLst>
                </p14:cNvPr>
                <p14:cNvContentPartPr/>
                <p14:nvPr/>
              </p14:nvContentPartPr>
              <p14:xfrm>
                <a:off x="5894035" y="3685442"/>
                <a:ext cx="177840" cy="50040"/>
              </p14:xfrm>
            </p:contentPart>
          </mc:Choice>
          <mc:Fallback>
            <p:pic>
              <p:nvPicPr>
                <p:cNvPr id="150" name="Ink 149">
                  <a:extLst>
                    <a:ext uri="{FF2B5EF4-FFF2-40B4-BE49-F238E27FC236}">
                      <a16:creationId xmlns:a16="http://schemas.microsoft.com/office/drawing/2014/main" id="{3558E5BE-AE9E-F6B8-6731-C9A1655785C3}"/>
                    </a:ext>
                  </a:extLst>
                </p:cNvPr>
                <p:cNvPicPr/>
                <p:nvPr/>
              </p:nvPicPr>
              <p:blipFill>
                <a:blip r:embed="rId247"/>
                <a:stretch>
                  <a:fillRect/>
                </a:stretch>
              </p:blipFill>
              <p:spPr>
                <a:xfrm>
                  <a:off x="5887915" y="3679322"/>
                  <a:ext cx="19008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1" name="Ink 150">
                  <a:extLst>
                    <a:ext uri="{FF2B5EF4-FFF2-40B4-BE49-F238E27FC236}">
                      <a16:creationId xmlns:a16="http://schemas.microsoft.com/office/drawing/2014/main" id="{C29EFA90-172A-9D53-F714-0F827CCF3D29}"/>
                    </a:ext>
                  </a:extLst>
                </p14:cNvPr>
                <p14:cNvContentPartPr/>
                <p14:nvPr/>
              </p14:nvContentPartPr>
              <p14:xfrm>
                <a:off x="5818795" y="3927722"/>
                <a:ext cx="154080" cy="109080"/>
              </p14:xfrm>
            </p:contentPart>
          </mc:Choice>
          <mc:Fallback>
            <p:pic>
              <p:nvPicPr>
                <p:cNvPr id="151" name="Ink 150">
                  <a:extLst>
                    <a:ext uri="{FF2B5EF4-FFF2-40B4-BE49-F238E27FC236}">
                      <a16:creationId xmlns:a16="http://schemas.microsoft.com/office/drawing/2014/main" id="{C29EFA90-172A-9D53-F714-0F827CCF3D29}"/>
                    </a:ext>
                  </a:extLst>
                </p:cNvPr>
                <p:cNvPicPr/>
                <p:nvPr/>
              </p:nvPicPr>
              <p:blipFill>
                <a:blip r:embed="rId249"/>
                <a:stretch>
                  <a:fillRect/>
                </a:stretch>
              </p:blipFill>
              <p:spPr>
                <a:xfrm>
                  <a:off x="5812675" y="3921602"/>
                  <a:ext cx="1663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55B8F55C-25E1-DAB0-B982-4C64EB02C67B}"/>
                    </a:ext>
                  </a:extLst>
                </p14:cNvPr>
                <p14:cNvContentPartPr/>
                <p14:nvPr/>
              </p14:nvContentPartPr>
              <p14:xfrm>
                <a:off x="5628715" y="3447482"/>
                <a:ext cx="272880" cy="864360"/>
              </p14:xfrm>
            </p:contentPart>
          </mc:Choice>
          <mc:Fallback>
            <p:pic>
              <p:nvPicPr>
                <p:cNvPr id="152" name="Ink 151">
                  <a:extLst>
                    <a:ext uri="{FF2B5EF4-FFF2-40B4-BE49-F238E27FC236}">
                      <a16:creationId xmlns:a16="http://schemas.microsoft.com/office/drawing/2014/main" id="{55B8F55C-25E1-DAB0-B982-4C64EB02C67B}"/>
                    </a:ext>
                  </a:extLst>
                </p:cNvPr>
                <p:cNvPicPr/>
                <p:nvPr/>
              </p:nvPicPr>
              <p:blipFill>
                <a:blip r:embed="rId251"/>
                <a:stretch>
                  <a:fillRect/>
                </a:stretch>
              </p:blipFill>
              <p:spPr>
                <a:xfrm>
                  <a:off x="5622595" y="3441362"/>
                  <a:ext cx="285120" cy="8766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92647102-7417-FBBD-8CAA-4B65B34D3659}"/>
                    </a:ext>
                  </a:extLst>
                </p14:cNvPr>
                <p14:cNvContentPartPr/>
                <p14:nvPr/>
              </p14:nvContentPartPr>
              <p14:xfrm>
                <a:off x="6067915" y="3415442"/>
                <a:ext cx="115920" cy="988560"/>
              </p14:xfrm>
            </p:contentPart>
          </mc:Choice>
          <mc:Fallback>
            <p:pic>
              <p:nvPicPr>
                <p:cNvPr id="153" name="Ink 152">
                  <a:extLst>
                    <a:ext uri="{FF2B5EF4-FFF2-40B4-BE49-F238E27FC236}">
                      <a16:creationId xmlns:a16="http://schemas.microsoft.com/office/drawing/2014/main" id="{92647102-7417-FBBD-8CAA-4B65B34D3659}"/>
                    </a:ext>
                  </a:extLst>
                </p:cNvPr>
                <p:cNvPicPr/>
                <p:nvPr/>
              </p:nvPicPr>
              <p:blipFill>
                <a:blip r:embed="rId253"/>
                <a:stretch>
                  <a:fillRect/>
                </a:stretch>
              </p:blipFill>
              <p:spPr>
                <a:xfrm>
                  <a:off x="6061795" y="3409322"/>
                  <a:ext cx="128160" cy="10008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5" name="Ink 154">
                  <a:extLst>
                    <a:ext uri="{FF2B5EF4-FFF2-40B4-BE49-F238E27FC236}">
                      <a16:creationId xmlns:a16="http://schemas.microsoft.com/office/drawing/2014/main" id="{4D422A56-432D-BCFE-0630-FF2C095C9D2F}"/>
                    </a:ext>
                  </a:extLst>
                </p14:cNvPr>
                <p14:cNvContentPartPr/>
                <p14:nvPr/>
              </p14:nvContentPartPr>
              <p14:xfrm>
                <a:off x="6318475" y="3488522"/>
                <a:ext cx="159120" cy="214560"/>
              </p14:xfrm>
            </p:contentPart>
          </mc:Choice>
          <mc:Fallback>
            <p:pic>
              <p:nvPicPr>
                <p:cNvPr id="155" name="Ink 154">
                  <a:extLst>
                    <a:ext uri="{FF2B5EF4-FFF2-40B4-BE49-F238E27FC236}">
                      <a16:creationId xmlns:a16="http://schemas.microsoft.com/office/drawing/2014/main" id="{4D422A56-432D-BCFE-0630-FF2C095C9D2F}"/>
                    </a:ext>
                  </a:extLst>
                </p:cNvPr>
                <p:cNvPicPr/>
                <p:nvPr/>
              </p:nvPicPr>
              <p:blipFill>
                <a:blip r:embed="rId255"/>
                <a:stretch>
                  <a:fillRect/>
                </a:stretch>
              </p:blipFill>
              <p:spPr>
                <a:xfrm>
                  <a:off x="6312355" y="3482402"/>
                  <a:ext cx="17136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6" name="Ink 155">
                  <a:extLst>
                    <a:ext uri="{FF2B5EF4-FFF2-40B4-BE49-F238E27FC236}">
                      <a16:creationId xmlns:a16="http://schemas.microsoft.com/office/drawing/2014/main" id="{AED1D2BF-3CC2-42D0-9F81-B246ABDFA806}"/>
                    </a:ext>
                  </a:extLst>
                </p14:cNvPr>
                <p14:cNvContentPartPr/>
                <p14:nvPr/>
              </p14:nvContentPartPr>
              <p14:xfrm>
                <a:off x="6273115" y="3769322"/>
                <a:ext cx="345240" cy="47880"/>
              </p14:xfrm>
            </p:contentPart>
          </mc:Choice>
          <mc:Fallback>
            <p:pic>
              <p:nvPicPr>
                <p:cNvPr id="156" name="Ink 155">
                  <a:extLst>
                    <a:ext uri="{FF2B5EF4-FFF2-40B4-BE49-F238E27FC236}">
                      <a16:creationId xmlns:a16="http://schemas.microsoft.com/office/drawing/2014/main" id="{AED1D2BF-3CC2-42D0-9F81-B246ABDFA806}"/>
                    </a:ext>
                  </a:extLst>
                </p:cNvPr>
                <p:cNvPicPr/>
                <p:nvPr/>
              </p:nvPicPr>
              <p:blipFill>
                <a:blip r:embed="rId257"/>
                <a:stretch>
                  <a:fillRect/>
                </a:stretch>
              </p:blipFill>
              <p:spPr>
                <a:xfrm>
                  <a:off x="6266995" y="3763202"/>
                  <a:ext cx="35748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7" name="Ink 156">
                  <a:extLst>
                    <a:ext uri="{FF2B5EF4-FFF2-40B4-BE49-F238E27FC236}">
                      <a16:creationId xmlns:a16="http://schemas.microsoft.com/office/drawing/2014/main" id="{155F2398-B30E-3043-8164-98F6D7626BD6}"/>
                    </a:ext>
                  </a:extLst>
                </p14:cNvPr>
                <p14:cNvContentPartPr/>
                <p14:nvPr/>
              </p14:nvContentPartPr>
              <p14:xfrm>
                <a:off x="6354835" y="3848522"/>
                <a:ext cx="118440" cy="16560"/>
              </p14:xfrm>
            </p:contentPart>
          </mc:Choice>
          <mc:Fallback>
            <p:pic>
              <p:nvPicPr>
                <p:cNvPr id="157" name="Ink 156">
                  <a:extLst>
                    <a:ext uri="{FF2B5EF4-FFF2-40B4-BE49-F238E27FC236}">
                      <a16:creationId xmlns:a16="http://schemas.microsoft.com/office/drawing/2014/main" id="{155F2398-B30E-3043-8164-98F6D7626BD6}"/>
                    </a:ext>
                  </a:extLst>
                </p:cNvPr>
                <p:cNvPicPr/>
                <p:nvPr/>
              </p:nvPicPr>
              <p:blipFill>
                <a:blip r:embed="rId259"/>
                <a:stretch>
                  <a:fillRect/>
                </a:stretch>
              </p:blipFill>
              <p:spPr>
                <a:xfrm>
                  <a:off x="6348715" y="3842402"/>
                  <a:ext cx="1306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8" name="Ink 157">
                  <a:extLst>
                    <a:ext uri="{FF2B5EF4-FFF2-40B4-BE49-F238E27FC236}">
                      <a16:creationId xmlns:a16="http://schemas.microsoft.com/office/drawing/2014/main" id="{18117530-340F-6FAC-958F-6A2AACCD9462}"/>
                    </a:ext>
                  </a:extLst>
                </p14:cNvPr>
                <p14:cNvContentPartPr/>
                <p14:nvPr/>
              </p14:nvContentPartPr>
              <p14:xfrm>
                <a:off x="6330715" y="3855002"/>
                <a:ext cx="157680" cy="183600"/>
              </p14:xfrm>
            </p:contentPart>
          </mc:Choice>
          <mc:Fallback>
            <p:pic>
              <p:nvPicPr>
                <p:cNvPr id="158" name="Ink 157">
                  <a:extLst>
                    <a:ext uri="{FF2B5EF4-FFF2-40B4-BE49-F238E27FC236}">
                      <a16:creationId xmlns:a16="http://schemas.microsoft.com/office/drawing/2014/main" id="{18117530-340F-6FAC-958F-6A2AACCD9462}"/>
                    </a:ext>
                  </a:extLst>
                </p:cNvPr>
                <p:cNvPicPr/>
                <p:nvPr/>
              </p:nvPicPr>
              <p:blipFill>
                <a:blip r:embed="rId261"/>
                <a:stretch>
                  <a:fillRect/>
                </a:stretch>
              </p:blipFill>
              <p:spPr>
                <a:xfrm>
                  <a:off x="6324595" y="3848882"/>
                  <a:ext cx="1699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9" name="Ink 158">
                  <a:extLst>
                    <a:ext uri="{FF2B5EF4-FFF2-40B4-BE49-F238E27FC236}">
                      <a16:creationId xmlns:a16="http://schemas.microsoft.com/office/drawing/2014/main" id="{A4B1E52B-FBC7-818B-EBF2-A99A2ADC5949}"/>
                    </a:ext>
                  </a:extLst>
                </p14:cNvPr>
                <p14:cNvContentPartPr/>
                <p14:nvPr/>
              </p14:nvContentPartPr>
              <p14:xfrm>
                <a:off x="6214075" y="3380882"/>
                <a:ext cx="189720" cy="810720"/>
              </p14:xfrm>
            </p:contentPart>
          </mc:Choice>
          <mc:Fallback>
            <p:pic>
              <p:nvPicPr>
                <p:cNvPr id="159" name="Ink 158">
                  <a:extLst>
                    <a:ext uri="{FF2B5EF4-FFF2-40B4-BE49-F238E27FC236}">
                      <a16:creationId xmlns:a16="http://schemas.microsoft.com/office/drawing/2014/main" id="{A4B1E52B-FBC7-818B-EBF2-A99A2ADC5949}"/>
                    </a:ext>
                  </a:extLst>
                </p:cNvPr>
                <p:cNvPicPr/>
                <p:nvPr/>
              </p:nvPicPr>
              <p:blipFill>
                <a:blip r:embed="rId263"/>
                <a:stretch>
                  <a:fillRect/>
                </a:stretch>
              </p:blipFill>
              <p:spPr>
                <a:xfrm>
                  <a:off x="6207955" y="3374762"/>
                  <a:ext cx="201960" cy="8229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0" name="Ink 159">
                  <a:extLst>
                    <a:ext uri="{FF2B5EF4-FFF2-40B4-BE49-F238E27FC236}">
                      <a16:creationId xmlns:a16="http://schemas.microsoft.com/office/drawing/2014/main" id="{1AB217B6-EDD0-B1F6-695F-01F00A94E80E}"/>
                    </a:ext>
                  </a:extLst>
                </p14:cNvPr>
                <p14:cNvContentPartPr/>
                <p14:nvPr/>
              </p14:nvContentPartPr>
              <p14:xfrm>
                <a:off x="6548155" y="3382682"/>
                <a:ext cx="105480" cy="873720"/>
              </p14:xfrm>
            </p:contentPart>
          </mc:Choice>
          <mc:Fallback>
            <p:pic>
              <p:nvPicPr>
                <p:cNvPr id="160" name="Ink 159">
                  <a:extLst>
                    <a:ext uri="{FF2B5EF4-FFF2-40B4-BE49-F238E27FC236}">
                      <a16:creationId xmlns:a16="http://schemas.microsoft.com/office/drawing/2014/main" id="{1AB217B6-EDD0-B1F6-695F-01F00A94E80E}"/>
                    </a:ext>
                  </a:extLst>
                </p:cNvPr>
                <p:cNvPicPr/>
                <p:nvPr/>
              </p:nvPicPr>
              <p:blipFill>
                <a:blip r:embed="rId265"/>
                <a:stretch>
                  <a:fillRect/>
                </a:stretch>
              </p:blipFill>
              <p:spPr>
                <a:xfrm>
                  <a:off x="6542035" y="3376562"/>
                  <a:ext cx="117720" cy="8859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2" name="Ink 161">
                  <a:extLst>
                    <a:ext uri="{FF2B5EF4-FFF2-40B4-BE49-F238E27FC236}">
                      <a16:creationId xmlns:a16="http://schemas.microsoft.com/office/drawing/2014/main" id="{3253516D-8821-2BCD-0FD3-B7C5EB41ACFE}"/>
                    </a:ext>
                  </a:extLst>
                </p14:cNvPr>
                <p14:cNvContentPartPr/>
                <p14:nvPr/>
              </p14:nvContentPartPr>
              <p14:xfrm>
                <a:off x="6638515" y="3269642"/>
                <a:ext cx="142200" cy="81360"/>
              </p14:xfrm>
            </p:contentPart>
          </mc:Choice>
          <mc:Fallback>
            <p:pic>
              <p:nvPicPr>
                <p:cNvPr id="162" name="Ink 161">
                  <a:extLst>
                    <a:ext uri="{FF2B5EF4-FFF2-40B4-BE49-F238E27FC236}">
                      <a16:creationId xmlns:a16="http://schemas.microsoft.com/office/drawing/2014/main" id="{3253516D-8821-2BCD-0FD3-B7C5EB41ACFE}"/>
                    </a:ext>
                  </a:extLst>
                </p:cNvPr>
                <p:cNvPicPr/>
                <p:nvPr/>
              </p:nvPicPr>
              <p:blipFill>
                <a:blip r:embed="rId267"/>
                <a:stretch>
                  <a:fillRect/>
                </a:stretch>
              </p:blipFill>
              <p:spPr>
                <a:xfrm>
                  <a:off x="6632395" y="3263522"/>
                  <a:ext cx="15444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3" name="Ink 162">
                  <a:extLst>
                    <a:ext uri="{FF2B5EF4-FFF2-40B4-BE49-F238E27FC236}">
                      <a16:creationId xmlns:a16="http://schemas.microsoft.com/office/drawing/2014/main" id="{292A1D4B-1185-7645-F2FE-A167138BA00F}"/>
                    </a:ext>
                  </a:extLst>
                </p14:cNvPr>
                <p14:cNvContentPartPr/>
                <p14:nvPr/>
              </p14:nvContentPartPr>
              <p14:xfrm>
                <a:off x="6760915" y="3366122"/>
                <a:ext cx="230760" cy="843480"/>
              </p14:xfrm>
            </p:contentPart>
          </mc:Choice>
          <mc:Fallback>
            <p:pic>
              <p:nvPicPr>
                <p:cNvPr id="163" name="Ink 162">
                  <a:extLst>
                    <a:ext uri="{FF2B5EF4-FFF2-40B4-BE49-F238E27FC236}">
                      <a16:creationId xmlns:a16="http://schemas.microsoft.com/office/drawing/2014/main" id="{292A1D4B-1185-7645-F2FE-A167138BA00F}"/>
                    </a:ext>
                  </a:extLst>
                </p:cNvPr>
                <p:cNvPicPr/>
                <p:nvPr/>
              </p:nvPicPr>
              <p:blipFill>
                <a:blip r:embed="rId269"/>
                <a:stretch>
                  <a:fillRect/>
                </a:stretch>
              </p:blipFill>
              <p:spPr>
                <a:xfrm>
                  <a:off x="6754795" y="3360002"/>
                  <a:ext cx="243000" cy="8557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4" name="Ink 163">
                  <a:extLst>
                    <a:ext uri="{FF2B5EF4-FFF2-40B4-BE49-F238E27FC236}">
                      <a16:creationId xmlns:a16="http://schemas.microsoft.com/office/drawing/2014/main" id="{3B1B02C4-C32E-7D0F-494E-237B3228C4D7}"/>
                    </a:ext>
                  </a:extLst>
                </p14:cNvPr>
                <p14:cNvContentPartPr/>
                <p14:nvPr/>
              </p14:nvContentPartPr>
              <p14:xfrm>
                <a:off x="6972595" y="3484562"/>
                <a:ext cx="219600" cy="145080"/>
              </p14:xfrm>
            </p:contentPart>
          </mc:Choice>
          <mc:Fallback>
            <p:pic>
              <p:nvPicPr>
                <p:cNvPr id="164" name="Ink 163">
                  <a:extLst>
                    <a:ext uri="{FF2B5EF4-FFF2-40B4-BE49-F238E27FC236}">
                      <a16:creationId xmlns:a16="http://schemas.microsoft.com/office/drawing/2014/main" id="{3B1B02C4-C32E-7D0F-494E-237B3228C4D7}"/>
                    </a:ext>
                  </a:extLst>
                </p:cNvPr>
                <p:cNvPicPr/>
                <p:nvPr/>
              </p:nvPicPr>
              <p:blipFill>
                <a:blip r:embed="rId271"/>
                <a:stretch>
                  <a:fillRect/>
                </a:stretch>
              </p:blipFill>
              <p:spPr>
                <a:xfrm>
                  <a:off x="6966475" y="3478442"/>
                  <a:ext cx="2318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5" name="Ink 164">
                  <a:extLst>
                    <a:ext uri="{FF2B5EF4-FFF2-40B4-BE49-F238E27FC236}">
                      <a16:creationId xmlns:a16="http://schemas.microsoft.com/office/drawing/2014/main" id="{213858B9-BAC0-4A8A-A738-7A7AB133096D}"/>
                    </a:ext>
                  </a:extLst>
                </p14:cNvPr>
                <p14:cNvContentPartPr/>
                <p14:nvPr/>
              </p14:nvContentPartPr>
              <p14:xfrm>
                <a:off x="6958195" y="3686522"/>
                <a:ext cx="20160" cy="12960"/>
              </p14:xfrm>
            </p:contentPart>
          </mc:Choice>
          <mc:Fallback>
            <p:pic>
              <p:nvPicPr>
                <p:cNvPr id="165" name="Ink 164">
                  <a:extLst>
                    <a:ext uri="{FF2B5EF4-FFF2-40B4-BE49-F238E27FC236}">
                      <a16:creationId xmlns:a16="http://schemas.microsoft.com/office/drawing/2014/main" id="{213858B9-BAC0-4A8A-A738-7A7AB133096D}"/>
                    </a:ext>
                  </a:extLst>
                </p:cNvPr>
                <p:cNvPicPr/>
                <p:nvPr/>
              </p:nvPicPr>
              <p:blipFill>
                <a:blip r:embed="rId273"/>
                <a:stretch>
                  <a:fillRect/>
                </a:stretch>
              </p:blipFill>
              <p:spPr>
                <a:xfrm>
                  <a:off x="6952075" y="3680402"/>
                  <a:ext cx="324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6" name="Ink 165">
                  <a:extLst>
                    <a:ext uri="{FF2B5EF4-FFF2-40B4-BE49-F238E27FC236}">
                      <a16:creationId xmlns:a16="http://schemas.microsoft.com/office/drawing/2014/main" id="{B5208475-8EC3-52C6-765C-28563249E91F}"/>
                    </a:ext>
                  </a:extLst>
                </p14:cNvPr>
                <p14:cNvContentPartPr/>
                <p14:nvPr/>
              </p14:nvContentPartPr>
              <p14:xfrm>
                <a:off x="6912835" y="3758162"/>
                <a:ext cx="444240" cy="6480"/>
              </p14:xfrm>
            </p:contentPart>
          </mc:Choice>
          <mc:Fallback>
            <p:pic>
              <p:nvPicPr>
                <p:cNvPr id="166" name="Ink 165">
                  <a:extLst>
                    <a:ext uri="{FF2B5EF4-FFF2-40B4-BE49-F238E27FC236}">
                      <a16:creationId xmlns:a16="http://schemas.microsoft.com/office/drawing/2014/main" id="{B5208475-8EC3-52C6-765C-28563249E91F}"/>
                    </a:ext>
                  </a:extLst>
                </p:cNvPr>
                <p:cNvPicPr/>
                <p:nvPr/>
              </p:nvPicPr>
              <p:blipFill>
                <a:blip r:embed="rId275"/>
                <a:stretch>
                  <a:fillRect/>
                </a:stretch>
              </p:blipFill>
              <p:spPr>
                <a:xfrm>
                  <a:off x="6906715" y="3752042"/>
                  <a:ext cx="45648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883CE002-02E0-7FF1-703A-09FD8831D3F0}"/>
                    </a:ext>
                  </a:extLst>
                </p14:cNvPr>
                <p14:cNvContentPartPr/>
                <p14:nvPr/>
              </p14:nvContentPartPr>
              <p14:xfrm>
                <a:off x="7037035" y="3859322"/>
                <a:ext cx="140040" cy="27360"/>
              </p14:xfrm>
            </p:contentPart>
          </mc:Choice>
          <mc:Fallback>
            <p:pic>
              <p:nvPicPr>
                <p:cNvPr id="167" name="Ink 166">
                  <a:extLst>
                    <a:ext uri="{FF2B5EF4-FFF2-40B4-BE49-F238E27FC236}">
                      <a16:creationId xmlns:a16="http://schemas.microsoft.com/office/drawing/2014/main" id="{883CE002-02E0-7FF1-703A-09FD8831D3F0}"/>
                    </a:ext>
                  </a:extLst>
                </p:cNvPr>
                <p:cNvPicPr/>
                <p:nvPr/>
              </p:nvPicPr>
              <p:blipFill>
                <a:blip r:embed="rId277"/>
                <a:stretch>
                  <a:fillRect/>
                </a:stretch>
              </p:blipFill>
              <p:spPr>
                <a:xfrm>
                  <a:off x="7030915" y="3853202"/>
                  <a:ext cx="15228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D6640DB8-1F21-CE14-8F2A-55697AE4CE15}"/>
                    </a:ext>
                  </a:extLst>
                </p14:cNvPr>
                <p14:cNvContentPartPr/>
                <p14:nvPr/>
              </p14:nvContentPartPr>
              <p14:xfrm>
                <a:off x="7018675" y="3851042"/>
                <a:ext cx="153360" cy="231120"/>
              </p14:xfrm>
            </p:contentPart>
          </mc:Choice>
          <mc:Fallback>
            <p:pic>
              <p:nvPicPr>
                <p:cNvPr id="168" name="Ink 167">
                  <a:extLst>
                    <a:ext uri="{FF2B5EF4-FFF2-40B4-BE49-F238E27FC236}">
                      <a16:creationId xmlns:a16="http://schemas.microsoft.com/office/drawing/2014/main" id="{D6640DB8-1F21-CE14-8F2A-55697AE4CE15}"/>
                    </a:ext>
                  </a:extLst>
                </p:cNvPr>
                <p:cNvPicPr/>
                <p:nvPr/>
              </p:nvPicPr>
              <p:blipFill>
                <a:blip r:embed="rId279"/>
                <a:stretch>
                  <a:fillRect/>
                </a:stretch>
              </p:blipFill>
              <p:spPr>
                <a:xfrm>
                  <a:off x="7012555" y="3844922"/>
                  <a:ext cx="16560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74729D6C-ECB4-E824-FCDD-614EFF5869EC}"/>
                    </a:ext>
                  </a:extLst>
                </p14:cNvPr>
                <p14:cNvContentPartPr/>
                <p14:nvPr/>
              </p14:nvContentPartPr>
              <p14:xfrm>
                <a:off x="7160155" y="3314642"/>
                <a:ext cx="144000" cy="902160"/>
              </p14:xfrm>
            </p:contentPart>
          </mc:Choice>
          <mc:Fallback>
            <p:pic>
              <p:nvPicPr>
                <p:cNvPr id="169" name="Ink 168">
                  <a:extLst>
                    <a:ext uri="{FF2B5EF4-FFF2-40B4-BE49-F238E27FC236}">
                      <a16:creationId xmlns:a16="http://schemas.microsoft.com/office/drawing/2014/main" id="{74729D6C-ECB4-E824-FCDD-614EFF5869EC}"/>
                    </a:ext>
                  </a:extLst>
                </p:cNvPr>
                <p:cNvPicPr/>
                <p:nvPr/>
              </p:nvPicPr>
              <p:blipFill>
                <a:blip r:embed="rId281"/>
                <a:stretch>
                  <a:fillRect/>
                </a:stretch>
              </p:blipFill>
              <p:spPr>
                <a:xfrm>
                  <a:off x="7154035" y="3308522"/>
                  <a:ext cx="156240" cy="914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1" name="Ink 170">
                  <a:extLst>
                    <a:ext uri="{FF2B5EF4-FFF2-40B4-BE49-F238E27FC236}">
                      <a16:creationId xmlns:a16="http://schemas.microsoft.com/office/drawing/2014/main" id="{AA960CE3-FC9B-0CA3-30DB-41DC5BAADCF6}"/>
                    </a:ext>
                  </a:extLst>
                </p14:cNvPr>
                <p14:cNvContentPartPr/>
                <p14:nvPr/>
              </p14:nvContentPartPr>
              <p14:xfrm>
                <a:off x="7357075" y="3209162"/>
                <a:ext cx="12960" cy="212400"/>
              </p14:xfrm>
            </p:contentPart>
          </mc:Choice>
          <mc:Fallback>
            <p:pic>
              <p:nvPicPr>
                <p:cNvPr id="171" name="Ink 170">
                  <a:extLst>
                    <a:ext uri="{FF2B5EF4-FFF2-40B4-BE49-F238E27FC236}">
                      <a16:creationId xmlns:a16="http://schemas.microsoft.com/office/drawing/2014/main" id="{AA960CE3-FC9B-0CA3-30DB-41DC5BAADCF6}"/>
                    </a:ext>
                  </a:extLst>
                </p:cNvPr>
                <p:cNvPicPr/>
                <p:nvPr/>
              </p:nvPicPr>
              <p:blipFill>
                <a:blip r:embed="rId283"/>
                <a:stretch>
                  <a:fillRect/>
                </a:stretch>
              </p:blipFill>
              <p:spPr>
                <a:xfrm>
                  <a:off x="7350955" y="3203042"/>
                  <a:ext cx="2520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2" name="Ink 171">
                  <a:extLst>
                    <a:ext uri="{FF2B5EF4-FFF2-40B4-BE49-F238E27FC236}">
                      <a16:creationId xmlns:a16="http://schemas.microsoft.com/office/drawing/2014/main" id="{7238CD4E-E284-8B32-C104-BB740F3FAC7F}"/>
                    </a:ext>
                  </a:extLst>
                </p14:cNvPr>
                <p14:cNvContentPartPr/>
                <p14:nvPr/>
              </p14:nvContentPartPr>
              <p14:xfrm>
                <a:off x="7405315" y="3265682"/>
                <a:ext cx="172800" cy="75240"/>
              </p14:xfrm>
            </p:contentPart>
          </mc:Choice>
          <mc:Fallback>
            <p:pic>
              <p:nvPicPr>
                <p:cNvPr id="172" name="Ink 171">
                  <a:extLst>
                    <a:ext uri="{FF2B5EF4-FFF2-40B4-BE49-F238E27FC236}">
                      <a16:creationId xmlns:a16="http://schemas.microsoft.com/office/drawing/2014/main" id="{7238CD4E-E284-8B32-C104-BB740F3FAC7F}"/>
                    </a:ext>
                  </a:extLst>
                </p:cNvPr>
                <p:cNvPicPr/>
                <p:nvPr/>
              </p:nvPicPr>
              <p:blipFill>
                <a:blip r:embed="rId285"/>
                <a:stretch>
                  <a:fillRect/>
                </a:stretch>
              </p:blipFill>
              <p:spPr>
                <a:xfrm>
                  <a:off x="7399195" y="3259562"/>
                  <a:ext cx="185040" cy="87480"/>
                </a:xfrm>
                <a:prstGeom prst="rect">
                  <a:avLst/>
                </a:prstGeom>
              </p:spPr>
            </p:pic>
          </mc:Fallback>
        </mc:AlternateContent>
      </p:grpSp>
    </p:spTree>
    <p:extLst>
      <p:ext uri="{BB962C8B-B14F-4D97-AF65-F5344CB8AC3E}">
        <p14:creationId xmlns:p14="http://schemas.microsoft.com/office/powerpoint/2010/main" val="3772064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Content Placeholder 1"/>
          <p:cNvSpPr txBox="1">
            <a:spLocks/>
          </p:cNvSpPr>
          <p:nvPr/>
        </p:nvSpPr>
        <p:spPr>
          <a:xfrm>
            <a:off x="685800" y="1447801"/>
            <a:ext cx="10591800" cy="37338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2400" b="1" i="1" dirty="0"/>
              <a:t>n</a:t>
            </a:r>
            <a:r>
              <a:rPr lang="en-US" sz="2400" b="1" dirty="0"/>
              <a:t> =10 , </a:t>
            </a:r>
            <a:r>
              <a:rPr lang="en-US" sz="2400" b="1" i="1" dirty="0"/>
              <a:t>p</a:t>
            </a:r>
            <a:r>
              <a:rPr lang="en-US" sz="2400" b="1" dirty="0"/>
              <a:t> = 3/5=0.6, q= 1-p = 0.4</a:t>
            </a:r>
            <a:endParaRPr lang="en-US" sz="2400" dirty="0"/>
          </a:p>
          <a:p>
            <a:pPr marL="0" indent="0">
              <a:lnSpc>
                <a:spcPct val="150000"/>
              </a:lnSpc>
              <a:spcBef>
                <a:spcPts val="0"/>
              </a:spcBef>
              <a:buNone/>
            </a:pPr>
            <a:r>
              <a:rPr lang="en-US" sz="2400" b="1" dirty="0"/>
              <a:t>(</a:t>
            </a:r>
            <a:r>
              <a:rPr lang="en-US" sz="2400" b="1" dirty="0" err="1"/>
              <a:t>i</a:t>
            </a:r>
            <a:r>
              <a:rPr lang="en-US" sz="2400" b="1" dirty="0"/>
              <a:t>)</a:t>
            </a:r>
            <a:r>
              <a:rPr lang="en-US" sz="2400" dirty="0"/>
              <a:t>  </a:t>
            </a:r>
            <a:r>
              <a:rPr lang="en-US" sz="2400" i="1" dirty="0"/>
              <a:t>p</a:t>
            </a:r>
            <a:r>
              <a:rPr lang="en-US" sz="2400" dirty="0"/>
              <a:t>(6) = </a:t>
            </a:r>
            <a:r>
              <a:rPr lang="en-US" sz="2400" b="1" dirty="0"/>
              <a:t>0.251</a:t>
            </a:r>
            <a:r>
              <a:rPr lang="en-US" sz="2400" dirty="0"/>
              <a:t>         </a:t>
            </a:r>
          </a:p>
          <a:p>
            <a:pPr marL="0" indent="0">
              <a:lnSpc>
                <a:spcPct val="150000"/>
              </a:lnSpc>
              <a:spcBef>
                <a:spcPts val="0"/>
              </a:spcBef>
              <a:buNone/>
            </a:pPr>
            <a:r>
              <a:rPr lang="en-US" sz="2400" b="1" dirty="0"/>
              <a:t>(ii)</a:t>
            </a:r>
            <a:r>
              <a:rPr lang="en-US" sz="2400" dirty="0"/>
              <a:t>  </a:t>
            </a:r>
            <a:r>
              <a:rPr lang="en-US" sz="2400" i="1" dirty="0"/>
              <a:t>p</a:t>
            </a:r>
            <a:r>
              <a:rPr lang="en-US" sz="2400" dirty="0"/>
              <a:t>(less than 9) =1- [p(9)+p(10)]= </a:t>
            </a:r>
            <a:r>
              <a:rPr lang="en-US" sz="2400" b="1" dirty="0"/>
              <a:t>0.954</a:t>
            </a:r>
          </a:p>
          <a:p>
            <a:pPr marL="0" indent="0">
              <a:lnSpc>
                <a:spcPct val="150000"/>
              </a:lnSpc>
              <a:spcBef>
                <a:spcPts val="0"/>
              </a:spcBef>
              <a:buNone/>
            </a:pPr>
            <a:r>
              <a:rPr lang="en-US" sz="2400" b="1" dirty="0"/>
              <a:t>(iii) </a:t>
            </a:r>
            <a:r>
              <a:rPr lang="en-US" sz="2400" dirty="0"/>
              <a:t>p(0) = </a:t>
            </a:r>
            <a:r>
              <a:rPr lang="en-US" sz="2400" b="1" dirty="0"/>
              <a:t>0.0001</a:t>
            </a:r>
          </a:p>
          <a:p>
            <a:pPr marL="0" indent="0">
              <a:lnSpc>
                <a:spcPct val="150000"/>
              </a:lnSpc>
              <a:spcBef>
                <a:spcPts val="0"/>
              </a:spcBef>
              <a:buNone/>
            </a:pPr>
            <a:r>
              <a:rPr lang="en-US" sz="2400" b="1" dirty="0"/>
              <a:t>(iv) </a:t>
            </a:r>
            <a:r>
              <a:rPr lang="en-US" sz="2400" i="1" dirty="0"/>
              <a:t>p</a:t>
            </a:r>
            <a:r>
              <a:rPr lang="en-US" sz="2400" dirty="0"/>
              <a:t>(at most 2) = </a:t>
            </a:r>
            <a:r>
              <a:rPr lang="en-US" sz="2400" i="1" dirty="0"/>
              <a:t>p</a:t>
            </a:r>
            <a:r>
              <a:rPr lang="en-US" sz="2400" dirty="0"/>
              <a:t>(0) + </a:t>
            </a:r>
            <a:r>
              <a:rPr lang="en-US" sz="2400" i="1" dirty="0"/>
              <a:t>p</a:t>
            </a:r>
            <a:r>
              <a:rPr lang="en-US" sz="2400" dirty="0"/>
              <a:t>(1) + </a:t>
            </a:r>
            <a:r>
              <a:rPr lang="en-US" sz="2400" i="1" dirty="0"/>
              <a:t>p</a:t>
            </a:r>
            <a:r>
              <a:rPr lang="en-US" sz="2400" dirty="0"/>
              <a:t>(2) =0.0001+0.0016+0.0106 = </a:t>
            </a:r>
            <a:r>
              <a:rPr lang="en-US" sz="2400" b="1" dirty="0"/>
              <a:t>0.0123</a:t>
            </a:r>
          </a:p>
          <a:p>
            <a:pPr marL="0" indent="0">
              <a:lnSpc>
                <a:spcPct val="150000"/>
              </a:lnSpc>
              <a:spcBef>
                <a:spcPts val="0"/>
              </a:spcBef>
              <a:buNone/>
            </a:pPr>
            <a:r>
              <a:rPr lang="en-US" sz="2400" b="1" dirty="0"/>
              <a:t>(v) </a:t>
            </a:r>
            <a:r>
              <a:rPr lang="en-US" sz="2400" i="1" dirty="0"/>
              <a:t>p</a:t>
            </a:r>
            <a:r>
              <a:rPr lang="en-US" sz="2400" dirty="0"/>
              <a:t>(at least 3) = </a:t>
            </a:r>
            <a:r>
              <a:rPr lang="en-US" sz="2400" i="1" dirty="0"/>
              <a:t>p</a:t>
            </a:r>
            <a:r>
              <a:rPr lang="en-US" sz="2400" dirty="0"/>
              <a:t>(3)...+ </a:t>
            </a:r>
            <a:r>
              <a:rPr lang="en-US" sz="2400" i="1" dirty="0"/>
              <a:t>p</a:t>
            </a:r>
            <a:r>
              <a:rPr lang="en-US" sz="2400" dirty="0"/>
              <a:t>(10) = 1 –  [</a:t>
            </a:r>
            <a:r>
              <a:rPr lang="en-US" sz="2400" i="1" dirty="0"/>
              <a:t>p</a:t>
            </a:r>
            <a:r>
              <a:rPr lang="en-US" sz="2400" dirty="0"/>
              <a:t>(0) + </a:t>
            </a:r>
            <a:r>
              <a:rPr lang="en-US" sz="2400" i="1" dirty="0"/>
              <a:t>p</a:t>
            </a:r>
            <a:r>
              <a:rPr lang="en-US" sz="2400" dirty="0"/>
              <a:t>(1)+</a:t>
            </a:r>
            <a:r>
              <a:rPr lang="en-US" sz="2400" i="1" dirty="0"/>
              <a:t> p</a:t>
            </a:r>
            <a:r>
              <a:rPr lang="en-US" sz="2400" dirty="0"/>
              <a:t>(2)] = </a:t>
            </a:r>
            <a:r>
              <a:rPr lang="en-US" sz="2400" b="1" dirty="0"/>
              <a:t>0.9877</a:t>
            </a:r>
            <a:endParaRPr lang="en-IN" sz="2400" b="1" dirty="0"/>
          </a:p>
        </p:txBody>
      </p:sp>
      <p:grpSp>
        <p:nvGrpSpPr>
          <p:cNvPr id="54" name="Group 53">
            <a:extLst>
              <a:ext uri="{FF2B5EF4-FFF2-40B4-BE49-F238E27FC236}">
                <a16:creationId xmlns:a16="http://schemas.microsoft.com/office/drawing/2014/main" id="{8EDDDCEE-A9B4-8C2F-262A-473F5279A44E}"/>
              </a:ext>
            </a:extLst>
          </p:cNvPr>
          <p:cNvGrpSpPr/>
          <p:nvPr/>
        </p:nvGrpSpPr>
        <p:grpSpPr>
          <a:xfrm>
            <a:off x="1742155" y="1824670"/>
            <a:ext cx="3864240" cy="2155320"/>
            <a:chOff x="1742155" y="1824670"/>
            <a:chExt cx="3864240" cy="215532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B9C12AB-B0B0-6DC0-04F5-4BE17AAF62B9}"/>
                    </a:ext>
                  </a:extLst>
                </p14:cNvPr>
                <p14:cNvContentPartPr/>
                <p14:nvPr/>
              </p14:nvContentPartPr>
              <p14:xfrm>
                <a:off x="1742155" y="2097910"/>
                <a:ext cx="1137240" cy="564120"/>
              </p14:xfrm>
            </p:contentPart>
          </mc:Choice>
          <mc:Fallback>
            <p:pic>
              <p:nvPicPr>
                <p:cNvPr id="3" name="Ink 2">
                  <a:extLst>
                    <a:ext uri="{FF2B5EF4-FFF2-40B4-BE49-F238E27FC236}">
                      <a16:creationId xmlns:a16="http://schemas.microsoft.com/office/drawing/2014/main" id="{CB9C12AB-B0B0-6DC0-04F5-4BE17AAF62B9}"/>
                    </a:ext>
                  </a:extLst>
                </p:cNvPr>
                <p:cNvPicPr/>
                <p:nvPr/>
              </p:nvPicPr>
              <p:blipFill>
                <a:blip r:embed="rId3"/>
                <a:stretch>
                  <a:fillRect/>
                </a:stretch>
              </p:blipFill>
              <p:spPr>
                <a:xfrm>
                  <a:off x="1736035" y="2091790"/>
                  <a:ext cx="1149480" cy="576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6FBD65E-5AF7-DADF-D281-0B2057AA1844}"/>
                    </a:ext>
                  </a:extLst>
                </p14:cNvPr>
                <p14:cNvContentPartPr/>
                <p14:nvPr/>
              </p14:nvContentPartPr>
              <p14:xfrm>
                <a:off x="3493915" y="2056510"/>
                <a:ext cx="12240" cy="165960"/>
              </p14:xfrm>
            </p:contentPart>
          </mc:Choice>
          <mc:Fallback>
            <p:pic>
              <p:nvPicPr>
                <p:cNvPr id="4" name="Ink 3">
                  <a:extLst>
                    <a:ext uri="{FF2B5EF4-FFF2-40B4-BE49-F238E27FC236}">
                      <a16:creationId xmlns:a16="http://schemas.microsoft.com/office/drawing/2014/main" id="{B6FBD65E-5AF7-DADF-D281-0B2057AA1844}"/>
                    </a:ext>
                  </a:extLst>
                </p:cNvPr>
                <p:cNvPicPr/>
                <p:nvPr/>
              </p:nvPicPr>
              <p:blipFill>
                <a:blip r:embed="rId5"/>
                <a:stretch>
                  <a:fillRect/>
                </a:stretch>
              </p:blipFill>
              <p:spPr>
                <a:xfrm>
                  <a:off x="3487795" y="2050390"/>
                  <a:ext cx="244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AD7C0D0-36C6-E030-2569-E1337F5D2511}"/>
                    </a:ext>
                  </a:extLst>
                </p14:cNvPr>
                <p14:cNvContentPartPr/>
                <p14:nvPr/>
              </p14:nvContentPartPr>
              <p14:xfrm>
                <a:off x="3556555" y="2040670"/>
                <a:ext cx="175680" cy="142920"/>
              </p14:xfrm>
            </p:contentPart>
          </mc:Choice>
          <mc:Fallback>
            <p:pic>
              <p:nvPicPr>
                <p:cNvPr id="6" name="Ink 5">
                  <a:extLst>
                    <a:ext uri="{FF2B5EF4-FFF2-40B4-BE49-F238E27FC236}">
                      <a16:creationId xmlns:a16="http://schemas.microsoft.com/office/drawing/2014/main" id="{4AD7C0D0-36C6-E030-2569-E1337F5D2511}"/>
                    </a:ext>
                  </a:extLst>
                </p:cNvPr>
                <p:cNvPicPr/>
                <p:nvPr/>
              </p:nvPicPr>
              <p:blipFill>
                <a:blip r:embed="rId7"/>
                <a:stretch>
                  <a:fillRect/>
                </a:stretch>
              </p:blipFill>
              <p:spPr>
                <a:xfrm>
                  <a:off x="3550435" y="2034550"/>
                  <a:ext cx="1879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18A4AA33-506C-30F6-917B-0A3422394135}"/>
                    </a:ext>
                  </a:extLst>
                </p14:cNvPr>
                <p14:cNvContentPartPr/>
                <p14:nvPr/>
              </p14:nvContentPartPr>
              <p14:xfrm>
                <a:off x="3510115" y="2328670"/>
                <a:ext cx="109800" cy="163440"/>
              </p14:xfrm>
            </p:contentPart>
          </mc:Choice>
          <mc:Fallback>
            <p:pic>
              <p:nvPicPr>
                <p:cNvPr id="7" name="Ink 6">
                  <a:extLst>
                    <a:ext uri="{FF2B5EF4-FFF2-40B4-BE49-F238E27FC236}">
                      <a16:creationId xmlns:a16="http://schemas.microsoft.com/office/drawing/2014/main" id="{18A4AA33-506C-30F6-917B-0A3422394135}"/>
                    </a:ext>
                  </a:extLst>
                </p:cNvPr>
                <p:cNvPicPr/>
                <p:nvPr/>
              </p:nvPicPr>
              <p:blipFill>
                <a:blip r:embed="rId9"/>
                <a:stretch>
                  <a:fillRect/>
                </a:stretch>
              </p:blipFill>
              <p:spPr>
                <a:xfrm>
                  <a:off x="3503995" y="2322550"/>
                  <a:ext cx="12204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6EABCCEF-1E87-E4EA-FAB4-F21D3B1268EC}"/>
                    </a:ext>
                  </a:extLst>
                </p14:cNvPr>
                <p14:cNvContentPartPr/>
                <p14:nvPr/>
              </p14:nvContentPartPr>
              <p14:xfrm>
                <a:off x="3275755" y="1961830"/>
                <a:ext cx="299880" cy="834840"/>
              </p14:xfrm>
            </p:contentPart>
          </mc:Choice>
          <mc:Fallback>
            <p:pic>
              <p:nvPicPr>
                <p:cNvPr id="8" name="Ink 7">
                  <a:extLst>
                    <a:ext uri="{FF2B5EF4-FFF2-40B4-BE49-F238E27FC236}">
                      <a16:creationId xmlns:a16="http://schemas.microsoft.com/office/drawing/2014/main" id="{6EABCCEF-1E87-E4EA-FAB4-F21D3B1268EC}"/>
                    </a:ext>
                  </a:extLst>
                </p:cNvPr>
                <p:cNvPicPr/>
                <p:nvPr/>
              </p:nvPicPr>
              <p:blipFill>
                <a:blip r:embed="rId11"/>
                <a:stretch>
                  <a:fillRect/>
                </a:stretch>
              </p:blipFill>
              <p:spPr>
                <a:xfrm>
                  <a:off x="3269635" y="1955710"/>
                  <a:ext cx="312120" cy="847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97B325E8-A47A-ACCF-8BA1-FE072B90D4EA}"/>
                    </a:ext>
                  </a:extLst>
                </p14:cNvPr>
                <p14:cNvContentPartPr/>
                <p14:nvPr/>
              </p14:nvContentPartPr>
              <p14:xfrm>
                <a:off x="3730435" y="1922950"/>
                <a:ext cx="119520" cy="966240"/>
              </p14:xfrm>
            </p:contentPart>
          </mc:Choice>
          <mc:Fallback>
            <p:pic>
              <p:nvPicPr>
                <p:cNvPr id="9" name="Ink 8">
                  <a:extLst>
                    <a:ext uri="{FF2B5EF4-FFF2-40B4-BE49-F238E27FC236}">
                      <a16:creationId xmlns:a16="http://schemas.microsoft.com/office/drawing/2014/main" id="{97B325E8-A47A-ACCF-8BA1-FE072B90D4EA}"/>
                    </a:ext>
                  </a:extLst>
                </p:cNvPr>
                <p:cNvPicPr/>
                <p:nvPr/>
              </p:nvPicPr>
              <p:blipFill>
                <a:blip r:embed="rId13"/>
                <a:stretch>
                  <a:fillRect/>
                </a:stretch>
              </p:blipFill>
              <p:spPr>
                <a:xfrm>
                  <a:off x="3724315" y="1916830"/>
                  <a:ext cx="131760" cy="978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6581E732-2FC5-8469-757E-05865C63AC98}"/>
                    </a:ext>
                  </a:extLst>
                </p14:cNvPr>
                <p14:cNvContentPartPr/>
                <p14:nvPr/>
              </p14:nvContentPartPr>
              <p14:xfrm>
                <a:off x="4030675" y="2064790"/>
                <a:ext cx="108720" cy="196920"/>
              </p14:xfrm>
            </p:contentPart>
          </mc:Choice>
          <mc:Fallback>
            <p:pic>
              <p:nvPicPr>
                <p:cNvPr id="10" name="Ink 9">
                  <a:extLst>
                    <a:ext uri="{FF2B5EF4-FFF2-40B4-BE49-F238E27FC236}">
                      <a16:creationId xmlns:a16="http://schemas.microsoft.com/office/drawing/2014/main" id="{6581E732-2FC5-8469-757E-05865C63AC98}"/>
                    </a:ext>
                  </a:extLst>
                </p:cNvPr>
                <p:cNvPicPr/>
                <p:nvPr/>
              </p:nvPicPr>
              <p:blipFill>
                <a:blip r:embed="rId15"/>
                <a:stretch>
                  <a:fillRect/>
                </a:stretch>
              </p:blipFill>
              <p:spPr>
                <a:xfrm>
                  <a:off x="4024555" y="2058670"/>
                  <a:ext cx="1209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E966F147-3482-8BA5-CB1A-EE4BB29E4B11}"/>
                    </a:ext>
                  </a:extLst>
                </p14:cNvPr>
                <p14:cNvContentPartPr/>
                <p14:nvPr/>
              </p14:nvContentPartPr>
              <p14:xfrm>
                <a:off x="3939595" y="2331550"/>
                <a:ext cx="307800" cy="56520"/>
              </p14:xfrm>
            </p:contentPart>
          </mc:Choice>
          <mc:Fallback>
            <p:pic>
              <p:nvPicPr>
                <p:cNvPr id="11" name="Ink 10">
                  <a:extLst>
                    <a:ext uri="{FF2B5EF4-FFF2-40B4-BE49-F238E27FC236}">
                      <a16:creationId xmlns:a16="http://schemas.microsoft.com/office/drawing/2014/main" id="{E966F147-3482-8BA5-CB1A-EE4BB29E4B11}"/>
                    </a:ext>
                  </a:extLst>
                </p:cNvPr>
                <p:cNvPicPr/>
                <p:nvPr/>
              </p:nvPicPr>
              <p:blipFill>
                <a:blip r:embed="rId17"/>
                <a:stretch>
                  <a:fillRect/>
                </a:stretch>
              </p:blipFill>
              <p:spPr>
                <a:xfrm>
                  <a:off x="3933475" y="2325430"/>
                  <a:ext cx="32004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5979F8D5-13D3-AECC-9BA8-F47589DD848B}"/>
                    </a:ext>
                  </a:extLst>
                </p14:cNvPr>
                <p14:cNvContentPartPr/>
                <p14:nvPr/>
              </p14:nvContentPartPr>
              <p14:xfrm>
                <a:off x="4049395" y="2417590"/>
                <a:ext cx="123120" cy="12960"/>
              </p14:xfrm>
            </p:contentPart>
          </mc:Choice>
          <mc:Fallback>
            <p:pic>
              <p:nvPicPr>
                <p:cNvPr id="12" name="Ink 11">
                  <a:extLst>
                    <a:ext uri="{FF2B5EF4-FFF2-40B4-BE49-F238E27FC236}">
                      <a16:creationId xmlns:a16="http://schemas.microsoft.com/office/drawing/2014/main" id="{5979F8D5-13D3-AECC-9BA8-F47589DD848B}"/>
                    </a:ext>
                  </a:extLst>
                </p:cNvPr>
                <p:cNvPicPr/>
                <p:nvPr/>
              </p:nvPicPr>
              <p:blipFill>
                <a:blip r:embed="rId19"/>
                <a:stretch>
                  <a:fillRect/>
                </a:stretch>
              </p:blipFill>
              <p:spPr>
                <a:xfrm>
                  <a:off x="4043275" y="2411470"/>
                  <a:ext cx="1353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85AA3971-4F9C-9AC7-A4C1-44D393B3DEA0}"/>
                    </a:ext>
                  </a:extLst>
                </p14:cNvPr>
                <p14:cNvContentPartPr/>
                <p14:nvPr/>
              </p14:nvContentPartPr>
              <p14:xfrm>
                <a:off x="3975955" y="2446750"/>
                <a:ext cx="121320" cy="171000"/>
              </p14:xfrm>
            </p:contentPart>
          </mc:Choice>
          <mc:Fallback>
            <p:pic>
              <p:nvPicPr>
                <p:cNvPr id="13" name="Ink 12">
                  <a:extLst>
                    <a:ext uri="{FF2B5EF4-FFF2-40B4-BE49-F238E27FC236}">
                      <a16:creationId xmlns:a16="http://schemas.microsoft.com/office/drawing/2014/main" id="{85AA3971-4F9C-9AC7-A4C1-44D393B3DEA0}"/>
                    </a:ext>
                  </a:extLst>
                </p:cNvPr>
                <p:cNvPicPr/>
                <p:nvPr/>
              </p:nvPicPr>
              <p:blipFill>
                <a:blip r:embed="rId21"/>
                <a:stretch>
                  <a:fillRect/>
                </a:stretch>
              </p:blipFill>
              <p:spPr>
                <a:xfrm>
                  <a:off x="3969835" y="2440630"/>
                  <a:ext cx="1335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7F01F888-F9FF-025D-ACE1-5D944C56C639}"/>
                    </a:ext>
                  </a:extLst>
                </p14:cNvPr>
                <p14:cNvContentPartPr/>
                <p14:nvPr/>
              </p14:nvContentPartPr>
              <p14:xfrm>
                <a:off x="3829435" y="2017990"/>
                <a:ext cx="241920" cy="853200"/>
              </p14:xfrm>
            </p:contentPart>
          </mc:Choice>
          <mc:Fallback>
            <p:pic>
              <p:nvPicPr>
                <p:cNvPr id="14" name="Ink 13">
                  <a:extLst>
                    <a:ext uri="{FF2B5EF4-FFF2-40B4-BE49-F238E27FC236}">
                      <a16:creationId xmlns:a16="http://schemas.microsoft.com/office/drawing/2014/main" id="{7F01F888-F9FF-025D-ACE1-5D944C56C639}"/>
                    </a:ext>
                  </a:extLst>
                </p:cNvPr>
                <p:cNvPicPr/>
                <p:nvPr/>
              </p:nvPicPr>
              <p:blipFill>
                <a:blip r:embed="rId23"/>
                <a:stretch>
                  <a:fillRect/>
                </a:stretch>
              </p:blipFill>
              <p:spPr>
                <a:xfrm>
                  <a:off x="3823315" y="2011870"/>
                  <a:ext cx="254160" cy="865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69AA57D0-83BA-139E-2B36-34E6BF06B912}"/>
                    </a:ext>
                  </a:extLst>
                </p14:cNvPr>
                <p14:cNvContentPartPr/>
                <p14:nvPr/>
              </p14:nvContentPartPr>
              <p14:xfrm>
                <a:off x="4200595" y="1960390"/>
                <a:ext cx="93960" cy="863280"/>
              </p14:xfrm>
            </p:contentPart>
          </mc:Choice>
          <mc:Fallback>
            <p:pic>
              <p:nvPicPr>
                <p:cNvPr id="15" name="Ink 14">
                  <a:extLst>
                    <a:ext uri="{FF2B5EF4-FFF2-40B4-BE49-F238E27FC236}">
                      <a16:creationId xmlns:a16="http://schemas.microsoft.com/office/drawing/2014/main" id="{69AA57D0-83BA-139E-2B36-34E6BF06B912}"/>
                    </a:ext>
                  </a:extLst>
                </p:cNvPr>
                <p:cNvPicPr/>
                <p:nvPr/>
              </p:nvPicPr>
              <p:blipFill>
                <a:blip r:embed="rId25"/>
                <a:stretch>
                  <a:fillRect/>
                </a:stretch>
              </p:blipFill>
              <p:spPr>
                <a:xfrm>
                  <a:off x="4194475" y="1954270"/>
                  <a:ext cx="106200" cy="875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9D2B092D-3C84-8FC7-34AA-1B14B1F225AA}"/>
                    </a:ext>
                  </a:extLst>
                </p14:cNvPr>
                <p14:cNvContentPartPr/>
                <p14:nvPr/>
              </p14:nvContentPartPr>
              <p14:xfrm>
                <a:off x="3995755" y="2424790"/>
                <a:ext cx="115200" cy="29520"/>
              </p14:xfrm>
            </p:contentPart>
          </mc:Choice>
          <mc:Fallback>
            <p:pic>
              <p:nvPicPr>
                <p:cNvPr id="17" name="Ink 16">
                  <a:extLst>
                    <a:ext uri="{FF2B5EF4-FFF2-40B4-BE49-F238E27FC236}">
                      <a16:creationId xmlns:a16="http://schemas.microsoft.com/office/drawing/2014/main" id="{9D2B092D-3C84-8FC7-34AA-1B14B1F225AA}"/>
                    </a:ext>
                  </a:extLst>
                </p:cNvPr>
                <p:cNvPicPr/>
                <p:nvPr/>
              </p:nvPicPr>
              <p:blipFill>
                <a:blip r:embed="rId27"/>
                <a:stretch>
                  <a:fillRect/>
                </a:stretch>
              </p:blipFill>
              <p:spPr>
                <a:xfrm>
                  <a:off x="3989635" y="2418670"/>
                  <a:ext cx="1274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09D5B87A-3676-13F4-B8AF-8CE041678303}"/>
                    </a:ext>
                  </a:extLst>
                </p14:cNvPr>
                <p14:cNvContentPartPr/>
                <p14:nvPr/>
              </p14:nvContentPartPr>
              <p14:xfrm>
                <a:off x="4307155" y="1883710"/>
                <a:ext cx="137160" cy="221040"/>
              </p14:xfrm>
            </p:contentPart>
          </mc:Choice>
          <mc:Fallback>
            <p:pic>
              <p:nvPicPr>
                <p:cNvPr id="18" name="Ink 17">
                  <a:extLst>
                    <a:ext uri="{FF2B5EF4-FFF2-40B4-BE49-F238E27FC236}">
                      <a16:creationId xmlns:a16="http://schemas.microsoft.com/office/drawing/2014/main" id="{09D5B87A-3676-13F4-B8AF-8CE041678303}"/>
                    </a:ext>
                  </a:extLst>
                </p:cNvPr>
                <p:cNvPicPr/>
                <p:nvPr/>
              </p:nvPicPr>
              <p:blipFill>
                <a:blip r:embed="rId29"/>
                <a:stretch>
                  <a:fillRect/>
                </a:stretch>
              </p:blipFill>
              <p:spPr>
                <a:xfrm>
                  <a:off x="4301035" y="1877590"/>
                  <a:ext cx="14940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892B021B-9CEA-2297-20F8-E23ADF0E872E}"/>
                    </a:ext>
                  </a:extLst>
                </p14:cNvPr>
                <p14:cNvContentPartPr/>
                <p14:nvPr/>
              </p14:nvContentPartPr>
              <p14:xfrm>
                <a:off x="4504795" y="1935910"/>
                <a:ext cx="293400" cy="771840"/>
              </p14:xfrm>
            </p:contentPart>
          </mc:Choice>
          <mc:Fallback>
            <p:pic>
              <p:nvPicPr>
                <p:cNvPr id="19" name="Ink 18">
                  <a:extLst>
                    <a:ext uri="{FF2B5EF4-FFF2-40B4-BE49-F238E27FC236}">
                      <a16:creationId xmlns:a16="http://schemas.microsoft.com/office/drawing/2014/main" id="{892B021B-9CEA-2297-20F8-E23ADF0E872E}"/>
                    </a:ext>
                  </a:extLst>
                </p:cNvPr>
                <p:cNvPicPr/>
                <p:nvPr/>
              </p:nvPicPr>
              <p:blipFill>
                <a:blip r:embed="rId31"/>
                <a:stretch>
                  <a:fillRect/>
                </a:stretch>
              </p:blipFill>
              <p:spPr>
                <a:xfrm>
                  <a:off x="4498675" y="1929790"/>
                  <a:ext cx="305640" cy="7840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541A1945-9405-9626-5319-BE2D6576D22F}"/>
                    </a:ext>
                  </a:extLst>
                </p14:cNvPr>
                <p14:cNvContentPartPr/>
                <p14:nvPr/>
              </p14:nvContentPartPr>
              <p14:xfrm>
                <a:off x="4783435" y="2103310"/>
                <a:ext cx="252720" cy="199080"/>
              </p14:xfrm>
            </p:contentPart>
          </mc:Choice>
          <mc:Fallback>
            <p:pic>
              <p:nvPicPr>
                <p:cNvPr id="20" name="Ink 19">
                  <a:extLst>
                    <a:ext uri="{FF2B5EF4-FFF2-40B4-BE49-F238E27FC236}">
                      <a16:creationId xmlns:a16="http://schemas.microsoft.com/office/drawing/2014/main" id="{541A1945-9405-9626-5319-BE2D6576D22F}"/>
                    </a:ext>
                  </a:extLst>
                </p:cNvPr>
                <p:cNvPicPr/>
                <p:nvPr/>
              </p:nvPicPr>
              <p:blipFill>
                <a:blip r:embed="rId33"/>
                <a:stretch>
                  <a:fillRect/>
                </a:stretch>
              </p:blipFill>
              <p:spPr>
                <a:xfrm>
                  <a:off x="4777315" y="2097190"/>
                  <a:ext cx="2649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7F2370DB-2C2B-0CCB-251D-8A7C83F7C40E}"/>
                    </a:ext>
                  </a:extLst>
                </p14:cNvPr>
                <p14:cNvContentPartPr/>
                <p14:nvPr/>
              </p14:nvContentPartPr>
              <p14:xfrm>
                <a:off x="4758595" y="2387710"/>
                <a:ext cx="364320" cy="25200"/>
              </p14:xfrm>
            </p:contentPart>
          </mc:Choice>
          <mc:Fallback>
            <p:pic>
              <p:nvPicPr>
                <p:cNvPr id="21" name="Ink 20">
                  <a:extLst>
                    <a:ext uri="{FF2B5EF4-FFF2-40B4-BE49-F238E27FC236}">
                      <a16:creationId xmlns:a16="http://schemas.microsoft.com/office/drawing/2014/main" id="{7F2370DB-2C2B-0CCB-251D-8A7C83F7C40E}"/>
                    </a:ext>
                  </a:extLst>
                </p:cNvPr>
                <p:cNvPicPr/>
                <p:nvPr/>
              </p:nvPicPr>
              <p:blipFill>
                <a:blip r:embed="rId35"/>
                <a:stretch>
                  <a:fillRect/>
                </a:stretch>
              </p:blipFill>
              <p:spPr>
                <a:xfrm>
                  <a:off x="4752475" y="2381590"/>
                  <a:ext cx="3765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7B8C26C9-FEF4-E01C-5998-ED4C6B132AD0}"/>
                    </a:ext>
                  </a:extLst>
                </p14:cNvPr>
                <p14:cNvContentPartPr/>
                <p14:nvPr/>
              </p14:nvContentPartPr>
              <p14:xfrm>
                <a:off x="4807195" y="2453590"/>
                <a:ext cx="101880" cy="18360"/>
              </p14:xfrm>
            </p:contentPart>
          </mc:Choice>
          <mc:Fallback>
            <p:pic>
              <p:nvPicPr>
                <p:cNvPr id="22" name="Ink 21">
                  <a:extLst>
                    <a:ext uri="{FF2B5EF4-FFF2-40B4-BE49-F238E27FC236}">
                      <a16:creationId xmlns:a16="http://schemas.microsoft.com/office/drawing/2014/main" id="{7B8C26C9-FEF4-E01C-5998-ED4C6B132AD0}"/>
                    </a:ext>
                  </a:extLst>
                </p:cNvPr>
                <p:cNvPicPr/>
                <p:nvPr/>
              </p:nvPicPr>
              <p:blipFill>
                <a:blip r:embed="rId37"/>
                <a:stretch>
                  <a:fillRect/>
                </a:stretch>
              </p:blipFill>
              <p:spPr>
                <a:xfrm>
                  <a:off x="4801075" y="2447470"/>
                  <a:ext cx="1141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7BA3D213-A6D2-B7FB-11C5-97BEFFD07A8E}"/>
                    </a:ext>
                  </a:extLst>
                </p14:cNvPr>
                <p14:cNvContentPartPr/>
                <p14:nvPr/>
              </p14:nvContentPartPr>
              <p14:xfrm>
                <a:off x="4797475" y="2424790"/>
                <a:ext cx="106920" cy="206280"/>
              </p14:xfrm>
            </p:contentPart>
          </mc:Choice>
          <mc:Fallback>
            <p:pic>
              <p:nvPicPr>
                <p:cNvPr id="23" name="Ink 22">
                  <a:extLst>
                    <a:ext uri="{FF2B5EF4-FFF2-40B4-BE49-F238E27FC236}">
                      <a16:creationId xmlns:a16="http://schemas.microsoft.com/office/drawing/2014/main" id="{7BA3D213-A6D2-B7FB-11C5-97BEFFD07A8E}"/>
                    </a:ext>
                  </a:extLst>
                </p:cNvPr>
                <p:cNvPicPr/>
                <p:nvPr/>
              </p:nvPicPr>
              <p:blipFill>
                <a:blip r:embed="rId39"/>
                <a:stretch>
                  <a:fillRect/>
                </a:stretch>
              </p:blipFill>
              <p:spPr>
                <a:xfrm>
                  <a:off x="4791355" y="2418670"/>
                  <a:ext cx="11916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635A97F3-5670-DB00-FA0B-78CC9BDAF13E}"/>
                    </a:ext>
                  </a:extLst>
                </p14:cNvPr>
                <p14:cNvContentPartPr/>
                <p14:nvPr/>
              </p14:nvContentPartPr>
              <p14:xfrm>
                <a:off x="4934635" y="2011870"/>
                <a:ext cx="169200" cy="855360"/>
              </p14:xfrm>
            </p:contentPart>
          </mc:Choice>
          <mc:Fallback>
            <p:pic>
              <p:nvPicPr>
                <p:cNvPr id="24" name="Ink 23">
                  <a:extLst>
                    <a:ext uri="{FF2B5EF4-FFF2-40B4-BE49-F238E27FC236}">
                      <a16:creationId xmlns:a16="http://schemas.microsoft.com/office/drawing/2014/main" id="{635A97F3-5670-DB00-FA0B-78CC9BDAF13E}"/>
                    </a:ext>
                  </a:extLst>
                </p:cNvPr>
                <p:cNvPicPr/>
                <p:nvPr/>
              </p:nvPicPr>
              <p:blipFill>
                <a:blip r:embed="rId41"/>
                <a:stretch>
                  <a:fillRect/>
                </a:stretch>
              </p:blipFill>
              <p:spPr>
                <a:xfrm>
                  <a:off x="4928515" y="2005750"/>
                  <a:ext cx="181440" cy="8676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2BF75A36-F202-95A8-0CB7-E5F63232FC1A}"/>
                    </a:ext>
                  </a:extLst>
                </p14:cNvPr>
                <p14:cNvContentPartPr/>
                <p14:nvPr/>
              </p14:nvContentPartPr>
              <p14:xfrm>
                <a:off x="5201035" y="1824670"/>
                <a:ext cx="212040" cy="203400"/>
              </p14:xfrm>
            </p:contentPart>
          </mc:Choice>
          <mc:Fallback>
            <p:pic>
              <p:nvPicPr>
                <p:cNvPr id="25" name="Ink 24">
                  <a:extLst>
                    <a:ext uri="{FF2B5EF4-FFF2-40B4-BE49-F238E27FC236}">
                      <a16:creationId xmlns:a16="http://schemas.microsoft.com/office/drawing/2014/main" id="{2BF75A36-F202-95A8-0CB7-E5F63232FC1A}"/>
                    </a:ext>
                  </a:extLst>
                </p:cNvPr>
                <p:cNvPicPr/>
                <p:nvPr/>
              </p:nvPicPr>
              <p:blipFill>
                <a:blip r:embed="rId43"/>
                <a:stretch>
                  <a:fillRect/>
                </a:stretch>
              </p:blipFill>
              <p:spPr>
                <a:xfrm>
                  <a:off x="5194915" y="1818550"/>
                  <a:ext cx="2242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4EC40989-BDFC-BC39-258B-5B00365B9715}"/>
                    </a:ext>
                  </a:extLst>
                </p14:cNvPr>
                <p14:cNvContentPartPr/>
                <p14:nvPr/>
              </p14:nvContentPartPr>
              <p14:xfrm>
                <a:off x="5232715" y="1913590"/>
                <a:ext cx="66600" cy="313920"/>
              </p14:xfrm>
            </p:contentPart>
          </mc:Choice>
          <mc:Fallback>
            <p:pic>
              <p:nvPicPr>
                <p:cNvPr id="26" name="Ink 25">
                  <a:extLst>
                    <a:ext uri="{FF2B5EF4-FFF2-40B4-BE49-F238E27FC236}">
                      <a16:creationId xmlns:a16="http://schemas.microsoft.com/office/drawing/2014/main" id="{4EC40989-BDFC-BC39-258B-5B00365B9715}"/>
                    </a:ext>
                  </a:extLst>
                </p:cNvPr>
                <p:cNvPicPr/>
                <p:nvPr/>
              </p:nvPicPr>
              <p:blipFill>
                <a:blip r:embed="rId45"/>
                <a:stretch>
                  <a:fillRect/>
                </a:stretch>
              </p:blipFill>
              <p:spPr>
                <a:xfrm>
                  <a:off x="5226595" y="1907470"/>
                  <a:ext cx="7884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4DB6438E-1F39-65C2-F3F8-9FDFA8CAC741}"/>
                    </a:ext>
                  </a:extLst>
                </p14:cNvPr>
                <p14:cNvContentPartPr/>
                <p14:nvPr/>
              </p14:nvContentPartPr>
              <p14:xfrm>
                <a:off x="2949235" y="2352430"/>
                <a:ext cx="265320" cy="28440"/>
              </p14:xfrm>
            </p:contentPart>
          </mc:Choice>
          <mc:Fallback>
            <p:pic>
              <p:nvPicPr>
                <p:cNvPr id="27" name="Ink 26">
                  <a:extLst>
                    <a:ext uri="{FF2B5EF4-FFF2-40B4-BE49-F238E27FC236}">
                      <a16:creationId xmlns:a16="http://schemas.microsoft.com/office/drawing/2014/main" id="{4DB6438E-1F39-65C2-F3F8-9FDFA8CAC741}"/>
                    </a:ext>
                  </a:extLst>
                </p:cNvPr>
                <p:cNvPicPr/>
                <p:nvPr/>
              </p:nvPicPr>
              <p:blipFill>
                <a:blip r:embed="rId47"/>
                <a:stretch>
                  <a:fillRect/>
                </a:stretch>
              </p:blipFill>
              <p:spPr>
                <a:xfrm>
                  <a:off x="2943115" y="2346310"/>
                  <a:ext cx="2775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444E49E8-E23D-6848-9D6A-9DEE9CBBBB0C}"/>
                    </a:ext>
                  </a:extLst>
                </p14:cNvPr>
                <p14:cNvContentPartPr/>
                <p14:nvPr/>
              </p14:nvContentPartPr>
              <p14:xfrm>
                <a:off x="3073075" y="2232910"/>
                <a:ext cx="97200" cy="272160"/>
              </p14:xfrm>
            </p:contentPart>
          </mc:Choice>
          <mc:Fallback>
            <p:pic>
              <p:nvPicPr>
                <p:cNvPr id="28" name="Ink 27">
                  <a:extLst>
                    <a:ext uri="{FF2B5EF4-FFF2-40B4-BE49-F238E27FC236}">
                      <a16:creationId xmlns:a16="http://schemas.microsoft.com/office/drawing/2014/main" id="{444E49E8-E23D-6848-9D6A-9DEE9CBBBB0C}"/>
                    </a:ext>
                  </a:extLst>
                </p:cNvPr>
                <p:cNvPicPr/>
                <p:nvPr/>
              </p:nvPicPr>
              <p:blipFill>
                <a:blip r:embed="rId49"/>
                <a:stretch>
                  <a:fillRect/>
                </a:stretch>
              </p:blipFill>
              <p:spPr>
                <a:xfrm>
                  <a:off x="3066955" y="2226790"/>
                  <a:ext cx="10944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3BF569AE-B344-77B8-B43B-19DDA4C5BC96}"/>
                    </a:ext>
                  </a:extLst>
                </p14:cNvPr>
                <p14:cNvContentPartPr/>
                <p14:nvPr/>
              </p14:nvContentPartPr>
              <p14:xfrm>
                <a:off x="3295915" y="3169270"/>
                <a:ext cx="10440" cy="128880"/>
              </p14:xfrm>
            </p:contentPart>
          </mc:Choice>
          <mc:Fallback>
            <p:pic>
              <p:nvPicPr>
                <p:cNvPr id="31" name="Ink 30">
                  <a:extLst>
                    <a:ext uri="{FF2B5EF4-FFF2-40B4-BE49-F238E27FC236}">
                      <a16:creationId xmlns:a16="http://schemas.microsoft.com/office/drawing/2014/main" id="{3BF569AE-B344-77B8-B43B-19DDA4C5BC96}"/>
                    </a:ext>
                  </a:extLst>
                </p:cNvPr>
                <p:cNvPicPr/>
                <p:nvPr/>
              </p:nvPicPr>
              <p:blipFill>
                <a:blip r:embed="rId51"/>
                <a:stretch>
                  <a:fillRect/>
                </a:stretch>
              </p:blipFill>
              <p:spPr>
                <a:xfrm>
                  <a:off x="3289795" y="3163150"/>
                  <a:ext cx="226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5E4EA0B4-1B91-2DF8-ED0C-A64A04781F9A}"/>
                    </a:ext>
                  </a:extLst>
                </p14:cNvPr>
                <p14:cNvContentPartPr/>
                <p14:nvPr/>
              </p14:nvContentPartPr>
              <p14:xfrm>
                <a:off x="3330835" y="3185110"/>
                <a:ext cx="152640" cy="89280"/>
              </p14:xfrm>
            </p:contentPart>
          </mc:Choice>
          <mc:Fallback>
            <p:pic>
              <p:nvPicPr>
                <p:cNvPr id="32" name="Ink 31">
                  <a:extLst>
                    <a:ext uri="{FF2B5EF4-FFF2-40B4-BE49-F238E27FC236}">
                      <a16:creationId xmlns:a16="http://schemas.microsoft.com/office/drawing/2014/main" id="{5E4EA0B4-1B91-2DF8-ED0C-A64A04781F9A}"/>
                    </a:ext>
                  </a:extLst>
                </p:cNvPr>
                <p:cNvPicPr/>
                <p:nvPr/>
              </p:nvPicPr>
              <p:blipFill>
                <a:blip r:embed="rId53"/>
                <a:stretch>
                  <a:fillRect/>
                </a:stretch>
              </p:blipFill>
              <p:spPr>
                <a:xfrm>
                  <a:off x="3324715" y="3178990"/>
                  <a:ext cx="1648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A62A90CE-B7E2-2624-164A-0407447AA62E}"/>
                    </a:ext>
                  </a:extLst>
                </p14:cNvPr>
                <p14:cNvContentPartPr/>
                <p14:nvPr/>
              </p14:nvContentPartPr>
              <p14:xfrm>
                <a:off x="3209875" y="3504430"/>
                <a:ext cx="201600" cy="76680"/>
              </p14:xfrm>
            </p:contentPart>
          </mc:Choice>
          <mc:Fallback>
            <p:pic>
              <p:nvPicPr>
                <p:cNvPr id="33" name="Ink 32">
                  <a:extLst>
                    <a:ext uri="{FF2B5EF4-FFF2-40B4-BE49-F238E27FC236}">
                      <a16:creationId xmlns:a16="http://schemas.microsoft.com/office/drawing/2014/main" id="{A62A90CE-B7E2-2624-164A-0407447AA62E}"/>
                    </a:ext>
                  </a:extLst>
                </p:cNvPr>
                <p:cNvPicPr/>
                <p:nvPr/>
              </p:nvPicPr>
              <p:blipFill>
                <a:blip r:embed="rId55"/>
                <a:stretch>
                  <a:fillRect/>
                </a:stretch>
              </p:blipFill>
              <p:spPr>
                <a:xfrm>
                  <a:off x="3203755" y="3498310"/>
                  <a:ext cx="2138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2C13CBF5-DECA-642E-1BDF-2BA7B95D6D4E}"/>
                    </a:ext>
                  </a:extLst>
                </p14:cNvPr>
                <p14:cNvContentPartPr/>
                <p14:nvPr/>
              </p14:nvContentPartPr>
              <p14:xfrm>
                <a:off x="3066595" y="3091510"/>
                <a:ext cx="234720" cy="742680"/>
              </p14:xfrm>
            </p:contentPart>
          </mc:Choice>
          <mc:Fallback>
            <p:pic>
              <p:nvPicPr>
                <p:cNvPr id="34" name="Ink 33">
                  <a:extLst>
                    <a:ext uri="{FF2B5EF4-FFF2-40B4-BE49-F238E27FC236}">
                      <a16:creationId xmlns:a16="http://schemas.microsoft.com/office/drawing/2014/main" id="{2C13CBF5-DECA-642E-1BDF-2BA7B95D6D4E}"/>
                    </a:ext>
                  </a:extLst>
                </p:cNvPr>
                <p:cNvPicPr/>
                <p:nvPr/>
              </p:nvPicPr>
              <p:blipFill>
                <a:blip r:embed="rId57"/>
                <a:stretch>
                  <a:fillRect/>
                </a:stretch>
              </p:blipFill>
              <p:spPr>
                <a:xfrm>
                  <a:off x="3060475" y="3085390"/>
                  <a:ext cx="246960" cy="754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F31B7E12-B523-54D9-15ED-A3951385516E}"/>
                    </a:ext>
                  </a:extLst>
                </p14:cNvPr>
                <p14:cNvContentPartPr/>
                <p14:nvPr/>
              </p14:nvContentPartPr>
              <p14:xfrm>
                <a:off x="3523795" y="2984230"/>
                <a:ext cx="137160" cy="834120"/>
              </p14:xfrm>
            </p:contentPart>
          </mc:Choice>
          <mc:Fallback>
            <p:pic>
              <p:nvPicPr>
                <p:cNvPr id="35" name="Ink 34">
                  <a:extLst>
                    <a:ext uri="{FF2B5EF4-FFF2-40B4-BE49-F238E27FC236}">
                      <a16:creationId xmlns:a16="http://schemas.microsoft.com/office/drawing/2014/main" id="{F31B7E12-B523-54D9-15ED-A3951385516E}"/>
                    </a:ext>
                  </a:extLst>
                </p:cNvPr>
                <p:cNvPicPr/>
                <p:nvPr/>
              </p:nvPicPr>
              <p:blipFill>
                <a:blip r:embed="rId59"/>
                <a:stretch>
                  <a:fillRect/>
                </a:stretch>
              </p:blipFill>
              <p:spPr>
                <a:xfrm>
                  <a:off x="3517675" y="2978110"/>
                  <a:ext cx="149400" cy="846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ED630AF6-85B6-01EF-35D8-778D8842913A}"/>
                    </a:ext>
                  </a:extLst>
                </p14:cNvPr>
                <p14:cNvContentPartPr/>
                <p14:nvPr/>
              </p14:nvContentPartPr>
              <p14:xfrm>
                <a:off x="3877675" y="3130390"/>
                <a:ext cx="118080" cy="203760"/>
              </p14:xfrm>
            </p:contentPart>
          </mc:Choice>
          <mc:Fallback>
            <p:pic>
              <p:nvPicPr>
                <p:cNvPr id="36" name="Ink 35">
                  <a:extLst>
                    <a:ext uri="{FF2B5EF4-FFF2-40B4-BE49-F238E27FC236}">
                      <a16:creationId xmlns:a16="http://schemas.microsoft.com/office/drawing/2014/main" id="{ED630AF6-85B6-01EF-35D8-778D8842913A}"/>
                    </a:ext>
                  </a:extLst>
                </p:cNvPr>
                <p:cNvPicPr/>
                <p:nvPr/>
              </p:nvPicPr>
              <p:blipFill>
                <a:blip r:embed="rId61"/>
                <a:stretch>
                  <a:fillRect/>
                </a:stretch>
              </p:blipFill>
              <p:spPr>
                <a:xfrm>
                  <a:off x="3871555" y="3124270"/>
                  <a:ext cx="130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6A17486F-7792-E226-AB24-7823C36BC29A}"/>
                    </a:ext>
                  </a:extLst>
                </p14:cNvPr>
                <p14:cNvContentPartPr/>
                <p14:nvPr/>
              </p14:nvContentPartPr>
              <p14:xfrm>
                <a:off x="3799915" y="3424870"/>
                <a:ext cx="363960" cy="41760"/>
              </p14:xfrm>
            </p:contentPart>
          </mc:Choice>
          <mc:Fallback>
            <p:pic>
              <p:nvPicPr>
                <p:cNvPr id="37" name="Ink 36">
                  <a:extLst>
                    <a:ext uri="{FF2B5EF4-FFF2-40B4-BE49-F238E27FC236}">
                      <a16:creationId xmlns:a16="http://schemas.microsoft.com/office/drawing/2014/main" id="{6A17486F-7792-E226-AB24-7823C36BC29A}"/>
                    </a:ext>
                  </a:extLst>
                </p:cNvPr>
                <p:cNvPicPr/>
                <p:nvPr/>
              </p:nvPicPr>
              <p:blipFill>
                <a:blip r:embed="rId63"/>
                <a:stretch>
                  <a:fillRect/>
                </a:stretch>
              </p:blipFill>
              <p:spPr>
                <a:xfrm>
                  <a:off x="3793795" y="3418750"/>
                  <a:ext cx="3762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335A5287-77A8-E8C1-DA58-C43D1F2A2E4F}"/>
                    </a:ext>
                  </a:extLst>
                </p14:cNvPr>
                <p14:cNvContentPartPr/>
                <p14:nvPr/>
              </p14:nvContentPartPr>
              <p14:xfrm>
                <a:off x="3959395" y="3513430"/>
                <a:ext cx="109080" cy="20520"/>
              </p14:xfrm>
            </p:contentPart>
          </mc:Choice>
          <mc:Fallback>
            <p:pic>
              <p:nvPicPr>
                <p:cNvPr id="38" name="Ink 37">
                  <a:extLst>
                    <a:ext uri="{FF2B5EF4-FFF2-40B4-BE49-F238E27FC236}">
                      <a16:creationId xmlns:a16="http://schemas.microsoft.com/office/drawing/2014/main" id="{335A5287-77A8-E8C1-DA58-C43D1F2A2E4F}"/>
                    </a:ext>
                  </a:extLst>
                </p:cNvPr>
                <p:cNvPicPr/>
                <p:nvPr/>
              </p:nvPicPr>
              <p:blipFill>
                <a:blip r:embed="rId65"/>
                <a:stretch>
                  <a:fillRect/>
                </a:stretch>
              </p:blipFill>
              <p:spPr>
                <a:xfrm>
                  <a:off x="3953275" y="3507310"/>
                  <a:ext cx="1213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60B95A6C-4BA8-2B75-5E4D-4BB2011F2527}"/>
                    </a:ext>
                  </a:extLst>
                </p14:cNvPr>
                <p14:cNvContentPartPr/>
                <p14:nvPr/>
              </p14:nvContentPartPr>
              <p14:xfrm>
                <a:off x="3862195" y="3456910"/>
                <a:ext cx="111600" cy="247680"/>
              </p14:xfrm>
            </p:contentPart>
          </mc:Choice>
          <mc:Fallback>
            <p:pic>
              <p:nvPicPr>
                <p:cNvPr id="39" name="Ink 38">
                  <a:extLst>
                    <a:ext uri="{FF2B5EF4-FFF2-40B4-BE49-F238E27FC236}">
                      <a16:creationId xmlns:a16="http://schemas.microsoft.com/office/drawing/2014/main" id="{60B95A6C-4BA8-2B75-5E4D-4BB2011F2527}"/>
                    </a:ext>
                  </a:extLst>
                </p:cNvPr>
                <p:cNvPicPr/>
                <p:nvPr/>
              </p:nvPicPr>
              <p:blipFill>
                <a:blip r:embed="rId67"/>
                <a:stretch>
                  <a:fillRect/>
                </a:stretch>
              </p:blipFill>
              <p:spPr>
                <a:xfrm>
                  <a:off x="3856075" y="3450790"/>
                  <a:ext cx="12384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FF27E313-C817-FBE2-6936-72775D5FAF1F}"/>
                    </a:ext>
                  </a:extLst>
                </p14:cNvPr>
                <p14:cNvContentPartPr/>
                <p14:nvPr/>
              </p14:nvContentPartPr>
              <p14:xfrm>
                <a:off x="3689755" y="3140110"/>
                <a:ext cx="216000" cy="733320"/>
              </p14:xfrm>
            </p:contentPart>
          </mc:Choice>
          <mc:Fallback>
            <p:pic>
              <p:nvPicPr>
                <p:cNvPr id="40" name="Ink 39">
                  <a:extLst>
                    <a:ext uri="{FF2B5EF4-FFF2-40B4-BE49-F238E27FC236}">
                      <a16:creationId xmlns:a16="http://schemas.microsoft.com/office/drawing/2014/main" id="{FF27E313-C817-FBE2-6936-72775D5FAF1F}"/>
                    </a:ext>
                  </a:extLst>
                </p:cNvPr>
                <p:cNvPicPr/>
                <p:nvPr/>
              </p:nvPicPr>
              <p:blipFill>
                <a:blip r:embed="rId69"/>
                <a:stretch>
                  <a:fillRect/>
                </a:stretch>
              </p:blipFill>
              <p:spPr>
                <a:xfrm>
                  <a:off x="3683635" y="3133990"/>
                  <a:ext cx="228240" cy="745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1DACEF64-600D-64D3-8576-63C4E357DA7A}"/>
                    </a:ext>
                  </a:extLst>
                </p14:cNvPr>
                <p14:cNvContentPartPr/>
                <p14:nvPr/>
              </p14:nvContentPartPr>
              <p14:xfrm>
                <a:off x="4073155" y="3043990"/>
                <a:ext cx="100800" cy="772560"/>
              </p14:xfrm>
            </p:contentPart>
          </mc:Choice>
          <mc:Fallback>
            <p:pic>
              <p:nvPicPr>
                <p:cNvPr id="41" name="Ink 40">
                  <a:extLst>
                    <a:ext uri="{FF2B5EF4-FFF2-40B4-BE49-F238E27FC236}">
                      <a16:creationId xmlns:a16="http://schemas.microsoft.com/office/drawing/2014/main" id="{1DACEF64-600D-64D3-8576-63C4E357DA7A}"/>
                    </a:ext>
                  </a:extLst>
                </p:cNvPr>
                <p:cNvPicPr/>
                <p:nvPr/>
              </p:nvPicPr>
              <p:blipFill>
                <a:blip r:embed="rId71"/>
                <a:stretch>
                  <a:fillRect/>
                </a:stretch>
              </p:blipFill>
              <p:spPr>
                <a:xfrm>
                  <a:off x="4067035" y="3037870"/>
                  <a:ext cx="113040" cy="784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7F3FB958-D02B-0D74-B168-47C16E328C18}"/>
                    </a:ext>
                  </a:extLst>
                </p14:cNvPr>
                <p14:cNvContentPartPr/>
                <p14:nvPr/>
              </p14:nvContentPartPr>
              <p14:xfrm>
                <a:off x="4260355" y="3079270"/>
                <a:ext cx="152280" cy="127800"/>
              </p14:xfrm>
            </p:contentPart>
          </mc:Choice>
          <mc:Fallback>
            <p:pic>
              <p:nvPicPr>
                <p:cNvPr id="42" name="Ink 41">
                  <a:extLst>
                    <a:ext uri="{FF2B5EF4-FFF2-40B4-BE49-F238E27FC236}">
                      <a16:creationId xmlns:a16="http://schemas.microsoft.com/office/drawing/2014/main" id="{7F3FB958-D02B-0D74-B168-47C16E328C18}"/>
                    </a:ext>
                  </a:extLst>
                </p:cNvPr>
                <p:cNvPicPr/>
                <p:nvPr/>
              </p:nvPicPr>
              <p:blipFill>
                <a:blip r:embed="rId73"/>
                <a:stretch>
                  <a:fillRect/>
                </a:stretch>
              </p:blipFill>
              <p:spPr>
                <a:xfrm>
                  <a:off x="4254235" y="3073150"/>
                  <a:ext cx="1645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65B24C38-8162-1CED-61A0-784C3C8B1AA7}"/>
                    </a:ext>
                  </a:extLst>
                </p14:cNvPr>
                <p14:cNvContentPartPr/>
                <p14:nvPr/>
              </p14:nvContentPartPr>
              <p14:xfrm>
                <a:off x="4334515" y="3054430"/>
                <a:ext cx="347760" cy="882360"/>
              </p14:xfrm>
            </p:contentPart>
          </mc:Choice>
          <mc:Fallback>
            <p:pic>
              <p:nvPicPr>
                <p:cNvPr id="43" name="Ink 42">
                  <a:extLst>
                    <a:ext uri="{FF2B5EF4-FFF2-40B4-BE49-F238E27FC236}">
                      <a16:creationId xmlns:a16="http://schemas.microsoft.com/office/drawing/2014/main" id="{65B24C38-8162-1CED-61A0-784C3C8B1AA7}"/>
                    </a:ext>
                  </a:extLst>
                </p:cNvPr>
                <p:cNvPicPr/>
                <p:nvPr/>
              </p:nvPicPr>
              <p:blipFill>
                <a:blip r:embed="rId75"/>
                <a:stretch>
                  <a:fillRect/>
                </a:stretch>
              </p:blipFill>
              <p:spPr>
                <a:xfrm>
                  <a:off x="4328395" y="3048310"/>
                  <a:ext cx="360000" cy="894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D5844976-62A4-44EA-41C2-8049A4F46C70}"/>
                    </a:ext>
                  </a:extLst>
                </p14:cNvPr>
                <p14:cNvContentPartPr/>
                <p14:nvPr/>
              </p14:nvContentPartPr>
              <p14:xfrm>
                <a:off x="4652035" y="3255310"/>
                <a:ext cx="245520" cy="158760"/>
              </p14:xfrm>
            </p:contentPart>
          </mc:Choice>
          <mc:Fallback>
            <p:pic>
              <p:nvPicPr>
                <p:cNvPr id="44" name="Ink 43">
                  <a:extLst>
                    <a:ext uri="{FF2B5EF4-FFF2-40B4-BE49-F238E27FC236}">
                      <a16:creationId xmlns:a16="http://schemas.microsoft.com/office/drawing/2014/main" id="{D5844976-62A4-44EA-41C2-8049A4F46C70}"/>
                    </a:ext>
                  </a:extLst>
                </p:cNvPr>
                <p:cNvPicPr/>
                <p:nvPr/>
              </p:nvPicPr>
              <p:blipFill>
                <a:blip r:embed="rId77"/>
                <a:stretch>
                  <a:fillRect/>
                </a:stretch>
              </p:blipFill>
              <p:spPr>
                <a:xfrm>
                  <a:off x="4645915" y="3249190"/>
                  <a:ext cx="2577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883CE224-93B3-91C2-511A-E5890C8236A9}"/>
                    </a:ext>
                  </a:extLst>
                </p14:cNvPr>
                <p14:cNvContentPartPr/>
                <p14:nvPr/>
              </p14:nvContentPartPr>
              <p14:xfrm>
                <a:off x="4610635" y="3505510"/>
                <a:ext cx="465840" cy="46080"/>
              </p14:xfrm>
            </p:contentPart>
          </mc:Choice>
          <mc:Fallback>
            <p:pic>
              <p:nvPicPr>
                <p:cNvPr id="45" name="Ink 44">
                  <a:extLst>
                    <a:ext uri="{FF2B5EF4-FFF2-40B4-BE49-F238E27FC236}">
                      <a16:creationId xmlns:a16="http://schemas.microsoft.com/office/drawing/2014/main" id="{883CE224-93B3-91C2-511A-E5890C8236A9}"/>
                    </a:ext>
                  </a:extLst>
                </p:cNvPr>
                <p:cNvPicPr/>
                <p:nvPr/>
              </p:nvPicPr>
              <p:blipFill>
                <a:blip r:embed="rId79"/>
                <a:stretch>
                  <a:fillRect/>
                </a:stretch>
              </p:blipFill>
              <p:spPr>
                <a:xfrm>
                  <a:off x="4604515" y="3499390"/>
                  <a:ext cx="4780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ABCB066C-B80B-7D71-41BB-679D58EA163D}"/>
                    </a:ext>
                  </a:extLst>
                </p14:cNvPr>
                <p14:cNvContentPartPr/>
                <p14:nvPr/>
              </p14:nvContentPartPr>
              <p14:xfrm>
                <a:off x="4766875" y="3596950"/>
                <a:ext cx="111240" cy="27000"/>
              </p14:xfrm>
            </p:contentPart>
          </mc:Choice>
          <mc:Fallback>
            <p:pic>
              <p:nvPicPr>
                <p:cNvPr id="46" name="Ink 45">
                  <a:extLst>
                    <a:ext uri="{FF2B5EF4-FFF2-40B4-BE49-F238E27FC236}">
                      <a16:creationId xmlns:a16="http://schemas.microsoft.com/office/drawing/2014/main" id="{ABCB066C-B80B-7D71-41BB-679D58EA163D}"/>
                    </a:ext>
                  </a:extLst>
                </p:cNvPr>
                <p:cNvPicPr/>
                <p:nvPr/>
              </p:nvPicPr>
              <p:blipFill>
                <a:blip r:embed="rId81"/>
                <a:stretch>
                  <a:fillRect/>
                </a:stretch>
              </p:blipFill>
              <p:spPr>
                <a:xfrm>
                  <a:off x="4760755" y="3590830"/>
                  <a:ext cx="1234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BFB6F8E9-2F3E-9145-39CF-7FD03EFA47C1}"/>
                    </a:ext>
                  </a:extLst>
                </p14:cNvPr>
                <p14:cNvContentPartPr/>
                <p14:nvPr/>
              </p14:nvContentPartPr>
              <p14:xfrm>
                <a:off x="4743835" y="3652750"/>
                <a:ext cx="120240" cy="190800"/>
              </p14:xfrm>
            </p:contentPart>
          </mc:Choice>
          <mc:Fallback>
            <p:pic>
              <p:nvPicPr>
                <p:cNvPr id="47" name="Ink 46">
                  <a:extLst>
                    <a:ext uri="{FF2B5EF4-FFF2-40B4-BE49-F238E27FC236}">
                      <a16:creationId xmlns:a16="http://schemas.microsoft.com/office/drawing/2014/main" id="{BFB6F8E9-2F3E-9145-39CF-7FD03EFA47C1}"/>
                    </a:ext>
                  </a:extLst>
                </p:cNvPr>
                <p:cNvPicPr/>
                <p:nvPr/>
              </p:nvPicPr>
              <p:blipFill>
                <a:blip r:embed="rId83"/>
                <a:stretch>
                  <a:fillRect/>
                </a:stretch>
              </p:blipFill>
              <p:spPr>
                <a:xfrm>
                  <a:off x="4737715" y="3646630"/>
                  <a:ext cx="1324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8" name="Ink 47">
                  <a:extLst>
                    <a:ext uri="{FF2B5EF4-FFF2-40B4-BE49-F238E27FC236}">
                      <a16:creationId xmlns:a16="http://schemas.microsoft.com/office/drawing/2014/main" id="{037B9D86-3595-E0AE-5E9F-A87B51E16AAA}"/>
                    </a:ext>
                  </a:extLst>
                </p14:cNvPr>
                <p14:cNvContentPartPr/>
                <p14:nvPr/>
              </p14:nvContentPartPr>
              <p14:xfrm>
                <a:off x="4881715" y="3173230"/>
                <a:ext cx="156960" cy="806760"/>
              </p14:xfrm>
            </p:contentPart>
          </mc:Choice>
          <mc:Fallback>
            <p:pic>
              <p:nvPicPr>
                <p:cNvPr id="48" name="Ink 47">
                  <a:extLst>
                    <a:ext uri="{FF2B5EF4-FFF2-40B4-BE49-F238E27FC236}">
                      <a16:creationId xmlns:a16="http://schemas.microsoft.com/office/drawing/2014/main" id="{037B9D86-3595-E0AE-5E9F-A87B51E16AAA}"/>
                    </a:ext>
                  </a:extLst>
                </p:cNvPr>
                <p:cNvPicPr/>
                <p:nvPr/>
              </p:nvPicPr>
              <p:blipFill>
                <a:blip r:embed="rId85"/>
                <a:stretch>
                  <a:fillRect/>
                </a:stretch>
              </p:blipFill>
              <p:spPr>
                <a:xfrm>
                  <a:off x="4875595" y="3167110"/>
                  <a:ext cx="169200" cy="819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5B492524-7E3B-31DE-8F37-DADD5ADA5D6C}"/>
                    </a:ext>
                  </a:extLst>
                </p14:cNvPr>
                <p14:cNvContentPartPr/>
                <p14:nvPr/>
              </p14:nvContentPartPr>
              <p14:xfrm>
                <a:off x="5041195" y="3050110"/>
                <a:ext cx="15840" cy="159480"/>
              </p14:xfrm>
            </p:contentPart>
          </mc:Choice>
          <mc:Fallback>
            <p:pic>
              <p:nvPicPr>
                <p:cNvPr id="50" name="Ink 49">
                  <a:extLst>
                    <a:ext uri="{FF2B5EF4-FFF2-40B4-BE49-F238E27FC236}">
                      <a16:creationId xmlns:a16="http://schemas.microsoft.com/office/drawing/2014/main" id="{5B492524-7E3B-31DE-8F37-DADD5ADA5D6C}"/>
                    </a:ext>
                  </a:extLst>
                </p:cNvPr>
                <p:cNvPicPr/>
                <p:nvPr/>
              </p:nvPicPr>
              <p:blipFill>
                <a:blip r:embed="rId87"/>
                <a:stretch>
                  <a:fillRect/>
                </a:stretch>
              </p:blipFill>
              <p:spPr>
                <a:xfrm>
                  <a:off x="5035075" y="3043990"/>
                  <a:ext cx="280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49FFAA97-9A4F-763C-9F3C-C9FB977C5132}"/>
                    </a:ext>
                  </a:extLst>
                </p14:cNvPr>
                <p14:cNvContentPartPr/>
                <p14:nvPr/>
              </p14:nvContentPartPr>
              <p14:xfrm>
                <a:off x="5067115" y="3050110"/>
                <a:ext cx="108360" cy="98640"/>
              </p14:xfrm>
            </p:contentPart>
          </mc:Choice>
          <mc:Fallback>
            <p:pic>
              <p:nvPicPr>
                <p:cNvPr id="51" name="Ink 50">
                  <a:extLst>
                    <a:ext uri="{FF2B5EF4-FFF2-40B4-BE49-F238E27FC236}">
                      <a16:creationId xmlns:a16="http://schemas.microsoft.com/office/drawing/2014/main" id="{49FFAA97-9A4F-763C-9F3C-C9FB977C5132}"/>
                    </a:ext>
                  </a:extLst>
                </p:cNvPr>
                <p:cNvPicPr/>
                <p:nvPr/>
              </p:nvPicPr>
              <p:blipFill>
                <a:blip r:embed="rId89"/>
                <a:stretch>
                  <a:fillRect/>
                </a:stretch>
              </p:blipFill>
              <p:spPr>
                <a:xfrm>
                  <a:off x="5060995" y="3043990"/>
                  <a:ext cx="12060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911B4891-AF82-C8E3-981F-5627ADB46A46}"/>
                    </a:ext>
                  </a:extLst>
                </p14:cNvPr>
                <p14:cNvContentPartPr/>
                <p14:nvPr/>
              </p14:nvContentPartPr>
              <p14:xfrm>
                <a:off x="5264395" y="3100870"/>
                <a:ext cx="158040" cy="18000"/>
              </p14:xfrm>
            </p:contentPart>
          </mc:Choice>
          <mc:Fallback>
            <p:pic>
              <p:nvPicPr>
                <p:cNvPr id="52" name="Ink 51">
                  <a:extLst>
                    <a:ext uri="{FF2B5EF4-FFF2-40B4-BE49-F238E27FC236}">
                      <a16:creationId xmlns:a16="http://schemas.microsoft.com/office/drawing/2014/main" id="{911B4891-AF82-C8E3-981F-5627ADB46A46}"/>
                    </a:ext>
                  </a:extLst>
                </p:cNvPr>
                <p:cNvPicPr/>
                <p:nvPr/>
              </p:nvPicPr>
              <p:blipFill>
                <a:blip r:embed="rId91"/>
                <a:stretch>
                  <a:fillRect/>
                </a:stretch>
              </p:blipFill>
              <p:spPr>
                <a:xfrm>
                  <a:off x="5258275" y="3094750"/>
                  <a:ext cx="1702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3" name="Ink 52">
                  <a:extLst>
                    <a:ext uri="{FF2B5EF4-FFF2-40B4-BE49-F238E27FC236}">
                      <a16:creationId xmlns:a16="http://schemas.microsoft.com/office/drawing/2014/main" id="{A415AF09-AD19-A2CA-AB6E-CF925273B5F4}"/>
                    </a:ext>
                  </a:extLst>
                </p14:cNvPr>
                <p14:cNvContentPartPr/>
                <p14:nvPr/>
              </p14:nvContentPartPr>
              <p14:xfrm>
                <a:off x="5480035" y="3034630"/>
                <a:ext cx="126360" cy="99000"/>
              </p14:xfrm>
            </p:contentPart>
          </mc:Choice>
          <mc:Fallback>
            <p:pic>
              <p:nvPicPr>
                <p:cNvPr id="53" name="Ink 52">
                  <a:extLst>
                    <a:ext uri="{FF2B5EF4-FFF2-40B4-BE49-F238E27FC236}">
                      <a16:creationId xmlns:a16="http://schemas.microsoft.com/office/drawing/2014/main" id="{A415AF09-AD19-A2CA-AB6E-CF925273B5F4}"/>
                    </a:ext>
                  </a:extLst>
                </p:cNvPr>
                <p:cNvPicPr/>
                <p:nvPr/>
              </p:nvPicPr>
              <p:blipFill>
                <a:blip r:embed="rId93"/>
                <a:stretch>
                  <a:fillRect/>
                </a:stretch>
              </p:blipFill>
              <p:spPr>
                <a:xfrm>
                  <a:off x="5473915" y="3028510"/>
                  <a:ext cx="138600" cy="111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B216B849-E0D2-3F3D-2369-CD4A01D0A3A8}"/>
                  </a:ext>
                </a:extLst>
              </p14:cNvPr>
              <p14:cNvContentPartPr/>
              <p14:nvPr/>
            </p14:nvContentPartPr>
            <p14:xfrm>
              <a:off x="12933115" y="5645350"/>
              <a:ext cx="6480" cy="14760"/>
            </p14:xfrm>
          </p:contentPart>
        </mc:Choice>
        <mc:Fallback>
          <p:pic>
            <p:nvPicPr>
              <p:cNvPr id="55" name="Ink 54">
                <a:extLst>
                  <a:ext uri="{FF2B5EF4-FFF2-40B4-BE49-F238E27FC236}">
                    <a16:creationId xmlns:a16="http://schemas.microsoft.com/office/drawing/2014/main" id="{B216B849-E0D2-3F3D-2369-CD4A01D0A3A8}"/>
                  </a:ext>
                </a:extLst>
              </p:cNvPr>
              <p:cNvPicPr/>
              <p:nvPr/>
            </p:nvPicPr>
            <p:blipFill>
              <a:blip r:embed="rId95"/>
              <a:stretch>
                <a:fillRect/>
              </a:stretch>
            </p:blipFill>
            <p:spPr>
              <a:xfrm>
                <a:off x="12926995" y="5639230"/>
                <a:ext cx="18720" cy="27000"/>
              </a:xfrm>
              <a:prstGeom prst="rect">
                <a:avLst/>
              </a:prstGeom>
            </p:spPr>
          </p:pic>
        </mc:Fallback>
      </mc:AlternateContent>
    </p:spTree>
    <p:extLst>
      <p:ext uri="{BB962C8B-B14F-4D97-AF65-F5344CB8AC3E}">
        <p14:creationId xmlns:p14="http://schemas.microsoft.com/office/powerpoint/2010/main" val="389468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endParaRPr lang="en-IN" dirty="0"/>
          </a:p>
        </p:txBody>
      </p:sp>
      <p:sp>
        <p:nvSpPr>
          <p:cNvPr id="5" name="Round Diagonal Corner Rectangle 4"/>
          <p:cNvSpPr/>
          <p:nvPr/>
        </p:nvSpPr>
        <p:spPr>
          <a:xfrm>
            <a:off x="685800" y="1066800"/>
            <a:ext cx="10591800" cy="7313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2400" b="1" dirty="0">
                <a:solidFill>
                  <a:prstClr val="black"/>
                </a:solidFill>
              </a:rPr>
              <a:t> </a:t>
            </a:r>
            <a:r>
              <a:rPr lang="en-US" sz="2400" b="1" kern="0" dirty="0">
                <a:solidFill>
                  <a:prstClr val="black"/>
                </a:solidFill>
              </a:rPr>
              <a:t>Ten coins are thrown simultaneously. what is the probability of getting 3 or fewer heads</a:t>
            </a:r>
            <a:r>
              <a:rPr lang="en-US" sz="2400" b="1" dirty="0">
                <a:solidFill>
                  <a:prstClr val="black"/>
                </a:solidFill>
              </a:rPr>
              <a:t>?</a:t>
            </a:r>
          </a:p>
        </p:txBody>
      </p:sp>
      <p:sp>
        <p:nvSpPr>
          <p:cNvPr id="6" name="Round Diagonal Corner Rectangle 5"/>
          <p:cNvSpPr/>
          <p:nvPr/>
        </p:nvSpPr>
        <p:spPr>
          <a:xfrm>
            <a:off x="1078029" y="2418851"/>
            <a:ext cx="7326156" cy="6551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1754" b="1" dirty="0">
                <a:solidFill>
                  <a:prstClr val="black"/>
                </a:solidFill>
                <a:latin typeface="Helvetica Neue"/>
              </a:rPr>
              <a:t> </a:t>
            </a:r>
            <a:r>
              <a:rPr lang="en-US" sz="2400" b="1" kern="0" dirty="0">
                <a:solidFill>
                  <a:prstClr val="black"/>
                </a:solidFill>
              </a:rPr>
              <a:t>P(x ≤ 3) = </a:t>
            </a:r>
            <a:r>
              <a:rPr lang="en-US" sz="2400" b="1" kern="0" dirty="0">
                <a:solidFill>
                  <a:prstClr val="black"/>
                </a:solidFill>
                <a:cs typeface="Times New Roman"/>
              </a:rPr>
              <a:t>∑p(x) = P(0)+ P(1)+ P(2)+P(3)</a:t>
            </a:r>
            <a:endParaRPr lang="en-IN" sz="2400" b="1" dirty="0">
              <a:solidFill>
                <a:prstClr val="black"/>
              </a:solidFill>
            </a:endParaRPr>
          </a:p>
        </p:txBody>
      </p:sp>
      <p:sp>
        <p:nvSpPr>
          <p:cNvPr id="7" name="Round Diagonal Corner Rectangle 6"/>
          <p:cNvSpPr/>
          <p:nvPr/>
        </p:nvSpPr>
        <p:spPr>
          <a:xfrm>
            <a:off x="1251822" y="4658690"/>
            <a:ext cx="4049556" cy="6551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1754" b="1" dirty="0">
                <a:solidFill>
                  <a:prstClr val="black"/>
                </a:solidFill>
                <a:latin typeface="Helvetica Neue"/>
              </a:rPr>
              <a:t> </a:t>
            </a:r>
            <a:r>
              <a:rPr lang="en-US" sz="2000" b="1" kern="0" dirty="0">
                <a:solidFill>
                  <a:prstClr val="black"/>
                </a:solidFill>
              </a:rPr>
              <a:t>P(x ≤ 3) = </a:t>
            </a:r>
            <a:r>
              <a:rPr lang="en-US" sz="2000" b="1" kern="0" dirty="0">
                <a:solidFill>
                  <a:prstClr val="black"/>
                </a:solidFill>
                <a:cs typeface="Times New Roman"/>
              </a:rPr>
              <a:t>∑p(x) = 0.1718</a:t>
            </a:r>
            <a:endParaRPr lang="en-IN" sz="2000" b="1" dirty="0">
              <a:solidFill>
                <a:prstClr val="black"/>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729820-F6CB-9400-47DA-BEA5A4AC8B66}"/>
                  </a:ext>
                </a:extLst>
              </p:cNvPr>
              <p:cNvSpPr txBox="1"/>
              <p:nvPr/>
            </p:nvSpPr>
            <p:spPr>
              <a:xfrm>
                <a:off x="1905000" y="3200400"/>
                <a:ext cx="8991600" cy="1323439"/>
              </a:xfrm>
              <a:prstGeom prst="rect">
                <a:avLst/>
              </a:prstGeom>
              <a:noFill/>
            </p:spPr>
            <p:txBody>
              <a:bodyPr wrap="square" rtlCol="0">
                <a:spAutoFit/>
              </a:bodyPr>
              <a:lstStyle/>
              <a:p>
                <a14:m>
                  <m:oMath xmlns:m="http://schemas.openxmlformats.org/officeDocument/2006/math">
                    <m:r>
                      <a:rPr lang="en-IN" sz="2000" b="0" i="1" smtClean="0">
                        <a:latin typeface="Cambria Math" panose="02040503050406030204" pitchFamily="18" charset="0"/>
                      </a:rPr>
                      <m:t>       =10</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𝐶</m:t>
                        </m:r>
                      </m:e>
                      <m:sub>
                        <m:r>
                          <a:rPr lang="en-IN" sz="2000" b="0" i="1" smtClean="0">
                            <a:latin typeface="Cambria Math" panose="02040503050406030204" pitchFamily="18" charset="0"/>
                          </a:rPr>
                          <m:t>0</m:t>
                        </m:r>
                      </m:sub>
                    </m:sSub>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(0.5)</m:t>
                        </m:r>
                      </m:e>
                      <m:sup>
                        <m:r>
                          <a:rPr lang="en-IN" sz="2000" b="0" i="1" smtClean="0">
                            <a:latin typeface="Cambria Math" panose="02040503050406030204" pitchFamily="18" charset="0"/>
                          </a:rPr>
                          <m:t>0</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m:t>
                        </m:r>
                        <m:r>
                          <a:rPr lang="en-IN" sz="2000" i="1">
                            <a:latin typeface="Cambria Math" panose="02040503050406030204" pitchFamily="18" charset="0"/>
                          </a:rPr>
                          <m:t>0</m:t>
                        </m:r>
                      </m:sup>
                    </m:sSup>
                    <m:r>
                      <a:rPr lang="en-IN" sz="2000" b="0" i="1" smtClean="0">
                        <a:latin typeface="Cambria Math" panose="02040503050406030204" pitchFamily="18" charset="0"/>
                      </a:rPr>
                      <m:t>+</m:t>
                    </m:r>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1</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9</m:t>
                        </m:r>
                      </m:sup>
                    </m:sSup>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2</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2</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8</m:t>
                        </m:r>
                      </m:sup>
                    </m:sSup>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smtClean="0">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3</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3</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7</m:t>
                        </m:r>
                      </m:sup>
                    </m:sSup>
                  </m:oMath>
                </a14:m>
                <a:endParaRPr lang="en-IN" sz="2000" dirty="0"/>
              </a:p>
              <a:p>
                <a:endParaRPr lang="en-IN" sz="2000" dirty="0"/>
              </a:p>
              <a:p>
                <a:r>
                  <a:rPr lang="en-IN" sz="2000" dirty="0"/>
                  <a:t>       = </a:t>
                </a:r>
                <a14:m>
                  <m:oMath xmlns:m="http://schemas.openxmlformats.org/officeDocument/2006/math">
                    <m:sSup>
                      <m:sSupPr>
                        <m:ctrlPr>
                          <a:rPr lang="en-IN" sz="2000" i="1" smtClean="0">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10</m:t>
                        </m:r>
                      </m:sup>
                    </m:sSup>
                    <m:r>
                      <a:rPr lang="en-IN" sz="2000" b="0" i="1" smtClean="0">
                        <a:latin typeface="Cambria Math" panose="02040503050406030204" pitchFamily="18" charset="0"/>
                      </a:rPr>
                      <m:t>[10</m:t>
                    </m:r>
                  </m:oMath>
                </a14:m>
                <a:r>
                  <a:rPr lang="en-IN" sz="2000" dirty="0"/>
                  <a: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i="1">
                            <a:latin typeface="Cambria Math" panose="02040503050406030204" pitchFamily="18" charset="0"/>
                          </a:rPr>
                          <m:t>0</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i="1">
                            <a:latin typeface="Cambria Math" panose="02040503050406030204" pitchFamily="18" charset="0"/>
                          </a:rPr>
                          <m:t>1</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2</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3</m:t>
                        </m:r>
                      </m:sub>
                    </m:sSub>
                  </m:oMath>
                </a14:m>
                <a:r>
                  <a:rPr lang="en-IN" sz="2000" dirty="0"/>
                  <a:t>] = </a:t>
                </a:r>
                <a14:m>
                  <m:oMath xmlns:m="http://schemas.openxmlformats.org/officeDocument/2006/math">
                    <m:sSup>
                      <m:sSupPr>
                        <m:ctrlPr>
                          <a:rPr lang="en-IN" sz="2000" i="1" smtClean="0">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10</m:t>
                        </m:r>
                      </m:sup>
                    </m:sSup>
                  </m:oMath>
                </a14:m>
                <a:r>
                  <a:rPr lang="en-IN" sz="2000" dirty="0"/>
                  <a:t> [ 1+ 10+ 45+ 120] = 176/1024 </a:t>
                </a:r>
              </a:p>
              <a:p>
                <a:r>
                  <a:rPr lang="en-IN" sz="2000" dirty="0"/>
                  <a:t>       = 0.1718</a:t>
                </a:r>
              </a:p>
            </p:txBody>
          </p:sp>
        </mc:Choice>
        <mc:Fallback xmlns="">
          <p:sp>
            <p:nvSpPr>
              <p:cNvPr id="8" name="TextBox 7">
                <a:extLst>
                  <a:ext uri="{FF2B5EF4-FFF2-40B4-BE49-F238E27FC236}">
                    <a16:creationId xmlns:a16="http://schemas.microsoft.com/office/drawing/2014/main" id="{8B729820-F6CB-9400-47DA-BEA5A4AC8B66}"/>
                  </a:ext>
                </a:extLst>
              </p:cNvPr>
              <p:cNvSpPr txBox="1">
                <a:spLocks noRot="1" noChangeAspect="1" noMove="1" noResize="1" noEditPoints="1" noAdjustHandles="1" noChangeArrowheads="1" noChangeShapeType="1" noTextEdit="1"/>
              </p:cNvSpPr>
              <p:nvPr/>
            </p:nvSpPr>
            <p:spPr>
              <a:xfrm>
                <a:off x="1905000" y="3200400"/>
                <a:ext cx="8991600" cy="1323439"/>
              </a:xfrm>
              <a:prstGeom prst="rect">
                <a:avLst/>
              </a:prstGeom>
              <a:blipFill>
                <a:blip r:embed="rId2"/>
                <a:stretch>
                  <a:fillRect t="-2304" b="-7373"/>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B32DFEB3-E88F-49DE-0F82-1C782DFEC516}"/>
              </a:ext>
            </a:extLst>
          </p:cNvPr>
          <p:cNvSpPr txBox="1"/>
          <p:nvPr/>
        </p:nvSpPr>
        <p:spPr>
          <a:xfrm>
            <a:off x="990600" y="2062601"/>
            <a:ext cx="4572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FF0000"/>
                </a:solidFill>
                <a:latin typeface="Nunito" pitchFamily="2" charset="0"/>
              </a:rPr>
              <a:t>Solution:</a:t>
            </a:r>
            <a:endParaRPr kumimoji="0" lang="en-US" altLang="en-US" sz="1800" b="1" i="0" u="none" strike="noStrike" cap="none" normalizeH="0" baseline="0" dirty="0">
              <a:ln>
                <a:noFill/>
              </a:ln>
              <a:solidFill>
                <a:srgbClr val="FF0000"/>
              </a:solidFill>
              <a:effectLst/>
              <a:latin typeface="Nunito" pitchFamily="2" charset="0"/>
            </a:endParaRPr>
          </a:p>
        </p:txBody>
      </p:sp>
    </p:spTree>
    <p:extLst>
      <p:ext uri="{BB962C8B-B14F-4D97-AF65-F5344CB8AC3E}">
        <p14:creationId xmlns:p14="http://schemas.microsoft.com/office/powerpoint/2010/main" val="373683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endParaRPr lang="en-IN" dirty="0"/>
          </a:p>
        </p:txBody>
      </p:sp>
      <p:sp>
        <p:nvSpPr>
          <p:cNvPr id="5" name="Rectangle 1">
            <a:extLst>
              <a:ext uri="{FF2B5EF4-FFF2-40B4-BE49-F238E27FC236}">
                <a16:creationId xmlns:a16="http://schemas.microsoft.com/office/drawing/2014/main" id="{F0FE6D0B-3E39-4970-0689-037D0E277732}"/>
              </a:ext>
            </a:extLst>
          </p:cNvPr>
          <p:cNvSpPr txBox="1">
            <a:spLocks noChangeArrowheads="1"/>
          </p:cNvSpPr>
          <p:nvPr/>
        </p:nvSpPr>
        <p:spPr bwMode="auto">
          <a:xfrm>
            <a:off x="533400" y="1523286"/>
            <a:ext cx="10820400"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Font typeface="Courier New" panose="02070309020205020404" pitchFamily="49" charset="0"/>
              <a:buChar char="o"/>
            </a:pPr>
            <a:r>
              <a:rPr lang="en-US" altLang="en-US" sz="2400" b="1" dirty="0">
                <a:solidFill>
                  <a:srgbClr val="273239"/>
                </a:solidFill>
              </a:rPr>
              <a:t>A pair of dice is rolled 5 times. If getting the product of 6 is considered as a success. Find the probability of getting at least 4 successes.</a:t>
            </a:r>
          </a:p>
          <a:p>
            <a:pPr marL="0" indent="0" eaLnBrk="0" fontAlgn="base" hangingPunct="0">
              <a:lnSpc>
                <a:spcPct val="100000"/>
              </a:lnSpc>
              <a:spcBef>
                <a:spcPct val="0"/>
              </a:spcBef>
              <a:spcAft>
                <a:spcPct val="0"/>
              </a:spcAft>
              <a:buFontTx/>
              <a:buNone/>
            </a:pPr>
            <a:r>
              <a:rPr lang="en-US" altLang="en-US" sz="2400" b="1" dirty="0">
                <a:solidFill>
                  <a:srgbClr val="FF0000"/>
                </a:solidFill>
              </a:rPr>
              <a:t>Solution:</a:t>
            </a:r>
          </a:p>
          <a:p>
            <a:pPr marL="0" indent="0" eaLnBrk="0" fontAlgn="base" hangingPunct="0">
              <a:lnSpc>
                <a:spcPct val="100000"/>
              </a:lnSpc>
              <a:spcBef>
                <a:spcPct val="0"/>
              </a:spcBef>
              <a:spcAft>
                <a:spcPct val="0"/>
              </a:spcAft>
              <a:buFontTx/>
              <a:buNone/>
            </a:pPr>
            <a:r>
              <a:rPr lang="en-US" altLang="en-US" sz="2400" dirty="0"/>
              <a:t>The formula for the above probability is given </a:t>
            </a:r>
            <a:r>
              <a:rPr lang="en-US" altLang="en-US" sz="2400" dirty="0" err="1"/>
              <a:t>by:</a:t>
            </a:r>
            <a:r>
              <a:rPr lang="en-US" altLang="en-US" sz="2400" b="1" dirty="0" err="1"/>
              <a:t>P</a:t>
            </a:r>
            <a:r>
              <a:rPr lang="en-US" altLang="en-US" sz="2400" b="1" dirty="0"/>
              <a:t> (X = x) =</a:t>
            </a:r>
            <a:r>
              <a:rPr lang="en-US" altLang="en-US" sz="2400" dirty="0"/>
              <a:t> </a:t>
            </a:r>
            <a:r>
              <a:rPr lang="en-US" altLang="en-US" sz="2400" b="1" baseline="30000" dirty="0" err="1"/>
              <a:t>n</a:t>
            </a:r>
            <a:r>
              <a:rPr lang="en-US" altLang="en-US" sz="2400" b="1" dirty="0" err="1"/>
              <a:t>C</a:t>
            </a:r>
            <a:r>
              <a:rPr lang="en-US" altLang="en-US" sz="2400" b="1" baseline="-30000" dirty="0" err="1"/>
              <a:t>x</a:t>
            </a:r>
            <a:r>
              <a:rPr lang="en-US" altLang="en-US" sz="2400" b="1" dirty="0"/>
              <a:t> p</a:t>
            </a:r>
            <a:r>
              <a:rPr lang="en-US" altLang="en-US" sz="2400" b="1" baseline="30000" dirty="0"/>
              <a:t>x</a:t>
            </a:r>
            <a:r>
              <a:rPr lang="en-US" altLang="en-US" sz="2400" b="1" dirty="0"/>
              <a:t> </a:t>
            </a:r>
            <a:r>
              <a:rPr lang="en-US" altLang="en-US" sz="2400" b="1" dirty="0" err="1"/>
              <a:t>q</a:t>
            </a:r>
            <a:r>
              <a:rPr lang="en-US" altLang="en-US" sz="2400" b="1" baseline="30000" dirty="0" err="1"/>
              <a:t>n</a:t>
            </a:r>
            <a:r>
              <a:rPr lang="en-US" altLang="en-US" sz="2400" b="1" baseline="30000" dirty="0"/>
              <a:t>-x</a:t>
            </a:r>
            <a:endParaRPr lang="en-US" altLang="en-US" sz="2400" dirty="0"/>
          </a:p>
          <a:p>
            <a:pPr marL="0" indent="0" eaLnBrk="0" fontAlgn="base" hangingPunct="0">
              <a:lnSpc>
                <a:spcPct val="100000"/>
              </a:lnSpc>
              <a:spcBef>
                <a:spcPct val="0"/>
              </a:spcBef>
              <a:spcAft>
                <a:spcPct val="0"/>
              </a:spcAft>
              <a:buFontTx/>
              <a:buNone/>
            </a:pPr>
            <a:r>
              <a:rPr lang="en-US" altLang="en-US" sz="2400" dirty="0"/>
              <a:t>Here, n = 5</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p is the probability of getting product 6</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p = 4 /36 = 1/9</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q = 1 - p = 8/9</a:t>
            </a:r>
          </a:p>
          <a:p>
            <a:pPr marL="0" indent="0" eaLnBrk="0" fontAlgn="base" hangingPunct="0">
              <a:lnSpc>
                <a:spcPct val="100000"/>
              </a:lnSpc>
              <a:spcBef>
                <a:spcPct val="0"/>
              </a:spcBef>
              <a:spcAft>
                <a:spcPct val="0"/>
              </a:spcAft>
              <a:buFontTx/>
              <a:buNone/>
            </a:pPr>
            <a:r>
              <a:rPr lang="en-US" altLang="en-US" sz="2400" dirty="0"/>
              <a:t>⇒ P(X ≥ 4) = P(X = 4) + P(X = 5)</a:t>
            </a:r>
          </a:p>
          <a:p>
            <a:pPr marL="0" indent="0" eaLnBrk="0" fontAlgn="base" hangingPunct="0">
              <a:lnSpc>
                <a:spcPct val="100000"/>
              </a:lnSpc>
              <a:spcBef>
                <a:spcPct val="0"/>
              </a:spcBef>
              <a:spcAft>
                <a:spcPct val="0"/>
              </a:spcAft>
              <a:buFontTx/>
              <a:buNone/>
            </a:pPr>
            <a:r>
              <a:rPr lang="en-US" altLang="en-US" sz="2400" dirty="0"/>
              <a:t>⇒ P(X ≥ 4) = </a:t>
            </a:r>
            <a:r>
              <a:rPr lang="en-US" altLang="en-US" sz="2400" baseline="30000" dirty="0"/>
              <a:t>5</a:t>
            </a:r>
            <a:r>
              <a:rPr lang="en-US" altLang="en-US" sz="2400" dirty="0"/>
              <a:t>C</a:t>
            </a:r>
            <a:r>
              <a:rPr lang="en-US" altLang="en-US" sz="2400" baseline="-30000" dirty="0"/>
              <a:t>4</a:t>
            </a:r>
            <a:r>
              <a:rPr lang="en-US" altLang="en-US" sz="2400" dirty="0"/>
              <a:t> (1/9)</a:t>
            </a:r>
            <a:r>
              <a:rPr lang="en-US" altLang="en-US" sz="2400" baseline="30000" dirty="0"/>
              <a:t>4</a:t>
            </a:r>
            <a:r>
              <a:rPr lang="en-US" altLang="en-US" sz="2400" dirty="0"/>
              <a:t> (8/9)</a:t>
            </a:r>
            <a:r>
              <a:rPr lang="en-US" altLang="en-US" sz="2400" baseline="30000" dirty="0"/>
              <a:t>5-4</a:t>
            </a:r>
            <a:r>
              <a:rPr lang="en-US" altLang="en-US" sz="2400" dirty="0"/>
              <a:t>+ </a:t>
            </a:r>
            <a:r>
              <a:rPr lang="en-US" altLang="en-US" sz="2400" baseline="30000" dirty="0"/>
              <a:t>5</a:t>
            </a:r>
            <a:r>
              <a:rPr lang="en-US" altLang="en-US" sz="2400" dirty="0"/>
              <a:t>C</a:t>
            </a:r>
            <a:r>
              <a:rPr lang="en-US" altLang="en-US" sz="2400" baseline="-30000" dirty="0"/>
              <a:t>5</a:t>
            </a:r>
            <a:r>
              <a:rPr lang="en-US" altLang="en-US" sz="2400" dirty="0"/>
              <a:t> (1/9)</a:t>
            </a:r>
            <a:r>
              <a:rPr lang="en-US" altLang="en-US" sz="2400" baseline="30000" dirty="0"/>
              <a:t>5</a:t>
            </a:r>
            <a:r>
              <a:rPr lang="en-US" altLang="en-US" sz="2400" dirty="0"/>
              <a:t> (8/9)</a:t>
            </a:r>
            <a:r>
              <a:rPr lang="en-US" altLang="en-US" sz="2400" baseline="30000" dirty="0"/>
              <a:t>5-5</a:t>
            </a:r>
            <a:endParaRPr lang="en-US" altLang="en-US" sz="2400" dirty="0"/>
          </a:p>
          <a:p>
            <a:pPr marL="0" indent="0" eaLnBrk="0" fontAlgn="base" hangingPunct="0">
              <a:lnSpc>
                <a:spcPct val="100000"/>
              </a:lnSpc>
              <a:spcBef>
                <a:spcPct val="0"/>
              </a:spcBef>
              <a:spcAft>
                <a:spcPct val="0"/>
              </a:spcAft>
              <a:buFontTx/>
              <a:buNone/>
            </a:pPr>
            <a:r>
              <a:rPr lang="en-US" altLang="en-US" sz="2400" dirty="0"/>
              <a:t>⇒ P(X ≥ 4) = 5(1/9)</a:t>
            </a:r>
            <a:r>
              <a:rPr lang="en-US" altLang="en-US" sz="2400" baseline="30000" dirty="0"/>
              <a:t>4</a:t>
            </a:r>
            <a:r>
              <a:rPr lang="en-US" altLang="en-US" sz="2400" dirty="0"/>
              <a:t> (8/9)</a:t>
            </a:r>
            <a:r>
              <a:rPr lang="en-US" altLang="en-US" sz="2400" baseline="30000" dirty="0"/>
              <a:t> </a:t>
            </a:r>
            <a:r>
              <a:rPr lang="en-US" altLang="en-US" sz="2400" dirty="0"/>
              <a:t>+ (1/9)</a:t>
            </a:r>
            <a:r>
              <a:rPr lang="en-US" altLang="en-US" sz="2400" baseline="30000" dirty="0"/>
              <a:t>5</a:t>
            </a:r>
          </a:p>
          <a:p>
            <a:pPr marL="0" indent="0" eaLnBrk="0" fontAlgn="base" hangingPunct="0">
              <a:lnSpc>
                <a:spcPct val="100000"/>
              </a:lnSpc>
              <a:spcBef>
                <a:spcPct val="0"/>
              </a:spcBef>
              <a:spcAft>
                <a:spcPct val="0"/>
              </a:spcAft>
              <a:buFontTx/>
              <a:buNone/>
            </a:pPr>
            <a:r>
              <a:rPr lang="en-US" altLang="en-US" sz="2400" baseline="30000" dirty="0"/>
              <a:t>                             = 0.000694335</a:t>
            </a:r>
            <a:endParaRPr lang="en-US" altLang="en-US" sz="2400" dirty="0"/>
          </a:p>
        </p:txBody>
      </p:sp>
    </p:spTree>
    <p:extLst>
      <p:ext uri="{BB962C8B-B14F-4D97-AF65-F5344CB8AC3E}">
        <p14:creationId xmlns:p14="http://schemas.microsoft.com/office/powerpoint/2010/main" val="15452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endParaRPr lang="en-IN" dirty="0"/>
          </a:p>
        </p:txBody>
      </p:sp>
      <p:sp>
        <p:nvSpPr>
          <p:cNvPr id="5" name="Rectangle 4"/>
          <p:cNvSpPr/>
          <p:nvPr/>
        </p:nvSpPr>
        <p:spPr>
          <a:xfrm>
            <a:off x="381000" y="988397"/>
            <a:ext cx="10896600" cy="4467057"/>
          </a:xfrm>
          <a:prstGeom prst="rect">
            <a:avLst/>
          </a:prstGeom>
        </p:spPr>
        <p:txBody>
          <a:bodyPr wrap="square">
            <a:spAutoFit/>
          </a:bodyPr>
          <a:lstStyle/>
          <a:p>
            <a:pPr marL="342900" indent="-342900" algn="just">
              <a:lnSpc>
                <a:spcPct val="150000"/>
              </a:lnSpc>
              <a:buFont typeface="Courier New" panose="02070309020205020404" pitchFamily="49" charset="0"/>
              <a:buChar char="o"/>
            </a:pPr>
            <a:r>
              <a:rPr lang="en-US" sz="2400" dirty="0">
                <a:solidFill>
                  <a:srgbClr val="000000"/>
                </a:solidFill>
                <a:highlight>
                  <a:srgbClr val="FFFFFF"/>
                </a:highlight>
              </a:rPr>
              <a:t>Each of five questions on a multiple-choice examination has four choices, only one of which is correct. The student is attempting to guess the answers. The random variable X is the number of questions answered correctly. What is the probability that the student will get </a:t>
            </a:r>
          </a:p>
          <a:p>
            <a:pPr algn="just">
              <a:lnSpc>
                <a:spcPct val="150000"/>
              </a:lnSpc>
            </a:pPr>
            <a:r>
              <a:rPr lang="en-US" sz="2400" dirty="0">
                <a:solidFill>
                  <a:srgbClr val="000000"/>
                </a:solidFill>
                <a:highlight>
                  <a:srgbClr val="FFFFFF"/>
                </a:highlight>
              </a:rPr>
              <a:t>    a) exactly three correct answers? </a:t>
            </a:r>
          </a:p>
          <a:p>
            <a:pPr algn="just">
              <a:lnSpc>
                <a:spcPct val="150000"/>
              </a:lnSpc>
            </a:pPr>
            <a:r>
              <a:rPr lang="en-US" sz="2400" dirty="0">
                <a:solidFill>
                  <a:srgbClr val="000000"/>
                </a:solidFill>
                <a:highlight>
                  <a:srgbClr val="FFFFFF"/>
                </a:highlight>
              </a:rPr>
              <a:t>    b) at most three correct answers? </a:t>
            </a:r>
          </a:p>
          <a:p>
            <a:pPr algn="just">
              <a:lnSpc>
                <a:spcPct val="150000"/>
              </a:lnSpc>
            </a:pPr>
            <a:r>
              <a:rPr lang="en-US" sz="2400" dirty="0">
                <a:solidFill>
                  <a:srgbClr val="000000"/>
                </a:solidFill>
                <a:highlight>
                  <a:srgbClr val="FFFFFF"/>
                </a:highlight>
              </a:rPr>
              <a:t>    c) at least one correct answer? </a:t>
            </a:r>
          </a:p>
          <a:p>
            <a:pPr algn="just">
              <a:lnSpc>
                <a:spcPct val="150000"/>
              </a:lnSpc>
            </a:pPr>
            <a:r>
              <a:rPr lang="en-US" sz="2400" dirty="0">
                <a:solidFill>
                  <a:srgbClr val="000000"/>
                </a:solidFill>
                <a:highlight>
                  <a:srgbClr val="FFFFFF"/>
                </a:highlight>
              </a:rPr>
              <a:t>    d) Find </a:t>
            </a:r>
            <a:r>
              <a:rPr lang="en-IN" sz="2400" dirty="0"/>
              <a:t>Mean and variance. </a:t>
            </a:r>
            <a:endParaRPr lang="en-IN" sz="2800" dirty="0"/>
          </a:p>
        </p:txBody>
      </p:sp>
    </p:spTree>
    <p:extLst>
      <p:ext uri="{BB962C8B-B14F-4D97-AF65-F5344CB8AC3E}">
        <p14:creationId xmlns:p14="http://schemas.microsoft.com/office/powerpoint/2010/main" val="312249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Rectangle 4"/>
          <p:cNvSpPr/>
          <p:nvPr/>
        </p:nvSpPr>
        <p:spPr>
          <a:xfrm>
            <a:off x="609600" y="1295400"/>
            <a:ext cx="6934200" cy="3600986"/>
          </a:xfrm>
          <a:prstGeom prst="rect">
            <a:avLst/>
          </a:prstGeom>
        </p:spPr>
        <p:txBody>
          <a:bodyPr wrap="square">
            <a:spAutoFit/>
          </a:bodyPr>
          <a:lstStyle/>
          <a:p>
            <a:pPr algn="just"/>
            <a:r>
              <a:rPr lang="en-IN" sz="2000" dirty="0"/>
              <a:t>p=1/4, n=5, q=3/4; </a:t>
            </a:r>
          </a:p>
          <a:p>
            <a:pPr algn="just"/>
            <a:endParaRPr lang="en-IN" sz="2000" dirty="0"/>
          </a:p>
          <a:p>
            <a:pPr algn="just"/>
            <a:r>
              <a:rPr lang="en-IN" sz="2000" dirty="0"/>
              <a:t>a)P(X=3)= 45/512 = 0.08789</a:t>
            </a:r>
          </a:p>
          <a:p>
            <a:pPr algn="just"/>
            <a:endParaRPr lang="en-IN" sz="2000" dirty="0"/>
          </a:p>
          <a:p>
            <a:pPr algn="just"/>
            <a:r>
              <a:rPr lang="en-IN" sz="2000" dirty="0"/>
              <a:t>b) P(X&lt;=3)=63/64;</a:t>
            </a:r>
          </a:p>
          <a:p>
            <a:pPr algn="just"/>
            <a:endParaRPr lang="en-IN" sz="2000" dirty="0"/>
          </a:p>
          <a:p>
            <a:pPr algn="just"/>
            <a:r>
              <a:rPr lang="en-IN" sz="2000" dirty="0"/>
              <a:t>c) P(X&gt;=1)= 0.7627</a:t>
            </a:r>
          </a:p>
          <a:p>
            <a:pPr algn="just"/>
            <a:endParaRPr lang="en-IN" sz="2000" dirty="0"/>
          </a:p>
          <a:p>
            <a:pPr algn="just"/>
            <a:r>
              <a:rPr lang="en-IN" sz="2000" dirty="0"/>
              <a:t>d) Mean = 5/4</a:t>
            </a:r>
          </a:p>
          <a:p>
            <a:pPr algn="just"/>
            <a:r>
              <a:rPr lang="en-IN" sz="2000" dirty="0"/>
              <a:t>    Variance = 15/16.</a:t>
            </a:r>
          </a:p>
          <a:p>
            <a:endParaRPr lang="en-IN" sz="2800" dirty="0"/>
          </a:p>
        </p:txBody>
      </p:sp>
    </p:spTree>
    <p:extLst>
      <p:ext uri="{BB962C8B-B14F-4D97-AF65-F5344CB8AC3E}">
        <p14:creationId xmlns:p14="http://schemas.microsoft.com/office/powerpoint/2010/main" val="68154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a:cs typeface="Arial"/>
              </a:rPr>
              <a:t>Recall : </a:t>
            </a:r>
            <a:r>
              <a:rPr lang="en-US" dirty="0">
                <a:cs typeface="Arial"/>
              </a:rPr>
              <a:t>Binomial Distribution</a:t>
            </a:r>
            <a:endParaRPr lang="en-IN" dirty="0"/>
          </a:p>
        </p:txBody>
      </p:sp>
      <p:sp>
        <p:nvSpPr>
          <p:cNvPr id="6" name="Rectangle 5"/>
          <p:cNvSpPr>
            <a:spLocks noChangeArrowheads="1"/>
          </p:cNvSpPr>
          <p:nvPr/>
        </p:nvSpPr>
        <p:spPr bwMode="auto">
          <a:xfrm>
            <a:off x="609600" y="1295400"/>
            <a:ext cx="10896600" cy="3886200"/>
          </a:xfrm>
          <a:prstGeom prst="rect">
            <a:avLst/>
          </a:prstGeom>
          <a:solidFill>
            <a:srgbClr val="FFFFFF">
              <a:alpha val="60001"/>
            </a:srgbClr>
          </a:solidFill>
          <a:ln w="9525">
            <a:solidFill>
              <a:schemeClr val="tx1"/>
            </a:solidFill>
            <a:miter lim="800000"/>
            <a:headEnd/>
            <a:tailEnd/>
          </a:ln>
          <a:effectLst/>
        </p:spPr>
        <p:txBody>
          <a:bodyPr lIns="205740" tIns="102870" bIns="102870"/>
          <a:lstStyle/>
          <a:p>
            <a:pPr>
              <a:spcBef>
                <a:spcPct val="20000"/>
              </a:spcBef>
              <a:buClr>
                <a:prstClr val="black"/>
              </a:buClr>
              <a:buSzPct val="75000"/>
              <a:defRPr/>
            </a:pPr>
            <a:r>
              <a:rPr lang="en-US" sz="2400" dirty="0">
                <a:solidFill>
                  <a:prstClr val="black"/>
                </a:solidFill>
                <a:cs typeface="Arial"/>
              </a:rPr>
              <a:t>A </a:t>
            </a:r>
            <a:r>
              <a:rPr lang="en-US" sz="2400" b="1" dirty="0">
                <a:solidFill>
                  <a:srgbClr val="000099"/>
                </a:solidFill>
                <a:cs typeface="Arial"/>
              </a:rPr>
              <a:t>binomial experiment </a:t>
            </a:r>
            <a:r>
              <a:rPr lang="en-US" sz="2400" dirty="0">
                <a:solidFill>
                  <a:prstClr val="black"/>
                </a:solidFill>
                <a:cs typeface="Arial"/>
              </a:rPr>
              <a:t>is a probability experiment that satisfies the following conditions.</a:t>
            </a:r>
          </a:p>
          <a:p>
            <a:pPr>
              <a:spcBef>
                <a:spcPct val="20000"/>
              </a:spcBef>
              <a:buClr>
                <a:prstClr val="black"/>
              </a:buClr>
              <a:buSzPct val="75000"/>
              <a:defRPr/>
            </a:pPr>
            <a:endParaRPr lang="en-US" sz="2400" dirty="0">
              <a:solidFill>
                <a:prstClr val="black"/>
              </a:solidFill>
              <a:cs typeface="Arial"/>
            </a:endParaRPr>
          </a:p>
        </p:txBody>
      </p:sp>
      <p:sp>
        <p:nvSpPr>
          <p:cNvPr id="7" name="Text Box 4"/>
          <p:cNvSpPr txBox="1">
            <a:spLocks noChangeArrowheads="1"/>
          </p:cNvSpPr>
          <p:nvPr/>
        </p:nvSpPr>
        <p:spPr bwMode="auto">
          <a:xfrm>
            <a:off x="742949" y="2133600"/>
            <a:ext cx="10079237" cy="27515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465138" indent="-465138">
              <a:spcBef>
                <a:spcPct val="0"/>
              </a:spcBef>
              <a:defRPr sz="2400">
                <a:solidFill>
                  <a:schemeClr val="tx1"/>
                </a:solidFill>
                <a:latin typeface="Arial Narrow" charset="0"/>
                <a:ea typeface="ＭＳ Ｐゴシック" charset="0"/>
              </a:defRPr>
            </a:lvl1pPr>
            <a:lvl2pPr marL="579438">
              <a:spcBef>
                <a:spcPct val="0"/>
              </a:spcBef>
              <a:defRPr sz="2400">
                <a:solidFill>
                  <a:schemeClr val="tx1"/>
                </a:solidFill>
                <a:latin typeface="Arial Narrow" charset="0"/>
                <a:ea typeface="ＭＳ Ｐゴシック" charset="0"/>
              </a:defRPr>
            </a:lvl2pPr>
            <a:lvl3pPr>
              <a:spcBef>
                <a:spcPct val="0"/>
              </a:spcBef>
              <a:defRPr sz="2400">
                <a:solidFill>
                  <a:schemeClr val="tx1"/>
                </a:solidFill>
                <a:latin typeface="Arial Narrow" charset="0"/>
                <a:ea typeface="ＭＳ Ｐゴシック" charset="0"/>
              </a:defRPr>
            </a:lvl3pPr>
            <a:lvl4pPr>
              <a:spcBef>
                <a:spcPct val="0"/>
              </a:spcBef>
              <a:defRPr sz="2400">
                <a:solidFill>
                  <a:schemeClr val="tx1"/>
                </a:solidFill>
                <a:latin typeface="Arial Narrow" charset="0"/>
                <a:ea typeface="ＭＳ Ｐゴシック" charset="0"/>
              </a:defRPr>
            </a:lvl4pPr>
            <a:lvl5pPr>
              <a:spcBef>
                <a:spcPct val="0"/>
              </a:spcBef>
              <a:defRPr sz="2400">
                <a:solidFill>
                  <a:schemeClr val="tx1"/>
                </a:solidFill>
                <a:latin typeface="Arial Narrow" charset="0"/>
                <a:ea typeface="ＭＳ Ｐゴシック" charset="0"/>
              </a:defRPr>
            </a:lvl5pPr>
            <a:lvl6pPr fontAlgn="base">
              <a:spcBef>
                <a:spcPct val="0"/>
              </a:spcBef>
              <a:spcAft>
                <a:spcPct val="0"/>
              </a:spcAft>
              <a:defRPr sz="2400">
                <a:solidFill>
                  <a:schemeClr val="tx1"/>
                </a:solidFill>
                <a:latin typeface="Arial Narrow" charset="0"/>
                <a:ea typeface="ＭＳ Ｐゴシック" charset="0"/>
              </a:defRPr>
            </a:lvl6pPr>
            <a:lvl7pPr fontAlgn="base">
              <a:spcBef>
                <a:spcPct val="0"/>
              </a:spcBef>
              <a:spcAft>
                <a:spcPct val="0"/>
              </a:spcAft>
              <a:defRPr sz="2400">
                <a:solidFill>
                  <a:schemeClr val="tx1"/>
                </a:solidFill>
                <a:latin typeface="Arial Narrow" charset="0"/>
                <a:ea typeface="ＭＳ Ｐゴシック" charset="0"/>
              </a:defRPr>
            </a:lvl7pPr>
            <a:lvl8pPr fontAlgn="base">
              <a:spcBef>
                <a:spcPct val="0"/>
              </a:spcBef>
              <a:spcAft>
                <a:spcPct val="0"/>
              </a:spcAft>
              <a:defRPr sz="2400">
                <a:solidFill>
                  <a:schemeClr val="tx1"/>
                </a:solidFill>
                <a:latin typeface="Arial Narrow" charset="0"/>
                <a:ea typeface="ＭＳ Ｐゴシック" charset="0"/>
              </a:defRPr>
            </a:lvl8pPr>
            <a:lvl9pPr fontAlgn="base">
              <a:spcBef>
                <a:spcPct val="0"/>
              </a:spcBef>
              <a:spcAft>
                <a:spcPct val="0"/>
              </a:spcAft>
              <a:defRPr sz="2400">
                <a:solidFill>
                  <a:schemeClr val="tx1"/>
                </a:solidFill>
                <a:latin typeface="Arial Narrow" charset="0"/>
                <a:ea typeface="ＭＳ Ｐゴシック" charset="0"/>
              </a:defRPr>
            </a:lvl9pPr>
          </a:lstStyle>
          <a:p>
            <a:pPr algn="just">
              <a:spcBef>
                <a:spcPct val="40000"/>
              </a:spcBef>
              <a:defRPr/>
            </a:pPr>
            <a:r>
              <a:rPr lang="en-US" dirty="0">
                <a:solidFill>
                  <a:prstClr val="black"/>
                </a:solidFill>
                <a:latin typeface="+mn-lt"/>
              </a:rPr>
              <a:t>1.  The experiment is </a:t>
            </a:r>
            <a:r>
              <a:rPr lang="en-US" dirty="0">
                <a:solidFill>
                  <a:srgbClr val="FF0000"/>
                </a:solidFill>
                <a:latin typeface="+mn-lt"/>
              </a:rPr>
              <a:t>repeated</a:t>
            </a:r>
            <a:r>
              <a:rPr lang="en-US" dirty="0">
                <a:solidFill>
                  <a:prstClr val="black"/>
                </a:solidFill>
                <a:latin typeface="+mn-lt"/>
              </a:rPr>
              <a:t> for a fixed number of trials, where each trial is </a:t>
            </a:r>
            <a:r>
              <a:rPr lang="en-US" b="1" dirty="0">
                <a:solidFill>
                  <a:srgbClr val="FF0000"/>
                </a:solidFill>
                <a:latin typeface="+mn-lt"/>
              </a:rPr>
              <a:t>independen</a:t>
            </a:r>
            <a:r>
              <a:rPr lang="en-US" dirty="0">
                <a:solidFill>
                  <a:srgbClr val="FF0000"/>
                </a:solidFill>
                <a:latin typeface="+mn-lt"/>
              </a:rPr>
              <a:t>t</a:t>
            </a:r>
            <a:r>
              <a:rPr lang="en-US" dirty="0">
                <a:solidFill>
                  <a:prstClr val="black"/>
                </a:solidFill>
                <a:latin typeface="+mn-lt"/>
              </a:rPr>
              <a:t> of other trials.</a:t>
            </a:r>
          </a:p>
          <a:p>
            <a:pPr algn="just">
              <a:spcBef>
                <a:spcPct val="40000"/>
              </a:spcBef>
              <a:defRPr/>
            </a:pPr>
            <a:r>
              <a:rPr lang="en-US" dirty="0">
                <a:solidFill>
                  <a:prstClr val="black"/>
                </a:solidFill>
                <a:latin typeface="+mn-lt"/>
              </a:rPr>
              <a:t>2.  There are only </a:t>
            </a:r>
            <a:r>
              <a:rPr lang="en-US" dirty="0">
                <a:solidFill>
                  <a:srgbClr val="FF0000"/>
                </a:solidFill>
                <a:latin typeface="+mn-lt"/>
              </a:rPr>
              <a:t>two possible outcomes</a:t>
            </a:r>
            <a:r>
              <a:rPr lang="en-US" dirty="0">
                <a:solidFill>
                  <a:prstClr val="black"/>
                </a:solidFill>
                <a:latin typeface="+mn-lt"/>
              </a:rPr>
              <a:t> of interest for each trial.  The outcomes can be classified as a success (</a:t>
            </a:r>
            <a:r>
              <a:rPr lang="en-US" i="1" dirty="0">
                <a:solidFill>
                  <a:prstClr val="black"/>
                </a:solidFill>
                <a:latin typeface="+mn-lt"/>
              </a:rPr>
              <a:t>S</a:t>
            </a:r>
            <a:r>
              <a:rPr lang="en-US" dirty="0">
                <a:solidFill>
                  <a:prstClr val="black"/>
                </a:solidFill>
                <a:latin typeface="+mn-lt"/>
              </a:rPr>
              <a:t>) or as a failure (</a:t>
            </a:r>
            <a:r>
              <a:rPr lang="en-US" i="1" dirty="0">
                <a:solidFill>
                  <a:prstClr val="black"/>
                </a:solidFill>
                <a:latin typeface="+mn-lt"/>
              </a:rPr>
              <a:t>F</a:t>
            </a:r>
            <a:r>
              <a:rPr lang="en-US" dirty="0">
                <a:solidFill>
                  <a:prstClr val="black"/>
                </a:solidFill>
                <a:latin typeface="+mn-lt"/>
              </a:rPr>
              <a:t>).</a:t>
            </a:r>
          </a:p>
          <a:p>
            <a:pPr algn="just">
              <a:spcBef>
                <a:spcPct val="40000"/>
              </a:spcBef>
              <a:defRPr/>
            </a:pPr>
            <a:r>
              <a:rPr lang="en-US" dirty="0">
                <a:solidFill>
                  <a:prstClr val="black"/>
                </a:solidFill>
                <a:latin typeface="+mn-lt"/>
              </a:rPr>
              <a:t>3.	The probability of a success </a:t>
            </a:r>
            <a:r>
              <a:rPr lang="en-US" i="1" dirty="0">
                <a:solidFill>
                  <a:prstClr val="black"/>
                </a:solidFill>
                <a:latin typeface="+mn-lt"/>
              </a:rPr>
              <a:t>P</a:t>
            </a:r>
            <a:r>
              <a:rPr lang="en-US" dirty="0">
                <a:solidFill>
                  <a:prstClr val="black"/>
                </a:solidFill>
                <a:latin typeface="+mn-lt"/>
              </a:rPr>
              <a:t> (</a:t>
            </a:r>
            <a:r>
              <a:rPr lang="en-US" i="1" dirty="0">
                <a:solidFill>
                  <a:prstClr val="black"/>
                </a:solidFill>
                <a:latin typeface="+mn-lt"/>
              </a:rPr>
              <a:t>S</a:t>
            </a:r>
            <a:r>
              <a:rPr lang="en-US" dirty="0">
                <a:solidFill>
                  <a:prstClr val="black"/>
                </a:solidFill>
                <a:latin typeface="+mn-lt"/>
              </a:rPr>
              <a:t>) is the same for each trial.</a:t>
            </a:r>
          </a:p>
          <a:p>
            <a:pPr algn="just">
              <a:spcBef>
                <a:spcPct val="40000"/>
              </a:spcBef>
              <a:defRPr/>
            </a:pPr>
            <a:r>
              <a:rPr lang="en-US" dirty="0">
                <a:solidFill>
                  <a:prstClr val="black"/>
                </a:solidFill>
                <a:latin typeface="+mn-lt"/>
              </a:rPr>
              <a:t>4.	The random variable </a:t>
            </a:r>
            <a:r>
              <a:rPr lang="en-US" i="1" dirty="0">
                <a:solidFill>
                  <a:prstClr val="black"/>
                </a:solidFill>
                <a:latin typeface="+mn-lt"/>
              </a:rPr>
              <a:t>x</a:t>
            </a:r>
            <a:r>
              <a:rPr lang="en-US" dirty="0">
                <a:solidFill>
                  <a:prstClr val="black"/>
                </a:solidFill>
                <a:latin typeface="+mn-lt"/>
              </a:rPr>
              <a:t> counts the number of successful trials.</a:t>
            </a:r>
          </a:p>
        </p:txBody>
      </p:sp>
    </p:spTree>
    <p:extLst>
      <p:ext uri="{BB962C8B-B14F-4D97-AF65-F5344CB8AC3E}">
        <p14:creationId xmlns:p14="http://schemas.microsoft.com/office/powerpoint/2010/main" val="1558008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1800" dirty="0">
                <a:solidFill>
                  <a:srgbClr val="00B0F0"/>
                </a:solidFill>
                <a:latin typeface="Helvetica Neue"/>
                <a:cs typeface="Helvetica" panose="020B0604020202020204" pitchFamily="34" charset="0"/>
              </a:rPr>
            </a:br>
            <a:r>
              <a:rPr lang="en-US" sz="1800" dirty="0">
                <a:solidFill>
                  <a:srgbClr val="00B0F0"/>
                </a:solidFill>
                <a:latin typeface="Helvetica Neue"/>
                <a:cs typeface="Helvetica" panose="020B0604020202020204" pitchFamily="34" charset="0"/>
              </a:rPr>
              <a:t>     </a:t>
            </a:r>
            <a:r>
              <a:rPr lang="en-US" dirty="0">
                <a:cs typeface="Helvetica" panose="020B0604020202020204" pitchFamily="34" charset="0"/>
              </a:rPr>
              <a:t>Poisson Distribution</a:t>
            </a:r>
            <a:endParaRPr lang="en-IN" dirty="0"/>
          </a:p>
        </p:txBody>
      </p:sp>
      <p:sp>
        <p:nvSpPr>
          <p:cNvPr id="5" name="Round Diagonal Corner Rectangle 4"/>
          <p:cNvSpPr/>
          <p:nvPr/>
        </p:nvSpPr>
        <p:spPr>
          <a:xfrm>
            <a:off x="847725" y="3810000"/>
            <a:ext cx="2016649"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6" name="Group 7"/>
          <p:cNvGrpSpPr/>
          <p:nvPr/>
        </p:nvGrpSpPr>
        <p:grpSpPr>
          <a:xfrm rot="5400000">
            <a:off x="5879303" y="1249659"/>
            <a:ext cx="923617" cy="6319290"/>
            <a:chOff x="365910" y="3029864"/>
            <a:chExt cx="7067429" cy="629858"/>
          </a:xfrm>
          <a:effectLst>
            <a:outerShdw blurRad="101600" sx="102000" sy="102000" algn="ctr" rotWithShape="0">
              <a:prstClr val="black">
                <a:alpha val="26000"/>
              </a:prstClr>
            </a:outerShdw>
          </a:effectLst>
        </p:grpSpPr>
        <p:sp>
          <p:nvSpPr>
            <p:cNvPr id="7" name="Rectangle 6"/>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b="1" dirty="0">
                  <a:solidFill>
                    <a:prstClr val="black"/>
                  </a:solidFill>
                  <a:cs typeface="Arial" charset="0"/>
                </a:rPr>
                <a:t>A random variable ‘X’ is said to have Poisson distribution if its probability mass function is given by</a:t>
              </a:r>
              <a:endParaRPr lang="en-US" sz="2000" b="1" dirty="0">
                <a:solidFill>
                  <a:prstClr val="black"/>
                </a:solidFill>
              </a:endParaRPr>
            </a:p>
          </p:txBody>
        </p:sp>
        <p:sp>
          <p:nvSpPr>
            <p:cNvPr id="8" name="Rectangle 7"/>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9" name="Rectangle 8"/>
            <p:cNvSpPr/>
            <p:nvPr/>
          </p:nvSpPr>
          <p:spPr>
            <a:xfrm rot="16200000">
              <a:off x="7033212" y="3259589"/>
              <a:ext cx="629852" cy="170402"/>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0" name="Group 16"/>
          <p:cNvGrpSpPr/>
          <p:nvPr/>
        </p:nvGrpSpPr>
        <p:grpSpPr>
          <a:xfrm>
            <a:off x="1218674" y="4252590"/>
            <a:ext cx="1962792" cy="291734"/>
            <a:chOff x="1965255" y="2633483"/>
            <a:chExt cx="1197863" cy="1179049"/>
          </a:xfrm>
        </p:grpSpPr>
        <p:cxnSp>
          <p:nvCxnSpPr>
            <p:cNvPr id="11" name="Straight Connector 10"/>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9"/>
          <p:cNvGrpSpPr/>
          <p:nvPr/>
        </p:nvGrpSpPr>
        <p:grpSpPr>
          <a:xfrm rot="5400000">
            <a:off x="5365250" y="3876984"/>
            <a:ext cx="1469805" cy="3784354"/>
            <a:chOff x="525566" y="3029864"/>
            <a:chExt cx="7236859" cy="629856"/>
          </a:xfrm>
          <a:effectLst>
            <a:outerShdw blurRad="101600" sx="102000" sy="102000" algn="ctr" rotWithShape="0">
              <a:prstClr val="black">
                <a:alpha val="26000"/>
              </a:prstClr>
            </a:outerShdw>
          </a:effectLst>
        </p:grpSpPr>
        <p:sp>
          <p:nvSpPr>
            <p:cNvPr id="14" name="Rectangle 13"/>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5" name="Rectangle 14"/>
            <p:cNvSpPr/>
            <p:nvPr/>
          </p:nvSpPr>
          <p:spPr>
            <a:xfrm rot="16200000" flipV="1">
              <a:off x="340644" y="3214786"/>
              <a:ext cx="629852" cy="260007"/>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6" name="Rectangle 15"/>
            <p:cNvSpPr/>
            <p:nvPr/>
          </p:nvSpPr>
          <p:spPr>
            <a:xfrm rot="16200000">
              <a:off x="7317497" y="3214787"/>
              <a:ext cx="629852"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7" name="Group 23"/>
          <p:cNvGrpSpPr/>
          <p:nvPr/>
        </p:nvGrpSpPr>
        <p:grpSpPr>
          <a:xfrm>
            <a:off x="3485241" y="4868080"/>
            <a:ext cx="681529" cy="443681"/>
            <a:chOff x="1965255" y="2633483"/>
            <a:chExt cx="1197863" cy="1179049"/>
          </a:xfrm>
        </p:grpSpPr>
        <p:cxnSp>
          <p:nvCxnSpPr>
            <p:cNvPr id="18" name="Straight Connector 17"/>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20" name="Picture 19"/>
          <p:cNvPicPr>
            <a:picLocks noChangeAspect="1"/>
          </p:cNvPicPr>
          <p:nvPr/>
        </p:nvPicPr>
        <p:blipFill>
          <a:blip r:embed="rId2"/>
          <a:stretch>
            <a:fillRect/>
          </a:stretch>
        </p:blipFill>
        <p:spPr>
          <a:xfrm>
            <a:off x="4398980" y="5159420"/>
            <a:ext cx="3402323" cy="1187720"/>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AB38644-6085-48C7-AAE5-A09F2C77791E}"/>
                  </a:ext>
                </a:extLst>
              </p:cNvPr>
              <p:cNvSpPr txBox="1"/>
              <p:nvPr/>
            </p:nvSpPr>
            <p:spPr>
              <a:xfrm>
                <a:off x="990600" y="1029831"/>
                <a:ext cx="10210800" cy="224676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Poisson distribution is suitable for </a:t>
                </a: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rare events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for which the probability of occurrence ‘p’ is very small and the number of trials ‘n’ is very large.</a:t>
                </a:r>
              </a:p>
              <a:p>
                <a:pPr marL="0" marR="0" lvl="0" indent="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Also, binomial distribution can be approximated by Poisson distribution when    n</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sym typeface="Symbol"/>
                  </a:rPr>
                  <a:t> and</a:t>
                </a:r>
              </a:p>
              <a:p>
                <a:pPr marL="0" marR="0" lvl="0" indent="0" algn="just" defTabSz="914400" rtl="0" eaLnBrk="1" fontAlgn="auto" latinLnBrk="0" hangingPunct="1">
                  <a:lnSpc>
                    <a:spcPct val="150000"/>
                  </a:lnSpc>
                  <a:spcBef>
                    <a:spcPts val="0"/>
                  </a:spcBef>
                  <a:spcAft>
                    <a:spcPts val="0"/>
                  </a:spcAft>
                  <a:buClrTx/>
                  <a:buSzTx/>
                  <a:tabLst/>
                  <a:defRPr/>
                </a:pPr>
                <a:r>
                  <a:rPr lang="en-US" sz="2000" dirty="0">
                    <a:solidFill>
                      <a:prstClr val="black"/>
                    </a:solidFill>
                    <a:latin typeface="Calibri"/>
                    <a:cs typeface="Times New Roman" pitchFamily="18" charset="0"/>
                    <a:sym typeface="Symbol"/>
                  </a:rPr>
                  <a:t>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sym typeface="Symbol"/>
                  </a:rPr>
                  <a:t> p 0 such that = np = constant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Calibri"/>
                    <a:ea typeface="+mn-ea"/>
                    <a:cs typeface="+mn-cs"/>
                  </a:rPr>
                  <a:t>The approximation is more accurate if n</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≥100 </m:t>
                    </m:r>
                  </m:oMath>
                </a14:m>
                <a:r>
                  <a:rPr kumimoji="0" lang="en-US" sz="2000" b="0" i="0" u="none" strike="noStrike" kern="1200" cap="none" spc="0" normalizeH="0" baseline="0" noProof="0" dirty="0">
                    <a:ln>
                      <a:noFill/>
                    </a:ln>
                    <a:solidFill>
                      <a:srgbClr val="FF0000"/>
                    </a:solidFill>
                    <a:effectLst/>
                    <a:uLnTx/>
                    <a:uFillTx/>
                    <a:latin typeface="Calibri"/>
                    <a:ea typeface="+mn-ea"/>
                    <a:cs typeface="+mn-cs"/>
                  </a:rPr>
                  <a:t>and as long as np</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≤10</m:t>
                    </m:r>
                  </m:oMath>
                </a14:m>
                <a:endParaRPr kumimoji="0" lang="en-US" sz="2000" b="0" i="0" u="none" strike="noStrike" kern="1200" cap="none" spc="0" normalizeH="0" baseline="0" noProof="0" dirty="0">
                  <a:ln>
                    <a:noFill/>
                  </a:ln>
                  <a:solidFill>
                    <a:srgbClr val="FF0000"/>
                  </a:solidFill>
                  <a:effectLst/>
                  <a:uLnTx/>
                  <a:uFillTx/>
                  <a:latin typeface="Calibri"/>
                  <a:ea typeface="+mn-ea"/>
                  <a:cs typeface="+mn-cs"/>
                </a:endParaRPr>
              </a:p>
            </p:txBody>
          </p:sp>
        </mc:Choice>
        <mc:Fallback xmlns="">
          <p:sp>
            <p:nvSpPr>
              <p:cNvPr id="22" name="TextBox 21">
                <a:extLst>
                  <a:ext uri="{FF2B5EF4-FFF2-40B4-BE49-F238E27FC236}">
                    <a16:creationId xmlns:a16="http://schemas.microsoft.com/office/drawing/2014/main" id="{EAB38644-6085-48C7-AAE5-A09F2C77791E}"/>
                  </a:ext>
                </a:extLst>
              </p:cNvPr>
              <p:cNvSpPr txBox="1">
                <a:spLocks noRot="1" noChangeAspect="1" noMove="1" noResize="1" noEditPoints="1" noAdjustHandles="1" noChangeArrowheads="1" noChangeShapeType="1" noTextEdit="1"/>
              </p:cNvSpPr>
              <p:nvPr/>
            </p:nvSpPr>
            <p:spPr>
              <a:xfrm>
                <a:off x="990600" y="1029831"/>
                <a:ext cx="10210800" cy="2246769"/>
              </a:xfrm>
              <a:prstGeom prst="rect">
                <a:avLst/>
              </a:prstGeom>
              <a:blipFill>
                <a:blip r:embed="rId3"/>
                <a:stretch>
                  <a:fillRect l="-657" r="-597" b="-3794"/>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75C1F7EE-A34A-7098-9BEB-97E86C9E8388}"/>
                  </a:ext>
                </a:extLst>
              </p14:cNvPr>
              <p14:cNvContentPartPr/>
              <p14:nvPr/>
            </p14:nvContentPartPr>
            <p14:xfrm>
              <a:off x="4675435" y="1504630"/>
              <a:ext cx="1806480" cy="178560"/>
            </p14:xfrm>
          </p:contentPart>
        </mc:Choice>
        <mc:Fallback>
          <p:pic>
            <p:nvPicPr>
              <p:cNvPr id="3" name="Ink 2">
                <a:extLst>
                  <a:ext uri="{FF2B5EF4-FFF2-40B4-BE49-F238E27FC236}">
                    <a16:creationId xmlns:a16="http://schemas.microsoft.com/office/drawing/2014/main" id="{75C1F7EE-A34A-7098-9BEB-97E86C9E8388}"/>
                  </a:ext>
                </a:extLst>
              </p:cNvPr>
              <p:cNvPicPr/>
              <p:nvPr/>
            </p:nvPicPr>
            <p:blipFill>
              <a:blip r:embed="rId5"/>
              <a:stretch>
                <a:fillRect/>
              </a:stretch>
            </p:blipFill>
            <p:spPr>
              <a:xfrm>
                <a:off x="4669315" y="1498510"/>
                <a:ext cx="18187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4A50E15E-CE03-C04C-6B96-7DBDD11DA4A0}"/>
                  </a:ext>
                </a:extLst>
              </p14:cNvPr>
              <p14:cNvContentPartPr/>
              <p14:nvPr/>
            </p14:nvContentPartPr>
            <p14:xfrm>
              <a:off x="4238755" y="1954990"/>
              <a:ext cx="2072880" cy="125640"/>
            </p14:xfrm>
          </p:contentPart>
        </mc:Choice>
        <mc:Fallback>
          <p:pic>
            <p:nvPicPr>
              <p:cNvPr id="4" name="Ink 3">
                <a:extLst>
                  <a:ext uri="{FF2B5EF4-FFF2-40B4-BE49-F238E27FC236}">
                    <a16:creationId xmlns:a16="http://schemas.microsoft.com/office/drawing/2014/main" id="{4A50E15E-CE03-C04C-6B96-7DBDD11DA4A0}"/>
                  </a:ext>
                </a:extLst>
              </p:cNvPr>
              <p:cNvPicPr/>
              <p:nvPr/>
            </p:nvPicPr>
            <p:blipFill>
              <a:blip r:embed="rId7"/>
              <a:stretch>
                <a:fillRect/>
              </a:stretch>
            </p:blipFill>
            <p:spPr>
              <a:xfrm>
                <a:off x="4232635" y="1948870"/>
                <a:ext cx="20851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1" name="Ink 20">
                <a:extLst>
                  <a:ext uri="{FF2B5EF4-FFF2-40B4-BE49-F238E27FC236}">
                    <a16:creationId xmlns:a16="http://schemas.microsoft.com/office/drawing/2014/main" id="{7B9910E6-0DA5-99A9-F0EF-29DA9E160F38}"/>
                  </a:ext>
                </a:extLst>
              </p14:cNvPr>
              <p14:cNvContentPartPr/>
              <p14:nvPr/>
            </p14:nvContentPartPr>
            <p14:xfrm>
              <a:off x="7792315" y="1468270"/>
              <a:ext cx="3447360" cy="177480"/>
            </p14:xfrm>
          </p:contentPart>
        </mc:Choice>
        <mc:Fallback>
          <p:pic>
            <p:nvPicPr>
              <p:cNvPr id="21" name="Ink 20">
                <a:extLst>
                  <a:ext uri="{FF2B5EF4-FFF2-40B4-BE49-F238E27FC236}">
                    <a16:creationId xmlns:a16="http://schemas.microsoft.com/office/drawing/2014/main" id="{7B9910E6-0DA5-99A9-F0EF-29DA9E160F38}"/>
                  </a:ext>
                </a:extLst>
              </p:cNvPr>
              <p:cNvPicPr/>
              <p:nvPr/>
            </p:nvPicPr>
            <p:blipFill>
              <a:blip r:embed="rId9"/>
              <a:stretch>
                <a:fillRect/>
              </a:stretch>
            </p:blipFill>
            <p:spPr>
              <a:xfrm>
                <a:off x="7786195" y="1462150"/>
                <a:ext cx="345960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4" name="Ink 23">
                <a:extLst>
                  <a:ext uri="{FF2B5EF4-FFF2-40B4-BE49-F238E27FC236}">
                    <a16:creationId xmlns:a16="http://schemas.microsoft.com/office/drawing/2014/main" id="{42D5C06F-D64C-0568-4309-A52C937FCDA3}"/>
                  </a:ext>
                </a:extLst>
              </p14:cNvPr>
              <p14:cNvContentPartPr/>
              <p14:nvPr/>
            </p14:nvContentPartPr>
            <p14:xfrm>
              <a:off x="983995" y="1886590"/>
              <a:ext cx="1162080" cy="135720"/>
            </p14:xfrm>
          </p:contentPart>
        </mc:Choice>
        <mc:Fallback>
          <p:pic>
            <p:nvPicPr>
              <p:cNvPr id="24" name="Ink 23">
                <a:extLst>
                  <a:ext uri="{FF2B5EF4-FFF2-40B4-BE49-F238E27FC236}">
                    <a16:creationId xmlns:a16="http://schemas.microsoft.com/office/drawing/2014/main" id="{42D5C06F-D64C-0568-4309-A52C937FCDA3}"/>
                  </a:ext>
                </a:extLst>
              </p:cNvPr>
              <p:cNvPicPr/>
              <p:nvPr/>
            </p:nvPicPr>
            <p:blipFill>
              <a:blip r:embed="rId11"/>
              <a:stretch>
                <a:fillRect/>
              </a:stretch>
            </p:blipFill>
            <p:spPr>
              <a:xfrm>
                <a:off x="977875" y="1880470"/>
                <a:ext cx="117432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5" name="Ink 24">
                <a:extLst>
                  <a:ext uri="{FF2B5EF4-FFF2-40B4-BE49-F238E27FC236}">
                    <a16:creationId xmlns:a16="http://schemas.microsoft.com/office/drawing/2014/main" id="{33763875-F5F5-85AB-D5D1-100972472419}"/>
                  </a:ext>
                </a:extLst>
              </p14:cNvPr>
              <p14:cNvContentPartPr/>
              <p14:nvPr/>
            </p14:nvContentPartPr>
            <p14:xfrm>
              <a:off x="1851955" y="2292310"/>
              <a:ext cx="8948160" cy="232560"/>
            </p14:xfrm>
          </p:contentPart>
        </mc:Choice>
        <mc:Fallback>
          <p:pic>
            <p:nvPicPr>
              <p:cNvPr id="25" name="Ink 24">
                <a:extLst>
                  <a:ext uri="{FF2B5EF4-FFF2-40B4-BE49-F238E27FC236}">
                    <a16:creationId xmlns:a16="http://schemas.microsoft.com/office/drawing/2014/main" id="{33763875-F5F5-85AB-D5D1-100972472419}"/>
                  </a:ext>
                </a:extLst>
              </p:cNvPr>
              <p:cNvPicPr/>
              <p:nvPr/>
            </p:nvPicPr>
            <p:blipFill>
              <a:blip r:embed="rId13"/>
              <a:stretch>
                <a:fillRect/>
              </a:stretch>
            </p:blipFill>
            <p:spPr>
              <a:xfrm>
                <a:off x="1845835" y="2286190"/>
                <a:ext cx="896040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6" name="Ink 25">
                <a:extLst>
                  <a:ext uri="{FF2B5EF4-FFF2-40B4-BE49-F238E27FC236}">
                    <a16:creationId xmlns:a16="http://schemas.microsoft.com/office/drawing/2014/main" id="{6F83DFBA-56D4-8D1D-40D5-3036AC552C5B}"/>
                  </a:ext>
                </a:extLst>
              </p14:cNvPr>
              <p14:cNvContentPartPr/>
              <p14:nvPr/>
            </p14:nvContentPartPr>
            <p14:xfrm>
              <a:off x="1248235" y="2710630"/>
              <a:ext cx="3509640" cy="250920"/>
            </p14:xfrm>
          </p:contentPart>
        </mc:Choice>
        <mc:Fallback>
          <p:pic>
            <p:nvPicPr>
              <p:cNvPr id="26" name="Ink 25">
                <a:extLst>
                  <a:ext uri="{FF2B5EF4-FFF2-40B4-BE49-F238E27FC236}">
                    <a16:creationId xmlns:a16="http://schemas.microsoft.com/office/drawing/2014/main" id="{6F83DFBA-56D4-8D1D-40D5-3036AC552C5B}"/>
                  </a:ext>
                </a:extLst>
              </p:cNvPr>
              <p:cNvPicPr/>
              <p:nvPr/>
            </p:nvPicPr>
            <p:blipFill>
              <a:blip r:embed="rId15"/>
              <a:stretch>
                <a:fillRect/>
              </a:stretch>
            </p:blipFill>
            <p:spPr>
              <a:xfrm>
                <a:off x="1242115" y="2704510"/>
                <a:ext cx="35218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7" name="Ink 26">
                <a:extLst>
                  <a:ext uri="{FF2B5EF4-FFF2-40B4-BE49-F238E27FC236}">
                    <a16:creationId xmlns:a16="http://schemas.microsoft.com/office/drawing/2014/main" id="{2B61207C-40A3-7CC3-5207-B5C147AE2A98}"/>
                  </a:ext>
                </a:extLst>
              </p14:cNvPr>
              <p14:cNvContentPartPr/>
              <p14:nvPr/>
            </p14:nvContentPartPr>
            <p14:xfrm>
              <a:off x="3194755" y="2428030"/>
              <a:ext cx="144720" cy="158760"/>
            </p14:xfrm>
          </p:contentPart>
        </mc:Choice>
        <mc:Fallback>
          <p:pic>
            <p:nvPicPr>
              <p:cNvPr id="27" name="Ink 26">
                <a:extLst>
                  <a:ext uri="{FF2B5EF4-FFF2-40B4-BE49-F238E27FC236}">
                    <a16:creationId xmlns:a16="http://schemas.microsoft.com/office/drawing/2014/main" id="{2B61207C-40A3-7CC3-5207-B5C147AE2A98}"/>
                  </a:ext>
                </a:extLst>
              </p:cNvPr>
              <p:cNvPicPr/>
              <p:nvPr/>
            </p:nvPicPr>
            <p:blipFill>
              <a:blip r:embed="rId17"/>
              <a:stretch>
                <a:fillRect/>
              </a:stretch>
            </p:blipFill>
            <p:spPr>
              <a:xfrm>
                <a:off x="3188635" y="2421910"/>
                <a:ext cx="156960" cy="171000"/>
              </a:xfrm>
              <a:prstGeom prst="rect">
                <a:avLst/>
              </a:prstGeom>
            </p:spPr>
          </p:pic>
        </mc:Fallback>
      </mc:AlternateContent>
      <p:grpSp>
        <p:nvGrpSpPr>
          <p:cNvPr id="33" name="Group 32">
            <a:extLst>
              <a:ext uri="{FF2B5EF4-FFF2-40B4-BE49-F238E27FC236}">
                <a16:creationId xmlns:a16="http://schemas.microsoft.com/office/drawing/2014/main" id="{0208B564-FBF1-1FD2-7C9A-182F998DF2A0}"/>
              </a:ext>
            </a:extLst>
          </p:cNvPr>
          <p:cNvGrpSpPr/>
          <p:nvPr/>
        </p:nvGrpSpPr>
        <p:grpSpPr>
          <a:xfrm>
            <a:off x="3365035" y="2877670"/>
            <a:ext cx="5152320" cy="486360"/>
            <a:chOff x="3365035" y="2877670"/>
            <a:chExt cx="5152320" cy="486360"/>
          </a:xfrm>
        </p:grpSpPr>
        <mc:AlternateContent xmlns:mc="http://schemas.openxmlformats.org/markup-compatibility/2006">
          <mc:Choice xmlns:p14="http://schemas.microsoft.com/office/powerpoint/2010/main" Requires="p14">
            <p:contentPart p14:bwMode="auto" r:id="rId18">
              <p14:nvContentPartPr>
                <p14:cNvPr id="28" name="Ink 27">
                  <a:extLst>
                    <a:ext uri="{FF2B5EF4-FFF2-40B4-BE49-F238E27FC236}">
                      <a16:creationId xmlns:a16="http://schemas.microsoft.com/office/drawing/2014/main" id="{3D6F638E-9EC2-585C-E29F-785AE1A626A7}"/>
                    </a:ext>
                  </a:extLst>
                </p14:cNvPr>
                <p14:cNvContentPartPr/>
                <p14:nvPr/>
              </p14:nvContentPartPr>
              <p14:xfrm>
                <a:off x="3426235" y="2877670"/>
                <a:ext cx="14760" cy="217440"/>
              </p14:xfrm>
            </p:contentPart>
          </mc:Choice>
          <mc:Fallback>
            <p:pic>
              <p:nvPicPr>
                <p:cNvPr id="28" name="Ink 27">
                  <a:extLst>
                    <a:ext uri="{FF2B5EF4-FFF2-40B4-BE49-F238E27FC236}">
                      <a16:creationId xmlns:a16="http://schemas.microsoft.com/office/drawing/2014/main" id="{3D6F638E-9EC2-585C-E29F-785AE1A626A7}"/>
                    </a:ext>
                  </a:extLst>
                </p:cNvPr>
                <p:cNvPicPr/>
                <p:nvPr/>
              </p:nvPicPr>
              <p:blipFill>
                <a:blip r:embed="rId19"/>
                <a:stretch>
                  <a:fillRect/>
                </a:stretch>
              </p:blipFill>
              <p:spPr>
                <a:xfrm>
                  <a:off x="3420115" y="2871550"/>
                  <a:ext cx="270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Ink 28">
                  <a:extLst>
                    <a:ext uri="{FF2B5EF4-FFF2-40B4-BE49-F238E27FC236}">
                      <a16:creationId xmlns:a16="http://schemas.microsoft.com/office/drawing/2014/main" id="{04F97FD6-55BE-473D-977F-DC3CE15E3592}"/>
                    </a:ext>
                  </a:extLst>
                </p14:cNvPr>
                <p14:cNvContentPartPr/>
                <p14:nvPr/>
              </p14:nvContentPartPr>
              <p14:xfrm>
                <a:off x="3365035" y="2970550"/>
                <a:ext cx="114120" cy="129600"/>
              </p14:xfrm>
            </p:contentPart>
          </mc:Choice>
          <mc:Fallback>
            <p:pic>
              <p:nvPicPr>
                <p:cNvPr id="29" name="Ink 28">
                  <a:extLst>
                    <a:ext uri="{FF2B5EF4-FFF2-40B4-BE49-F238E27FC236}">
                      <a16:creationId xmlns:a16="http://schemas.microsoft.com/office/drawing/2014/main" id="{04F97FD6-55BE-473D-977F-DC3CE15E3592}"/>
                    </a:ext>
                  </a:extLst>
                </p:cNvPr>
                <p:cNvPicPr/>
                <p:nvPr/>
              </p:nvPicPr>
              <p:blipFill>
                <a:blip r:embed="rId21"/>
                <a:stretch>
                  <a:fillRect/>
                </a:stretch>
              </p:blipFill>
              <p:spPr>
                <a:xfrm>
                  <a:off x="3358915" y="2964430"/>
                  <a:ext cx="12636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1" name="Ink 30">
                  <a:extLst>
                    <a:ext uri="{FF2B5EF4-FFF2-40B4-BE49-F238E27FC236}">
                      <a16:creationId xmlns:a16="http://schemas.microsoft.com/office/drawing/2014/main" id="{0499F82F-6CD0-69AA-DFF3-B08A0C47589F}"/>
                    </a:ext>
                  </a:extLst>
                </p14:cNvPr>
                <p14:cNvContentPartPr/>
                <p14:nvPr/>
              </p14:nvContentPartPr>
              <p14:xfrm>
                <a:off x="4960195" y="3252790"/>
                <a:ext cx="1010520" cy="111240"/>
              </p14:xfrm>
            </p:contentPart>
          </mc:Choice>
          <mc:Fallback>
            <p:pic>
              <p:nvPicPr>
                <p:cNvPr id="31" name="Ink 30">
                  <a:extLst>
                    <a:ext uri="{FF2B5EF4-FFF2-40B4-BE49-F238E27FC236}">
                      <a16:creationId xmlns:a16="http://schemas.microsoft.com/office/drawing/2014/main" id="{0499F82F-6CD0-69AA-DFF3-B08A0C47589F}"/>
                    </a:ext>
                  </a:extLst>
                </p:cNvPr>
                <p:cNvPicPr/>
                <p:nvPr/>
              </p:nvPicPr>
              <p:blipFill>
                <a:blip r:embed="rId23"/>
                <a:stretch>
                  <a:fillRect/>
                </a:stretch>
              </p:blipFill>
              <p:spPr>
                <a:xfrm>
                  <a:off x="4954075" y="3246670"/>
                  <a:ext cx="102276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 name="Ink 31">
                  <a:extLst>
                    <a:ext uri="{FF2B5EF4-FFF2-40B4-BE49-F238E27FC236}">
                      <a16:creationId xmlns:a16="http://schemas.microsoft.com/office/drawing/2014/main" id="{92CD9FDF-E696-B223-AF7E-2FE053FA6323}"/>
                    </a:ext>
                  </a:extLst>
                </p14:cNvPr>
                <p14:cNvContentPartPr/>
                <p14:nvPr/>
              </p14:nvContentPartPr>
              <p14:xfrm>
                <a:off x="7188955" y="3132910"/>
                <a:ext cx="1328400" cy="202320"/>
              </p14:xfrm>
            </p:contentPart>
          </mc:Choice>
          <mc:Fallback>
            <p:pic>
              <p:nvPicPr>
                <p:cNvPr id="32" name="Ink 31">
                  <a:extLst>
                    <a:ext uri="{FF2B5EF4-FFF2-40B4-BE49-F238E27FC236}">
                      <a16:creationId xmlns:a16="http://schemas.microsoft.com/office/drawing/2014/main" id="{92CD9FDF-E696-B223-AF7E-2FE053FA6323}"/>
                    </a:ext>
                  </a:extLst>
                </p:cNvPr>
                <p:cNvPicPr/>
                <p:nvPr/>
              </p:nvPicPr>
              <p:blipFill>
                <a:blip r:embed="rId25"/>
                <a:stretch>
                  <a:fillRect/>
                </a:stretch>
              </p:blipFill>
              <p:spPr>
                <a:xfrm>
                  <a:off x="7182835" y="3126790"/>
                  <a:ext cx="1340640" cy="214560"/>
                </a:xfrm>
                <a:prstGeom prst="rect">
                  <a:avLst/>
                </a:prstGeom>
              </p:spPr>
            </p:pic>
          </mc:Fallback>
        </mc:AlternateContent>
      </p:grpSp>
      <p:grpSp>
        <p:nvGrpSpPr>
          <p:cNvPr id="40" name="Group 39">
            <a:extLst>
              <a:ext uri="{FF2B5EF4-FFF2-40B4-BE49-F238E27FC236}">
                <a16:creationId xmlns:a16="http://schemas.microsoft.com/office/drawing/2014/main" id="{5D7FF8BD-73BA-31B1-F5B5-C0C3BF4C52E7}"/>
              </a:ext>
            </a:extLst>
          </p:cNvPr>
          <p:cNvGrpSpPr/>
          <p:nvPr/>
        </p:nvGrpSpPr>
        <p:grpSpPr>
          <a:xfrm>
            <a:off x="6368155" y="5505670"/>
            <a:ext cx="2086560" cy="218880"/>
            <a:chOff x="6368155" y="5505670"/>
            <a:chExt cx="2086560" cy="218880"/>
          </a:xfrm>
        </p:grpSpPr>
        <mc:AlternateContent xmlns:mc="http://schemas.openxmlformats.org/markup-compatibility/2006">
          <mc:Choice xmlns:p14="http://schemas.microsoft.com/office/powerpoint/2010/main" Requires="p14">
            <p:contentPart p14:bwMode="auto" r:id="rId26">
              <p14:nvContentPartPr>
                <p14:cNvPr id="34" name="Ink 33">
                  <a:extLst>
                    <a:ext uri="{FF2B5EF4-FFF2-40B4-BE49-F238E27FC236}">
                      <a16:creationId xmlns:a16="http://schemas.microsoft.com/office/drawing/2014/main" id="{A124D63F-A8CD-E990-054F-B1F5924FFBD6}"/>
                    </a:ext>
                  </a:extLst>
                </p14:cNvPr>
                <p14:cNvContentPartPr/>
                <p14:nvPr/>
              </p14:nvContentPartPr>
              <p14:xfrm>
                <a:off x="7886635" y="5544910"/>
                <a:ext cx="1440" cy="6480"/>
              </p14:xfrm>
            </p:contentPart>
          </mc:Choice>
          <mc:Fallback>
            <p:pic>
              <p:nvPicPr>
                <p:cNvPr id="34" name="Ink 33">
                  <a:extLst>
                    <a:ext uri="{FF2B5EF4-FFF2-40B4-BE49-F238E27FC236}">
                      <a16:creationId xmlns:a16="http://schemas.microsoft.com/office/drawing/2014/main" id="{A124D63F-A8CD-E990-054F-B1F5924FFBD6}"/>
                    </a:ext>
                  </a:extLst>
                </p:cNvPr>
                <p:cNvPicPr/>
                <p:nvPr/>
              </p:nvPicPr>
              <p:blipFill>
                <a:blip r:embed="rId27"/>
                <a:stretch>
                  <a:fillRect/>
                </a:stretch>
              </p:blipFill>
              <p:spPr>
                <a:xfrm>
                  <a:off x="7880515" y="5538790"/>
                  <a:ext cx="1368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5" name="Ink 34">
                  <a:extLst>
                    <a:ext uri="{FF2B5EF4-FFF2-40B4-BE49-F238E27FC236}">
                      <a16:creationId xmlns:a16="http://schemas.microsoft.com/office/drawing/2014/main" id="{65897CFD-85E9-6C88-D219-B0107BAEF0A4}"/>
                    </a:ext>
                  </a:extLst>
                </p14:cNvPr>
                <p14:cNvContentPartPr/>
                <p14:nvPr/>
              </p14:nvContentPartPr>
              <p14:xfrm>
                <a:off x="7961155" y="5515030"/>
                <a:ext cx="46080" cy="7560"/>
              </p14:xfrm>
            </p:contentPart>
          </mc:Choice>
          <mc:Fallback>
            <p:pic>
              <p:nvPicPr>
                <p:cNvPr id="35" name="Ink 34">
                  <a:extLst>
                    <a:ext uri="{FF2B5EF4-FFF2-40B4-BE49-F238E27FC236}">
                      <a16:creationId xmlns:a16="http://schemas.microsoft.com/office/drawing/2014/main" id="{65897CFD-85E9-6C88-D219-B0107BAEF0A4}"/>
                    </a:ext>
                  </a:extLst>
                </p:cNvPr>
                <p:cNvPicPr/>
                <p:nvPr/>
              </p:nvPicPr>
              <p:blipFill>
                <a:blip r:embed="rId29"/>
                <a:stretch>
                  <a:fillRect/>
                </a:stretch>
              </p:blipFill>
              <p:spPr>
                <a:xfrm>
                  <a:off x="7955035" y="5508910"/>
                  <a:ext cx="583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6" name="Ink 35">
                  <a:extLst>
                    <a:ext uri="{FF2B5EF4-FFF2-40B4-BE49-F238E27FC236}">
                      <a16:creationId xmlns:a16="http://schemas.microsoft.com/office/drawing/2014/main" id="{609EEDC5-CD75-9123-162A-CAA9582792E4}"/>
                    </a:ext>
                  </a:extLst>
                </p14:cNvPr>
                <p14:cNvContentPartPr/>
                <p14:nvPr/>
              </p14:nvContentPartPr>
              <p14:xfrm>
                <a:off x="8136115" y="5505670"/>
                <a:ext cx="57240" cy="12960"/>
              </p14:xfrm>
            </p:contentPart>
          </mc:Choice>
          <mc:Fallback>
            <p:pic>
              <p:nvPicPr>
                <p:cNvPr id="36" name="Ink 35">
                  <a:extLst>
                    <a:ext uri="{FF2B5EF4-FFF2-40B4-BE49-F238E27FC236}">
                      <a16:creationId xmlns:a16="http://schemas.microsoft.com/office/drawing/2014/main" id="{609EEDC5-CD75-9123-162A-CAA9582792E4}"/>
                    </a:ext>
                  </a:extLst>
                </p:cNvPr>
                <p:cNvPicPr/>
                <p:nvPr/>
              </p:nvPicPr>
              <p:blipFill>
                <a:blip r:embed="rId31"/>
                <a:stretch>
                  <a:fillRect/>
                </a:stretch>
              </p:blipFill>
              <p:spPr>
                <a:xfrm>
                  <a:off x="8129995" y="5499550"/>
                  <a:ext cx="694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7" name="Ink 36">
                  <a:extLst>
                    <a:ext uri="{FF2B5EF4-FFF2-40B4-BE49-F238E27FC236}">
                      <a16:creationId xmlns:a16="http://schemas.microsoft.com/office/drawing/2014/main" id="{BD33F7A3-2D65-3904-93CA-1F40D32EB797}"/>
                    </a:ext>
                  </a:extLst>
                </p14:cNvPr>
                <p14:cNvContentPartPr/>
                <p14:nvPr/>
              </p14:nvContentPartPr>
              <p14:xfrm>
                <a:off x="8384875" y="5515750"/>
                <a:ext cx="69840" cy="11880"/>
              </p14:xfrm>
            </p:contentPart>
          </mc:Choice>
          <mc:Fallback>
            <p:pic>
              <p:nvPicPr>
                <p:cNvPr id="37" name="Ink 36">
                  <a:extLst>
                    <a:ext uri="{FF2B5EF4-FFF2-40B4-BE49-F238E27FC236}">
                      <a16:creationId xmlns:a16="http://schemas.microsoft.com/office/drawing/2014/main" id="{BD33F7A3-2D65-3904-93CA-1F40D32EB797}"/>
                    </a:ext>
                  </a:extLst>
                </p:cNvPr>
                <p:cNvPicPr/>
                <p:nvPr/>
              </p:nvPicPr>
              <p:blipFill>
                <a:blip r:embed="rId33"/>
                <a:stretch>
                  <a:fillRect/>
                </a:stretch>
              </p:blipFill>
              <p:spPr>
                <a:xfrm>
                  <a:off x="8378755" y="5509630"/>
                  <a:ext cx="820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9" name="Ink 38">
                  <a:extLst>
                    <a:ext uri="{FF2B5EF4-FFF2-40B4-BE49-F238E27FC236}">
                      <a16:creationId xmlns:a16="http://schemas.microsoft.com/office/drawing/2014/main" id="{6CCD83F7-F3E1-D9D4-CA43-4D7305D6AF1A}"/>
                    </a:ext>
                  </a:extLst>
                </p14:cNvPr>
                <p14:cNvContentPartPr/>
                <p14:nvPr/>
              </p14:nvContentPartPr>
              <p14:xfrm>
                <a:off x="6368155" y="5556430"/>
                <a:ext cx="1867680" cy="168120"/>
              </p14:xfrm>
            </p:contentPart>
          </mc:Choice>
          <mc:Fallback>
            <p:pic>
              <p:nvPicPr>
                <p:cNvPr id="39" name="Ink 38">
                  <a:extLst>
                    <a:ext uri="{FF2B5EF4-FFF2-40B4-BE49-F238E27FC236}">
                      <a16:creationId xmlns:a16="http://schemas.microsoft.com/office/drawing/2014/main" id="{6CCD83F7-F3E1-D9D4-CA43-4D7305D6AF1A}"/>
                    </a:ext>
                  </a:extLst>
                </p:cNvPr>
                <p:cNvPicPr/>
                <p:nvPr/>
              </p:nvPicPr>
              <p:blipFill>
                <a:blip r:embed="rId35"/>
                <a:stretch>
                  <a:fillRect/>
                </a:stretch>
              </p:blipFill>
              <p:spPr>
                <a:xfrm>
                  <a:off x="6362035" y="5550310"/>
                  <a:ext cx="1879920" cy="180360"/>
                </a:xfrm>
                <a:prstGeom prst="rect">
                  <a:avLst/>
                </a:prstGeom>
              </p:spPr>
            </p:pic>
          </mc:Fallback>
        </mc:AlternateContent>
      </p:grpSp>
    </p:spTree>
    <p:extLst>
      <p:ext uri="{BB962C8B-B14F-4D97-AF65-F5344CB8AC3E}">
        <p14:creationId xmlns:p14="http://schemas.microsoft.com/office/powerpoint/2010/main" val="289433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endParaRPr lang="en-IN" dirty="0"/>
          </a:p>
        </p:txBody>
      </p:sp>
      <p:sp>
        <p:nvSpPr>
          <p:cNvPr id="5" name="Rectangle 1"/>
          <p:cNvSpPr txBox="1">
            <a:spLocks noChangeArrowheads="1"/>
          </p:cNvSpPr>
          <p:nvPr/>
        </p:nvSpPr>
        <p:spPr bwMode="auto">
          <a:xfrm>
            <a:off x="533400" y="1295400"/>
            <a:ext cx="10515600" cy="1731243"/>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None/>
            </a:pPr>
            <a:r>
              <a:rPr lang="en-US" sz="2400" dirty="0">
                <a:solidFill>
                  <a:srgbClr val="000000"/>
                </a:solidFill>
              </a:rPr>
              <a:t>Telephone calls enter a college switchboard on the average of two every three minutes. What is the probability of 5 or more calls arriving in a 9-minute period?</a:t>
            </a:r>
          </a:p>
          <a:p>
            <a:pPr marL="0" indent="0" fontAlgn="base">
              <a:lnSpc>
                <a:spcPct val="150000"/>
              </a:lnSpc>
              <a:spcBef>
                <a:spcPct val="0"/>
              </a:spcBef>
              <a:spcAft>
                <a:spcPct val="0"/>
              </a:spcAft>
            </a:pPr>
            <a:r>
              <a:rPr lang="en-US" sz="2400" dirty="0">
                <a:solidFill>
                  <a:srgbClr val="FF0000"/>
                </a:solidFill>
              </a:rPr>
              <a:t>Solution:</a:t>
            </a:r>
          </a:p>
        </p:txBody>
      </p:sp>
      <p:pic>
        <p:nvPicPr>
          <p:cNvPr id="6" name="Picture 5">
            <a:extLst>
              <a:ext uri="{FF2B5EF4-FFF2-40B4-BE49-F238E27FC236}">
                <a16:creationId xmlns:a16="http://schemas.microsoft.com/office/drawing/2014/main" id="{11EC3D86-D0EB-DEBA-A09D-71E2C31C7E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450469"/>
            <a:ext cx="9062735" cy="663313"/>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5418DF2-1D22-2959-AEE6-496D63780049}"/>
                  </a:ext>
                </a:extLst>
              </p14:cNvPr>
              <p14:cNvContentPartPr/>
              <p14:nvPr/>
            </p14:nvContentPartPr>
            <p14:xfrm>
              <a:off x="8015155" y="1863910"/>
              <a:ext cx="2408040" cy="188640"/>
            </p14:xfrm>
          </p:contentPart>
        </mc:Choice>
        <mc:Fallback>
          <p:pic>
            <p:nvPicPr>
              <p:cNvPr id="3" name="Ink 2">
                <a:extLst>
                  <a:ext uri="{FF2B5EF4-FFF2-40B4-BE49-F238E27FC236}">
                    <a16:creationId xmlns:a16="http://schemas.microsoft.com/office/drawing/2014/main" id="{B5418DF2-1D22-2959-AEE6-496D63780049}"/>
                  </a:ext>
                </a:extLst>
              </p:cNvPr>
              <p:cNvPicPr/>
              <p:nvPr/>
            </p:nvPicPr>
            <p:blipFill>
              <a:blip r:embed="rId4"/>
              <a:stretch>
                <a:fillRect/>
              </a:stretch>
            </p:blipFill>
            <p:spPr>
              <a:xfrm>
                <a:off x="8009035" y="1857790"/>
                <a:ext cx="24202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F6F59A1-7A35-6EF5-ACF7-983790F00AE0}"/>
                  </a:ext>
                </a:extLst>
              </p14:cNvPr>
              <p14:cNvContentPartPr/>
              <p14:nvPr/>
            </p14:nvContentPartPr>
            <p14:xfrm>
              <a:off x="551275" y="2467270"/>
              <a:ext cx="1031760" cy="36360"/>
            </p14:xfrm>
          </p:contentPart>
        </mc:Choice>
        <mc:Fallback>
          <p:pic>
            <p:nvPicPr>
              <p:cNvPr id="4" name="Ink 3">
                <a:extLst>
                  <a:ext uri="{FF2B5EF4-FFF2-40B4-BE49-F238E27FC236}">
                    <a16:creationId xmlns:a16="http://schemas.microsoft.com/office/drawing/2014/main" id="{CF6F59A1-7A35-6EF5-ACF7-983790F00AE0}"/>
                  </a:ext>
                </a:extLst>
              </p:cNvPr>
              <p:cNvPicPr/>
              <p:nvPr/>
            </p:nvPicPr>
            <p:blipFill>
              <a:blip r:embed="rId6"/>
              <a:stretch>
                <a:fillRect/>
              </a:stretch>
            </p:blipFill>
            <p:spPr>
              <a:xfrm>
                <a:off x="545155" y="2461150"/>
                <a:ext cx="1044000" cy="48600"/>
              </a:xfrm>
              <a:prstGeom prst="rect">
                <a:avLst/>
              </a:prstGeom>
            </p:spPr>
          </p:pic>
        </mc:Fallback>
      </mc:AlternateContent>
      <p:grpSp>
        <p:nvGrpSpPr>
          <p:cNvPr id="9" name="Group 8">
            <a:extLst>
              <a:ext uri="{FF2B5EF4-FFF2-40B4-BE49-F238E27FC236}">
                <a16:creationId xmlns:a16="http://schemas.microsoft.com/office/drawing/2014/main" id="{DBD68788-C2EC-0854-063F-B5EFC23AA7A5}"/>
              </a:ext>
            </a:extLst>
          </p:cNvPr>
          <p:cNvGrpSpPr/>
          <p:nvPr/>
        </p:nvGrpSpPr>
        <p:grpSpPr>
          <a:xfrm>
            <a:off x="4910515" y="2468350"/>
            <a:ext cx="5761440" cy="90000"/>
            <a:chOff x="4910515" y="2468350"/>
            <a:chExt cx="5761440" cy="90000"/>
          </a:xfrm>
        </p:grpSpPr>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EB72CB5C-462C-1680-8F26-AFA2B4DD02A5}"/>
                    </a:ext>
                  </a:extLst>
                </p14:cNvPr>
                <p14:cNvContentPartPr/>
                <p14:nvPr/>
              </p14:nvContentPartPr>
              <p14:xfrm>
                <a:off x="4910515" y="2468350"/>
                <a:ext cx="233280" cy="19080"/>
              </p14:xfrm>
            </p:contentPart>
          </mc:Choice>
          <mc:Fallback>
            <p:pic>
              <p:nvPicPr>
                <p:cNvPr id="7" name="Ink 6">
                  <a:extLst>
                    <a:ext uri="{FF2B5EF4-FFF2-40B4-BE49-F238E27FC236}">
                      <a16:creationId xmlns:a16="http://schemas.microsoft.com/office/drawing/2014/main" id="{EB72CB5C-462C-1680-8F26-AFA2B4DD02A5}"/>
                    </a:ext>
                  </a:extLst>
                </p:cNvPr>
                <p:cNvPicPr/>
                <p:nvPr/>
              </p:nvPicPr>
              <p:blipFill>
                <a:blip r:embed="rId8"/>
                <a:stretch>
                  <a:fillRect/>
                </a:stretch>
              </p:blipFill>
              <p:spPr>
                <a:xfrm>
                  <a:off x="4904395" y="2462230"/>
                  <a:ext cx="2455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65852CF3-31B1-ECAF-A195-97BE27D4E7AE}"/>
                    </a:ext>
                  </a:extLst>
                </p14:cNvPr>
                <p14:cNvContentPartPr/>
                <p14:nvPr/>
              </p14:nvContentPartPr>
              <p14:xfrm>
                <a:off x="4936435" y="2499310"/>
                <a:ext cx="5735520" cy="59040"/>
              </p14:xfrm>
            </p:contentPart>
          </mc:Choice>
          <mc:Fallback>
            <p:pic>
              <p:nvPicPr>
                <p:cNvPr id="8" name="Ink 7">
                  <a:extLst>
                    <a:ext uri="{FF2B5EF4-FFF2-40B4-BE49-F238E27FC236}">
                      <a16:creationId xmlns:a16="http://schemas.microsoft.com/office/drawing/2014/main" id="{65852CF3-31B1-ECAF-A195-97BE27D4E7AE}"/>
                    </a:ext>
                  </a:extLst>
                </p:cNvPr>
                <p:cNvPicPr/>
                <p:nvPr/>
              </p:nvPicPr>
              <p:blipFill>
                <a:blip r:embed="rId10"/>
                <a:stretch>
                  <a:fillRect/>
                </a:stretch>
              </p:blipFill>
              <p:spPr>
                <a:xfrm>
                  <a:off x="4930315" y="2493190"/>
                  <a:ext cx="5747760" cy="71280"/>
                </a:xfrm>
                <a:prstGeom prst="rect">
                  <a:avLst/>
                </a:prstGeom>
              </p:spPr>
            </p:pic>
          </mc:Fallback>
        </mc:AlternateContent>
      </p:grpSp>
      <p:grpSp>
        <p:nvGrpSpPr>
          <p:cNvPr id="26" name="Group 25">
            <a:extLst>
              <a:ext uri="{FF2B5EF4-FFF2-40B4-BE49-F238E27FC236}">
                <a16:creationId xmlns:a16="http://schemas.microsoft.com/office/drawing/2014/main" id="{3D616E8B-560D-6314-33DC-48EE896E0BE9}"/>
              </a:ext>
            </a:extLst>
          </p:cNvPr>
          <p:cNvGrpSpPr/>
          <p:nvPr/>
        </p:nvGrpSpPr>
        <p:grpSpPr>
          <a:xfrm>
            <a:off x="2866075" y="5571190"/>
            <a:ext cx="442440" cy="333000"/>
            <a:chOff x="2866075" y="5571190"/>
            <a:chExt cx="442440" cy="333000"/>
          </a:xfrm>
        </p:grpSpPr>
        <mc:AlternateContent xmlns:mc="http://schemas.openxmlformats.org/markup-compatibility/2006">
          <mc:Choice xmlns:p14="http://schemas.microsoft.com/office/powerpoint/2010/main" Requires="p14">
            <p:contentPart p14:bwMode="auto" r:id="rId11">
              <p14:nvContentPartPr>
                <p14:cNvPr id="19" name="Ink 18">
                  <a:extLst>
                    <a:ext uri="{FF2B5EF4-FFF2-40B4-BE49-F238E27FC236}">
                      <a16:creationId xmlns:a16="http://schemas.microsoft.com/office/drawing/2014/main" id="{51E8C7FD-0AB8-A35F-83ED-820DA517AC1B}"/>
                    </a:ext>
                  </a:extLst>
                </p14:cNvPr>
                <p14:cNvContentPartPr/>
                <p14:nvPr/>
              </p14:nvContentPartPr>
              <p14:xfrm>
                <a:off x="2866075" y="5700070"/>
                <a:ext cx="39240" cy="155880"/>
              </p14:xfrm>
            </p:contentPart>
          </mc:Choice>
          <mc:Fallback>
            <p:pic>
              <p:nvPicPr>
                <p:cNvPr id="19" name="Ink 18">
                  <a:extLst>
                    <a:ext uri="{FF2B5EF4-FFF2-40B4-BE49-F238E27FC236}">
                      <a16:creationId xmlns:a16="http://schemas.microsoft.com/office/drawing/2014/main" id="{51E8C7FD-0AB8-A35F-83ED-820DA517AC1B}"/>
                    </a:ext>
                  </a:extLst>
                </p:cNvPr>
                <p:cNvPicPr/>
                <p:nvPr/>
              </p:nvPicPr>
              <p:blipFill>
                <a:blip r:embed="rId12"/>
                <a:stretch>
                  <a:fillRect/>
                </a:stretch>
              </p:blipFill>
              <p:spPr>
                <a:xfrm>
                  <a:off x="2859955" y="5693950"/>
                  <a:ext cx="5148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0" name="Ink 19">
                  <a:extLst>
                    <a:ext uri="{FF2B5EF4-FFF2-40B4-BE49-F238E27FC236}">
                      <a16:creationId xmlns:a16="http://schemas.microsoft.com/office/drawing/2014/main" id="{B407DEC1-C69E-413A-838E-B52FC1D50E32}"/>
                    </a:ext>
                  </a:extLst>
                </p14:cNvPr>
                <p14:cNvContentPartPr/>
                <p14:nvPr/>
              </p14:nvContentPartPr>
              <p14:xfrm>
                <a:off x="2934475" y="5706190"/>
                <a:ext cx="169200" cy="122760"/>
              </p14:xfrm>
            </p:contentPart>
          </mc:Choice>
          <mc:Fallback>
            <p:pic>
              <p:nvPicPr>
                <p:cNvPr id="20" name="Ink 19">
                  <a:extLst>
                    <a:ext uri="{FF2B5EF4-FFF2-40B4-BE49-F238E27FC236}">
                      <a16:creationId xmlns:a16="http://schemas.microsoft.com/office/drawing/2014/main" id="{B407DEC1-C69E-413A-838E-B52FC1D50E32}"/>
                    </a:ext>
                  </a:extLst>
                </p:cNvPr>
                <p:cNvPicPr/>
                <p:nvPr/>
              </p:nvPicPr>
              <p:blipFill>
                <a:blip r:embed="rId14"/>
                <a:stretch>
                  <a:fillRect/>
                </a:stretch>
              </p:blipFill>
              <p:spPr>
                <a:xfrm>
                  <a:off x="2928355" y="5700070"/>
                  <a:ext cx="1814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662EE1A2-C07D-8E93-A217-71461FF78579}"/>
                    </a:ext>
                  </a:extLst>
                </p14:cNvPr>
                <p14:cNvContentPartPr/>
                <p14:nvPr/>
              </p14:nvContentPartPr>
              <p14:xfrm>
                <a:off x="3226435" y="5571190"/>
                <a:ext cx="26280" cy="221760"/>
              </p14:xfrm>
            </p:contentPart>
          </mc:Choice>
          <mc:Fallback>
            <p:pic>
              <p:nvPicPr>
                <p:cNvPr id="21" name="Ink 20">
                  <a:extLst>
                    <a:ext uri="{FF2B5EF4-FFF2-40B4-BE49-F238E27FC236}">
                      <a16:creationId xmlns:a16="http://schemas.microsoft.com/office/drawing/2014/main" id="{662EE1A2-C07D-8E93-A217-71461FF78579}"/>
                    </a:ext>
                  </a:extLst>
                </p:cNvPr>
                <p:cNvPicPr/>
                <p:nvPr/>
              </p:nvPicPr>
              <p:blipFill>
                <a:blip r:embed="rId16"/>
                <a:stretch>
                  <a:fillRect/>
                </a:stretch>
              </p:blipFill>
              <p:spPr>
                <a:xfrm>
                  <a:off x="3220315" y="5565070"/>
                  <a:ext cx="385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2" name="Ink 21">
                  <a:extLst>
                    <a:ext uri="{FF2B5EF4-FFF2-40B4-BE49-F238E27FC236}">
                      <a16:creationId xmlns:a16="http://schemas.microsoft.com/office/drawing/2014/main" id="{958B7854-D44C-B1DD-AF02-9EA7D5F44143}"/>
                    </a:ext>
                  </a:extLst>
                </p14:cNvPr>
                <p14:cNvContentPartPr/>
                <p14:nvPr/>
              </p14:nvContentPartPr>
              <p14:xfrm>
                <a:off x="3264595" y="5840830"/>
                <a:ext cx="43920" cy="63360"/>
              </p14:xfrm>
            </p:contentPart>
          </mc:Choice>
          <mc:Fallback>
            <p:pic>
              <p:nvPicPr>
                <p:cNvPr id="22" name="Ink 21">
                  <a:extLst>
                    <a:ext uri="{FF2B5EF4-FFF2-40B4-BE49-F238E27FC236}">
                      <a16:creationId xmlns:a16="http://schemas.microsoft.com/office/drawing/2014/main" id="{958B7854-D44C-B1DD-AF02-9EA7D5F44143}"/>
                    </a:ext>
                  </a:extLst>
                </p:cNvPr>
                <p:cNvPicPr/>
                <p:nvPr/>
              </p:nvPicPr>
              <p:blipFill>
                <a:blip r:embed="rId18"/>
                <a:stretch>
                  <a:fillRect/>
                </a:stretch>
              </p:blipFill>
              <p:spPr>
                <a:xfrm>
                  <a:off x="3258475" y="5834710"/>
                  <a:ext cx="56160" cy="75600"/>
                </a:xfrm>
                <a:prstGeom prst="rect">
                  <a:avLst/>
                </a:prstGeom>
              </p:spPr>
            </p:pic>
          </mc:Fallback>
        </mc:AlternateContent>
      </p:grpSp>
      <p:grpSp>
        <p:nvGrpSpPr>
          <p:cNvPr id="25" name="Group 24">
            <a:extLst>
              <a:ext uri="{FF2B5EF4-FFF2-40B4-BE49-F238E27FC236}">
                <a16:creationId xmlns:a16="http://schemas.microsoft.com/office/drawing/2014/main" id="{DFEB29E1-8D7D-FC63-A9F5-7DBB52B67E12}"/>
              </a:ext>
            </a:extLst>
          </p:cNvPr>
          <p:cNvGrpSpPr/>
          <p:nvPr/>
        </p:nvGrpSpPr>
        <p:grpSpPr>
          <a:xfrm>
            <a:off x="1928635" y="4607110"/>
            <a:ext cx="1756440" cy="836640"/>
            <a:chOff x="1928635" y="4607110"/>
            <a:chExt cx="1756440" cy="836640"/>
          </a:xfrm>
        </p:grpSpPr>
        <mc:AlternateContent xmlns:mc="http://schemas.openxmlformats.org/markup-compatibility/2006">
          <mc:Choice xmlns:p14="http://schemas.microsoft.com/office/powerpoint/2010/main" Requires="p14">
            <p:contentPart p14:bwMode="auto" r:id="rId19">
              <p14:nvContentPartPr>
                <p14:cNvPr id="10" name="Ink 9">
                  <a:extLst>
                    <a:ext uri="{FF2B5EF4-FFF2-40B4-BE49-F238E27FC236}">
                      <a16:creationId xmlns:a16="http://schemas.microsoft.com/office/drawing/2014/main" id="{47E91BC5-E612-5E14-04E0-61073DF072CC}"/>
                    </a:ext>
                  </a:extLst>
                </p14:cNvPr>
                <p14:cNvContentPartPr/>
                <p14:nvPr/>
              </p14:nvContentPartPr>
              <p14:xfrm>
                <a:off x="1928635" y="5032270"/>
                <a:ext cx="249480" cy="198360"/>
              </p14:xfrm>
            </p:contentPart>
          </mc:Choice>
          <mc:Fallback>
            <p:pic>
              <p:nvPicPr>
                <p:cNvPr id="10" name="Ink 9">
                  <a:extLst>
                    <a:ext uri="{FF2B5EF4-FFF2-40B4-BE49-F238E27FC236}">
                      <a16:creationId xmlns:a16="http://schemas.microsoft.com/office/drawing/2014/main" id="{47E91BC5-E612-5E14-04E0-61073DF072CC}"/>
                    </a:ext>
                  </a:extLst>
                </p:cNvPr>
                <p:cNvPicPr/>
                <p:nvPr/>
              </p:nvPicPr>
              <p:blipFill>
                <a:blip r:embed="rId20"/>
                <a:stretch>
                  <a:fillRect/>
                </a:stretch>
              </p:blipFill>
              <p:spPr>
                <a:xfrm>
                  <a:off x="1922515" y="5026150"/>
                  <a:ext cx="26172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 name="Ink 10">
                  <a:extLst>
                    <a:ext uri="{FF2B5EF4-FFF2-40B4-BE49-F238E27FC236}">
                      <a16:creationId xmlns:a16="http://schemas.microsoft.com/office/drawing/2014/main" id="{4A63C98B-57F6-3995-5302-AF307F20E9FE}"/>
                    </a:ext>
                  </a:extLst>
                </p14:cNvPr>
                <p14:cNvContentPartPr/>
                <p14:nvPr/>
              </p14:nvContentPartPr>
              <p14:xfrm>
                <a:off x="2113675" y="4809070"/>
                <a:ext cx="99720" cy="18720"/>
              </p14:xfrm>
            </p:contentPart>
          </mc:Choice>
          <mc:Fallback>
            <p:pic>
              <p:nvPicPr>
                <p:cNvPr id="11" name="Ink 10">
                  <a:extLst>
                    <a:ext uri="{FF2B5EF4-FFF2-40B4-BE49-F238E27FC236}">
                      <a16:creationId xmlns:a16="http://schemas.microsoft.com/office/drawing/2014/main" id="{4A63C98B-57F6-3995-5302-AF307F20E9FE}"/>
                    </a:ext>
                  </a:extLst>
                </p:cNvPr>
                <p:cNvPicPr/>
                <p:nvPr/>
              </p:nvPicPr>
              <p:blipFill>
                <a:blip r:embed="rId22"/>
                <a:stretch>
                  <a:fillRect/>
                </a:stretch>
              </p:blipFill>
              <p:spPr>
                <a:xfrm>
                  <a:off x="2107555" y="4802950"/>
                  <a:ext cx="1119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2" name="Ink 11">
                  <a:extLst>
                    <a:ext uri="{FF2B5EF4-FFF2-40B4-BE49-F238E27FC236}">
                      <a16:creationId xmlns:a16="http://schemas.microsoft.com/office/drawing/2014/main" id="{C7D9540D-0E6E-D446-44D7-0ABB15786168}"/>
                    </a:ext>
                  </a:extLst>
                </p14:cNvPr>
                <p14:cNvContentPartPr/>
                <p14:nvPr/>
              </p14:nvContentPartPr>
              <p14:xfrm>
                <a:off x="2346595" y="4750750"/>
                <a:ext cx="129600" cy="198000"/>
              </p14:xfrm>
            </p:contentPart>
          </mc:Choice>
          <mc:Fallback>
            <p:pic>
              <p:nvPicPr>
                <p:cNvPr id="12" name="Ink 11">
                  <a:extLst>
                    <a:ext uri="{FF2B5EF4-FFF2-40B4-BE49-F238E27FC236}">
                      <a16:creationId xmlns:a16="http://schemas.microsoft.com/office/drawing/2014/main" id="{C7D9540D-0E6E-D446-44D7-0ABB15786168}"/>
                    </a:ext>
                  </a:extLst>
                </p:cNvPr>
                <p:cNvPicPr/>
                <p:nvPr/>
              </p:nvPicPr>
              <p:blipFill>
                <a:blip r:embed="rId24"/>
                <a:stretch>
                  <a:fillRect/>
                </a:stretch>
              </p:blipFill>
              <p:spPr>
                <a:xfrm>
                  <a:off x="2340475" y="4744630"/>
                  <a:ext cx="14184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3" name="Ink 12">
                  <a:extLst>
                    <a:ext uri="{FF2B5EF4-FFF2-40B4-BE49-F238E27FC236}">
                      <a16:creationId xmlns:a16="http://schemas.microsoft.com/office/drawing/2014/main" id="{DCE58840-C041-B5AE-3A9E-52929373A1AF}"/>
                    </a:ext>
                  </a:extLst>
                </p14:cNvPr>
                <p14:cNvContentPartPr/>
                <p14:nvPr/>
              </p14:nvContentPartPr>
              <p14:xfrm>
                <a:off x="2403475" y="4607110"/>
                <a:ext cx="136440" cy="461160"/>
              </p14:xfrm>
            </p:contentPart>
          </mc:Choice>
          <mc:Fallback>
            <p:pic>
              <p:nvPicPr>
                <p:cNvPr id="13" name="Ink 12">
                  <a:extLst>
                    <a:ext uri="{FF2B5EF4-FFF2-40B4-BE49-F238E27FC236}">
                      <a16:creationId xmlns:a16="http://schemas.microsoft.com/office/drawing/2014/main" id="{DCE58840-C041-B5AE-3A9E-52929373A1AF}"/>
                    </a:ext>
                  </a:extLst>
                </p:cNvPr>
                <p:cNvPicPr/>
                <p:nvPr/>
              </p:nvPicPr>
              <p:blipFill>
                <a:blip r:embed="rId26"/>
                <a:stretch>
                  <a:fillRect/>
                </a:stretch>
              </p:blipFill>
              <p:spPr>
                <a:xfrm>
                  <a:off x="2397355" y="4600990"/>
                  <a:ext cx="148680" cy="473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4" name="Ink 13">
                  <a:extLst>
                    <a:ext uri="{FF2B5EF4-FFF2-40B4-BE49-F238E27FC236}">
                      <a16:creationId xmlns:a16="http://schemas.microsoft.com/office/drawing/2014/main" id="{0EFE1CE8-D7E7-AD63-2267-F9237CF537D6}"/>
                    </a:ext>
                  </a:extLst>
                </p14:cNvPr>
                <p14:cNvContentPartPr/>
                <p14:nvPr/>
              </p14:nvContentPartPr>
              <p14:xfrm>
                <a:off x="2804155" y="5060350"/>
                <a:ext cx="187560" cy="215640"/>
              </p14:xfrm>
            </p:contentPart>
          </mc:Choice>
          <mc:Fallback>
            <p:pic>
              <p:nvPicPr>
                <p:cNvPr id="14" name="Ink 13">
                  <a:extLst>
                    <a:ext uri="{FF2B5EF4-FFF2-40B4-BE49-F238E27FC236}">
                      <a16:creationId xmlns:a16="http://schemas.microsoft.com/office/drawing/2014/main" id="{0EFE1CE8-D7E7-AD63-2267-F9237CF537D6}"/>
                    </a:ext>
                  </a:extLst>
                </p:cNvPr>
                <p:cNvPicPr/>
                <p:nvPr/>
              </p:nvPicPr>
              <p:blipFill>
                <a:blip r:embed="rId28"/>
                <a:stretch>
                  <a:fillRect/>
                </a:stretch>
              </p:blipFill>
              <p:spPr>
                <a:xfrm>
                  <a:off x="2798035" y="5054230"/>
                  <a:ext cx="19980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5" name="Ink 14">
                  <a:extLst>
                    <a:ext uri="{FF2B5EF4-FFF2-40B4-BE49-F238E27FC236}">
                      <a16:creationId xmlns:a16="http://schemas.microsoft.com/office/drawing/2014/main" id="{3860796B-3A4B-FEA8-B04F-CA03872B0796}"/>
                    </a:ext>
                  </a:extLst>
                </p14:cNvPr>
                <p14:cNvContentPartPr/>
                <p14:nvPr/>
              </p14:nvContentPartPr>
              <p14:xfrm>
                <a:off x="2881195" y="4915630"/>
                <a:ext cx="138600" cy="359640"/>
              </p14:xfrm>
            </p:contentPart>
          </mc:Choice>
          <mc:Fallback>
            <p:pic>
              <p:nvPicPr>
                <p:cNvPr id="15" name="Ink 14">
                  <a:extLst>
                    <a:ext uri="{FF2B5EF4-FFF2-40B4-BE49-F238E27FC236}">
                      <a16:creationId xmlns:a16="http://schemas.microsoft.com/office/drawing/2014/main" id="{3860796B-3A4B-FEA8-B04F-CA03872B0796}"/>
                    </a:ext>
                  </a:extLst>
                </p:cNvPr>
                <p:cNvPicPr/>
                <p:nvPr/>
              </p:nvPicPr>
              <p:blipFill>
                <a:blip r:embed="rId30"/>
                <a:stretch>
                  <a:fillRect/>
                </a:stretch>
              </p:blipFill>
              <p:spPr>
                <a:xfrm>
                  <a:off x="2875075" y="4909510"/>
                  <a:ext cx="15084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6" name="Ink 15">
                  <a:extLst>
                    <a:ext uri="{FF2B5EF4-FFF2-40B4-BE49-F238E27FC236}">
                      <a16:creationId xmlns:a16="http://schemas.microsoft.com/office/drawing/2014/main" id="{A675DFDC-1F17-99C9-F0E5-AFFB30B311B7}"/>
                    </a:ext>
                  </a:extLst>
                </p14:cNvPr>
                <p14:cNvContentPartPr/>
                <p14:nvPr/>
              </p14:nvContentPartPr>
              <p14:xfrm>
                <a:off x="3054715" y="4691350"/>
                <a:ext cx="78480" cy="160200"/>
              </p14:xfrm>
            </p:contentPart>
          </mc:Choice>
          <mc:Fallback>
            <p:pic>
              <p:nvPicPr>
                <p:cNvPr id="16" name="Ink 15">
                  <a:extLst>
                    <a:ext uri="{FF2B5EF4-FFF2-40B4-BE49-F238E27FC236}">
                      <a16:creationId xmlns:a16="http://schemas.microsoft.com/office/drawing/2014/main" id="{A675DFDC-1F17-99C9-F0E5-AFFB30B311B7}"/>
                    </a:ext>
                  </a:extLst>
                </p:cNvPr>
                <p:cNvPicPr/>
                <p:nvPr/>
              </p:nvPicPr>
              <p:blipFill>
                <a:blip r:embed="rId32"/>
                <a:stretch>
                  <a:fillRect/>
                </a:stretch>
              </p:blipFill>
              <p:spPr>
                <a:xfrm>
                  <a:off x="3048595" y="4685230"/>
                  <a:ext cx="907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7" name="Ink 16">
                  <a:extLst>
                    <a:ext uri="{FF2B5EF4-FFF2-40B4-BE49-F238E27FC236}">
                      <a16:creationId xmlns:a16="http://schemas.microsoft.com/office/drawing/2014/main" id="{E9068A5F-109F-6C70-7CAA-E75F4A7D8E30}"/>
                    </a:ext>
                  </a:extLst>
                </p14:cNvPr>
                <p14:cNvContentPartPr/>
                <p14:nvPr/>
              </p14:nvContentPartPr>
              <p14:xfrm>
                <a:off x="3139315" y="4680550"/>
                <a:ext cx="190800" cy="180720"/>
              </p14:xfrm>
            </p:contentPart>
          </mc:Choice>
          <mc:Fallback>
            <p:pic>
              <p:nvPicPr>
                <p:cNvPr id="17" name="Ink 16">
                  <a:extLst>
                    <a:ext uri="{FF2B5EF4-FFF2-40B4-BE49-F238E27FC236}">
                      <a16:creationId xmlns:a16="http://schemas.microsoft.com/office/drawing/2014/main" id="{E9068A5F-109F-6C70-7CAA-E75F4A7D8E30}"/>
                    </a:ext>
                  </a:extLst>
                </p:cNvPr>
                <p:cNvPicPr/>
                <p:nvPr/>
              </p:nvPicPr>
              <p:blipFill>
                <a:blip r:embed="rId34"/>
                <a:stretch>
                  <a:fillRect/>
                </a:stretch>
              </p:blipFill>
              <p:spPr>
                <a:xfrm>
                  <a:off x="3133195" y="4674430"/>
                  <a:ext cx="20304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8" name="Ink 17">
                  <a:extLst>
                    <a:ext uri="{FF2B5EF4-FFF2-40B4-BE49-F238E27FC236}">
                      <a16:creationId xmlns:a16="http://schemas.microsoft.com/office/drawing/2014/main" id="{6DD6D7B2-AECB-0D49-A144-95E0ACF3C29D}"/>
                    </a:ext>
                  </a:extLst>
                </p14:cNvPr>
                <p14:cNvContentPartPr/>
                <p14:nvPr/>
              </p14:nvContentPartPr>
              <p14:xfrm>
                <a:off x="2468635" y="5349070"/>
                <a:ext cx="1216440" cy="94680"/>
              </p14:xfrm>
            </p:contentPart>
          </mc:Choice>
          <mc:Fallback>
            <p:pic>
              <p:nvPicPr>
                <p:cNvPr id="18" name="Ink 17">
                  <a:extLst>
                    <a:ext uri="{FF2B5EF4-FFF2-40B4-BE49-F238E27FC236}">
                      <a16:creationId xmlns:a16="http://schemas.microsoft.com/office/drawing/2014/main" id="{6DD6D7B2-AECB-0D49-A144-95E0ACF3C29D}"/>
                    </a:ext>
                  </a:extLst>
                </p:cNvPr>
                <p:cNvPicPr/>
                <p:nvPr/>
              </p:nvPicPr>
              <p:blipFill>
                <a:blip r:embed="rId36"/>
                <a:stretch>
                  <a:fillRect/>
                </a:stretch>
              </p:blipFill>
              <p:spPr>
                <a:xfrm>
                  <a:off x="2462515" y="5342950"/>
                  <a:ext cx="12286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488A62B3-A591-EDBE-C2B7-10E88F39FA1A}"/>
                    </a:ext>
                  </a:extLst>
                </p14:cNvPr>
                <p14:cNvContentPartPr/>
                <p14:nvPr/>
              </p14:nvContentPartPr>
              <p14:xfrm>
                <a:off x="2819995" y="5082310"/>
                <a:ext cx="127440" cy="158040"/>
              </p14:xfrm>
            </p:contentPart>
          </mc:Choice>
          <mc:Fallback>
            <p:pic>
              <p:nvPicPr>
                <p:cNvPr id="23" name="Ink 22">
                  <a:extLst>
                    <a:ext uri="{FF2B5EF4-FFF2-40B4-BE49-F238E27FC236}">
                      <a16:creationId xmlns:a16="http://schemas.microsoft.com/office/drawing/2014/main" id="{488A62B3-A591-EDBE-C2B7-10E88F39FA1A}"/>
                    </a:ext>
                  </a:extLst>
                </p:cNvPr>
                <p:cNvPicPr/>
                <p:nvPr/>
              </p:nvPicPr>
              <p:blipFill>
                <a:blip r:embed="rId38"/>
                <a:stretch>
                  <a:fillRect/>
                </a:stretch>
              </p:blipFill>
              <p:spPr>
                <a:xfrm>
                  <a:off x="2813875" y="5076190"/>
                  <a:ext cx="1396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BA144FA7-4603-94D4-7E3C-DF1F61B5FD56}"/>
                    </a:ext>
                  </a:extLst>
                </p14:cNvPr>
                <p14:cNvContentPartPr/>
                <p14:nvPr/>
              </p14:nvContentPartPr>
              <p14:xfrm>
                <a:off x="2922235" y="4928950"/>
                <a:ext cx="77400" cy="336240"/>
              </p14:xfrm>
            </p:contentPart>
          </mc:Choice>
          <mc:Fallback>
            <p:pic>
              <p:nvPicPr>
                <p:cNvPr id="24" name="Ink 23">
                  <a:extLst>
                    <a:ext uri="{FF2B5EF4-FFF2-40B4-BE49-F238E27FC236}">
                      <a16:creationId xmlns:a16="http://schemas.microsoft.com/office/drawing/2014/main" id="{BA144FA7-4603-94D4-7E3C-DF1F61B5FD56}"/>
                    </a:ext>
                  </a:extLst>
                </p:cNvPr>
                <p:cNvPicPr/>
                <p:nvPr/>
              </p:nvPicPr>
              <p:blipFill>
                <a:blip r:embed="rId40"/>
                <a:stretch>
                  <a:fillRect/>
                </a:stretch>
              </p:blipFill>
              <p:spPr>
                <a:xfrm>
                  <a:off x="2916115" y="4922830"/>
                  <a:ext cx="89640" cy="348480"/>
                </a:xfrm>
                <a:prstGeom prst="rect">
                  <a:avLst/>
                </a:prstGeom>
              </p:spPr>
            </p:pic>
          </mc:Fallback>
        </mc:AlternateContent>
      </p:grpSp>
      <p:grpSp>
        <p:nvGrpSpPr>
          <p:cNvPr id="34" name="Group 33">
            <a:extLst>
              <a:ext uri="{FF2B5EF4-FFF2-40B4-BE49-F238E27FC236}">
                <a16:creationId xmlns:a16="http://schemas.microsoft.com/office/drawing/2014/main" id="{F4C2EBB8-5070-28ED-2AE8-6B4D7500DAF6}"/>
              </a:ext>
            </a:extLst>
          </p:cNvPr>
          <p:cNvGrpSpPr/>
          <p:nvPr/>
        </p:nvGrpSpPr>
        <p:grpSpPr>
          <a:xfrm>
            <a:off x="5274115" y="4575070"/>
            <a:ext cx="1603080" cy="681480"/>
            <a:chOff x="5274115" y="4575070"/>
            <a:chExt cx="1603080" cy="681480"/>
          </a:xfrm>
        </p:grpSpPr>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639A4717-55BE-FE40-66BE-3D048C3E5840}"/>
                    </a:ext>
                  </a:extLst>
                </p14:cNvPr>
                <p14:cNvContentPartPr/>
                <p14:nvPr/>
              </p14:nvContentPartPr>
              <p14:xfrm>
                <a:off x="5274115" y="4802590"/>
                <a:ext cx="199080" cy="241920"/>
              </p14:xfrm>
            </p:contentPart>
          </mc:Choice>
          <mc:Fallback>
            <p:pic>
              <p:nvPicPr>
                <p:cNvPr id="27" name="Ink 26">
                  <a:extLst>
                    <a:ext uri="{FF2B5EF4-FFF2-40B4-BE49-F238E27FC236}">
                      <a16:creationId xmlns:a16="http://schemas.microsoft.com/office/drawing/2014/main" id="{639A4717-55BE-FE40-66BE-3D048C3E5840}"/>
                    </a:ext>
                  </a:extLst>
                </p:cNvPr>
                <p:cNvPicPr/>
                <p:nvPr/>
              </p:nvPicPr>
              <p:blipFill>
                <a:blip r:embed="rId42"/>
                <a:stretch>
                  <a:fillRect/>
                </a:stretch>
              </p:blipFill>
              <p:spPr>
                <a:xfrm>
                  <a:off x="5267995" y="4796470"/>
                  <a:ext cx="21132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71A8AE25-7418-B442-C46B-6CE0F86CB548}"/>
                    </a:ext>
                  </a:extLst>
                </p14:cNvPr>
                <p14:cNvContentPartPr/>
                <p14:nvPr/>
              </p14:nvContentPartPr>
              <p14:xfrm>
                <a:off x="5355835" y="4575070"/>
                <a:ext cx="159840" cy="518040"/>
              </p14:xfrm>
            </p:contentPart>
          </mc:Choice>
          <mc:Fallback>
            <p:pic>
              <p:nvPicPr>
                <p:cNvPr id="28" name="Ink 27">
                  <a:extLst>
                    <a:ext uri="{FF2B5EF4-FFF2-40B4-BE49-F238E27FC236}">
                      <a16:creationId xmlns:a16="http://schemas.microsoft.com/office/drawing/2014/main" id="{71A8AE25-7418-B442-C46B-6CE0F86CB548}"/>
                    </a:ext>
                  </a:extLst>
                </p:cNvPr>
                <p:cNvPicPr/>
                <p:nvPr/>
              </p:nvPicPr>
              <p:blipFill>
                <a:blip r:embed="rId44"/>
                <a:stretch>
                  <a:fillRect/>
                </a:stretch>
              </p:blipFill>
              <p:spPr>
                <a:xfrm>
                  <a:off x="5349715" y="4568950"/>
                  <a:ext cx="17208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69B137B2-4D7B-2B0D-BC79-EE0D955823C9}"/>
                    </a:ext>
                  </a:extLst>
                </p14:cNvPr>
                <p14:cNvContentPartPr/>
                <p14:nvPr/>
              </p14:nvContentPartPr>
              <p14:xfrm>
                <a:off x="5896195" y="4796470"/>
                <a:ext cx="97920" cy="11520"/>
              </p14:xfrm>
            </p:contentPart>
          </mc:Choice>
          <mc:Fallback>
            <p:pic>
              <p:nvPicPr>
                <p:cNvPr id="29" name="Ink 28">
                  <a:extLst>
                    <a:ext uri="{FF2B5EF4-FFF2-40B4-BE49-F238E27FC236}">
                      <a16:creationId xmlns:a16="http://schemas.microsoft.com/office/drawing/2014/main" id="{69B137B2-4D7B-2B0D-BC79-EE0D955823C9}"/>
                    </a:ext>
                  </a:extLst>
                </p:cNvPr>
                <p:cNvPicPr/>
                <p:nvPr/>
              </p:nvPicPr>
              <p:blipFill>
                <a:blip r:embed="rId46"/>
                <a:stretch>
                  <a:fillRect/>
                </a:stretch>
              </p:blipFill>
              <p:spPr>
                <a:xfrm>
                  <a:off x="5890075" y="4790350"/>
                  <a:ext cx="1101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71D9CB60-6529-F4C5-1FD5-3819381232F6}"/>
                    </a:ext>
                  </a:extLst>
                </p14:cNvPr>
                <p14:cNvContentPartPr/>
                <p14:nvPr/>
              </p14:nvContentPartPr>
              <p14:xfrm>
                <a:off x="5950915" y="4878190"/>
                <a:ext cx="99720" cy="6480"/>
              </p14:xfrm>
            </p:contentPart>
          </mc:Choice>
          <mc:Fallback>
            <p:pic>
              <p:nvPicPr>
                <p:cNvPr id="30" name="Ink 29">
                  <a:extLst>
                    <a:ext uri="{FF2B5EF4-FFF2-40B4-BE49-F238E27FC236}">
                      <a16:creationId xmlns:a16="http://schemas.microsoft.com/office/drawing/2014/main" id="{71D9CB60-6529-F4C5-1FD5-3819381232F6}"/>
                    </a:ext>
                  </a:extLst>
                </p:cNvPr>
                <p:cNvPicPr/>
                <p:nvPr/>
              </p:nvPicPr>
              <p:blipFill>
                <a:blip r:embed="rId48"/>
                <a:stretch>
                  <a:fillRect/>
                </a:stretch>
              </p:blipFill>
              <p:spPr>
                <a:xfrm>
                  <a:off x="5944795" y="4872070"/>
                  <a:ext cx="1119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285507D6-196A-36F8-F5BD-199398313A02}"/>
                    </a:ext>
                  </a:extLst>
                </p14:cNvPr>
                <p14:cNvContentPartPr/>
                <p14:nvPr/>
              </p14:nvContentPartPr>
              <p14:xfrm>
                <a:off x="6389755" y="4744270"/>
                <a:ext cx="129600" cy="207720"/>
              </p14:xfrm>
            </p:contentPart>
          </mc:Choice>
          <mc:Fallback>
            <p:pic>
              <p:nvPicPr>
                <p:cNvPr id="31" name="Ink 30">
                  <a:extLst>
                    <a:ext uri="{FF2B5EF4-FFF2-40B4-BE49-F238E27FC236}">
                      <a16:creationId xmlns:a16="http://schemas.microsoft.com/office/drawing/2014/main" id="{285507D6-196A-36F8-F5BD-199398313A02}"/>
                    </a:ext>
                  </a:extLst>
                </p:cNvPr>
                <p:cNvPicPr/>
                <p:nvPr/>
              </p:nvPicPr>
              <p:blipFill>
                <a:blip r:embed="rId50"/>
                <a:stretch>
                  <a:fillRect/>
                </a:stretch>
              </p:blipFill>
              <p:spPr>
                <a:xfrm>
                  <a:off x="6383635" y="4738150"/>
                  <a:ext cx="1418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D711957A-41F5-3B01-2C01-EFDA90EFD972}"/>
                    </a:ext>
                  </a:extLst>
                </p14:cNvPr>
                <p14:cNvContentPartPr/>
                <p14:nvPr/>
              </p14:nvContentPartPr>
              <p14:xfrm>
                <a:off x="6747235" y="4725190"/>
                <a:ext cx="9360" cy="531360"/>
              </p14:xfrm>
            </p:contentPart>
          </mc:Choice>
          <mc:Fallback>
            <p:pic>
              <p:nvPicPr>
                <p:cNvPr id="32" name="Ink 31">
                  <a:extLst>
                    <a:ext uri="{FF2B5EF4-FFF2-40B4-BE49-F238E27FC236}">
                      <a16:creationId xmlns:a16="http://schemas.microsoft.com/office/drawing/2014/main" id="{D711957A-41F5-3B01-2C01-EFDA90EFD972}"/>
                    </a:ext>
                  </a:extLst>
                </p:cNvPr>
                <p:cNvPicPr/>
                <p:nvPr/>
              </p:nvPicPr>
              <p:blipFill>
                <a:blip r:embed="rId52"/>
                <a:stretch>
                  <a:fillRect/>
                </a:stretch>
              </p:blipFill>
              <p:spPr>
                <a:xfrm>
                  <a:off x="6741115" y="4719070"/>
                  <a:ext cx="21600" cy="5436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19EEA093-8ED7-6981-89D3-217472AF7CF4}"/>
                    </a:ext>
                  </a:extLst>
                </p14:cNvPr>
                <p14:cNvContentPartPr/>
                <p14:nvPr/>
              </p14:nvContentPartPr>
              <p14:xfrm>
                <a:off x="6757315" y="4726990"/>
                <a:ext cx="119880" cy="182880"/>
              </p14:xfrm>
            </p:contentPart>
          </mc:Choice>
          <mc:Fallback>
            <p:pic>
              <p:nvPicPr>
                <p:cNvPr id="33" name="Ink 32">
                  <a:extLst>
                    <a:ext uri="{FF2B5EF4-FFF2-40B4-BE49-F238E27FC236}">
                      <a16:creationId xmlns:a16="http://schemas.microsoft.com/office/drawing/2014/main" id="{19EEA093-8ED7-6981-89D3-217472AF7CF4}"/>
                    </a:ext>
                  </a:extLst>
                </p:cNvPr>
                <p:cNvPicPr/>
                <p:nvPr/>
              </p:nvPicPr>
              <p:blipFill>
                <a:blip r:embed="rId54"/>
                <a:stretch>
                  <a:fillRect/>
                </a:stretch>
              </p:blipFill>
              <p:spPr>
                <a:xfrm>
                  <a:off x="6751195" y="4720870"/>
                  <a:ext cx="132120" cy="195120"/>
                </a:xfrm>
                <a:prstGeom prst="rect">
                  <a:avLst/>
                </a:prstGeom>
              </p:spPr>
            </p:pic>
          </mc:Fallback>
        </mc:AlternateContent>
      </p:grpSp>
      <p:grpSp>
        <p:nvGrpSpPr>
          <p:cNvPr id="46" name="Group 45">
            <a:extLst>
              <a:ext uri="{FF2B5EF4-FFF2-40B4-BE49-F238E27FC236}">
                <a16:creationId xmlns:a16="http://schemas.microsoft.com/office/drawing/2014/main" id="{EB31604A-C558-03C7-13F6-A1C807EA3676}"/>
              </a:ext>
            </a:extLst>
          </p:cNvPr>
          <p:cNvGrpSpPr/>
          <p:nvPr/>
        </p:nvGrpSpPr>
        <p:grpSpPr>
          <a:xfrm>
            <a:off x="7522315" y="4353310"/>
            <a:ext cx="1745640" cy="1127880"/>
            <a:chOff x="7522315" y="4353310"/>
            <a:chExt cx="1745640" cy="1127880"/>
          </a:xfrm>
        </p:grpSpPr>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1E734E4A-9B49-360E-B5B3-09D4CEEA9D6B}"/>
                    </a:ext>
                  </a:extLst>
                </p14:cNvPr>
                <p14:cNvContentPartPr/>
                <p14:nvPr/>
              </p14:nvContentPartPr>
              <p14:xfrm>
                <a:off x="7541755" y="4741750"/>
                <a:ext cx="119880" cy="28080"/>
              </p14:xfrm>
            </p:contentPart>
          </mc:Choice>
          <mc:Fallback>
            <p:pic>
              <p:nvPicPr>
                <p:cNvPr id="35" name="Ink 34">
                  <a:extLst>
                    <a:ext uri="{FF2B5EF4-FFF2-40B4-BE49-F238E27FC236}">
                      <a16:creationId xmlns:a16="http://schemas.microsoft.com/office/drawing/2014/main" id="{1E734E4A-9B49-360E-B5B3-09D4CEEA9D6B}"/>
                    </a:ext>
                  </a:extLst>
                </p:cNvPr>
                <p:cNvPicPr/>
                <p:nvPr/>
              </p:nvPicPr>
              <p:blipFill>
                <a:blip r:embed="rId56"/>
                <a:stretch>
                  <a:fillRect/>
                </a:stretch>
              </p:blipFill>
              <p:spPr>
                <a:xfrm>
                  <a:off x="7535635" y="4735630"/>
                  <a:ext cx="1321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73AC6E4E-2C15-8C25-2896-F6537F4A9DA8}"/>
                    </a:ext>
                  </a:extLst>
                </p14:cNvPr>
                <p14:cNvContentPartPr/>
                <p14:nvPr/>
              </p14:nvContentPartPr>
              <p14:xfrm>
                <a:off x="7522315" y="4828510"/>
                <a:ext cx="174240" cy="99720"/>
              </p14:xfrm>
            </p:contentPart>
          </mc:Choice>
          <mc:Fallback>
            <p:pic>
              <p:nvPicPr>
                <p:cNvPr id="36" name="Ink 35">
                  <a:extLst>
                    <a:ext uri="{FF2B5EF4-FFF2-40B4-BE49-F238E27FC236}">
                      <a16:creationId xmlns:a16="http://schemas.microsoft.com/office/drawing/2014/main" id="{73AC6E4E-2C15-8C25-2896-F6537F4A9DA8}"/>
                    </a:ext>
                  </a:extLst>
                </p:cNvPr>
                <p:cNvPicPr/>
                <p:nvPr/>
              </p:nvPicPr>
              <p:blipFill>
                <a:blip r:embed="rId58"/>
                <a:stretch>
                  <a:fillRect/>
                </a:stretch>
              </p:blipFill>
              <p:spPr>
                <a:xfrm>
                  <a:off x="7516195" y="4822390"/>
                  <a:ext cx="18648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20654266-FE1B-8030-A2A1-E2FD66626911}"/>
                    </a:ext>
                  </a:extLst>
                </p14:cNvPr>
                <p14:cNvContentPartPr/>
                <p14:nvPr/>
              </p14:nvContentPartPr>
              <p14:xfrm>
                <a:off x="8195155" y="4587310"/>
                <a:ext cx="137160" cy="345240"/>
              </p14:xfrm>
            </p:contentPart>
          </mc:Choice>
          <mc:Fallback>
            <p:pic>
              <p:nvPicPr>
                <p:cNvPr id="37" name="Ink 36">
                  <a:extLst>
                    <a:ext uri="{FF2B5EF4-FFF2-40B4-BE49-F238E27FC236}">
                      <a16:creationId xmlns:a16="http://schemas.microsoft.com/office/drawing/2014/main" id="{20654266-FE1B-8030-A2A1-E2FD66626911}"/>
                    </a:ext>
                  </a:extLst>
                </p:cNvPr>
                <p:cNvPicPr/>
                <p:nvPr/>
              </p:nvPicPr>
              <p:blipFill>
                <a:blip r:embed="rId60"/>
                <a:stretch>
                  <a:fillRect/>
                </a:stretch>
              </p:blipFill>
              <p:spPr>
                <a:xfrm>
                  <a:off x="8189035" y="4581190"/>
                  <a:ext cx="14940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9A155585-A7D7-8B48-7C3A-04A9D33C7CBB}"/>
                    </a:ext>
                  </a:extLst>
                </p14:cNvPr>
                <p14:cNvContentPartPr/>
                <p14:nvPr/>
              </p14:nvContentPartPr>
              <p14:xfrm>
                <a:off x="8302795" y="4353310"/>
                <a:ext cx="137520" cy="918720"/>
              </p14:xfrm>
            </p:contentPart>
          </mc:Choice>
          <mc:Fallback>
            <p:pic>
              <p:nvPicPr>
                <p:cNvPr id="38" name="Ink 37">
                  <a:extLst>
                    <a:ext uri="{FF2B5EF4-FFF2-40B4-BE49-F238E27FC236}">
                      <a16:creationId xmlns:a16="http://schemas.microsoft.com/office/drawing/2014/main" id="{9A155585-A7D7-8B48-7C3A-04A9D33C7CBB}"/>
                    </a:ext>
                  </a:extLst>
                </p:cNvPr>
                <p:cNvPicPr/>
                <p:nvPr/>
              </p:nvPicPr>
              <p:blipFill>
                <a:blip r:embed="rId62"/>
                <a:stretch>
                  <a:fillRect/>
                </a:stretch>
              </p:blipFill>
              <p:spPr>
                <a:xfrm>
                  <a:off x="8296675" y="4347190"/>
                  <a:ext cx="149760" cy="930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9" name="Ink 38">
                  <a:extLst>
                    <a:ext uri="{FF2B5EF4-FFF2-40B4-BE49-F238E27FC236}">
                      <a16:creationId xmlns:a16="http://schemas.microsoft.com/office/drawing/2014/main" id="{D174F445-DB3B-F9C3-4372-6E2BDFB55C6D}"/>
                    </a:ext>
                  </a:extLst>
                </p14:cNvPr>
                <p14:cNvContentPartPr/>
                <p14:nvPr/>
              </p14:nvContentPartPr>
              <p14:xfrm>
                <a:off x="8001475" y="4412350"/>
                <a:ext cx="225000" cy="810720"/>
              </p14:xfrm>
            </p:contentPart>
          </mc:Choice>
          <mc:Fallback>
            <p:pic>
              <p:nvPicPr>
                <p:cNvPr id="39" name="Ink 38">
                  <a:extLst>
                    <a:ext uri="{FF2B5EF4-FFF2-40B4-BE49-F238E27FC236}">
                      <a16:creationId xmlns:a16="http://schemas.microsoft.com/office/drawing/2014/main" id="{D174F445-DB3B-F9C3-4372-6E2BDFB55C6D}"/>
                    </a:ext>
                  </a:extLst>
                </p:cNvPr>
                <p:cNvPicPr/>
                <p:nvPr/>
              </p:nvPicPr>
              <p:blipFill>
                <a:blip r:embed="rId64"/>
                <a:stretch>
                  <a:fillRect/>
                </a:stretch>
              </p:blipFill>
              <p:spPr>
                <a:xfrm>
                  <a:off x="7995355" y="4406230"/>
                  <a:ext cx="237240" cy="8229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7C2744C5-027E-4CC9-56DF-EFBCA90AA5CC}"/>
                    </a:ext>
                  </a:extLst>
                </p14:cNvPr>
                <p14:cNvContentPartPr/>
                <p14:nvPr/>
              </p14:nvContentPartPr>
              <p14:xfrm>
                <a:off x="8535715" y="4399030"/>
                <a:ext cx="247680" cy="980280"/>
              </p14:xfrm>
            </p:contentPart>
          </mc:Choice>
          <mc:Fallback>
            <p:pic>
              <p:nvPicPr>
                <p:cNvPr id="41" name="Ink 40">
                  <a:extLst>
                    <a:ext uri="{FF2B5EF4-FFF2-40B4-BE49-F238E27FC236}">
                      <a16:creationId xmlns:a16="http://schemas.microsoft.com/office/drawing/2014/main" id="{7C2744C5-027E-4CC9-56DF-EFBCA90AA5CC}"/>
                    </a:ext>
                  </a:extLst>
                </p:cNvPr>
                <p:cNvPicPr/>
                <p:nvPr/>
              </p:nvPicPr>
              <p:blipFill>
                <a:blip r:embed="rId66"/>
                <a:stretch>
                  <a:fillRect/>
                </a:stretch>
              </p:blipFill>
              <p:spPr>
                <a:xfrm>
                  <a:off x="8529595" y="4392910"/>
                  <a:ext cx="259920" cy="9925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9C0F147D-4722-D76C-74FA-C9BC6E4EEA82}"/>
                    </a:ext>
                  </a:extLst>
                </p14:cNvPr>
                <p14:cNvContentPartPr/>
                <p14:nvPr/>
              </p14:nvContentPartPr>
              <p14:xfrm>
                <a:off x="8794195" y="4583710"/>
                <a:ext cx="286560" cy="221760"/>
              </p14:xfrm>
            </p:contentPart>
          </mc:Choice>
          <mc:Fallback>
            <p:pic>
              <p:nvPicPr>
                <p:cNvPr id="42" name="Ink 41">
                  <a:extLst>
                    <a:ext uri="{FF2B5EF4-FFF2-40B4-BE49-F238E27FC236}">
                      <a16:creationId xmlns:a16="http://schemas.microsoft.com/office/drawing/2014/main" id="{9C0F147D-4722-D76C-74FA-C9BC6E4EEA82}"/>
                    </a:ext>
                  </a:extLst>
                </p:cNvPr>
                <p:cNvPicPr/>
                <p:nvPr/>
              </p:nvPicPr>
              <p:blipFill>
                <a:blip r:embed="rId68"/>
                <a:stretch>
                  <a:fillRect/>
                </a:stretch>
              </p:blipFill>
              <p:spPr>
                <a:xfrm>
                  <a:off x="8788075" y="4577590"/>
                  <a:ext cx="2988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F8306B19-4B59-1466-F130-643D9DD28206}"/>
                    </a:ext>
                  </a:extLst>
                </p14:cNvPr>
                <p14:cNvContentPartPr/>
                <p14:nvPr/>
              </p14:nvContentPartPr>
              <p14:xfrm>
                <a:off x="8671435" y="4887550"/>
                <a:ext cx="596520" cy="35280"/>
              </p14:xfrm>
            </p:contentPart>
          </mc:Choice>
          <mc:Fallback>
            <p:pic>
              <p:nvPicPr>
                <p:cNvPr id="43" name="Ink 42">
                  <a:extLst>
                    <a:ext uri="{FF2B5EF4-FFF2-40B4-BE49-F238E27FC236}">
                      <a16:creationId xmlns:a16="http://schemas.microsoft.com/office/drawing/2014/main" id="{F8306B19-4B59-1466-F130-643D9DD28206}"/>
                    </a:ext>
                  </a:extLst>
                </p:cNvPr>
                <p:cNvPicPr/>
                <p:nvPr/>
              </p:nvPicPr>
              <p:blipFill>
                <a:blip r:embed="rId70"/>
                <a:stretch>
                  <a:fillRect/>
                </a:stretch>
              </p:blipFill>
              <p:spPr>
                <a:xfrm>
                  <a:off x="8665315" y="4881430"/>
                  <a:ext cx="6087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4" name="Ink 43">
                  <a:extLst>
                    <a:ext uri="{FF2B5EF4-FFF2-40B4-BE49-F238E27FC236}">
                      <a16:creationId xmlns:a16="http://schemas.microsoft.com/office/drawing/2014/main" id="{EBED16BA-8EBD-6B01-527C-EAECE1B405A2}"/>
                    </a:ext>
                  </a:extLst>
                </p14:cNvPr>
                <p14:cNvContentPartPr/>
                <p14:nvPr/>
              </p14:nvContentPartPr>
              <p14:xfrm>
                <a:off x="8883475" y="5034430"/>
                <a:ext cx="178920" cy="236520"/>
              </p14:xfrm>
            </p:contentPart>
          </mc:Choice>
          <mc:Fallback>
            <p:pic>
              <p:nvPicPr>
                <p:cNvPr id="44" name="Ink 43">
                  <a:extLst>
                    <a:ext uri="{FF2B5EF4-FFF2-40B4-BE49-F238E27FC236}">
                      <a16:creationId xmlns:a16="http://schemas.microsoft.com/office/drawing/2014/main" id="{EBED16BA-8EBD-6B01-527C-EAECE1B405A2}"/>
                    </a:ext>
                  </a:extLst>
                </p:cNvPr>
                <p:cNvPicPr/>
                <p:nvPr/>
              </p:nvPicPr>
              <p:blipFill>
                <a:blip r:embed="rId72"/>
                <a:stretch>
                  <a:fillRect/>
                </a:stretch>
              </p:blipFill>
              <p:spPr>
                <a:xfrm>
                  <a:off x="8877355" y="5028310"/>
                  <a:ext cx="19116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5" name="Ink 44">
                  <a:extLst>
                    <a:ext uri="{FF2B5EF4-FFF2-40B4-BE49-F238E27FC236}">
                      <a16:creationId xmlns:a16="http://schemas.microsoft.com/office/drawing/2014/main" id="{31A63966-5C36-013F-4F12-FCD723CF0DC2}"/>
                    </a:ext>
                  </a:extLst>
                </p14:cNvPr>
                <p14:cNvContentPartPr/>
                <p14:nvPr/>
              </p14:nvContentPartPr>
              <p14:xfrm>
                <a:off x="9082555" y="4414510"/>
                <a:ext cx="156960" cy="1066680"/>
              </p14:xfrm>
            </p:contentPart>
          </mc:Choice>
          <mc:Fallback>
            <p:pic>
              <p:nvPicPr>
                <p:cNvPr id="45" name="Ink 44">
                  <a:extLst>
                    <a:ext uri="{FF2B5EF4-FFF2-40B4-BE49-F238E27FC236}">
                      <a16:creationId xmlns:a16="http://schemas.microsoft.com/office/drawing/2014/main" id="{31A63966-5C36-013F-4F12-FCD723CF0DC2}"/>
                    </a:ext>
                  </a:extLst>
                </p:cNvPr>
                <p:cNvPicPr/>
                <p:nvPr/>
              </p:nvPicPr>
              <p:blipFill>
                <a:blip r:embed="rId74"/>
                <a:stretch>
                  <a:fillRect/>
                </a:stretch>
              </p:blipFill>
              <p:spPr>
                <a:xfrm>
                  <a:off x="9076435" y="4408390"/>
                  <a:ext cx="169200" cy="1078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64CB5802-8C0C-37FF-9B42-20563D6A3008}"/>
                  </a:ext>
                </a:extLst>
              </p14:cNvPr>
              <p14:cNvContentPartPr/>
              <p14:nvPr/>
            </p14:nvContentPartPr>
            <p14:xfrm>
              <a:off x="1225195" y="4042990"/>
              <a:ext cx="2406240" cy="5400"/>
            </p14:xfrm>
          </p:contentPart>
        </mc:Choice>
        <mc:Fallback>
          <p:pic>
            <p:nvPicPr>
              <p:cNvPr id="48" name="Ink 47">
                <a:extLst>
                  <a:ext uri="{FF2B5EF4-FFF2-40B4-BE49-F238E27FC236}">
                    <a16:creationId xmlns:a16="http://schemas.microsoft.com/office/drawing/2014/main" id="{64CB5802-8C0C-37FF-9B42-20563D6A3008}"/>
                  </a:ext>
                </a:extLst>
              </p:cNvPr>
              <p:cNvPicPr/>
              <p:nvPr/>
            </p:nvPicPr>
            <p:blipFill>
              <a:blip r:embed="rId76"/>
              <a:stretch>
                <a:fillRect/>
              </a:stretch>
            </p:blipFill>
            <p:spPr>
              <a:xfrm>
                <a:off x="1219075" y="4036870"/>
                <a:ext cx="241848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0" name="Ink 49">
                <a:extLst>
                  <a:ext uri="{FF2B5EF4-FFF2-40B4-BE49-F238E27FC236}">
                    <a16:creationId xmlns:a16="http://schemas.microsoft.com/office/drawing/2014/main" id="{AC60BF22-6B51-F9D2-A73B-24A187FFBC2E}"/>
                  </a:ext>
                </a:extLst>
              </p14:cNvPr>
              <p14:cNvContentPartPr/>
              <p14:nvPr/>
            </p14:nvContentPartPr>
            <p14:xfrm>
              <a:off x="6392995" y="4007710"/>
              <a:ext cx="2351160" cy="720"/>
            </p14:xfrm>
          </p:contentPart>
        </mc:Choice>
        <mc:Fallback>
          <p:pic>
            <p:nvPicPr>
              <p:cNvPr id="50" name="Ink 49">
                <a:extLst>
                  <a:ext uri="{FF2B5EF4-FFF2-40B4-BE49-F238E27FC236}">
                    <a16:creationId xmlns:a16="http://schemas.microsoft.com/office/drawing/2014/main" id="{AC60BF22-6B51-F9D2-A73B-24A187FFBC2E}"/>
                  </a:ext>
                </a:extLst>
              </p:cNvPr>
              <p:cNvPicPr/>
              <p:nvPr/>
            </p:nvPicPr>
            <p:blipFill>
              <a:blip r:embed="rId78"/>
              <a:stretch>
                <a:fillRect/>
              </a:stretch>
            </p:blipFill>
            <p:spPr>
              <a:xfrm>
                <a:off x="6386875" y="3995470"/>
                <a:ext cx="2363400" cy="25200"/>
              </a:xfrm>
              <a:prstGeom prst="rect">
                <a:avLst/>
              </a:prstGeom>
            </p:spPr>
          </p:pic>
        </mc:Fallback>
      </mc:AlternateContent>
      <p:grpSp>
        <p:nvGrpSpPr>
          <p:cNvPr id="96" name="Group 95">
            <a:extLst>
              <a:ext uri="{FF2B5EF4-FFF2-40B4-BE49-F238E27FC236}">
                <a16:creationId xmlns:a16="http://schemas.microsoft.com/office/drawing/2014/main" id="{E542990A-1DF4-F26F-80E7-241AD8FE83D0}"/>
              </a:ext>
            </a:extLst>
          </p:cNvPr>
          <p:cNvGrpSpPr/>
          <p:nvPr/>
        </p:nvGrpSpPr>
        <p:grpSpPr>
          <a:xfrm>
            <a:off x="4779835" y="5594590"/>
            <a:ext cx="5761800" cy="1217520"/>
            <a:chOff x="4779835" y="5594590"/>
            <a:chExt cx="5761800" cy="1217520"/>
          </a:xfrm>
        </p:grpSpPr>
        <mc:AlternateContent xmlns:mc="http://schemas.openxmlformats.org/markup-compatibility/2006">
          <mc:Choice xmlns:p14="http://schemas.microsoft.com/office/powerpoint/2010/main" Requires="p14">
            <p:contentPart p14:bwMode="auto" r:id="rId79">
              <p14:nvContentPartPr>
                <p14:cNvPr id="51" name="Ink 50">
                  <a:extLst>
                    <a:ext uri="{FF2B5EF4-FFF2-40B4-BE49-F238E27FC236}">
                      <a16:creationId xmlns:a16="http://schemas.microsoft.com/office/drawing/2014/main" id="{2EC89970-8EB1-979C-3B15-331077F4FE84}"/>
                    </a:ext>
                  </a:extLst>
                </p14:cNvPr>
                <p14:cNvContentPartPr/>
                <p14:nvPr/>
              </p14:nvContentPartPr>
              <p14:xfrm>
                <a:off x="5013115" y="6064390"/>
                <a:ext cx="256320" cy="196560"/>
              </p14:xfrm>
            </p:contentPart>
          </mc:Choice>
          <mc:Fallback>
            <p:pic>
              <p:nvPicPr>
                <p:cNvPr id="51" name="Ink 50">
                  <a:extLst>
                    <a:ext uri="{FF2B5EF4-FFF2-40B4-BE49-F238E27FC236}">
                      <a16:creationId xmlns:a16="http://schemas.microsoft.com/office/drawing/2014/main" id="{2EC89970-8EB1-979C-3B15-331077F4FE84}"/>
                    </a:ext>
                  </a:extLst>
                </p:cNvPr>
                <p:cNvPicPr/>
                <p:nvPr/>
              </p:nvPicPr>
              <p:blipFill>
                <a:blip r:embed="rId80"/>
                <a:stretch>
                  <a:fillRect/>
                </a:stretch>
              </p:blipFill>
              <p:spPr>
                <a:xfrm>
                  <a:off x="5006995" y="6058270"/>
                  <a:ext cx="2685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68ABF9E8-A0CF-995F-5C60-4B546FE9C34C}"/>
                    </a:ext>
                  </a:extLst>
                </p14:cNvPr>
                <p14:cNvContentPartPr/>
                <p14:nvPr/>
              </p14:nvContentPartPr>
              <p14:xfrm>
                <a:off x="5263675" y="5888710"/>
                <a:ext cx="167040" cy="5760"/>
              </p14:xfrm>
            </p:contentPart>
          </mc:Choice>
          <mc:Fallback>
            <p:pic>
              <p:nvPicPr>
                <p:cNvPr id="52" name="Ink 51">
                  <a:extLst>
                    <a:ext uri="{FF2B5EF4-FFF2-40B4-BE49-F238E27FC236}">
                      <a16:creationId xmlns:a16="http://schemas.microsoft.com/office/drawing/2014/main" id="{68ABF9E8-A0CF-995F-5C60-4B546FE9C34C}"/>
                    </a:ext>
                  </a:extLst>
                </p:cNvPr>
                <p:cNvPicPr/>
                <p:nvPr/>
              </p:nvPicPr>
              <p:blipFill>
                <a:blip r:embed="rId82"/>
                <a:stretch>
                  <a:fillRect/>
                </a:stretch>
              </p:blipFill>
              <p:spPr>
                <a:xfrm>
                  <a:off x="5257555" y="5882590"/>
                  <a:ext cx="1792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3" name="Ink 52">
                  <a:extLst>
                    <a:ext uri="{FF2B5EF4-FFF2-40B4-BE49-F238E27FC236}">
                      <a16:creationId xmlns:a16="http://schemas.microsoft.com/office/drawing/2014/main" id="{8085C5F2-DD59-7B99-9000-D213159F6657}"/>
                    </a:ext>
                  </a:extLst>
                </p14:cNvPr>
                <p14:cNvContentPartPr/>
                <p14:nvPr/>
              </p14:nvContentPartPr>
              <p14:xfrm>
                <a:off x="5512795" y="5758030"/>
                <a:ext cx="118800" cy="168480"/>
              </p14:xfrm>
            </p:contentPart>
          </mc:Choice>
          <mc:Fallback>
            <p:pic>
              <p:nvPicPr>
                <p:cNvPr id="53" name="Ink 52">
                  <a:extLst>
                    <a:ext uri="{FF2B5EF4-FFF2-40B4-BE49-F238E27FC236}">
                      <a16:creationId xmlns:a16="http://schemas.microsoft.com/office/drawing/2014/main" id="{8085C5F2-DD59-7B99-9000-D213159F6657}"/>
                    </a:ext>
                  </a:extLst>
                </p:cNvPr>
                <p:cNvPicPr/>
                <p:nvPr/>
              </p:nvPicPr>
              <p:blipFill>
                <a:blip r:embed="rId84"/>
                <a:stretch>
                  <a:fillRect/>
                </a:stretch>
              </p:blipFill>
              <p:spPr>
                <a:xfrm>
                  <a:off x="5506675" y="5751910"/>
                  <a:ext cx="1310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44CB554A-1F67-73A6-26FD-E7EB4976ED61}"/>
                    </a:ext>
                  </a:extLst>
                </p14:cNvPr>
                <p14:cNvContentPartPr/>
                <p14:nvPr/>
              </p14:nvContentPartPr>
              <p14:xfrm>
                <a:off x="5553475" y="5605030"/>
                <a:ext cx="100800" cy="281880"/>
              </p14:xfrm>
            </p:contentPart>
          </mc:Choice>
          <mc:Fallback>
            <p:pic>
              <p:nvPicPr>
                <p:cNvPr id="54" name="Ink 53">
                  <a:extLst>
                    <a:ext uri="{FF2B5EF4-FFF2-40B4-BE49-F238E27FC236}">
                      <a16:creationId xmlns:a16="http://schemas.microsoft.com/office/drawing/2014/main" id="{44CB554A-1F67-73A6-26FD-E7EB4976ED61}"/>
                    </a:ext>
                  </a:extLst>
                </p:cNvPr>
                <p:cNvPicPr/>
                <p:nvPr/>
              </p:nvPicPr>
              <p:blipFill>
                <a:blip r:embed="rId86"/>
                <a:stretch>
                  <a:fillRect/>
                </a:stretch>
              </p:blipFill>
              <p:spPr>
                <a:xfrm>
                  <a:off x="5547355" y="5598910"/>
                  <a:ext cx="11304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02A8CD86-51BF-1D8B-33B6-B269509AB795}"/>
                    </a:ext>
                  </a:extLst>
                </p14:cNvPr>
                <p14:cNvContentPartPr/>
                <p14:nvPr/>
              </p14:nvContentPartPr>
              <p14:xfrm>
                <a:off x="5884675" y="5937310"/>
                <a:ext cx="206280" cy="273600"/>
              </p14:xfrm>
            </p:contentPart>
          </mc:Choice>
          <mc:Fallback>
            <p:pic>
              <p:nvPicPr>
                <p:cNvPr id="55" name="Ink 54">
                  <a:extLst>
                    <a:ext uri="{FF2B5EF4-FFF2-40B4-BE49-F238E27FC236}">
                      <a16:creationId xmlns:a16="http://schemas.microsoft.com/office/drawing/2014/main" id="{02A8CD86-51BF-1D8B-33B6-B269509AB795}"/>
                    </a:ext>
                  </a:extLst>
                </p:cNvPr>
                <p:cNvPicPr/>
                <p:nvPr/>
              </p:nvPicPr>
              <p:blipFill>
                <a:blip r:embed="rId88"/>
                <a:stretch>
                  <a:fillRect/>
                </a:stretch>
              </p:blipFill>
              <p:spPr>
                <a:xfrm>
                  <a:off x="5878555" y="5931190"/>
                  <a:ext cx="21852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CBC79AA4-1924-7F6F-21C3-82B6199665AD}"/>
                    </a:ext>
                  </a:extLst>
                </p14:cNvPr>
                <p14:cNvContentPartPr/>
                <p14:nvPr/>
              </p14:nvContentPartPr>
              <p14:xfrm>
                <a:off x="5956315" y="5801590"/>
                <a:ext cx="181800" cy="372240"/>
              </p14:xfrm>
            </p:contentPart>
          </mc:Choice>
          <mc:Fallback>
            <p:pic>
              <p:nvPicPr>
                <p:cNvPr id="56" name="Ink 55">
                  <a:extLst>
                    <a:ext uri="{FF2B5EF4-FFF2-40B4-BE49-F238E27FC236}">
                      <a16:creationId xmlns:a16="http://schemas.microsoft.com/office/drawing/2014/main" id="{CBC79AA4-1924-7F6F-21C3-82B6199665AD}"/>
                    </a:ext>
                  </a:extLst>
                </p:cNvPr>
                <p:cNvPicPr/>
                <p:nvPr/>
              </p:nvPicPr>
              <p:blipFill>
                <a:blip r:embed="rId90"/>
                <a:stretch>
                  <a:fillRect/>
                </a:stretch>
              </p:blipFill>
              <p:spPr>
                <a:xfrm>
                  <a:off x="5950195" y="5795470"/>
                  <a:ext cx="19404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7" name="Ink 56">
                  <a:extLst>
                    <a:ext uri="{FF2B5EF4-FFF2-40B4-BE49-F238E27FC236}">
                      <a16:creationId xmlns:a16="http://schemas.microsoft.com/office/drawing/2014/main" id="{221C1E1C-762F-D5E2-0242-9211D11F7E5A}"/>
                    </a:ext>
                  </a:extLst>
                </p14:cNvPr>
                <p14:cNvContentPartPr/>
                <p14:nvPr/>
              </p14:nvContentPartPr>
              <p14:xfrm>
                <a:off x="6130195" y="5708350"/>
                <a:ext cx="225360" cy="57960"/>
              </p14:xfrm>
            </p:contentPart>
          </mc:Choice>
          <mc:Fallback>
            <p:pic>
              <p:nvPicPr>
                <p:cNvPr id="57" name="Ink 56">
                  <a:extLst>
                    <a:ext uri="{FF2B5EF4-FFF2-40B4-BE49-F238E27FC236}">
                      <a16:creationId xmlns:a16="http://schemas.microsoft.com/office/drawing/2014/main" id="{221C1E1C-762F-D5E2-0242-9211D11F7E5A}"/>
                    </a:ext>
                  </a:extLst>
                </p:cNvPr>
                <p:cNvPicPr/>
                <p:nvPr/>
              </p:nvPicPr>
              <p:blipFill>
                <a:blip r:embed="rId92"/>
                <a:stretch>
                  <a:fillRect/>
                </a:stretch>
              </p:blipFill>
              <p:spPr>
                <a:xfrm>
                  <a:off x="6124075" y="5702230"/>
                  <a:ext cx="2376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0" name="Ink 59">
                  <a:extLst>
                    <a:ext uri="{FF2B5EF4-FFF2-40B4-BE49-F238E27FC236}">
                      <a16:creationId xmlns:a16="http://schemas.microsoft.com/office/drawing/2014/main" id="{D43CCFF3-B509-BF48-305D-74871C1D6BD7}"/>
                    </a:ext>
                  </a:extLst>
                </p14:cNvPr>
                <p14:cNvContentPartPr/>
                <p14:nvPr/>
              </p14:nvContentPartPr>
              <p14:xfrm>
                <a:off x="4779835" y="6305230"/>
                <a:ext cx="1862640" cy="91800"/>
              </p14:xfrm>
            </p:contentPart>
          </mc:Choice>
          <mc:Fallback>
            <p:pic>
              <p:nvPicPr>
                <p:cNvPr id="60" name="Ink 59">
                  <a:extLst>
                    <a:ext uri="{FF2B5EF4-FFF2-40B4-BE49-F238E27FC236}">
                      <a16:creationId xmlns:a16="http://schemas.microsoft.com/office/drawing/2014/main" id="{D43CCFF3-B509-BF48-305D-74871C1D6BD7}"/>
                    </a:ext>
                  </a:extLst>
                </p:cNvPr>
                <p:cNvPicPr/>
                <p:nvPr/>
              </p:nvPicPr>
              <p:blipFill>
                <a:blip r:embed="rId94"/>
                <a:stretch>
                  <a:fillRect/>
                </a:stretch>
              </p:blipFill>
              <p:spPr>
                <a:xfrm>
                  <a:off x="4773715" y="6299110"/>
                  <a:ext cx="18748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1" name="Ink 60">
                  <a:extLst>
                    <a:ext uri="{FF2B5EF4-FFF2-40B4-BE49-F238E27FC236}">
                      <a16:creationId xmlns:a16="http://schemas.microsoft.com/office/drawing/2014/main" id="{CE565261-7E67-024D-8E6B-DCFFF3D2246E}"/>
                    </a:ext>
                  </a:extLst>
                </p14:cNvPr>
                <p14:cNvContentPartPr/>
                <p14:nvPr/>
              </p14:nvContentPartPr>
              <p14:xfrm>
                <a:off x="5543035" y="6449230"/>
                <a:ext cx="37440" cy="239040"/>
              </p14:xfrm>
            </p:contentPart>
          </mc:Choice>
          <mc:Fallback>
            <p:pic>
              <p:nvPicPr>
                <p:cNvPr id="61" name="Ink 60">
                  <a:extLst>
                    <a:ext uri="{FF2B5EF4-FFF2-40B4-BE49-F238E27FC236}">
                      <a16:creationId xmlns:a16="http://schemas.microsoft.com/office/drawing/2014/main" id="{CE565261-7E67-024D-8E6B-DCFFF3D2246E}"/>
                    </a:ext>
                  </a:extLst>
                </p:cNvPr>
                <p:cNvPicPr/>
                <p:nvPr/>
              </p:nvPicPr>
              <p:blipFill>
                <a:blip r:embed="rId96"/>
                <a:stretch>
                  <a:fillRect/>
                </a:stretch>
              </p:blipFill>
              <p:spPr>
                <a:xfrm>
                  <a:off x="5536915" y="6443110"/>
                  <a:ext cx="4968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2" name="Ink 61">
                  <a:extLst>
                    <a:ext uri="{FF2B5EF4-FFF2-40B4-BE49-F238E27FC236}">
                      <a16:creationId xmlns:a16="http://schemas.microsoft.com/office/drawing/2014/main" id="{562E4B26-C349-73CC-E520-21A17980EAF9}"/>
                    </a:ext>
                  </a:extLst>
                </p14:cNvPr>
                <p14:cNvContentPartPr/>
                <p14:nvPr/>
              </p14:nvContentPartPr>
              <p14:xfrm>
                <a:off x="5704675" y="6454630"/>
                <a:ext cx="47880" cy="130680"/>
              </p14:xfrm>
            </p:contentPart>
          </mc:Choice>
          <mc:Fallback>
            <p:pic>
              <p:nvPicPr>
                <p:cNvPr id="62" name="Ink 61">
                  <a:extLst>
                    <a:ext uri="{FF2B5EF4-FFF2-40B4-BE49-F238E27FC236}">
                      <a16:creationId xmlns:a16="http://schemas.microsoft.com/office/drawing/2014/main" id="{562E4B26-C349-73CC-E520-21A17980EAF9}"/>
                    </a:ext>
                  </a:extLst>
                </p:cNvPr>
                <p:cNvPicPr/>
                <p:nvPr/>
              </p:nvPicPr>
              <p:blipFill>
                <a:blip r:embed="rId98"/>
                <a:stretch>
                  <a:fillRect/>
                </a:stretch>
              </p:blipFill>
              <p:spPr>
                <a:xfrm>
                  <a:off x="5698555" y="6448510"/>
                  <a:ext cx="601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3" name="Ink 62">
                  <a:extLst>
                    <a:ext uri="{FF2B5EF4-FFF2-40B4-BE49-F238E27FC236}">
                      <a16:creationId xmlns:a16="http://schemas.microsoft.com/office/drawing/2014/main" id="{85F274E5-FEF2-5AF9-AB8E-5D2BCD19A5A5}"/>
                    </a:ext>
                  </a:extLst>
                </p14:cNvPr>
                <p14:cNvContentPartPr/>
                <p14:nvPr/>
              </p14:nvContentPartPr>
              <p14:xfrm>
                <a:off x="5741755" y="6673150"/>
                <a:ext cx="18000" cy="25200"/>
              </p14:xfrm>
            </p:contentPart>
          </mc:Choice>
          <mc:Fallback>
            <p:pic>
              <p:nvPicPr>
                <p:cNvPr id="63" name="Ink 62">
                  <a:extLst>
                    <a:ext uri="{FF2B5EF4-FFF2-40B4-BE49-F238E27FC236}">
                      <a16:creationId xmlns:a16="http://schemas.microsoft.com/office/drawing/2014/main" id="{85F274E5-FEF2-5AF9-AB8E-5D2BCD19A5A5}"/>
                    </a:ext>
                  </a:extLst>
                </p:cNvPr>
                <p:cNvPicPr/>
                <p:nvPr/>
              </p:nvPicPr>
              <p:blipFill>
                <a:blip r:embed="rId100"/>
                <a:stretch>
                  <a:fillRect/>
                </a:stretch>
              </p:blipFill>
              <p:spPr>
                <a:xfrm>
                  <a:off x="5735635" y="6667030"/>
                  <a:ext cx="302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4" name="Ink 63">
                  <a:extLst>
                    <a:ext uri="{FF2B5EF4-FFF2-40B4-BE49-F238E27FC236}">
                      <a16:creationId xmlns:a16="http://schemas.microsoft.com/office/drawing/2014/main" id="{F7267963-90D2-2127-3CA2-10E34942963F}"/>
                    </a:ext>
                  </a:extLst>
                </p14:cNvPr>
                <p14:cNvContentPartPr/>
                <p14:nvPr/>
              </p14:nvContentPartPr>
              <p14:xfrm>
                <a:off x="6757675" y="6211630"/>
                <a:ext cx="223920" cy="47880"/>
              </p14:xfrm>
            </p:contentPart>
          </mc:Choice>
          <mc:Fallback>
            <p:pic>
              <p:nvPicPr>
                <p:cNvPr id="64" name="Ink 63">
                  <a:extLst>
                    <a:ext uri="{FF2B5EF4-FFF2-40B4-BE49-F238E27FC236}">
                      <a16:creationId xmlns:a16="http://schemas.microsoft.com/office/drawing/2014/main" id="{F7267963-90D2-2127-3CA2-10E34942963F}"/>
                    </a:ext>
                  </a:extLst>
                </p:cNvPr>
                <p:cNvPicPr/>
                <p:nvPr/>
              </p:nvPicPr>
              <p:blipFill>
                <a:blip r:embed="rId102"/>
                <a:stretch>
                  <a:fillRect/>
                </a:stretch>
              </p:blipFill>
              <p:spPr>
                <a:xfrm>
                  <a:off x="6751555" y="6205510"/>
                  <a:ext cx="23616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5" name="Ink 64">
                  <a:extLst>
                    <a:ext uri="{FF2B5EF4-FFF2-40B4-BE49-F238E27FC236}">
                      <a16:creationId xmlns:a16="http://schemas.microsoft.com/office/drawing/2014/main" id="{1C1E9875-7269-F5DD-6FDA-C9448BD79CD0}"/>
                    </a:ext>
                  </a:extLst>
                </p14:cNvPr>
                <p14:cNvContentPartPr/>
                <p14:nvPr/>
              </p14:nvContentPartPr>
              <p14:xfrm>
                <a:off x="6824635" y="6105070"/>
                <a:ext cx="27360" cy="211680"/>
              </p14:xfrm>
            </p:contentPart>
          </mc:Choice>
          <mc:Fallback>
            <p:pic>
              <p:nvPicPr>
                <p:cNvPr id="65" name="Ink 64">
                  <a:extLst>
                    <a:ext uri="{FF2B5EF4-FFF2-40B4-BE49-F238E27FC236}">
                      <a16:creationId xmlns:a16="http://schemas.microsoft.com/office/drawing/2014/main" id="{1C1E9875-7269-F5DD-6FDA-C9448BD79CD0}"/>
                    </a:ext>
                  </a:extLst>
                </p:cNvPr>
                <p:cNvPicPr/>
                <p:nvPr/>
              </p:nvPicPr>
              <p:blipFill>
                <a:blip r:embed="rId104"/>
                <a:stretch>
                  <a:fillRect/>
                </a:stretch>
              </p:blipFill>
              <p:spPr>
                <a:xfrm>
                  <a:off x="6818515" y="6098950"/>
                  <a:ext cx="396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6" name="Ink 65">
                  <a:extLst>
                    <a:ext uri="{FF2B5EF4-FFF2-40B4-BE49-F238E27FC236}">
                      <a16:creationId xmlns:a16="http://schemas.microsoft.com/office/drawing/2014/main" id="{D8CDE9BE-78A4-B139-E049-AB698B32CEA6}"/>
                    </a:ext>
                  </a:extLst>
                </p14:cNvPr>
                <p14:cNvContentPartPr/>
                <p14:nvPr/>
              </p14:nvContentPartPr>
              <p14:xfrm>
                <a:off x="7202275" y="6099310"/>
                <a:ext cx="228600" cy="185400"/>
              </p14:xfrm>
            </p:contentPart>
          </mc:Choice>
          <mc:Fallback>
            <p:pic>
              <p:nvPicPr>
                <p:cNvPr id="66" name="Ink 65">
                  <a:extLst>
                    <a:ext uri="{FF2B5EF4-FFF2-40B4-BE49-F238E27FC236}">
                      <a16:creationId xmlns:a16="http://schemas.microsoft.com/office/drawing/2014/main" id="{D8CDE9BE-78A4-B139-E049-AB698B32CEA6}"/>
                    </a:ext>
                  </a:extLst>
                </p:cNvPr>
                <p:cNvPicPr/>
                <p:nvPr/>
              </p:nvPicPr>
              <p:blipFill>
                <a:blip r:embed="rId106"/>
                <a:stretch>
                  <a:fillRect/>
                </a:stretch>
              </p:blipFill>
              <p:spPr>
                <a:xfrm>
                  <a:off x="7196155" y="6093190"/>
                  <a:ext cx="24084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7" name="Ink 66">
                  <a:extLst>
                    <a:ext uri="{FF2B5EF4-FFF2-40B4-BE49-F238E27FC236}">
                      <a16:creationId xmlns:a16="http://schemas.microsoft.com/office/drawing/2014/main" id="{4082A81E-AA9F-1180-9F9C-5124CB2233A7}"/>
                    </a:ext>
                  </a:extLst>
                </p14:cNvPr>
                <p14:cNvContentPartPr/>
                <p14:nvPr/>
              </p14:nvContentPartPr>
              <p14:xfrm>
                <a:off x="7479835" y="5845150"/>
                <a:ext cx="123480" cy="10800"/>
              </p14:xfrm>
            </p:contentPart>
          </mc:Choice>
          <mc:Fallback>
            <p:pic>
              <p:nvPicPr>
                <p:cNvPr id="67" name="Ink 66">
                  <a:extLst>
                    <a:ext uri="{FF2B5EF4-FFF2-40B4-BE49-F238E27FC236}">
                      <a16:creationId xmlns:a16="http://schemas.microsoft.com/office/drawing/2014/main" id="{4082A81E-AA9F-1180-9F9C-5124CB2233A7}"/>
                    </a:ext>
                  </a:extLst>
                </p:cNvPr>
                <p:cNvPicPr/>
                <p:nvPr/>
              </p:nvPicPr>
              <p:blipFill>
                <a:blip r:embed="rId108"/>
                <a:stretch>
                  <a:fillRect/>
                </a:stretch>
              </p:blipFill>
              <p:spPr>
                <a:xfrm>
                  <a:off x="7473715" y="5839030"/>
                  <a:ext cx="1357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8" name="Ink 67">
                  <a:extLst>
                    <a:ext uri="{FF2B5EF4-FFF2-40B4-BE49-F238E27FC236}">
                      <a16:creationId xmlns:a16="http://schemas.microsoft.com/office/drawing/2014/main" id="{BC274195-6D2D-061C-F151-B5199A539659}"/>
                    </a:ext>
                  </a:extLst>
                </p14:cNvPr>
                <p14:cNvContentPartPr/>
                <p14:nvPr/>
              </p14:nvContentPartPr>
              <p14:xfrm>
                <a:off x="7618795" y="5739670"/>
                <a:ext cx="101880" cy="135000"/>
              </p14:xfrm>
            </p:contentPart>
          </mc:Choice>
          <mc:Fallback>
            <p:pic>
              <p:nvPicPr>
                <p:cNvPr id="68" name="Ink 67">
                  <a:extLst>
                    <a:ext uri="{FF2B5EF4-FFF2-40B4-BE49-F238E27FC236}">
                      <a16:creationId xmlns:a16="http://schemas.microsoft.com/office/drawing/2014/main" id="{BC274195-6D2D-061C-F151-B5199A539659}"/>
                    </a:ext>
                  </a:extLst>
                </p:cNvPr>
                <p:cNvPicPr/>
                <p:nvPr/>
              </p:nvPicPr>
              <p:blipFill>
                <a:blip r:embed="rId110"/>
                <a:stretch>
                  <a:fillRect/>
                </a:stretch>
              </p:blipFill>
              <p:spPr>
                <a:xfrm>
                  <a:off x="7612675" y="5733550"/>
                  <a:ext cx="1141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9" name="Ink 68">
                  <a:extLst>
                    <a:ext uri="{FF2B5EF4-FFF2-40B4-BE49-F238E27FC236}">
                      <a16:creationId xmlns:a16="http://schemas.microsoft.com/office/drawing/2014/main" id="{C1B98F78-6C3C-4755-4D3E-F8E72CFC84BA}"/>
                    </a:ext>
                  </a:extLst>
                </p14:cNvPr>
                <p14:cNvContentPartPr/>
                <p14:nvPr/>
              </p14:nvContentPartPr>
              <p14:xfrm>
                <a:off x="7710955" y="5594590"/>
                <a:ext cx="109080" cy="355320"/>
              </p14:xfrm>
            </p:contentPart>
          </mc:Choice>
          <mc:Fallback>
            <p:pic>
              <p:nvPicPr>
                <p:cNvPr id="69" name="Ink 68">
                  <a:extLst>
                    <a:ext uri="{FF2B5EF4-FFF2-40B4-BE49-F238E27FC236}">
                      <a16:creationId xmlns:a16="http://schemas.microsoft.com/office/drawing/2014/main" id="{C1B98F78-6C3C-4755-4D3E-F8E72CFC84BA}"/>
                    </a:ext>
                  </a:extLst>
                </p:cNvPr>
                <p:cNvPicPr/>
                <p:nvPr/>
              </p:nvPicPr>
              <p:blipFill>
                <a:blip r:embed="rId112"/>
                <a:stretch>
                  <a:fillRect/>
                </a:stretch>
              </p:blipFill>
              <p:spPr>
                <a:xfrm>
                  <a:off x="7704835" y="5588470"/>
                  <a:ext cx="12132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2" name="Ink 71">
                  <a:extLst>
                    <a:ext uri="{FF2B5EF4-FFF2-40B4-BE49-F238E27FC236}">
                      <a16:creationId xmlns:a16="http://schemas.microsoft.com/office/drawing/2014/main" id="{863022DA-86B8-481B-4518-159D64620171}"/>
                    </a:ext>
                  </a:extLst>
                </p14:cNvPr>
                <p14:cNvContentPartPr/>
                <p14:nvPr/>
              </p14:nvContentPartPr>
              <p14:xfrm>
                <a:off x="8082475" y="6022990"/>
                <a:ext cx="124560" cy="162720"/>
              </p14:xfrm>
            </p:contentPart>
          </mc:Choice>
          <mc:Fallback>
            <p:pic>
              <p:nvPicPr>
                <p:cNvPr id="72" name="Ink 71">
                  <a:extLst>
                    <a:ext uri="{FF2B5EF4-FFF2-40B4-BE49-F238E27FC236}">
                      <a16:creationId xmlns:a16="http://schemas.microsoft.com/office/drawing/2014/main" id="{863022DA-86B8-481B-4518-159D64620171}"/>
                    </a:ext>
                  </a:extLst>
                </p:cNvPr>
                <p:cNvPicPr/>
                <p:nvPr/>
              </p:nvPicPr>
              <p:blipFill>
                <a:blip r:embed="rId114"/>
                <a:stretch>
                  <a:fillRect/>
                </a:stretch>
              </p:blipFill>
              <p:spPr>
                <a:xfrm>
                  <a:off x="8076355" y="6016870"/>
                  <a:ext cx="13680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3" name="Ink 72">
                  <a:extLst>
                    <a:ext uri="{FF2B5EF4-FFF2-40B4-BE49-F238E27FC236}">
                      <a16:creationId xmlns:a16="http://schemas.microsoft.com/office/drawing/2014/main" id="{6FA7E0E2-6EF1-9061-BE78-6700386E9EEA}"/>
                    </a:ext>
                  </a:extLst>
                </p14:cNvPr>
                <p14:cNvContentPartPr/>
                <p14:nvPr/>
              </p14:nvContentPartPr>
              <p14:xfrm>
                <a:off x="8108395" y="5894830"/>
                <a:ext cx="164880" cy="303840"/>
              </p14:xfrm>
            </p:contentPart>
          </mc:Choice>
          <mc:Fallback>
            <p:pic>
              <p:nvPicPr>
                <p:cNvPr id="73" name="Ink 72">
                  <a:extLst>
                    <a:ext uri="{FF2B5EF4-FFF2-40B4-BE49-F238E27FC236}">
                      <a16:creationId xmlns:a16="http://schemas.microsoft.com/office/drawing/2014/main" id="{6FA7E0E2-6EF1-9061-BE78-6700386E9EEA}"/>
                    </a:ext>
                  </a:extLst>
                </p:cNvPr>
                <p:cNvPicPr/>
                <p:nvPr/>
              </p:nvPicPr>
              <p:blipFill>
                <a:blip r:embed="rId116"/>
                <a:stretch>
                  <a:fillRect/>
                </a:stretch>
              </p:blipFill>
              <p:spPr>
                <a:xfrm>
                  <a:off x="8102275" y="5888710"/>
                  <a:ext cx="17712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4" name="Ink 73">
                  <a:extLst>
                    <a:ext uri="{FF2B5EF4-FFF2-40B4-BE49-F238E27FC236}">
                      <a16:creationId xmlns:a16="http://schemas.microsoft.com/office/drawing/2014/main" id="{A6F7C69B-E734-0870-BE0E-D4B2FD31253F}"/>
                    </a:ext>
                  </a:extLst>
                </p14:cNvPr>
                <p14:cNvContentPartPr/>
                <p14:nvPr/>
              </p14:nvContentPartPr>
              <p14:xfrm>
                <a:off x="8334115" y="5723830"/>
                <a:ext cx="26640" cy="111240"/>
              </p14:xfrm>
            </p:contentPart>
          </mc:Choice>
          <mc:Fallback>
            <p:pic>
              <p:nvPicPr>
                <p:cNvPr id="74" name="Ink 73">
                  <a:extLst>
                    <a:ext uri="{FF2B5EF4-FFF2-40B4-BE49-F238E27FC236}">
                      <a16:creationId xmlns:a16="http://schemas.microsoft.com/office/drawing/2014/main" id="{A6F7C69B-E734-0870-BE0E-D4B2FD31253F}"/>
                    </a:ext>
                  </a:extLst>
                </p:cNvPr>
                <p:cNvPicPr/>
                <p:nvPr/>
              </p:nvPicPr>
              <p:blipFill>
                <a:blip r:embed="rId118"/>
                <a:stretch>
                  <a:fillRect/>
                </a:stretch>
              </p:blipFill>
              <p:spPr>
                <a:xfrm>
                  <a:off x="8327995" y="5717710"/>
                  <a:ext cx="3888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5" name="Ink 74">
                  <a:extLst>
                    <a:ext uri="{FF2B5EF4-FFF2-40B4-BE49-F238E27FC236}">
                      <a16:creationId xmlns:a16="http://schemas.microsoft.com/office/drawing/2014/main" id="{95D1C097-934E-0697-7A0F-B6729573CDB5}"/>
                    </a:ext>
                  </a:extLst>
                </p14:cNvPr>
                <p14:cNvContentPartPr/>
                <p14:nvPr/>
              </p14:nvContentPartPr>
              <p14:xfrm>
                <a:off x="7098955" y="6340870"/>
                <a:ext cx="1733400" cy="82440"/>
              </p14:xfrm>
            </p:contentPart>
          </mc:Choice>
          <mc:Fallback>
            <p:pic>
              <p:nvPicPr>
                <p:cNvPr id="75" name="Ink 74">
                  <a:extLst>
                    <a:ext uri="{FF2B5EF4-FFF2-40B4-BE49-F238E27FC236}">
                      <a16:creationId xmlns:a16="http://schemas.microsoft.com/office/drawing/2014/main" id="{95D1C097-934E-0697-7A0F-B6729573CDB5}"/>
                    </a:ext>
                  </a:extLst>
                </p:cNvPr>
                <p:cNvPicPr/>
                <p:nvPr/>
              </p:nvPicPr>
              <p:blipFill>
                <a:blip r:embed="rId120"/>
                <a:stretch>
                  <a:fillRect/>
                </a:stretch>
              </p:blipFill>
              <p:spPr>
                <a:xfrm>
                  <a:off x="7092835" y="6334750"/>
                  <a:ext cx="17456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8" name="Ink 77">
                  <a:extLst>
                    <a:ext uri="{FF2B5EF4-FFF2-40B4-BE49-F238E27FC236}">
                      <a16:creationId xmlns:a16="http://schemas.microsoft.com/office/drawing/2014/main" id="{41752251-D194-834C-2819-A621A1CD84AB}"/>
                    </a:ext>
                  </a:extLst>
                </p14:cNvPr>
                <p14:cNvContentPartPr/>
                <p14:nvPr/>
              </p14:nvContentPartPr>
              <p14:xfrm>
                <a:off x="7730035" y="6508630"/>
                <a:ext cx="21600" cy="182880"/>
              </p14:xfrm>
            </p:contentPart>
          </mc:Choice>
          <mc:Fallback>
            <p:pic>
              <p:nvPicPr>
                <p:cNvPr id="78" name="Ink 77">
                  <a:extLst>
                    <a:ext uri="{FF2B5EF4-FFF2-40B4-BE49-F238E27FC236}">
                      <a16:creationId xmlns:a16="http://schemas.microsoft.com/office/drawing/2014/main" id="{41752251-D194-834C-2819-A621A1CD84AB}"/>
                    </a:ext>
                  </a:extLst>
                </p:cNvPr>
                <p:cNvPicPr/>
                <p:nvPr/>
              </p:nvPicPr>
              <p:blipFill>
                <a:blip r:embed="rId122"/>
                <a:stretch>
                  <a:fillRect/>
                </a:stretch>
              </p:blipFill>
              <p:spPr>
                <a:xfrm>
                  <a:off x="7723915" y="6502510"/>
                  <a:ext cx="3384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9" name="Ink 78">
                  <a:extLst>
                    <a:ext uri="{FF2B5EF4-FFF2-40B4-BE49-F238E27FC236}">
                      <a16:creationId xmlns:a16="http://schemas.microsoft.com/office/drawing/2014/main" id="{3B057914-9FD2-1F1A-75CE-DD00E7D9B80E}"/>
                    </a:ext>
                  </a:extLst>
                </p14:cNvPr>
                <p14:cNvContentPartPr/>
                <p14:nvPr/>
              </p14:nvContentPartPr>
              <p14:xfrm>
                <a:off x="7835155" y="6493150"/>
                <a:ext cx="30600" cy="128880"/>
              </p14:xfrm>
            </p:contentPart>
          </mc:Choice>
          <mc:Fallback>
            <p:pic>
              <p:nvPicPr>
                <p:cNvPr id="79" name="Ink 78">
                  <a:extLst>
                    <a:ext uri="{FF2B5EF4-FFF2-40B4-BE49-F238E27FC236}">
                      <a16:creationId xmlns:a16="http://schemas.microsoft.com/office/drawing/2014/main" id="{3B057914-9FD2-1F1A-75CE-DD00E7D9B80E}"/>
                    </a:ext>
                  </a:extLst>
                </p:cNvPr>
                <p:cNvPicPr/>
                <p:nvPr/>
              </p:nvPicPr>
              <p:blipFill>
                <a:blip r:embed="rId124"/>
                <a:stretch>
                  <a:fillRect/>
                </a:stretch>
              </p:blipFill>
              <p:spPr>
                <a:xfrm>
                  <a:off x="7829035" y="6487030"/>
                  <a:ext cx="428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0" name="Ink 79">
                  <a:extLst>
                    <a:ext uri="{FF2B5EF4-FFF2-40B4-BE49-F238E27FC236}">
                      <a16:creationId xmlns:a16="http://schemas.microsoft.com/office/drawing/2014/main" id="{6CC6860B-6CDF-04DA-17B7-F654E141D3BA}"/>
                    </a:ext>
                  </a:extLst>
                </p14:cNvPr>
                <p14:cNvContentPartPr/>
                <p14:nvPr/>
              </p14:nvContentPartPr>
              <p14:xfrm>
                <a:off x="7845235" y="6748750"/>
                <a:ext cx="25200" cy="29520"/>
              </p14:xfrm>
            </p:contentPart>
          </mc:Choice>
          <mc:Fallback>
            <p:pic>
              <p:nvPicPr>
                <p:cNvPr id="80" name="Ink 79">
                  <a:extLst>
                    <a:ext uri="{FF2B5EF4-FFF2-40B4-BE49-F238E27FC236}">
                      <a16:creationId xmlns:a16="http://schemas.microsoft.com/office/drawing/2014/main" id="{6CC6860B-6CDF-04DA-17B7-F654E141D3BA}"/>
                    </a:ext>
                  </a:extLst>
                </p:cNvPr>
                <p:cNvPicPr/>
                <p:nvPr/>
              </p:nvPicPr>
              <p:blipFill>
                <a:blip r:embed="rId126"/>
                <a:stretch>
                  <a:fillRect/>
                </a:stretch>
              </p:blipFill>
              <p:spPr>
                <a:xfrm>
                  <a:off x="7839115" y="6742630"/>
                  <a:ext cx="374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1" name="Ink 80">
                  <a:extLst>
                    <a:ext uri="{FF2B5EF4-FFF2-40B4-BE49-F238E27FC236}">
                      <a16:creationId xmlns:a16="http://schemas.microsoft.com/office/drawing/2014/main" id="{F6BCAF64-C87B-3760-4624-41E735522888}"/>
                    </a:ext>
                  </a:extLst>
                </p14:cNvPr>
                <p14:cNvContentPartPr/>
                <p14:nvPr/>
              </p14:nvContentPartPr>
              <p14:xfrm>
                <a:off x="5373475" y="6403150"/>
                <a:ext cx="232560" cy="287640"/>
              </p14:xfrm>
            </p:contentPart>
          </mc:Choice>
          <mc:Fallback>
            <p:pic>
              <p:nvPicPr>
                <p:cNvPr id="81" name="Ink 80">
                  <a:extLst>
                    <a:ext uri="{FF2B5EF4-FFF2-40B4-BE49-F238E27FC236}">
                      <a16:creationId xmlns:a16="http://schemas.microsoft.com/office/drawing/2014/main" id="{F6BCAF64-C87B-3760-4624-41E735522888}"/>
                    </a:ext>
                  </a:extLst>
                </p:cNvPr>
                <p:cNvPicPr/>
                <p:nvPr/>
              </p:nvPicPr>
              <p:blipFill>
                <a:blip r:embed="rId128"/>
                <a:stretch>
                  <a:fillRect/>
                </a:stretch>
              </p:blipFill>
              <p:spPr>
                <a:xfrm>
                  <a:off x="5367355" y="6397030"/>
                  <a:ext cx="24480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2" name="Ink 81">
                  <a:extLst>
                    <a:ext uri="{FF2B5EF4-FFF2-40B4-BE49-F238E27FC236}">
                      <a16:creationId xmlns:a16="http://schemas.microsoft.com/office/drawing/2014/main" id="{F91AAC28-5D0A-EB1D-6589-40AE2F6C8A45}"/>
                    </a:ext>
                  </a:extLst>
                </p14:cNvPr>
                <p14:cNvContentPartPr/>
                <p14:nvPr/>
              </p14:nvContentPartPr>
              <p14:xfrm>
                <a:off x="9031795" y="6270670"/>
                <a:ext cx="194040" cy="45000"/>
              </p14:xfrm>
            </p:contentPart>
          </mc:Choice>
          <mc:Fallback>
            <p:pic>
              <p:nvPicPr>
                <p:cNvPr id="82" name="Ink 81">
                  <a:extLst>
                    <a:ext uri="{FF2B5EF4-FFF2-40B4-BE49-F238E27FC236}">
                      <a16:creationId xmlns:a16="http://schemas.microsoft.com/office/drawing/2014/main" id="{F91AAC28-5D0A-EB1D-6589-40AE2F6C8A45}"/>
                    </a:ext>
                  </a:extLst>
                </p:cNvPr>
                <p:cNvPicPr/>
                <p:nvPr/>
              </p:nvPicPr>
              <p:blipFill>
                <a:blip r:embed="rId130"/>
                <a:stretch>
                  <a:fillRect/>
                </a:stretch>
              </p:blipFill>
              <p:spPr>
                <a:xfrm>
                  <a:off x="9025675" y="6264550"/>
                  <a:ext cx="20628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3" name="Ink 82">
                  <a:extLst>
                    <a:ext uri="{FF2B5EF4-FFF2-40B4-BE49-F238E27FC236}">
                      <a16:creationId xmlns:a16="http://schemas.microsoft.com/office/drawing/2014/main" id="{E2C9ED04-70AC-CC7D-CF05-0A085C1A5E4E}"/>
                    </a:ext>
                  </a:extLst>
                </p14:cNvPr>
                <p14:cNvContentPartPr/>
                <p14:nvPr/>
              </p14:nvContentPartPr>
              <p14:xfrm>
                <a:off x="9036835" y="6173110"/>
                <a:ext cx="46800" cy="264240"/>
              </p14:xfrm>
            </p:contentPart>
          </mc:Choice>
          <mc:Fallback>
            <p:pic>
              <p:nvPicPr>
                <p:cNvPr id="83" name="Ink 82">
                  <a:extLst>
                    <a:ext uri="{FF2B5EF4-FFF2-40B4-BE49-F238E27FC236}">
                      <a16:creationId xmlns:a16="http://schemas.microsoft.com/office/drawing/2014/main" id="{E2C9ED04-70AC-CC7D-CF05-0A085C1A5E4E}"/>
                    </a:ext>
                  </a:extLst>
                </p:cNvPr>
                <p:cNvPicPr/>
                <p:nvPr/>
              </p:nvPicPr>
              <p:blipFill>
                <a:blip r:embed="rId132"/>
                <a:stretch>
                  <a:fillRect/>
                </a:stretch>
              </p:blipFill>
              <p:spPr>
                <a:xfrm>
                  <a:off x="9030715" y="6166990"/>
                  <a:ext cx="5904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4" name="Ink 83">
                  <a:extLst>
                    <a:ext uri="{FF2B5EF4-FFF2-40B4-BE49-F238E27FC236}">
                      <a16:creationId xmlns:a16="http://schemas.microsoft.com/office/drawing/2014/main" id="{4C2E62EC-C8F6-1AB0-E213-8C53BD4FB089}"/>
                    </a:ext>
                  </a:extLst>
                </p14:cNvPr>
                <p14:cNvContentPartPr/>
                <p14:nvPr/>
              </p14:nvContentPartPr>
              <p14:xfrm>
                <a:off x="9398635" y="6092830"/>
                <a:ext cx="221400" cy="207720"/>
              </p14:xfrm>
            </p:contentPart>
          </mc:Choice>
          <mc:Fallback>
            <p:pic>
              <p:nvPicPr>
                <p:cNvPr id="84" name="Ink 83">
                  <a:extLst>
                    <a:ext uri="{FF2B5EF4-FFF2-40B4-BE49-F238E27FC236}">
                      <a16:creationId xmlns:a16="http://schemas.microsoft.com/office/drawing/2014/main" id="{4C2E62EC-C8F6-1AB0-E213-8C53BD4FB089}"/>
                    </a:ext>
                  </a:extLst>
                </p:cNvPr>
                <p:cNvPicPr/>
                <p:nvPr/>
              </p:nvPicPr>
              <p:blipFill>
                <a:blip r:embed="rId134"/>
                <a:stretch>
                  <a:fillRect/>
                </a:stretch>
              </p:blipFill>
              <p:spPr>
                <a:xfrm>
                  <a:off x="9392515" y="6086710"/>
                  <a:ext cx="2336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5" name="Ink 84">
                  <a:extLst>
                    <a:ext uri="{FF2B5EF4-FFF2-40B4-BE49-F238E27FC236}">
                      <a16:creationId xmlns:a16="http://schemas.microsoft.com/office/drawing/2014/main" id="{E9EFA985-F49A-B09F-5D58-9B85628D098E}"/>
                    </a:ext>
                  </a:extLst>
                </p14:cNvPr>
                <p14:cNvContentPartPr/>
                <p14:nvPr/>
              </p14:nvContentPartPr>
              <p14:xfrm>
                <a:off x="9629035" y="5893390"/>
                <a:ext cx="79200" cy="11160"/>
              </p14:xfrm>
            </p:contentPart>
          </mc:Choice>
          <mc:Fallback>
            <p:pic>
              <p:nvPicPr>
                <p:cNvPr id="85" name="Ink 84">
                  <a:extLst>
                    <a:ext uri="{FF2B5EF4-FFF2-40B4-BE49-F238E27FC236}">
                      <a16:creationId xmlns:a16="http://schemas.microsoft.com/office/drawing/2014/main" id="{E9EFA985-F49A-B09F-5D58-9B85628D098E}"/>
                    </a:ext>
                  </a:extLst>
                </p:cNvPr>
                <p:cNvPicPr/>
                <p:nvPr/>
              </p:nvPicPr>
              <p:blipFill>
                <a:blip r:embed="rId136"/>
                <a:stretch>
                  <a:fillRect/>
                </a:stretch>
              </p:blipFill>
              <p:spPr>
                <a:xfrm>
                  <a:off x="9622915" y="5887270"/>
                  <a:ext cx="914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6" name="Ink 85">
                  <a:extLst>
                    <a:ext uri="{FF2B5EF4-FFF2-40B4-BE49-F238E27FC236}">
                      <a16:creationId xmlns:a16="http://schemas.microsoft.com/office/drawing/2014/main" id="{9F34995E-AD12-E9A2-9568-4135267F7384}"/>
                    </a:ext>
                  </a:extLst>
                </p14:cNvPr>
                <p14:cNvContentPartPr/>
                <p14:nvPr/>
              </p14:nvContentPartPr>
              <p14:xfrm>
                <a:off x="9743875" y="5823190"/>
                <a:ext cx="72720" cy="171000"/>
              </p14:xfrm>
            </p:contentPart>
          </mc:Choice>
          <mc:Fallback>
            <p:pic>
              <p:nvPicPr>
                <p:cNvPr id="86" name="Ink 85">
                  <a:extLst>
                    <a:ext uri="{FF2B5EF4-FFF2-40B4-BE49-F238E27FC236}">
                      <a16:creationId xmlns:a16="http://schemas.microsoft.com/office/drawing/2014/main" id="{9F34995E-AD12-E9A2-9568-4135267F7384}"/>
                    </a:ext>
                  </a:extLst>
                </p:cNvPr>
                <p:cNvPicPr/>
                <p:nvPr/>
              </p:nvPicPr>
              <p:blipFill>
                <a:blip r:embed="rId138"/>
                <a:stretch>
                  <a:fillRect/>
                </a:stretch>
              </p:blipFill>
              <p:spPr>
                <a:xfrm>
                  <a:off x="9737755" y="5817070"/>
                  <a:ext cx="849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7" name="Ink 86">
                  <a:extLst>
                    <a:ext uri="{FF2B5EF4-FFF2-40B4-BE49-F238E27FC236}">
                      <a16:creationId xmlns:a16="http://schemas.microsoft.com/office/drawing/2014/main" id="{9CC0D197-5715-46BB-9462-8D261F70BE8A}"/>
                    </a:ext>
                  </a:extLst>
                </p14:cNvPr>
                <p14:cNvContentPartPr/>
                <p14:nvPr/>
              </p14:nvContentPartPr>
              <p14:xfrm>
                <a:off x="9809035" y="5600710"/>
                <a:ext cx="86400" cy="386640"/>
              </p14:xfrm>
            </p:contentPart>
          </mc:Choice>
          <mc:Fallback>
            <p:pic>
              <p:nvPicPr>
                <p:cNvPr id="87" name="Ink 86">
                  <a:extLst>
                    <a:ext uri="{FF2B5EF4-FFF2-40B4-BE49-F238E27FC236}">
                      <a16:creationId xmlns:a16="http://schemas.microsoft.com/office/drawing/2014/main" id="{9CC0D197-5715-46BB-9462-8D261F70BE8A}"/>
                    </a:ext>
                  </a:extLst>
                </p:cNvPr>
                <p:cNvPicPr/>
                <p:nvPr/>
              </p:nvPicPr>
              <p:blipFill>
                <a:blip r:embed="rId140"/>
                <a:stretch>
                  <a:fillRect/>
                </a:stretch>
              </p:blipFill>
              <p:spPr>
                <a:xfrm>
                  <a:off x="9802915" y="5594590"/>
                  <a:ext cx="98640" cy="39888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8" name="Ink 87">
                  <a:extLst>
                    <a:ext uri="{FF2B5EF4-FFF2-40B4-BE49-F238E27FC236}">
                      <a16:creationId xmlns:a16="http://schemas.microsoft.com/office/drawing/2014/main" id="{4D7D3F62-CCC2-6F2E-7C8D-3476EF00DAEC}"/>
                    </a:ext>
                  </a:extLst>
                </p14:cNvPr>
                <p14:cNvContentPartPr/>
                <p14:nvPr/>
              </p14:nvContentPartPr>
              <p14:xfrm>
                <a:off x="10078315" y="6126670"/>
                <a:ext cx="94680" cy="195840"/>
              </p14:xfrm>
            </p:contentPart>
          </mc:Choice>
          <mc:Fallback>
            <p:pic>
              <p:nvPicPr>
                <p:cNvPr id="88" name="Ink 87">
                  <a:extLst>
                    <a:ext uri="{FF2B5EF4-FFF2-40B4-BE49-F238E27FC236}">
                      <a16:creationId xmlns:a16="http://schemas.microsoft.com/office/drawing/2014/main" id="{4D7D3F62-CCC2-6F2E-7C8D-3476EF00DAEC}"/>
                    </a:ext>
                  </a:extLst>
                </p:cNvPr>
                <p:cNvPicPr/>
                <p:nvPr/>
              </p:nvPicPr>
              <p:blipFill>
                <a:blip r:embed="rId142"/>
                <a:stretch>
                  <a:fillRect/>
                </a:stretch>
              </p:blipFill>
              <p:spPr>
                <a:xfrm>
                  <a:off x="10072195" y="6120550"/>
                  <a:ext cx="10692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9" name="Ink 88">
                  <a:extLst>
                    <a:ext uri="{FF2B5EF4-FFF2-40B4-BE49-F238E27FC236}">
                      <a16:creationId xmlns:a16="http://schemas.microsoft.com/office/drawing/2014/main" id="{5AC9B7CE-3370-A340-6672-3CB978AD26A8}"/>
                    </a:ext>
                  </a:extLst>
                </p14:cNvPr>
                <p14:cNvContentPartPr/>
                <p14:nvPr/>
              </p14:nvContentPartPr>
              <p14:xfrm>
                <a:off x="10164355" y="5930110"/>
                <a:ext cx="104760" cy="366840"/>
              </p14:xfrm>
            </p:contentPart>
          </mc:Choice>
          <mc:Fallback>
            <p:pic>
              <p:nvPicPr>
                <p:cNvPr id="89" name="Ink 88">
                  <a:extLst>
                    <a:ext uri="{FF2B5EF4-FFF2-40B4-BE49-F238E27FC236}">
                      <a16:creationId xmlns:a16="http://schemas.microsoft.com/office/drawing/2014/main" id="{5AC9B7CE-3370-A340-6672-3CB978AD26A8}"/>
                    </a:ext>
                  </a:extLst>
                </p:cNvPr>
                <p:cNvPicPr/>
                <p:nvPr/>
              </p:nvPicPr>
              <p:blipFill>
                <a:blip r:embed="rId144"/>
                <a:stretch>
                  <a:fillRect/>
                </a:stretch>
              </p:blipFill>
              <p:spPr>
                <a:xfrm>
                  <a:off x="10158235" y="5923990"/>
                  <a:ext cx="11700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0" name="Ink 89">
                  <a:extLst>
                    <a:ext uri="{FF2B5EF4-FFF2-40B4-BE49-F238E27FC236}">
                      <a16:creationId xmlns:a16="http://schemas.microsoft.com/office/drawing/2014/main" id="{A92A6C19-FC9C-DFF7-88A3-46291A9C0D72}"/>
                    </a:ext>
                  </a:extLst>
                </p14:cNvPr>
                <p14:cNvContentPartPr/>
                <p14:nvPr/>
              </p14:nvContentPartPr>
              <p14:xfrm>
                <a:off x="10324555" y="5733190"/>
                <a:ext cx="217080" cy="186840"/>
              </p14:xfrm>
            </p:contentPart>
          </mc:Choice>
          <mc:Fallback>
            <p:pic>
              <p:nvPicPr>
                <p:cNvPr id="90" name="Ink 89">
                  <a:extLst>
                    <a:ext uri="{FF2B5EF4-FFF2-40B4-BE49-F238E27FC236}">
                      <a16:creationId xmlns:a16="http://schemas.microsoft.com/office/drawing/2014/main" id="{A92A6C19-FC9C-DFF7-88A3-46291A9C0D72}"/>
                    </a:ext>
                  </a:extLst>
                </p:cNvPr>
                <p:cNvPicPr/>
                <p:nvPr/>
              </p:nvPicPr>
              <p:blipFill>
                <a:blip r:embed="rId146"/>
                <a:stretch>
                  <a:fillRect/>
                </a:stretch>
              </p:blipFill>
              <p:spPr>
                <a:xfrm>
                  <a:off x="10318435" y="5727070"/>
                  <a:ext cx="2293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91" name="Ink 90">
                  <a:extLst>
                    <a:ext uri="{FF2B5EF4-FFF2-40B4-BE49-F238E27FC236}">
                      <a16:creationId xmlns:a16="http://schemas.microsoft.com/office/drawing/2014/main" id="{F86458E8-AA17-6EFA-05B3-D0E1CE09D10E}"/>
                    </a:ext>
                  </a:extLst>
                </p14:cNvPr>
                <p14:cNvContentPartPr/>
                <p14:nvPr/>
              </p14:nvContentPartPr>
              <p14:xfrm>
                <a:off x="9369115" y="6373990"/>
                <a:ext cx="1117440" cy="61200"/>
              </p14:xfrm>
            </p:contentPart>
          </mc:Choice>
          <mc:Fallback>
            <p:pic>
              <p:nvPicPr>
                <p:cNvPr id="91" name="Ink 90">
                  <a:extLst>
                    <a:ext uri="{FF2B5EF4-FFF2-40B4-BE49-F238E27FC236}">
                      <a16:creationId xmlns:a16="http://schemas.microsoft.com/office/drawing/2014/main" id="{F86458E8-AA17-6EFA-05B3-D0E1CE09D10E}"/>
                    </a:ext>
                  </a:extLst>
                </p:cNvPr>
                <p:cNvPicPr/>
                <p:nvPr/>
              </p:nvPicPr>
              <p:blipFill>
                <a:blip r:embed="rId148"/>
                <a:stretch>
                  <a:fillRect/>
                </a:stretch>
              </p:blipFill>
              <p:spPr>
                <a:xfrm>
                  <a:off x="9362995" y="6367870"/>
                  <a:ext cx="112968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92" name="Ink 91">
                  <a:extLst>
                    <a:ext uri="{FF2B5EF4-FFF2-40B4-BE49-F238E27FC236}">
                      <a16:creationId xmlns:a16="http://schemas.microsoft.com/office/drawing/2014/main" id="{AC6F61A8-AFA5-1715-8A1A-97277DADC1C3}"/>
                    </a:ext>
                  </a:extLst>
                </p14:cNvPr>
                <p14:cNvContentPartPr/>
                <p14:nvPr/>
              </p14:nvContentPartPr>
              <p14:xfrm>
                <a:off x="9794635" y="6553630"/>
                <a:ext cx="247680" cy="192600"/>
              </p14:xfrm>
            </p:contentPart>
          </mc:Choice>
          <mc:Fallback>
            <p:pic>
              <p:nvPicPr>
                <p:cNvPr id="92" name="Ink 91">
                  <a:extLst>
                    <a:ext uri="{FF2B5EF4-FFF2-40B4-BE49-F238E27FC236}">
                      <a16:creationId xmlns:a16="http://schemas.microsoft.com/office/drawing/2014/main" id="{AC6F61A8-AFA5-1715-8A1A-97277DADC1C3}"/>
                    </a:ext>
                  </a:extLst>
                </p:cNvPr>
                <p:cNvPicPr/>
                <p:nvPr/>
              </p:nvPicPr>
              <p:blipFill>
                <a:blip r:embed="rId150"/>
                <a:stretch>
                  <a:fillRect/>
                </a:stretch>
              </p:blipFill>
              <p:spPr>
                <a:xfrm>
                  <a:off x="9788515" y="6547510"/>
                  <a:ext cx="25992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3" name="Ink 92">
                  <a:extLst>
                    <a:ext uri="{FF2B5EF4-FFF2-40B4-BE49-F238E27FC236}">
                      <a16:creationId xmlns:a16="http://schemas.microsoft.com/office/drawing/2014/main" id="{6C8C4D01-207D-0486-21C1-1BBE822C1626}"/>
                    </a:ext>
                  </a:extLst>
                </p14:cNvPr>
                <p14:cNvContentPartPr/>
                <p14:nvPr/>
              </p14:nvContentPartPr>
              <p14:xfrm>
                <a:off x="10036915" y="6533470"/>
                <a:ext cx="54720" cy="143280"/>
              </p14:xfrm>
            </p:contentPart>
          </mc:Choice>
          <mc:Fallback>
            <p:pic>
              <p:nvPicPr>
                <p:cNvPr id="93" name="Ink 92">
                  <a:extLst>
                    <a:ext uri="{FF2B5EF4-FFF2-40B4-BE49-F238E27FC236}">
                      <a16:creationId xmlns:a16="http://schemas.microsoft.com/office/drawing/2014/main" id="{6C8C4D01-207D-0486-21C1-1BBE822C1626}"/>
                    </a:ext>
                  </a:extLst>
                </p:cNvPr>
                <p:cNvPicPr/>
                <p:nvPr/>
              </p:nvPicPr>
              <p:blipFill>
                <a:blip r:embed="rId152"/>
                <a:stretch>
                  <a:fillRect/>
                </a:stretch>
              </p:blipFill>
              <p:spPr>
                <a:xfrm>
                  <a:off x="10030795" y="6527350"/>
                  <a:ext cx="6696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4" name="Ink 93">
                  <a:extLst>
                    <a:ext uri="{FF2B5EF4-FFF2-40B4-BE49-F238E27FC236}">
                      <a16:creationId xmlns:a16="http://schemas.microsoft.com/office/drawing/2014/main" id="{C1631E63-8CA8-6C1A-6228-3187F17846AA}"/>
                    </a:ext>
                  </a:extLst>
                </p14:cNvPr>
                <p14:cNvContentPartPr/>
                <p14:nvPr/>
              </p14:nvContentPartPr>
              <p14:xfrm>
                <a:off x="10153915" y="6789070"/>
                <a:ext cx="23040" cy="23040"/>
              </p14:xfrm>
            </p:contentPart>
          </mc:Choice>
          <mc:Fallback>
            <p:pic>
              <p:nvPicPr>
                <p:cNvPr id="94" name="Ink 93">
                  <a:extLst>
                    <a:ext uri="{FF2B5EF4-FFF2-40B4-BE49-F238E27FC236}">
                      <a16:creationId xmlns:a16="http://schemas.microsoft.com/office/drawing/2014/main" id="{C1631E63-8CA8-6C1A-6228-3187F17846AA}"/>
                    </a:ext>
                  </a:extLst>
                </p:cNvPr>
                <p:cNvPicPr/>
                <p:nvPr/>
              </p:nvPicPr>
              <p:blipFill>
                <a:blip r:embed="rId154"/>
                <a:stretch>
                  <a:fillRect/>
                </a:stretch>
              </p:blipFill>
              <p:spPr>
                <a:xfrm>
                  <a:off x="10147795" y="6782950"/>
                  <a:ext cx="35280" cy="35280"/>
                </a:xfrm>
                <a:prstGeom prst="rect">
                  <a:avLst/>
                </a:prstGeom>
              </p:spPr>
            </p:pic>
          </mc:Fallback>
        </mc:AlternateContent>
      </p:grpSp>
      <p:grpSp>
        <p:nvGrpSpPr>
          <p:cNvPr id="100" name="Group 99">
            <a:extLst>
              <a:ext uri="{FF2B5EF4-FFF2-40B4-BE49-F238E27FC236}">
                <a16:creationId xmlns:a16="http://schemas.microsoft.com/office/drawing/2014/main" id="{5BDAA3D7-C8EF-731B-343E-AE7A4B2AFBEE}"/>
              </a:ext>
            </a:extLst>
          </p:cNvPr>
          <p:cNvGrpSpPr/>
          <p:nvPr/>
        </p:nvGrpSpPr>
        <p:grpSpPr>
          <a:xfrm>
            <a:off x="10718035" y="6224950"/>
            <a:ext cx="228240" cy="266400"/>
            <a:chOff x="10718035" y="6224950"/>
            <a:chExt cx="228240" cy="266400"/>
          </a:xfrm>
        </p:grpSpPr>
        <mc:AlternateContent xmlns:mc="http://schemas.openxmlformats.org/markup-compatibility/2006">
          <mc:Choice xmlns:p14="http://schemas.microsoft.com/office/powerpoint/2010/main" Requires="p14">
            <p:contentPart p14:bwMode="auto" r:id="rId155">
              <p14:nvContentPartPr>
                <p14:cNvPr id="97" name="Ink 96">
                  <a:extLst>
                    <a:ext uri="{FF2B5EF4-FFF2-40B4-BE49-F238E27FC236}">
                      <a16:creationId xmlns:a16="http://schemas.microsoft.com/office/drawing/2014/main" id="{8F002897-CC10-5CC1-7795-F6C5A9BE4CFA}"/>
                    </a:ext>
                  </a:extLst>
                </p14:cNvPr>
                <p14:cNvContentPartPr/>
                <p14:nvPr/>
              </p14:nvContentPartPr>
              <p14:xfrm>
                <a:off x="10718035" y="6333670"/>
                <a:ext cx="228240" cy="10800"/>
              </p14:xfrm>
            </p:contentPart>
          </mc:Choice>
          <mc:Fallback>
            <p:pic>
              <p:nvPicPr>
                <p:cNvPr id="97" name="Ink 96">
                  <a:extLst>
                    <a:ext uri="{FF2B5EF4-FFF2-40B4-BE49-F238E27FC236}">
                      <a16:creationId xmlns:a16="http://schemas.microsoft.com/office/drawing/2014/main" id="{8F002897-CC10-5CC1-7795-F6C5A9BE4CFA}"/>
                    </a:ext>
                  </a:extLst>
                </p:cNvPr>
                <p:cNvPicPr/>
                <p:nvPr/>
              </p:nvPicPr>
              <p:blipFill>
                <a:blip r:embed="rId156"/>
                <a:stretch>
                  <a:fillRect/>
                </a:stretch>
              </p:blipFill>
              <p:spPr>
                <a:xfrm>
                  <a:off x="10711915" y="6327550"/>
                  <a:ext cx="2404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8" name="Ink 97">
                  <a:extLst>
                    <a:ext uri="{FF2B5EF4-FFF2-40B4-BE49-F238E27FC236}">
                      <a16:creationId xmlns:a16="http://schemas.microsoft.com/office/drawing/2014/main" id="{FFFFD1A2-DE89-63D9-912D-4C0EC60AF028}"/>
                    </a:ext>
                  </a:extLst>
                </p14:cNvPr>
                <p14:cNvContentPartPr/>
                <p14:nvPr/>
              </p14:nvContentPartPr>
              <p14:xfrm>
                <a:off x="10805875" y="6224950"/>
                <a:ext cx="23040" cy="266400"/>
              </p14:xfrm>
            </p:contentPart>
          </mc:Choice>
          <mc:Fallback>
            <p:pic>
              <p:nvPicPr>
                <p:cNvPr id="98" name="Ink 97">
                  <a:extLst>
                    <a:ext uri="{FF2B5EF4-FFF2-40B4-BE49-F238E27FC236}">
                      <a16:creationId xmlns:a16="http://schemas.microsoft.com/office/drawing/2014/main" id="{FFFFD1A2-DE89-63D9-912D-4C0EC60AF028}"/>
                    </a:ext>
                  </a:extLst>
                </p:cNvPr>
                <p:cNvPicPr/>
                <p:nvPr/>
              </p:nvPicPr>
              <p:blipFill>
                <a:blip r:embed="rId158"/>
                <a:stretch>
                  <a:fillRect/>
                </a:stretch>
              </p:blipFill>
              <p:spPr>
                <a:xfrm>
                  <a:off x="10799755" y="6218830"/>
                  <a:ext cx="35280" cy="278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9">
            <p14:nvContentPartPr>
              <p14:cNvPr id="99" name="Ink 98">
                <a:extLst>
                  <a:ext uri="{FF2B5EF4-FFF2-40B4-BE49-F238E27FC236}">
                    <a16:creationId xmlns:a16="http://schemas.microsoft.com/office/drawing/2014/main" id="{427BC1E8-2D9A-9EB1-0FF0-8B4D774413DC}"/>
                  </a:ext>
                </a:extLst>
              </p14:cNvPr>
              <p14:cNvContentPartPr/>
              <p14:nvPr/>
            </p14:nvContentPartPr>
            <p14:xfrm>
              <a:off x="11186755" y="6250870"/>
              <a:ext cx="29520" cy="12960"/>
            </p14:xfrm>
          </p:contentPart>
        </mc:Choice>
        <mc:Fallback>
          <p:pic>
            <p:nvPicPr>
              <p:cNvPr id="99" name="Ink 98">
                <a:extLst>
                  <a:ext uri="{FF2B5EF4-FFF2-40B4-BE49-F238E27FC236}">
                    <a16:creationId xmlns:a16="http://schemas.microsoft.com/office/drawing/2014/main" id="{427BC1E8-2D9A-9EB1-0FF0-8B4D774413DC}"/>
                  </a:ext>
                </a:extLst>
              </p:cNvPr>
              <p:cNvPicPr/>
              <p:nvPr/>
            </p:nvPicPr>
            <p:blipFill>
              <a:blip r:embed="rId160"/>
              <a:stretch>
                <a:fillRect/>
              </a:stretch>
            </p:blipFill>
            <p:spPr>
              <a:xfrm>
                <a:off x="11180635" y="6244750"/>
                <a:ext cx="41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01" name="Ink 100">
                <a:extLst>
                  <a:ext uri="{FF2B5EF4-FFF2-40B4-BE49-F238E27FC236}">
                    <a16:creationId xmlns:a16="http://schemas.microsoft.com/office/drawing/2014/main" id="{3648EEA1-F6F5-66E6-82BE-2D4ED45010B6}"/>
                  </a:ext>
                </a:extLst>
              </p14:cNvPr>
              <p14:cNvContentPartPr/>
              <p14:nvPr/>
            </p14:nvContentPartPr>
            <p14:xfrm>
              <a:off x="9046915" y="3491110"/>
              <a:ext cx="1121040" cy="559440"/>
            </p14:xfrm>
          </p:contentPart>
        </mc:Choice>
        <mc:Fallback>
          <p:pic>
            <p:nvPicPr>
              <p:cNvPr id="101" name="Ink 100">
                <a:extLst>
                  <a:ext uri="{FF2B5EF4-FFF2-40B4-BE49-F238E27FC236}">
                    <a16:creationId xmlns:a16="http://schemas.microsoft.com/office/drawing/2014/main" id="{3648EEA1-F6F5-66E6-82BE-2D4ED45010B6}"/>
                  </a:ext>
                </a:extLst>
              </p:cNvPr>
              <p:cNvPicPr/>
              <p:nvPr/>
            </p:nvPicPr>
            <p:blipFill>
              <a:blip r:embed="rId162"/>
              <a:stretch>
                <a:fillRect/>
              </a:stretch>
            </p:blipFill>
            <p:spPr>
              <a:xfrm>
                <a:off x="9040795" y="3484990"/>
                <a:ext cx="1133280" cy="571680"/>
              </a:xfrm>
              <a:prstGeom prst="rect">
                <a:avLst/>
              </a:prstGeom>
            </p:spPr>
          </p:pic>
        </mc:Fallback>
      </mc:AlternateContent>
    </p:spTree>
    <p:extLst>
      <p:ext uri="{BB962C8B-B14F-4D97-AF65-F5344CB8AC3E}">
        <p14:creationId xmlns:p14="http://schemas.microsoft.com/office/powerpoint/2010/main" val="251404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endParaRPr lang="en-IN" dirty="0"/>
          </a:p>
        </p:txBody>
      </p:sp>
      <p:sp>
        <p:nvSpPr>
          <p:cNvPr id="5" name="Text Placeholder 2"/>
          <p:cNvSpPr txBox="1">
            <a:spLocks/>
          </p:cNvSpPr>
          <p:nvPr/>
        </p:nvSpPr>
        <p:spPr>
          <a:xfrm>
            <a:off x="381000" y="1219200"/>
            <a:ext cx="11125200" cy="990600"/>
          </a:xfrm>
          <a:prstGeom prst="rect">
            <a:avLst/>
          </a:prstGeom>
        </p:spPr>
        <p:txBody>
          <a:bodyPr vert="horz" lIns="44540" tIns="22270" rIns="44540" bIns="22270" rtlCol="0">
            <a:noAutofit/>
          </a:bodyPr>
          <a:lstStyle>
            <a:lvl1pPr marL="396015" indent="-396015" algn="l" defTabSz="1056041" rtl="0" eaLnBrk="1" latinLnBrk="0" hangingPunct="1">
              <a:spcBef>
                <a:spcPct val="20000"/>
              </a:spcBef>
              <a:buFont typeface="Arial" pitchFamily="34" charset="0"/>
              <a:buChar char="•"/>
              <a:defRPr sz="3696" kern="1200">
                <a:solidFill>
                  <a:schemeClr val="tx1"/>
                </a:solidFill>
                <a:latin typeface="Helvetica Neue"/>
                <a:ea typeface="+mn-ea"/>
                <a:cs typeface="+mn-cs"/>
              </a:defRPr>
            </a:lvl1pPr>
            <a:lvl2pPr marL="858033" indent="-330013" algn="l" defTabSz="1056041" rtl="0" eaLnBrk="1" latinLnBrk="0" hangingPunct="1">
              <a:spcBef>
                <a:spcPct val="20000"/>
              </a:spcBef>
              <a:buFont typeface="Arial" pitchFamily="34" charset="0"/>
              <a:buChar char="–"/>
              <a:defRPr sz="3234" kern="1200">
                <a:solidFill>
                  <a:schemeClr val="tx1"/>
                </a:solidFill>
                <a:latin typeface="Helvetica Neue"/>
                <a:ea typeface="+mn-ea"/>
                <a:cs typeface="+mn-cs"/>
              </a:defRPr>
            </a:lvl2pPr>
            <a:lvl3pPr marL="1320051" indent="-264010" algn="l" defTabSz="1056041" rtl="0" eaLnBrk="1" latinLnBrk="0" hangingPunct="1">
              <a:spcBef>
                <a:spcPct val="20000"/>
              </a:spcBef>
              <a:buFont typeface="Arial" pitchFamily="34" charset="0"/>
              <a:buChar char="•"/>
              <a:defRPr sz="2772" kern="1200">
                <a:solidFill>
                  <a:schemeClr val="tx1"/>
                </a:solidFill>
                <a:latin typeface="Helvetica Neue"/>
                <a:ea typeface="+mn-ea"/>
                <a:cs typeface="+mn-cs"/>
              </a:defRPr>
            </a:lvl3pPr>
            <a:lvl4pPr marL="1848071" indent="-264010" algn="l" defTabSz="1056041" rtl="0" eaLnBrk="1" latinLnBrk="0" hangingPunct="1">
              <a:spcBef>
                <a:spcPct val="20000"/>
              </a:spcBef>
              <a:buFont typeface="Arial" pitchFamily="34" charset="0"/>
              <a:buChar char="–"/>
              <a:defRPr sz="2310" kern="1200">
                <a:solidFill>
                  <a:schemeClr val="tx1"/>
                </a:solidFill>
                <a:latin typeface="Helvetica Neue"/>
                <a:ea typeface="+mn-ea"/>
                <a:cs typeface="+mn-cs"/>
              </a:defRPr>
            </a:lvl4pPr>
            <a:lvl5pPr marL="2376091" indent="-264010" algn="l" defTabSz="1056041" rtl="0" eaLnBrk="1" latinLnBrk="0" hangingPunct="1">
              <a:spcBef>
                <a:spcPct val="20000"/>
              </a:spcBef>
              <a:buFont typeface="Arial" pitchFamily="34" charset="0"/>
              <a:buChar char="»"/>
              <a:defRPr sz="2310" kern="1200">
                <a:solidFill>
                  <a:schemeClr val="tx1"/>
                </a:solidFill>
                <a:latin typeface="Helvetica Neue"/>
                <a:ea typeface="+mn-ea"/>
                <a:cs typeface="+mn-cs"/>
              </a:defRPr>
            </a:lvl5pPr>
            <a:lvl6pPr marL="290411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6pPr>
            <a:lvl7pPr marL="343213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7pPr>
            <a:lvl8pPr marL="396015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8pPr>
            <a:lvl9pPr marL="448817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9pPr>
          </a:lstStyle>
          <a:p>
            <a:pPr marL="0" indent="0" algn="just" defTabSz="514424">
              <a:buNone/>
            </a:pPr>
            <a:r>
              <a:rPr lang="en-US" sz="2200" b="1" i="0" dirty="0">
                <a:solidFill>
                  <a:srgbClr val="333333"/>
                </a:solidFill>
                <a:effectLst/>
                <a:highlight>
                  <a:srgbClr val="FFFFFF"/>
                </a:highlight>
                <a:latin typeface="+mn-lt"/>
              </a:rPr>
              <a:t>If 3% of electronic units manufactured by a company are defective. Find the probability that in a sample of 200 units, less than 2 bulbs are defective.</a:t>
            </a:r>
            <a:endParaRPr lang="en-US" sz="2200" dirty="0">
              <a:solidFill>
                <a:prstClr val="black"/>
              </a:solidFill>
              <a:latin typeface="+mn-lt"/>
            </a:endParaRPr>
          </a:p>
        </p:txBody>
      </p:sp>
      <p:sp>
        <p:nvSpPr>
          <p:cNvPr id="6" name="TextBox 5">
            <a:extLst>
              <a:ext uri="{FF2B5EF4-FFF2-40B4-BE49-F238E27FC236}">
                <a16:creationId xmlns:a16="http://schemas.microsoft.com/office/drawing/2014/main" id="{C90B6D4A-6AA4-FF91-497D-7073E62FBBAA}"/>
              </a:ext>
            </a:extLst>
          </p:cNvPr>
          <p:cNvSpPr txBox="1"/>
          <p:nvPr/>
        </p:nvSpPr>
        <p:spPr>
          <a:xfrm>
            <a:off x="380999" y="2209800"/>
            <a:ext cx="10972801" cy="3785652"/>
          </a:xfrm>
          <a:prstGeom prst="rect">
            <a:avLst/>
          </a:prstGeom>
          <a:noFill/>
        </p:spPr>
        <p:txBody>
          <a:bodyPr wrap="square" rtlCol="0">
            <a:spAutoFit/>
          </a:bodyPr>
          <a:lstStyle/>
          <a:p>
            <a:pPr algn="l" fontAlgn="base"/>
            <a:r>
              <a:rPr lang="en-US" sz="2000" b="1" i="0" dirty="0">
                <a:solidFill>
                  <a:srgbClr val="FF0000"/>
                </a:solidFill>
                <a:effectLst/>
                <a:highlight>
                  <a:srgbClr val="FFFFFF"/>
                </a:highlight>
              </a:rPr>
              <a:t>Solution:</a:t>
            </a:r>
          </a:p>
          <a:p>
            <a:pPr algn="l" fontAlgn="base"/>
            <a:endParaRPr lang="en-US" sz="2000" b="0" i="0" dirty="0">
              <a:solidFill>
                <a:srgbClr val="FF0000"/>
              </a:solidFill>
              <a:effectLst/>
              <a:highlight>
                <a:srgbClr val="FFFFFF"/>
              </a:highlight>
            </a:endParaRPr>
          </a:p>
          <a:p>
            <a:pPr algn="l" fontAlgn="base"/>
            <a:r>
              <a:rPr lang="en-US" sz="2000" b="0" i="0" dirty="0">
                <a:solidFill>
                  <a:srgbClr val="333333"/>
                </a:solidFill>
                <a:effectLst/>
                <a:highlight>
                  <a:srgbClr val="FFFFFF"/>
                </a:highlight>
              </a:rPr>
              <a:t>The probability of defective units p = 3/100 = 0.03</a:t>
            </a:r>
          </a:p>
          <a:p>
            <a:pPr algn="l" fontAlgn="base"/>
            <a:r>
              <a:rPr lang="en-US" sz="2000" b="0" i="0" dirty="0">
                <a:solidFill>
                  <a:srgbClr val="333333"/>
                </a:solidFill>
                <a:effectLst/>
                <a:highlight>
                  <a:srgbClr val="FFFFFF"/>
                </a:highlight>
              </a:rPr>
              <a:t>Give n = 200.</a:t>
            </a:r>
          </a:p>
          <a:p>
            <a:pPr algn="l" fontAlgn="base"/>
            <a:r>
              <a:rPr lang="en-US" sz="2000" b="0" i="0" dirty="0">
                <a:solidFill>
                  <a:srgbClr val="333333"/>
                </a:solidFill>
                <a:effectLst/>
                <a:highlight>
                  <a:srgbClr val="FFFFFF"/>
                </a:highlight>
              </a:rPr>
              <a:t>We observe that p is small and n is large here. Thus, it is a Poisson distribution.</a:t>
            </a:r>
          </a:p>
          <a:p>
            <a:pPr algn="l" fontAlgn="base"/>
            <a:r>
              <a:rPr lang="en-US" sz="2000" b="0" i="0" dirty="0">
                <a:solidFill>
                  <a:srgbClr val="333333"/>
                </a:solidFill>
                <a:effectLst/>
                <a:highlight>
                  <a:srgbClr val="FFFFFF"/>
                </a:highlight>
              </a:rPr>
              <a:t>Mean λ= np = 200 × 0.03 = 6</a:t>
            </a:r>
          </a:p>
          <a:p>
            <a:pPr algn="l" fontAlgn="base"/>
            <a:r>
              <a:rPr lang="en-US" sz="2000" b="0" i="0" dirty="0">
                <a:solidFill>
                  <a:srgbClr val="333333"/>
                </a:solidFill>
                <a:effectLst/>
                <a:highlight>
                  <a:srgbClr val="FFFFFF"/>
                </a:highlight>
              </a:rPr>
              <a:t>P(X= x) is given by the Poisson Distribution Formula as (e</a:t>
            </a:r>
            <a:r>
              <a:rPr lang="en-US" sz="2000" b="0" i="0" baseline="30000" dirty="0">
                <a:solidFill>
                  <a:srgbClr val="333333"/>
                </a:solidFill>
                <a:effectLst/>
                <a:highlight>
                  <a:srgbClr val="FFFFFF"/>
                </a:highlight>
              </a:rPr>
              <a:t>-λ</a:t>
            </a:r>
            <a:r>
              <a:rPr lang="en-US" sz="2000" b="0" i="0" dirty="0">
                <a:solidFill>
                  <a:srgbClr val="333333"/>
                </a:solidFill>
                <a:effectLst/>
                <a:highlight>
                  <a:srgbClr val="FFFFFF"/>
                </a:highlight>
              </a:rPr>
              <a:t> </a:t>
            </a:r>
            <a:r>
              <a:rPr lang="en-US" sz="2000" b="0" i="0" dirty="0" err="1">
                <a:solidFill>
                  <a:srgbClr val="333333"/>
                </a:solidFill>
                <a:effectLst/>
                <a:highlight>
                  <a:srgbClr val="FFFFFF"/>
                </a:highlight>
              </a:rPr>
              <a:t>λ</a:t>
            </a:r>
            <a:r>
              <a:rPr lang="en-US" sz="2000" b="0" i="0" baseline="30000" dirty="0" err="1">
                <a:solidFill>
                  <a:srgbClr val="333333"/>
                </a:solidFill>
                <a:effectLst/>
                <a:highlight>
                  <a:srgbClr val="FFFFFF"/>
                </a:highlight>
              </a:rPr>
              <a:t>x</a:t>
            </a:r>
            <a:r>
              <a:rPr lang="en-US" sz="2000" b="0" i="0" dirty="0">
                <a:solidFill>
                  <a:srgbClr val="333333"/>
                </a:solidFill>
                <a:effectLst/>
                <a:highlight>
                  <a:srgbClr val="FFFFFF"/>
                </a:highlight>
              </a:rPr>
              <a:t> )/x!</a:t>
            </a:r>
          </a:p>
          <a:p>
            <a:pPr algn="l" fontAlgn="base"/>
            <a:r>
              <a:rPr lang="en-US" sz="2000" b="0" i="0" dirty="0">
                <a:solidFill>
                  <a:srgbClr val="333333"/>
                </a:solidFill>
                <a:effectLst/>
                <a:highlight>
                  <a:srgbClr val="FFFFFF"/>
                </a:highlight>
              </a:rPr>
              <a:t>P(X &lt; 2) = P(X = 0) + P(X= 1)</a:t>
            </a:r>
          </a:p>
          <a:p>
            <a:pPr algn="l" fontAlgn="base"/>
            <a:r>
              <a:rPr lang="en-US" sz="2000" b="0" i="0" dirty="0">
                <a:solidFill>
                  <a:srgbClr val="333333"/>
                </a:solidFill>
                <a:effectLst/>
                <a:highlight>
                  <a:srgbClr val="FFFFFF"/>
                </a:highlight>
              </a:rPr>
              <a:t>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 6</a:t>
            </a:r>
            <a:r>
              <a:rPr lang="en-US" sz="2000" b="0" i="0" baseline="30000" dirty="0">
                <a:solidFill>
                  <a:srgbClr val="333333"/>
                </a:solidFill>
                <a:effectLst/>
                <a:highlight>
                  <a:srgbClr val="FFFFFF"/>
                </a:highlight>
              </a:rPr>
              <a:t>0</a:t>
            </a:r>
            <a:r>
              <a:rPr lang="en-US" sz="2000" b="0" i="0" dirty="0">
                <a:solidFill>
                  <a:srgbClr val="333333"/>
                </a:solidFill>
                <a:effectLst/>
                <a:highlight>
                  <a:srgbClr val="FFFFFF"/>
                </a:highlight>
              </a:rPr>
              <a:t> )/0! +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6</a:t>
            </a:r>
            <a:r>
              <a:rPr lang="en-US" sz="2000" b="0" i="0" baseline="30000" dirty="0">
                <a:solidFill>
                  <a:srgbClr val="333333"/>
                </a:solidFill>
                <a:effectLst/>
                <a:highlight>
                  <a:srgbClr val="FFFFFF"/>
                </a:highlight>
              </a:rPr>
              <a:t>1</a:t>
            </a:r>
            <a:r>
              <a:rPr lang="en-US" sz="2000" b="0" i="0" dirty="0">
                <a:solidFill>
                  <a:srgbClr val="333333"/>
                </a:solidFill>
                <a:effectLst/>
                <a:highlight>
                  <a:srgbClr val="FFFFFF"/>
                </a:highlight>
              </a:rPr>
              <a:t> )/1!</a:t>
            </a:r>
          </a:p>
          <a:p>
            <a:pPr algn="l" fontAlgn="base"/>
            <a:r>
              <a:rPr lang="en-US" sz="2000" b="0" i="0" dirty="0">
                <a:solidFill>
                  <a:srgbClr val="333333"/>
                </a:solidFill>
                <a:effectLst/>
                <a:highlight>
                  <a:srgbClr val="FFFFFF"/>
                </a:highlight>
              </a:rPr>
              <a:t>               =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 + e</a:t>
            </a:r>
            <a:r>
              <a:rPr lang="en-US" sz="2000" b="0" i="0" baseline="30000" dirty="0">
                <a:solidFill>
                  <a:srgbClr val="333333"/>
                </a:solidFill>
                <a:effectLst/>
                <a:highlight>
                  <a:srgbClr val="FFFFFF"/>
                </a:highlight>
              </a:rPr>
              <a:t>--6 </a:t>
            </a:r>
            <a:r>
              <a:rPr lang="en-US" sz="2000" b="0" i="0" dirty="0">
                <a:solidFill>
                  <a:srgbClr val="333333"/>
                </a:solidFill>
                <a:effectLst/>
                <a:highlight>
                  <a:srgbClr val="FFFFFF"/>
                </a:highlight>
              </a:rPr>
              <a:t>× 6</a:t>
            </a:r>
          </a:p>
          <a:p>
            <a:pPr algn="l" fontAlgn="base"/>
            <a:r>
              <a:rPr lang="en-US" sz="2000" b="0" i="0" dirty="0">
                <a:solidFill>
                  <a:srgbClr val="333333"/>
                </a:solidFill>
                <a:effectLst/>
                <a:highlight>
                  <a:srgbClr val="FFFFFF"/>
                </a:highlight>
              </a:rPr>
              <a:t>               = 0.00247 + 0.0148</a:t>
            </a:r>
          </a:p>
          <a:p>
            <a:pPr algn="l" fontAlgn="base"/>
            <a:r>
              <a:rPr lang="en-US" sz="2000" b="0" i="0" dirty="0">
                <a:solidFill>
                  <a:srgbClr val="333333"/>
                </a:solidFill>
                <a:effectLst/>
                <a:highlight>
                  <a:srgbClr val="FFFFFF"/>
                </a:highlight>
              </a:rPr>
              <a:t>P(X &lt; 2) = 0.01727</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383C5F7-A2A0-9156-CECC-BE356F248306}"/>
                  </a:ext>
                </a:extLst>
              </p14:cNvPr>
              <p14:cNvContentPartPr/>
              <p14:nvPr/>
            </p14:nvContentPartPr>
            <p14:xfrm>
              <a:off x="3855715" y="3184750"/>
              <a:ext cx="1924920" cy="123480"/>
            </p14:xfrm>
          </p:contentPart>
        </mc:Choice>
        <mc:Fallback>
          <p:pic>
            <p:nvPicPr>
              <p:cNvPr id="3" name="Ink 2">
                <a:extLst>
                  <a:ext uri="{FF2B5EF4-FFF2-40B4-BE49-F238E27FC236}">
                    <a16:creationId xmlns:a16="http://schemas.microsoft.com/office/drawing/2014/main" id="{0383C5F7-A2A0-9156-CECC-BE356F248306}"/>
                  </a:ext>
                </a:extLst>
              </p:cNvPr>
              <p:cNvPicPr/>
              <p:nvPr/>
            </p:nvPicPr>
            <p:blipFill>
              <a:blip r:embed="rId3"/>
              <a:stretch>
                <a:fillRect/>
              </a:stretch>
            </p:blipFill>
            <p:spPr>
              <a:xfrm>
                <a:off x="3849595" y="3178630"/>
                <a:ext cx="19371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FC7E48F-246B-8C11-064D-771C319372EA}"/>
                  </a:ext>
                </a:extLst>
              </p14:cNvPr>
              <p14:cNvContentPartPr/>
              <p14:nvPr/>
            </p14:nvContentPartPr>
            <p14:xfrm>
              <a:off x="289555" y="3099430"/>
              <a:ext cx="1589400" cy="412920"/>
            </p14:xfrm>
          </p:contentPart>
        </mc:Choice>
        <mc:Fallback>
          <p:pic>
            <p:nvPicPr>
              <p:cNvPr id="4" name="Ink 3">
                <a:extLst>
                  <a:ext uri="{FF2B5EF4-FFF2-40B4-BE49-F238E27FC236}">
                    <a16:creationId xmlns:a16="http://schemas.microsoft.com/office/drawing/2014/main" id="{3FC7E48F-246B-8C11-064D-771C319372EA}"/>
                  </a:ext>
                </a:extLst>
              </p:cNvPr>
              <p:cNvPicPr/>
              <p:nvPr/>
            </p:nvPicPr>
            <p:blipFill>
              <a:blip r:embed="rId5"/>
              <a:stretch>
                <a:fillRect/>
              </a:stretch>
            </p:blipFill>
            <p:spPr>
              <a:xfrm>
                <a:off x="283435" y="3093310"/>
                <a:ext cx="1601640" cy="425160"/>
              </a:xfrm>
              <a:prstGeom prst="rect">
                <a:avLst/>
              </a:prstGeom>
            </p:spPr>
          </p:pic>
        </mc:Fallback>
      </mc:AlternateContent>
      <p:grpSp>
        <p:nvGrpSpPr>
          <p:cNvPr id="33" name="Group 32">
            <a:extLst>
              <a:ext uri="{FF2B5EF4-FFF2-40B4-BE49-F238E27FC236}">
                <a16:creationId xmlns:a16="http://schemas.microsoft.com/office/drawing/2014/main" id="{5BBA0592-0641-1A5C-50D2-C315F825DD8B}"/>
              </a:ext>
            </a:extLst>
          </p:cNvPr>
          <p:cNvGrpSpPr/>
          <p:nvPr/>
        </p:nvGrpSpPr>
        <p:grpSpPr>
          <a:xfrm>
            <a:off x="6740395" y="2249830"/>
            <a:ext cx="1614600" cy="531720"/>
            <a:chOff x="6740395" y="2249830"/>
            <a:chExt cx="1614600" cy="531720"/>
          </a:xfrm>
        </p:grpSpPr>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165E7766-7E62-5A53-3031-C44C9B68F8D8}"/>
                    </a:ext>
                  </a:extLst>
                </p14:cNvPr>
                <p14:cNvContentPartPr/>
                <p14:nvPr/>
              </p14:nvContentPartPr>
              <p14:xfrm>
                <a:off x="6740395" y="2276110"/>
                <a:ext cx="168480" cy="235080"/>
              </p14:xfrm>
            </p:contentPart>
          </mc:Choice>
          <mc:Fallback>
            <p:pic>
              <p:nvPicPr>
                <p:cNvPr id="7" name="Ink 6">
                  <a:extLst>
                    <a:ext uri="{FF2B5EF4-FFF2-40B4-BE49-F238E27FC236}">
                      <a16:creationId xmlns:a16="http://schemas.microsoft.com/office/drawing/2014/main" id="{165E7766-7E62-5A53-3031-C44C9B68F8D8}"/>
                    </a:ext>
                  </a:extLst>
                </p:cNvPr>
                <p:cNvPicPr/>
                <p:nvPr/>
              </p:nvPicPr>
              <p:blipFill>
                <a:blip r:embed="rId7"/>
                <a:stretch>
                  <a:fillRect/>
                </a:stretch>
              </p:blipFill>
              <p:spPr>
                <a:xfrm>
                  <a:off x="6734275" y="2269990"/>
                  <a:ext cx="1807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5B7D81CD-641E-0492-28D8-C05CFBC203F3}"/>
                    </a:ext>
                  </a:extLst>
                </p14:cNvPr>
                <p14:cNvContentPartPr/>
                <p14:nvPr/>
              </p14:nvContentPartPr>
              <p14:xfrm>
                <a:off x="7038835" y="2249830"/>
                <a:ext cx="64800" cy="531720"/>
              </p14:xfrm>
            </p:contentPart>
          </mc:Choice>
          <mc:Fallback>
            <p:pic>
              <p:nvPicPr>
                <p:cNvPr id="8" name="Ink 7">
                  <a:extLst>
                    <a:ext uri="{FF2B5EF4-FFF2-40B4-BE49-F238E27FC236}">
                      <a16:creationId xmlns:a16="http://schemas.microsoft.com/office/drawing/2014/main" id="{5B7D81CD-641E-0492-28D8-C05CFBC203F3}"/>
                    </a:ext>
                  </a:extLst>
                </p:cNvPr>
                <p:cNvPicPr/>
                <p:nvPr/>
              </p:nvPicPr>
              <p:blipFill>
                <a:blip r:embed="rId9"/>
                <a:stretch>
                  <a:fillRect/>
                </a:stretch>
              </p:blipFill>
              <p:spPr>
                <a:xfrm>
                  <a:off x="7032715" y="2243710"/>
                  <a:ext cx="77040" cy="543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302D21BA-84E7-4D6F-7770-7E56BAE7C4D2}"/>
                    </a:ext>
                  </a:extLst>
                </p14:cNvPr>
                <p14:cNvContentPartPr/>
                <p14:nvPr/>
              </p14:nvContentPartPr>
              <p14:xfrm>
                <a:off x="7362835" y="2268550"/>
                <a:ext cx="257040" cy="149400"/>
              </p14:xfrm>
            </p:contentPart>
          </mc:Choice>
          <mc:Fallback>
            <p:pic>
              <p:nvPicPr>
                <p:cNvPr id="9" name="Ink 8">
                  <a:extLst>
                    <a:ext uri="{FF2B5EF4-FFF2-40B4-BE49-F238E27FC236}">
                      <a16:creationId xmlns:a16="http://schemas.microsoft.com/office/drawing/2014/main" id="{302D21BA-84E7-4D6F-7770-7E56BAE7C4D2}"/>
                    </a:ext>
                  </a:extLst>
                </p:cNvPr>
                <p:cNvPicPr/>
                <p:nvPr/>
              </p:nvPicPr>
              <p:blipFill>
                <a:blip r:embed="rId11"/>
                <a:stretch>
                  <a:fillRect/>
                </a:stretch>
              </p:blipFill>
              <p:spPr>
                <a:xfrm>
                  <a:off x="7356715" y="2262430"/>
                  <a:ext cx="26928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9999A0A6-F6CF-0B2D-8124-4A5E20B04B47}"/>
                    </a:ext>
                  </a:extLst>
                </p14:cNvPr>
                <p14:cNvContentPartPr/>
                <p14:nvPr/>
              </p14:nvContentPartPr>
              <p14:xfrm>
                <a:off x="7416835" y="2509750"/>
                <a:ext cx="191880" cy="6840"/>
              </p14:xfrm>
            </p:contentPart>
          </mc:Choice>
          <mc:Fallback>
            <p:pic>
              <p:nvPicPr>
                <p:cNvPr id="10" name="Ink 9">
                  <a:extLst>
                    <a:ext uri="{FF2B5EF4-FFF2-40B4-BE49-F238E27FC236}">
                      <a16:creationId xmlns:a16="http://schemas.microsoft.com/office/drawing/2014/main" id="{9999A0A6-F6CF-0B2D-8124-4A5E20B04B47}"/>
                    </a:ext>
                  </a:extLst>
                </p:cNvPr>
                <p:cNvPicPr/>
                <p:nvPr/>
              </p:nvPicPr>
              <p:blipFill>
                <a:blip r:embed="rId13"/>
                <a:stretch>
                  <a:fillRect/>
                </a:stretch>
              </p:blipFill>
              <p:spPr>
                <a:xfrm>
                  <a:off x="7410715" y="2503630"/>
                  <a:ext cx="2041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BF2E1C38-D390-FF42-8244-D4F38C5DBB67}"/>
                    </a:ext>
                  </a:extLst>
                </p14:cNvPr>
                <p14:cNvContentPartPr/>
                <p14:nvPr/>
              </p14:nvContentPartPr>
              <p14:xfrm>
                <a:off x="7912555" y="2277550"/>
                <a:ext cx="75960" cy="241920"/>
              </p14:xfrm>
            </p:contentPart>
          </mc:Choice>
          <mc:Fallback>
            <p:pic>
              <p:nvPicPr>
                <p:cNvPr id="11" name="Ink 10">
                  <a:extLst>
                    <a:ext uri="{FF2B5EF4-FFF2-40B4-BE49-F238E27FC236}">
                      <a16:creationId xmlns:a16="http://schemas.microsoft.com/office/drawing/2014/main" id="{BF2E1C38-D390-FF42-8244-D4F38C5DBB67}"/>
                    </a:ext>
                  </a:extLst>
                </p:cNvPr>
                <p:cNvPicPr/>
                <p:nvPr/>
              </p:nvPicPr>
              <p:blipFill>
                <a:blip r:embed="rId15"/>
                <a:stretch>
                  <a:fillRect/>
                </a:stretch>
              </p:blipFill>
              <p:spPr>
                <a:xfrm>
                  <a:off x="7906435" y="2271430"/>
                  <a:ext cx="8820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BD09335E-3B87-2712-8325-14384F300DD9}"/>
                    </a:ext>
                  </a:extLst>
                </p14:cNvPr>
                <p14:cNvContentPartPr/>
                <p14:nvPr/>
              </p14:nvContentPartPr>
              <p14:xfrm>
                <a:off x="8111275" y="2335510"/>
                <a:ext cx="243720" cy="105120"/>
              </p14:xfrm>
            </p:contentPart>
          </mc:Choice>
          <mc:Fallback>
            <p:pic>
              <p:nvPicPr>
                <p:cNvPr id="12" name="Ink 11">
                  <a:extLst>
                    <a:ext uri="{FF2B5EF4-FFF2-40B4-BE49-F238E27FC236}">
                      <a16:creationId xmlns:a16="http://schemas.microsoft.com/office/drawing/2014/main" id="{BD09335E-3B87-2712-8325-14384F300DD9}"/>
                    </a:ext>
                  </a:extLst>
                </p:cNvPr>
                <p:cNvPicPr/>
                <p:nvPr/>
              </p:nvPicPr>
              <p:blipFill>
                <a:blip r:embed="rId17"/>
                <a:stretch>
                  <a:fillRect/>
                </a:stretch>
              </p:blipFill>
              <p:spPr>
                <a:xfrm>
                  <a:off x="8105155" y="2329390"/>
                  <a:ext cx="255960" cy="117360"/>
                </a:xfrm>
                <a:prstGeom prst="rect">
                  <a:avLst/>
                </a:prstGeom>
              </p:spPr>
            </p:pic>
          </mc:Fallback>
        </mc:AlternateContent>
      </p:grpSp>
      <p:grpSp>
        <p:nvGrpSpPr>
          <p:cNvPr id="30" name="Group 29">
            <a:extLst>
              <a:ext uri="{FF2B5EF4-FFF2-40B4-BE49-F238E27FC236}">
                <a16:creationId xmlns:a16="http://schemas.microsoft.com/office/drawing/2014/main" id="{F0159EAD-03FE-0226-2B46-9E08F3D73A68}"/>
              </a:ext>
            </a:extLst>
          </p:cNvPr>
          <p:cNvGrpSpPr/>
          <p:nvPr/>
        </p:nvGrpSpPr>
        <p:grpSpPr>
          <a:xfrm>
            <a:off x="8723275" y="2040670"/>
            <a:ext cx="3016800" cy="1609920"/>
            <a:chOff x="8723275" y="2040670"/>
            <a:chExt cx="3016800" cy="1609920"/>
          </a:xfrm>
        </p:grpSpPr>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30405C54-1FB6-DEF7-0FF3-ED79BBC2F98E}"/>
                    </a:ext>
                  </a:extLst>
                </p14:cNvPr>
                <p14:cNvContentPartPr/>
                <p14:nvPr/>
              </p14:nvContentPartPr>
              <p14:xfrm>
                <a:off x="8723275" y="2373310"/>
                <a:ext cx="433800" cy="154440"/>
              </p14:xfrm>
            </p:contentPart>
          </mc:Choice>
          <mc:Fallback>
            <p:pic>
              <p:nvPicPr>
                <p:cNvPr id="13" name="Ink 12">
                  <a:extLst>
                    <a:ext uri="{FF2B5EF4-FFF2-40B4-BE49-F238E27FC236}">
                      <a16:creationId xmlns:a16="http://schemas.microsoft.com/office/drawing/2014/main" id="{30405C54-1FB6-DEF7-0FF3-ED79BBC2F98E}"/>
                    </a:ext>
                  </a:extLst>
                </p:cNvPr>
                <p:cNvPicPr/>
                <p:nvPr/>
              </p:nvPicPr>
              <p:blipFill>
                <a:blip r:embed="rId19"/>
                <a:stretch>
                  <a:fillRect/>
                </a:stretch>
              </p:blipFill>
              <p:spPr>
                <a:xfrm>
                  <a:off x="8717155" y="2367190"/>
                  <a:ext cx="4460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3ACCBFDA-DCE3-A17F-F374-7C1702EFEF60}"/>
                    </a:ext>
                  </a:extLst>
                </p14:cNvPr>
                <p14:cNvContentPartPr/>
                <p14:nvPr/>
              </p14:nvContentPartPr>
              <p14:xfrm>
                <a:off x="9213235" y="2183590"/>
                <a:ext cx="174600" cy="472320"/>
              </p14:xfrm>
            </p:contentPart>
          </mc:Choice>
          <mc:Fallback>
            <p:pic>
              <p:nvPicPr>
                <p:cNvPr id="14" name="Ink 13">
                  <a:extLst>
                    <a:ext uri="{FF2B5EF4-FFF2-40B4-BE49-F238E27FC236}">
                      <a16:creationId xmlns:a16="http://schemas.microsoft.com/office/drawing/2014/main" id="{3ACCBFDA-DCE3-A17F-F374-7C1702EFEF60}"/>
                    </a:ext>
                  </a:extLst>
                </p:cNvPr>
                <p:cNvPicPr/>
                <p:nvPr/>
              </p:nvPicPr>
              <p:blipFill>
                <a:blip r:embed="rId21"/>
                <a:stretch>
                  <a:fillRect/>
                </a:stretch>
              </p:blipFill>
              <p:spPr>
                <a:xfrm>
                  <a:off x="9207115" y="2177470"/>
                  <a:ext cx="186840" cy="484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E7FD6484-A755-E8B9-C23C-D0F29B684108}"/>
                    </a:ext>
                  </a:extLst>
                </p14:cNvPr>
                <p14:cNvContentPartPr/>
                <p14:nvPr/>
              </p14:nvContentPartPr>
              <p14:xfrm>
                <a:off x="9710035" y="2235430"/>
                <a:ext cx="193320" cy="175320"/>
              </p14:xfrm>
            </p:contentPart>
          </mc:Choice>
          <mc:Fallback>
            <p:pic>
              <p:nvPicPr>
                <p:cNvPr id="15" name="Ink 14">
                  <a:extLst>
                    <a:ext uri="{FF2B5EF4-FFF2-40B4-BE49-F238E27FC236}">
                      <a16:creationId xmlns:a16="http://schemas.microsoft.com/office/drawing/2014/main" id="{E7FD6484-A755-E8B9-C23C-D0F29B684108}"/>
                    </a:ext>
                  </a:extLst>
                </p:cNvPr>
                <p:cNvPicPr/>
                <p:nvPr/>
              </p:nvPicPr>
              <p:blipFill>
                <a:blip r:embed="rId23"/>
                <a:stretch>
                  <a:fillRect/>
                </a:stretch>
              </p:blipFill>
              <p:spPr>
                <a:xfrm>
                  <a:off x="9703915" y="2229310"/>
                  <a:ext cx="20556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6172D4B2-5911-9CF5-B7EE-8B4EC8FA4698}"/>
                    </a:ext>
                  </a:extLst>
                </p14:cNvPr>
                <p14:cNvContentPartPr/>
                <p14:nvPr/>
              </p14:nvContentPartPr>
              <p14:xfrm>
                <a:off x="10173355" y="2314990"/>
                <a:ext cx="226440" cy="181440"/>
              </p14:xfrm>
            </p:contentPart>
          </mc:Choice>
          <mc:Fallback>
            <p:pic>
              <p:nvPicPr>
                <p:cNvPr id="16" name="Ink 15">
                  <a:extLst>
                    <a:ext uri="{FF2B5EF4-FFF2-40B4-BE49-F238E27FC236}">
                      <a16:creationId xmlns:a16="http://schemas.microsoft.com/office/drawing/2014/main" id="{6172D4B2-5911-9CF5-B7EE-8B4EC8FA4698}"/>
                    </a:ext>
                  </a:extLst>
                </p:cNvPr>
                <p:cNvPicPr/>
                <p:nvPr/>
              </p:nvPicPr>
              <p:blipFill>
                <a:blip r:embed="rId25"/>
                <a:stretch>
                  <a:fillRect/>
                </a:stretch>
              </p:blipFill>
              <p:spPr>
                <a:xfrm>
                  <a:off x="10167235" y="2308870"/>
                  <a:ext cx="2386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2FBE1AD9-9861-13AA-3625-3DBA38C2ADB2}"/>
                    </a:ext>
                  </a:extLst>
                </p14:cNvPr>
                <p14:cNvContentPartPr/>
                <p14:nvPr/>
              </p14:nvContentPartPr>
              <p14:xfrm>
                <a:off x="10212955" y="2066590"/>
                <a:ext cx="20160" cy="8640"/>
              </p14:xfrm>
            </p:contentPart>
          </mc:Choice>
          <mc:Fallback>
            <p:pic>
              <p:nvPicPr>
                <p:cNvPr id="17" name="Ink 16">
                  <a:extLst>
                    <a:ext uri="{FF2B5EF4-FFF2-40B4-BE49-F238E27FC236}">
                      <a16:creationId xmlns:a16="http://schemas.microsoft.com/office/drawing/2014/main" id="{2FBE1AD9-9861-13AA-3625-3DBA38C2ADB2}"/>
                    </a:ext>
                  </a:extLst>
                </p:cNvPr>
                <p:cNvPicPr/>
                <p:nvPr/>
              </p:nvPicPr>
              <p:blipFill>
                <a:blip r:embed="rId27"/>
                <a:stretch>
                  <a:fillRect/>
                </a:stretch>
              </p:blipFill>
              <p:spPr>
                <a:xfrm>
                  <a:off x="10206835" y="2060470"/>
                  <a:ext cx="324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236EA6B1-7DA7-C7C2-2284-315F1F047417}"/>
                    </a:ext>
                  </a:extLst>
                </p14:cNvPr>
                <p14:cNvContentPartPr/>
                <p14:nvPr/>
              </p14:nvContentPartPr>
              <p14:xfrm>
                <a:off x="10716955" y="2040670"/>
                <a:ext cx="22320" cy="396720"/>
              </p14:xfrm>
            </p:contentPart>
          </mc:Choice>
          <mc:Fallback>
            <p:pic>
              <p:nvPicPr>
                <p:cNvPr id="18" name="Ink 17">
                  <a:extLst>
                    <a:ext uri="{FF2B5EF4-FFF2-40B4-BE49-F238E27FC236}">
                      <a16:creationId xmlns:a16="http://schemas.microsoft.com/office/drawing/2014/main" id="{236EA6B1-7DA7-C7C2-2284-315F1F047417}"/>
                    </a:ext>
                  </a:extLst>
                </p:cNvPr>
                <p:cNvPicPr/>
                <p:nvPr/>
              </p:nvPicPr>
              <p:blipFill>
                <a:blip r:embed="rId29"/>
                <a:stretch>
                  <a:fillRect/>
                </a:stretch>
              </p:blipFill>
              <p:spPr>
                <a:xfrm>
                  <a:off x="10710835" y="2034550"/>
                  <a:ext cx="34560" cy="408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1C134F83-914B-02DF-6CC4-49D5F4DB4F84}"/>
                    </a:ext>
                  </a:extLst>
                </p14:cNvPr>
                <p14:cNvContentPartPr/>
                <p14:nvPr/>
              </p14:nvContentPartPr>
              <p14:xfrm>
                <a:off x="10800835" y="2232190"/>
                <a:ext cx="410040" cy="133560"/>
              </p14:xfrm>
            </p:contentPart>
          </mc:Choice>
          <mc:Fallback>
            <p:pic>
              <p:nvPicPr>
                <p:cNvPr id="19" name="Ink 18">
                  <a:extLst>
                    <a:ext uri="{FF2B5EF4-FFF2-40B4-BE49-F238E27FC236}">
                      <a16:creationId xmlns:a16="http://schemas.microsoft.com/office/drawing/2014/main" id="{1C134F83-914B-02DF-6CC4-49D5F4DB4F84}"/>
                    </a:ext>
                  </a:extLst>
                </p:cNvPr>
                <p:cNvPicPr/>
                <p:nvPr/>
              </p:nvPicPr>
              <p:blipFill>
                <a:blip r:embed="rId31"/>
                <a:stretch>
                  <a:fillRect/>
                </a:stretch>
              </p:blipFill>
              <p:spPr>
                <a:xfrm>
                  <a:off x="10794715" y="2226070"/>
                  <a:ext cx="42228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4D3D85D2-8D40-F5CD-C391-D56FCA930944}"/>
                    </a:ext>
                  </a:extLst>
                </p14:cNvPr>
                <p14:cNvContentPartPr/>
                <p14:nvPr/>
              </p14:nvContentPartPr>
              <p14:xfrm>
                <a:off x="11122675" y="2222830"/>
                <a:ext cx="617400" cy="610920"/>
              </p14:xfrm>
            </p:contentPart>
          </mc:Choice>
          <mc:Fallback>
            <p:pic>
              <p:nvPicPr>
                <p:cNvPr id="20" name="Ink 19">
                  <a:extLst>
                    <a:ext uri="{FF2B5EF4-FFF2-40B4-BE49-F238E27FC236}">
                      <a16:creationId xmlns:a16="http://schemas.microsoft.com/office/drawing/2014/main" id="{4D3D85D2-8D40-F5CD-C391-D56FCA930944}"/>
                    </a:ext>
                  </a:extLst>
                </p:cNvPr>
                <p:cNvPicPr/>
                <p:nvPr/>
              </p:nvPicPr>
              <p:blipFill>
                <a:blip r:embed="rId33"/>
                <a:stretch>
                  <a:fillRect/>
                </a:stretch>
              </p:blipFill>
              <p:spPr>
                <a:xfrm>
                  <a:off x="11116555" y="2216710"/>
                  <a:ext cx="629640" cy="623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FDB04DC5-9916-B6E3-15C5-B265895D117B}"/>
                    </a:ext>
                  </a:extLst>
                </p14:cNvPr>
                <p14:cNvContentPartPr/>
                <p14:nvPr/>
              </p14:nvContentPartPr>
              <p14:xfrm>
                <a:off x="9116395" y="2940310"/>
                <a:ext cx="388440" cy="131040"/>
              </p14:xfrm>
            </p:contentPart>
          </mc:Choice>
          <mc:Fallback>
            <p:pic>
              <p:nvPicPr>
                <p:cNvPr id="21" name="Ink 20">
                  <a:extLst>
                    <a:ext uri="{FF2B5EF4-FFF2-40B4-BE49-F238E27FC236}">
                      <a16:creationId xmlns:a16="http://schemas.microsoft.com/office/drawing/2014/main" id="{FDB04DC5-9916-B6E3-15C5-B265895D117B}"/>
                    </a:ext>
                  </a:extLst>
                </p:cNvPr>
                <p:cNvPicPr/>
                <p:nvPr/>
              </p:nvPicPr>
              <p:blipFill>
                <a:blip r:embed="rId35"/>
                <a:stretch>
                  <a:fillRect/>
                </a:stretch>
              </p:blipFill>
              <p:spPr>
                <a:xfrm>
                  <a:off x="9110275" y="2934190"/>
                  <a:ext cx="4006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1B64374B-1F5B-8EE0-DADE-4B4D1EC4D298}"/>
                    </a:ext>
                  </a:extLst>
                </p14:cNvPr>
                <p14:cNvContentPartPr/>
                <p14:nvPr/>
              </p14:nvContentPartPr>
              <p14:xfrm>
                <a:off x="9584035" y="2767510"/>
                <a:ext cx="157320" cy="323280"/>
              </p14:xfrm>
            </p:contentPart>
          </mc:Choice>
          <mc:Fallback>
            <p:pic>
              <p:nvPicPr>
                <p:cNvPr id="22" name="Ink 21">
                  <a:extLst>
                    <a:ext uri="{FF2B5EF4-FFF2-40B4-BE49-F238E27FC236}">
                      <a16:creationId xmlns:a16="http://schemas.microsoft.com/office/drawing/2014/main" id="{1B64374B-1F5B-8EE0-DADE-4B4D1EC4D298}"/>
                    </a:ext>
                  </a:extLst>
                </p:cNvPr>
                <p:cNvPicPr/>
                <p:nvPr/>
              </p:nvPicPr>
              <p:blipFill>
                <a:blip r:embed="rId37"/>
                <a:stretch>
                  <a:fillRect/>
                </a:stretch>
              </p:blipFill>
              <p:spPr>
                <a:xfrm>
                  <a:off x="9577915" y="2761390"/>
                  <a:ext cx="16956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6BA1E61A-01FD-DD6D-0B4E-7F03B6F95166}"/>
                    </a:ext>
                  </a:extLst>
                </p14:cNvPr>
                <p14:cNvContentPartPr/>
                <p14:nvPr/>
              </p14:nvContentPartPr>
              <p14:xfrm>
                <a:off x="10059595" y="2897830"/>
                <a:ext cx="31320" cy="420840"/>
              </p14:xfrm>
            </p:contentPart>
          </mc:Choice>
          <mc:Fallback>
            <p:pic>
              <p:nvPicPr>
                <p:cNvPr id="23" name="Ink 22">
                  <a:extLst>
                    <a:ext uri="{FF2B5EF4-FFF2-40B4-BE49-F238E27FC236}">
                      <a16:creationId xmlns:a16="http://schemas.microsoft.com/office/drawing/2014/main" id="{6BA1E61A-01FD-DD6D-0B4E-7F03B6F95166}"/>
                    </a:ext>
                  </a:extLst>
                </p:cNvPr>
                <p:cNvPicPr/>
                <p:nvPr/>
              </p:nvPicPr>
              <p:blipFill>
                <a:blip r:embed="rId39"/>
                <a:stretch>
                  <a:fillRect/>
                </a:stretch>
              </p:blipFill>
              <p:spPr>
                <a:xfrm>
                  <a:off x="10053475" y="2891710"/>
                  <a:ext cx="43560" cy="433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D7F34AF4-C3C6-CB2B-B729-E6FC7F94F5FF}"/>
                    </a:ext>
                  </a:extLst>
                </p14:cNvPr>
                <p14:cNvContentPartPr/>
                <p14:nvPr/>
              </p14:nvContentPartPr>
              <p14:xfrm>
                <a:off x="10056355" y="2835190"/>
                <a:ext cx="106200" cy="211320"/>
              </p14:xfrm>
            </p:contentPart>
          </mc:Choice>
          <mc:Fallback>
            <p:pic>
              <p:nvPicPr>
                <p:cNvPr id="24" name="Ink 23">
                  <a:extLst>
                    <a:ext uri="{FF2B5EF4-FFF2-40B4-BE49-F238E27FC236}">
                      <a16:creationId xmlns:a16="http://schemas.microsoft.com/office/drawing/2014/main" id="{D7F34AF4-C3C6-CB2B-B729-E6FC7F94F5FF}"/>
                    </a:ext>
                  </a:extLst>
                </p:cNvPr>
                <p:cNvPicPr/>
                <p:nvPr/>
              </p:nvPicPr>
              <p:blipFill>
                <a:blip r:embed="rId41"/>
                <a:stretch>
                  <a:fillRect/>
                </a:stretch>
              </p:blipFill>
              <p:spPr>
                <a:xfrm>
                  <a:off x="10050235" y="2829070"/>
                  <a:ext cx="11844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02412302-507D-F72C-7CD0-0256F79B1FE2}"/>
                    </a:ext>
                  </a:extLst>
                </p14:cNvPr>
                <p14:cNvContentPartPr/>
                <p14:nvPr/>
              </p14:nvContentPartPr>
              <p14:xfrm>
                <a:off x="10382515" y="2918710"/>
                <a:ext cx="272520" cy="210600"/>
              </p14:xfrm>
            </p:contentPart>
          </mc:Choice>
          <mc:Fallback>
            <p:pic>
              <p:nvPicPr>
                <p:cNvPr id="25" name="Ink 24">
                  <a:extLst>
                    <a:ext uri="{FF2B5EF4-FFF2-40B4-BE49-F238E27FC236}">
                      <a16:creationId xmlns:a16="http://schemas.microsoft.com/office/drawing/2014/main" id="{02412302-507D-F72C-7CD0-0256F79B1FE2}"/>
                    </a:ext>
                  </a:extLst>
                </p:cNvPr>
                <p:cNvPicPr/>
                <p:nvPr/>
              </p:nvPicPr>
              <p:blipFill>
                <a:blip r:embed="rId43"/>
                <a:stretch>
                  <a:fillRect/>
                </a:stretch>
              </p:blipFill>
              <p:spPr>
                <a:xfrm>
                  <a:off x="10376395" y="2912590"/>
                  <a:ext cx="28476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AC9446CD-7E11-5E63-6C20-8021D4710220}"/>
                    </a:ext>
                  </a:extLst>
                </p14:cNvPr>
                <p14:cNvContentPartPr/>
                <p14:nvPr/>
              </p14:nvContentPartPr>
              <p14:xfrm>
                <a:off x="10350475" y="2771830"/>
                <a:ext cx="25200" cy="24120"/>
              </p14:xfrm>
            </p:contentPart>
          </mc:Choice>
          <mc:Fallback>
            <p:pic>
              <p:nvPicPr>
                <p:cNvPr id="26" name="Ink 25">
                  <a:extLst>
                    <a:ext uri="{FF2B5EF4-FFF2-40B4-BE49-F238E27FC236}">
                      <a16:creationId xmlns:a16="http://schemas.microsoft.com/office/drawing/2014/main" id="{AC9446CD-7E11-5E63-6C20-8021D4710220}"/>
                    </a:ext>
                  </a:extLst>
                </p:cNvPr>
                <p:cNvPicPr/>
                <p:nvPr/>
              </p:nvPicPr>
              <p:blipFill>
                <a:blip r:embed="rId45"/>
                <a:stretch>
                  <a:fillRect/>
                </a:stretch>
              </p:blipFill>
              <p:spPr>
                <a:xfrm>
                  <a:off x="10344355" y="2765710"/>
                  <a:ext cx="374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29E4C229-8170-6A2B-0905-50413908CAD4}"/>
                    </a:ext>
                  </a:extLst>
                </p14:cNvPr>
                <p14:cNvContentPartPr/>
                <p14:nvPr/>
              </p14:nvContentPartPr>
              <p14:xfrm>
                <a:off x="10034395" y="3368710"/>
                <a:ext cx="91800" cy="254160"/>
              </p14:xfrm>
            </p:contentPart>
          </mc:Choice>
          <mc:Fallback>
            <p:pic>
              <p:nvPicPr>
                <p:cNvPr id="27" name="Ink 26">
                  <a:extLst>
                    <a:ext uri="{FF2B5EF4-FFF2-40B4-BE49-F238E27FC236}">
                      <a16:creationId xmlns:a16="http://schemas.microsoft.com/office/drawing/2014/main" id="{29E4C229-8170-6A2B-0905-50413908CAD4}"/>
                    </a:ext>
                  </a:extLst>
                </p:cNvPr>
                <p:cNvPicPr/>
                <p:nvPr/>
              </p:nvPicPr>
              <p:blipFill>
                <a:blip r:embed="rId47"/>
                <a:stretch>
                  <a:fillRect/>
                </a:stretch>
              </p:blipFill>
              <p:spPr>
                <a:xfrm>
                  <a:off x="10028275" y="3362590"/>
                  <a:ext cx="10404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FA870E05-9246-5D22-337B-3BD565B43FD3}"/>
                    </a:ext>
                  </a:extLst>
                </p14:cNvPr>
                <p14:cNvContentPartPr/>
                <p14:nvPr/>
              </p14:nvContentPartPr>
              <p14:xfrm>
                <a:off x="10192075" y="3417310"/>
                <a:ext cx="284040" cy="233280"/>
              </p14:xfrm>
            </p:contentPart>
          </mc:Choice>
          <mc:Fallback>
            <p:pic>
              <p:nvPicPr>
                <p:cNvPr id="28" name="Ink 27">
                  <a:extLst>
                    <a:ext uri="{FF2B5EF4-FFF2-40B4-BE49-F238E27FC236}">
                      <a16:creationId xmlns:a16="http://schemas.microsoft.com/office/drawing/2014/main" id="{FA870E05-9246-5D22-337B-3BD565B43FD3}"/>
                    </a:ext>
                  </a:extLst>
                </p:cNvPr>
                <p:cNvPicPr/>
                <p:nvPr/>
              </p:nvPicPr>
              <p:blipFill>
                <a:blip r:embed="rId49"/>
                <a:stretch>
                  <a:fillRect/>
                </a:stretch>
              </p:blipFill>
              <p:spPr>
                <a:xfrm>
                  <a:off x="10185955" y="3411190"/>
                  <a:ext cx="29628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1855EEFA-A375-DF96-9AB7-DF6B0B2E3286}"/>
                    </a:ext>
                  </a:extLst>
                </p14:cNvPr>
                <p14:cNvContentPartPr/>
                <p14:nvPr/>
              </p14:nvContentPartPr>
              <p14:xfrm>
                <a:off x="10506715" y="3119230"/>
                <a:ext cx="569520" cy="437400"/>
              </p14:xfrm>
            </p:contentPart>
          </mc:Choice>
          <mc:Fallback>
            <p:pic>
              <p:nvPicPr>
                <p:cNvPr id="29" name="Ink 28">
                  <a:extLst>
                    <a:ext uri="{FF2B5EF4-FFF2-40B4-BE49-F238E27FC236}">
                      <a16:creationId xmlns:a16="http://schemas.microsoft.com/office/drawing/2014/main" id="{1855EEFA-A375-DF96-9AB7-DF6B0B2E3286}"/>
                    </a:ext>
                  </a:extLst>
                </p:cNvPr>
                <p:cNvPicPr/>
                <p:nvPr/>
              </p:nvPicPr>
              <p:blipFill>
                <a:blip r:embed="rId51"/>
                <a:stretch>
                  <a:fillRect/>
                </a:stretch>
              </p:blipFill>
              <p:spPr>
                <a:xfrm>
                  <a:off x="10500595" y="3113110"/>
                  <a:ext cx="581760" cy="449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0D07604A-F399-A097-179B-B5F6CF82DDDB}"/>
                  </a:ext>
                </a:extLst>
              </p14:cNvPr>
              <p14:cNvContentPartPr/>
              <p14:nvPr/>
            </p14:nvContentPartPr>
            <p14:xfrm>
              <a:off x="3226435" y="4036510"/>
              <a:ext cx="340560" cy="68760"/>
            </p14:xfrm>
          </p:contentPart>
        </mc:Choice>
        <mc:Fallback>
          <p:pic>
            <p:nvPicPr>
              <p:cNvPr id="34" name="Ink 33">
                <a:extLst>
                  <a:ext uri="{FF2B5EF4-FFF2-40B4-BE49-F238E27FC236}">
                    <a16:creationId xmlns:a16="http://schemas.microsoft.com/office/drawing/2014/main" id="{0D07604A-F399-A097-179B-B5F6CF82DDDB}"/>
                  </a:ext>
                </a:extLst>
              </p:cNvPr>
              <p:cNvPicPr/>
              <p:nvPr/>
            </p:nvPicPr>
            <p:blipFill>
              <a:blip r:embed="rId53"/>
              <a:stretch>
                <a:fillRect/>
              </a:stretch>
            </p:blipFill>
            <p:spPr>
              <a:xfrm>
                <a:off x="3220315" y="4030390"/>
                <a:ext cx="3528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6B5B1E59-DCB4-3FF8-89DE-8750BC46F40A}"/>
                  </a:ext>
                </a:extLst>
              </p14:cNvPr>
              <p14:cNvContentPartPr/>
              <p14:nvPr/>
            </p14:nvContentPartPr>
            <p14:xfrm>
              <a:off x="6023995" y="4475710"/>
              <a:ext cx="1477800" cy="42480"/>
            </p14:xfrm>
          </p:contentPart>
        </mc:Choice>
        <mc:Fallback>
          <p:pic>
            <p:nvPicPr>
              <p:cNvPr id="35" name="Ink 34">
                <a:extLst>
                  <a:ext uri="{FF2B5EF4-FFF2-40B4-BE49-F238E27FC236}">
                    <a16:creationId xmlns:a16="http://schemas.microsoft.com/office/drawing/2014/main" id="{6B5B1E59-DCB4-3FF8-89DE-8750BC46F40A}"/>
                  </a:ext>
                </a:extLst>
              </p:cNvPr>
              <p:cNvPicPr/>
              <p:nvPr/>
            </p:nvPicPr>
            <p:blipFill>
              <a:blip r:embed="rId55"/>
              <a:stretch>
                <a:fillRect/>
              </a:stretch>
            </p:blipFill>
            <p:spPr>
              <a:xfrm>
                <a:off x="6017875" y="4469590"/>
                <a:ext cx="149004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99E967B9-94F4-F11D-1528-0BD4E9921D23}"/>
                  </a:ext>
                </a:extLst>
              </p14:cNvPr>
              <p14:cNvContentPartPr/>
              <p14:nvPr/>
            </p14:nvContentPartPr>
            <p14:xfrm>
              <a:off x="435355" y="5929030"/>
              <a:ext cx="2019240" cy="113040"/>
            </p14:xfrm>
          </p:contentPart>
        </mc:Choice>
        <mc:Fallback>
          <p:pic>
            <p:nvPicPr>
              <p:cNvPr id="37" name="Ink 36">
                <a:extLst>
                  <a:ext uri="{FF2B5EF4-FFF2-40B4-BE49-F238E27FC236}">
                    <a16:creationId xmlns:a16="http://schemas.microsoft.com/office/drawing/2014/main" id="{99E967B9-94F4-F11D-1528-0BD4E9921D23}"/>
                  </a:ext>
                </a:extLst>
              </p:cNvPr>
              <p:cNvPicPr/>
              <p:nvPr/>
            </p:nvPicPr>
            <p:blipFill>
              <a:blip r:embed="rId57"/>
              <a:stretch>
                <a:fillRect/>
              </a:stretch>
            </p:blipFill>
            <p:spPr>
              <a:xfrm>
                <a:off x="429235" y="5922910"/>
                <a:ext cx="2031480" cy="125280"/>
              </a:xfrm>
              <a:prstGeom prst="rect">
                <a:avLst/>
              </a:prstGeom>
            </p:spPr>
          </p:pic>
        </mc:Fallback>
      </mc:AlternateContent>
    </p:spTree>
    <p:extLst>
      <p:ext uri="{BB962C8B-B14F-4D97-AF65-F5344CB8AC3E}">
        <p14:creationId xmlns:p14="http://schemas.microsoft.com/office/powerpoint/2010/main" val="356174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and Variance</a:t>
            </a:r>
            <a:endParaRPr lang="en-IN" dirty="0"/>
          </a:p>
        </p:txBody>
      </p:sp>
      <p:sp>
        <p:nvSpPr>
          <p:cNvPr id="5" name="Rectangle 3"/>
          <p:cNvSpPr txBox="1">
            <a:spLocks noChangeArrowheads="1"/>
          </p:cNvSpPr>
          <p:nvPr/>
        </p:nvSpPr>
        <p:spPr>
          <a:xfrm>
            <a:off x="457201" y="2000251"/>
            <a:ext cx="1758950" cy="571499"/>
          </a:xfrm>
          <a:prstGeom prst="rect">
            <a:avLst/>
          </a:prstGeom>
        </p:spPr>
        <p:txBody>
          <a:bodyPr lIns="77751" tIns="38876" rIns="77751" bIns="38876"/>
          <a:lstStyle/>
          <a:p>
            <a:pPr marL="291567" indent="-291567" eaLnBrk="0" hangingPunct="0">
              <a:spcBef>
                <a:spcPct val="20000"/>
              </a:spcBef>
              <a:buClr>
                <a:schemeClr val="tx2"/>
              </a:buClr>
              <a:buSzPct val="75000"/>
              <a:defRPr/>
            </a:pPr>
            <a:r>
              <a:rPr lang="en-US" sz="2025" b="1" kern="0" dirty="0">
                <a:cs typeface="Times New Roman" pitchFamily="18" charset="0"/>
              </a:rPr>
              <a:t>Mean:</a:t>
            </a:r>
          </a:p>
          <a:p>
            <a:pPr marL="5774647" lvl="1" indent="-5677458" eaLnBrk="0" hangingPunct="0">
              <a:spcBef>
                <a:spcPct val="20000"/>
              </a:spcBef>
              <a:buClr>
                <a:schemeClr val="accent1"/>
              </a:buClr>
              <a:buSzPct val="70000"/>
              <a:defRPr/>
            </a:pPr>
            <a:endParaRPr lang="en-US" sz="2025" kern="0" dirty="0">
              <a:latin typeface="Times New Roman" pitchFamily="18" charset="0"/>
              <a:cs typeface="Times New Roman" pitchFamily="18" charset="0"/>
            </a:endParaRPr>
          </a:p>
        </p:txBody>
      </p:sp>
      <p:sp>
        <p:nvSpPr>
          <p:cNvPr id="6" name="Rectangle 4"/>
          <p:cNvSpPr>
            <a:spLocks noChangeArrowheads="1"/>
          </p:cNvSpPr>
          <p:nvPr/>
        </p:nvSpPr>
        <p:spPr bwMode="auto">
          <a:xfrm>
            <a:off x="228601" y="3143251"/>
            <a:ext cx="5943600" cy="742950"/>
          </a:xfrm>
          <a:prstGeom prst="rect">
            <a:avLst/>
          </a:prstGeom>
          <a:noFill/>
          <a:ln w="9525">
            <a:noFill/>
            <a:miter lim="800000"/>
            <a:headEnd/>
            <a:tailEnd/>
          </a:ln>
        </p:spPr>
        <p:txBody>
          <a:bodyPr lIns="72566" tIns="36284" rIns="72566" bIns="36284"/>
          <a:lstStyle/>
          <a:p>
            <a:pPr marL="291567" indent="-291567">
              <a:spcBef>
                <a:spcPct val="20000"/>
              </a:spcBef>
              <a:buClr>
                <a:schemeClr val="folHlink"/>
              </a:buClr>
              <a:buSzPct val="60000"/>
            </a:pPr>
            <a:r>
              <a:rPr lang="en-US" sz="2025" b="1" dirty="0">
                <a:cs typeface="Times New Roman" pitchFamily="18" charset="0"/>
              </a:rPr>
              <a:t>Variance and Standard Deviation</a:t>
            </a:r>
          </a:p>
        </p:txBody>
      </p:sp>
      <p:graphicFrame>
        <p:nvGraphicFramePr>
          <p:cNvPr id="7" name="Object 2"/>
          <p:cNvGraphicFramePr>
            <a:graphicFrameLocks noChangeAspect="1"/>
          </p:cNvGraphicFramePr>
          <p:nvPr/>
        </p:nvGraphicFramePr>
        <p:xfrm>
          <a:off x="3810001" y="1943100"/>
          <a:ext cx="1232297" cy="476250"/>
        </p:xfrm>
        <a:graphic>
          <a:graphicData uri="http://schemas.openxmlformats.org/presentationml/2006/ole">
            <mc:AlternateContent xmlns:mc="http://schemas.openxmlformats.org/markup-compatibility/2006">
              <mc:Choice xmlns:v="urn:schemas-microsoft-com:vml" Requires="v">
                <p:oleObj name="Equation" r:id="rId2" imgW="393480" imgH="203040" progId="Equation.3">
                  <p:embed/>
                </p:oleObj>
              </mc:Choice>
              <mc:Fallback>
                <p:oleObj name="Equation" r:id="rId2" imgW="393480" imgH="203040" progId="Equation.3">
                  <p:embed/>
                  <p:pic>
                    <p:nvPicPr>
                      <p:cNvPr id="20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1" y="1943100"/>
                        <a:ext cx="1232297" cy="476250"/>
                      </a:xfrm>
                      <a:prstGeom prst="rect">
                        <a:avLst/>
                      </a:prstGeom>
                      <a:solidFill>
                        <a:srgbClr val="CCFFFF"/>
                      </a:solidFill>
                      <a:ln w="9525">
                        <a:solidFill>
                          <a:schemeClr val="tx1"/>
                        </a:solidFill>
                        <a:miter lim="800000"/>
                        <a:headEnd/>
                        <a:tailEnd/>
                      </a:ln>
                    </p:spPr>
                  </p:pic>
                </p:oleObj>
              </mc:Fallback>
            </mc:AlternateContent>
          </a:graphicData>
        </a:graphic>
      </p:graphicFrame>
      <p:graphicFrame>
        <p:nvGraphicFramePr>
          <p:cNvPr id="8" name="Object 3"/>
          <p:cNvGraphicFramePr>
            <a:graphicFrameLocks noChangeAspect="1"/>
          </p:cNvGraphicFramePr>
          <p:nvPr/>
        </p:nvGraphicFramePr>
        <p:xfrm>
          <a:off x="3811191" y="3700462"/>
          <a:ext cx="1312069" cy="425054"/>
        </p:xfrm>
        <a:graphic>
          <a:graphicData uri="http://schemas.openxmlformats.org/presentationml/2006/ole">
            <mc:AlternateContent xmlns:mc="http://schemas.openxmlformats.org/markup-compatibility/2006">
              <mc:Choice xmlns:v="urn:schemas-microsoft-com:vml" Requires="v">
                <p:oleObj name="Equation" r:id="rId4" imgW="469800" imgH="203040" progId="Equation.3">
                  <p:embed/>
                </p:oleObj>
              </mc:Choice>
              <mc:Fallback>
                <p:oleObj name="Equation" r:id="rId4" imgW="469800" imgH="203040" progId="Equation.3">
                  <p:embed/>
                  <p:pic>
                    <p:nvPicPr>
                      <p:cNvPr id="205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1191" y="3700462"/>
                        <a:ext cx="1312069" cy="425054"/>
                      </a:xfrm>
                      <a:prstGeom prst="rect">
                        <a:avLst/>
                      </a:prstGeom>
                      <a:solidFill>
                        <a:srgbClr val="CCFFFF"/>
                      </a:solidFill>
                      <a:ln w="9525">
                        <a:solidFill>
                          <a:schemeClr val="tx1"/>
                        </a:solidFill>
                        <a:miter lim="800000"/>
                        <a:headEnd/>
                        <a:tailEnd/>
                      </a:ln>
                    </p:spPr>
                  </p:pic>
                </p:oleObj>
              </mc:Fallback>
            </mc:AlternateContent>
          </a:graphicData>
        </a:graphic>
      </p:graphicFrame>
      <p:graphicFrame>
        <p:nvGraphicFramePr>
          <p:cNvPr id="9" name="Object 4"/>
          <p:cNvGraphicFramePr>
            <a:graphicFrameLocks noChangeAspect="1"/>
          </p:cNvGraphicFramePr>
          <p:nvPr/>
        </p:nvGraphicFramePr>
        <p:xfrm>
          <a:off x="3827860" y="4400550"/>
          <a:ext cx="1419225" cy="477441"/>
        </p:xfrm>
        <a:graphic>
          <a:graphicData uri="http://schemas.openxmlformats.org/presentationml/2006/ole">
            <mc:AlternateContent xmlns:mc="http://schemas.openxmlformats.org/markup-compatibility/2006">
              <mc:Choice xmlns:v="urn:schemas-microsoft-com:vml" Requires="v">
                <p:oleObj name="Equation" r:id="rId6" imgW="507960" imgH="228600" progId="Equation.3">
                  <p:embed/>
                </p:oleObj>
              </mc:Choice>
              <mc:Fallback>
                <p:oleObj name="Equation" r:id="rId6" imgW="507960" imgH="228600" progId="Equation.3">
                  <p:embed/>
                  <p:pic>
                    <p:nvPicPr>
                      <p:cNvPr id="205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60" y="4400550"/>
                        <a:ext cx="1419225" cy="477441"/>
                      </a:xfrm>
                      <a:prstGeom prst="rect">
                        <a:avLst/>
                      </a:prstGeom>
                      <a:solidFill>
                        <a:srgbClr val="CCFFFF"/>
                      </a:solidFill>
                      <a:ln w="9525">
                        <a:solidFill>
                          <a:schemeClr val="tx1"/>
                        </a:solidFill>
                        <a:miter lim="800000"/>
                        <a:headEnd/>
                        <a:tailEnd/>
                      </a:ln>
                    </p:spPr>
                  </p:pic>
                </p:oleObj>
              </mc:Fallback>
            </mc:AlternateContent>
          </a:graphicData>
        </a:graphic>
      </p:graphicFrame>
      <p:sp>
        <p:nvSpPr>
          <p:cNvPr id="10" name="Rectangle 8"/>
          <p:cNvSpPr>
            <a:spLocks noChangeArrowheads="1"/>
          </p:cNvSpPr>
          <p:nvPr/>
        </p:nvSpPr>
        <p:spPr bwMode="auto">
          <a:xfrm>
            <a:off x="304800" y="5153025"/>
            <a:ext cx="7848598" cy="628650"/>
          </a:xfrm>
          <a:prstGeom prst="rect">
            <a:avLst/>
          </a:prstGeom>
          <a:noFill/>
          <a:ln w="9525">
            <a:noFill/>
            <a:miter lim="800000"/>
            <a:headEnd/>
            <a:tailEnd/>
          </a:ln>
        </p:spPr>
        <p:txBody>
          <a:bodyPr lIns="72566" tIns="36284" rIns="72566" bIns="36284"/>
          <a:lstStyle/>
          <a:p>
            <a:pPr marL="291567" indent="-291567">
              <a:spcBef>
                <a:spcPct val="20000"/>
              </a:spcBef>
              <a:buClr>
                <a:schemeClr val="folHlink"/>
              </a:buClr>
              <a:buSzPct val="60000"/>
            </a:pPr>
            <a:r>
              <a:rPr lang="en-US" sz="2025" dirty="0">
                <a:cs typeface="Times New Roman" pitchFamily="18" charset="0"/>
              </a:rPr>
              <a:t>   where	 </a:t>
            </a:r>
            <a:r>
              <a:rPr lang="en-US" sz="2025" dirty="0">
                <a:cs typeface="Times New Roman" pitchFamily="18" charset="0"/>
                <a:sym typeface="Symbol" pitchFamily="18" charset="2"/>
              </a:rPr>
              <a:t></a:t>
            </a:r>
            <a:r>
              <a:rPr lang="en-US" sz="2025" dirty="0">
                <a:cs typeface="Times New Roman" pitchFamily="18" charset="0"/>
              </a:rPr>
              <a:t>= expected number of occurrences in a given experiment.</a:t>
            </a:r>
          </a:p>
        </p:txBody>
      </p:sp>
      <p:sp>
        <p:nvSpPr>
          <p:cNvPr id="11" name="Rectangle 9"/>
          <p:cNvSpPr>
            <a:spLocks noChangeArrowheads="1"/>
          </p:cNvSpPr>
          <p:nvPr/>
        </p:nvSpPr>
        <p:spPr bwMode="auto">
          <a:xfrm>
            <a:off x="6096001" y="1885950"/>
            <a:ext cx="2667000" cy="1325006"/>
          </a:xfrm>
          <a:prstGeom prst="rect">
            <a:avLst/>
          </a:prstGeom>
          <a:noFill/>
          <a:ln w="9525">
            <a:noFill/>
            <a:miter lim="800000"/>
            <a:headEnd/>
            <a:tailEnd/>
          </a:ln>
        </p:spPr>
        <p:txBody>
          <a:bodyPr lIns="77751" tIns="38876" rIns="77751" bIns="38876">
            <a:spAutoFit/>
          </a:bodyPr>
          <a:lstStyle/>
          <a:p>
            <a:pPr algn="just">
              <a:spcBef>
                <a:spcPct val="20000"/>
              </a:spcBef>
              <a:buClr>
                <a:schemeClr val="folHlink"/>
              </a:buClr>
              <a:buSzPct val="60000"/>
              <a:buFont typeface="Wingdings" pitchFamily="2" charset="2"/>
              <a:buNone/>
            </a:pPr>
            <a:r>
              <a:rPr lang="en-US" sz="2025" b="1" dirty="0">
                <a:solidFill>
                  <a:schemeClr val="hlink"/>
                </a:solidFill>
                <a:cs typeface="Times New Roman" pitchFamily="18" charset="0"/>
              </a:rPr>
              <a:t>For a Poisson random variable, the variance and mean are the same!</a:t>
            </a:r>
          </a:p>
        </p:txBody>
      </p:sp>
    </p:spTree>
    <p:extLst>
      <p:ext uri="{BB962C8B-B14F-4D97-AF65-F5344CB8AC3E}">
        <p14:creationId xmlns:p14="http://schemas.microsoft.com/office/powerpoint/2010/main" val="4073174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Poisson approximation to Binomial distribution </a:t>
            </a:r>
            <a:r>
              <a:rPr lang="en-IN" dirty="0">
                <a:latin typeface="Times New Roman" pitchFamily="18" charset="0"/>
                <a:cs typeface="Times New Roman" pitchFamily="18" charset="0"/>
              </a:rPr>
              <a:t>:</a:t>
            </a:r>
            <a:endParaRPr lang="en-IN" dirty="0"/>
          </a:p>
        </p:txBody>
      </p:sp>
      <mc:AlternateContent xmlns:mc="http://schemas.openxmlformats.org/markup-compatibility/2006" xmlns:a14="http://schemas.microsoft.com/office/drawing/2010/main">
        <mc:Choice Requires="a14">
          <p:sp>
            <p:nvSpPr>
              <p:cNvPr id="5" name="Rectangle 4"/>
              <p:cNvSpPr/>
              <p:nvPr/>
            </p:nvSpPr>
            <p:spPr>
              <a:xfrm>
                <a:off x="685800" y="1447800"/>
                <a:ext cx="10363200" cy="1569660"/>
              </a:xfrm>
              <a:prstGeom prst="rect">
                <a:avLst/>
              </a:prstGeom>
            </p:spPr>
            <p:txBody>
              <a:bodyPr wrap="square">
                <a:spAutoFit/>
              </a:bodyPr>
              <a:lstStyle/>
              <a:p>
                <a:pPr marL="342900" indent="-342900">
                  <a:buFont typeface="Courier New" panose="02070309020205020404" pitchFamily="49" charset="0"/>
                  <a:buChar char="o"/>
                </a:pPr>
                <a:r>
                  <a:rPr lang="en-US" sz="2400" dirty="0"/>
                  <a:t>When n is large and p is small, Binomial probabilities can be approximated by Poisson’s distribution with mean λ=np.</a:t>
                </a:r>
              </a:p>
              <a:p>
                <a:pPr marL="342900" indent="-342900">
                  <a:buFont typeface="Courier New" panose="02070309020205020404" pitchFamily="49" charset="0"/>
                  <a:buChar char="o"/>
                </a:pPr>
                <a:endParaRPr lang="en-US" sz="2400" dirty="0"/>
              </a:p>
              <a:p>
                <a:pPr marL="342900" indent="-342900">
                  <a:buFont typeface="Courier New" panose="02070309020205020404" pitchFamily="49" charset="0"/>
                  <a:buChar char="o"/>
                </a:pPr>
                <a:r>
                  <a:rPr lang="en-US" sz="2400" dirty="0">
                    <a:solidFill>
                      <a:srgbClr val="FF0000"/>
                    </a:solidFill>
                  </a:rPr>
                  <a:t>The approximation is more accurate if n</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100 </m:t>
                    </m:r>
                  </m:oMath>
                </a14:m>
                <a:r>
                  <a:rPr lang="en-US" sz="2400" dirty="0">
                    <a:solidFill>
                      <a:srgbClr val="FF0000"/>
                    </a:solidFill>
                  </a:rPr>
                  <a:t>and as long as np</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m:t>
                    </m:r>
                  </m:oMath>
                </a14:m>
                <a:endParaRPr lang="en-US" sz="24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 y="1447800"/>
                <a:ext cx="10363200" cy="1569660"/>
              </a:xfrm>
              <a:prstGeom prst="rect">
                <a:avLst/>
              </a:prstGeom>
              <a:blipFill>
                <a:blip r:embed="rId2"/>
                <a:stretch>
                  <a:fillRect l="-824" t="-3113" b="-8171"/>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0FD0029-28FF-7C41-41E6-95B912DEE3D4}"/>
                  </a:ext>
                </a:extLst>
              </p14:cNvPr>
              <p14:cNvContentPartPr/>
              <p14:nvPr/>
            </p14:nvContentPartPr>
            <p14:xfrm>
              <a:off x="1138435" y="2893510"/>
              <a:ext cx="8627400" cy="254160"/>
            </p14:xfrm>
          </p:contentPart>
        </mc:Choice>
        <mc:Fallback>
          <p:pic>
            <p:nvPicPr>
              <p:cNvPr id="3" name="Ink 2">
                <a:extLst>
                  <a:ext uri="{FF2B5EF4-FFF2-40B4-BE49-F238E27FC236}">
                    <a16:creationId xmlns:a16="http://schemas.microsoft.com/office/drawing/2014/main" id="{C0FD0029-28FF-7C41-41E6-95B912DEE3D4}"/>
                  </a:ext>
                </a:extLst>
              </p:cNvPr>
              <p:cNvPicPr/>
              <p:nvPr/>
            </p:nvPicPr>
            <p:blipFill>
              <a:blip r:embed="rId4"/>
              <a:stretch>
                <a:fillRect/>
              </a:stretch>
            </p:blipFill>
            <p:spPr>
              <a:xfrm>
                <a:off x="1132315" y="2887390"/>
                <a:ext cx="8639640" cy="266400"/>
              </a:xfrm>
              <a:prstGeom prst="rect">
                <a:avLst/>
              </a:prstGeom>
            </p:spPr>
          </p:pic>
        </mc:Fallback>
      </mc:AlternateContent>
    </p:spTree>
    <p:extLst>
      <p:ext uri="{BB962C8B-B14F-4D97-AF65-F5344CB8AC3E}">
        <p14:creationId xmlns:p14="http://schemas.microsoft.com/office/powerpoint/2010/main" val="788536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endParaRPr lang="en-IN" dirty="0"/>
          </a:p>
        </p:txBody>
      </p:sp>
      <p:sp>
        <p:nvSpPr>
          <p:cNvPr id="5" name="Rectangle 1"/>
          <p:cNvSpPr txBox="1">
            <a:spLocks noChangeArrowheads="1"/>
          </p:cNvSpPr>
          <p:nvPr/>
        </p:nvSpPr>
        <p:spPr bwMode="auto">
          <a:xfrm>
            <a:off x="685800" y="990600"/>
            <a:ext cx="10210800" cy="2303708"/>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None/>
            </a:pPr>
            <a:r>
              <a:rPr lang="en-US" sz="2000" dirty="0">
                <a:ea typeface="Calibri" pitchFamily="34" charset="0"/>
              </a:rPr>
              <a:t>It is known that 5% of the books bound at a certain bindery have defective bindings. Find the probability that 2 of 100 books bound by this bindery will have defective bindings using</a:t>
            </a:r>
          </a:p>
          <a:p>
            <a:pPr marL="0" indent="0" eaLnBrk="0" fontAlgn="base" hangingPunct="0">
              <a:lnSpc>
                <a:spcPct val="150000"/>
              </a:lnSpc>
              <a:spcBef>
                <a:spcPct val="0"/>
              </a:spcBef>
              <a:spcAft>
                <a:spcPct val="0"/>
              </a:spcAft>
              <a:buNone/>
            </a:pPr>
            <a:r>
              <a:rPr lang="en-US" sz="2000" dirty="0">
                <a:ea typeface="Calibri" pitchFamily="34" charset="0"/>
              </a:rPr>
              <a:t>(a)The formula for the binomial distribution;</a:t>
            </a:r>
          </a:p>
          <a:p>
            <a:pPr marL="0" indent="0" eaLnBrk="0" fontAlgn="base" hangingPunct="0">
              <a:lnSpc>
                <a:spcPct val="150000"/>
              </a:lnSpc>
              <a:spcBef>
                <a:spcPct val="0"/>
              </a:spcBef>
              <a:spcAft>
                <a:spcPct val="0"/>
              </a:spcAft>
              <a:buNone/>
            </a:pPr>
            <a:r>
              <a:rPr lang="en-US" sz="2000" dirty="0">
                <a:ea typeface="Calibri" pitchFamily="34" charset="0"/>
              </a:rPr>
              <a:t>(b)The Poisson approximation to the binomial distribution</a:t>
            </a:r>
            <a:r>
              <a:rPr lang="en-US" sz="2000" dirty="0"/>
              <a:t> </a:t>
            </a:r>
          </a:p>
          <a:p>
            <a:pPr marL="0" indent="0" eaLnBrk="0" fontAlgn="base" hangingPunct="0">
              <a:spcBef>
                <a:spcPct val="0"/>
              </a:spcBef>
              <a:spcAft>
                <a:spcPct val="0"/>
              </a:spcAft>
              <a:buNone/>
            </a:pPr>
            <a:endParaRPr lang="en-US" dirty="0"/>
          </a:p>
        </p:txBody>
      </p:sp>
      <p:pic>
        <p:nvPicPr>
          <p:cNvPr id="3" name="Picture 2">
            <a:extLst>
              <a:ext uri="{FF2B5EF4-FFF2-40B4-BE49-F238E27FC236}">
                <a16:creationId xmlns:a16="http://schemas.microsoft.com/office/drawing/2014/main" id="{27CB48CE-D49E-4524-9CD6-50C95923B0C5}"/>
              </a:ext>
            </a:extLst>
          </p:cNvPr>
          <p:cNvPicPr>
            <a:picLocks noChangeAspect="1"/>
          </p:cNvPicPr>
          <p:nvPr/>
        </p:nvPicPr>
        <p:blipFill>
          <a:blip r:embed="rId2"/>
          <a:stretch>
            <a:fillRect/>
          </a:stretch>
        </p:blipFill>
        <p:spPr>
          <a:xfrm>
            <a:off x="698084" y="3277375"/>
            <a:ext cx="9602032" cy="2511770"/>
          </a:xfrm>
          <a:prstGeom prst="rect">
            <a:avLst/>
          </a:prstGeom>
        </p:spPr>
      </p:pic>
    </p:spTree>
    <p:extLst>
      <p:ext uri="{BB962C8B-B14F-4D97-AF65-F5344CB8AC3E}">
        <p14:creationId xmlns:p14="http://schemas.microsoft.com/office/powerpoint/2010/main" val="4123332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endParaRPr lang="en-IN" dirty="0"/>
          </a:p>
        </p:txBody>
      </p:sp>
      <p:sp>
        <p:nvSpPr>
          <p:cNvPr id="5" name="Content Placeholder 2"/>
          <p:cNvSpPr txBox="1">
            <a:spLocks/>
          </p:cNvSpPr>
          <p:nvPr/>
        </p:nvSpPr>
        <p:spPr>
          <a:xfrm>
            <a:off x="533400" y="1066801"/>
            <a:ext cx="10668000" cy="1905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en-IN" sz="2000" dirty="0"/>
              <a:t>Given that a switch board of a consultant’s office receives on the average 0.6 calls per minute, find the  probabilities that</a:t>
            </a:r>
          </a:p>
          <a:p>
            <a:pPr marL="0" indent="0" algn="just">
              <a:lnSpc>
                <a:spcPct val="150000"/>
              </a:lnSpc>
              <a:spcBef>
                <a:spcPts val="0"/>
              </a:spcBef>
              <a:buNone/>
            </a:pPr>
            <a:r>
              <a:rPr lang="en-IN" sz="2000" dirty="0"/>
              <a:t>(a) in a given minute there will be at least 1 call;</a:t>
            </a:r>
          </a:p>
          <a:p>
            <a:pPr marL="0" indent="0" algn="just">
              <a:lnSpc>
                <a:spcPct val="150000"/>
              </a:lnSpc>
              <a:spcBef>
                <a:spcPts val="0"/>
              </a:spcBef>
              <a:buNone/>
            </a:pPr>
            <a:r>
              <a:rPr lang="en-IN" sz="2000" dirty="0"/>
              <a:t>(b) in a 4-minute interval there will be at least 3 calls.</a:t>
            </a:r>
          </a:p>
        </p:txBody>
      </p:sp>
    </p:spTree>
    <p:extLst>
      <p:ext uri="{BB962C8B-B14F-4D97-AF65-F5344CB8AC3E}">
        <p14:creationId xmlns:p14="http://schemas.microsoft.com/office/powerpoint/2010/main" val="2719260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Content Placeholder 5"/>
          <p:cNvSpPr txBox="1">
            <a:spLocks/>
          </p:cNvSpPr>
          <p:nvPr/>
        </p:nvSpPr>
        <p:spPr>
          <a:xfrm>
            <a:off x="152400" y="1417320"/>
            <a:ext cx="88392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 Here,                                                           </a:t>
            </a:r>
          </a:p>
          <a:p>
            <a:endParaRPr lang="en-IN" dirty="0"/>
          </a:p>
          <a:p>
            <a:endParaRPr lang="en-IN" dirty="0"/>
          </a:p>
          <a:p>
            <a:endParaRPr lang="en-IN" dirty="0"/>
          </a:p>
          <a:p>
            <a:r>
              <a:rPr lang="en-IN" dirty="0"/>
              <a:t>b)  </a:t>
            </a:r>
          </a:p>
        </p:txBody>
      </p:sp>
      <p:graphicFrame>
        <p:nvGraphicFramePr>
          <p:cNvPr id="6" name="Object 5"/>
          <p:cNvGraphicFramePr>
            <a:graphicFrameLocks noChangeAspect="1"/>
          </p:cNvGraphicFramePr>
          <p:nvPr>
            <p:extLst>
              <p:ext uri="{D42A27DB-BD31-4B8C-83A1-F6EECF244321}">
                <p14:modId xmlns:p14="http://schemas.microsoft.com/office/powerpoint/2010/main" val="2005806158"/>
              </p:ext>
            </p:extLst>
          </p:nvPr>
        </p:nvGraphicFramePr>
        <p:xfrm>
          <a:off x="1524001" y="1895476"/>
          <a:ext cx="2881312" cy="276225"/>
        </p:xfrm>
        <a:graphic>
          <a:graphicData uri="http://schemas.openxmlformats.org/presentationml/2006/ole">
            <mc:AlternateContent xmlns:mc="http://schemas.openxmlformats.org/markup-compatibility/2006">
              <mc:Choice xmlns:v="urn:schemas-microsoft-com:vml" Requires="v">
                <p:oleObj name="Equation" r:id="rId2" imgW="1688367" imgH="215806" progId="Equation.3">
                  <p:embed/>
                </p:oleObj>
              </mc:Choice>
              <mc:Fallback>
                <p:oleObj name="Equation" r:id="rId2" imgW="1688367" imgH="215806"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895476"/>
                        <a:ext cx="2881312"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185266468"/>
              </p:ext>
            </p:extLst>
          </p:nvPr>
        </p:nvGraphicFramePr>
        <p:xfrm>
          <a:off x="4296894" y="1741860"/>
          <a:ext cx="2271601" cy="638888"/>
        </p:xfrm>
        <a:graphic>
          <a:graphicData uri="http://schemas.openxmlformats.org/presentationml/2006/ole">
            <mc:AlternateContent xmlns:mc="http://schemas.openxmlformats.org/markup-compatibility/2006">
              <mc:Choice xmlns:v="urn:schemas-microsoft-com:vml" Requires="v">
                <p:oleObj name="Equation" r:id="rId4" imgW="1727200" imgH="647700" progId="Equation.3">
                  <p:embed/>
                </p:oleObj>
              </mc:Choice>
              <mc:Fallback>
                <p:oleObj name="Equation" r:id="rId4" imgW="1727200" imgH="647700" progId="Equation.3">
                  <p:embed/>
                  <p:pic>
                    <p:nvPicPr>
                      <p:cNvPr id="18534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894" y="1741860"/>
                        <a:ext cx="2271601" cy="638888"/>
                      </a:xfrm>
                      <a:prstGeom prst="rect">
                        <a:avLst/>
                      </a:prstGeom>
                      <a:noFill/>
                      <a:ln>
                        <a:noFill/>
                      </a:ln>
                      <a:effectLst/>
                    </p:spPr>
                  </p:pic>
                </p:oleObj>
              </mc:Fallback>
            </mc:AlternateContent>
          </a:graphicData>
        </a:graphic>
      </p:graphicFrame>
      <p:graphicFrame>
        <p:nvGraphicFramePr>
          <p:cNvPr id="8" name="Object 7"/>
          <p:cNvGraphicFramePr>
            <a:graphicFrameLocks noChangeAspect="1"/>
          </p:cNvGraphicFramePr>
          <p:nvPr/>
        </p:nvGraphicFramePr>
        <p:xfrm>
          <a:off x="1524001" y="3200400"/>
          <a:ext cx="4114802" cy="663368"/>
        </p:xfrm>
        <a:graphic>
          <a:graphicData uri="http://schemas.openxmlformats.org/presentationml/2006/ole">
            <mc:AlternateContent xmlns:mc="http://schemas.openxmlformats.org/markup-compatibility/2006">
              <mc:Choice xmlns:v="urn:schemas-microsoft-com:vml" Requires="v">
                <p:oleObj name="Equation" r:id="rId6" imgW="2717800" imgH="584200" progId="Equation.3">
                  <p:embed/>
                </p:oleObj>
              </mc:Choice>
              <mc:Fallback>
                <p:oleObj name="Equation" r:id="rId6" imgW="2717800" imgH="584200" progId="Equation.3">
                  <p:embed/>
                  <p:pic>
                    <p:nvPicPr>
                      <p:cNvPr id="9"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1" y="3200400"/>
                        <a:ext cx="4114802" cy="663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1541012059"/>
              </p:ext>
            </p:extLst>
          </p:nvPr>
        </p:nvGraphicFramePr>
        <p:xfrm>
          <a:off x="1524000" y="2293065"/>
          <a:ext cx="2590725" cy="678735"/>
        </p:xfrm>
        <a:graphic>
          <a:graphicData uri="http://schemas.openxmlformats.org/presentationml/2006/ole">
            <mc:AlternateContent xmlns:mc="http://schemas.openxmlformats.org/markup-compatibility/2006">
              <mc:Choice xmlns:v="urn:schemas-microsoft-com:vml" Requires="v">
                <p:oleObj name="Equation" r:id="rId8" imgW="1854200" imgH="647700" progId="Equation.3">
                  <p:embed/>
                </p:oleObj>
              </mc:Choice>
              <mc:Fallback>
                <p:oleObj name="Equation" r:id="rId8" imgW="1854200" imgH="647700" progId="Equation.3">
                  <p:embed/>
                  <p:pic>
                    <p:nvPicPr>
                      <p:cNvPr id="18535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2293065"/>
                        <a:ext cx="2590725" cy="678735"/>
                      </a:xfrm>
                      <a:prstGeom prst="rect">
                        <a:avLst/>
                      </a:prstGeom>
                      <a:noFill/>
                      <a:ln>
                        <a:noFill/>
                      </a:ln>
                      <a:effec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1943676577"/>
              </p:ext>
            </p:extLst>
          </p:nvPr>
        </p:nvGraphicFramePr>
        <p:xfrm>
          <a:off x="1544055" y="4194334"/>
          <a:ext cx="2617788" cy="252413"/>
        </p:xfrm>
        <a:graphic>
          <a:graphicData uri="http://schemas.openxmlformats.org/presentationml/2006/ole">
            <mc:AlternateContent xmlns:mc="http://schemas.openxmlformats.org/markup-compatibility/2006">
              <mc:Choice xmlns:v="urn:schemas-microsoft-com:vml" Requires="v">
                <p:oleObj name="Equation" r:id="rId10" imgW="1675673" imgH="215806" progId="Equation.3">
                  <p:embed/>
                </p:oleObj>
              </mc:Choice>
              <mc:Fallback>
                <p:oleObj name="Equation" r:id="rId10" imgW="1675673" imgH="215806" progId="Equation.3">
                  <p:embed/>
                  <p:pic>
                    <p:nvPicPr>
                      <p:cNvPr id="18535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4055" y="4194334"/>
                        <a:ext cx="26177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2044674194"/>
              </p:ext>
            </p:extLst>
          </p:nvPr>
        </p:nvGraphicFramePr>
        <p:xfrm>
          <a:off x="4296895" y="3992882"/>
          <a:ext cx="2438636" cy="638889"/>
        </p:xfrm>
        <a:graphic>
          <a:graphicData uri="http://schemas.openxmlformats.org/presentationml/2006/ole">
            <mc:AlternateContent xmlns:mc="http://schemas.openxmlformats.org/markup-compatibility/2006">
              <mc:Choice xmlns:v="urn:schemas-microsoft-com:vml" Requires="v">
                <p:oleObj name="Equation" r:id="rId12" imgW="1854200" imgH="647700" progId="Equation.3">
                  <p:embed/>
                </p:oleObj>
              </mc:Choice>
              <mc:Fallback>
                <p:oleObj name="Equation" r:id="rId12" imgW="1854200" imgH="647700" progId="Equation.3">
                  <p:embed/>
                  <p:pic>
                    <p:nvPicPr>
                      <p:cNvPr id="185352"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6895" y="3992882"/>
                        <a:ext cx="2438636" cy="638889"/>
                      </a:xfrm>
                      <a:prstGeom prst="rect">
                        <a:avLst/>
                      </a:prstGeom>
                      <a:noFill/>
                      <a:ln>
                        <a:noFill/>
                      </a:ln>
                      <a:effec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1679564844"/>
              </p:ext>
            </p:extLst>
          </p:nvPr>
        </p:nvGraphicFramePr>
        <p:xfrm>
          <a:off x="2449513" y="5040313"/>
          <a:ext cx="4465637" cy="482600"/>
        </p:xfrm>
        <a:graphic>
          <a:graphicData uri="http://schemas.openxmlformats.org/presentationml/2006/ole">
            <mc:AlternateContent xmlns:mc="http://schemas.openxmlformats.org/markup-compatibility/2006">
              <mc:Choice xmlns:v="urn:schemas-microsoft-com:vml" Requires="v">
                <p:oleObj name="Equation" r:id="rId14" imgW="2819160" imgH="406080" progId="Equation.3">
                  <p:embed/>
                </p:oleObj>
              </mc:Choice>
              <mc:Fallback>
                <p:oleObj name="Equation" r:id="rId14" imgW="2819160" imgH="406080" progId="Equation.3">
                  <p:embed/>
                  <p:pic>
                    <p:nvPicPr>
                      <p:cNvPr id="185353" name="Object 9"/>
                      <p:cNvPicPr>
                        <a:picLocks noChangeAspect="1" noChangeArrowheads="1"/>
                      </p:cNvPicPr>
                      <p:nvPr/>
                    </p:nvPicPr>
                    <p:blipFill>
                      <a:blip r:embed="rId15"/>
                      <a:srcRect/>
                      <a:stretch>
                        <a:fillRect/>
                      </a:stretch>
                    </p:blipFill>
                    <p:spPr bwMode="auto">
                      <a:xfrm>
                        <a:off x="2449513" y="5040313"/>
                        <a:ext cx="4465637" cy="482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38367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Helvetica Neue"/>
                <a:cs typeface="Helvetica" panose="020B0604020202020204" pitchFamily="34" charset="0"/>
              </a:rPr>
              <a:t>     </a:t>
            </a:r>
            <a:r>
              <a:rPr lang="en-US" sz="2400" dirty="0">
                <a:cs typeface="Helvetica" panose="020B0604020202020204" pitchFamily="34" charset="0"/>
              </a:rPr>
              <a:t>Poisson Distribution: Applications</a:t>
            </a:r>
            <a:endParaRPr lang="en-IN" sz="2400" dirty="0"/>
          </a:p>
        </p:txBody>
      </p:sp>
      <p:sp>
        <p:nvSpPr>
          <p:cNvPr id="5" name="Rectangle 4">
            <a:extLst>
              <a:ext uri="{FF2B5EF4-FFF2-40B4-BE49-F238E27FC236}">
                <a16:creationId xmlns:a16="http://schemas.microsoft.com/office/drawing/2014/main" id="{743E7F04-CD05-4ED1-9714-969785D026C6}"/>
              </a:ext>
            </a:extLst>
          </p:cNvPr>
          <p:cNvSpPr/>
          <p:nvPr/>
        </p:nvSpPr>
        <p:spPr>
          <a:xfrm>
            <a:off x="990600" y="1171743"/>
            <a:ext cx="10363200" cy="4467057"/>
          </a:xfrm>
          <a:prstGeom prst="rect">
            <a:avLst/>
          </a:prstGeom>
        </p:spPr>
        <p:txBody>
          <a:bodyPr wrap="square">
            <a:spAutoFit/>
          </a:bodyPr>
          <a:lstStyle/>
          <a:p>
            <a:pPr marL="342900" indent="-342900">
              <a:lnSpc>
                <a:spcPct val="150000"/>
              </a:lnSpc>
              <a:buFont typeface="Wingdings" panose="05000000000000000000" pitchFamily="2" charset="2"/>
              <a:buChar char="ü"/>
            </a:pPr>
            <a:r>
              <a:rPr lang="en-IN" sz="2400" dirty="0"/>
              <a:t>Arrivals at queuing systems:</a:t>
            </a:r>
          </a:p>
          <a:p>
            <a:pPr marL="342900" indent="-342900">
              <a:lnSpc>
                <a:spcPct val="150000"/>
              </a:lnSpc>
              <a:buFont typeface="Wingdings" panose="05000000000000000000" pitchFamily="2" charset="2"/>
              <a:buChar char="ü"/>
            </a:pPr>
            <a:r>
              <a:rPr lang="en-IN" sz="2400" dirty="0"/>
              <a:t>Airports : people, airplanes, automobiles, baggage </a:t>
            </a:r>
          </a:p>
          <a:p>
            <a:pPr marL="342900" indent="-342900">
              <a:lnSpc>
                <a:spcPct val="150000"/>
              </a:lnSpc>
              <a:buFont typeface="Wingdings" panose="05000000000000000000" pitchFamily="2" charset="2"/>
              <a:buChar char="ü"/>
            </a:pPr>
            <a:r>
              <a:rPr lang="en-IN" sz="2400" dirty="0"/>
              <a:t>Banks: people, loan applications </a:t>
            </a:r>
          </a:p>
          <a:p>
            <a:pPr marL="342900" indent="-342900">
              <a:lnSpc>
                <a:spcPct val="150000"/>
              </a:lnSpc>
              <a:buFont typeface="Wingdings" panose="05000000000000000000" pitchFamily="2" charset="2"/>
              <a:buChar char="ü"/>
            </a:pPr>
            <a:r>
              <a:rPr lang="en-IN" sz="2400" dirty="0"/>
              <a:t>computer file servers : read and write operations</a:t>
            </a:r>
          </a:p>
          <a:p>
            <a:pPr marL="342900" indent="-342900">
              <a:lnSpc>
                <a:spcPct val="150000"/>
              </a:lnSpc>
              <a:buFont typeface="Wingdings" panose="05000000000000000000" pitchFamily="2" charset="2"/>
              <a:buChar char="ü"/>
            </a:pPr>
            <a:r>
              <a:rPr lang="en-IN" sz="2400" dirty="0"/>
              <a:t>Defects in manufactured goods: </a:t>
            </a:r>
          </a:p>
          <a:p>
            <a:pPr marL="342900" indent="-342900">
              <a:lnSpc>
                <a:spcPct val="150000"/>
              </a:lnSpc>
              <a:buFont typeface="Wingdings" panose="05000000000000000000" pitchFamily="2" charset="2"/>
              <a:buChar char="ü"/>
            </a:pPr>
            <a:r>
              <a:rPr lang="en-IN" sz="2400" dirty="0"/>
              <a:t>number of defects per 1,000 feet of extruded copper wire</a:t>
            </a:r>
          </a:p>
          <a:p>
            <a:pPr marL="342900" indent="-342900">
              <a:lnSpc>
                <a:spcPct val="150000"/>
              </a:lnSpc>
              <a:buFont typeface="Wingdings" panose="05000000000000000000" pitchFamily="2" charset="2"/>
              <a:buChar char="ü"/>
            </a:pPr>
            <a:r>
              <a:rPr lang="en-IN" sz="2400" dirty="0"/>
              <a:t>number of blemishes per square foot of painted surface</a:t>
            </a:r>
          </a:p>
          <a:p>
            <a:pPr marL="342900" indent="-342900">
              <a:lnSpc>
                <a:spcPct val="150000"/>
              </a:lnSpc>
              <a:buFont typeface="Wingdings" panose="05000000000000000000" pitchFamily="2" charset="2"/>
              <a:buChar char="ü"/>
            </a:pPr>
            <a:r>
              <a:rPr lang="en-IN" sz="2400" dirty="0"/>
              <a:t>number of errors per typed page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459EA1D-8766-C871-2E73-629C43F9E00C}"/>
                  </a:ext>
                </a:extLst>
              </p14:cNvPr>
              <p14:cNvContentPartPr/>
              <p14:nvPr/>
            </p14:nvContentPartPr>
            <p14:xfrm>
              <a:off x="1432915" y="1688950"/>
              <a:ext cx="3664440" cy="115920"/>
            </p14:xfrm>
          </p:contentPart>
        </mc:Choice>
        <mc:Fallback>
          <p:pic>
            <p:nvPicPr>
              <p:cNvPr id="3" name="Ink 2">
                <a:extLst>
                  <a:ext uri="{FF2B5EF4-FFF2-40B4-BE49-F238E27FC236}">
                    <a16:creationId xmlns:a16="http://schemas.microsoft.com/office/drawing/2014/main" id="{C459EA1D-8766-C871-2E73-629C43F9E00C}"/>
                  </a:ext>
                </a:extLst>
              </p:cNvPr>
              <p:cNvPicPr/>
              <p:nvPr/>
            </p:nvPicPr>
            <p:blipFill>
              <a:blip r:embed="rId3"/>
              <a:stretch>
                <a:fillRect/>
              </a:stretch>
            </p:blipFill>
            <p:spPr>
              <a:xfrm>
                <a:off x="1426795" y="1682830"/>
                <a:ext cx="36766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A9CEC89-B0A3-5F65-29E9-C72D664F1869}"/>
                  </a:ext>
                </a:extLst>
              </p14:cNvPr>
              <p14:cNvContentPartPr/>
              <p14:nvPr/>
            </p14:nvContentPartPr>
            <p14:xfrm>
              <a:off x="2621635" y="2194030"/>
              <a:ext cx="5175360" cy="178200"/>
            </p14:xfrm>
          </p:contentPart>
        </mc:Choice>
        <mc:Fallback>
          <p:pic>
            <p:nvPicPr>
              <p:cNvPr id="4" name="Ink 3">
                <a:extLst>
                  <a:ext uri="{FF2B5EF4-FFF2-40B4-BE49-F238E27FC236}">
                    <a16:creationId xmlns:a16="http://schemas.microsoft.com/office/drawing/2014/main" id="{8A9CEC89-B0A3-5F65-29E9-C72D664F1869}"/>
                  </a:ext>
                </a:extLst>
              </p:cNvPr>
              <p:cNvPicPr/>
              <p:nvPr/>
            </p:nvPicPr>
            <p:blipFill>
              <a:blip r:embed="rId5"/>
              <a:stretch>
                <a:fillRect/>
              </a:stretch>
            </p:blipFill>
            <p:spPr>
              <a:xfrm>
                <a:off x="2615515" y="2187910"/>
                <a:ext cx="5187600" cy="190440"/>
              </a:xfrm>
              <a:prstGeom prst="rect">
                <a:avLst/>
              </a:prstGeom>
            </p:spPr>
          </p:pic>
        </mc:Fallback>
      </mc:AlternateContent>
    </p:spTree>
    <p:extLst>
      <p:ext uri="{BB962C8B-B14F-4D97-AF65-F5344CB8AC3E}">
        <p14:creationId xmlns:p14="http://schemas.microsoft.com/office/powerpoint/2010/main" val="909346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RECALL:  Continuous Random Variables</a:t>
            </a:r>
            <a:endParaRPr lang="en-IN" dirty="0"/>
          </a:p>
        </p:txBody>
      </p:sp>
      <p:pic>
        <p:nvPicPr>
          <p:cNvPr id="5" name="Picture 4"/>
          <p:cNvPicPr>
            <a:picLocks noChangeAspect="1"/>
          </p:cNvPicPr>
          <p:nvPr/>
        </p:nvPicPr>
        <p:blipFill>
          <a:blip r:embed="rId2"/>
          <a:stretch>
            <a:fillRect/>
          </a:stretch>
        </p:blipFill>
        <p:spPr>
          <a:xfrm>
            <a:off x="634999" y="1295400"/>
            <a:ext cx="5486401" cy="4724400"/>
          </a:xfrm>
          <a:prstGeom prst="rect">
            <a:avLst/>
          </a:prstGeom>
        </p:spPr>
      </p:pic>
      <p:sp>
        <p:nvSpPr>
          <p:cNvPr id="6" name="Rectangle 5"/>
          <p:cNvSpPr/>
          <p:nvPr/>
        </p:nvSpPr>
        <p:spPr>
          <a:xfrm>
            <a:off x="6781800" y="1295400"/>
            <a:ext cx="4876800" cy="2377574"/>
          </a:xfrm>
          <a:prstGeom prst="rect">
            <a:avLst/>
          </a:prstGeom>
        </p:spPr>
        <p:txBody>
          <a:bodyPr wrap="square">
            <a:spAutoFit/>
          </a:bodyPr>
          <a:lstStyle/>
          <a:p>
            <a:pPr>
              <a:lnSpc>
                <a:spcPct val="150000"/>
              </a:lnSpc>
            </a:pPr>
            <a:r>
              <a:rPr lang="en-IN" sz="1650" dirty="0">
                <a:solidFill>
                  <a:srgbClr val="231F20"/>
                </a:solidFill>
                <a:latin typeface="Tahoma" panose="020B0604030504040204" pitchFamily="34" charset="0"/>
                <a:ea typeface="Tahoma" panose="020B0604030504040204" pitchFamily="34" charset="0"/>
                <a:cs typeface="Tahoma" panose="020B0604030504040204" pitchFamily="34" charset="0"/>
              </a:rPr>
              <a:t>Example:</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Height of students in a class</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 Amount of ice tea in a glass</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 Change in temperature throughout a day</a:t>
            </a:r>
          </a:p>
          <a:p>
            <a:pPr marL="257175" indent="-257175">
              <a:lnSpc>
                <a:spcPct val="150000"/>
              </a:lnSpc>
              <a:buFont typeface="Wingdings" panose="05000000000000000000" pitchFamily="2" charset="2"/>
              <a:buChar char="§"/>
            </a:pPr>
            <a:r>
              <a:rPr lang="en-US" sz="1650" dirty="0">
                <a:solidFill>
                  <a:srgbClr val="231F20"/>
                </a:solidFill>
                <a:latin typeface="Tahoma" panose="020B0604030504040204" pitchFamily="34" charset="0"/>
                <a:ea typeface="Tahoma" panose="020B0604030504040204" pitchFamily="34" charset="0"/>
                <a:cs typeface="Tahoma" panose="020B0604030504040204" pitchFamily="34" charset="0"/>
              </a:rPr>
              <a:t>Price of a car in next year</a:t>
            </a:r>
            <a:endParaRPr lang="en-IN" sz="165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IN" sz="1650" dirty="0"/>
              <a:t> </a:t>
            </a:r>
            <a:endParaRPr lang="en-IN" sz="1650" dirty="0">
              <a:solidFill>
                <a:srgbClr val="231F2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E6A29DB-9C42-1CF0-A964-CB38EC12D47E}"/>
                  </a:ext>
                </a:extLst>
              </p14:cNvPr>
              <p14:cNvContentPartPr/>
              <p14:nvPr/>
            </p14:nvContentPartPr>
            <p14:xfrm>
              <a:off x="3525955" y="1605070"/>
              <a:ext cx="1776240" cy="57600"/>
            </p14:xfrm>
          </p:contentPart>
        </mc:Choice>
        <mc:Fallback>
          <p:pic>
            <p:nvPicPr>
              <p:cNvPr id="3" name="Ink 2">
                <a:extLst>
                  <a:ext uri="{FF2B5EF4-FFF2-40B4-BE49-F238E27FC236}">
                    <a16:creationId xmlns:a16="http://schemas.microsoft.com/office/drawing/2014/main" id="{0E6A29DB-9C42-1CF0-A964-CB38EC12D47E}"/>
                  </a:ext>
                </a:extLst>
              </p:cNvPr>
              <p:cNvPicPr/>
              <p:nvPr/>
            </p:nvPicPr>
            <p:blipFill>
              <a:blip r:embed="rId4"/>
              <a:stretch>
                <a:fillRect/>
              </a:stretch>
            </p:blipFill>
            <p:spPr>
              <a:xfrm>
                <a:off x="3519835" y="1598950"/>
                <a:ext cx="178848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55A93E86-2BD8-9553-9643-2B8327ECC44C}"/>
                  </a:ext>
                </a:extLst>
              </p14:cNvPr>
              <p14:cNvContentPartPr/>
              <p14:nvPr/>
            </p14:nvContentPartPr>
            <p14:xfrm>
              <a:off x="685195" y="1821430"/>
              <a:ext cx="4929840" cy="87840"/>
            </p14:xfrm>
          </p:contentPart>
        </mc:Choice>
        <mc:Fallback>
          <p:pic>
            <p:nvPicPr>
              <p:cNvPr id="4" name="Ink 3">
                <a:extLst>
                  <a:ext uri="{FF2B5EF4-FFF2-40B4-BE49-F238E27FC236}">
                    <a16:creationId xmlns:a16="http://schemas.microsoft.com/office/drawing/2014/main" id="{55A93E86-2BD8-9553-9643-2B8327ECC44C}"/>
                  </a:ext>
                </a:extLst>
              </p:cNvPr>
              <p:cNvPicPr/>
              <p:nvPr/>
            </p:nvPicPr>
            <p:blipFill>
              <a:blip r:embed="rId6"/>
              <a:stretch>
                <a:fillRect/>
              </a:stretch>
            </p:blipFill>
            <p:spPr>
              <a:xfrm>
                <a:off x="679075" y="1815310"/>
                <a:ext cx="49420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39EB1FCB-D5F0-194F-2BFB-C75A3727B19A}"/>
                  </a:ext>
                </a:extLst>
              </p14:cNvPr>
              <p14:cNvContentPartPr/>
              <p14:nvPr/>
            </p14:nvContentPartPr>
            <p14:xfrm>
              <a:off x="639475" y="2168110"/>
              <a:ext cx="1564560" cy="100800"/>
            </p14:xfrm>
          </p:contentPart>
        </mc:Choice>
        <mc:Fallback>
          <p:pic>
            <p:nvPicPr>
              <p:cNvPr id="7" name="Ink 6">
                <a:extLst>
                  <a:ext uri="{FF2B5EF4-FFF2-40B4-BE49-F238E27FC236}">
                    <a16:creationId xmlns:a16="http://schemas.microsoft.com/office/drawing/2014/main" id="{39EB1FCB-D5F0-194F-2BFB-C75A3727B19A}"/>
                  </a:ext>
                </a:extLst>
              </p:cNvPr>
              <p:cNvPicPr/>
              <p:nvPr/>
            </p:nvPicPr>
            <p:blipFill>
              <a:blip r:embed="rId8"/>
              <a:stretch>
                <a:fillRect/>
              </a:stretch>
            </p:blipFill>
            <p:spPr>
              <a:xfrm>
                <a:off x="633355" y="2161990"/>
                <a:ext cx="15768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6DACDF15-A76E-9100-F717-BD0592E6343B}"/>
                  </a:ext>
                </a:extLst>
              </p14:cNvPr>
              <p14:cNvContentPartPr/>
              <p14:nvPr/>
            </p14:nvContentPartPr>
            <p14:xfrm>
              <a:off x="1703635" y="2800630"/>
              <a:ext cx="3682080" cy="96480"/>
            </p14:xfrm>
          </p:contentPart>
        </mc:Choice>
        <mc:Fallback>
          <p:pic>
            <p:nvPicPr>
              <p:cNvPr id="8" name="Ink 7">
                <a:extLst>
                  <a:ext uri="{FF2B5EF4-FFF2-40B4-BE49-F238E27FC236}">
                    <a16:creationId xmlns:a16="http://schemas.microsoft.com/office/drawing/2014/main" id="{6DACDF15-A76E-9100-F717-BD0592E6343B}"/>
                  </a:ext>
                </a:extLst>
              </p:cNvPr>
              <p:cNvPicPr/>
              <p:nvPr/>
            </p:nvPicPr>
            <p:blipFill>
              <a:blip r:embed="rId10"/>
              <a:stretch>
                <a:fillRect/>
              </a:stretch>
            </p:blipFill>
            <p:spPr>
              <a:xfrm>
                <a:off x="1697515" y="2794510"/>
                <a:ext cx="36943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216748E9-BC61-B2D2-AF25-70F717DAE8B6}"/>
                  </a:ext>
                </a:extLst>
              </p14:cNvPr>
              <p14:cNvContentPartPr/>
              <p14:nvPr/>
            </p14:nvContentPartPr>
            <p14:xfrm>
              <a:off x="820555" y="3093310"/>
              <a:ext cx="4229280" cy="720"/>
            </p14:xfrm>
          </p:contentPart>
        </mc:Choice>
        <mc:Fallback>
          <p:pic>
            <p:nvPicPr>
              <p:cNvPr id="10" name="Ink 9">
                <a:extLst>
                  <a:ext uri="{FF2B5EF4-FFF2-40B4-BE49-F238E27FC236}">
                    <a16:creationId xmlns:a16="http://schemas.microsoft.com/office/drawing/2014/main" id="{216748E9-BC61-B2D2-AF25-70F717DAE8B6}"/>
                  </a:ext>
                </a:extLst>
              </p:cNvPr>
              <p:cNvPicPr/>
              <p:nvPr/>
            </p:nvPicPr>
            <p:blipFill>
              <a:blip r:embed="rId12"/>
              <a:stretch>
                <a:fillRect/>
              </a:stretch>
            </p:blipFill>
            <p:spPr>
              <a:xfrm>
                <a:off x="814435" y="3081070"/>
                <a:ext cx="42415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60121232-907A-C244-434E-F5B33E10CF11}"/>
                  </a:ext>
                </a:extLst>
              </p14:cNvPr>
              <p14:cNvContentPartPr/>
              <p14:nvPr/>
            </p14:nvContentPartPr>
            <p14:xfrm>
              <a:off x="2971555" y="3349270"/>
              <a:ext cx="1898280" cy="92160"/>
            </p14:xfrm>
          </p:contentPart>
        </mc:Choice>
        <mc:Fallback>
          <p:pic>
            <p:nvPicPr>
              <p:cNvPr id="11" name="Ink 10">
                <a:extLst>
                  <a:ext uri="{FF2B5EF4-FFF2-40B4-BE49-F238E27FC236}">
                    <a16:creationId xmlns:a16="http://schemas.microsoft.com/office/drawing/2014/main" id="{60121232-907A-C244-434E-F5B33E10CF11}"/>
                  </a:ext>
                </a:extLst>
              </p:cNvPr>
              <p:cNvPicPr/>
              <p:nvPr/>
            </p:nvPicPr>
            <p:blipFill>
              <a:blip r:embed="rId14"/>
              <a:stretch>
                <a:fillRect/>
              </a:stretch>
            </p:blipFill>
            <p:spPr>
              <a:xfrm>
                <a:off x="2965435" y="3343150"/>
                <a:ext cx="191052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A9CC7FAB-E3C6-7AD8-2D7E-3FEEF26B30CE}"/>
                  </a:ext>
                </a:extLst>
              </p14:cNvPr>
              <p14:cNvContentPartPr/>
              <p14:nvPr/>
            </p14:nvContentPartPr>
            <p14:xfrm>
              <a:off x="812275" y="3609190"/>
              <a:ext cx="4853520" cy="236520"/>
            </p14:xfrm>
          </p:contentPart>
        </mc:Choice>
        <mc:Fallback>
          <p:pic>
            <p:nvPicPr>
              <p:cNvPr id="12" name="Ink 11">
                <a:extLst>
                  <a:ext uri="{FF2B5EF4-FFF2-40B4-BE49-F238E27FC236}">
                    <a16:creationId xmlns:a16="http://schemas.microsoft.com/office/drawing/2014/main" id="{A9CC7FAB-E3C6-7AD8-2D7E-3FEEF26B30CE}"/>
                  </a:ext>
                </a:extLst>
              </p:cNvPr>
              <p:cNvPicPr/>
              <p:nvPr/>
            </p:nvPicPr>
            <p:blipFill>
              <a:blip r:embed="rId16"/>
              <a:stretch>
                <a:fillRect/>
              </a:stretch>
            </p:blipFill>
            <p:spPr>
              <a:xfrm>
                <a:off x="806155" y="3603070"/>
                <a:ext cx="4865760" cy="248760"/>
              </a:xfrm>
              <a:prstGeom prst="rect">
                <a:avLst/>
              </a:prstGeom>
            </p:spPr>
          </p:pic>
        </mc:Fallback>
      </mc:AlternateContent>
      <p:grpSp>
        <p:nvGrpSpPr>
          <p:cNvPr id="48" name="Group 47">
            <a:extLst>
              <a:ext uri="{FF2B5EF4-FFF2-40B4-BE49-F238E27FC236}">
                <a16:creationId xmlns:a16="http://schemas.microsoft.com/office/drawing/2014/main" id="{874D6B1D-98F8-D4B0-DD2F-121712EAEB4C}"/>
              </a:ext>
            </a:extLst>
          </p:cNvPr>
          <p:cNvGrpSpPr/>
          <p:nvPr/>
        </p:nvGrpSpPr>
        <p:grpSpPr>
          <a:xfrm>
            <a:off x="6147835" y="5919670"/>
            <a:ext cx="287280" cy="386640"/>
            <a:chOff x="6147835" y="5919670"/>
            <a:chExt cx="287280" cy="386640"/>
          </a:xfrm>
        </p:grpSpPr>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734D8B50-FEBF-AB32-0D93-1700C690E4F0}"/>
                    </a:ext>
                  </a:extLst>
                </p14:cNvPr>
                <p14:cNvContentPartPr/>
                <p14:nvPr/>
              </p14:nvContentPartPr>
              <p14:xfrm>
                <a:off x="6147835" y="5919670"/>
                <a:ext cx="61920" cy="232200"/>
              </p14:xfrm>
            </p:contentPart>
          </mc:Choice>
          <mc:Fallback>
            <p:pic>
              <p:nvPicPr>
                <p:cNvPr id="14" name="Ink 13">
                  <a:extLst>
                    <a:ext uri="{FF2B5EF4-FFF2-40B4-BE49-F238E27FC236}">
                      <a16:creationId xmlns:a16="http://schemas.microsoft.com/office/drawing/2014/main" id="{734D8B50-FEBF-AB32-0D93-1700C690E4F0}"/>
                    </a:ext>
                  </a:extLst>
                </p:cNvPr>
                <p:cNvPicPr/>
                <p:nvPr/>
              </p:nvPicPr>
              <p:blipFill>
                <a:blip r:embed="rId18"/>
                <a:stretch>
                  <a:fillRect/>
                </a:stretch>
              </p:blipFill>
              <p:spPr>
                <a:xfrm>
                  <a:off x="6141715" y="5913550"/>
                  <a:ext cx="7416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E2926C65-589E-2CF0-9272-1CF3484DFF91}"/>
                    </a:ext>
                  </a:extLst>
                </p14:cNvPr>
                <p14:cNvContentPartPr/>
                <p14:nvPr/>
              </p14:nvContentPartPr>
              <p14:xfrm>
                <a:off x="6216595" y="5930830"/>
                <a:ext cx="117720" cy="99720"/>
              </p14:xfrm>
            </p:contentPart>
          </mc:Choice>
          <mc:Fallback>
            <p:pic>
              <p:nvPicPr>
                <p:cNvPr id="15" name="Ink 14">
                  <a:extLst>
                    <a:ext uri="{FF2B5EF4-FFF2-40B4-BE49-F238E27FC236}">
                      <a16:creationId xmlns:a16="http://schemas.microsoft.com/office/drawing/2014/main" id="{E2926C65-589E-2CF0-9272-1CF3484DFF91}"/>
                    </a:ext>
                  </a:extLst>
                </p:cNvPr>
                <p:cNvPicPr/>
                <p:nvPr/>
              </p:nvPicPr>
              <p:blipFill>
                <a:blip r:embed="rId20"/>
                <a:stretch>
                  <a:fillRect/>
                </a:stretch>
              </p:blipFill>
              <p:spPr>
                <a:xfrm>
                  <a:off x="6210475" y="5924710"/>
                  <a:ext cx="1299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13E837A8-93F3-A053-C78F-859C0AA817D1}"/>
                    </a:ext>
                  </a:extLst>
                </p14:cNvPr>
                <p14:cNvContentPartPr/>
                <p14:nvPr/>
              </p14:nvContentPartPr>
              <p14:xfrm>
                <a:off x="6407395" y="6151510"/>
                <a:ext cx="27720" cy="154800"/>
              </p14:xfrm>
            </p:contentPart>
          </mc:Choice>
          <mc:Fallback>
            <p:pic>
              <p:nvPicPr>
                <p:cNvPr id="16" name="Ink 15">
                  <a:extLst>
                    <a:ext uri="{FF2B5EF4-FFF2-40B4-BE49-F238E27FC236}">
                      <a16:creationId xmlns:a16="http://schemas.microsoft.com/office/drawing/2014/main" id="{13E837A8-93F3-A053-C78F-859C0AA817D1}"/>
                    </a:ext>
                  </a:extLst>
                </p:cNvPr>
                <p:cNvPicPr/>
                <p:nvPr/>
              </p:nvPicPr>
              <p:blipFill>
                <a:blip r:embed="rId22"/>
                <a:stretch>
                  <a:fillRect/>
                </a:stretch>
              </p:blipFill>
              <p:spPr>
                <a:xfrm>
                  <a:off x="6401275" y="6145390"/>
                  <a:ext cx="39960" cy="167040"/>
                </a:xfrm>
                <a:prstGeom prst="rect">
                  <a:avLst/>
                </a:prstGeom>
              </p:spPr>
            </p:pic>
          </mc:Fallback>
        </mc:AlternateContent>
      </p:grpSp>
      <p:grpSp>
        <p:nvGrpSpPr>
          <p:cNvPr id="47" name="Group 46">
            <a:extLst>
              <a:ext uri="{FF2B5EF4-FFF2-40B4-BE49-F238E27FC236}">
                <a16:creationId xmlns:a16="http://schemas.microsoft.com/office/drawing/2014/main" id="{E5259067-2503-297A-8CA4-59D4A348AD6B}"/>
              </a:ext>
            </a:extLst>
          </p:cNvPr>
          <p:cNvGrpSpPr/>
          <p:nvPr/>
        </p:nvGrpSpPr>
        <p:grpSpPr>
          <a:xfrm>
            <a:off x="6142435" y="4115350"/>
            <a:ext cx="1753920" cy="1613880"/>
            <a:chOff x="6142435" y="4115350"/>
            <a:chExt cx="1753920" cy="1613880"/>
          </a:xfrm>
        </p:grpSpPr>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89E140C4-B9C4-524B-549D-81A28A4BC9F3}"/>
                    </a:ext>
                  </a:extLst>
                </p14:cNvPr>
                <p14:cNvContentPartPr/>
                <p14:nvPr/>
              </p14:nvContentPartPr>
              <p14:xfrm>
                <a:off x="6142435" y="4385350"/>
                <a:ext cx="287280" cy="1343880"/>
              </p14:xfrm>
            </p:contentPart>
          </mc:Choice>
          <mc:Fallback>
            <p:pic>
              <p:nvPicPr>
                <p:cNvPr id="13" name="Ink 12">
                  <a:extLst>
                    <a:ext uri="{FF2B5EF4-FFF2-40B4-BE49-F238E27FC236}">
                      <a16:creationId xmlns:a16="http://schemas.microsoft.com/office/drawing/2014/main" id="{89E140C4-B9C4-524B-549D-81A28A4BC9F3}"/>
                    </a:ext>
                  </a:extLst>
                </p:cNvPr>
                <p:cNvPicPr/>
                <p:nvPr/>
              </p:nvPicPr>
              <p:blipFill>
                <a:blip r:embed="rId24"/>
                <a:stretch>
                  <a:fillRect/>
                </a:stretch>
              </p:blipFill>
              <p:spPr>
                <a:xfrm>
                  <a:off x="6136315" y="4379230"/>
                  <a:ext cx="299520" cy="1356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321B0789-A827-50F7-2F3A-05AAF767DB1E}"/>
                    </a:ext>
                  </a:extLst>
                </p14:cNvPr>
                <p14:cNvContentPartPr/>
                <p14:nvPr/>
              </p14:nvContentPartPr>
              <p14:xfrm>
                <a:off x="6182035" y="4115350"/>
                <a:ext cx="63720" cy="216000"/>
              </p14:xfrm>
            </p:contentPart>
          </mc:Choice>
          <mc:Fallback>
            <p:pic>
              <p:nvPicPr>
                <p:cNvPr id="17" name="Ink 16">
                  <a:extLst>
                    <a:ext uri="{FF2B5EF4-FFF2-40B4-BE49-F238E27FC236}">
                      <a16:creationId xmlns:a16="http://schemas.microsoft.com/office/drawing/2014/main" id="{321B0789-A827-50F7-2F3A-05AAF767DB1E}"/>
                    </a:ext>
                  </a:extLst>
                </p:cNvPr>
                <p:cNvPicPr/>
                <p:nvPr/>
              </p:nvPicPr>
              <p:blipFill>
                <a:blip r:embed="rId26"/>
                <a:stretch>
                  <a:fillRect/>
                </a:stretch>
              </p:blipFill>
              <p:spPr>
                <a:xfrm>
                  <a:off x="6175915" y="4109230"/>
                  <a:ext cx="7596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4665D38F-50DD-3058-879D-E9E4072A9AC3}"/>
                    </a:ext>
                  </a:extLst>
                </p14:cNvPr>
                <p14:cNvContentPartPr/>
                <p14:nvPr/>
              </p14:nvContentPartPr>
              <p14:xfrm>
                <a:off x="6255835" y="4148470"/>
                <a:ext cx="114840" cy="116640"/>
              </p14:xfrm>
            </p:contentPart>
          </mc:Choice>
          <mc:Fallback>
            <p:pic>
              <p:nvPicPr>
                <p:cNvPr id="18" name="Ink 17">
                  <a:extLst>
                    <a:ext uri="{FF2B5EF4-FFF2-40B4-BE49-F238E27FC236}">
                      <a16:creationId xmlns:a16="http://schemas.microsoft.com/office/drawing/2014/main" id="{4665D38F-50DD-3058-879D-E9E4072A9AC3}"/>
                    </a:ext>
                  </a:extLst>
                </p:cNvPr>
                <p:cNvPicPr/>
                <p:nvPr/>
              </p:nvPicPr>
              <p:blipFill>
                <a:blip r:embed="rId28"/>
                <a:stretch>
                  <a:fillRect/>
                </a:stretch>
              </p:blipFill>
              <p:spPr>
                <a:xfrm>
                  <a:off x="6249715" y="4142350"/>
                  <a:ext cx="1270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F4019BC6-5A85-830A-2B80-98BBA7B053F1}"/>
                    </a:ext>
                  </a:extLst>
                </p14:cNvPr>
                <p14:cNvContentPartPr/>
                <p14:nvPr/>
              </p14:nvContentPartPr>
              <p14:xfrm>
                <a:off x="6400555" y="4224070"/>
                <a:ext cx="275400" cy="86400"/>
              </p14:xfrm>
            </p:contentPart>
          </mc:Choice>
          <mc:Fallback>
            <p:pic>
              <p:nvPicPr>
                <p:cNvPr id="19" name="Ink 18">
                  <a:extLst>
                    <a:ext uri="{FF2B5EF4-FFF2-40B4-BE49-F238E27FC236}">
                      <a16:creationId xmlns:a16="http://schemas.microsoft.com/office/drawing/2014/main" id="{F4019BC6-5A85-830A-2B80-98BBA7B053F1}"/>
                    </a:ext>
                  </a:extLst>
                </p:cNvPr>
                <p:cNvPicPr/>
                <p:nvPr/>
              </p:nvPicPr>
              <p:blipFill>
                <a:blip r:embed="rId30"/>
                <a:stretch>
                  <a:fillRect/>
                </a:stretch>
              </p:blipFill>
              <p:spPr>
                <a:xfrm>
                  <a:off x="6394435" y="4217950"/>
                  <a:ext cx="28764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6AD6D5D5-B159-45B3-F179-C4485B3B1633}"/>
                    </a:ext>
                  </a:extLst>
                </p14:cNvPr>
                <p14:cNvContentPartPr/>
                <p14:nvPr/>
              </p14:nvContentPartPr>
              <p14:xfrm>
                <a:off x="6673435" y="4971430"/>
                <a:ext cx="54360" cy="438120"/>
              </p14:xfrm>
            </p:contentPart>
          </mc:Choice>
          <mc:Fallback>
            <p:pic>
              <p:nvPicPr>
                <p:cNvPr id="20" name="Ink 19">
                  <a:extLst>
                    <a:ext uri="{FF2B5EF4-FFF2-40B4-BE49-F238E27FC236}">
                      <a16:creationId xmlns:a16="http://schemas.microsoft.com/office/drawing/2014/main" id="{6AD6D5D5-B159-45B3-F179-C4485B3B1633}"/>
                    </a:ext>
                  </a:extLst>
                </p:cNvPr>
                <p:cNvPicPr/>
                <p:nvPr/>
              </p:nvPicPr>
              <p:blipFill>
                <a:blip r:embed="rId32"/>
                <a:stretch>
                  <a:fillRect/>
                </a:stretch>
              </p:blipFill>
              <p:spPr>
                <a:xfrm>
                  <a:off x="6667315" y="4965310"/>
                  <a:ext cx="6660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F95722DA-34D3-5086-2358-9484FBC9A001}"/>
                    </a:ext>
                  </a:extLst>
                </p14:cNvPr>
                <p14:cNvContentPartPr/>
                <p14:nvPr/>
              </p14:nvContentPartPr>
              <p14:xfrm>
                <a:off x="6648595" y="4960270"/>
                <a:ext cx="96840" cy="173880"/>
              </p14:xfrm>
            </p:contentPart>
          </mc:Choice>
          <mc:Fallback>
            <p:pic>
              <p:nvPicPr>
                <p:cNvPr id="21" name="Ink 20">
                  <a:extLst>
                    <a:ext uri="{FF2B5EF4-FFF2-40B4-BE49-F238E27FC236}">
                      <a16:creationId xmlns:a16="http://schemas.microsoft.com/office/drawing/2014/main" id="{F95722DA-34D3-5086-2358-9484FBC9A001}"/>
                    </a:ext>
                  </a:extLst>
                </p:cNvPr>
                <p:cNvPicPr/>
                <p:nvPr/>
              </p:nvPicPr>
              <p:blipFill>
                <a:blip r:embed="rId34"/>
                <a:stretch>
                  <a:fillRect/>
                </a:stretch>
              </p:blipFill>
              <p:spPr>
                <a:xfrm>
                  <a:off x="6642475" y="4954150"/>
                  <a:ext cx="1090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2F2F3261-580A-3102-0B96-0ED4AD123DFC}"/>
                    </a:ext>
                  </a:extLst>
                </p14:cNvPr>
                <p14:cNvContentPartPr/>
                <p14:nvPr/>
              </p14:nvContentPartPr>
              <p14:xfrm>
                <a:off x="6849835" y="4678390"/>
                <a:ext cx="203040" cy="614160"/>
              </p14:xfrm>
            </p:contentPart>
          </mc:Choice>
          <mc:Fallback>
            <p:pic>
              <p:nvPicPr>
                <p:cNvPr id="22" name="Ink 21">
                  <a:extLst>
                    <a:ext uri="{FF2B5EF4-FFF2-40B4-BE49-F238E27FC236}">
                      <a16:creationId xmlns:a16="http://schemas.microsoft.com/office/drawing/2014/main" id="{2F2F3261-580A-3102-0B96-0ED4AD123DFC}"/>
                    </a:ext>
                  </a:extLst>
                </p:cNvPr>
                <p:cNvPicPr/>
                <p:nvPr/>
              </p:nvPicPr>
              <p:blipFill>
                <a:blip r:embed="rId36"/>
                <a:stretch>
                  <a:fillRect/>
                </a:stretch>
              </p:blipFill>
              <p:spPr>
                <a:xfrm>
                  <a:off x="6843715" y="4672270"/>
                  <a:ext cx="215280" cy="6264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FF064064-0C65-B77B-7266-3BCE04C27406}"/>
                    </a:ext>
                  </a:extLst>
                </p14:cNvPr>
                <p14:cNvContentPartPr/>
                <p14:nvPr/>
              </p14:nvContentPartPr>
              <p14:xfrm>
                <a:off x="7028395" y="4825270"/>
                <a:ext cx="151560" cy="286200"/>
              </p14:xfrm>
            </p:contentPart>
          </mc:Choice>
          <mc:Fallback>
            <p:pic>
              <p:nvPicPr>
                <p:cNvPr id="23" name="Ink 22">
                  <a:extLst>
                    <a:ext uri="{FF2B5EF4-FFF2-40B4-BE49-F238E27FC236}">
                      <a16:creationId xmlns:a16="http://schemas.microsoft.com/office/drawing/2014/main" id="{FF064064-0C65-B77B-7266-3BCE04C27406}"/>
                    </a:ext>
                  </a:extLst>
                </p:cNvPr>
                <p:cNvPicPr/>
                <p:nvPr/>
              </p:nvPicPr>
              <p:blipFill>
                <a:blip r:embed="rId38"/>
                <a:stretch>
                  <a:fillRect/>
                </a:stretch>
              </p:blipFill>
              <p:spPr>
                <a:xfrm>
                  <a:off x="7022275" y="4819150"/>
                  <a:ext cx="16380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39228CB4-56D9-2781-1F74-79CB59195F78}"/>
                    </a:ext>
                  </a:extLst>
                </p14:cNvPr>
                <p14:cNvContentPartPr/>
                <p14:nvPr/>
              </p14:nvContentPartPr>
              <p14:xfrm>
                <a:off x="7064755" y="4907350"/>
                <a:ext cx="129600" cy="21240"/>
              </p14:xfrm>
            </p:contentPart>
          </mc:Choice>
          <mc:Fallback>
            <p:pic>
              <p:nvPicPr>
                <p:cNvPr id="24" name="Ink 23">
                  <a:extLst>
                    <a:ext uri="{FF2B5EF4-FFF2-40B4-BE49-F238E27FC236}">
                      <a16:creationId xmlns:a16="http://schemas.microsoft.com/office/drawing/2014/main" id="{39228CB4-56D9-2781-1F74-79CB59195F78}"/>
                    </a:ext>
                  </a:extLst>
                </p:cNvPr>
                <p:cNvPicPr/>
                <p:nvPr/>
              </p:nvPicPr>
              <p:blipFill>
                <a:blip r:embed="rId40"/>
                <a:stretch>
                  <a:fillRect/>
                </a:stretch>
              </p:blipFill>
              <p:spPr>
                <a:xfrm>
                  <a:off x="7058635" y="4901230"/>
                  <a:ext cx="14184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4632A3F5-7CC7-5876-0E68-F0A62C6C6202}"/>
                    </a:ext>
                  </a:extLst>
                </p14:cNvPr>
                <p14:cNvContentPartPr/>
                <p14:nvPr/>
              </p14:nvContentPartPr>
              <p14:xfrm>
                <a:off x="7091755" y="4626910"/>
                <a:ext cx="153000" cy="802440"/>
              </p14:xfrm>
            </p:contentPart>
          </mc:Choice>
          <mc:Fallback>
            <p:pic>
              <p:nvPicPr>
                <p:cNvPr id="25" name="Ink 24">
                  <a:extLst>
                    <a:ext uri="{FF2B5EF4-FFF2-40B4-BE49-F238E27FC236}">
                      <a16:creationId xmlns:a16="http://schemas.microsoft.com/office/drawing/2014/main" id="{4632A3F5-7CC7-5876-0E68-F0A62C6C6202}"/>
                    </a:ext>
                  </a:extLst>
                </p:cNvPr>
                <p:cNvPicPr/>
                <p:nvPr/>
              </p:nvPicPr>
              <p:blipFill>
                <a:blip r:embed="rId42"/>
                <a:stretch>
                  <a:fillRect/>
                </a:stretch>
              </p:blipFill>
              <p:spPr>
                <a:xfrm>
                  <a:off x="7085635" y="4620790"/>
                  <a:ext cx="165240" cy="814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CE9DB245-B444-C329-2C06-9EE4ABECBA01}"/>
                    </a:ext>
                  </a:extLst>
                </p14:cNvPr>
                <p14:cNvContentPartPr/>
                <p14:nvPr/>
              </p14:nvContentPartPr>
              <p14:xfrm>
                <a:off x="7376155" y="4765510"/>
                <a:ext cx="181800" cy="363240"/>
              </p14:xfrm>
            </p:contentPart>
          </mc:Choice>
          <mc:Fallback>
            <p:pic>
              <p:nvPicPr>
                <p:cNvPr id="26" name="Ink 25">
                  <a:extLst>
                    <a:ext uri="{FF2B5EF4-FFF2-40B4-BE49-F238E27FC236}">
                      <a16:creationId xmlns:a16="http://schemas.microsoft.com/office/drawing/2014/main" id="{CE9DB245-B444-C329-2C06-9EE4ABECBA01}"/>
                    </a:ext>
                  </a:extLst>
                </p:cNvPr>
                <p:cNvPicPr/>
                <p:nvPr/>
              </p:nvPicPr>
              <p:blipFill>
                <a:blip r:embed="rId44"/>
                <a:stretch>
                  <a:fillRect/>
                </a:stretch>
              </p:blipFill>
              <p:spPr>
                <a:xfrm>
                  <a:off x="7370035" y="4759390"/>
                  <a:ext cx="19404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AE8353A7-1BE6-AD8F-7940-4475024A77EE}"/>
                    </a:ext>
                  </a:extLst>
                </p14:cNvPr>
                <p14:cNvContentPartPr/>
                <p14:nvPr/>
              </p14:nvContentPartPr>
              <p14:xfrm>
                <a:off x="7713115" y="4723750"/>
                <a:ext cx="154440" cy="356400"/>
              </p14:xfrm>
            </p:contentPart>
          </mc:Choice>
          <mc:Fallback>
            <p:pic>
              <p:nvPicPr>
                <p:cNvPr id="27" name="Ink 26">
                  <a:extLst>
                    <a:ext uri="{FF2B5EF4-FFF2-40B4-BE49-F238E27FC236}">
                      <a16:creationId xmlns:a16="http://schemas.microsoft.com/office/drawing/2014/main" id="{AE8353A7-1BE6-AD8F-7940-4475024A77EE}"/>
                    </a:ext>
                  </a:extLst>
                </p:cNvPr>
                <p:cNvPicPr/>
                <p:nvPr/>
              </p:nvPicPr>
              <p:blipFill>
                <a:blip r:embed="rId46"/>
                <a:stretch>
                  <a:fillRect/>
                </a:stretch>
              </p:blipFill>
              <p:spPr>
                <a:xfrm>
                  <a:off x="7706995" y="4717630"/>
                  <a:ext cx="166680" cy="3686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930D240D-C2B5-6E7A-A155-F561AD3391EA}"/>
                    </a:ext>
                  </a:extLst>
                </p14:cNvPr>
                <p14:cNvContentPartPr/>
                <p14:nvPr/>
              </p14:nvContentPartPr>
              <p14:xfrm>
                <a:off x="7754155" y="4894750"/>
                <a:ext cx="142200" cy="9720"/>
              </p14:xfrm>
            </p:contentPart>
          </mc:Choice>
          <mc:Fallback>
            <p:pic>
              <p:nvPicPr>
                <p:cNvPr id="28" name="Ink 27">
                  <a:extLst>
                    <a:ext uri="{FF2B5EF4-FFF2-40B4-BE49-F238E27FC236}">
                      <a16:creationId xmlns:a16="http://schemas.microsoft.com/office/drawing/2014/main" id="{930D240D-C2B5-6E7A-A155-F561AD3391EA}"/>
                    </a:ext>
                  </a:extLst>
                </p:cNvPr>
                <p:cNvPicPr/>
                <p:nvPr/>
              </p:nvPicPr>
              <p:blipFill>
                <a:blip r:embed="rId48"/>
                <a:stretch>
                  <a:fillRect/>
                </a:stretch>
              </p:blipFill>
              <p:spPr>
                <a:xfrm>
                  <a:off x="7748035" y="4888630"/>
                  <a:ext cx="154440" cy="21960"/>
                </a:xfrm>
                <a:prstGeom prst="rect">
                  <a:avLst/>
                </a:prstGeom>
              </p:spPr>
            </p:pic>
          </mc:Fallback>
        </mc:AlternateContent>
      </p:grpSp>
      <p:grpSp>
        <p:nvGrpSpPr>
          <p:cNvPr id="45" name="Group 44">
            <a:extLst>
              <a:ext uri="{FF2B5EF4-FFF2-40B4-BE49-F238E27FC236}">
                <a16:creationId xmlns:a16="http://schemas.microsoft.com/office/drawing/2014/main" id="{F04ED671-FC75-4A62-402E-DCCBE1EA576C}"/>
              </a:ext>
            </a:extLst>
          </p:cNvPr>
          <p:cNvGrpSpPr/>
          <p:nvPr/>
        </p:nvGrpSpPr>
        <p:grpSpPr>
          <a:xfrm>
            <a:off x="8283355" y="4879270"/>
            <a:ext cx="210240" cy="139320"/>
            <a:chOff x="8283355" y="4879270"/>
            <a:chExt cx="210240" cy="139320"/>
          </a:xfrm>
        </p:grpSpPr>
        <mc:AlternateContent xmlns:mc="http://schemas.openxmlformats.org/markup-compatibility/2006">
          <mc:Choice xmlns:p14="http://schemas.microsoft.com/office/powerpoint/2010/main" Requires="p14">
            <p:contentPart p14:bwMode="auto" r:id="rId49">
              <p14:nvContentPartPr>
                <p14:cNvPr id="29" name="Ink 28">
                  <a:extLst>
                    <a:ext uri="{FF2B5EF4-FFF2-40B4-BE49-F238E27FC236}">
                      <a16:creationId xmlns:a16="http://schemas.microsoft.com/office/drawing/2014/main" id="{9B97BED2-89FF-8641-7950-3D608FC0A45A}"/>
                    </a:ext>
                  </a:extLst>
                </p14:cNvPr>
                <p14:cNvContentPartPr/>
                <p14:nvPr/>
              </p14:nvContentPartPr>
              <p14:xfrm>
                <a:off x="8283355" y="4879270"/>
                <a:ext cx="119520" cy="20160"/>
              </p14:xfrm>
            </p:contentPart>
          </mc:Choice>
          <mc:Fallback>
            <p:pic>
              <p:nvPicPr>
                <p:cNvPr id="29" name="Ink 28">
                  <a:extLst>
                    <a:ext uri="{FF2B5EF4-FFF2-40B4-BE49-F238E27FC236}">
                      <a16:creationId xmlns:a16="http://schemas.microsoft.com/office/drawing/2014/main" id="{9B97BED2-89FF-8641-7950-3D608FC0A45A}"/>
                    </a:ext>
                  </a:extLst>
                </p:cNvPr>
                <p:cNvPicPr/>
                <p:nvPr/>
              </p:nvPicPr>
              <p:blipFill>
                <a:blip r:embed="rId50"/>
                <a:stretch>
                  <a:fillRect/>
                </a:stretch>
              </p:blipFill>
              <p:spPr>
                <a:xfrm>
                  <a:off x="8277235" y="4873150"/>
                  <a:ext cx="13176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0" name="Ink 29">
                  <a:extLst>
                    <a:ext uri="{FF2B5EF4-FFF2-40B4-BE49-F238E27FC236}">
                      <a16:creationId xmlns:a16="http://schemas.microsoft.com/office/drawing/2014/main" id="{74C15B60-C267-1009-0803-EF5A442F40F2}"/>
                    </a:ext>
                  </a:extLst>
                </p14:cNvPr>
                <p14:cNvContentPartPr/>
                <p14:nvPr/>
              </p14:nvContentPartPr>
              <p14:xfrm>
                <a:off x="8335915" y="4957030"/>
                <a:ext cx="157680" cy="61560"/>
              </p14:xfrm>
            </p:contentPart>
          </mc:Choice>
          <mc:Fallback>
            <p:pic>
              <p:nvPicPr>
                <p:cNvPr id="30" name="Ink 29">
                  <a:extLst>
                    <a:ext uri="{FF2B5EF4-FFF2-40B4-BE49-F238E27FC236}">
                      <a16:creationId xmlns:a16="http://schemas.microsoft.com/office/drawing/2014/main" id="{74C15B60-C267-1009-0803-EF5A442F40F2}"/>
                    </a:ext>
                  </a:extLst>
                </p:cNvPr>
                <p:cNvPicPr/>
                <p:nvPr/>
              </p:nvPicPr>
              <p:blipFill>
                <a:blip r:embed="rId52"/>
                <a:stretch>
                  <a:fillRect/>
                </a:stretch>
              </p:blipFill>
              <p:spPr>
                <a:xfrm>
                  <a:off x="8329795" y="4950910"/>
                  <a:ext cx="169920" cy="73800"/>
                </a:xfrm>
                <a:prstGeom prst="rect">
                  <a:avLst/>
                </a:prstGeom>
              </p:spPr>
            </p:pic>
          </mc:Fallback>
        </mc:AlternateContent>
      </p:grpSp>
      <p:grpSp>
        <p:nvGrpSpPr>
          <p:cNvPr id="44" name="Group 43">
            <a:extLst>
              <a:ext uri="{FF2B5EF4-FFF2-40B4-BE49-F238E27FC236}">
                <a16:creationId xmlns:a16="http://schemas.microsoft.com/office/drawing/2014/main" id="{68F8C5E4-184E-43B3-3ADB-D682B9A6A6CD}"/>
              </a:ext>
            </a:extLst>
          </p:cNvPr>
          <p:cNvGrpSpPr/>
          <p:nvPr/>
        </p:nvGrpSpPr>
        <p:grpSpPr>
          <a:xfrm>
            <a:off x="8870515" y="4382470"/>
            <a:ext cx="2316240" cy="903600"/>
            <a:chOff x="8870515" y="4382470"/>
            <a:chExt cx="2316240" cy="903600"/>
          </a:xfrm>
        </p:grpSpPr>
        <mc:AlternateContent xmlns:mc="http://schemas.openxmlformats.org/markup-compatibility/2006">
          <mc:Choice xmlns:p14="http://schemas.microsoft.com/office/powerpoint/2010/main" Requires="p14">
            <p:contentPart p14:bwMode="auto" r:id="rId53">
              <p14:nvContentPartPr>
                <p14:cNvPr id="31" name="Ink 30">
                  <a:extLst>
                    <a:ext uri="{FF2B5EF4-FFF2-40B4-BE49-F238E27FC236}">
                      <a16:creationId xmlns:a16="http://schemas.microsoft.com/office/drawing/2014/main" id="{9D7B76DF-E6BD-970D-D36F-5B5F2A4848F0}"/>
                    </a:ext>
                  </a:extLst>
                </p14:cNvPr>
                <p14:cNvContentPartPr/>
                <p14:nvPr/>
              </p14:nvContentPartPr>
              <p14:xfrm>
                <a:off x="8870515" y="4509910"/>
                <a:ext cx="64800" cy="554400"/>
              </p14:xfrm>
            </p:contentPart>
          </mc:Choice>
          <mc:Fallback>
            <p:pic>
              <p:nvPicPr>
                <p:cNvPr id="31" name="Ink 30">
                  <a:extLst>
                    <a:ext uri="{FF2B5EF4-FFF2-40B4-BE49-F238E27FC236}">
                      <a16:creationId xmlns:a16="http://schemas.microsoft.com/office/drawing/2014/main" id="{9D7B76DF-E6BD-970D-D36F-5B5F2A4848F0}"/>
                    </a:ext>
                  </a:extLst>
                </p:cNvPr>
                <p:cNvPicPr/>
                <p:nvPr/>
              </p:nvPicPr>
              <p:blipFill>
                <a:blip r:embed="rId54"/>
                <a:stretch>
                  <a:fillRect/>
                </a:stretch>
              </p:blipFill>
              <p:spPr>
                <a:xfrm>
                  <a:off x="8864395" y="4503790"/>
                  <a:ext cx="77040" cy="5666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2" name="Ink 31">
                  <a:extLst>
                    <a:ext uri="{FF2B5EF4-FFF2-40B4-BE49-F238E27FC236}">
                      <a16:creationId xmlns:a16="http://schemas.microsoft.com/office/drawing/2014/main" id="{3358199B-FDEA-D84D-8164-3B43C4892004}"/>
                    </a:ext>
                  </a:extLst>
                </p14:cNvPr>
                <p14:cNvContentPartPr/>
                <p14:nvPr/>
              </p14:nvContentPartPr>
              <p14:xfrm>
                <a:off x="9020275" y="4703950"/>
                <a:ext cx="125640" cy="213120"/>
              </p14:xfrm>
            </p:contentPart>
          </mc:Choice>
          <mc:Fallback>
            <p:pic>
              <p:nvPicPr>
                <p:cNvPr id="32" name="Ink 31">
                  <a:extLst>
                    <a:ext uri="{FF2B5EF4-FFF2-40B4-BE49-F238E27FC236}">
                      <a16:creationId xmlns:a16="http://schemas.microsoft.com/office/drawing/2014/main" id="{3358199B-FDEA-D84D-8164-3B43C4892004}"/>
                    </a:ext>
                  </a:extLst>
                </p:cNvPr>
                <p:cNvPicPr/>
                <p:nvPr/>
              </p:nvPicPr>
              <p:blipFill>
                <a:blip r:embed="rId56"/>
                <a:stretch>
                  <a:fillRect/>
                </a:stretch>
              </p:blipFill>
              <p:spPr>
                <a:xfrm>
                  <a:off x="9014155" y="4697830"/>
                  <a:ext cx="13788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3" name="Ink 32">
                  <a:extLst>
                    <a:ext uri="{FF2B5EF4-FFF2-40B4-BE49-F238E27FC236}">
                      <a16:creationId xmlns:a16="http://schemas.microsoft.com/office/drawing/2014/main" id="{81D071B9-6AF3-BF3B-920F-8C7C7AE9206E}"/>
                    </a:ext>
                  </a:extLst>
                </p14:cNvPr>
                <p14:cNvContentPartPr/>
                <p14:nvPr/>
              </p14:nvContentPartPr>
              <p14:xfrm>
                <a:off x="9229075" y="4382470"/>
                <a:ext cx="306000" cy="903600"/>
              </p14:xfrm>
            </p:contentPart>
          </mc:Choice>
          <mc:Fallback>
            <p:pic>
              <p:nvPicPr>
                <p:cNvPr id="33" name="Ink 32">
                  <a:extLst>
                    <a:ext uri="{FF2B5EF4-FFF2-40B4-BE49-F238E27FC236}">
                      <a16:creationId xmlns:a16="http://schemas.microsoft.com/office/drawing/2014/main" id="{81D071B9-6AF3-BF3B-920F-8C7C7AE9206E}"/>
                    </a:ext>
                  </a:extLst>
                </p:cNvPr>
                <p:cNvPicPr/>
                <p:nvPr/>
              </p:nvPicPr>
              <p:blipFill>
                <a:blip r:embed="rId58"/>
                <a:stretch>
                  <a:fillRect/>
                </a:stretch>
              </p:blipFill>
              <p:spPr>
                <a:xfrm>
                  <a:off x="9222955" y="4376350"/>
                  <a:ext cx="318240" cy="9158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4" name="Ink 33">
                  <a:extLst>
                    <a:ext uri="{FF2B5EF4-FFF2-40B4-BE49-F238E27FC236}">
                      <a16:creationId xmlns:a16="http://schemas.microsoft.com/office/drawing/2014/main" id="{6191E337-060D-A19E-E508-C75553BA5B11}"/>
                    </a:ext>
                  </a:extLst>
                </p14:cNvPr>
                <p14:cNvContentPartPr/>
                <p14:nvPr/>
              </p14:nvContentPartPr>
              <p14:xfrm>
                <a:off x="9500155" y="4681630"/>
                <a:ext cx="284400" cy="271800"/>
              </p14:xfrm>
            </p:contentPart>
          </mc:Choice>
          <mc:Fallback>
            <p:pic>
              <p:nvPicPr>
                <p:cNvPr id="34" name="Ink 33">
                  <a:extLst>
                    <a:ext uri="{FF2B5EF4-FFF2-40B4-BE49-F238E27FC236}">
                      <a16:creationId xmlns:a16="http://schemas.microsoft.com/office/drawing/2014/main" id="{6191E337-060D-A19E-E508-C75553BA5B11}"/>
                    </a:ext>
                  </a:extLst>
                </p:cNvPr>
                <p:cNvPicPr/>
                <p:nvPr/>
              </p:nvPicPr>
              <p:blipFill>
                <a:blip r:embed="rId60"/>
                <a:stretch>
                  <a:fillRect/>
                </a:stretch>
              </p:blipFill>
              <p:spPr>
                <a:xfrm>
                  <a:off x="9494035" y="4675510"/>
                  <a:ext cx="29664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5" name="Ink 34">
                  <a:extLst>
                    <a:ext uri="{FF2B5EF4-FFF2-40B4-BE49-F238E27FC236}">
                      <a16:creationId xmlns:a16="http://schemas.microsoft.com/office/drawing/2014/main" id="{AE9E7189-975B-0507-FF73-69A4A510D1E2}"/>
                    </a:ext>
                  </a:extLst>
                </p14:cNvPr>
                <p14:cNvContentPartPr/>
                <p14:nvPr/>
              </p14:nvContentPartPr>
              <p14:xfrm>
                <a:off x="10019275" y="4561390"/>
                <a:ext cx="280080" cy="180000"/>
              </p14:xfrm>
            </p:contentPart>
          </mc:Choice>
          <mc:Fallback>
            <p:pic>
              <p:nvPicPr>
                <p:cNvPr id="35" name="Ink 34">
                  <a:extLst>
                    <a:ext uri="{FF2B5EF4-FFF2-40B4-BE49-F238E27FC236}">
                      <a16:creationId xmlns:a16="http://schemas.microsoft.com/office/drawing/2014/main" id="{AE9E7189-975B-0507-FF73-69A4A510D1E2}"/>
                    </a:ext>
                  </a:extLst>
                </p:cNvPr>
                <p:cNvPicPr/>
                <p:nvPr/>
              </p:nvPicPr>
              <p:blipFill>
                <a:blip r:embed="rId62"/>
                <a:stretch>
                  <a:fillRect/>
                </a:stretch>
              </p:blipFill>
              <p:spPr>
                <a:xfrm>
                  <a:off x="10013155" y="4555270"/>
                  <a:ext cx="2923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6" name="Ink 35">
                  <a:extLst>
                    <a:ext uri="{FF2B5EF4-FFF2-40B4-BE49-F238E27FC236}">
                      <a16:creationId xmlns:a16="http://schemas.microsoft.com/office/drawing/2014/main" id="{F9A86B6B-F147-11AE-DEB7-50041EC404D5}"/>
                    </a:ext>
                  </a:extLst>
                </p14:cNvPr>
                <p14:cNvContentPartPr/>
                <p14:nvPr/>
              </p14:nvContentPartPr>
              <p14:xfrm>
                <a:off x="9991195" y="4827790"/>
                <a:ext cx="243000" cy="25920"/>
              </p14:xfrm>
            </p:contentPart>
          </mc:Choice>
          <mc:Fallback>
            <p:pic>
              <p:nvPicPr>
                <p:cNvPr id="36" name="Ink 35">
                  <a:extLst>
                    <a:ext uri="{FF2B5EF4-FFF2-40B4-BE49-F238E27FC236}">
                      <a16:creationId xmlns:a16="http://schemas.microsoft.com/office/drawing/2014/main" id="{F9A86B6B-F147-11AE-DEB7-50041EC404D5}"/>
                    </a:ext>
                  </a:extLst>
                </p:cNvPr>
                <p:cNvPicPr/>
                <p:nvPr/>
              </p:nvPicPr>
              <p:blipFill>
                <a:blip r:embed="rId64"/>
                <a:stretch>
                  <a:fillRect/>
                </a:stretch>
              </p:blipFill>
              <p:spPr>
                <a:xfrm>
                  <a:off x="9985075" y="4821670"/>
                  <a:ext cx="2552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7" name="Ink 36">
                  <a:extLst>
                    <a:ext uri="{FF2B5EF4-FFF2-40B4-BE49-F238E27FC236}">
                      <a16:creationId xmlns:a16="http://schemas.microsoft.com/office/drawing/2014/main" id="{123FCFAA-1B11-39D5-3501-A64AF7542868}"/>
                    </a:ext>
                  </a:extLst>
                </p14:cNvPr>
                <p14:cNvContentPartPr/>
                <p14:nvPr/>
              </p14:nvContentPartPr>
              <p14:xfrm>
                <a:off x="10464235" y="4535470"/>
                <a:ext cx="296280" cy="332640"/>
              </p14:xfrm>
            </p:contentPart>
          </mc:Choice>
          <mc:Fallback>
            <p:pic>
              <p:nvPicPr>
                <p:cNvPr id="37" name="Ink 36">
                  <a:extLst>
                    <a:ext uri="{FF2B5EF4-FFF2-40B4-BE49-F238E27FC236}">
                      <a16:creationId xmlns:a16="http://schemas.microsoft.com/office/drawing/2014/main" id="{123FCFAA-1B11-39D5-3501-A64AF7542868}"/>
                    </a:ext>
                  </a:extLst>
                </p:cNvPr>
                <p:cNvPicPr/>
                <p:nvPr/>
              </p:nvPicPr>
              <p:blipFill>
                <a:blip r:embed="rId66"/>
                <a:stretch>
                  <a:fillRect/>
                </a:stretch>
              </p:blipFill>
              <p:spPr>
                <a:xfrm>
                  <a:off x="10458115" y="4529350"/>
                  <a:ext cx="30852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38" name="Ink 37">
                  <a:extLst>
                    <a:ext uri="{FF2B5EF4-FFF2-40B4-BE49-F238E27FC236}">
                      <a16:creationId xmlns:a16="http://schemas.microsoft.com/office/drawing/2014/main" id="{9D7FCDBF-461A-5F2F-058C-5A75AAFBD1FF}"/>
                    </a:ext>
                  </a:extLst>
                </p14:cNvPr>
                <p14:cNvContentPartPr/>
                <p14:nvPr/>
              </p14:nvContentPartPr>
              <p14:xfrm>
                <a:off x="10596715" y="4459870"/>
                <a:ext cx="154440" cy="495720"/>
              </p14:xfrm>
            </p:contentPart>
          </mc:Choice>
          <mc:Fallback>
            <p:pic>
              <p:nvPicPr>
                <p:cNvPr id="38" name="Ink 37">
                  <a:extLst>
                    <a:ext uri="{FF2B5EF4-FFF2-40B4-BE49-F238E27FC236}">
                      <a16:creationId xmlns:a16="http://schemas.microsoft.com/office/drawing/2014/main" id="{9D7FCDBF-461A-5F2F-058C-5A75AAFBD1FF}"/>
                    </a:ext>
                  </a:extLst>
                </p:cNvPr>
                <p:cNvPicPr/>
                <p:nvPr/>
              </p:nvPicPr>
              <p:blipFill>
                <a:blip r:embed="rId68"/>
                <a:stretch>
                  <a:fillRect/>
                </a:stretch>
              </p:blipFill>
              <p:spPr>
                <a:xfrm>
                  <a:off x="10590595" y="4453750"/>
                  <a:ext cx="166680" cy="5079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39" name="Ink 38">
                  <a:extLst>
                    <a:ext uri="{FF2B5EF4-FFF2-40B4-BE49-F238E27FC236}">
                      <a16:creationId xmlns:a16="http://schemas.microsoft.com/office/drawing/2014/main" id="{38E93A2C-60E8-7BAC-9935-275DF1456F21}"/>
                    </a:ext>
                  </a:extLst>
                </p14:cNvPr>
                <p14:cNvContentPartPr/>
                <p14:nvPr/>
              </p14:nvContentPartPr>
              <p14:xfrm>
                <a:off x="10970035" y="4542670"/>
                <a:ext cx="210960" cy="190800"/>
              </p14:xfrm>
            </p:contentPart>
          </mc:Choice>
          <mc:Fallback>
            <p:pic>
              <p:nvPicPr>
                <p:cNvPr id="39" name="Ink 38">
                  <a:extLst>
                    <a:ext uri="{FF2B5EF4-FFF2-40B4-BE49-F238E27FC236}">
                      <a16:creationId xmlns:a16="http://schemas.microsoft.com/office/drawing/2014/main" id="{38E93A2C-60E8-7BAC-9935-275DF1456F21}"/>
                    </a:ext>
                  </a:extLst>
                </p:cNvPr>
                <p:cNvPicPr/>
                <p:nvPr/>
              </p:nvPicPr>
              <p:blipFill>
                <a:blip r:embed="rId70"/>
                <a:stretch>
                  <a:fillRect/>
                </a:stretch>
              </p:blipFill>
              <p:spPr>
                <a:xfrm>
                  <a:off x="10963915" y="4536550"/>
                  <a:ext cx="2232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0" name="Ink 39">
                  <a:extLst>
                    <a:ext uri="{FF2B5EF4-FFF2-40B4-BE49-F238E27FC236}">
                      <a16:creationId xmlns:a16="http://schemas.microsoft.com/office/drawing/2014/main" id="{826C5233-FED6-FC75-56B5-5AC20E4181CD}"/>
                    </a:ext>
                  </a:extLst>
                </p14:cNvPr>
                <p14:cNvContentPartPr/>
                <p14:nvPr/>
              </p14:nvContentPartPr>
              <p14:xfrm>
                <a:off x="10956715" y="4816270"/>
                <a:ext cx="230040" cy="21960"/>
              </p14:xfrm>
            </p:contentPart>
          </mc:Choice>
          <mc:Fallback>
            <p:pic>
              <p:nvPicPr>
                <p:cNvPr id="40" name="Ink 39">
                  <a:extLst>
                    <a:ext uri="{FF2B5EF4-FFF2-40B4-BE49-F238E27FC236}">
                      <a16:creationId xmlns:a16="http://schemas.microsoft.com/office/drawing/2014/main" id="{826C5233-FED6-FC75-56B5-5AC20E4181CD}"/>
                    </a:ext>
                  </a:extLst>
                </p:cNvPr>
                <p:cNvPicPr/>
                <p:nvPr/>
              </p:nvPicPr>
              <p:blipFill>
                <a:blip r:embed="rId72"/>
                <a:stretch>
                  <a:fillRect/>
                </a:stretch>
              </p:blipFill>
              <p:spPr>
                <a:xfrm>
                  <a:off x="10950595" y="4810150"/>
                  <a:ext cx="242280" cy="34200"/>
                </a:xfrm>
                <a:prstGeom prst="rect">
                  <a:avLst/>
                </a:prstGeom>
              </p:spPr>
            </p:pic>
          </mc:Fallback>
        </mc:AlternateContent>
      </p:grpSp>
      <p:grpSp>
        <p:nvGrpSpPr>
          <p:cNvPr id="43" name="Group 42">
            <a:extLst>
              <a:ext uri="{FF2B5EF4-FFF2-40B4-BE49-F238E27FC236}">
                <a16:creationId xmlns:a16="http://schemas.microsoft.com/office/drawing/2014/main" id="{94B82237-7904-3A9D-7E1D-E0B90BEA1C6C}"/>
              </a:ext>
            </a:extLst>
          </p:cNvPr>
          <p:cNvGrpSpPr/>
          <p:nvPr/>
        </p:nvGrpSpPr>
        <p:grpSpPr>
          <a:xfrm>
            <a:off x="11479795" y="4199230"/>
            <a:ext cx="235440" cy="1005480"/>
            <a:chOff x="11479795" y="4199230"/>
            <a:chExt cx="235440" cy="1005480"/>
          </a:xfrm>
        </p:grpSpPr>
        <mc:AlternateContent xmlns:mc="http://schemas.openxmlformats.org/markup-compatibility/2006">
          <mc:Choice xmlns:p14="http://schemas.microsoft.com/office/powerpoint/2010/main" Requires="p14">
            <p:contentPart p14:bwMode="auto" r:id="rId73">
              <p14:nvContentPartPr>
                <p14:cNvPr id="41" name="Ink 40">
                  <a:extLst>
                    <a:ext uri="{FF2B5EF4-FFF2-40B4-BE49-F238E27FC236}">
                      <a16:creationId xmlns:a16="http://schemas.microsoft.com/office/drawing/2014/main" id="{FF92B1DE-C262-BFCA-7534-756654FF11FF}"/>
                    </a:ext>
                  </a:extLst>
                </p14:cNvPr>
                <p14:cNvContentPartPr/>
                <p14:nvPr/>
              </p14:nvContentPartPr>
              <p14:xfrm>
                <a:off x="11479795" y="4441510"/>
                <a:ext cx="146520" cy="347760"/>
              </p14:xfrm>
            </p:contentPart>
          </mc:Choice>
          <mc:Fallback>
            <p:pic>
              <p:nvPicPr>
                <p:cNvPr id="41" name="Ink 40">
                  <a:extLst>
                    <a:ext uri="{FF2B5EF4-FFF2-40B4-BE49-F238E27FC236}">
                      <a16:creationId xmlns:a16="http://schemas.microsoft.com/office/drawing/2014/main" id="{FF92B1DE-C262-BFCA-7534-756654FF11FF}"/>
                    </a:ext>
                  </a:extLst>
                </p:cNvPr>
                <p:cNvPicPr/>
                <p:nvPr/>
              </p:nvPicPr>
              <p:blipFill>
                <a:blip r:embed="rId74"/>
                <a:stretch>
                  <a:fillRect/>
                </a:stretch>
              </p:blipFill>
              <p:spPr>
                <a:xfrm>
                  <a:off x="11473675" y="4435390"/>
                  <a:ext cx="15876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2" name="Ink 41">
                  <a:extLst>
                    <a:ext uri="{FF2B5EF4-FFF2-40B4-BE49-F238E27FC236}">
                      <a16:creationId xmlns:a16="http://schemas.microsoft.com/office/drawing/2014/main" id="{31C691A6-B42E-7F76-18A6-BDD196F0F61D}"/>
                    </a:ext>
                  </a:extLst>
                </p14:cNvPr>
                <p14:cNvContentPartPr/>
                <p14:nvPr/>
              </p14:nvContentPartPr>
              <p14:xfrm>
                <a:off x="11548195" y="4199230"/>
                <a:ext cx="167040" cy="1005480"/>
              </p14:xfrm>
            </p:contentPart>
          </mc:Choice>
          <mc:Fallback>
            <p:pic>
              <p:nvPicPr>
                <p:cNvPr id="42" name="Ink 41">
                  <a:extLst>
                    <a:ext uri="{FF2B5EF4-FFF2-40B4-BE49-F238E27FC236}">
                      <a16:creationId xmlns:a16="http://schemas.microsoft.com/office/drawing/2014/main" id="{31C691A6-B42E-7F76-18A6-BDD196F0F61D}"/>
                    </a:ext>
                  </a:extLst>
                </p:cNvPr>
                <p:cNvPicPr/>
                <p:nvPr/>
              </p:nvPicPr>
              <p:blipFill>
                <a:blip r:embed="rId76"/>
                <a:stretch>
                  <a:fillRect/>
                </a:stretch>
              </p:blipFill>
              <p:spPr>
                <a:xfrm>
                  <a:off x="11542075" y="4193110"/>
                  <a:ext cx="179280" cy="1017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36405F79-2ED0-6B87-15FA-C3AD82046462}"/>
                  </a:ext>
                </a:extLst>
              </p14:cNvPr>
              <p14:cNvContentPartPr/>
              <p14:nvPr/>
            </p14:nvContentPartPr>
            <p14:xfrm>
              <a:off x="4309315" y="2813230"/>
              <a:ext cx="275760" cy="148320"/>
            </p14:xfrm>
          </p:contentPart>
        </mc:Choice>
        <mc:Fallback>
          <p:pic>
            <p:nvPicPr>
              <p:cNvPr id="49" name="Ink 48">
                <a:extLst>
                  <a:ext uri="{FF2B5EF4-FFF2-40B4-BE49-F238E27FC236}">
                    <a16:creationId xmlns:a16="http://schemas.microsoft.com/office/drawing/2014/main" id="{36405F79-2ED0-6B87-15FA-C3AD82046462}"/>
                  </a:ext>
                </a:extLst>
              </p:cNvPr>
              <p:cNvPicPr/>
              <p:nvPr/>
            </p:nvPicPr>
            <p:blipFill>
              <a:blip r:embed="rId78"/>
              <a:stretch>
                <a:fillRect/>
              </a:stretch>
            </p:blipFill>
            <p:spPr>
              <a:xfrm>
                <a:off x="4303195" y="2807110"/>
                <a:ext cx="288000" cy="160560"/>
              </a:xfrm>
              <a:prstGeom prst="rect">
                <a:avLst/>
              </a:prstGeom>
            </p:spPr>
          </p:pic>
        </mc:Fallback>
      </mc:AlternateContent>
      <p:grpSp>
        <p:nvGrpSpPr>
          <p:cNvPr id="58" name="Group 57">
            <a:extLst>
              <a:ext uri="{FF2B5EF4-FFF2-40B4-BE49-F238E27FC236}">
                <a16:creationId xmlns:a16="http://schemas.microsoft.com/office/drawing/2014/main" id="{7C61C23F-5746-DDF2-B6C3-7B1F2B94FFA0}"/>
              </a:ext>
            </a:extLst>
          </p:cNvPr>
          <p:cNvGrpSpPr/>
          <p:nvPr/>
        </p:nvGrpSpPr>
        <p:grpSpPr>
          <a:xfrm>
            <a:off x="3312475" y="3928150"/>
            <a:ext cx="1050840" cy="961560"/>
            <a:chOff x="3312475" y="3928150"/>
            <a:chExt cx="1050840" cy="961560"/>
          </a:xfrm>
        </p:grpSpPr>
        <mc:AlternateContent xmlns:mc="http://schemas.openxmlformats.org/markup-compatibility/2006">
          <mc:Choice xmlns:p14="http://schemas.microsoft.com/office/powerpoint/2010/main" Requires="p14">
            <p:contentPart p14:bwMode="auto" r:id="rId79">
              <p14:nvContentPartPr>
                <p14:cNvPr id="50" name="Ink 49">
                  <a:extLst>
                    <a:ext uri="{FF2B5EF4-FFF2-40B4-BE49-F238E27FC236}">
                      <a16:creationId xmlns:a16="http://schemas.microsoft.com/office/drawing/2014/main" id="{13AFEEA1-478D-F8EB-7374-25519CACB31F}"/>
                    </a:ext>
                  </a:extLst>
                </p14:cNvPr>
                <p14:cNvContentPartPr/>
                <p14:nvPr/>
              </p14:nvContentPartPr>
              <p14:xfrm>
                <a:off x="3388075" y="4384270"/>
                <a:ext cx="310320" cy="319320"/>
              </p14:xfrm>
            </p:contentPart>
          </mc:Choice>
          <mc:Fallback>
            <p:pic>
              <p:nvPicPr>
                <p:cNvPr id="50" name="Ink 49">
                  <a:extLst>
                    <a:ext uri="{FF2B5EF4-FFF2-40B4-BE49-F238E27FC236}">
                      <a16:creationId xmlns:a16="http://schemas.microsoft.com/office/drawing/2014/main" id="{13AFEEA1-478D-F8EB-7374-25519CACB31F}"/>
                    </a:ext>
                  </a:extLst>
                </p:cNvPr>
                <p:cNvPicPr/>
                <p:nvPr/>
              </p:nvPicPr>
              <p:blipFill>
                <a:blip r:embed="rId80"/>
                <a:stretch>
                  <a:fillRect/>
                </a:stretch>
              </p:blipFill>
              <p:spPr>
                <a:xfrm>
                  <a:off x="3381955" y="4378150"/>
                  <a:ext cx="32256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1" name="Ink 50">
                  <a:extLst>
                    <a:ext uri="{FF2B5EF4-FFF2-40B4-BE49-F238E27FC236}">
                      <a16:creationId xmlns:a16="http://schemas.microsoft.com/office/drawing/2014/main" id="{5F8A2405-DCDE-7DD0-C056-5FA1803ED2FF}"/>
                    </a:ext>
                  </a:extLst>
                </p14:cNvPr>
                <p14:cNvContentPartPr/>
                <p14:nvPr/>
              </p14:nvContentPartPr>
              <p14:xfrm>
                <a:off x="3312475" y="4575790"/>
                <a:ext cx="233280" cy="313920"/>
              </p14:xfrm>
            </p:contentPart>
          </mc:Choice>
          <mc:Fallback>
            <p:pic>
              <p:nvPicPr>
                <p:cNvPr id="51" name="Ink 50">
                  <a:extLst>
                    <a:ext uri="{FF2B5EF4-FFF2-40B4-BE49-F238E27FC236}">
                      <a16:creationId xmlns:a16="http://schemas.microsoft.com/office/drawing/2014/main" id="{5F8A2405-DCDE-7DD0-C056-5FA1803ED2FF}"/>
                    </a:ext>
                  </a:extLst>
                </p:cNvPr>
                <p:cNvPicPr/>
                <p:nvPr/>
              </p:nvPicPr>
              <p:blipFill>
                <a:blip r:embed="rId82"/>
                <a:stretch>
                  <a:fillRect/>
                </a:stretch>
              </p:blipFill>
              <p:spPr>
                <a:xfrm>
                  <a:off x="3306355" y="4569670"/>
                  <a:ext cx="24552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2" name="Ink 51">
                  <a:extLst>
                    <a:ext uri="{FF2B5EF4-FFF2-40B4-BE49-F238E27FC236}">
                      <a16:creationId xmlns:a16="http://schemas.microsoft.com/office/drawing/2014/main" id="{BDBBAF5B-D1EC-14D6-AD39-3361144FDED7}"/>
                    </a:ext>
                  </a:extLst>
                </p14:cNvPr>
                <p14:cNvContentPartPr/>
                <p14:nvPr/>
              </p14:nvContentPartPr>
              <p14:xfrm>
                <a:off x="3848515" y="4246750"/>
                <a:ext cx="64440" cy="462960"/>
              </p14:xfrm>
            </p:contentPart>
          </mc:Choice>
          <mc:Fallback>
            <p:pic>
              <p:nvPicPr>
                <p:cNvPr id="52" name="Ink 51">
                  <a:extLst>
                    <a:ext uri="{FF2B5EF4-FFF2-40B4-BE49-F238E27FC236}">
                      <a16:creationId xmlns:a16="http://schemas.microsoft.com/office/drawing/2014/main" id="{BDBBAF5B-D1EC-14D6-AD39-3361144FDED7}"/>
                    </a:ext>
                  </a:extLst>
                </p:cNvPr>
                <p:cNvPicPr/>
                <p:nvPr/>
              </p:nvPicPr>
              <p:blipFill>
                <a:blip r:embed="rId84"/>
                <a:stretch>
                  <a:fillRect/>
                </a:stretch>
              </p:blipFill>
              <p:spPr>
                <a:xfrm>
                  <a:off x="3842395" y="4240630"/>
                  <a:ext cx="7668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3" name="Ink 52">
                  <a:extLst>
                    <a:ext uri="{FF2B5EF4-FFF2-40B4-BE49-F238E27FC236}">
                      <a16:creationId xmlns:a16="http://schemas.microsoft.com/office/drawing/2014/main" id="{F1B44A66-298F-0F84-F22D-44FB35970439}"/>
                    </a:ext>
                  </a:extLst>
                </p14:cNvPr>
                <p14:cNvContentPartPr/>
                <p14:nvPr/>
              </p14:nvContentPartPr>
              <p14:xfrm>
                <a:off x="3849595" y="4174750"/>
                <a:ext cx="83160" cy="210240"/>
              </p14:xfrm>
            </p:contentPart>
          </mc:Choice>
          <mc:Fallback>
            <p:pic>
              <p:nvPicPr>
                <p:cNvPr id="53" name="Ink 52">
                  <a:extLst>
                    <a:ext uri="{FF2B5EF4-FFF2-40B4-BE49-F238E27FC236}">
                      <a16:creationId xmlns:a16="http://schemas.microsoft.com/office/drawing/2014/main" id="{F1B44A66-298F-0F84-F22D-44FB35970439}"/>
                    </a:ext>
                  </a:extLst>
                </p:cNvPr>
                <p:cNvPicPr/>
                <p:nvPr/>
              </p:nvPicPr>
              <p:blipFill>
                <a:blip r:embed="rId86"/>
                <a:stretch>
                  <a:fillRect/>
                </a:stretch>
              </p:blipFill>
              <p:spPr>
                <a:xfrm>
                  <a:off x="3843475" y="4168630"/>
                  <a:ext cx="9540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DD30DA7E-8524-3FAF-C64A-42765EDAAA81}"/>
                    </a:ext>
                  </a:extLst>
                </p14:cNvPr>
                <p14:cNvContentPartPr/>
                <p14:nvPr/>
              </p14:nvContentPartPr>
              <p14:xfrm>
                <a:off x="3965515" y="4100950"/>
                <a:ext cx="128520" cy="275400"/>
              </p14:xfrm>
            </p:contentPart>
          </mc:Choice>
          <mc:Fallback>
            <p:pic>
              <p:nvPicPr>
                <p:cNvPr id="55" name="Ink 54">
                  <a:extLst>
                    <a:ext uri="{FF2B5EF4-FFF2-40B4-BE49-F238E27FC236}">
                      <a16:creationId xmlns:a16="http://schemas.microsoft.com/office/drawing/2014/main" id="{DD30DA7E-8524-3FAF-C64A-42765EDAAA81}"/>
                    </a:ext>
                  </a:extLst>
                </p:cNvPr>
                <p:cNvPicPr/>
                <p:nvPr/>
              </p:nvPicPr>
              <p:blipFill>
                <a:blip r:embed="rId88"/>
                <a:stretch>
                  <a:fillRect/>
                </a:stretch>
              </p:blipFill>
              <p:spPr>
                <a:xfrm>
                  <a:off x="3959395" y="4094830"/>
                  <a:ext cx="14076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B6D0ABAA-842D-172A-AEA3-AC999B393427}"/>
                    </a:ext>
                  </a:extLst>
                </p14:cNvPr>
                <p14:cNvContentPartPr/>
                <p14:nvPr/>
              </p14:nvContentPartPr>
              <p14:xfrm>
                <a:off x="4179715" y="3928150"/>
                <a:ext cx="105840" cy="465120"/>
              </p14:xfrm>
            </p:contentPart>
          </mc:Choice>
          <mc:Fallback>
            <p:pic>
              <p:nvPicPr>
                <p:cNvPr id="56" name="Ink 55">
                  <a:extLst>
                    <a:ext uri="{FF2B5EF4-FFF2-40B4-BE49-F238E27FC236}">
                      <a16:creationId xmlns:a16="http://schemas.microsoft.com/office/drawing/2014/main" id="{B6D0ABAA-842D-172A-AEA3-AC999B393427}"/>
                    </a:ext>
                  </a:extLst>
                </p:cNvPr>
                <p:cNvPicPr/>
                <p:nvPr/>
              </p:nvPicPr>
              <p:blipFill>
                <a:blip r:embed="rId90"/>
                <a:stretch>
                  <a:fillRect/>
                </a:stretch>
              </p:blipFill>
              <p:spPr>
                <a:xfrm>
                  <a:off x="4173595" y="3922030"/>
                  <a:ext cx="118080" cy="4773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7" name="Ink 56">
                  <a:extLst>
                    <a:ext uri="{FF2B5EF4-FFF2-40B4-BE49-F238E27FC236}">
                      <a16:creationId xmlns:a16="http://schemas.microsoft.com/office/drawing/2014/main" id="{784B3BE5-83C1-3C5B-5AD3-85E53A7E4AB6}"/>
                    </a:ext>
                  </a:extLst>
                </p14:cNvPr>
                <p14:cNvContentPartPr/>
                <p14:nvPr/>
              </p14:nvContentPartPr>
              <p14:xfrm>
                <a:off x="4182955" y="4085110"/>
                <a:ext cx="180360" cy="83160"/>
              </p14:xfrm>
            </p:contentPart>
          </mc:Choice>
          <mc:Fallback>
            <p:pic>
              <p:nvPicPr>
                <p:cNvPr id="57" name="Ink 56">
                  <a:extLst>
                    <a:ext uri="{FF2B5EF4-FFF2-40B4-BE49-F238E27FC236}">
                      <a16:creationId xmlns:a16="http://schemas.microsoft.com/office/drawing/2014/main" id="{784B3BE5-83C1-3C5B-5AD3-85E53A7E4AB6}"/>
                    </a:ext>
                  </a:extLst>
                </p:cNvPr>
                <p:cNvPicPr/>
                <p:nvPr/>
              </p:nvPicPr>
              <p:blipFill>
                <a:blip r:embed="rId92"/>
                <a:stretch>
                  <a:fillRect/>
                </a:stretch>
              </p:blipFill>
              <p:spPr>
                <a:xfrm>
                  <a:off x="4176835" y="4078990"/>
                  <a:ext cx="192600" cy="95400"/>
                </a:xfrm>
                <a:prstGeom prst="rect">
                  <a:avLst/>
                </a:prstGeom>
              </p:spPr>
            </p:pic>
          </mc:Fallback>
        </mc:AlternateContent>
      </p:grpSp>
    </p:spTree>
    <p:extLst>
      <p:ext uri="{BB962C8B-B14F-4D97-AF65-F5344CB8AC3E}">
        <p14:creationId xmlns:p14="http://schemas.microsoft.com/office/powerpoint/2010/main" val="347120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ea typeface="Calibri" panose="020F0502020204030204" pitchFamily="34" charset="0"/>
                <a:cs typeface="Times New Roman" panose="02020603050405020304" pitchFamily="18" charset="0"/>
              </a:rPr>
              <a:t>Normal Distribution:</a:t>
            </a:r>
            <a:endParaRPr lang="en-IN" dirty="0"/>
          </a:p>
        </p:txBody>
      </p:sp>
      <p:sp>
        <p:nvSpPr>
          <p:cNvPr id="5" name="Content Placeholder 8"/>
          <p:cNvSpPr txBox="1">
            <a:spLocks/>
          </p:cNvSpPr>
          <p:nvPr/>
        </p:nvSpPr>
        <p:spPr>
          <a:xfrm>
            <a:off x="447675" y="1066800"/>
            <a:ext cx="10753726" cy="3352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en-US" sz="2000" u="sng" dirty="0"/>
              <a:t>Normal Distribution : </a:t>
            </a:r>
            <a:r>
              <a:rPr lang="en-US" sz="2000" dirty="0"/>
              <a:t>Normal distribution is a general distribution. Any information such as heights, weights, lengths, widths, sizes, profits, prices, wages, time etc. containing sufficiently large data with mean and variance follows normal distribution. </a:t>
            </a:r>
          </a:p>
          <a:p>
            <a:pPr algn="just">
              <a:lnSpc>
                <a:spcPct val="150000"/>
              </a:lnSpc>
              <a:spcBef>
                <a:spcPts val="0"/>
              </a:spcBef>
              <a:buFont typeface="Courier New" panose="02070309020205020404" pitchFamily="49" charset="0"/>
              <a:buChar char="o"/>
            </a:pPr>
            <a:r>
              <a:rPr lang="en-US" sz="2000" dirty="0"/>
              <a:t>The distribution of errors of repeated measurements follows normal distribution.</a:t>
            </a:r>
          </a:p>
          <a:p>
            <a:pPr algn="just">
              <a:lnSpc>
                <a:spcPct val="150000"/>
              </a:lnSpc>
              <a:spcBef>
                <a:spcPts val="0"/>
              </a:spcBef>
              <a:buFont typeface="Courier New" panose="02070309020205020404" pitchFamily="49" charset="0"/>
              <a:buChar char="o"/>
            </a:pPr>
            <a:r>
              <a:rPr lang="en-US" sz="2000" dirty="0"/>
              <a:t>A continuous random variable X which assumes all possible values in the entire real space, i.e., -∞&lt;x&lt;∞ is said to follow normal distribution with two parameters such as mean μ and variance σ</a:t>
            </a:r>
            <a:r>
              <a:rPr lang="en-US" sz="2000" baseline="30000" dirty="0"/>
              <a:t>2</a:t>
            </a:r>
            <a:r>
              <a:rPr lang="en-US" sz="2000" dirty="0"/>
              <a:t> if it has the probability density function given by</a:t>
            </a:r>
          </a:p>
          <a:p>
            <a:pPr marL="0" indent="0" algn="just">
              <a:lnSpc>
                <a:spcPct val="150000"/>
              </a:lnSpc>
              <a:spcBef>
                <a:spcPts val="0"/>
              </a:spcBef>
              <a:buNone/>
            </a:pPr>
            <a:r>
              <a:rPr lang="en-US" sz="2000" dirty="0"/>
              <a:t> </a:t>
            </a:r>
          </a:p>
        </p:txBody>
      </p:sp>
      <p:graphicFrame>
        <p:nvGraphicFramePr>
          <p:cNvPr id="4" name="Object 3">
            <a:extLst>
              <a:ext uri="{FF2B5EF4-FFF2-40B4-BE49-F238E27FC236}">
                <a16:creationId xmlns:a16="http://schemas.microsoft.com/office/drawing/2014/main" id="{DB49A36D-4D39-48AC-98CD-3E104E56B4E9}"/>
              </a:ext>
            </a:extLst>
          </p:cNvPr>
          <p:cNvGraphicFramePr>
            <a:graphicFrameLocks noChangeAspect="1"/>
          </p:cNvGraphicFramePr>
          <p:nvPr>
            <p:extLst>
              <p:ext uri="{D42A27DB-BD31-4B8C-83A1-F6EECF244321}">
                <p14:modId xmlns:p14="http://schemas.microsoft.com/office/powerpoint/2010/main" val="3379470338"/>
              </p:ext>
            </p:extLst>
          </p:nvPr>
        </p:nvGraphicFramePr>
        <p:xfrm>
          <a:off x="1066800" y="4385733"/>
          <a:ext cx="3352800" cy="840142"/>
        </p:xfrm>
        <a:graphic>
          <a:graphicData uri="http://schemas.openxmlformats.org/presentationml/2006/ole">
            <mc:AlternateContent xmlns:mc="http://schemas.openxmlformats.org/markup-compatibility/2006">
              <mc:Choice xmlns:v="urn:schemas-microsoft-com:vml" Requires="v">
                <p:oleObj name="Equation" r:id="rId2" imgW="1663560" imgH="495000" progId="Equation.3">
                  <p:embed/>
                </p:oleObj>
              </mc:Choice>
              <mc:Fallback>
                <p:oleObj name="Equation" r:id="rId2" imgW="1663560" imgH="495000" progId="Equation.3">
                  <p:embed/>
                  <p:pic>
                    <p:nvPicPr>
                      <p:cNvPr id="6" name="Object 5"/>
                      <p:cNvPicPr>
                        <a:picLocks noChangeAspect="1" noChangeArrowheads="1"/>
                      </p:cNvPicPr>
                      <p:nvPr/>
                    </p:nvPicPr>
                    <p:blipFill>
                      <a:blip r:embed="rId3"/>
                      <a:srcRect/>
                      <a:stretch>
                        <a:fillRect/>
                      </a:stretch>
                    </p:blipFill>
                    <p:spPr bwMode="auto">
                      <a:xfrm>
                        <a:off x="1066800" y="4385733"/>
                        <a:ext cx="3352800" cy="840142"/>
                      </a:xfrm>
                      <a:prstGeom prst="rect">
                        <a:avLst/>
                      </a:prstGeom>
                      <a:noFill/>
                      <a:ln>
                        <a:noFill/>
                      </a:ln>
                    </p:spPr>
                  </p:pic>
                </p:oleObj>
              </mc:Fallback>
            </mc:AlternateContent>
          </a:graphicData>
        </a:graphic>
      </p:graphicFrame>
      <p:pic>
        <p:nvPicPr>
          <p:cNvPr id="3" name="Picture 2">
            <a:extLst>
              <a:ext uri="{FF2B5EF4-FFF2-40B4-BE49-F238E27FC236}">
                <a16:creationId xmlns:a16="http://schemas.microsoft.com/office/drawing/2014/main" id="{9CEF466C-B4CD-4773-A4D2-A74FE6A69F8E}"/>
              </a:ext>
            </a:extLst>
          </p:cNvPr>
          <p:cNvPicPr>
            <a:picLocks noChangeAspect="1"/>
          </p:cNvPicPr>
          <p:nvPr/>
        </p:nvPicPr>
        <p:blipFill>
          <a:blip r:embed="rId4"/>
          <a:stretch>
            <a:fillRect/>
          </a:stretch>
        </p:blipFill>
        <p:spPr>
          <a:xfrm>
            <a:off x="4495800" y="4572000"/>
            <a:ext cx="1322947" cy="298730"/>
          </a:xfrm>
          <a:prstGeom prst="rect">
            <a:avLst/>
          </a:prstGeom>
        </p:spPr>
      </p:pic>
      <p:pic>
        <p:nvPicPr>
          <p:cNvPr id="6" name="Picture 5">
            <a:extLst>
              <a:ext uri="{FF2B5EF4-FFF2-40B4-BE49-F238E27FC236}">
                <a16:creationId xmlns:a16="http://schemas.microsoft.com/office/drawing/2014/main" id="{D88D3A59-F4F1-40FB-A7AA-0150976CD8E7}"/>
              </a:ext>
            </a:extLst>
          </p:cNvPr>
          <p:cNvPicPr>
            <a:picLocks noChangeAspect="1"/>
          </p:cNvPicPr>
          <p:nvPr/>
        </p:nvPicPr>
        <p:blipFill>
          <a:blip r:embed="rId5"/>
          <a:stretch>
            <a:fillRect/>
          </a:stretch>
        </p:blipFill>
        <p:spPr>
          <a:xfrm>
            <a:off x="4395068" y="5105400"/>
            <a:ext cx="3401863" cy="1329043"/>
          </a:xfrm>
          <a:prstGeom prst="rect">
            <a:avLst/>
          </a:prstGeom>
        </p:spPr>
      </p:pic>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28405834-4743-090A-DEC2-529E2F5CA1A7}"/>
                  </a:ext>
                </a:extLst>
              </p14:cNvPr>
              <p14:cNvContentPartPr/>
              <p14:nvPr/>
            </p14:nvContentPartPr>
            <p14:xfrm>
              <a:off x="7590715" y="1614790"/>
              <a:ext cx="3371400" cy="83520"/>
            </p14:xfrm>
          </p:contentPart>
        </mc:Choice>
        <mc:Fallback>
          <p:pic>
            <p:nvPicPr>
              <p:cNvPr id="7" name="Ink 6">
                <a:extLst>
                  <a:ext uri="{FF2B5EF4-FFF2-40B4-BE49-F238E27FC236}">
                    <a16:creationId xmlns:a16="http://schemas.microsoft.com/office/drawing/2014/main" id="{28405834-4743-090A-DEC2-529E2F5CA1A7}"/>
                  </a:ext>
                </a:extLst>
              </p:cNvPr>
              <p:cNvPicPr/>
              <p:nvPr/>
            </p:nvPicPr>
            <p:blipFill>
              <a:blip r:embed="rId7"/>
              <a:stretch>
                <a:fillRect/>
              </a:stretch>
            </p:blipFill>
            <p:spPr>
              <a:xfrm>
                <a:off x="7584595" y="1608670"/>
                <a:ext cx="338364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B8949483-E25B-7DDA-B122-115A30B7F6A4}"/>
                  </a:ext>
                </a:extLst>
              </p14:cNvPr>
              <p14:cNvContentPartPr/>
              <p14:nvPr/>
            </p14:nvContentPartPr>
            <p14:xfrm>
              <a:off x="552715" y="2052190"/>
              <a:ext cx="3390480" cy="93960"/>
            </p14:xfrm>
          </p:contentPart>
        </mc:Choice>
        <mc:Fallback>
          <p:pic>
            <p:nvPicPr>
              <p:cNvPr id="8" name="Ink 7">
                <a:extLst>
                  <a:ext uri="{FF2B5EF4-FFF2-40B4-BE49-F238E27FC236}">
                    <a16:creationId xmlns:a16="http://schemas.microsoft.com/office/drawing/2014/main" id="{B8949483-E25B-7DDA-B122-115A30B7F6A4}"/>
                  </a:ext>
                </a:extLst>
              </p:cNvPr>
              <p:cNvPicPr/>
              <p:nvPr/>
            </p:nvPicPr>
            <p:blipFill>
              <a:blip r:embed="rId9"/>
              <a:stretch>
                <a:fillRect/>
              </a:stretch>
            </p:blipFill>
            <p:spPr>
              <a:xfrm>
                <a:off x="546595" y="2046070"/>
                <a:ext cx="34027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3BED0ED0-5D74-3919-7DF6-6765558EA7E0}"/>
                  </a:ext>
                </a:extLst>
              </p14:cNvPr>
              <p14:cNvContentPartPr/>
              <p14:nvPr/>
            </p14:nvContentPartPr>
            <p14:xfrm>
              <a:off x="3503995" y="2941390"/>
              <a:ext cx="5762160" cy="64440"/>
            </p14:xfrm>
          </p:contentPart>
        </mc:Choice>
        <mc:Fallback>
          <p:pic>
            <p:nvPicPr>
              <p:cNvPr id="9" name="Ink 8">
                <a:extLst>
                  <a:ext uri="{FF2B5EF4-FFF2-40B4-BE49-F238E27FC236}">
                    <a16:creationId xmlns:a16="http://schemas.microsoft.com/office/drawing/2014/main" id="{3BED0ED0-5D74-3919-7DF6-6765558EA7E0}"/>
                  </a:ext>
                </a:extLst>
              </p:cNvPr>
              <p:cNvPicPr/>
              <p:nvPr/>
            </p:nvPicPr>
            <p:blipFill>
              <a:blip r:embed="rId11"/>
              <a:stretch>
                <a:fillRect/>
              </a:stretch>
            </p:blipFill>
            <p:spPr>
              <a:xfrm>
                <a:off x="3497875" y="2935270"/>
                <a:ext cx="5774400" cy="76680"/>
              </a:xfrm>
              <a:prstGeom prst="rect">
                <a:avLst/>
              </a:prstGeom>
            </p:spPr>
          </p:pic>
        </mc:Fallback>
      </mc:AlternateContent>
      <p:grpSp>
        <p:nvGrpSpPr>
          <p:cNvPr id="60" name="Group 59">
            <a:extLst>
              <a:ext uri="{FF2B5EF4-FFF2-40B4-BE49-F238E27FC236}">
                <a16:creationId xmlns:a16="http://schemas.microsoft.com/office/drawing/2014/main" id="{C263BD0F-325C-3561-528C-802FBC116585}"/>
              </a:ext>
            </a:extLst>
          </p:cNvPr>
          <p:cNvGrpSpPr/>
          <p:nvPr/>
        </p:nvGrpSpPr>
        <p:grpSpPr>
          <a:xfrm>
            <a:off x="9242395" y="808390"/>
            <a:ext cx="2509920" cy="2325960"/>
            <a:chOff x="9242395" y="808390"/>
            <a:chExt cx="2509920" cy="2325960"/>
          </a:xfrm>
        </p:grpSpPr>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3ACCA036-7212-F219-8E2A-4F4C733AC629}"/>
                    </a:ext>
                  </a:extLst>
                </p14:cNvPr>
                <p14:cNvContentPartPr/>
                <p14:nvPr/>
              </p14:nvContentPartPr>
              <p14:xfrm>
                <a:off x="9535795" y="2556190"/>
                <a:ext cx="1971000" cy="18000"/>
              </p14:xfrm>
            </p:contentPart>
          </mc:Choice>
          <mc:Fallback>
            <p:pic>
              <p:nvPicPr>
                <p:cNvPr id="10" name="Ink 9">
                  <a:extLst>
                    <a:ext uri="{FF2B5EF4-FFF2-40B4-BE49-F238E27FC236}">
                      <a16:creationId xmlns:a16="http://schemas.microsoft.com/office/drawing/2014/main" id="{3ACCA036-7212-F219-8E2A-4F4C733AC629}"/>
                    </a:ext>
                  </a:extLst>
                </p:cNvPr>
                <p:cNvPicPr/>
                <p:nvPr/>
              </p:nvPicPr>
              <p:blipFill>
                <a:blip r:embed="rId13"/>
                <a:stretch>
                  <a:fillRect/>
                </a:stretch>
              </p:blipFill>
              <p:spPr>
                <a:xfrm>
                  <a:off x="9529675" y="2550070"/>
                  <a:ext cx="19832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4B91E80E-530F-CEC4-A252-9285F3FC4514}"/>
                    </a:ext>
                  </a:extLst>
                </p14:cNvPr>
                <p14:cNvContentPartPr/>
                <p14:nvPr/>
              </p14:nvContentPartPr>
              <p14:xfrm>
                <a:off x="10447315" y="2485990"/>
                <a:ext cx="16560" cy="168840"/>
              </p14:xfrm>
            </p:contentPart>
          </mc:Choice>
          <mc:Fallback>
            <p:pic>
              <p:nvPicPr>
                <p:cNvPr id="11" name="Ink 10">
                  <a:extLst>
                    <a:ext uri="{FF2B5EF4-FFF2-40B4-BE49-F238E27FC236}">
                      <a16:creationId xmlns:a16="http://schemas.microsoft.com/office/drawing/2014/main" id="{4B91E80E-530F-CEC4-A252-9285F3FC4514}"/>
                    </a:ext>
                  </a:extLst>
                </p:cNvPr>
                <p:cNvPicPr/>
                <p:nvPr/>
              </p:nvPicPr>
              <p:blipFill>
                <a:blip r:embed="rId15"/>
                <a:stretch>
                  <a:fillRect/>
                </a:stretch>
              </p:blipFill>
              <p:spPr>
                <a:xfrm>
                  <a:off x="10441195" y="2479870"/>
                  <a:ext cx="2880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618A0D68-4E4C-82E9-2765-0B335D8EBCD8}"/>
                    </a:ext>
                  </a:extLst>
                </p14:cNvPr>
                <p14:cNvContentPartPr/>
                <p14:nvPr/>
              </p14:nvContentPartPr>
              <p14:xfrm>
                <a:off x="9242395" y="1071910"/>
                <a:ext cx="2430360" cy="1460880"/>
              </p14:xfrm>
            </p:contentPart>
          </mc:Choice>
          <mc:Fallback>
            <p:pic>
              <p:nvPicPr>
                <p:cNvPr id="12" name="Ink 11">
                  <a:extLst>
                    <a:ext uri="{FF2B5EF4-FFF2-40B4-BE49-F238E27FC236}">
                      <a16:creationId xmlns:a16="http://schemas.microsoft.com/office/drawing/2014/main" id="{618A0D68-4E4C-82E9-2765-0B335D8EBCD8}"/>
                    </a:ext>
                  </a:extLst>
                </p:cNvPr>
                <p:cNvPicPr/>
                <p:nvPr/>
              </p:nvPicPr>
              <p:blipFill>
                <a:blip r:embed="rId17"/>
                <a:stretch>
                  <a:fillRect/>
                </a:stretch>
              </p:blipFill>
              <p:spPr>
                <a:xfrm>
                  <a:off x="9236275" y="1065790"/>
                  <a:ext cx="2442600" cy="1473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2F4AA8C4-3A5E-35D9-445E-143D3583CD95}"/>
                    </a:ext>
                  </a:extLst>
                </p14:cNvPr>
                <p14:cNvContentPartPr/>
                <p14:nvPr/>
              </p14:nvContentPartPr>
              <p14:xfrm>
                <a:off x="11290435" y="2558350"/>
                <a:ext cx="461880" cy="23040"/>
              </p14:xfrm>
            </p:contentPart>
          </mc:Choice>
          <mc:Fallback>
            <p:pic>
              <p:nvPicPr>
                <p:cNvPr id="13" name="Ink 12">
                  <a:extLst>
                    <a:ext uri="{FF2B5EF4-FFF2-40B4-BE49-F238E27FC236}">
                      <a16:creationId xmlns:a16="http://schemas.microsoft.com/office/drawing/2014/main" id="{2F4AA8C4-3A5E-35D9-445E-143D3583CD95}"/>
                    </a:ext>
                  </a:extLst>
                </p:cNvPr>
                <p:cNvPicPr/>
                <p:nvPr/>
              </p:nvPicPr>
              <p:blipFill>
                <a:blip r:embed="rId19"/>
                <a:stretch>
                  <a:fillRect/>
                </a:stretch>
              </p:blipFill>
              <p:spPr>
                <a:xfrm>
                  <a:off x="11284315" y="2552230"/>
                  <a:ext cx="4741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3BE3EAE3-026B-ABA9-A5B8-E89B57DB1924}"/>
                    </a:ext>
                  </a:extLst>
                </p14:cNvPr>
                <p14:cNvContentPartPr/>
                <p14:nvPr/>
              </p14:nvContentPartPr>
              <p14:xfrm>
                <a:off x="10430755" y="2466550"/>
                <a:ext cx="19440" cy="187200"/>
              </p14:xfrm>
            </p:contentPart>
          </mc:Choice>
          <mc:Fallback>
            <p:pic>
              <p:nvPicPr>
                <p:cNvPr id="14" name="Ink 13">
                  <a:extLst>
                    <a:ext uri="{FF2B5EF4-FFF2-40B4-BE49-F238E27FC236}">
                      <a16:creationId xmlns:a16="http://schemas.microsoft.com/office/drawing/2014/main" id="{3BE3EAE3-026B-ABA9-A5B8-E89B57DB1924}"/>
                    </a:ext>
                  </a:extLst>
                </p:cNvPr>
                <p:cNvPicPr/>
                <p:nvPr/>
              </p:nvPicPr>
              <p:blipFill>
                <a:blip r:embed="rId21"/>
                <a:stretch>
                  <a:fillRect/>
                </a:stretch>
              </p:blipFill>
              <p:spPr>
                <a:xfrm>
                  <a:off x="10424635" y="2460430"/>
                  <a:ext cx="3168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918B5A63-D8D6-02D1-E15D-49804A701DED}"/>
                    </a:ext>
                  </a:extLst>
                </p14:cNvPr>
                <p14:cNvContentPartPr/>
                <p14:nvPr/>
              </p14:nvContentPartPr>
              <p14:xfrm>
                <a:off x="10181635" y="875350"/>
                <a:ext cx="130680" cy="2045160"/>
              </p14:xfrm>
            </p:contentPart>
          </mc:Choice>
          <mc:Fallback>
            <p:pic>
              <p:nvPicPr>
                <p:cNvPr id="16" name="Ink 15">
                  <a:extLst>
                    <a:ext uri="{FF2B5EF4-FFF2-40B4-BE49-F238E27FC236}">
                      <a16:creationId xmlns:a16="http://schemas.microsoft.com/office/drawing/2014/main" id="{918B5A63-D8D6-02D1-E15D-49804A701DED}"/>
                    </a:ext>
                  </a:extLst>
                </p:cNvPr>
                <p:cNvPicPr/>
                <p:nvPr/>
              </p:nvPicPr>
              <p:blipFill>
                <a:blip r:embed="rId23"/>
                <a:stretch>
                  <a:fillRect/>
                </a:stretch>
              </p:blipFill>
              <p:spPr>
                <a:xfrm>
                  <a:off x="10175515" y="869230"/>
                  <a:ext cx="142920" cy="2057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F961DE5C-536B-117E-CCE7-F96F91EB8ADA}"/>
                    </a:ext>
                  </a:extLst>
                </p14:cNvPr>
                <p14:cNvContentPartPr/>
                <p14:nvPr/>
              </p14:nvContentPartPr>
              <p14:xfrm>
                <a:off x="10506715" y="808390"/>
                <a:ext cx="158760" cy="2227680"/>
              </p14:xfrm>
            </p:contentPart>
          </mc:Choice>
          <mc:Fallback>
            <p:pic>
              <p:nvPicPr>
                <p:cNvPr id="17" name="Ink 16">
                  <a:extLst>
                    <a:ext uri="{FF2B5EF4-FFF2-40B4-BE49-F238E27FC236}">
                      <a16:creationId xmlns:a16="http://schemas.microsoft.com/office/drawing/2014/main" id="{F961DE5C-536B-117E-CCE7-F96F91EB8ADA}"/>
                    </a:ext>
                  </a:extLst>
                </p:cNvPr>
                <p:cNvPicPr/>
                <p:nvPr/>
              </p:nvPicPr>
              <p:blipFill>
                <a:blip r:embed="rId25"/>
                <a:stretch>
                  <a:fillRect/>
                </a:stretch>
              </p:blipFill>
              <p:spPr>
                <a:xfrm>
                  <a:off x="10500595" y="802270"/>
                  <a:ext cx="171000" cy="2239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DA8991CD-F8E4-F05B-AF61-E9271DCBB5C6}"/>
                    </a:ext>
                  </a:extLst>
                </p14:cNvPr>
                <p14:cNvContentPartPr/>
                <p14:nvPr/>
              </p14:nvContentPartPr>
              <p14:xfrm>
                <a:off x="10198195" y="1091710"/>
                <a:ext cx="369000" cy="138600"/>
              </p14:xfrm>
            </p:contentPart>
          </mc:Choice>
          <mc:Fallback>
            <p:pic>
              <p:nvPicPr>
                <p:cNvPr id="19" name="Ink 18">
                  <a:extLst>
                    <a:ext uri="{FF2B5EF4-FFF2-40B4-BE49-F238E27FC236}">
                      <a16:creationId xmlns:a16="http://schemas.microsoft.com/office/drawing/2014/main" id="{DA8991CD-F8E4-F05B-AF61-E9271DCBB5C6}"/>
                    </a:ext>
                  </a:extLst>
                </p:cNvPr>
                <p:cNvPicPr/>
                <p:nvPr/>
              </p:nvPicPr>
              <p:blipFill>
                <a:blip r:embed="rId27"/>
                <a:stretch>
                  <a:fillRect/>
                </a:stretch>
              </p:blipFill>
              <p:spPr>
                <a:xfrm>
                  <a:off x="10192075" y="1085590"/>
                  <a:ext cx="38124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8C8A525F-2F41-1BC9-5D00-9AE567403C24}"/>
                    </a:ext>
                  </a:extLst>
                </p14:cNvPr>
                <p14:cNvContentPartPr/>
                <p14:nvPr/>
              </p14:nvContentPartPr>
              <p14:xfrm>
                <a:off x="10230235" y="1245790"/>
                <a:ext cx="211680" cy="111240"/>
              </p14:xfrm>
            </p:contentPart>
          </mc:Choice>
          <mc:Fallback>
            <p:pic>
              <p:nvPicPr>
                <p:cNvPr id="20" name="Ink 19">
                  <a:extLst>
                    <a:ext uri="{FF2B5EF4-FFF2-40B4-BE49-F238E27FC236}">
                      <a16:creationId xmlns:a16="http://schemas.microsoft.com/office/drawing/2014/main" id="{8C8A525F-2F41-1BC9-5D00-9AE567403C24}"/>
                    </a:ext>
                  </a:extLst>
                </p:cNvPr>
                <p:cNvPicPr/>
                <p:nvPr/>
              </p:nvPicPr>
              <p:blipFill>
                <a:blip r:embed="rId29"/>
                <a:stretch>
                  <a:fillRect/>
                </a:stretch>
              </p:blipFill>
              <p:spPr>
                <a:xfrm>
                  <a:off x="10224115" y="1239670"/>
                  <a:ext cx="22392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EFCD131F-959B-1AFC-1498-B471CE8DADC8}"/>
                    </a:ext>
                  </a:extLst>
                </p14:cNvPr>
                <p14:cNvContentPartPr/>
                <p14:nvPr/>
              </p14:nvContentPartPr>
              <p14:xfrm>
                <a:off x="10202515" y="1305910"/>
                <a:ext cx="355320" cy="208080"/>
              </p14:xfrm>
            </p:contentPart>
          </mc:Choice>
          <mc:Fallback>
            <p:pic>
              <p:nvPicPr>
                <p:cNvPr id="21" name="Ink 20">
                  <a:extLst>
                    <a:ext uri="{FF2B5EF4-FFF2-40B4-BE49-F238E27FC236}">
                      <a16:creationId xmlns:a16="http://schemas.microsoft.com/office/drawing/2014/main" id="{EFCD131F-959B-1AFC-1498-B471CE8DADC8}"/>
                    </a:ext>
                  </a:extLst>
                </p:cNvPr>
                <p:cNvPicPr/>
                <p:nvPr/>
              </p:nvPicPr>
              <p:blipFill>
                <a:blip r:embed="rId31"/>
                <a:stretch>
                  <a:fillRect/>
                </a:stretch>
              </p:blipFill>
              <p:spPr>
                <a:xfrm>
                  <a:off x="10196395" y="1299790"/>
                  <a:ext cx="36756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6AF1CDAF-6586-6FF8-3BF9-61361C26CC6B}"/>
                    </a:ext>
                  </a:extLst>
                </p14:cNvPr>
                <p14:cNvContentPartPr/>
                <p14:nvPr/>
              </p14:nvContentPartPr>
              <p14:xfrm>
                <a:off x="10203595" y="1452070"/>
                <a:ext cx="376200" cy="179280"/>
              </p14:xfrm>
            </p:contentPart>
          </mc:Choice>
          <mc:Fallback>
            <p:pic>
              <p:nvPicPr>
                <p:cNvPr id="22" name="Ink 21">
                  <a:extLst>
                    <a:ext uri="{FF2B5EF4-FFF2-40B4-BE49-F238E27FC236}">
                      <a16:creationId xmlns:a16="http://schemas.microsoft.com/office/drawing/2014/main" id="{6AF1CDAF-6586-6FF8-3BF9-61361C26CC6B}"/>
                    </a:ext>
                  </a:extLst>
                </p:cNvPr>
                <p:cNvPicPr/>
                <p:nvPr/>
              </p:nvPicPr>
              <p:blipFill>
                <a:blip r:embed="rId33"/>
                <a:stretch>
                  <a:fillRect/>
                </a:stretch>
              </p:blipFill>
              <p:spPr>
                <a:xfrm>
                  <a:off x="10197475" y="1445950"/>
                  <a:ext cx="38844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66C20680-23BF-49A3-9F5B-FF877979D3F4}"/>
                    </a:ext>
                  </a:extLst>
                </p14:cNvPr>
                <p14:cNvContentPartPr/>
                <p14:nvPr/>
              </p14:nvContentPartPr>
              <p14:xfrm>
                <a:off x="10194235" y="1626670"/>
                <a:ext cx="309960" cy="119520"/>
              </p14:xfrm>
            </p:contentPart>
          </mc:Choice>
          <mc:Fallback>
            <p:pic>
              <p:nvPicPr>
                <p:cNvPr id="23" name="Ink 22">
                  <a:extLst>
                    <a:ext uri="{FF2B5EF4-FFF2-40B4-BE49-F238E27FC236}">
                      <a16:creationId xmlns:a16="http://schemas.microsoft.com/office/drawing/2014/main" id="{66C20680-23BF-49A3-9F5B-FF877979D3F4}"/>
                    </a:ext>
                  </a:extLst>
                </p:cNvPr>
                <p:cNvPicPr/>
                <p:nvPr/>
              </p:nvPicPr>
              <p:blipFill>
                <a:blip r:embed="rId35"/>
                <a:stretch>
                  <a:fillRect/>
                </a:stretch>
              </p:blipFill>
              <p:spPr>
                <a:xfrm>
                  <a:off x="10188115" y="1620550"/>
                  <a:ext cx="32220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0B796036-3834-7D4D-E779-256FCCDE0CB4}"/>
                    </a:ext>
                  </a:extLst>
                </p14:cNvPr>
                <p14:cNvContentPartPr/>
                <p14:nvPr/>
              </p14:nvContentPartPr>
              <p14:xfrm>
                <a:off x="10266595" y="1733230"/>
                <a:ext cx="281880" cy="116280"/>
              </p14:xfrm>
            </p:contentPart>
          </mc:Choice>
          <mc:Fallback>
            <p:pic>
              <p:nvPicPr>
                <p:cNvPr id="24" name="Ink 23">
                  <a:extLst>
                    <a:ext uri="{FF2B5EF4-FFF2-40B4-BE49-F238E27FC236}">
                      <a16:creationId xmlns:a16="http://schemas.microsoft.com/office/drawing/2014/main" id="{0B796036-3834-7D4D-E779-256FCCDE0CB4}"/>
                    </a:ext>
                  </a:extLst>
                </p:cNvPr>
                <p:cNvPicPr/>
                <p:nvPr/>
              </p:nvPicPr>
              <p:blipFill>
                <a:blip r:embed="rId37"/>
                <a:stretch>
                  <a:fillRect/>
                </a:stretch>
              </p:blipFill>
              <p:spPr>
                <a:xfrm>
                  <a:off x="10260475" y="1727110"/>
                  <a:ext cx="294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8C164674-DBCB-1439-D548-89B177AFD064}"/>
                    </a:ext>
                  </a:extLst>
                </p14:cNvPr>
                <p14:cNvContentPartPr/>
                <p14:nvPr/>
              </p14:nvContentPartPr>
              <p14:xfrm>
                <a:off x="10228795" y="1900270"/>
                <a:ext cx="315360" cy="90360"/>
              </p14:xfrm>
            </p:contentPart>
          </mc:Choice>
          <mc:Fallback>
            <p:pic>
              <p:nvPicPr>
                <p:cNvPr id="25" name="Ink 24">
                  <a:extLst>
                    <a:ext uri="{FF2B5EF4-FFF2-40B4-BE49-F238E27FC236}">
                      <a16:creationId xmlns:a16="http://schemas.microsoft.com/office/drawing/2014/main" id="{8C164674-DBCB-1439-D548-89B177AFD064}"/>
                    </a:ext>
                  </a:extLst>
                </p:cNvPr>
                <p:cNvPicPr/>
                <p:nvPr/>
              </p:nvPicPr>
              <p:blipFill>
                <a:blip r:embed="rId39"/>
                <a:stretch>
                  <a:fillRect/>
                </a:stretch>
              </p:blipFill>
              <p:spPr>
                <a:xfrm>
                  <a:off x="10222675" y="1894150"/>
                  <a:ext cx="3276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95F67568-B296-13C0-638E-081EC0FD92BD}"/>
                    </a:ext>
                  </a:extLst>
                </p14:cNvPr>
                <p14:cNvContentPartPr/>
                <p14:nvPr/>
              </p14:nvContentPartPr>
              <p14:xfrm>
                <a:off x="10273795" y="2008990"/>
                <a:ext cx="265680" cy="120240"/>
              </p14:xfrm>
            </p:contentPart>
          </mc:Choice>
          <mc:Fallback>
            <p:pic>
              <p:nvPicPr>
                <p:cNvPr id="26" name="Ink 25">
                  <a:extLst>
                    <a:ext uri="{FF2B5EF4-FFF2-40B4-BE49-F238E27FC236}">
                      <a16:creationId xmlns:a16="http://schemas.microsoft.com/office/drawing/2014/main" id="{95F67568-B296-13C0-638E-081EC0FD92BD}"/>
                    </a:ext>
                  </a:extLst>
                </p:cNvPr>
                <p:cNvPicPr/>
                <p:nvPr/>
              </p:nvPicPr>
              <p:blipFill>
                <a:blip r:embed="rId41"/>
                <a:stretch>
                  <a:fillRect/>
                </a:stretch>
              </p:blipFill>
              <p:spPr>
                <a:xfrm>
                  <a:off x="10267675" y="2002870"/>
                  <a:ext cx="27792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120786DB-D38B-E20A-6A3A-A6949C6D471E}"/>
                    </a:ext>
                  </a:extLst>
                </p14:cNvPr>
                <p14:cNvContentPartPr/>
                <p14:nvPr/>
              </p14:nvContentPartPr>
              <p14:xfrm>
                <a:off x="10231315" y="2110150"/>
                <a:ext cx="380160" cy="170280"/>
              </p14:xfrm>
            </p:contentPart>
          </mc:Choice>
          <mc:Fallback>
            <p:pic>
              <p:nvPicPr>
                <p:cNvPr id="27" name="Ink 26">
                  <a:extLst>
                    <a:ext uri="{FF2B5EF4-FFF2-40B4-BE49-F238E27FC236}">
                      <a16:creationId xmlns:a16="http://schemas.microsoft.com/office/drawing/2014/main" id="{120786DB-D38B-E20A-6A3A-A6949C6D471E}"/>
                    </a:ext>
                  </a:extLst>
                </p:cNvPr>
                <p:cNvPicPr/>
                <p:nvPr/>
              </p:nvPicPr>
              <p:blipFill>
                <a:blip r:embed="rId43"/>
                <a:stretch>
                  <a:fillRect/>
                </a:stretch>
              </p:blipFill>
              <p:spPr>
                <a:xfrm>
                  <a:off x="10225195" y="2104030"/>
                  <a:ext cx="39240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FF573C9E-C652-D86A-2068-4BF6DF0B3AE3}"/>
                    </a:ext>
                  </a:extLst>
                </p14:cNvPr>
                <p14:cNvContentPartPr/>
                <p14:nvPr/>
              </p14:nvContentPartPr>
              <p14:xfrm>
                <a:off x="10230235" y="2210590"/>
                <a:ext cx="421560" cy="164880"/>
              </p14:xfrm>
            </p:contentPart>
          </mc:Choice>
          <mc:Fallback>
            <p:pic>
              <p:nvPicPr>
                <p:cNvPr id="28" name="Ink 27">
                  <a:extLst>
                    <a:ext uri="{FF2B5EF4-FFF2-40B4-BE49-F238E27FC236}">
                      <a16:creationId xmlns:a16="http://schemas.microsoft.com/office/drawing/2014/main" id="{FF573C9E-C652-D86A-2068-4BF6DF0B3AE3}"/>
                    </a:ext>
                  </a:extLst>
                </p:cNvPr>
                <p:cNvPicPr/>
                <p:nvPr/>
              </p:nvPicPr>
              <p:blipFill>
                <a:blip r:embed="rId45"/>
                <a:stretch>
                  <a:fillRect/>
                </a:stretch>
              </p:blipFill>
              <p:spPr>
                <a:xfrm>
                  <a:off x="10224115" y="2204470"/>
                  <a:ext cx="4338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D12CA847-F61C-6705-8FF2-414F81BE4F15}"/>
                    </a:ext>
                  </a:extLst>
                </p14:cNvPr>
                <p14:cNvContentPartPr/>
                <p14:nvPr/>
              </p14:nvContentPartPr>
              <p14:xfrm>
                <a:off x="10254355" y="2344150"/>
                <a:ext cx="356400" cy="136080"/>
              </p14:xfrm>
            </p:contentPart>
          </mc:Choice>
          <mc:Fallback>
            <p:pic>
              <p:nvPicPr>
                <p:cNvPr id="29" name="Ink 28">
                  <a:extLst>
                    <a:ext uri="{FF2B5EF4-FFF2-40B4-BE49-F238E27FC236}">
                      <a16:creationId xmlns:a16="http://schemas.microsoft.com/office/drawing/2014/main" id="{D12CA847-F61C-6705-8FF2-414F81BE4F15}"/>
                    </a:ext>
                  </a:extLst>
                </p:cNvPr>
                <p:cNvPicPr/>
                <p:nvPr/>
              </p:nvPicPr>
              <p:blipFill>
                <a:blip r:embed="rId47"/>
                <a:stretch>
                  <a:fillRect/>
                </a:stretch>
              </p:blipFill>
              <p:spPr>
                <a:xfrm>
                  <a:off x="10248235" y="2338030"/>
                  <a:ext cx="3686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9525770E-442A-3178-1A04-454EBBE9D32E}"/>
                    </a:ext>
                  </a:extLst>
                </p14:cNvPr>
                <p14:cNvContentPartPr/>
                <p14:nvPr/>
              </p14:nvContentPartPr>
              <p14:xfrm>
                <a:off x="10255075" y="2414350"/>
                <a:ext cx="348120" cy="112320"/>
              </p14:xfrm>
            </p:contentPart>
          </mc:Choice>
          <mc:Fallback>
            <p:pic>
              <p:nvPicPr>
                <p:cNvPr id="30" name="Ink 29">
                  <a:extLst>
                    <a:ext uri="{FF2B5EF4-FFF2-40B4-BE49-F238E27FC236}">
                      <a16:creationId xmlns:a16="http://schemas.microsoft.com/office/drawing/2014/main" id="{9525770E-442A-3178-1A04-454EBBE9D32E}"/>
                    </a:ext>
                  </a:extLst>
                </p:cNvPr>
                <p:cNvPicPr/>
                <p:nvPr/>
              </p:nvPicPr>
              <p:blipFill>
                <a:blip r:embed="rId49"/>
                <a:stretch>
                  <a:fillRect/>
                </a:stretch>
              </p:blipFill>
              <p:spPr>
                <a:xfrm>
                  <a:off x="10248955" y="2408230"/>
                  <a:ext cx="36036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6F7A5A09-2938-D23B-776E-5C1CA59AA46E}"/>
                    </a:ext>
                  </a:extLst>
                </p14:cNvPr>
                <p14:cNvContentPartPr/>
                <p14:nvPr/>
              </p14:nvContentPartPr>
              <p14:xfrm>
                <a:off x="10352635" y="2521270"/>
                <a:ext cx="214560" cy="95760"/>
              </p14:xfrm>
            </p:contentPart>
          </mc:Choice>
          <mc:Fallback>
            <p:pic>
              <p:nvPicPr>
                <p:cNvPr id="31" name="Ink 30">
                  <a:extLst>
                    <a:ext uri="{FF2B5EF4-FFF2-40B4-BE49-F238E27FC236}">
                      <a16:creationId xmlns:a16="http://schemas.microsoft.com/office/drawing/2014/main" id="{6F7A5A09-2938-D23B-776E-5C1CA59AA46E}"/>
                    </a:ext>
                  </a:extLst>
                </p:cNvPr>
                <p:cNvPicPr/>
                <p:nvPr/>
              </p:nvPicPr>
              <p:blipFill>
                <a:blip r:embed="rId51"/>
                <a:stretch>
                  <a:fillRect/>
                </a:stretch>
              </p:blipFill>
              <p:spPr>
                <a:xfrm>
                  <a:off x="10346515" y="2515150"/>
                  <a:ext cx="2268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86766818-E63E-34ED-800C-4DB24054D1DA}"/>
                    </a:ext>
                  </a:extLst>
                </p14:cNvPr>
                <p14:cNvContentPartPr/>
                <p14:nvPr/>
              </p14:nvContentPartPr>
              <p14:xfrm>
                <a:off x="10664035" y="2498230"/>
                <a:ext cx="360" cy="360"/>
              </p14:xfrm>
            </p:contentPart>
          </mc:Choice>
          <mc:Fallback>
            <p:pic>
              <p:nvPicPr>
                <p:cNvPr id="32" name="Ink 31">
                  <a:extLst>
                    <a:ext uri="{FF2B5EF4-FFF2-40B4-BE49-F238E27FC236}">
                      <a16:creationId xmlns:a16="http://schemas.microsoft.com/office/drawing/2014/main" id="{86766818-E63E-34ED-800C-4DB24054D1DA}"/>
                    </a:ext>
                  </a:extLst>
                </p:cNvPr>
                <p:cNvPicPr/>
                <p:nvPr/>
              </p:nvPicPr>
              <p:blipFill>
                <a:blip r:embed="rId53"/>
                <a:stretch>
                  <a:fillRect/>
                </a:stretch>
              </p:blipFill>
              <p:spPr>
                <a:xfrm>
                  <a:off x="10657915" y="249211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B043E334-00D5-96B6-8F89-23728F92A21D}"/>
                    </a:ext>
                  </a:extLst>
                </p14:cNvPr>
                <p14:cNvContentPartPr/>
                <p14:nvPr/>
              </p14:nvContentPartPr>
              <p14:xfrm>
                <a:off x="9974635" y="1155070"/>
                <a:ext cx="39960" cy="1947600"/>
              </p14:xfrm>
            </p:contentPart>
          </mc:Choice>
          <mc:Fallback>
            <p:pic>
              <p:nvPicPr>
                <p:cNvPr id="33" name="Ink 32">
                  <a:extLst>
                    <a:ext uri="{FF2B5EF4-FFF2-40B4-BE49-F238E27FC236}">
                      <a16:creationId xmlns:a16="http://schemas.microsoft.com/office/drawing/2014/main" id="{B043E334-00D5-96B6-8F89-23728F92A21D}"/>
                    </a:ext>
                  </a:extLst>
                </p:cNvPr>
                <p:cNvPicPr/>
                <p:nvPr/>
              </p:nvPicPr>
              <p:blipFill>
                <a:blip r:embed="rId55"/>
                <a:stretch>
                  <a:fillRect/>
                </a:stretch>
              </p:blipFill>
              <p:spPr>
                <a:xfrm>
                  <a:off x="9968515" y="1148950"/>
                  <a:ext cx="52200" cy="1959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5A11254E-0C5B-C992-FBDA-A262D2B62651}"/>
                    </a:ext>
                  </a:extLst>
                </p14:cNvPr>
                <p14:cNvContentPartPr/>
                <p14:nvPr/>
              </p14:nvContentPartPr>
              <p14:xfrm>
                <a:off x="10842955" y="1031590"/>
                <a:ext cx="69840" cy="2102760"/>
              </p14:xfrm>
            </p:contentPart>
          </mc:Choice>
          <mc:Fallback>
            <p:pic>
              <p:nvPicPr>
                <p:cNvPr id="34" name="Ink 33">
                  <a:extLst>
                    <a:ext uri="{FF2B5EF4-FFF2-40B4-BE49-F238E27FC236}">
                      <a16:creationId xmlns:a16="http://schemas.microsoft.com/office/drawing/2014/main" id="{5A11254E-0C5B-C992-FBDA-A262D2B62651}"/>
                    </a:ext>
                  </a:extLst>
                </p:cNvPr>
                <p:cNvPicPr/>
                <p:nvPr/>
              </p:nvPicPr>
              <p:blipFill>
                <a:blip r:embed="rId57"/>
                <a:stretch>
                  <a:fillRect/>
                </a:stretch>
              </p:blipFill>
              <p:spPr>
                <a:xfrm>
                  <a:off x="10836835" y="1025470"/>
                  <a:ext cx="82080" cy="2115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3DF4C514-0692-146B-F8C9-B266FA7DE311}"/>
                    </a:ext>
                  </a:extLst>
                </p14:cNvPr>
                <p14:cNvContentPartPr/>
                <p14:nvPr/>
              </p14:nvContentPartPr>
              <p14:xfrm>
                <a:off x="9960235" y="1831870"/>
                <a:ext cx="249840" cy="149400"/>
              </p14:xfrm>
            </p:contentPart>
          </mc:Choice>
          <mc:Fallback>
            <p:pic>
              <p:nvPicPr>
                <p:cNvPr id="36" name="Ink 35">
                  <a:extLst>
                    <a:ext uri="{FF2B5EF4-FFF2-40B4-BE49-F238E27FC236}">
                      <a16:creationId xmlns:a16="http://schemas.microsoft.com/office/drawing/2014/main" id="{3DF4C514-0692-146B-F8C9-B266FA7DE311}"/>
                    </a:ext>
                  </a:extLst>
                </p:cNvPr>
                <p:cNvPicPr/>
                <p:nvPr/>
              </p:nvPicPr>
              <p:blipFill>
                <a:blip r:embed="rId59"/>
                <a:stretch>
                  <a:fillRect/>
                </a:stretch>
              </p:blipFill>
              <p:spPr>
                <a:xfrm>
                  <a:off x="9954115" y="1825750"/>
                  <a:ext cx="26208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B561E9D0-A7A8-4157-3B94-D55DDEBC23D4}"/>
                    </a:ext>
                  </a:extLst>
                </p14:cNvPr>
                <p14:cNvContentPartPr/>
                <p14:nvPr/>
              </p14:nvContentPartPr>
              <p14:xfrm>
                <a:off x="9980035" y="1918990"/>
                <a:ext cx="275760" cy="164520"/>
              </p14:xfrm>
            </p:contentPart>
          </mc:Choice>
          <mc:Fallback>
            <p:pic>
              <p:nvPicPr>
                <p:cNvPr id="37" name="Ink 36">
                  <a:extLst>
                    <a:ext uri="{FF2B5EF4-FFF2-40B4-BE49-F238E27FC236}">
                      <a16:creationId xmlns:a16="http://schemas.microsoft.com/office/drawing/2014/main" id="{B561E9D0-A7A8-4157-3B94-D55DDEBC23D4}"/>
                    </a:ext>
                  </a:extLst>
                </p:cNvPr>
                <p:cNvPicPr/>
                <p:nvPr/>
              </p:nvPicPr>
              <p:blipFill>
                <a:blip r:embed="rId61"/>
                <a:stretch>
                  <a:fillRect/>
                </a:stretch>
              </p:blipFill>
              <p:spPr>
                <a:xfrm>
                  <a:off x="9973915" y="1912870"/>
                  <a:ext cx="2880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3DA64446-65EB-EDE5-E559-BAC54FBF21B6}"/>
                    </a:ext>
                  </a:extLst>
                </p14:cNvPr>
                <p14:cNvContentPartPr/>
                <p14:nvPr/>
              </p14:nvContentPartPr>
              <p14:xfrm>
                <a:off x="10001635" y="2084230"/>
                <a:ext cx="243720" cy="138960"/>
              </p14:xfrm>
            </p:contentPart>
          </mc:Choice>
          <mc:Fallback>
            <p:pic>
              <p:nvPicPr>
                <p:cNvPr id="38" name="Ink 37">
                  <a:extLst>
                    <a:ext uri="{FF2B5EF4-FFF2-40B4-BE49-F238E27FC236}">
                      <a16:creationId xmlns:a16="http://schemas.microsoft.com/office/drawing/2014/main" id="{3DA64446-65EB-EDE5-E559-BAC54FBF21B6}"/>
                    </a:ext>
                  </a:extLst>
                </p:cNvPr>
                <p:cNvPicPr/>
                <p:nvPr/>
              </p:nvPicPr>
              <p:blipFill>
                <a:blip r:embed="rId63"/>
                <a:stretch>
                  <a:fillRect/>
                </a:stretch>
              </p:blipFill>
              <p:spPr>
                <a:xfrm>
                  <a:off x="9995515" y="2078110"/>
                  <a:ext cx="2559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A4A7809C-33CA-260C-3000-D7333FB2B450}"/>
                    </a:ext>
                  </a:extLst>
                </p14:cNvPr>
                <p14:cNvContentPartPr/>
                <p14:nvPr/>
              </p14:nvContentPartPr>
              <p14:xfrm>
                <a:off x="10020355" y="2218150"/>
                <a:ext cx="197280" cy="92160"/>
              </p14:xfrm>
            </p:contentPart>
          </mc:Choice>
          <mc:Fallback>
            <p:pic>
              <p:nvPicPr>
                <p:cNvPr id="39" name="Ink 38">
                  <a:extLst>
                    <a:ext uri="{FF2B5EF4-FFF2-40B4-BE49-F238E27FC236}">
                      <a16:creationId xmlns:a16="http://schemas.microsoft.com/office/drawing/2014/main" id="{A4A7809C-33CA-260C-3000-D7333FB2B450}"/>
                    </a:ext>
                  </a:extLst>
                </p:cNvPr>
                <p:cNvPicPr/>
                <p:nvPr/>
              </p:nvPicPr>
              <p:blipFill>
                <a:blip r:embed="rId65"/>
                <a:stretch>
                  <a:fillRect/>
                </a:stretch>
              </p:blipFill>
              <p:spPr>
                <a:xfrm>
                  <a:off x="10014235" y="2212030"/>
                  <a:ext cx="20952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869755AF-E2D6-8A8C-102A-36C161E2C989}"/>
                    </a:ext>
                  </a:extLst>
                </p14:cNvPr>
                <p14:cNvContentPartPr/>
                <p14:nvPr/>
              </p14:nvContentPartPr>
              <p14:xfrm>
                <a:off x="9960235" y="2309590"/>
                <a:ext cx="287280" cy="127080"/>
              </p14:xfrm>
            </p:contentPart>
          </mc:Choice>
          <mc:Fallback>
            <p:pic>
              <p:nvPicPr>
                <p:cNvPr id="40" name="Ink 39">
                  <a:extLst>
                    <a:ext uri="{FF2B5EF4-FFF2-40B4-BE49-F238E27FC236}">
                      <a16:creationId xmlns:a16="http://schemas.microsoft.com/office/drawing/2014/main" id="{869755AF-E2D6-8A8C-102A-36C161E2C989}"/>
                    </a:ext>
                  </a:extLst>
                </p:cNvPr>
                <p:cNvPicPr/>
                <p:nvPr/>
              </p:nvPicPr>
              <p:blipFill>
                <a:blip r:embed="rId67"/>
                <a:stretch>
                  <a:fillRect/>
                </a:stretch>
              </p:blipFill>
              <p:spPr>
                <a:xfrm>
                  <a:off x="9954115" y="2303470"/>
                  <a:ext cx="2995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E23413F0-B2A0-0DE6-E430-02C9073304FD}"/>
                    </a:ext>
                  </a:extLst>
                </p14:cNvPr>
                <p14:cNvContentPartPr/>
                <p14:nvPr/>
              </p14:nvContentPartPr>
              <p14:xfrm>
                <a:off x="9995515" y="2391310"/>
                <a:ext cx="273960" cy="100080"/>
              </p14:xfrm>
            </p:contentPart>
          </mc:Choice>
          <mc:Fallback>
            <p:pic>
              <p:nvPicPr>
                <p:cNvPr id="41" name="Ink 40">
                  <a:extLst>
                    <a:ext uri="{FF2B5EF4-FFF2-40B4-BE49-F238E27FC236}">
                      <a16:creationId xmlns:a16="http://schemas.microsoft.com/office/drawing/2014/main" id="{E23413F0-B2A0-0DE6-E430-02C9073304FD}"/>
                    </a:ext>
                  </a:extLst>
                </p:cNvPr>
                <p:cNvPicPr/>
                <p:nvPr/>
              </p:nvPicPr>
              <p:blipFill>
                <a:blip r:embed="rId69"/>
                <a:stretch>
                  <a:fillRect/>
                </a:stretch>
              </p:blipFill>
              <p:spPr>
                <a:xfrm>
                  <a:off x="9989395" y="2385190"/>
                  <a:ext cx="28620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D795E9EB-E035-31C1-C601-BD580BDB4E41}"/>
                    </a:ext>
                  </a:extLst>
                </p14:cNvPr>
                <p14:cNvContentPartPr/>
                <p14:nvPr/>
              </p14:nvContentPartPr>
              <p14:xfrm>
                <a:off x="10092715" y="2438470"/>
                <a:ext cx="225360" cy="104040"/>
              </p14:xfrm>
            </p:contentPart>
          </mc:Choice>
          <mc:Fallback>
            <p:pic>
              <p:nvPicPr>
                <p:cNvPr id="42" name="Ink 41">
                  <a:extLst>
                    <a:ext uri="{FF2B5EF4-FFF2-40B4-BE49-F238E27FC236}">
                      <a16:creationId xmlns:a16="http://schemas.microsoft.com/office/drawing/2014/main" id="{D795E9EB-E035-31C1-C601-BD580BDB4E41}"/>
                    </a:ext>
                  </a:extLst>
                </p:cNvPr>
                <p:cNvPicPr/>
                <p:nvPr/>
              </p:nvPicPr>
              <p:blipFill>
                <a:blip r:embed="rId71"/>
                <a:stretch>
                  <a:fillRect/>
                </a:stretch>
              </p:blipFill>
              <p:spPr>
                <a:xfrm>
                  <a:off x="10086595" y="2432350"/>
                  <a:ext cx="2376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AC8AF3D9-B23F-3FEF-5973-9145E5F079CE}"/>
                    </a:ext>
                  </a:extLst>
                </p14:cNvPr>
                <p14:cNvContentPartPr/>
                <p14:nvPr/>
              </p14:nvContentPartPr>
              <p14:xfrm>
                <a:off x="10023235" y="1723150"/>
                <a:ext cx="199800" cy="96120"/>
              </p14:xfrm>
            </p:contentPart>
          </mc:Choice>
          <mc:Fallback>
            <p:pic>
              <p:nvPicPr>
                <p:cNvPr id="43" name="Ink 42">
                  <a:extLst>
                    <a:ext uri="{FF2B5EF4-FFF2-40B4-BE49-F238E27FC236}">
                      <a16:creationId xmlns:a16="http://schemas.microsoft.com/office/drawing/2014/main" id="{AC8AF3D9-B23F-3FEF-5973-9145E5F079CE}"/>
                    </a:ext>
                  </a:extLst>
                </p:cNvPr>
                <p:cNvPicPr/>
                <p:nvPr/>
              </p:nvPicPr>
              <p:blipFill>
                <a:blip r:embed="rId73"/>
                <a:stretch>
                  <a:fillRect/>
                </a:stretch>
              </p:blipFill>
              <p:spPr>
                <a:xfrm>
                  <a:off x="10017115" y="1717030"/>
                  <a:ext cx="2120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5906B7E6-8503-7E98-F442-984967D3AFBD}"/>
                    </a:ext>
                  </a:extLst>
                </p14:cNvPr>
                <p14:cNvContentPartPr/>
                <p14:nvPr/>
              </p14:nvContentPartPr>
              <p14:xfrm>
                <a:off x="10067875" y="1665190"/>
                <a:ext cx="114120" cy="59400"/>
              </p14:xfrm>
            </p:contentPart>
          </mc:Choice>
          <mc:Fallback>
            <p:pic>
              <p:nvPicPr>
                <p:cNvPr id="44" name="Ink 43">
                  <a:extLst>
                    <a:ext uri="{FF2B5EF4-FFF2-40B4-BE49-F238E27FC236}">
                      <a16:creationId xmlns:a16="http://schemas.microsoft.com/office/drawing/2014/main" id="{5906B7E6-8503-7E98-F442-984967D3AFBD}"/>
                    </a:ext>
                  </a:extLst>
                </p:cNvPr>
                <p:cNvPicPr/>
                <p:nvPr/>
              </p:nvPicPr>
              <p:blipFill>
                <a:blip r:embed="rId75"/>
                <a:stretch>
                  <a:fillRect/>
                </a:stretch>
              </p:blipFill>
              <p:spPr>
                <a:xfrm>
                  <a:off x="10061755" y="1659070"/>
                  <a:ext cx="1263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CB1C4A9C-B3B9-E506-BFFD-AD9C5631B5AA}"/>
                    </a:ext>
                  </a:extLst>
                </p14:cNvPr>
                <p14:cNvContentPartPr/>
                <p14:nvPr/>
              </p14:nvContentPartPr>
              <p14:xfrm>
                <a:off x="10110355" y="1575190"/>
                <a:ext cx="147600" cy="79920"/>
              </p14:xfrm>
            </p:contentPart>
          </mc:Choice>
          <mc:Fallback>
            <p:pic>
              <p:nvPicPr>
                <p:cNvPr id="45" name="Ink 44">
                  <a:extLst>
                    <a:ext uri="{FF2B5EF4-FFF2-40B4-BE49-F238E27FC236}">
                      <a16:creationId xmlns:a16="http://schemas.microsoft.com/office/drawing/2014/main" id="{CB1C4A9C-B3B9-E506-BFFD-AD9C5631B5AA}"/>
                    </a:ext>
                  </a:extLst>
                </p:cNvPr>
                <p:cNvPicPr/>
                <p:nvPr/>
              </p:nvPicPr>
              <p:blipFill>
                <a:blip r:embed="rId77"/>
                <a:stretch>
                  <a:fillRect/>
                </a:stretch>
              </p:blipFill>
              <p:spPr>
                <a:xfrm>
                  <a:off x="10104235" y="1569070"/>
                  <a:ext cx="1598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562B9ACB-5079-6415-4CA5-38764A5779FB}"/>
                    </a:ext>
                  </a:extLst>
                </p14:cNvPr>
                <p14:cNvContentPartPr/>
                <p14:nvPr/>
              </p14:nvContentPartPr>
              <p14:xfrm>
                <a:off x="10146715" y="1483750"/>
                <a:ext cx="110160" cy="71640"/>
              </p14:xfrm>
            </p:contentPart>
          </mc:Choice>
          <mc:Fallback>
            <p:pic>
              <p:nvPicPr>
                <p:cNvPr id="46" name="Ink 45">
                  <a:extLst>
                    <a:ext uri="{FF2B5EF4-FFF2-40B4-BE49-F238E27FC236}">
                      <a16:creationId xmlns:a16="http://schemas.microsoft.com/office/drawing/2014/main" id="{562B9ACB-5079-6415-4CA5-38764A5779FB}"/>
                    </a:ext>
                  </a:extLst>
                </p:cNvPr>
                <p:cNvPicPr/>
                <p:nvPr/>
              </p:nvPicPr>
              <p:blipFill>
                <a:blip r:embed="rId79"/>
                <a:stretch>
                  <a:fillRect/>
                </a:stretch>
              </p:blipFill>
              <p:spPr>
                <a:xfrm>
                  <a:off x="10140595" y="1477630"/>
                  <a:ext cx="12240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D3D91FBA-BE0C-9E02-E82F-EF787D56643B}"/>
                    </a:ext>
                  </a:extLst>
                </p14:cNvPr>
                <p14:cNvContentPartPr/>
                <p14:nvPr/>
              </p14:nvContentPartPr>
              <p14:xfrm>
                <a:off x="10150675" y="1442350"/>
                <a:ext cx="104760" cy="58320"/>
              </p14:xfrm>
            </p:contentPart>
          </mc:Choice>
          <mc:Fallback>
            <p:pic>
              <p:nvPicPr>
                <p:cNvPr id="47" name="Ink 46">
                  <a:extLst>
                    <a:ext uri="{FF2B5EF4-FFF2-40B4-BE49-F238E27FC236}">
                      <a16:creationId xmlns:a16="http://schemas.microsoft.com/office/drawing/2014/main" id="{D3D91FBA-BE0C-9E02-E82F-EF787D56643B}"/>
                    </a:ext>
                  </a:extLst>
                </p:cNvPr>
                <p:cNvPicPr/>
                <p:nvPr/>
              </p:nvPicPr>
              <p:blipFill>
                <a:blip r:embed="rId81"/>
                <a:stretch>
                  <a:fillRect/>
                </a:stretch>
              </p:blipFill>
              <p:spPr>
                <a:xfrm>
                  <a:off x="10144555" y="1436230"/>
                  <a:ext cx="11700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A33190BA-BF08-387A-A7BD-7240C89A3B83}"/>
                    </a:ext>
                  </a:extLst>
                </p14:cNvPr>
                <p14:cNvContentPartPr/>
                <p14:nvPr/>
              </p14:nvContentPartPr>
              <p14:xfrm>
                <a:off x="10146715" y="1355590"/>
                <a:ext cx="70200" cy="46080"/>
              </p14:xfrm>
            </p:contentPart>
          </mc:Choice>
          <mc:Fallback>
            <p:pic>
              <p:nvPicPr>
                <p:cNvPr id="48" name="Ink 47">
                  <a:extLst>
                    <a:ext uri="{FF2B5EF4-FFF2-40B4-BE49-F238E27FC236}">
                      <a16:creationId xmlns:a16="http://schemas.microsoft.com/office/drawing/2014/main" id="{A33190BA-BF08-387A-A7BD-7240C89A3B83}"/>
                    </a:ext>
                  </a:extLst>
                </p:cNvPr>
                <p:cNvPicPr/>
                <p:nvPr/>
              </p:nvPicPr>
              <p:blipFill>
                <a:blip r:embed="rId83"/>
                <a:stretch>
                  <a:fillRect/>
                </a:stretch>
              </p:blipFill>
              <p:spPr>
                <a:xfrm>
                  <a:off x="10140595" y="1349470"/>
                  <a:ext cx="8244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1B45142A-FB07-CA0E-3511-6F4B69CD2745}"/>
                    </a:ext>
                  </a:extLst>
                </p14:cNvPr>
                <p14:cNvContentPartPr/>
                <p14:nvPr/>
              </p14:nvContentPartPr>
              <p14:xfrm>
                <a:off x="10002715" y="2739430"/>
                <a:ext cx="311760" cy="32400"/>
              </p14:xfrm>
            </p:contentPart>
          </mc:Choice>
          <mc:Fallback>
            <p:pic>
              <p:nvPicPr>
                <p:cNvPr id="50" name="Ink 49">
                  <a:extLst>
                    <a:ext uri="{FF2B5EF4-FFF2-40B4-BE49-F238E27FC236}">
                      <a16:creationId xmlns:a16="http://schemas.microsoft.com/office/drawing/2014/main" id="{1B45142A-FB07-CA0E-3511-6F4B69CD2745}"/>
                    </a:ext>
                  </a:extLst>
                </p:cNvPr>
                <p:cNvPicPr/>
                <p:nvPr/>
              </p:nvPicPr>
              <p:blipFill>
                <a:blip r:embed="rId85"/>
                <a:stretch>
                  <a:fillRect/>
                </a:stretch>
              </p:blipFill>
              <p:spPr>
                <a:xfrm>
                  <a:off x="9996595" y="2733310"/>
                  <a:ext cx="32400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7CA2482F-3ADF-836E-9952-544F716D2E8B}"/>
                    </a:ext>
                  </a:extLst>
                </p14:cNvPr>
                <p14:cNvContentPartPr/>
                <p14:nvPr/>
              </p14:nvContentPartPr>
              <p14:xfrm>
                <a:off x="10179835" y="2687950"/>
                <a:ext cx="137160" cy="205200"/>
              </p14:xfrm>
            </p:contentPart>
          </mc:Choice>
          <mc:Fallback>
            <p:pic>
              <p:nvPicPr>
                <p:cNvPr id="51" name="Ink 50">
                  <a:extLst>
                    <a:ext uri="{FF2B5EF4-FFF2-40B4-BE49-F238E27FC236}">
                      <a16:creationId xmlns:a16="http://schemas.microsoft.com/office/drawing/2014/main" id="{7CA2482F-3ADF-836E-9952-544F716D2E8B}"/>
                    </a:ext>
                  </a:extLst>
                </p:cNvPr>
                <p:cNvPicPr/>
                <p:nvPr/>
              </p:nvPicPr>
              <p:blipFill>
                <a:blip r:embed="rId87"/>
                <a:stretch>
                  <a:fillRect/>
                </a:stretch>
              </p:blipFill>
              <p:spPr>
                <a:xfrm>
                  <a:off x="10173715" y="2681830"/>
                  <a:ext cx="1494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79E0E577-88C7-08E4-3284-102DA1FE2FA3}"/>
                    </a:ext>
                  </a:extLst>
                </p14:cNvPr>
                <p14:cNvContentPartPr/>
                <p14:nvPr/>
              </p14:nvContentPartPr>
              <p14:xfrm>
                <a:off x="9999835" y="2692990"/>
                <a:ext cx="118080" cy="182520"/>
              </p14:xfrm>
            </p:contentPart>
          </mc:Choice>
          <mc:Fallback>
            <p:pic>
              <p:nvPicPr>
                <p:cNvPr id="52" name="Ink 51">
                  <a:extLst>
                    <a:ext uri="{FF2B5EF4-FFF2-40B4-BE49-F238E27FC236}">
                      <a16:creationId xmlns:a16="http://schemas.microsoft.com/office/drawing/2014/main" id="{79E0E577-88C7-08E4-3284-102DA1FE2FA3}"/>
                    </a:ext>
                  </a:extLst>
                </p:cNvPr>
                <p:cNvPicPr/>
                <p:nvPr/>
              </p:nvPicPr>
              <p:blipFill>
                <a:blip r:embed="rId89"/>
                <a:stretch>
                  <a:fillRect/>
                </a:stretch>
              </p:blipFill>
              <p:spPr>
                <a:xfrm>
                  <a:off x="9993715" y="2686870"/>
                  <a:ext cx="1303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54E4A561-FC70-B9D9-6E1E-8D84C2BE9228}"/>
                    </a:ext>
                  </a:extLst>
                </p14:cNvPr>
                <p14:cNvContentPartPr/>
                <p14:nvPr/>
              </p14:nvContentPartPr>
              <p14:xfrm>
                <a:off x="10320595" y="2694790"/>
                <a:ext cx="335160" cy="22680"/>
              </p14:xfrm>
            </p:contentPart>
          </mc:Choice>
          <mc:Fallback>
            <p:pic>
              <p:nvPicPr>
                <p:cNvPr id="54" name="Ink 53">
                  <a:extLst>
                    <a:ext uri="{FF2B5EF4-FFF2-40B4-BE49-F238E27FC236}">
                      <a16:creationId xmlns:a16="http://schemas.microsoft.com/office/drawing/2014/main" id="{54E4A561-FC70-B9D9-6E1E-8D84C2BE9228}"/>
                    </a:ext>
                  </a:extLst>
                </p:cNvPr>
                <p:cNvPicPr/>
                <p:nvPr/>
              </p:nvPicPr>
              <p:blipFill>
                <a:blip r:embed="rId91"/>
                <a:stretch>
                  <a:fillRect/>
                </a:stretch>
              </p:blipFill>
              <p:spPr>
                <a:xfrm>
                  <a:off x="10314475" y="2688670"/>
                  <a:ext cx="34740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B63027D1-97D7-B986-A25F-C523C4178FD0}"/>
                    </a:ext>
                  </a:extLst>
                </p14:cNvPr>
                <p14:cNvContentPartPr/>
                <p14:nvPr/>
              </p14:nvContentPartPr>
              <p14:xfrm>
                <a:off x="10508515" y="2657350"/>
                <a:ext cx="141480" cy="151920"/>
              </p14:xfrm>
            </p:contentPart>
          </mc:Choice>
          <mc:Fallback>
            <p:pic>
              <p:nvPicPr>
                <p:cNvPr id="55" name="Ink 54">
                  <a:extLst>
                    <a:ext uri="{FF2B5EF4-FFF2-40B4-BE49-F238E27FC236}">
                      <a16:creationId xmlns:a16="http://schemas.microsoft.com/office/drawing/2014/main" id="{B63027D1-97D7-B986-A25F-C523C4178FD0}"/>
                    </a:ext>
                  </a:extLst>
                </p:cNvPr>
                <p:cNvPicPr/>
                <p:nvPr/>
              </p:nvPicPr>
              <p:blipFill>
                <a:blip r:embed="rId93"/>
                <a:stretch>
                  <a:fillRect/>
                </a:stretch>
              </p:blipFill>
              <p:spPr>
                <a:xfrm>
                  <a:off x="10502395" y="2651230"/>
                  <a:ext cx="1537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AF2CB59E-E2A5-33CC-7717-47938730C723}"/>
                    </a:ext>
                  </a:extLst>
                </p14:cNvPr>
                <p14:cNvContentPartPr/>
                <p14:nvPr/>
              </p14:nvContentPartPr>
              <p14:xfrm>
                <a:off x="10256875" y="2623510"/>
                <a:ext cx="162360" cy="179280"/>
              </p14:xfrm>
            </p:contentPart>
          </mc:Choice>
          <mc:Fallback>
            <p:pic>
              <p:nvPicPr>
                <p:cNvPr id="56" name="Ink 55">
                  <a:extLst>
                    <a:ext uri="{FF2B5EF4-FFF2-40B4-BE49-F238E27FC236}">
                      <a16:creationId xmlns:a16="http://schemas.microsoft.com/office/drawing/2014/main" id="{AF2CB59E-E2A5-33CC-7717-47938730C723}"/>
                    </a:ext>
                  </a:extLst>
                </p:cNvPr>
                <p:cNvPicPr/>
                <p:nvPr/>
              </p:nvPicPr>
              <p:blipFill>
                <a:blip r:embed="rId95"/>
                <a:stretch>
                  <a:fillRect/>
                </a:stretch>
              </p:blipFill>
              <p:spPr>
                <a:xfrm>
                  <a:off x="10250755" y="2617390"/>
                  <a:ext cx="1746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C338A9FE-BD16-805A-91AF-3CE6CB5799F8}"/>
                    </a:ext>
                  </a:extLst>
                </p14:cNvPr>
                <p14:cNvContentPartPr/>
                <p14:nvPr/>
              </p14:nvContentPartPr>
              <p14:xfrm>
                <a:off x="10648555" y="2733310"/>
                <a:ext cx="294840" cy="16200"/>
              </p14:xfrm>
            </p:contentPart>
          </mc:Choice>
          <mc:Fallback>
            <p:pic>
              <p:nvPicPr>
                <p:cNvPr id="57" name="Ink 56">
                  <a:extLst>
                    <a:ext uri="{FF2B5EF4-FFF2-40B4-BE49-F238E27FC236}">
                      <a16:creationId xmlns:a16="http://schemas.microsoft.com/office/drawing/2014/main" id="{C338A9FE-BD16-805A-91AF-3CE6CB5799F8}"/>
                    </a:ext>
                  </a:extLst>
                </p:cNvPr>
                <p:cNvPicPr/>
                <p:nvPr/>
              </p:nvPicPr>
              <p:blipFill>
                <a:blip r:embed="rId97"/>
                <a:stretch>
                  <a:fillRect/>
                </a:stretch>
              </p:blipFill>
              <p:spPr>
                <a:xfrm>
                  <a:off x="10642435" y="2727190"/>
                  <a:ext cx="30708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85FC3954-020C-35DD-754D-86D6060506F7}"/>
                    </a:ext>
                  </a:extLst>
                </p14:cNvPr>
                <p14:cNvContentPartPr/>
                <p14:nvPr/>
              </p14:nvContentPartPr>
              <p14:xfrm>
                <a:off x="10787155" y="2670310"/>
                <a:ext cx="141480" cy="174240"/>
              </p14:xfrm>
            </p:contentPart>
          </mc:Choice>
          <mc:Fallback>
            <p:pic>
              <p:nvPicPr>
                <p:cNvPr id="58" name="Ink 57">
                  <a:extLst>
                    <a:ext uri="{FF2B5EF4-FFF2-40B4-BE49-F238E27FC236}">
                      <a16:creationId xmlns:a16="http://schemas.microsoft.com/office/drawing/2014/main" id="{85FC3954-020C-35DD-754D-86D6060506F7}"/>
                    </a:ext>
                  </a:extLst>
                </p:cNvPr>
                <p:cNvPicPr/>
                <p:nvPr/>
              </p:nvPicPr>
              <p:blipFill>
                <a:blip r:embed="rId99"/>
                <a:stretch>
                  <a:fillRect/>
                </a:stretch>
              </p:blipFill>
              <p:spPr>
                <a:xfrm>
                  <a:off x="10781035" y="2664190"/>
                  <a:ext cx="1537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F7507C50-8A81-409B-E838-6E42BEA3DFB3}"/>
                    </a:ext>
                  </a:extLst>
                </p14:cNvPr>
                <p14:cNvContentPartPr/>
                <p14:nvPr/>
              </p14:nvContentPartPr>
              <p14:xfrm>
                <a:off x="10571875" y="2669230"/>
                <a:ext cx="233280" cy="210600"/>
              </p14:xfrm>
            </p:contentPart>
          </mc:Choice>
          <mc:Fallback>
            <p:pic>
              <p:nvPicPr>
                <p:cNvPr id="59" name="Ink 58">
                  <a:extLst>
                    <a:ext uri="{FF2B5EF4-FFF2-40B4-BE49-F238E27FC236}">
                      <a16:creationId xmlns:a16="http://schemas.microsoft.com/office/drawing/2014/main" id="{F7507C50-8A81-409B-E838-6E42BEA3DFB3}"/>
                    </a:ext>
                  </a:extLst>
                </p:cNvPr>
                <p:cNvPicPr/>
                <p:nvPr/>
              </p:nvPicPr>
              <p:blipFill>
                <a:blip r:embed="rId101"/>
                <a:stretch>
                  <a:fillRect/>
                </a:stretch>
              </p:blipFill>
              <p:spPr>
                <a:xfrm>
                  <a:off x="10565755" y="2663110"/>
                  <a:ext cx="245520" cy="222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2">
            <p14:nvContentPartPr>
              <p14:cNvPr id="61" name="Ink 60">
                <a:extLst>
                  <a:ext uri="{FF2B5EF4-FFF2-40B4-BE49-F238E27FC236}">
                    <a16:creationId xmlns:a16="http://schemas.microsoft.com/office/drawing/2014/main" id="{DDBC2708-0B93-C66D-AE91-DCF2DA186244}"/>
                  </a:ext>
                </a:extLst>
              </p14:cNvPr>
              <p14:cNvContentPartPr/>
              <p14:nvPr/>
            </p14:nvContentPartPr>
            <p14:xfrm>
              <a:off x="616795" y="3648430"/>
              <a:ext cx="120600" cy="27360"/>
            </p14:xfrm>
          </p:contentPart>
        </mc:Choice>
        <mc:Fallback>
          <p:pic>
            <p:nvPicPr>
              <p:cNvPr id="61" name="Ink 60">
                <a:extLst>
                  <a:ext uri="{FF2B5EF4-FFF2-40B4-BE49-F238E27FC236}">
                    <a16:creationId xmlns:a16="http://schemas.microsoft.com/office/drawing/2014/main" id="{DDBC2708-0B93-C66D-AE91-DCF2DA186244}"/>
                  </a:ext>
                </a:extLst>
              </p:cNvPr>
              <p:cNvPicPr/>
              <p:nvPr/>
            </p:nvPicPr>
            <p:blipFill>
              <a:blip r:embed="rId103"/>
              <a:stretch>
                <a:fillRect/>
              </a:stretch>
            </p:blipFill>
            <p:spPr>
              <a:xfrm>
                <a:off x="610675" y="3642310"/>
                <a:ext cx="132840" cy="39600"/>
              </a:xfrm>
              <a:prstGeom prst="rect">
                <a:avLst/>
              </a:prstGeom>
            </p:spPr>
          </p:pic>
        </mc:Fallback>
      </mc:AlternateContent>
      <p:grpSp>
        <p:nvGrpSpPr>
          <p:cNvPr id="64" name="Group 63">
            <a:extLst>
              <a:ext uri="{FF2B5EF4-FFF2-40B4-BE49-F238E27FC236}">
                <a16:creationId xmlns:a16="http://schemas.microsoft.com/office/drawing/2014/main" id="{9D4E6D5C-C829-68D7-E85B-AC787036ED38}"/>
              </a:ext>
            </a:extLst>
          </p:cNvPr>
          <p:cNvGrpSpPr/>
          <p:nvPr/>
        </p:nvGrpSpPr>
        <p:grpSpPr>
          <a:xfrm>
            <a:off x="3024475" y="3810070"/>
            <a:ext cx="8253360" cy="108720"/>
            <a:chOff x="3024475" y="3810070"/>
            <a:chExt cx="8253360" cy="108720"/>
          </a:xfrm>
        </p:grpSpPr>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CA54B194-C778-209C-1B8E-48CD192A0CB6}"/>
                    </a:ext>
                  </a:extLst>
                </p14:cNvPr>
                <p14:cNvContentPartPr/>
                <p14:nvPr/>
              </p14:nvContentPartPr>
              <p14:xfrm>
                <a:off x="3024475" y="3850030"/>
                <a:ext cx="3669840" cy="57600"/>
              </p14:xfrm>
            </p:contentPart>
          </mc:Choice>
          <mc:Fallback>
            <p:pic>
              <p:nvPicPr>
                <p:cNvPr id="62" name="Ink 61">
                  <a:extLst>
                    <a:ext uri="{FF2B5EF4-FFF2-40B4-BE49-F238E27FC236}">
                      <a16:creationId xmlns:a16="http://schemas.microsoft.com/office/drawing/2014/main" id="{CA54B194-C778-209C-1B8E-48CD192A0CB6}"/>
                    </a:ext>
                  </a:extLst>
                </p:cNvPr>
                <p:cNvPicPr/>
                <p:nvPr/>
              </p:nvPicPr>
              <p:blipFill>
                <a:blip r:embed="rId105"/>
                <a:stretch>
                  <a:fillRect/>
                </a:stretch>
              </p:blipFill>
              <p:spPr>
                <a:xfrm>
                  <a:off x="3018355" y="3843910"/>
                  <a:ext cx="368208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253B519B-39E9-48E9-CE7F-DBA8B5FEA21C}"/>
                    </a:ext>
                  </a:extLst>
                </p14:cNvPr>
                <p14:cNvContentPartPr/>
                <p14:nvPr/>
              </p14:nvContentPartPr>
              <p14:xfrm>
                <a:off x="6493435" y="3810070"/>
                <a:ext cx="4784400" cy="108720"/>
              </p14:xfrm>
            </p:contentPart>
          </mc:Choice>
          <mc:Fallback>
            <p:pic>
              <p:nvPicPr>
                <p:cNvPr id="63" name="Ink 62">
                  <a:extLst>
                    <a:ext uri="{FF2B5EF4-FFF2-40B4-BE49-F238E27FC236}">
                      <a16:creationId xmlns:a16="http://schemas.microsoft.com/office/drawing/2014/main" id="{253B519B-39E9-48E9-CE7F-DBA8B5FEA21C}"/>
                    </a:ext>
                  </a:extLst>
                </p:cNvPr>
                <p:cNvPicPr/>
                <p:nvPr/>
              </p:nvPicPr>
              <p:blipFill>
                <a:blip r:embed="rId107"/>
                <a:stretch>
                  <a:fillRect/>
                </a:stretch>
              </p:blipFill>
              <p:spPr>
                <a:xfrm>
                  <a:off x="6487315" y="3803950"/>
                  <a:ext cx="4796640" cy="120960"/>
                </a:xfrm>
                <a:prstGeom prst="rect">
                  <a:avLst/>
                </a:prstGeom>
              </p:spPr>
            </p:pic>
          </mc:Fallback>
        </mc:AlternateContent>
      </p:grpSp>
      <p:grpSp>
        <p:nvGrpSpPr>
          <p:cNvPr id="103" name="Group 102">
            <a:extLst>
              <a:ext uri="{FF2B5EF4-FFF2-40B4-BE49-F238E27FC236}">
                <a16:creationId xmlns:a16="http://schemas.microsoft.com/office/drawing/2014/main" id="{36151CB7-B087-7CD2-8FF3-934BCA13772B}"/>
              </a:ext>
            </a:extLst>
          </p:cNvPr>
          <p:cNvGrpSpPr/>
          <p:nvPr/>
        </p:nvGrpSpPr>
        <p:grpSpPr>
          <a:xfrm>
            <a:off x="7242595" y="3968470"/>
            <a:ext cx="4596120" cy="2445120"/>
            <a:chOff x="7242595" y="3968470"/>
            <a:chExt cx="4596120" cy="2445120"/>
          </a:xfrm>
        </p:grpSpPr>
        <mc:AlternateContent xmlns:mc="http://schemas.openxmlformats.org/markup-compatibility/2006">
          <mc:Choice xmlns:p14="http://schemas.microsoft.com/office/powerpoint/2010/main" Requires="p14">
            <p:contentPart p14:bwMode="auto" r:id="rId108">
              <p14:nvContentPartPr>
                <p14:cNvPr id="65" name="Ink 64">
                  <a:extLst>
                    <a:ext uri="{FF2B5EF4-FFF2-40B4-BE49-F238E27FC236}">
                      <a16:creationId xmlns:a16="http://schemas.microsoft.com/office/drawing/2014/main" id="{EB8994B3-7832-679A-63F4-A9869A832FA5}"/>
                    </a:ext>
                  </a:extLst>
                </p14:cNvPr>
                <p14:cNvContentPartPr/>
                <p14:nvPr/>
              </p14:nvContentPartPr>
              <p14:xfrm>
                <a:off x="8998675" y="4247830"/>
                <a:ext cx="57240" cy="2165760"/>
              </p14:xfrm>
            </p:contentPart>
          </mc:Choice>
          <mc:Fallback>
            <p:pic>
              <p:nvPicPr>
                <p:cNvPr id="65" name="Ink 64">
                  <a:extLst>
                    <a:ext uri="{FF2B5EF4-FFF2-40B4-BE49-F238E27FC236}">
                      <a16:creationId xmlns:a16="http://schemas.microsoft.com/office/drawing/2014/main" id="{EB8994B3-7832-679A-63F4-A9869A832FA5}"/>
                    </a:ext>
                  </a:extLst>
                </p:cNvPr>
                <p:cNvPicPr/>
                <p:nvPr/>
              </p:nvPicPr>
              <p:blipFill>
                <a:blip r:embed="rId109"/>
                <a:stretch>
                  <a:fillRect/>
                </a:stretch>
              </p:blipFill>
              <p:spPr>
                <a:xfrm>
                  <a:off x="8992555" y="4241710"/>
                  <a:ext cx="69480" cy="2178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F02B0348-59A9-D0F9-79C7-3521347C2996}"/>
                    </a:ext>
                  </a:extLst>
                </p14:cNvPr>
                <p14:cNvContentPartPr/>
                <p14:nvPr/>
              </p14:nvContentPartPr>
              <p14:xfrm>
                <a:off x="7242595" y="5342950"/>
                <a:ext cx="3793680" cy="175320"/>
              </p14:xfrm>
            </p:contentPart>
          </mc:Choice>
          <mc:Fallback>
            <p:pic>
              <p:nvPicPr>
                <p:cNvPr id="66" name="Ink 65">
                  <a:extLst>
                    <a:ext uri="{FF2B5EF4-FFF2-40B4-BE49-F238E27FC236}">
                      <a16:creationId xmlns:a16="http://schemas.microsoft.com/office/drawing/2014/main" id="{F02B0348-59A9-D0F9-79C7-3521347C2996}"/>
                    </a:ext>
                  </a:extLst>
                </p:cNvPr>
                <p:cNvPicPr/>
                <p:nvPr/>
              </p:nvPicPr>
              <p:blipFill>
                <a:blip r:embed="rId111"/>
                <a:stretch>
                  <a:fillRect/>
                </a:stretch>
              </p:blipFill>
              <p:spPr>
                <a:xfrm>
                  <a:off x="7236475" y="5336830"/>
                  <a:ext cx="38059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8" name="Ink 67">
                  <a:extLst>
                    <a:ext uri="{FF2B5EF4-FFF2-40B4-BE49-F238E27FC236}">
                      <a16:creationId xmlns:a16="http://schemas.microsoft.com/office/drawing/2014/main" id="{7AC11FD9-63DA-B498-A79D-67B32EC06078}"/>
                    </a:ext>
                  </a:extLst>
                </p14:cNvPr>
                <p14:cNvContentPartPr/>
                <p14:nvPr/>
              </p14:nvContentPartPr>
              <p14:xfrm>
                <a:off x="9030715" y="3968470"/>
                <a:ext cx="38520" cy="482760"/>
              </p14:xfrm>
            </p:contentPart>
          </mc:Choice>
          <mc:Fallback>
            <p:pic>
              <p:nvPicPr>
                <p:cNvPr id="68" name="Ink 67">
                  <a:extLst>
                    <a:ext uri="{FF2B5EF4-FFF2-40B4-BE49-F238E27FC236}">
                      <a16:creationId xmlns:a16="http://schemas.microsoft.com/office/drawing/2014/main" id="{7AC11FD9-63DA-B498-A79D-67B32EC06078}"/>
                    </a:ext>
                  </a:extLst>
                </p:cNvPr>
                <p:cNvPicPr/>
                <p:nvPr/>
              </p:nvPicPr>
              <p:blipFill>
                <a:blip r:embed="rId113"/>
                <a:stretch>
                  <a:fillRect/>
                </a:stretch>
              </p:blipFill>
              <p:spPr>
                <a:xfrm>
                  <a:off x="9024595" y="3962350"/>
                  <a:ext cx="50760" cy="495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9" name="Ink 68">
                  <a:extLst>
                    <a:ext uri="{FF2B5EF4-FFF2-40B4-BE49-F238E27FC236}">
                      <a16:creationId xmlns:a16="http://schemas.microsoft.com/office/drawing/2014/main" id="{7BC26DB7-EAC1-CDFA-DBF7-8119020B75EE}"/>
                    </a:ext>
                  </a:extLst>
                </p14:cNvPr>
                <p14:cNvContentPartPr/>
                <p14:nvPr/>
              </p14:nvContentPartPr>
              <p14:xfrm>
                <a:off x="9008035" y="4146310"/>
                <a:ext cx="81000" cy="153720"/>
              </p14:xfrm>
            </p:contentPart>
          </mc:Choice>
          <mc:Fallback>
            <p:pic>
              <p:nvPicPr>
                <p:cNvPr id="69" name="Ink 68">
                  <a:extLst>
                    <a:ext uri="{FF2B5EF4-FFF2-40B4-BE49-F238E27FC236}">
                      <a16:creationId xmlns:a16="http://schemas.microsoft.com/office/drawing/2014/main" id="{7BC26DB7-EAC1-CDFA-DBF7-8119020B75EE}"/>
                    </a:ext>
                  </a:extLst>
                </p:cNvPr>
                <p:cNvPicPr/>
                <p:nvPr/>
              </p:nvPicPr>
              <p:blipFill>
                <a:blip r:embed="rId115"/>
                <a:stretch>
                  <a:fillRect/>
                </a:stretch>
              </p:blipFill>
              <p:spPr>
                <a:xfrm>
                  <a:off x="9001915" y="4140190"/>
                  <a:ext cx="932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CCAF5BCB-49AE-2282-19FE-C2E29F4B69B2}"/>
                    </a:ext>
                  </a:extLst>
                </p14:cNvPr>
                <p14:cNvContentPartPr/>
                <p14:nvPr/>
              </p14:nvContentPartPr>
              <p14:xfrm>
                <a:off x="9002635" y="4172230"/>
                <a:ext cx="147240" cy="120600"/>
              </p14:xfrm>
            </p:contentPart>
          </mc:Choice>
          <mc:Fallback>
            <p:pic>
              <p:nvPicPr>
                <p:cNvPr id="70" name="Ink 69">
                  <a:extLst>
                    <a:ext uri="{FF2B5EF4-FFF2-40B4-BE49-F238E27FC236}">
                      <a16:creationId xmlns:a16="http://schemas.microsoft.com/office/drawing/2014/main" id="{CCAF5BCB-49AE-2282-19FE-C2E29F4B69B2}"/>
                    </a:ext>
                  </a:extLst>
                </p:cNvPr>
                <p:cNvPicPr/>
                <p:nvPr/>
              </p:nvPicPr>
              <p:blipFill>
                <a:blip r:embed="rId117"/>
                <a:stretch>
                  <a:fillRect/>
                </a:stretch>
              </p:blipFill>
              <p:spPr>
                <a:xfrm>
                  <a:off x="8996515" y="4166110"/>
                  <a:ext cx="15948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1" name="Ink 70">
                  <a:extLst>
                    <a:ext uri="{FF2B5EF4-FFF2-40B4-BE49-F238E27FC236}">
                      <a16:creationId xmlns:a16="http://schemas.microsoft.com/office/drawing/2014/main" id="{E52E494D-B0D5-4BBE-9E49-AF5FFDC816AB}"/>
                    </a:ext>
                  </a:extLst>
                </p14:cNvPr>
                <p14:cNvContentPartPr/>
                <p14:nvPr/>
              </p14:nvContentPartPr>
              <p14:xfrm>
                <a:off x="9459115" y="4000510"/>
                <a:ext cx="21240" cy="99360"/>
              </p14:xfrm>
            </p:contentPart>
          </mc:Choice>
          <mc:Fallback>
            <p:pic>
              <p:nvPicPr>
                <p:cNvPr id="71" name="Ink 70">
                  <a:extLst>
                    <a:ext uri="{FF2B5EF4-FFF2-40B4-BE49-F238E27FC236}">
                      <a16:creationId xmlns:a16="http://schemas.microsoft.com/office/drawing/2014/main" id="{E52E494D-B0D5-4BBE-9E49-AF5FFDC816AB}"/>
                    </a:ext>
                  </a:extLst>
                </p:cNvPr>
                <p:cNvPicPr/>
                <p:nvPr/>
              </p:nvPicPr>
              <p:blipFill>
                <a:blip r:embed="rId119"/>
                <a:stretch>
                  <a:fillRect/>
                </a:stretch>
              </p:blipFill>
              <p:spPr>
                <a:xfrm>
                  <a:off x="9452995" y="3994390"/>
                  <a:ext cx="3348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3" name="Ink 72">
                  <a:extLst>
                    <a:ext uri="{FF2B5EF4-FFF2-40B4-BE49-F238E27FC236}">
                      <a16:creationId xmlns:a16="http://schemas.microsoft.com/office/drawing/2014/main" id="{487D810D-5B2F-89F9-8990-38A0EA03A0DF}"/>
                    </a:ext>
                  </a:extLst>
                </p14:cNvPr>
                <p14:cNvContentPartPr/>
                <p14:nvPr/>
              </p14:nvContentPartPr>
              <p14:xfrm>
                <a:off x="9204595" y="4142350"/>
                <a:ext cx="775440" cy="61560"/>
              </p14:xfrm>
            </p:contentPart>
          </mc:Choice>
          <mc:Fallback>
            <p:pic>
              <p:nvPicPr>
                <p:cNvPr id="73" name="Ink 72">
                  <a:extLst>
                    <a:ext uri="{FF2B5EF4-FFF2-40B4-BE49-F238E27FC236}">
                      <a16:creationId xmlns:a16="http://schemas.microsoft.com/office/drawing/2014/main" id="{487D810D-5B2F-89F9-8990-38A0EA03A0DF}"/>
                    </a:ext>
                  </a:extLst>
                </p:cNvPr>
                <p:cNvPicPr/>
                <p:nvPr/>
              </p:nvPicPr>
              <p:blipFill>
                <a:blip r:embed="rId121"/>
                <a:stretch>
                  <a:fillRect/>
                </a:stretch>
              </p:blipFill>
              <p:spPr>
                <a:xfrm>
                  <a:off x="9198475" y="4136230"/>
                  <a:ext cx="7876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4" name="Ink 73">
                  <a:extLst>
                    <a:ext uri="{FF2B5EF4-FFF2-40B4-BE49-F238E27FC236}">
                      <a16:creationId xmlns:a16="http://schemas.microsoft.com/office/drawing/2014/main" id="{C203AB5B-88C5-423D-E3E0-2C6AF708D805}"/>
                    </a:ext>
                  </a:extLst>
                </p14:cNvPr>
                <p14:cNvContentPartPr/>
                <p14:nvPr/>
              </p14:nvContentPartPr>
              <p14:xfrm>
                <a:off x="9317275" y="4345030"/>
                <a:ext cx="176760" cy="120600"/>
              </p14:xfrm>
            </p:contentPart>
          </mc:Choice>
          <mc:Fallback>
            <p:pic>
              <p:nvPicPr>
                <p:cNvPr id="74" name="Ink 73">
                  <a:extLst>
                    <a:ext uri="{FF2B5EF4-FFF2-40B4-BE49-F238E27FC236}">
                      <a16:creationId xmlns:a16="http://schemas.microsoft.com/office/drawing/2014/main" id="{C203AB5B-88C5-423D-E3E0-2C6AF708D805}"/>
                    </a:ext>
                  </a:extLst>
                </p:cNvPr>
                <p:cNvPicPr/>
                <p:nvPr/>
              </p:nvPicPr>
              <p:blipFill>
                <a:blip r:embed="rId123"/>
                <a:stretch>
                  <a:fillRect/>
                </a:stretch>
              </p:blipFill>
              <p:spPr>
                <a:xfrm>
                  <a:off x="9311155" y="4338910"/>
                  <a:ext cx="1890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5" name="Ink 74">
                  <a:extLst>
                    <a:ext uri="{FF2B5EF4-FFF2-40B4-BE49-F238E27FC236}">
                      <a16:creationId xmlns:a16="http://schemas.microsoft.com/office/drawing/2014/main" id="{9697F581-5622-7ED7-E760-C9345EF323EF}"/>
                    </a:ext>
                  </a:extLst>
                </p14:cNvPr>
                <p14:cNvContentPartPr/>
                <p14:nvPr/>
              </p14:nvContentPartPr>
              <p14:xfrm>
                <a:off x="9498715" y="4189870"/>
                <a:ext cx="272160" cy="317880"/>
              </p14:xfrm>
            </p:contentPart>
          </mc:Choice>
          <mc:Fallback>
            <p:pic>
              <p:nvPicPr>
                <p:cNvPr id="75" name="Ink 74">
                  <a:extLst>
                    <a:ext uri="{FF2B5EF4-FFF2-40B4-BE49-F238E27FC236}">
                      <a16:creationId xmlns:a16="http://schemas.microsoft.com/office/drawing/2014/main" id="{9697F581-5622-7ED7-E760-C9345EF323EF}"/>
                    </a:ext>
                  </a:extLst>
                </p:cNvPr>
                <p:cNvPicPr/>
                <p:nvPr/>
              </p:nvPicPr>
              <p:blipFill>
                <a:blip r:embed="rId125"/>
                <a:stretch>
                  <a:fillRect/>
                </a:stretch>
              </p:blipFill>
              <p:spPr>
                <a:xfrm>
                  <a:off x="9492595" y="4183750"/>
                  <a:ext cx="28440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6" name="Ink 75">
                  <a:extLst>
                    <a:ext uri="{FF2B5EF4-FFF2-40B4-BE49-F238E27FC236}">
                      <a16:creationId xmlns:a16="http://schemas.microsoft.com/office/drawing/2014/main" id="{D3F0695C-BF63-E526-890B-10C77C6C66F4}"/>
                    </a:ext>
                  </a:extLst>
                </p14:cNvPr>
                <p14:cNvContentPartPr/>
                <p14:nvPr/>
              </p14:nvContentPartPr>
              <p14:xfrm>
                <a:off x="9658915" y="4320190"/>
                <a:ext cx="120240" cy="143640"/>
              </p14:xfrm>
            </p:contentPart>
          </mc:Choice>
          <mc:Fallback>
            <p:pic>
              <p:nvPicPr>
                <p:cNvPr id="76" name="Ink 75">
                  <a:extLst>
                    <a:ext uri="{FF2B5EF4-FFF2-40B4-BE49-F238E27FC236}">
                      <a16:creationId xmlns:a16="http://schemas.microsoft.com/office/drawing/2014/main" id="{D3F0695C-BF63-E526-890B-10C77C6C66F4}"/>
                    </a:ext>
                  </a:extLst>
                </p:cNvPr>
                <p:cNvPicPr/>
                <p:nvPr/>
              </p:nvPicPr>
              <p:blipFill>
                <a:blip r:embed="rId127"/>
                <a:stretch>
                  <a:fillRect/>
                </a:stretch>
              </p:blipFill>
              <p:spPr>
                <a:xfrm>
                  <a:off x="9652795" y="4314070"/>
                  <a:ext cx="1324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555C09FC-08CB-6472-B8FD-F309A2A2B5E2}"/>
                    </a:ext>
                  </a:extLst>
                </p14:cNvPr>
                <p14:cNvContentPartPr/>
                <p14:nvPr/>
              </p14:nvContentPartPr>
              <p14:xfrm>
                <a:off x="9811195" y="4349350"/>
                <a:ext cx="22680" cy="136800"/>
              </p14:xfrm>
            </p:contentPart>
          </mc:Choice>
          <mc:Fallback>
            <p:pic>
              <p:nvPicPr>
                <p:cNvPr id="77" name="Ink 76">
                  <a:extLst>
                    <a:ext uri="{FF2B5EF4-FFF2-40B4-BE49-F238E27FC236}">
                      <a16:creationId xmlns:a16="http://schemas.microsoft.com/office/drawing/2014/main" id="{555C09FC-08CB-6472-B8FD-F309A2A2B5E2}"/>
                    </a:ext>
                  </a:extLst>
                </p:cNvPr>
                <p:cNvPicPr/>
                <p:nvPr/>
              </p:nvPicPr>
              <p:blipFill>
                <a:blip r:embed="rId129"/>
                <a:stretch>
                  <a:fillRect/>
                </a:stretch>
              </p:blipFill>
              <p:spPr>
                <a:xfrm>
                  <a:off x="9805075" y="4343230"/>
                  <a:ext cx="3492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33AEC329-FD7C-5878-1255-A45271A67472}"/>
                    </a:ext>
                  </a:extLst>
                </p14:cNvPr>
                <p14:cNvContentPartPr/>
                <p14:nvPr/>
              </p14:nvContentPartPr>
              <p14:xfrm>
                <a:off x="9873115" y="4357630"/>
                <a:ext cx="27360" cy="128880"/>
              </p14:xfrm>
            </p:contentPart>
          </mc:Choice>
          <mc:Fallback>
            <p:pic>
              <p:nvPicPr>
                <p:cNvPr id="78" name="Ink 77">
                  <a:extLst>
                    <a:ext uri="{FF2B5EF4-FFF2-40B4-BE49-F238E27FC236}">
                      <a16:creationId xmlns:a16="http://schemas.microsoft.com/office/drawing/2014/main" id="{33AEC329-FD7C-5878-1255-A45271A67472}"/>
                    </a:ext>
                  </a:extLst>
                </p:cNvPr>
                <p:cNvPicPr/>
                <p:nvPr/>
              </p:nvPicPr>
              <p:blipFill>
                <a:blip r:embed="rId131"/>
                <a:stretch>
                  <a:fillRect/>
                </a:stretch>
              </p:blipFill>
              <p:spPr>
                <a:xfrm>
                  <a:off x="9866995" y="4351510"/>
                  <a:ext cx="396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0" name="Ink 79">
                  <a:extLst>
                    <a:ext uri="{FF2B5EF4-FFF2-40B4-BE49-F238E27FC236}">
                      <a16:creationId xmlns:a16="http://schemas.microsoft.com/office/drawing/2014/main" id="{0F032A77-C181-D2A6-82BA-E4494671E329}"/>
                    </a:ext>
                  </a:extLst>
                </p14:cNvPr>
                <p14:cNvContentPartPr/>
                <p14:nvPr/>
              </p14:nvContentPartPr>
              <p14:xfrm>
                <a:off x="9769795" y="4304710"/>
                <a:ext cx="244800" cy="38520"/>
              </p14:xfrm>
            </p:contentPart>
          </mc:Choice>
          <mc:Fallback>
            <p:pic>
              <p:nvPicPr>
                <p:cNvPr id="80" name="Ink 79">
                  <a:extLst>
                    <a:ext uri="{FF2B5EF4-FFF2-40B4-BE49-F238E27FC236}">
                      <a16:creationId xmlns:a16="http://schemas.microsoft.com/office/drawing/2014/main" id="{0F032A77-C181-D2A6-82BA-E4494671E329}"/>
                    </a:ext>
                  </a:extLst>
                </p:cNvPr>
                <p:cNvPicPr/>
                <p:nvPr/>
              </p:nvPicPr>
              <p:blipFill>
                <a:blip r:embed="rId133"/>
                <a:stretch>
                  <a:fillRect/>
                </a:stretch>
              </p:blipFill>
              <p:spPr>
                <a:xfrm>
                  <a:off x="9763675" y="4298590"/>
                  <a:ext cx="2570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5C02F7D2-68FE-6B5B-B8A6-FE8071009D3D}"/>
                    </a:ext>
                  </a:extLst>
                </p14:cNvPr>
                <p14:cNvContentPartPr/>
                <p14:nvPr/>
              </p14:nvContentPartPr>
              <p14:xfrm>
                <a:off x="9657835" y="4127590"/>
                <a:ext cx="387720" cy="55080"/>
              </p14:xfrm>
            </p:contentPart>
          </mc:Choice>
          <mc:Fallback>
            <p:pic>
              <p:nvPicPr>
                <p:cNvPr id="81" name="Ink 80">
                  <a:extLst>
                    <a:ext uri="{FF2B5EF4-FFF2-40B4-BE49-F238E27FC236}">
                      <a16:creationId xmlns:a16="http://schemas.microsoft.com/office/drawing/2014/main" id="{5C02F7D2-68FE-6B5B-B8A6-FE8071009D3D}"/>
                    </a:ext>
                  </a:extLst>
                </p:cNvPr>
                <p:cNvPicPr/>
                <p:nvPr/>
              </p:nvPicPr>
              <p:blipFill>
                <a:blip r:embed="rId135"/>
                <a:stretch>
                  <a:fillRect/>
                </a:stretch>
              </p:blipFill>
              <p:spPr>
                <a:xfrm>
                  <a:off x="9651715" y="4121470"/>
                  <a:ext cx="3999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0A6EDCE0-9DAE-A3A4-E74F-B819D0F470F9}"/>
                    </a:ext>
                  </a:extLst>
                </p14:cNvPr>
                <p14:cNvContentPartPr/>
                <p14:nvPr/>
              </p14:nvContentPartPr>
              <p14:xfrm>
                <a:off x="9609235" y="4182670"/>
                <a:ext cx="408240" cy="60480"/>
              </p14:xfrm>
            </p:contentPart>
          </mc:Choice>
          <mc:Fallback>
            <p:pic>
              <p:nvPicPr>
                <p:cNvPr id="82" name="Ink 81">
                  <a:extLst>
                    <a:ext uri="{FF2B5EF4-FFF2-40B4-BE49-F238E27FC236}">
                      <a16:creationId xmlns:a16="http://schemas.microsoft.com/office/drawing/2014/main" id="{0A6EDCE0-9DAE-A3A4-E74F-B819D0F470F9}"/>
                    </a:ext>
                  </a:extLst>
                </p:cNvPr>
                <p:cNvPicPr/>
                <p:nvPr/>
              </p:nvPicPr>
              <p:blipFill>
                <a:blip r:embed="rId137"/>
                <a:stretch>
                  <a:fillRect/>
                </a:stretch>
              </p:blipFill>
              <p:spPr>
                <a:xfrm>
                  <a:off x="9603115" y="4176550"/>
                  <a:ext cx="42048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194BBFD9-95FB-00CC-73A2-45A8E963D6B6}"/>
                    </a:ext>
                  </a:extLst>
                </p14:cNvPr>
                <p14:cNvContentPartPr/>
                <p14:nvPr/>
              </p14:nvContentPartPr>
              <p14:xfrm>
                <a:off x="9651715" y="4182670"/>
                <a:ext cx="245520" cy="57240"/>
              </p14:xfrm>
            </p:contentPart>
          </mc:Choice>
          <mc:Fallback>
            <p:pic>
              <p:nvPicPr>
                <p:cNvPr id="83" name="Ink 82">
                  <a:extLst>
                    <a:ext uri="{FF2B5EF4-FFF2-40B4-BE49-F238E27FC236}">
                      <a16:creationId xmlns:a16="http://schemas.microsoft.com/office/drawing/2014/main" id="{194BBFD9-95FB-00CC-73A2-45A8E963D6B6}"/>
                    </a:ext>
                  </a:extLst>
                </p:cNvPr>
                <p:cNvPicPr/>
                <p:nvPr/>
              </p:nvPicPr>
              <p:blipFill>
                <a:blip r:embed="rId139"/>
                <a:stretch>
                  <a:fillRect/>
                </a:stretch>
              </p:blipFill>
              <p:spPr>
                <a:xfrm>
                  <a:off x="9645595" y="4176550"/>
                  <a:ext cx="25776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9FEEA3EF-2D88-98D4-C589-C67E4DEFB100}"/>
                    </a:ext>
                  </a:extLst>
                </p14:cNvPr>
                <p14:cNvContentPartPr/>
                <p14:nvPr/>
              </p14:nvContentPartPr>
              <p14:xfrm>
                <a:off x="8802835" y="5489470"/>
                <a:ext cx="277920" cy="250920"/>
              </p14:xfrm>
            </p:contentPart>
          </mc:Choice>
          <mc:Fallback>
            <p:pic>
              <p:nvPicPr>
                <p:cNvPr id="85" name="Ink 84">
                  <a:extLst>
                    <a:ext uri="{FF2B5EF4-FFF2-40B4-BE49-F238E27FC236}">
                      <a16:creationId xmlns:a16="http://schemas.microsoft.com/office/drawing/2014/main" id="{9FEEA3EF-2D88-98D4-C589-C67E4DEFB100}"/>
                    </a:ext>
                  </a:extLst>
                </p:cNvPr>
                <p:cNvPicPr/>
                <p:nvPr/>
              </p:nvPicPr>
              <p:blipFill>
                <a:blip r:embed="rId141"/>
                <a:stretch>
                  <a:fillRect/>
                </a:stretch>
              </p:blipFill>
              <p:spPr>
                <a:xfrm>
                  <a:off x="8796715" y="5483350"/>
                  <a:ext cx="2901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6AA3891B-937E-D1A1-A9C4-CF6A796F48E2}"/>
                    </a:ext>
                  </a:extLst>
                </p14:cNvPr>
                <p14:cNvContentPartPr/>
                <p14:nvPr/>
              </p14:nvContentPartPr>
              <p14:xfrm>
                <a:off x="8817235" y="5639590"/>
                <a:ext cx="35640" cy="71280"/>
              </p14:xfrm>
            </p:contentPart>
          </mc:Choice>
          <mc:Fallback>
            <p:pic>
              <p:nvPicPr>
                <p:cNvPr id="86" name="Ink 85">
                  <a:extLst>
                    <a:ext uri="{FF2B5EF4-FFF2-40B4-BE49-F238E27FC236}">
                      <a16:creationId xmlns:a16="http://schemas.microsoft.com/office/drawing/2014/main" id="{6AA3891B-937E-D1A1-A9C4-CF6A796F48E2}"/>
                    </a:ext>
                  </a:extLst>
                </p:cNvPr>
                <p:cNvPicPr/>
                <p:nvPr/>
              </p:nvPicPr>
              <p:blipFill>
                <a:blip r:embed="rId143"/>
                <a:stretch>
                  <a:fillRect/>
                </a:stretch>
              </p:blipFill>
              <p:spPr>
                <a:xfrm>
                  <a:off x="8811115" y="5633470"/>
                  <a:ext cx="4788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D4272894-3E15-B72A-6D3A-8E248BAB5425}"/>
                    </a:ext>
                  </a:extLst>
                </p14:cNvPr>
                <p14:cNvContentPartPr/>
                <p14:nvPr/>
              </p14:nvContentPartPr>
              <p14:xfrm>
                <a:off x="9054475" y="4226950"/>
                <a:ext cx="1378440" cy="1043280"/>
              </p14:xfrm>
            </p:contentPart>
          </mc:Choice>
          <mc:Fallback>
            <p:pic>
              <p:nvPicPr>
                <p:cNvPr id="88" name="Ink 87">
                  <a:extLst>
                    <a:ext uri="{FF2B5EF4-FFF2-40B4-BE49-F238E27FC236}">
                      <a16:creationId xmlns:a16="http://schemas.microsoft.com/office/drawing/2014/main" id="{D4272894-3E15-B72A-6D3A-8E248BAB5425}"/>
                    </a:ext>
                  </a:extLst>
                </p:cNvPr>
                <p:cNvPicPr/>
                <p:nvPr/>
              </p:nvPicPr>
              <p:blipFill>
                <a:blip r:embed="rId145"/>
                <a:stretch>
                  <a:fillRect/>
                </a:stretch>
              </p:blipFill>
              <p:spPr>
                <a:xfrm>
                  <a:off x="9048355" y="4220830"/>
                  <a:ext cx="1390680" cy="1055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0" name="Ink 89">
                  <a:extLst>
                    <a:ext uri="{FF2B5EF4-FFF2-40B4-BE49-F238E27FC236}">
                      <a16:creationId xmlns:a16="http://schemas.microsoft.com/office/drawing/2014/main" id="{1FAE0DE9-7845-827E-AD7D-9F44AEEA7F02}"/>
                    </a:ext>
                  </a:extLst>
                </p14:cNvPr>
                <p14:cNvContentPartPr/>
                <p14:nvPr/>
              </p14:nvContentPartPr>
              <p14:xfrm>
                <a:off x="7733635" y="4226950"/>
                <a:ext cx="1305360" cy="1130040"/>
              </p14:xfrm>
            </p:contentPart>
          </mc:Choice>
          <mc:Fallback>
            <p:pic>
              <p:nvPicPr>
                <p:cNvPr id="90" name="Ink 89">
                  <a:extLst>
                    <a:ext uri="{FF2B5EF4-FFF2-40B4-BE49-F238E27FC236}">
                      <a16:creationId xmlns:a16="http://schemas.microsoft.com/office/drawing/2014/main" id="{1FAE0DE9-7845-827E-AD7D-9F44AEEA7F02}"/>
                    </a:ext>
                  </a:extLst>
                </p:cNvPr>
                <p:cNvPicPr/>
                <p:nvPr/>
              </p:nvPicPr>
              <p:blipFill>
                <a:blip r:embed="rId147"/>
                <a:stretch>
                  <a:fillRect/>
                </a:stretch>
              </p:blipFill>
              <p:spPr>
                <a:xfrm>
                  <a:off x="7727515" y="4220830"/>
                  <a:ext cx="1317600" cy="11422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1" name="Ink 90">
                  <a:extLst>
                    <a:ext uri="{FF2B5EF4-FFF2-40B4-BE49-F238E27FC236}">
                      <a16:creationId xmlns:a16="http://schemas.microsoft.com/office/drawing/2014/main" id="{15B2F4F5-145A-B039-80A2-B92F60804836}"/>
                    </a:ext>
                  </a:extLst>
                </p14:cNvPr>
                <p14:cNvContentPartPr/>
                <p14:nvPr/>
              </p14:nvContentPartPr>
              <p14:xfrm>
                <a:off x="7723195" y="5340070"/>
                <a:ext cx="302760" cy="74880"/>
              </p14:xfrm>
            </p:contentPart>
          </mc:Choice>
          <mc:Fallback>
            <p:pic>
              <p:nvPicPr>
                <p:cNvPr id="91" name="Ink 90">
                  <a:extLst>
                    <a:ext uri="{FF2B5EF4-FFF2-40B4-BE49-F238E27FC236}">
                      <a16:creationId xmlns:a16="http://schemas.microsoft.com/office/drawing/2014/main" id="{15B2F4F5-145A-B039-80A2-B92F60804836}"/>
                    </a:ext>
                  </a:extLst>
                </p:cNvPr>
                <p:cNvPicPr/>
                <p:nvPr/>
              </p:nvPicPr>
              <p:blipFill>
                <a:blip r:embed="rId149"/>
                <a:stretch>
                  <a:fillRect/>
                </a:stretch>
              </p:blipFill>
              <p:spPr>
                <a:xfrm>
                  <a:off x="7717075" y="5333950"/>
                  <a:ext cx="3150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3" name="Ink 92">
                  <a:extLst>
                    <a:ext uri="{FF2B5EF4-FFF2-40B4-BE49-F238E27FC236}">
                      <a16:creationId xmlns:a16="http://schemas.microsoft.com/office/drawing/2014/main" id="{7AD1B919-2062-3059-5726-50DFE5BED667}"/>
                    </a:ext>
                  </a:extLst>
                </p14:cNvPr>
                <p14:cNvContentPartPr/>
                <p14:nvPr/>
              </p14:nvContentPartPr>
              <p14:xfrm>
                <a:off x="9373435" y="5121550"/>
                <a:ext cx="210600" cy="150840"/>
              </p14:xfrm>
            </p:contentPart>
          </mc:Choice>
          <mc:Fallback>
            <p:pic>
              <p:nvPicPr>
                <p:cNvPr id="93" name="Ink 92">
                  <a:extLst>
                    <a:ext uri="{FF2B5EF4-FFF2-40B4-BE49-F238E27FC236}">
                      <a16:creationId xmlns:a16="http://schemas.microsoft.com/office/drawing/2014/main" id="{7AD1B919-2062-3059-5726-50DFE5BED667}"/>
                    </a:ext>
                  </a:extLst>
                </p:cNvPr>
                <p:cNvPicPr/>
                <p:nvPr/>
              </p:nvPicPr>
              <p:blipFill>
                <a:blip r:embed="rId151"/>
                <a:stretch>
                  <a:fillRect/>
                </a:stretch>
              </p:blipFill>
              <p:spPr>
                <a:xfrm>
                  <a:off x="9367315" y="5115430"/>
                  <a:ext cx="2228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4" name="Ink 93">
                  <a:extLst>
                    <a:ext uri="{FF2B5EF4-FFF2-40B4-BE49-F238E27FC236}">
                      <a16:creationId xmlns:a16="http://schemas.microsoft.com/office/drawing/2014/main" id="{92625BE9-5FBC-BD25-A2F3-A8D4C5FA5070}"/>
                    </a:ext>
                  </a:extLst>
                </p14:cNvPr>
                <p14:cNvContentPartPr/>
                <p14:nvPr/>
              </p14:nvContentPartPr>
              <p14:xfrm>
                <a:off x="9465235" y="5230270"/>
                <a:ext cx="686520" cy="46080"/>
              </p14:xfrm>
            </p:contentPart>
          </mc:Choice>
          <mc:Fallback>
            <p:pic>
              <p:nvPicPr>
                <p:cNvPr id="94" name="Ink 93">
                  <a:extLst>
                    <a:ext uri="{FF2B5EF4-FFF2-40B4-BE49-F238E27FC236}">
                      <a16:creationId xmlns:a16="http://schemas.microsoft.com/office/drawing/2014/main" id="{92625BE9-5FBC-BD25-A2F3-A8D4C5FA5070}"/>
                    </a:ext>
                  </a:extLst>
                </p:cNvPr>
                <p:cNvPicPr/>
                <p:nvPr/>
              </p:nvPicPr>
              <p:blipFill>
                <a:blip r:embed="rId153"/>
                <a:stretch>
                  <a:fillRect/>
                </a:stretch>
              </p:blipFill>
              <p:spPr>
                <a:xfrm>
                  <a:off x="9459115" y="5224150"/>
                  <a:ext cx="69876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5" name="Ink 94">
                  <a:extLst>
                    <a:ext uri="{FF2B5EF4-FFF2-40B4-BE49-F238E27FC236}">
                      <a16:creationId xmlns:a16="http://schemas.microsoft.com/office/drawing/2014/main" id="{A3BA5324-7792-C378-D5CA-A37E491E4174}"/>
                    </a:ext>
                  </a:extLst>
                </p14:cNvPr>
                <p14:cNvContentPartPr/>
                <p14:nvPr/>
              </p14:nvContentPartPr>
              <p14:xfrm>
                <a:off x="9826675" y="5246830"/>
                <a:ext cx="947520" cy="57240"/>
              </p14:xfrm>
            </p:contentPart>
          </mc:Choice>
          <mc:Fallback>
            <p:pic>
              <p:nvPicPr>
                <p:cNvPr id="95" name="Ink 94">
                  <a:extLst>
                    <a:ext uri="{FF2B5EF4-FFF2-40B4-BE49-F238E27FC236}">
                      <a16:creationId xmlns:a16="http://schemas.microsoft.com/office/drawing/2014/main" id="{A3BA5324-7792-C378-D5CA-A37E491E4174}"/>
                    </a:ext>
                  </a:extLst>
                </p:cNvPr>
                <p:cNvPicPr/>
                <p:nvPr/>
              </p:nvPicPr>
              <p:blipFill>
                <a:blip r:embed="rId155"/>
                <a:stretch>
                  <a:fillRect/>
                </a:stretch>
              </p:blipFill>
              <p:spPr>
                <a:xfrm>
                  <a:off x="9820555" y="5240710"/>
                  <a:ext cx="95976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6" name="Ink 95">
                  <a:extLst>
                    <a:ext uri="{FF2B5EF4-FFF2-40B4-BE49-F238E27FC236}">
                      <a16:creationId xmlns:a16="http://schemas.microsoft.com/office/drawing/2014/main" id="{40488715-7D04-A5E3-4D4F-FBD70B6E09E5}"/>
                    </a:ext>
                  </a:extLst>
                </p14:cNvPr>
                <p14:cNvContentPartPr/>
                <p14:nvPr/>
              </p14:nvContentPartPr>
              <p14:xfrm>
                <a:off x="10643515" y="5265550"/>
                <a:ext cx="416160" cy="10800"/>
              </p14:xfrm>
            </p:contentPart>
          </mc:Choice>
          <mc:Fallback>
            <p:pic>
              <p:nvPicPr>
                <p:cNvPr id="96" name="Ink 95">
                  <a:extLst>
                    <a:ext uri="{FF2B5EF4-FFF2-40B4-BE49-F238E27FC236}">
                      <a16:creationId xmlns:a16="http://schemas.microsoft.com/office/drawing/2014/main" id="{40488715-7D04-A5E3-4D4F-FBD70B6E09E5}"/>
                    </a:ext>
                  </a:extLst>
                </p:cNvPr>
                <p:cNvPicPr/>
                <p:nvPr/>
              </p:nvPicPr>
              <p:blipFill>
                <a:blip r:embed="rId157"/>
                <a:stretch>
                  <a:fillRect/>
                </a:stretch>
              </p:blipFill>
              <p:spPr>
                <a:xfrm>
                  <a:off x="10637395" y="5259430"/>
                  <a:ext cx="4284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9" name="Ink 98">
                  <a:extLst>
                    <a:ext uri="{FF2B5EF4-FFF2-40B4-BE49-F238E27FC236}">
                      <a16:creationId xmlns:a16="http://schemas.microsoft.com/office/drawing/2014/main" id="{EF3D3F69-8DE9-2955-6B83-0DCBA4F31822}"/>
                    </a:ext>
                  </a:extLst>
                </p14:cNvPr>
                <p14:cNvContentPartPr/>
                <p14:nvPr/>
              </p14:nvContentPartPr>
              <p14:xfrm>
                <a:off x="10524355" y="5276710"/>
                <a:ext cx="726120" cy="8640"/>
              </p14:xfrm>
            </p:contentPart>
          </mc:Choice>
          <mc:Fallback>
            <p:pic>
              <p:nvPicPr>
                <p:cNvPr id="99" name="Ink 98">
                  <a:extLst>
                    <a:ext uri="{FF2B5EF4-FFF2-40B4-BE49-F238E27FC236}">
                      <a16:creationId xmlns:a16="http://schemas.microsoft.com/office/drawing/2014/main" id="{EF3D3F69-8DE9-2955-6B83-0DCBA4F31822}"/>
                    </a:ext>
                  </a:extLst>
                </p:cNvPr>
                <p:cNvPicPr/>
                <p:nvPr/>
              </p:nvPicPr>
              <p:blipFill>
                <a:blip r:embed="rId159"/>
                <a:stretch>
                  <a:fillRect/>
                </a:stretch>
              </p:blipFill>
              <p:spPr>
                <a:xfrm>
                  <a:off x="10518235" y="5270590"/>
                  <a:ext cx="7383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0" name="Ink 99">
                  <a:extLst>
                    <a:ext uri="{FF2B5EF4-FFF2-40B4-BE49-F238E27FC236}">
                      <a16:creationId xmlns:a16="http://schemas.microsoft.com/office/drawing/2014/main" id="{46409CB4-2524-3D53-F3E6-ACFE51D33FF5}"/>
                    </a:ext>
                  </a:extLst>
                </p14:cNvPr>
                <p14:cNvContentPartPr/>
                <p14:nvPr/>
              </p14:nvContentPartPr>
              <p14:xfrm>
                <a:off x="10875355" y="5483710"/>
                <a:ext cx="830520" cy="61560"/>
              </p14:xfrm>
            </p:contentPart>
          </mc:Choice>
          <mc:Fallback>
            <p:pic>
              <p:nvPicPr>
                <p:cNvPr id="100" name="Ink 99">
                  <a:extLst>
                    <a:ext uri="{FF2B5EF4-FFF2-40B4-BE49-F238E27FC236}">
                      <a16:creationId xmlns:a16="http://schemas.microsoft.com/office/drawing/2014/main" id="{46409CB4-2524-3D53-F3E6-ACFE51D33FF5}"/>
                    </a:ext>
                  </a:extLst>
                </p:cNvPr>
                <p:cNvPicPr/>
                <p:nvPr/>
              </p:nvPicPr>
              <p:blipFill>
                <a:blip r:embed="rId161"/>
                <a:stretch>
                  <a:fillRect/>
                </a:stretch>
              </p:blipFill>
              <p:spPr>
                <a:xfrm>
                  <a:off x="10869235" y="5477590"/>
                  <a:ext cx="84276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1" name="Ink 100">
                  <a:extLst>
                    <a:ext uri="{FF2B5EF4-FFF2-40B4-BE49-F238E27FC236}">
                      <a16:creationId xmlns:a16="http://schemas.microsoft.com/office/drawing/2014/main" id="{444F1C58-CCDE-A38B-CFCD-FDD6C6475BB0}"/>
                    </a:ext>
                  </a:extLst>
                </p14:cNvPr>
                <p14:cNvContentPartPr/>
                <p14:nvPr/>
              </p14:nvContentPartPr>
              <p14:xfrm>
                <a:off x="11641435" y="5415310"/>
                <a:ext cx="197280" cy="275400"/>
              </p14:xfrm>
            </p:contentPart>
          </mc:Choice>
          <mc:Fallback>
            <p:pic>
              <p:nvPicPr>
                <p:cNvPr id="101" name="Ink 100">
                  <a:extLst>
                    <a:ext uri="{FF2B5EF4-FFF2-40B4-BE49-F238E27FC236}">
                      <a16:creationId xmlns:a16="http://schemas.microsoft.com/office/drawing/2014/main" id="{444F1C58-CCDE-A38B-CFCD-FDD6C6475BB0}"/>
                    </a:ext>
                  </a:extLst>
                </p:cNvPr>
                <p:cNvPicPr/>
                <p:nvPr/>
              </p:nvPicPr>
              <p:blipFill>
                <a:blip r:embed="rId163"/>
                <a:stretch>
                  <a:fillRect/>
                </a:stretch>
              </p:blipFill>
              <p:spPr>
                <a:xfrm>
                  <a:off x="11635315" y="5409190"/>
                  <a:ext cx="209520" cy="287640"/>
                </a:xfrm>
                <a:prstGeom prst="rect">
                  <a:avLst/>
                </a:prstGeom>
              </p:spPr>
            </p:pic>
          </mc:Fallback>
        </mc:AlternateContent>
      </p:grpSp>
      <p:grpSp>
        <p:nvGrpSpPr>
          <p:cNvPr id="106" name="Group 105">
            <a:extLst>
              <a:ext uri="{FF2B5EF4-FFF2-40B4-BE49-F238E27FC236}">
                <a16:creationId xmlns:a16="http://schemas.microsoft.com/office/drawing/2014/main" id="{BE349D5C-8729-F98F-03DE-11E2BC4E85FE}"/>
              </a:ext>
            </a:extLst>
          </p:cNvPr>
          <p:cNvGrpSpPr/>
          <p:nvPr/>
        </p:nvGrpSpPr>
        <p:grpSpPr>
          <a:xfrm>
            <a:off x="6994555" y="5674150"/>
            <a:ext cx="1104120" cy="218880"/>
            <a:chOff x="6994555" y="5674150"/>
            <a:chExt cx="1104120" cy="218880"/>
          </a:xfrm>
        </p:grpSpPr>
        <mc:AlternateContent xmlns:mc="http://schemas.openxmlformats.org/markup-compatibility/2006">
          <mc:Choice xmlns:p14="http://schemas.microsoft.com/office/powerpoint/2010/main" Requires="p14">
            <p:contentPart p14:bwMode="auto" r:id="rId164">
              <p14:nvContentPartPr>
                <p14:cNvPr id="104" name="Ink 103">
                  <a:extLst>
                    <a:ext uri="{FF2B5EF4-FFF2-40B4-BE49-F238E27FC236}">
                      <a16:creationId xmlns:a16="http://schemas.microsoft.com/office/drawing/2014/main" id="{770F689A-6C2F-B185-8216-6237D7F7BE95}"/>
                    </a:ext>
                  </a:extLst>
                </p14:cNvPr>
                <p14:cNvContentPartPr/>
                <p14:nvPr/>
              </p14:nvContentPartPr>
              <p14:xfrm>
                <a:off x="7116595" y="5730310"/>
                <a:ext cx="982080" cy="50760"/>
              </p14:xfrm>
            </p:contentPart>
          </mc:Choice>
          <mc:Fallback>
            <p:pic>
              <p:nvPicPr>
                <p:cNvPr id="104" name="Ink 103">
                  <a:extLst>
                    <a:ext uri="{FF2B5EF4-FFF2-40B4-BE49-F238E27FC236}">
                      <a16:creationId xmlns:a16="http://schemas.microsoft.com/office/drawing/2014/main" id="{770F689A-6C2F-B185-8216-6237D7F7BE95}"/>
                    </a:ext>
                  </a:extLst>
                </p:cNvPr>
                <p:cNvPicPr/>
                <p:nvPr/>
              </p:nvPicPr>
              <p:blipFill>
                <a:blip r:embed="rId165"/>
                <a:stretch>
                  <a:fillRect/>
                </a:stretch>
              </p:blipFill>
              <p:spPr>
                <a:xfrm>
                  <a:off x="7110475" y="5724190"/>
                  <a:ext cx="9943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5" name="Ink 104">
                  <a:extLst>
                    <a:ext uri="{FF2B5EF4-FFF2-40B4-BE49-F238E27FC236}">
                      <a16:creationId xmlns:a16="http://schemas.microsoft.com/office/drawing/2014/main" id="{82F527C5-5E50-0EA1-43D5-65408BED0732}"/>
                    </a:ext>
                  </a:extLst>
                </p14:cNvPr>
                <p14:cNvContentPartPr/>
                <p14:nvPr/>
              </p14:nvContentPartPr>
              <p14:xfrm>
                <a:off x="6994555" y="5674150"/>
                <a:ext cx="339840" cy="218880"/>
              </p14:xfrm>
            </p:contentPart>
          </mc:Choice>
          <mc:Fallback>
            <p:pic>
              <p:nvPicPr>
                <p:cNvPr id="105" name="Ink 104">
                  <a:extLst>
                    <a:ext uri="{FF2B5EF4-FFF2-40B4-BE49-F238E27FC236}">
                      <a16:creationId xmlns:a16="http://schemas.microsoft.com/office/drawing/2014/main" id="{82F527C5-5E50-0EA1-43D5-65408BED0732}"/>
                    </a:ext>
                  </a:extLst>
                </p:cNvPr>
                <p:cNvPicPr/>
                <p:nvPr/>
              </p:nvPicPr>
              <p:blipFill>
                <a:blip r:embed="rId167"/>
                <a:stretch>
                  <a:fillRect/>
                </a:stretch>
              </p:blipFill>
              <p:spPr>
                <a:xfrm>
                  <a:off x="6988435" y="5668030"/>
                  <a:ext cx="352080" cy="231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8">
            <p14:nvContentPartPr>
              <p14:cNvPr id="107" name="Ink 106">
                <a:extLst>
                  <a:ext uri="{FF2B5EF4-FFF2-40B4-BE49-F238E27FC236}">
                    <a16:creationId xmlns:a16="http://schemas.microsoft.com/office/drawing/2014/main" id="{5CCB289A-E4D9-E11F-3751-9C512B8E9B15}"/>
                  </a:ext>
                </a:extLst>
              </p14:cNvPr>
              <p14:cNvContentPartPr/>
              <p14:nvPr/>
            </p14:nvContentPartPr>
            <p14:xfrm>
              <a:off x="4455835" y="5296150"/>
              <a:ext cx="1321920" cy="218880"/>
            </p14:xfrm>
          </p:contentPart>
        </mc:Choice>
        <mc:Fallback>
          <p:pic>
            <p:nvPicPr>
              <p:cNvPr id="107" name="Ink 106">
                <a:extLst>
                  <a:ext uri="{FF2B5EF4-FFF2-40B4-BE49-F238E27FC236}">
                    <a16:creationId xmlns:a16="http://schemas.microsoft.com/office/drawing/2014/main" id="{5CCB289A-E4D9-E11F-3751-9C512B8E9B15}"/>
                  </a:ext>
                </a:extLst>
              </p:cNvPr>
              <p:cNvPicPr/>
              <p:nvPr/>
            </p:nvPicPr>
            <p:blipFill>
              <a:blip r:embed="rId169"/>
              <a:stretch>
                <a:fillRect/>
              </a:stretch>
            </p:blipFill>
            <p:spPr>
              <a:xfrm>
                <a:off x="4449715" y="5290030"/>
                <a:ext cx="133416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9" name="Ink 108">
                <a:extLst>
                  <a:ext uri="{FF2B5EF4-FFF2-40B4-BE49-F238E27FC236}">
                    <a16:creationId xmlns:a16="http://schemas.microsoft.com/office/drawing/2014/main" id="{F8B3481E-1511-0DA5-DB28-9649848AB69A}"/>
                  </a:ext>
                </a:extLst>
              </p14:cNvPr>
              <p14:cNvContentPartPr/>
              <p14:nvPr/>
            </p14:nvContentPartPr>
            <p14:xfrm>
              <a:off x="2410675" y="4209670"/>
              <a:ext cx="2176200" cy="1214640"/>
            </p14:xfrm>
          </p:contentPart>
        </mc:Choice>
        <mc:Fallback>
          <p:pic>
            <p:nvPicPr>
              <p:cNvPr id="109" name="Ink 108">
                <a:extLst>
                  <a:ext uri="{FF2B5EF4-FFF2-40B4-BE49-F238E27FC236}">
                    <a16:creationId xmlns:a16="http://schemas.microsoft.com/office/drawing/2014/main" id="{F8B3481E-1511-0DA5-DB28-9649848AB69A}"/>
                  </a:ext>
                </a:extLst>
              </p:cNvPr>
              <p:cNvPicPr/>
              <p:nvPr/>
            </p:nvPicPr>
            <p:blipFill>
              <a:blip r:embed="rId171"/>
              <a:stretch>
                <a:fillRect/>
              </a:stretch>
            </p:blipFill>
            <p:spPr>
              <a:xfrm>
                <a:off x="2404555" y="4203550"/>
                <a:ext cx="2188440" cy="1226880"/>
              </a:xfrm>
              <a:prstGeom prst="rect">
                <a:avLst/>
              </a:prstGeom>
            </p:spPr>
          </p:pic>
        </mc:Fallback>
      </mc:AlternateContent>
    </p:spTree>
    <p:extLst>
      <p:ext uri="{BB962C8B-B14F-4D97-AF65-F5344CB8AC3E}">
        <p14:creationId xmlns:p14="http://schemas.microsoft.com/office/powerpoint/2010/main" val="2214548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a:t>
            </a:r>
            <a:endParaRPr lang="en-IN" dirty="0"/>
          </a:p>
        </p:txBody>
      </p:sp>
      <p:sp>
        <p:nvSpPr>
          <p:cNvPr id="5" name="Freeform 4"/>
          <p:cNvSpPr>
            <a:spLocks/>
          </p:cNvSpPr>
          <p:nvPr/>
        </p:nvSpPr>
        <p:spPr bwMode="auto">
          <a:xfrm>
            <a:off x="1714500" y="2514600"/>
            <a:ext cx="3771900" cy="1828800"/>
          </a:xfrm>
          <a:custGeom>
            <a:avLst/>
            <a:gdLst>
              <a:gd name="T0" fmla="*/ 0 w 1893"/>
              <a:gd name="T1" fmla="*/ 0 h 765"/>
              <a:gd name="T2" fmla="*/ 0 w 1893"/>
              <a:gd name="T3" fmla="*/ 764 h 765"/>
              <a:gd name="T4" fmla="*/ 1892 w 1893"/>
              <a:gd name="T5" fmla="*/ 764 h 765"/>
            </a:gdLst>
            <a:ahLst/>
            <a:cxnLst>
              <a:cxn ang="0">
                <a:pos x="T0" y="T1"/>
              </a:cxn>
              <a:cxn ang="0">
                <a:pos x="T2" y="T3"/>
              </a:cxn>
              <a:cxn ang="0">
                <a:pos x="T4" y="T5"/>
              </a:cxn>
            </a:cxnLst>
            <a:rect l="0" t="0" r="r" b="b"/>
            <a:pathLst>
              <a:path w="1893" h="765">
                <a:moveTo>
                  <a:pt x="0" y="0"/>
                </a:moveTo>
                <a:lnTo>
                  <a:pt x="0" y="764"/>
                </a:lnTo>
                <a:lnTo>
                  <a:pt x="1892" y="764"/>
                </a:lnTo>
              </a:path>
            </a:pathLst>
          </a:custGeom>
          <a:noFill/>
          <a:ln w="25400" cap="rnd"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srgbClr val="000000"/>
              </a:solidFill>
            </a:endParaRPr>
          </a:p>
        </p:txBody>
      </p:sp>
      <p:sp>
        <p:nvSpPr>
          <p:cNvPr id="6" name="Rectangle 5"/>
          <p:cNvSpPr>
            <a:spLocks noChangeArrowheads="1"/>
          </p:cNvSpPr>
          <p:nvPr/>
        </p:nvSpPr>
        <p:spPr bwMode="auto">
          <a:xfrm>
            <a:off x="1314450" y="2057401"/>
            <a:ext cx="521776" cy="344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7865" tIns="33338" rIns="67865" bIns="33338">
            <a:spAutoFit/>
          </a:bodyPr>
          <a:lstStyle/>
          <a:p>
            <a:r>
              <a:rPr lang="en-US" b="1">
                <a:solidFill>
                  <a:srgbClr val="339933"/>
                </a:solidFill>
                <a:latin typeface="Arial" charset="0"/>
              </a:rPr>
              <a:t>f(X)</a:t>
            </a:r>
          </a:p>
        </p:txBody>
      </p:sp>
      <p:sp>
        <p:nvSpPr>
          <p:cNvPr id="7" name="Text Box 34"/>
          <p:cNvSpPr txBox="1">
            <a:spLocks noChangeArrowheads="1"/>
          </p:cNvSpPr>
          <p:nvPr/>
        </p:nvSpPr>
        <p:spPr bwMode="auto">
          <a:xfrm>
            <a:off x="2686050" y="1985478"/>
            <a:ext cx="28575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solidFill>
                  <a:prstClr val="black"/>
                </a:solidFill>
              </a:rPr>
              <a:t>Changing</a:t>
            </a:r>
            <a:r>
              <a:rPr lang="en-US" dirty="0">
                <a:solidFill>
                  <a:prstClr val="black"/>
                </a:solidFill>
                <a:sym typeface="Arial" charset="0"/>
              </a:rPr>
              <a:t> </a:t>
            </a:r>
            <a:r>
              <a:rPr lang="el-GR" dirty="0">
                <a:solidFill>
                  <a:prstClr val="black"/>
                </a:solidFill>
                <a:cs typeface="Arial" charset="0"/>
              </a:rPr>
              <a:t>μ</a:t>
            </a:r>
            <a:r>
              <a:rPr lang="en-US" b="1" dirty="0">
                <a:solidFill>
                  <a:prstClr val="black"/>
                </a:solidFill>
              </a:rPr>
              <a:t> </a:t>
            </a:r>
            <a:r>
              <a:rPr lang="en-US" dirty="0">
                <a:solidFill>
                  <a:prstClr val="black"/>
                </a:solidFill>
              </a:rPr>
              <a:t>shifts the distribution left or right.</a:t>
            </a:r>
          </a:p>
        </p:txBody>
      </p:sp>
      <p:sp>
        <p:nvSpPr>
          <p:cNvPr id="8" name="Text Box 35"/>
          <p:cNvSpPr txBox="1">
            <a:spLocks noChangeArrowheads="1"/>
          </p:cNvSpPr>
          <p:nvPr/>
        </p:nvSpPr>
        <p:spPr bwMode="auto">
          <a:xfrm>
            <a:off x="4286250" y="3028951"/>
            <a:ext cx="257175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solidFill>
                  <a:srgbClr val="000000"/>
                </a:solidFill>
              </a:rPr>
              <a:t>Changing </a:t>
            </a:r>
            <a:r>
              <a:rPr lang="el-GR" dirty="0">
                <a:solidFill>
                  <a:srgbClr val="000000"/>
                </a:solidFill>
                <a:cs typeface="Arial" charset="0"/>
              </a:rPr>
              <a:t>σ</a:t>
            </a:r>
            <a:r>
              <a:rPr lang="en-US" dirty="0">
                <a:solidFill>
                  <a:srgbClr val="000000"/>
                </a:solidFill>
              </a:rPr>
              <a:t> increases or decreases the spread.</a:t>
            </a:r>
          </a:p>
        </p:txBody>
      </p:sp>
      <p:sp>
        <p:nvSpPr>
          <p:cNvPr id="9" name="TextBox 8"/>
          <p:cNvSpPr txBox="1"/>
          <p:nvPr/>
        </p:nvSpPr>
        <p:spPr>
          <a:xfrm>
            <a:off x="1905000" y="4679131"/>
            <a:ext cx="7467600" cy="1938992"/>
          </a:xfrm>
          <a:prstGeom prst="rect">
            <a:avLst/>
          </a:prstGeom>
          <a:noFill/>
        </p:spPr>
        <p:txBody>
          <a:bodyPr wrap="square" rtlCol="0">
            <a:spAutoFit/>
          </a:bodyPr>
          <a:lstStyle/>
          <a:p>
            <a:r>
              <a:rPr lang="en-US" sz="2000" b="1" dirty="0">
                <a:solidFill>
                  <a:prstClr val="black"/>
                </a:solidFill>
                <a:cs typeface="Arial"/>
              </a:rPr>
              <a:t>Properties: </a:t>
            </a:r>
          </a:p>
          <a:p>
            <a:r>
              <a:rPr lang="en-US" sz="2000" dirty="0">
                <a:solidFill>
                  <a:prstClr val="black"/>
                </a:solidFill>
                <a:cs typeface="Arial"/>
              </a:rPr>
              <a:t>1. Normal curve is bell shaped and symmetric about the mean</a:t>
            </a:r>
          </a:p>
          <a:p>
            <a:r>
              <a:rPr lang="en-US" sz="2000" dirty="0">
                <a:solidFill>
                  <a:prstClr val="black"/>
                </a:solidFill>
                <a:cs typeface="Arial"/>
              </a:rPr>
              <a:t>2. Mean = Mode = Median</a:t>
            </a:r>
          </a:p>
          <a:p>
            <a:r>
              <a:rPr lang="en-US" sz="2000" dirty="0">
                <a:solidFill>
                  <a:prstClr val="black"/>
                </a:solidFill>
                <a:cs typeface="Arial"/>
              </a:rPr>
              <a:t>3. Total area under normal curve is equal to 1</a:t>
            </a:r>
          </a:p>
          <a:p>
            <a:r>
              <a:rPr lang="en-US" sz="2000" dirty="0">
                <a:solidFill>
                  <a:prstClr val="black"/>
                </a:solidFill>
                <a:cs typeface="Arial"/>
              </a:rPr>
              <a:t>4. Normal curve approaches but never touches the x axis as it extends farther and farther away from the mean </a:t>
            </a:r>
          </a:p>
        </p:txBody>
      </p:sp>
      <p:sp>
        <p:nvSpPr>
          <p:cNvPr id="10" name="Freeform 9"/>
          <p:cNvSpPr>
            <a:spLocks/>
          </p:cNvSpPr>
          <p:nvPr/>
        </p:nvSpPr>
        <p:spPr bwMode="auto">
          <a:xfrm>
            <a:off x="3543300" y="2857500"/>
            <a:ext cx="1828800" cy="1428750"/>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prstClr val="black"/>
              </a:solidFill>
            </a:endParaRPr>
          </a:p>
        </p:txBody>
      </p:sp>
      <p:sp>
        <p:nvSpPr>
          <p:cNvPr id="11" name="Freeform 10"/>
          <p:cNvSpPr>
            <a:spLocks/>
          </p:cNvSpPr>
          <p:nvPr/>
        </p:nvSpPr>
        <p:spPr bwMode="auto">
          <a:xfrm>
            <a:off x="1771650" y="2857500"/>
            <a:ext cx="1758554" cy="142875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prstClr val="black"/>
              </a:solidFill>
            </a:endParaRPr>
          </a:p>
        </p:txBody>
      </p:sp>
      <p:sp>
        <p:nvSpPr>
          <p:cNvPr id="12" name="Rectangle 11"/>
          <p:cNvSpPr>
            <a:spLocks noChangeArrowheads="1"/>
          </p:cNvSpPr>
          <p:nvPr/>
        </p:nvSpPr>
        <p:spPr bwMode="auto">
          <a:xfrm>
            <a:off x="3714751" y="3429001"/>
            <a:ext cx="359569" cy="344326"/>
          </a:xfrm>
          <a:prstGeom prst="rect">
            <a:avLst/>
          </a:prstGeom>
          <a:noFill/>
          <a:ln w="12700">
            <a:noFill/>
            <a:miter lim="800000"/>
            <a:headEnd/>
            <a:tailEnd/>
          </a:ln>
          <a:effectLst/>
        </p:spPr>
        <p:txBody>
          <a:bodyPr lIns="67865" tIns="33338" rIns="67865" bIns="33338">
            <a:spAutoFit/>
          </a:bodyPr>
          <a:lstStyle/>
          <a:p>
            <a:pPr>
              <a:spcBef>
                <a:spcPct val="50000"/>
              </a:spcBef>
            </a:pPr>
            <a:r>
              <a:rPr lang="el-GR" dirty="0">
                <a:solidFill>
                  <a:srgbClr val="000000"/>
                </a:solidFill>
                <a:cs typeface="Arial" charset="0"/>
              </a:rPr>
              <a:t>σ</a:t>
            </a:r>
            <a:endParaRPr lang="el-GR" dirty="0">
              <a:solidFill>
                <a:srgbClr val="000000"/>
              </a:solidFill>
              <a:latin typeface="Symbol" charset="0"/>
              <a:cs typeface="Arial" charset="0"/>
            </a:endParaRPr>
          </a:p>
        </p:txBody>
      </p:sp>
      <p:sp>
        <p:nvSpPr>
          <p:cNvPr id="13" name="Line 33"/>
          <p:cNvSpPr>
            <a:spLocks noChangeShapeType="1"/>
          </p:cNvSpPr>
          <p:nvPr/>
        </p:nvSpPr>
        <p:spPr bwMode="auto">
          <a:xfrm>
            <a:off x="3543300" y="2914650"/>
            <a:ext cx="0" cy="14287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p:sp>
        <p:nvSpPr>
          <p:cNvPr id="14" name="Line 3"/>
          <p:cNvSpPr>
            <a:spLocks noChangeShapeType="1"/>
          </p:cNvSpPr>
          <p:nvPr/>
        </p:nvSpPr>
        <p:spPr bwMode="auto">
          <a:xfrm flipV="1">
            <a:off x="3543300" y="3486150"/>
            <a:ext cx="571500" cy="0"/>
          </a:xfrm>
          <a:prstGeom prst="line">
            <a:avLst/>
          </a:prstGeom>
          <a:noFill/>
          <a:ln w="12700">
            <a:solidFill>
              <a:srgbClr val="000000"/>
            </a:solidFill>
            <a:round/>
            <a:headEnd type="stealth" w="med" len="me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p:grpSp>
        <p:nvGrpSpPr>
          <p:cNvPr id="33" name="Group 32">
            <a:extLst>
              <a:ext uri="{FF2B5EF4-FFF2-40B4-BE49-F238E27FC236}">
                <a16:creationId xmlns:a16="http://schemas.microsoft.com/office/drawing/2014/main" id="{0B45AD97-BE78-BD69-E974-403B4A337AA2}"/>
              </a:ext>
            </a:extLst>
          </p:cNvPr>
          <p:cNvGrpSpPr/>
          <p:nvPr/>
        </p:nvGrpSpPr>
        <p:grpSpPr>
          <a:xfrm>
            <a:off x="6843355" y="925030"/>
            <a:ext cx="3916080" cy="2047680"/>
            <a:chOff x="6843355" y="925030"/>
            <a:chExt cx="3916080" cy="204768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57479B7-5903-9144-0C2C-E8C4A08289F7}"/>
                    </a:ext>
                  </a:extLst>
                </p14:cNvPr>
                <p14:cNvContentPartPr/>
                <p14:nvPr/>
              </p14:nvContentPartPr>
              <p14:xfrm>
                <a:off x="7792675" y="1345510"/>
                <a:ext cx="2956320" cy="1058760"/>
              </p14:xfrm>
            </p:contentPart>
          </mc:Choice>
          <mc:Fallback>
            <p:pic>
              <p:nvPicPr>
                <p:cNvPr id="3" name="Ink 2">
                  <a:extLst>
                    <a:ext uri="{FF2B5EF4-FFF2-40B4-BE49-F238E27FC236}">
                      <a16:creationId xmlns:a16="http://schemas.microsoft.com/office/drawing/2014/main" id="{557479B7-5903-9144-0C2C-E8C4A08289F7}"/>
                    </a:ext>
                  </a:extLst>
                </p:cNvPr>
                <p:cNvPicPr/>
                <p:nvPr/>
              </p:nvPicPr>
              <p:blipFill>
                <a:blip r:embed="rId3"/>
                <a:stretch>
                  <a:fillRect/>
                </a:stretch>
              </p:blipFill>
              <p:spPr>
                <a:xfrm>
                  <a:off x="7786555" y="1339390"/>
                  <a:ext cx="2968560" cy="1071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55F61BF-0496-60E7-2EE1-A01D0CAEA373}"/>
                    </a:ext>
                  </a:extLst>
                </p14:cNvPr>
                <p14:cNvContentPartPr/>
                <p14:nvPr/>
              </p14:nvContentPartPr>
              <p14:xfrm>
                <a:off x="7815355" y="925030"/>
                <a:ext cx="67320" cy="2047680"/>
              </p14:xfrm>
            </p:contentPart>
          </mc:Choice>
          <mc:Fallback>
            <p:pic>
              <p:nvPicPr>
                <p:cNvPr id="4" name="Ink 3">
                  <a:extLst>
                    <a:ext uri="{FF2B5EF4-FFF2-40B4-BE49-F238E27FC236}">
                      <a16:creationId xmlns:a16="http://schemas.microsoft.com/office/drawing/2014/main" id="{855F61BF-0496-60E7-2EE1-A01D0CAEA373}"/>
                    </a:ext>
                  </a:extLst>
                </p:cNvPr>
                <p:cNvPicPr/>
                <p:nvPr/>
              </p:nvPicPr>
              <p:blipFill>
                <a:blip r:embed="rId5"/>
                <a:stretch>
                  <a:fillRect/>
                </a:stretch>
              </p:blipFill>
              <p:spPr>
                <a:xfrm>
                  <a:off x="7809235" y="918910"/>
                  <a:ext cx="79560" cy="2059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A46807B9-F3C3-EEB3-92D1-DE0331C0B6C1}"/>
                    </a:ext>
                  </a:extLst>
                </p14:cNvPr>
                <p14:cNvContentPartPr/>
                <p14:nvPr/>
              </p14:nvContentPartPr>
              <p14:xfrm>
                <a:off x="6843355" y="2186830"/>
                <a:ext cx="3916080" cy="109080"/>
              </p14:xfrm>
            </p:contentPart>
          </mc:Choice>
          <mc:Fallback>
            <p:pic>
              <p:nvPicPr>
                <p:cNvPr id="15" name="Ink 14">
                  <a:extLst>
                    <a:ext uri="{FF2B5EF4-FFF2-40B4-BE49-F238E27FC236}">
                      <a16:creationId xmlns:a16="http://schemas.microsoft.com/office/drawing/2014/main" id="{A46807B9-F3C3-EEB3-92D1-DE0331C0B6C1}"/>
                    </a:ext>
                  </a:extLst>
                </p:cNvPr>
                <p:cNvPicPr/>
                <p:nvPr/>
              </p:nvPicPr>
              <p:blipFill>
                <a:blip r:embed="rId7"/>
                <a:stretch>
                  <a:fillRect/>
                </a:stretch>
              </p:blipFill>
              <p:spPr>
                <a:xfrm>
                  <a:off x="6837235" y="2180710"/>
                  <a:ext cx="39283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5312D24D-5D15-F672-F0C9-B5DCE66B6571}"/>
                    </a:ext>
                  </a:extLst>
                </p14:cNvPr>
                <p14:cNvContentPartPr/>
                <p14:nvPr/>
              </p14:nvContentPartPr>
              <p14:xfrm>
                <a:off x="8474875" y="1257310"/>
                <a:ext cx="100800" cy="204480"/>
              </p14:xfrm>
            </p:contentPart>
          </mc:Choice>
          <mc:Fallback>
            <p:pic>
              <p:nvPicPr>
                <p:cNvPr id="16" name="Ink 15">
                  <a:extLst>
                    <a:ext uri="{FF2B5EF4-FFF2-40B4-BE49-F238E27FC236}">
                      <a16:creationId xmlns:a16="http://schemas.microsoft.com/office/drawing/2014/main" id="{5312D24D-5D15-F672-F0C9-B5DCE66B6571}"/>
                    </a:ext>
                  </a:extLst>
                </p:cNvPr>
                <p:cNvPicPr/>
                <p:nvPr/>
              </p:nvPicPr>
              <p:blipFill>
                <a:blip r:embed="rId9"/>
                <a:stretch>
                  <a:fillRect/>
                </a:stretch>
              </p:blipFill>
              <p:spPr>
                <a:xfrm>
                  <a:off x="8468755" y="1251190"/>
                  <a:ext cx="11304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4A9A6867-45E5-A6A1-03FD-A98941D104B7}"/>
                    </a:ext>
                  </a:extLst>
                </p14:cNvPr>
                <p14:cNvContentPartPr/>
                <p14:nvPr/>
              </p14:nvContentPartPr>
              <p14:xfrm>
                <a:off x="8458315" y="1272790"/>
                <a:ext cx="181440" cy="184680"/>
              </p14:xfrm>
            </p:contentPart>
          </mc:Choice>
          <mc:Fallback>
            <p:pic>
              <p:nvPicPr>
                <p:cNvPr id="17" name="Ink 16">
                  <a:extLst>
                    <a:ext uri="{FF2B5EF4-FFF2-40B4-BE49-F238E27FC236}">
                      <a16:creationId xmlns:a16="http://schemas.microsoft.com/office/drawing/2014/main" id="{4A9A6867-45E5-A6A1-03FD-A98941D104B7}"/>
                    </a:ext>
                  </a:extLst>
                </p:cNvPr>
                <p:cNvPicPr/>
                <p:nvPr/>
              </p:nvPicPr>
              <p:blipFill>
                <a:blip r:embed="rId11"/>
                <a:stretch>
                  <a:fillRect/>
                </a:stretch>
              </p:blipFill>
              <p:spPr>
                <a:xfrm>
                  <a:off x="8452195" y="1266670"/>
                  <a:ext cx="19368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671E8384-6A34-EC4B-95CE-52F68D8688B6}"/>
                    </a:ext>
                  </a:extLst>
                </p14:cNvPr>
                <p14:cNvContentPartPr/>
                <p14:nvPr/>
              </p14:nvContentPartPr>
              <p14:xfrm>
                <a:off x="8549395" y="1083430"/>
                <a:ext cx="23400" cy="185760"/>
              </p14:xfrm>
            </p:contentPart>
          </mc:Choice>
          <mc:Fallback>
            <p:pic>
              <p:nvPicPr>
                <p:cNvPr id="19" name="Ink 18">
                  <a:extLst>
                    <a:ext uri="{FF2B5EF4-FFF2-40B4-BE49-F238E27FC236}">
                      <a16:creationId xmlns:a16="http://schemas.microsoft.com/office/drawing/2014/main" id="{671E8384-6A34-EC4B-95CE-52F68D8688B6}"/>
                    </a:ext>
                  </a:extLst>
                </p:cNvPr>
                <p:cNvPicPr/>
                <p:nvPr/>
              </p:nvPicPr>
              <p:blipFill>
                <a:blip r:embed="rId13"/>
                <a:stretch>
                  <a:fillRect/>
                </a:stretch>
              </p:blipFill>
              <p:spPr>
                <a:xfrm>
                  <a:off x="8543275" y="1077310"/>
                  <a:ext cx="356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E3373F09-A548-EEB0-17A6-CD4D7A5DAC7E}"/>
                    </a:ext>
                  </a:extLst>
                </p14:cNvPr>
                <p14:cNvContentPartPr/>
                <p14:nvPr/>
              </p14:nvContentPartPr>
              <p14:xfrm>
                <a:off x="8549395" y="1588510"/>
                <a:ext cx="51120" cy="105840"/>
              </p14:xfrm>
            </p:contentPart>
          </mc:Choice>
          <mc:Fallback>
            <p:pic>
              <p:nvPicPr>
                <p:cNvPr id="20" name="Ink 19">
                  <a:extLst>
                    <a:ext uri="{FF2B5EF4-FFF2-40B4-BE49-F238E27FC236}">
                      <a16:creationId xmlns:a16="http://schemas.microsoft.com/office/drawing/2014/main" id="{E3373F09-A548-EEB0-17A6-CD4D7A5DAC7E}"/>
                    </a:ext>
                  </a:extLst>
                </p:cNvPr>
                <p:cNvPicPr/>
                <p:nvPr/>
              </p:nvPicPr>
              <p:blipFill>
                <a:blip r:embed="rId15"/>
                <a:stretch>
                  <a:fillRect/>
                </a:stretch>
              </p:blipFill>
              <p:spPr>
                <a:xfrm>
                  <a:off x="8543275" y="1582390"/>
                  <a:ext cx="6336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FBBCAA57-811B-6E00-6E61-64C522619542}"/>
                    </a:ext>
                  </a:extLst>
                </p14:cNvPr>
                <p14:cNvContentPartPr/>
                <p14:nvPr/>
              </p14:nvContentPartPr>
              <p14:xfrm>
                <a:off x="8543995" y="1853470"/>
                <a:ext cx="28440" cy="155520"/>
              </p14:xfrm>
            </p:contentPart>
          </mc:Choice>
          <mc:Fallback>
            <p:pic>
              <p:nvPicPr>
                <p:cNvPr id="21" name="Ink 20">
                  <a:extLst>
                    <a:ext uri="{FF2B5EF4-FFF2-40B4-BE49-F238E27FC236}">
                      <a16:creationId xmlns:a16="http://schemas.microsoft.com/office/drawing/2014/main" id="{FBBCAA57-811B-6E00-6E61-64C522619542}"/>
                    </a:ext>
                  </a:extLst>
                </p:cNvPr>
                <p:cNvPicPr/>
                <p:nvPr/>
              </p:nvPicPr>
              <p:blipFill>
                <a:blip r:embed="rId17"/>
                <a:stretch>
                  <a:fillRect/>
                </a:stretch>
              </p:blipFill>
              <p:spPr>
                <a:xfrm>
                  <a:off x="8537875" y="1847350"/>
                  <a:ext cx="406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2AC1E5B2-9A25-1C61-63F2-ED954265B7B9}"/>
                    </a:ext>
                  </a:extLst>
                </p14:cNvPr>
                <p14:cNvContentPartPr/>
                <p14:nvPr/>
              </p14:nvContentPartPr>
              <p14:xfrm>
                <a:off x="8548315" y="2171350"/>
                <a:ext cx="46080" cy="151560"/>
              </p14:xfrm>
            </p:contentPart>
          </mc:Choice>
          <mc:Fallback>
            <p:pic>
              <p:nvPicPr>
                <p:cNvPr id="22" name="Ink 21">
                  <a:extLst>
                    <a:ext uri="{FF2B5EF4-FFF2-40B4-BE49-F238E27FC236}">
                      <a16:creationId xmlns:a16="http://schemas.microsoft.com/office/drawing/2014/main" id="{2AC1E5B2-9A25-1C61-63F2-ED954265B7B9}"/>
                    </a:ext>
                  </a:extLst>
                </p:cNvPr>
                <p:cNvPicPr/>
                <p:nvPr/>
              </p:nvPicPr>
              <p:blipFill>
                <a:blip r:embed="rId19"/>
                <a:stretch>
                  <a:fillRect/>
                </a:stretch>
              </p:blipFill>
              <p:spPr>
                <a:xfrm>
                  <a:off x="8542195" y="2165230"/>
                  <a:ext cx="583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1C38D5EC-572D-58DA-74ED-4159247444E6}"/>
                    </a:ext>
                  </a:extLst>
                </p14:cNvPr>
                <p14:cNvContentPartPr/>
                <p14:nvPr/>
              </p14:nvContentPartPr>
              <p14:xfrm>
                <a:off x="8313235" y="2405350"/>
                <a:ext cx="189000" cy="140040"/>
              </p14:xfrm>
            </p:contentPart>
          </mc:Choice>
          <mc:Fallback>
            <p:pic>
              <p:nvPicPr>
                <p:cNvPr id="23" name="Ink 22">
                  <a:extLst>
                    <a:ext uri="{FF2B5EF4-FFF2-40B4-BE49-F238E27FC236}">
                      <a16:creationId xmlns:a16="http://schemas.microsoft.com/office/drawing/2014/main" id="{1C38D5EC-572D-58DA-74ED-4159247444E6}"/>
                    </a:ext>
                  </a:extLst>
                </p:cNvPr>
                <p:cNvPicPr/>
                <p:nvPr/>
              </p:nvPicPr>
              <p:blipFill>
                <a:blip r:embed="rId21"/>
                <a:stretch>
                  <a:fillRect/>
                </a:stretch>
              </p:blipFill>
              <p:spPr>
                <a:xfrm>
                  <a:off x="8307115" y="2399230"/>
                  <a:ext cx="20124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Ink 23">
                  <a:extLst>
                    <a:ext uri="{FF2B5EF4-FFF2-40B4-BE49-F238E27FC236}">
                      <a16:creationId xmlns:a16="http://schemas.microsoft.com/office/drawing/2014/main" id="{50F54EC6-83E7-009B-8736-404575C70519}"/>
                    </a:ext>
                  </a:extLst>
                </p14:cNvPr>
                <p14:cNvContentPartPr/>
                <p14:nvPr/>
              </p14:nvContentPartPr>
              <p14:xfrm>
                <a:off x="8542915" y="2470510"/>
                <a:ext cx="109440" cy="28440"/>
              </p14:xfrm>
            </p:contentPart>
          </mc:Choice>
          <mc:Fallback>
            <p:pic>
              <p:nvPicPr>
                <p:cNvPr id="24" name="Ink 23">
                  <a:extLst>
                    <a:ext uri="{FF2B5EF4-FFF2-40B4-BE49-F238E27FC236}">
                      <a16:creationId xmlns:a16="http://schemas.microsoft.com/office/drawing/2014/main" id="{50F54EC6-83E7-009B-8736-404575C70519}"/>
                    </a:ext>
                  </a:extLst>
                </p:cNvPr>
                <p:cNvPicPr/>
                <p:nvPr/>
              </p:nvPicPr>
              <p:blipFill>
                <a:blip r:embed="rId23"/>
                <a:stretch>
                  <a:fillRect/>
                </a:stretch>
              </p:blipFill>
              <p:spPr>
                <a:xfrm>
                  <a:off x="8536795" y="2464390"/>
                  <a:ext cx="12168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5" name="Ink 24">
                  <a:extLst>
                    <a:ext uri="{FF2B5EF4-FFF2-40B4-BE49-F238E27FC236}">
                      <a16:creationId xmlns:a16="http://schemas.microsoft.com/office/drawing/2014/main" id="{BA09A754-4FEC-DDEE-7858-0F784724A28D}"/>
                    </a:ext>
                  </a:extLst>
                </p14:cNvPr>
                <p14:cNvContentPartPr/>
                <p14:nvPr/>
              </p14:nvContentPartPr>
              <p14:xfrm>
                <a:off x="8699515" y="2332630"/>
                <a:ext cx="327600" cy="213120"/>
              </p14:xfrm>
            </p:contentPart>
          </mc:Choice>
          <mc:Fallback>
            <p:pic>
              <p:nvPicPr>
                <p:cNvPr id="25" name="Ink 24">
                  <a:extLst>
                    <a:ext uri="{FF2B5EF4-FFF2-40B4-BE49-F238E27FC236}">
                      <a16:creationId xmlns:a16="http://schemas.microsoft.com/office/drawing/2014/main" id="{BA09A754-4FEC-DDEE-7858-0F784724A28D}"/>
                    </a:ext>
                  </a:extLst>
                </p:cNvPr>
                <p:cNvPicPr/>
                <p:nvPr/>
              </p:nvPicPr>
              <p:blipFill>
                <a:blip r:embed="rId25"/>
                <a:stretch>
                  <a:fillRect/>
                </a:stretch>
              </p:blipFill>
              <p:spPr>
                <a:xfrm>
                  <a:off x="8693395" y="2326510"/>
                  <a:ext cx="3398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6" name="Ink 25">
                  <a:extLst>
                    <a:ext uri="{FF2B5EF4-FFF2-40B4-BE49-F238E27FC236}">
                      <a16:creationId xmlns:a16="http://schemas.microsoft.com/office/drawing/2014/main" id="{78CE58EB-3224-CF2F-6D91-59E20B047456}"/>
                    </a:ext>
                  </a:extLst>
                </p14:cNvPr>
                <p14:cNvContentPartPr/>
                <p14:nvPr/>
              </p14:nvContentPartPr>
              <p14:xfrm>
                <a:off x="9118555" y="1111870"/>
                <a:ext cx="25200" cy="396360"/>
              </p14:xfrm>
            </p:contentPart>
          </mc:Choice>
          <mc:Fallback>
            <p:pic>
              <p:nvPicPr>
                <p:cNvPr id="26" name="Ink 25">
                  <a:extLst>
                    <a:ext uri="{FF2B5EF4-FFF2-40B4-BE49-F238E27FC236}">
                      <a16:creationId xmlns:a16="http://schemas.microsoft.com/office/drawing/2014/main" id="{78CE58EB-3224-CF2F-6D91-59E20B047456}"/>
                    </a:ext>
                  </a:extLst>
                </p:cNvPr>
                <p:cNvPicPr/>
                <p:nvPr/>
              </p:nvPicPr>
              <p:blipFill>
                <a:blip r:embed="rId27"/>
                <a:stretch>
                  <a:fillRect/>
                </a:stretch>
              </p:blipFill>
              <p:spPr>
                <a:xfrm>
                  <a:off x="9112435" y="1105750"/>
                  <a:ext cx="3744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7" name="Ink 26">
                  <a:extLst>
                    <a:ext uri="{FF2B5EF4-FFF2-40B4-BE49-F238E27FC236}">
                      <a16:creationId xmlns:a16="http://schemas.microsoft.com/office/drawing/2014/main" id="{2BFA7C30-C1A0-8CD8-3DD6-12CBA89A6891}"/>
                    </a:ext>
                  </a:extLst>
                </p14:cNvPr>
                <p14:cNvContentPartPr/>
                <p14:nvPr/>
              </p14:nvContentPartPr>
              <p14:xfrm>
                <a:off x="9130075" y="1696150"/>
                <a:ext cx="28440" cy="148320"/>
              </p14:xfrm>
            </p:contentPart>
          </mc:Choice>
          <mc:Fallback>
            <p:pic>
              <p:nvPicPr>
                <p:cNvPr id="27" name="Ink 26">
                  <a:extLst>
                    <a:ext uri="{FF2B5EF4-FFF2-40B4-BE49-F238E27FC236}">
                      <a16:creationId xmlns:a16="http://schemas.microsoft.com/office/drawing/2014/main" id="{2BFA7C30-C1A0-8CD8-3DD6-12CBA89A6891}"/>
                    </a:ext>
                  </a:extLst>
                </p:cNvPr>
                <p:cNvPicPr/>
                <p:nvPr/>
              </p:nvPicPr>
              <p:blipFill>
                <a:blip r:embed="rId29"/>
                <a:stretch>
                  <a:fillRect/>
                </a:stretch>
              </p:blipFill>
              <p:spPr>
                <a:xfrm>
                  <a:off x="9123955" y="1690030"/>
                  <a:ext cx="4068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8" name="Ink 27">
                  <a:extLst>
                    <a:ext uri="{FF2B5EF4-FFF2-40B4-BE49-F238E27FC236}">
                      <a16:creationId xmlns:a16="http://schemas.microsoft.com/office/drawing/2014/main" id="{129A56E8-9BD1-4EB2-15D9-80AFF92ED310}"/>
                    </a:ext>
                  </a:extLst>
                </p14:cNvPr>
                <p14:cNvContentPartPr/>
                <p14:nvPr/>
              </p14:nvContentPartPr>
              <p14:xfrm>
                <a:off x="9172555" y="1938430"/>
                <a:ext cx="54360" cy="165960"/>
              </p14:xfrm>
            </p:contentPart>
          </mc:Choice>
          <mc:Fallback>
            <p:pic>
              <p:nvPicPr>
                <p:cNvPr id="28" name="Ink 27">
                  <a:extLst>
                    <a:ext uri="{FF2B5EF4-FFF2-40B4-BE49-F238E27FC236}">
                      <a16:creationId xmlns:a16="http://schemas.microsoft.com/office/drawing/2014/main" id="{129A56E8-9BD1-4EB2-15D9-80AFF92ED310}"/>
                    </a:ext>
                  </a:extLst>
                </p:cNvPr>
                <p:cNvPicPr/>
                <p:nvPr/>
              </p:nvPicPr>
              <p:blipFill>
                <a:blip r:embed="rId31"/>
                <a:stretch>
                  <a:fillRect/>
                </a:stretch>
              </p:blipFill>
              <p:spPr>
                <a:xfrm>
                  <a:off x="9166435" y="1932310"/>
                  <a:ext cx="666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9" name="Ink 28">
                  <a:extLst>
                    <a:ext uri="{FF2B5EF4-FFF2-40B4-BE49-F238E27FC236}">
                      <a16:creationId xmlns:a16="http://schemas.microsoft.com/office/drawing/2014/main" id="{37F05959-C55B-2380-E8FA-EA6A325F05F6}"/>
                    </a:ext>
                  </a:extLst>
                </p14:cNvPr>
                <p14:cNvContentPartPr/>
                <p14:nvPr/>
              </p14:nvContentPartPr>
              <p14:xfrm>
                <a:off x="9191995" y="2175310"/>
                <a:ext cx="55080" cy="173520"/>
              </p14:xfrm>
            </p:contentPart>
          </mc:Choice>
          <mc:Fallback>
            <p:pic>
              <p:nvPicPr>
                <p:cNvPr id="29" name="Ink 28">
                  <a:extLst>
                    <a:ext uri="{FF2B5EF4-FFF2-40B4-BE49-F238E27FC236}">
                      <a16:creationId xmlns:a16="http://schemas.microsoft.com/office/drawing/2014/main" id="{37F05959-C55B-2380-E8FA-EA6A325F05F6}"/>
                    </a:ext>
                  </a:extLst>
                </p:cNvPr>
                <p:cNvPicPr/>
                <p:nvPr/>
              </p:nvPicPr>
              <p:blipFill>
                <a:blip r:embed="rId33"/>
                <a:stretch>
                  <a:fillRect/>
                </a:stretch>
              </p:blipFill>
              <p:spPr>
                <a:xfrm>
                  <a:off x="9185875" y="2169190"/>
                  <a:ext cx="6732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0" name="Ink 29">
                  <a:extLst>
                    <a:ext uri="{FF2B5EF4-FFF2-40B4-BE49-F238E27FC236}">
                      <a16:creationId xmlns:a16="http://schemas.microsoft.com/office/drawing/2014/main" id="{EB8A8B8B-02DA-4F5A-3435-F2E3FC396026}"/>
                    </a:ext>
                  </a:extLst>
                </p14:cNvPr>
                <p14:cNvContentPartPr/>
                <p14:nvPr/>
              </p14:nvContentPartPr>
              <p14:xfrm>
                <a:off x="9149155" y="2440270"/>
                <a:ext cx="196560" cy="144360"/>
              </p14:xfrm>
            </p:contentPart>
          </mc:Choice>
          <mc:Fallback>
            <p:pic>
              <p:nvPicPr>
                <p:cNvPr id="30" name="Ink 29">
                  <a:extLst>
                    <a:ext uri="{FF2B5EF4-FFF2-40B4-BE49-F238E27FC236}">
                      <a16:creationId xmlns:a16="http://schemas.microsoft.com/office/drawing/2014/main" id="{EB8A8B8B-02DA-4F5A-3435-F2E3FC396026}"/>
                    </a:ext>
                  </a:extLst>
                </p:cNvPr>
                <p:cNvPicPr/>
                <p:nvPr/>
              </p:nvPicPr>
              <p:blipFill>
                <a:blip r:embed="rId35"/>
                <a:stretch>
                  <a:fillRect/>
                </a:stretch>
              </p:blipFill>
              <p:spPr>
                <a:xfrm>
                  <a:off x="9143035" y="2434150"/>
                  <a:ext cx="20880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A401F4D2-17AD-22F4-E57F-3A800429E1A9}"/>
                    </a:ext>
                  </a:extLst>
                </p14:cNvPr>
                <p14:cNvContentPartPr/>
                <p14:nvPr/>
              </p14:nvContentPartPr>
              <p14:xfrm>
                <a:off x="9424915" y="2478790"/>
                <a:ext cx="124560" cy="56160"/>
              </p14:xfrm>
            </p:contentPart>
          </mc:Choice>
          <mc:Fallback>
            <p:pic>
              <p:nvPicPr>
                <p:cNvPr id="31" name="Ink 30">
                  <a:extLst>
                    <a:ext uri="{FF2B5EF4-FFF2-40B4-BE49-F238E27FC236}">
                      <a16:creationId xmlns:a16="http://schemas.microsoft.com/office/drawing/2014/main" id="{A401F4D2-17AD-22F4-E57F-3A800429E1A9}"/>
                    </a:ext>
                  </a:extLst>
                </p:cNvPr>
                <p:cNvPicPr/>
                <p:nvPr/>
              </p:nvPicPr>
              <p:blipFill>
                <a:blip r:embed="rId37"/>
                <a:stretch>
                  <a:fillRect/>
                </a:stretch>
              </p:blipFill>
              <p:spPr>
                <a:xfrm>
                  <a:off x="9418795" y="2472670"/>
                  <a:ext cx="13680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2" name="Ink 31">
                  <a:extLst>
                    <a:ext uri="{FF2B5EF4-FFF2-40B4-BE49-F238E27FC236}">
                      <a16:creationId xmlns:a16="http://schemas.microsoft.com/office/drawing/2014/main" id="{019B4DDC-A9E2-ECAD-5AF2-A20A45EB5B7D}"/>
                    </a:ext>
                  </a:extLst>
                </p14:cNvPr>
                <p14:cNvContentPartPr/>
                <p14:nvPr/>
              </p14:nvContentPartPr>
              <p14:xfrm>
                <a:off x="9621835" y="2469430"/>
                <a:ext cx="421560" cy="92520"/>
              </p14:xfrm>
            </p:contentPart>
          </mc:Choice>
          <mc:Fallback>
            <p:pic>
              <p:nvPicPr>
                <p:cNvPr id="32" name="Ink 31">
                  <a:extLst>
                    <a:ext uri="{FF2B5EF4-FFF2-40B4-BE49-F238E27FC236}">
                      <a16:creationId xmlns:a16="http://schemas.microsoft.com/office/drawing/2014/main" id="{019B4DDC-A9E2-ECAD-5AF2-A20A45EB5B7D}"/>
                    </a:ext>
                  </a:extLst>
                </p:cNvPr>
                <p:cNvPicPr/>
                <p:nvPr/>
              </p:nvPicPr>
              <p:blipFill>
                <a:blip r:embed="rId39"/>
                <a:stretch>
                  <a:fillRect/>
                </a:stretch>
              </p:blipFill>
              <p:spPr>
                <a:xfrm>
                  <a:off x="9615715" y="2463310"/>
                  <a:ext cx="433800" cy="104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
            <p14:nvContentPartPr>
              <p14:cNvPr id="35" name="Ink 34">
                <a:extLst>
                  <a:ext uri="{FF2B5EF4-FFF2-40B4-BE49-F238E27FC236}">
                    <a16:creationId xmlns:a16="http://schemas.microsoft.com/office/drawing/2014/main" id="{D6E6D9DC-9178-86F9-8057-A2A11D02746C}"/>
                  </a:ext>
                </a:extLst>
              </p14:cNvPr>
              <p14:cNvContentPartPr/>
              <p14:nvPr/>
            </p14:nvContentPartPr>
            <p14:xfrm>
              <a:off x="2307355" y="5631670"/>
              <a:ext cx="2495520" cy="720"/>
            </p14:xfrm>
          </p:contentPart>
        </mc:Choice>
        <mc:Fallback>
          <p:pic>
            <p:nvPicPr>
              <p:cNvPr id="35" name="Ink 34">
                <a:extLst>
                  <a:ext uri="{FF2B5EF4-FFF2-40B4-BE49-F238E27FC236}">
                    <a16:creationId xmlns:a16="http://schemas.microsoft.com/office/drawing/2014/main" id="{D6E6D9DC-9178-86F9-8057-A2A11D02746C}"/>
                  </a:ext>
                </a:extLst>
              </p:cNvPr>
              <p:cNvPicPr/>
              <p:nvPr/>
            </p:nvPicPr>
            <p:blipFill>
              <a:blip r:embed="rId41"/>
              <a:stretch>
                <a:fillRect/>
              </a:stretch>
            </p:blipFill>
            <p:spPr>
              <a:xfrm>
                <a:off x="2301235" y="5619430"/>
                <a:ext cx="2507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6" name="Ink 35">
                <a:extLst>
                  <a:ext uri="{FF2B5EF4-FFF2-40B4-BE49-F238E27FC236}">
                    <a16:creationId xmlns:a16="http://schemas.microsoft.com/office/drawing/2014/main" id="{E9E1DE1F-3077-681C-02D8-E9BAB72A19D6}"/>
                  </a:ext>
                </a:extLst>
              </p14:cNvPr>
              <p14:cNvContentPartPr/>
              <p14:nvPr/>
            </p14:nvContentPartPr>
            <p14:xfrm>
              <a:off x="2255155" y="5884390"/>
              <a:ext cx="4599000" cy="94680"/>
            </p14:xfrm>
          </p:contentPart>
        </mc:Choice>
        <mc:Fallback>
          <p:pic>
            <p:nvPicPr>
              <p:cNvPr id="36" name="Ink 35">
                <a:extLst>
                  <a:ext uri="{FF2B5EF4-FFF2-40B4-BE49-F238E27FC236}">
                    <a16:creationId xmlns:a16="http://schemas.microsoft.com/office/drawing/2014/main" id="{E9E1DE1F-3077-681C-02D8-E9BAB72A19D6}"/>
                  </a:ext>
                </a:extLst>
              </p:cNvPr>
              <p:cNvPicPr/>
              <p:nvPr/>
            </p:nvPicPr>
            <p:blipFill>
              <a:blip r:embed="rId43"/>
              <a:stretch>
                <a:fillRect/>
              </a:stretch>
            </p:blipFill>
            <p:spPr>
              <a:xfrm>
                <a:off x="2249035" y="5878270"/>
                <a:ext cx="461124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7" name="Ink 36">
                <a:extLst>
                  <a:ext uri="{FF2B5EF4-FFF2-40B4-BE49-F238E27FC236}">
                    <a16:creationId xmlns:a16="http://schemas.microsoft.com/office/drawing/2014/main" id="{DB3EDCB4-D59F-7A8A-FA88-DD604BD984DD}"/>
                  </a:ext>
                </a:extLst>
              </p14:cNvPr>
              <p14:cNvContentPartPr/>
              <p14:nvPr/>
            </p14:nvContentPartPr>
            <p14:xfrm>
              <a:off x="4766875" y="6220990"/>
              <a:ext cx="4707360" cy="79920"/>
            </p14:xfrm>
          </p:contentPart>
        </mc:Choice>
        <mc:Fallback>
          <p:pic>
            <p:nvPicPr>
              <p:cNvPr id="37" name="Ink 36">
                <a:extLst>
                  <a:ext uri="{FF2B5EF4-FFF2-40B4-BE49-F238E27FC236}">
                    <a16:creationId xmlns:a16="http://schemas.microsoft.com/office/drawing/2014/main" id="{DB3EDCB4-D59F-7A8A-FA88-DD604BD984DD}"/>
                  </a:ext>
                </a:extLst>
              </p:cNvPr>
              <p:cNvPicPr/>
              <p:nvPr/>
            </p:nvPicPr>
            <p:blipFill>
              <a:blip r:embed="rId45"/>
              <a:stretch>
                <a:fillRect/>
              </a:stretch>
            </p:blipFill>
            <p:spPr>
              <a:xfrm>
                <a:off x="4760755" y="6214870"/>
                <a:ext cx="471960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8" name="Ink 37">
                <a:extLst>
                  <a:ext uri="{FF2B5EF4-FFF2-40B4-BE49-F238E27FC236}">
                    <a16:creationId xmlns:a16="http://schemas.microsoft.com/office/drawing/2014/main" id="{E2F0B21F-272E-457F-C20A-3247154646EE}"/>
                  </a:ext>
                </a:extLst>
              </p14:cNvPr>
              <p14:cNvContentPartPr/>
              <p14:nvPr/>
            </p14:nvContentPartPr>
            <p14:xfrm>
              <a:off x="1957435" y="6523030"/>
              <a:ext cx="4274280" cy="136800"/>
            </p14:xfrm>
          </p:contentPart>
        </mc:Choice>
        <mc:Fallback>
          <p:pic>
            <p:nvPicPr>
              <p:cNvPr id="38" name="Ink 37">
                <a:extLst>
                  <a:ext uri="{FF2B5EF4-FFF2-40B4-BE49-F238E27FC236}">
                    <a16:creationId xmlns:a16="http://schemas.microsoft.com/office/drawing/2014/main" id="{E2F0B21F-272E-457F-C20A-3247154646EE}"/>
                  </a:ext>
                </a:extLst>
              </p:cNvPr>
              <p:cNvPicPr/>
              <p:nvPr/>
            </p:nvPicPr>
            <p:blipFill>
              <a:blip r:embed="rId47"/>
              <a:stretch>
                <a:fillRect/>
              </a:stretch>
            </p:blipFill>
            <p:spPr>
              <a:xfrm>
                <a:off x="1951315" y="6516910"/>
                <a:ext cx="4286520" cy="149040"/>
              </a:xfrm>
              <a:prstGeom prst="rect">
                <a:avLst/>
              </a:prstGeom>
            </p:spPr>
          </p:pic>
        </mc:Fallback>
      </mc:AlternateContent>
    </p:spTree>
    <p:extLst>
      <p:ext uri="{BB962C8B-B14F-4D97-AF65-F5344CB8AC3E}">
        <p14:creationId xmlns:p14="http://schemas.microsoft.com/office/powerpoint/2010/main" val="4189907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a:t>
            </a:r>
            <a:endParaRPr lang="en-IN" dirty="0"/>
          </a:p>
        </p:txBody>
      </p:sp>
      <p:pic>
        <p:nvPicPr>
          <p:cNvPr id="5" name="Picture 4"/>
          <p:cNvPicPr>
            <a:picLocks noChangeAspect="1"/>
          </p:cNvPicPr>
          <p:nvPr/>
        </p:nvPicPr>
        <p:blipFill>
          <a:blip r:embed="rId2"/>
          <a:stretch>
            <a:fillRect/>
          </a:stretch>
        </p:blipFill>
        <p:spPr>
          <a:xfrm>
            <a:off x="7106770" y="3733800"/>
            <a:ext cx="4953000" cy="2879138"/>
          </a:xfrm>
          <a:prstGeom prst="rect">
            <a:avLst/>
          </a:prstGeom>
        </p:spPr>
      </p:pic>
      <p:pic>
        <p:nvPicPr>
          <p:cNvPr id="6" name="Picture 5"/>
          <p:cNvPicPr>
            <a:picLocks noChangeAspect="1"/>
          </p:cNvPicPr>
          <p:nvPr/>
        </p:nvPicPr>
        <p:blipFill>
          <a:blip r:embed="rId3"/>
          <a:stretch>
            <a:fillRect/>
          </a:stretch>
        </p:blipFill>
        <p:spPr>
          <a:xfrm>
            <a:off x="381000" y="1143000"/>
            <a:ext cx="5334000" cy="3113622"/>
          </a:xfrm>
          <a:prstGeom prst="rect">
            <a:avLst/>
          </a:prstGeom>
        </p:spPr>
      </p:pic>
      <p:sp>
        <p:nvSpPr>
          <p:cNvPr id="7" name="Rectangle 6"/>
          <p:cNvSpPr/>
          <p:nvPr/>
        </p:nvSpPr>
        <p:spPr>
          <a:xfrm>
            <a:off x="5715000" y="1036705"/>
            <a:ext cx="6344770" cy="2585323"/>
          </a:xfrm>
          <a:prstGeom prst="rect">
            <a:avLst/>
          </a:prstGeom>
        </p:spPr>
        <p:txBody>
          <a:bodyPr wrap="square">
            <a:spAutoFit/>
          </a:bodyPr>
          <a:lstStyle/>
          <a:p>
            <a:r>
              <a:rPr lang="en-US" b="1" dirty="0">
                <a:solidFill>
                  <a:srgbClr val="1B2B68"/>
                </a:solidFill>
                <a:latin typeface="Gilmer"/>
              </a:rPr>
              <a:t>Empirical rule</a:t>
            </a:r>
          </a:p>
          <a:p>
            <a:r>
              <a:rPr lang="en-US" dirty="0">
                <a:solidFill>
                  <a:srgbClr val="0D405F"/>
                </a:solidFill>
                <a:latin typeface="Inter"/>
              </a:rPr>
              <a:t>The </a:t>
            </a:r>
            <a:r>
              <a:rPr lang="en-US" b="1" dirty="0">
                <a:solidFill>
                  <a:srgbClr val="0D405F"/>
                </a:solidFill>
                <a:latin typeface="Inter"/>
              </a:rPr>
              <a:t>empirical rule</a:t>
            </a:r>
            <a:r>
              <a:rPr lang="en-US" dirty="0">
                <a:solidFill>
                  <a:srgbClr val="0D405F"/>
                </a:solidFill>
                <a:latin typeface="Inter"/>
              </a:rPr>
              <a:t>, or the 68-95-99.7 rule, tells you where most of your values lie in a normal distribution:</a:t>
            </a:r>
          </a:p>
          <a:p>
            <a:pPr>
              <a:buFont typeface="Arial" panose="020B0604020202020204" pitchFamily="34" charset="0"/>
              <a:buChar char="•"/>
            </a:pPr>
            <a:r>
              <a:rPr lang="en-US" dirty="0">
                <a:solidFill>
                  <a:srgbClr val="0D405F"/>
                </a:solidFill>
                <a:latin typeface="Inter"/>
              </a:rPr>
              <a:t>Around 68% of values are within 1 standard deviation from the mean.</a:t>
            </a:r>
          </a:p>
          <a:p>
            <a:pPr>
              <a:buFont typeface="Arial" panose="020B0604020202020204" pitchFamily="34" charset="0"/>
              <a:buChar char="•"/>
            </a:pPr>
            <a:r>
              <a:rPr lang="en-US" dirty="0">
                <a:solidFill>
                  <a:srgbClr val="0D405F"/>
                </a:solidFill>
                <a:latin typeface="Inter"/>
              </a:rPr>
              <a:t>Around 95% of values are within 2 standard deviations from the mean.</a:t>
            </a:r>
          </a:p>
          <a:p>
            <a:pPr>
              <a:buFont typeface="Arial" panose="020B0604020202020204" pitchFamily="34" charset="0"/>
              <a:buChar char="•"/>
            </a:pPr>
            <a:r>
              <a:rPr lang="en-US" dirty="0">
                <a:solidFill>
                  <a:srgbClr val="0D405F"/>
                </a:solidFill>
                <a:latin typeface="Inter"/>
              </a:rPr>
              <a:t>Around 99.7% of values are within 3 standard deviations from the mean.</a:t>
            </a:r>
            <a:endParaRPr lang="en-US" b="0" i="0" dirty="0">
              <a:solidFill>
                <a:srgbClr val="0D405F"/>
              </a:solidFill>
              <a:effectLst/>
              <a:latin typeface="Inter"/>
            </a:endParaRPr>
          </a:p>
        </p:txBody>
      </p:sp>
      <p:grpSp>
        <p:nvGrpSpPr>
          <p:cNvPr id="44" name="Group 43">
            <a:extLst>
              <a:ext uri="{FF2B5EF4-FFF2-40B4-BE49-F238E27FC236}">
                <a16:creationId xmlns:a16="http://schemas.microsoft.com/office/drawing/2014/main" id="{9DB801D0-3166-16F6-3A9A-B347EC0AADCA}"/>
              </a:ext>
            </a:extLst>
          </p:cNvPr>
          <p:cNvGrpSpPr/>
          <p:nvPr/>
        </p:nvGrpSpPr>
        <p:grpSpPr>
          <a:xfrm>
            <a:off x="1619755" y="4097710"/>
            <a:ext cx="4502520" cy="2650320"/>
            <a:chOff x="1619755" y="4097710"/>
            <a:chExt cx="4502520" cy="265032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266C7BB-D80F-D15D-101F-95F0EC2952AF}"/>
                    </a:ext>
                  </a:extLst>
                </p14:cNvPr>
                <p14:cNvContentPartPr/>
                <p14:nvPr/>
              </p14:nvContentPartPr>
              <p14:xfrm>
                <a:off x="1619755" y="6140350"/>
                <a:ext cx="2930760" cy="34920"/>
              </p14:xfrm>
            </p:contentPart>
          </mc:Choice>
          <mc:Fallback>
            <p:pic>
              <p:nvPicPr>
                <p:cNvPr id="3" name="Ink 2">
                  <a:extLst>
                    <a:ext uri="{FF2B5EF4-FFF2-40B4-BE49-F238E27FC236}">
                      <a16:creationId xmlns:a16="http://schemas.microsoft.com/office/drawing/2014/main" id="{F266C7BB-D80F-D15D-101F-95F0EC2952AF}"/>
                    </a:ext>
                  </a:extLst>
                </p:cNvPr>
                <p:cNvPicPr/>
                <p:nvPr/>
              </p:nvPicPr>
              <p:blipFill>
                <a:blip r:embed="rId5"/>
                <a:stretch>
                  <a:fillRect/>
                </a:stretch>
              </p:blipFill>
              <p:spPr>
                <a:xfrm>
                  <a:off x="1613635" y="6134230"/>
                  <a:ext cx="294300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FDE981DF-2033-ABEF-BD47-15A816CF56E1}"/>
                    </a:ext>
                  </a:extLst>
                </p14:cNvPr>
                <p14:cNvContentPartPr/>
                <p14:nvPr/>
              </p14:nvContentPartPr>
              <p14:xfrm>
                <a:off x="1866355" y="4692070"/>
                <a:ext cx="2890440" cy="1515600"/>
              </p14:xfrm>
            </p:contentPart>
          </mc:Choice>
          <mc:Fallback>
            <p:pic>
              <p:nvPicPr>
                <p:cNvPr id="4" name="Ink 3">
                  <a:extLst>
                    <a:ext uri="{FF2B5EF4-FFF2-40B4-BE49-F238E27FC236}">
                      <a16:creationId xmlns:a16="http://schemas.microsoft.com/office/drawing/2014/main" id="{FDE981DF-2033-ABEF-BD47-15A816CF56E1}"/>
                    </a:ext>
                  </a:extLst>
                </p:cNvPr>
                <p:cNvPicPr/>
                <p:nvPr/>
              </p:nvPicPr>
              <p:blipFill>
                <a:blip r:embed="rId7"/>
                <a:stretch>
                  <a:fillRect/>
                </a:stretch>
              </p:blipFill>
              <p:spPr>
                <a:xfrm>
                  <a:off x="1860235" y="4685950"/>
                  <a:ext cx="2902680" cy="1527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D8D690E3-9CE7-5C4A-C8FC-6E9183ECC579}"/>
                    </a:ext>
                  </a:extLst>
                </p14:cNvPr>
                <p14:cNvContentPartPr/>
                <p14:nvPr/>
              </p14:nvContentPartPr>
              <p14:xfrm>
                <a:off x="3325075" y="6063670"/>
                <a:ext cx="16200" cy="148680"/>
              </p14:xfrm>
            </p:contentPart>
          </mc:Choice>
          <mc:Fallback>
            <p:pic>
              <p:nvPicPr>
                <p:cNvPr id="8" name="Ink 7">
                  <a:extLst>
                    <a:ext uri="{FF2B5EF4-FFF2-40B4-BE49-F238E27FC236}">
                      <a16:creationId xmlns:a16="http://schemas.microsoft.com/office/drawing/2014/main" id="{D8D690E3-9CE7-5C4A-C8FC-6E9183ECC579}"/>
                    </a:ext>
                  </a:extLst>
                </p:cNvPr>
                <p:cNvPicPr/>
                <p:nvPr/>
              </p:nvPicPr>
              <p:blipFill>
                <a:blip r:embed="rId9"/>
                <a:stretch>
                  <a:fillRect/>
                </a:stretch>
              </p:blipFill>
              <p:spPr>
                <a:xfrm>
                  <a:off x="3318955" y="6057550"/>
                  <a:ext cx="284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1CAB7E82-0480-2C6F-E6DA-38FB882C18D8}"/>
                    </a:ext>
                  </a:extLst>
                </p14:cNvPr>
                <p14:cNvContentPartPr/>
                <p14:nvPr/>
              </p14:nvContentPartPr>
              <p14:xfrm>
                <a:off x="3164155" y="6318190"/>
                <a:ext cx="206280" cy="223920"/>
              </p14:xfrm>
            </p:contentPart>
          </mc:Choice>
          <mc:Fallback>
            <p:pic>
              <p:nvPicPr>
                <p:cNvPr id="9" name="Ink 8">
                  <a:extLst>
                    <a:ext uri="{FF2B5EF4-FFF2-40B4-BE49-F238E27FC236}">
                      <a16:creationId xmlns:a16="http://schemas.microsoft.com/office/drawing/2014/main" id="{1CAB7E82-0480-2C6F-E6DA-38FB882C18D8}"/>
                    </a:ext>
                  </a:extLst>
                </p:cNvPr>
                <p:cNvPicPr/>
                <p:nvPr/>
              </p:nvPicPr>
              <p:blipFill>
                <a:blip r:embed="rId11"/>
                <a:stretch>
                  <a:fillRect/>
                </a:stretch>
              </p:blipFill>
              <p:spPr>
                <a:xfrm>
                  <a:off x="3158035" y="6312070"/>
                  <a:ext cx="2185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D7AAB37E-CBAE-96BE-13A7-CE7A81DA3F5B}"/>
                    </a:ext>
                  </a:extLst>
                </p14:cNvPr>
                <p14:cNvContentPartPr/>
                <p14:nvPr/>
              </p14:nvContentPartPr>
              <p14:xfrm>
                <a:off x="3227515" y="6236830"/>
                <a:ext cx="297360" cy="209880"/>
              </p14:xfrm>
            </p:contentPart>
          </mc:Choice>
          <mc:Fallback>
            <p:pic>
              <p:nvPicPr>
                <p:cNvPr id="10" name="Ink 9">
                  <a:extLst>
                    <a:ext uri="{FF2B5EF4-FFF2-40B4-BE49-F238E27FC236}">
                      <a16:creationId xmlns:a16="http://schemas.microsoft.com/office/drawing/2014/main" id="{D7AAB37E-CBAE-96BE-13A7-CE7A81DA3F5B}"/>
                    </a:ext>
                  </a:extLst>
                </p:cNvPr>
                <p:cNvPicPr/>
                <p:nvPr/>
              </p:nvPicPr>
              <p:blipFill>
                <a:blip r:embed="rId13"/>
                <a:stretch>
                  <a:fillRect/>
                </a:stretch>
              </p:blipFill>
              <p:spPr>
                <a:xfrm>
                  <a:off x="3221395" y="6230710"/>
                  <a:ext cx="3096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CE205CB7-CABE-978A-36D4-1DE0C2B2965C}"/>
                    </a:ext>
                  </a:extLst>
                </p14:cNvPr>
                <p14:cNvContentPartPr/>
                <p14:nvPr/>
              </p14:nvContentPartPr>
              <p14:xfrm>
                <a:off x="2766715" y="4709350"/>
                <a:ext cx="37800" cy="1673280"/>
              </p14:xfrm>
            </p:contentPart>
          </mc:Choice>
          <mc:Fallback>
            <p:pic>
              <p:nvPicPr>
                <p:cNvPr id="11" name="Ink 10">
                  <a:extLst>
                    <a:ext uri="{FF2B5EF4-FFF2-40B4-BE49-F238E27FC236}">
                      <a16:creationId xmlns:a16="http://schemas.microsoft.com/office/drawing/2014/main" id="{CE205CB7-CABE-978A-36D4-1DE0C2B2965C}"/>
                    </a:ext>
                  </a:extLst>
                </p:cNvPr>
                <p:cNvPicPr/>
                <p:nvPr/>
              </p:nvPicPr>
              <p:blipFill>
                <a:blip r:embed="rId15"/>
                <a:stretch>
                  <a:fillRect/>
                </a:stretch>
              </p:blipFill>
              <p:spPr>
                <a:xfrm>
                  <a:off x="2760595" y="4703230"/>
                  <a:ext cx="50040" cy="1685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76B45DAF-7FA7-29C0-2364-7F76F56B0D42}"/>
                    </a:ext>
                  </a:extLst>
                </p14:cNvPr>
                <p14:cNvContentPartPr/>
                <p14:nvPr/>
              </p14:nvContentPartPr>
              <p14:xfrm>
                <a:off x="3710635" y="4704310"/>
                <a:ext cx="58680" cy="1723320"/>
              </p14:xfrm>
            </p:contentPart>
          </mc:Choice>
          <mc:Fallback>
            <p:pic>
              <p:nvPicPr>
                <p:cNvPr id="12" name="Ink 11">
                  <a:extLst>
                    <a:ext uri="{FF2B5EF4-FFF2-40B4-BE49-F238E27FC236}">
                      <a16:creationId xmlns:a16="http://schemas.microsoft.com/office/drawing/2014/main" id="{76B45DAF-7FA7-29C0-2364-7F76F56B0D42}"/>
                    </a:ext>
                  </a:extLst>
                </p:cNvPr>
                <p:cNvPicPr/>
                <p:nvPr/>
              </p:nvPicPr>
              <p:blipFill>
                <a:blip r:embed="rId17"/>
                <a:stretch>
                  <a:fillRect/>
                </a:stretch>
              </p:blipFill>
              <p:spPr>
                <a:xfrm>
                  <a:off x="3704515" y="4698190"/>
                  <a:ext cx="70920" cy="17355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76BC94B7-AA22-7D1B-E9B7-95A7579E4C62}"/>
                    </a:ext>
                  </a:extLst>
                </p14:cNvPr>
                <p14:cNvContentPartPr/>
                <p14:nvPr/>
              </p14:nvContentPartPr>
              <p14:xfrm>
                <a:off x="3622795" y="6509350"/>
                <a:ext cx="269640" cy="151920"/>
              </p14:xfrm>
            </p:contentPart>
          </mc:Choice>
          <mc:Fallback>
            <p:pic>
              <p:nvPicPr>
                <p:cNvPr id="14" name="Ink 13">
                  <a:extLst>
                    <a:ext uri="{FF2B5EF4-FFF2-40B4-BE49-F238E27FC236}">
                      <a16:creationId xmlns:a16="http://schemas.microsoft.com/office/drawing/2014/main" id="{76BC94B7-AA22-7D1B-E9B7-95A7579E4C62}"/>
                    </a:ext>
                  </a:extLst>
                </p:cNvPr>
                <p:cNvPicPr/>
                <p:nvPr/>
              </p:nvPicPr>
              <p:blipFill>
                <a:blip r:embed="rId19"/>
                <a:stretch>
                  <a:fillRect/>
                </a:stretch>
              </p:blipFill>
              <p:spPr>
                <a:xfrm>
                  <a:off x="3616675" y="6503230"/>
                  <a:ext cx="28188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0E3BE692-3721-2E36-51ED-36C518C83DCD}"/>
                    </a:ext>
                  </a:extLst>
                </p14:cNvPr>
                <p14:cNvContentPartPr/>
                <p14:nvPr/>
              </p14:nvContentPartPr>
              <p14:xfrm>
                <a:off x="3920875" y="6541750"/>
                <a:ext cx="118440" cy="5400"/>
              </p14:xfrm>
            </p:contentPart>
          </mc:Choice>
          <mc:Fallback>
            <p:pic>
              <p:nvPicPr>
                <p:cNvPr id="15" name="Ink 14">
                  <a:extLst>
                    <a:ext uri="{FF2B5EF4-FFF2-40B4-BE49-F238E27FC236}">
                      <a16:creationId xmlns:a16="http://schemas.microsoft.com/office/drawing/2014/main" id="{0E3BE692-3721-2E36-51ED-36C518C83DCD}"/>
                    </a:ext>
                  </a:extLst>
                </p:cNvPr>
                <p:cNvPicPr/>
                <p:nvPr/>
              </p:nvPicPr>
              <p:blipFill>
                <a:blip r:embed="rId21"/>
                <a:stretch>
                  <a:fillRect/>
                </a:stretch>
              </p:blipFill>
              <p:spPr>
                <a:xfrm>
                  <a:off x="3914755" y="6535630"/>
                  <a:ext cx="13068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FA444A97-7B5F-75B1-2CE9-A32DF7B0182F}"/>
                    </a:ext>
                  </a:extLst>
                </p14:cNvPr>
                <p14:cNvContentPartPr/>
                <p14:nvPr/>
              </p14:nvContentPartPr>
              <p14:xfrm>
                <a:off x="3988195" y="6473710"/>
                <a:ext cx="7560" cy="147240"/>
              </p14:xfrm>
            </p:contentPart>
          </mc:Choice>
          <mc:Fallback>
            <p:pic>
              <p:nvPicPr>
                <p:cNvPr id="16" name="Ink 15">
                  <a:extLst>
                    <a:ext uri="{FF2B5EF4-FFF2-40B4-BE49-F238E27FC236}">
                      <a16:creationId xmlns:a16="http://schemas.microsoft.com/office/drawing/2014/main" id="{FA444A97-7B5F-75B1-2CE9-A32DF7B0182F}"/>
                    </a:ext>
                  </a:extLst>
                </p:cNvPr>
                <p:cNvPicPr/>
                <p:nvPr/>
              </p:nvPicPr>
              <p:blipFill>
                <a:blip r:embed="rId23"/>
                <a:stretch>
                  <a:fillRect/>
                </a:stretch>
              </p:blipFill>
              <p:spPr>
                <a:xfrm>
                  <a:off x="3982075" y="6467590"/>
                  <a:ext cx="1980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0699760D-9B6E-9BEE-AB52-D253EA7A6194}"/>
                    </a:ext>
                  </a:extLst>
                </p14:cNvPr>
                <p14:cNvContentPartPr/>
                <p14:nvPr/>
              </p14:nvContentPartPr>
              <p14:xfrm>
                <a:off x="4211035" y="6471190"/>
                <a:ext cx="193320" cy="142200"/>
              </p14:xfrm>
            </p:contentPart>
          </mc:Choice>
          <mc:Fallback>
            <p:pic>
              <p:nvPicPr>
                <p:cNvPr id="17" name="Ink 16">
                  <a:extLst>
                    <a:ext uri="{FF2B5EF4-FFF2-40B4-BE49-F238E27FC236}">
                      <a16:creationId xmlns:a16="http://schemas.microsoft.com/office/drawing/2014/main" id="{0699760D-9B6E-9BEE-AB52-D253EA7A6194}"/>
                    </a:ext>
                  </a:extLst>
                </p:cNvPr>
                <p:cNvPicPr/>
                <p:nvPr/>
              </p:nvPicPr>
              <p:blipFill>
                <a:blip r:embed="rId25"/>
                <a:stretch>
                  <a:fillRect/>
                </a:stretch>
              </p:blipFill>
              <p:spPr>
                <a:xfrm>
                  <a:off x="4204915" y="6465070"/>
                  <a:ext cx="2055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4E8083B4-4BE4-B408-AFD8-272FCB742CF7}"/>
                    </a:ext>
                  </a:extLst>
                </p14:cNvPr>
                <p14:cNvContentPartPr/>
                <p14:nvPr/>
              </p14:nvContentPartPr>
              <p14:xfrm>
                <a:off x="2389075" y="6552190"/>
                <a:ext cx="211680" cy="195840"/>
              </p14:xfrm>
            </p:contentPart>
          </mc:Choice>
          <mc:Fallback>
            <p:pic>
              <p:nvPicPr>
                <p:cNvPr id="19" name="Ink 18">
                  <a:extLst>
                    <a:ext uri="{FF2B5EF4-FFF2-40B4-BE49-F238E27FC236}">
                      <a16:creationId xmlns:a16="http://schemas.microsoft.com/office/drawing/2014/main" id="{4E8083B4-4BE4-B408-AFD8-272FCB742CF7}"/>
                    </a:ext>
                  </a:extLst>
                </p:cNvPr>
                <p:cNvPicPr/>
                <p:nvPr/>
              </p:nvPicPr>
              <p:blipFill>
                <a:blip r:embed="rId27"/>
                <a:stretch>
                  <a:fillRect/>
                </a:stretch>
              </p:blipFill>
              <p:spPr>
                <a:xfrm>
                  <a:off x="2382955" y="6546070"/>
                  <a:ext cx="22392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58E0E365-1DF5-1466-3440-88AA14BE3B4F}"/>
                    </a:ext>
                  </a:extLst>
                </p14:cNvPr>
                <p14:cNvContentPartPr/>
                <p14:nvPr/>
              </p14:nvContentPartPr>
              <p14:xfrm>
                <a:off x="2682115" y="6646870"/>
                <a:ext cx="58680" cy="19800"/>
              </p14:xfrm>
            </p:contentPart>
          </mc:Choice>
          <mc:Fallback>
            <p:pic>
              <p:nvPicPr>
                <p:cNvPr id="20" name="Ink 19">
                  <a:extLst>
                    <a:ext uri="{FF2B5EF4-FFF2-40B4-BE49-F238E27FC236}">
                      <a16:creationId xmlns:a16="http://schemas.microsoft.com/office/drawing/2014/main" id="{58E0E365-1DF5-1466-3440-88AA14BE3B4F}"/>
                    </a:ext>
                  </a:extLst>
                </p:cNvPr>
                <p:cNvPicPr/>
                <p:nvPr/>
              </p:nvPicPr>
              <p:blipFill>
                <a:blip r:embed="rId29"/>
                <a:stretch>
                  <a:fillRect/>
                </a:stretch>
              </p:blipFill>
              <p:spPr>
                <a:xfrm>
                  <a:off x="2675995" y="6640750"/>
                  <a:ext cx="709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73CCAFFA-E0D4-119B-6F89-5C43335EF32F}"/>
                    </a:ext>
                  </a:extLst>
                </p14:cNvPr>
                <p14:cNvContentPartPr/>
                <p14:nvPr/>
              </p14:nvContentPartPr>
              <p14:xfrm>
                <a:off x="2843395" y="6536710"/>
                <a:ext cx="142560" cy="141120"/>
              </p14:xfrm>
            </p:contentPart>
          </mc:Choice>
          <mc:Fallback>
            <p:pic>
              <p:nvPicPr>
                <p:cNvPr id="21" name="Ink 20">
                  <a:extLst>
                    <a:ext uri="{FF2B5EF4-FFF2-40B4-BE49-F238E27FC236}">
                      <a16:creationId xmlns:a16="http://schemas.microsoft.com/office/drawing/2014/main" id="{73CCAFFA-E0D4-119B-6F89-5C43335EF32F}"/>
                    </a:ext>
                  </a:extLst>
                </p:cNvPr>
                <p:cNvPicPr/>
                <p:nvPr/>
              </p:nvPicPr>
              <p:blipFill>
                <a:blip r:embed="rId31"/>
                <a:stretch>
                  <a:fillRect/>
                </a:stretch>
              </p:blipFill>
              <p:spPr>
                <a:xfrm>
                  <a:off x="2837275" y="6530590"/>
                  <a:ext cx="15480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FD3C35CF-71A9-2747-17BC-6F657E70DA07}"/>
                    </a:ext>
                  </a:extLst>
                </p14:cNvPr>
                <p14:cNvContentPartPr/>
                <p14:nvPr/>
              </p14:nvContentPartPr>
              <p14:xfrm>
                <a:off x="2858875" y="4773790"/>
                <a:ext cx="784080" cy="362160"/>
              </p14:xfrm>
            </p:contentPart>
          </mc:Choice>
          <mc:Fallback>
            <p:pic>
              <p:nvPicPr>
                <p:cNvPr id="23" name="Ink 22">
                  <a:extLst>
                    <a:ext uri="{FF2B5EF4-FFF2-40B4-BE49-F238E27FC236}">
                      <a16:creationId xmlns:a16="http://schemas.microsoft.com/office/drawing/2014/main" id="{FD3C35CF-71A9-2747-17BC-6F657E70DA07}"/>
                    </a:ext>
                  </a:extLst>
                </p:cNvPr>
                <p:cNvPicPr/>
                <p:nvPr/>
              </p:nvPicPr>
              <p:blipFill>
                <a:blip r:embed="rId33"/>
                <a:stretch>
                  <a:fillRect/>
                </a:stretch>
              </p:blipFill>
              <p:spPr>
                <a:xfrm>
                  <a:off x="2852755" y="4767670"/>
                  <a:ext cx="796320" cy="374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B0F695F5-C0CF-BAE4-448D-9E96A0983E28}"/>
                    </a:ext>
                  </a:extLst>
                </p14:cNvPr>
                <p14:cNvContentPartPr/>
                <p14:nvPr/>
              </p14:nvContentPartPr>
              <p14:xfrm>
                <a:off x="2773915" y="5013910"/>
                <a:ext cx="805680" cy="316800"/>
              </p14:xfrm>
            </p:contentPart>
          </mc:Choice>
          <mc:Fallback>
            <p:pic>
              <p:nvPicPr>
                <p:cNvPr id="24" name="Ink 23">
                  <a:extLst>
                    <a:ext uri="{FF2B5EF4-FFF2-40B4-BE49-F238E27FC236}">
                      <a16:creationId xmlns:a16="http://schemas.microsoft.com/office/drawing/2014/main" id="{B0F695F5-C0CF-BAE4-448D-9E96A0983E28}"/>
                    </a:ext>
                  </a:extLst>
                </p:cNvPr>
                <p:cNvPicPr/>
                <p:nvPr/>
              </p:nvPicPr>
              <p:blipFill>
                <a:blip r:embed="rId35"/>
                <a:stretch>
                  <a:fillRect/>
                </a:stretch>
              </p:blipFill>
              <p:spPr>
                <a:xfrm>
                  <a:off x="2767795" y="5007790"/>
                  <a:ext cx="81792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9C90AB31-CC23-C314-3144-C7022BF12772}"/>
                    </a:ext>
                  </a:extLst>
                </p14:cNvPr>
                <p14:cNvContentPartPr/>
                <p14:nvPr/>
              </p14:nvContentPartPr>
              <p14:xfrm>
                <a:off x="2733955" y="5166910"/>
                <a:ext cx="785520" cy="325440"/>
              </p14:xfrm>
            </p:contentPart>
          </mc:Choice>
          <mc:Fallback>
            <p:pic>
              <p:nvPicPr>
                <p:cNvPr id="25" name="Ink 24">
                  <a:extLst>
                    <a:ext uri="{FF2B5EF4-FFF2-40B4-BE49-F238E27FC236}">
                      <a16:creationId xmlns:a16="http://schemas.microsoft.com/office/drawing/2014/main" id="{9C90AB31-CC23-C314-3144-C7022BF12772}"/>
                    </a:ext>
                  </a:extLst>
                </p:cNvPr>
                <p:cNvPicPr/>
                <p:nvPr/>
              </p:nvPicPr>
              <p:blipFill>
                <a:blip r:embed="rId37"/>
                <a:stretch>
                  <a:fillRect/>
                </a:stretch>
              </p:blipFill>
              <p:spPr>
                <a:xfrm>
                  <a:off x="2727835" y="5160790"/>
                  <a:ext cx="79776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E6D0EDAD-86D4-0136-2182-B5CF315F8190}"/>
                    </a:ext>
                  </a:extLst>
                </p14:cNvPr>
                <p14:cNvContentPartPr/>
                <p14:nvPr/>
              </p14:nvContentPartPr>
              <p14:xfrm>
                <a:off x="2748355" y="5239270"/>
                <a:ext cx="953640" cy="395280"/>
              </p14:xfrm>
            </p:contentPart>
          </mc:Choice>
          <mc:Fallback>
            <p:pic>
              <p:nvPicPr>
                <p:cNvPr id="26" name="Ink 25">
                  <a:extLst>
                    <a:ext uri="{FF2B5EF4-FFF2-40B4-BE49-F238E27FC236}">
                      <a16:creationId xmlns:a16="http://schemas.microsoft.com/office/drawing/2014/main" id="{E6D0EDAD-86D4-0136-2182-B5CF315F8190}"/>
                    </a:ext>
                  </a:extLst>
                </p:cNvPr>
                <p:cNvPicPr/>
                <p:nvPr/>
              </p:nvPicPr>
              <p:blipFill>
                <a:blip r:embed="rId39"/>
                <a:stretch>
                  <a:fillRect/>
                </a:stretch>
              </p:blipFill>
              <p:spPr>
                <a:xfrm>
                  <a:off x="2742235" y="5233150"/>
                  <a:ext cx="96588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83D781A9-78A2-B682-BEFA-E55F7CBAE8E1}"/>
                    </a:ext>
                  </a:extLst>
                </p14:cNvPr>
                <p14:cNvContentPartPr/>
                <p14:nvPr/>
              </p14:nvContentPartPr>
              <p14:xfrm>
                <a:off x="2763835" y="5410990"/>
                <a:ext cx="964440" cy="383760"/>
              </p14:xfrm>
            </p:contentPart>
          </mc:Choice>
          <mc:Fallback>
            <p:pic>
              <p:nvPicPr>
                <p:cNvPr id="27" name="Ink 26">
                  <a:extLst>
                    <a:ext uri="{FF2B5EF4-FFF2-40B4-BE49-F238E27FC236}">
                      <a16:creationId xmlns:a16="http://schemas.microsoft.com/office/drawing/2014/main" id="{83D781A9-78A2-B682-BEFA-E55F7CBAE8E1}"/>
                    </a:ext>
                  </a:extLst>
                </p:cNvPr>
                <p:cNvPicPr/>
                <p:nvPr/>
              </p:nvPicPr>
              <p:blipFill>
                <a:blip r:embed="rId41"/>
                <a:stretch>
                  <a:fillRect/>
                </a:stretch>
              </p:blipFill>
              <p:spPr>
                <a:xfrm>
                  <a:off x="2757715" y="5404870"/>
                  <a:ext cx="976680" cy="396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7DA76FFA-90C2-07DC-D6C9-36EDA2AAFAF2}"/>
                    </a:ext>
                  </a:extLst>
                </p14:cNvPr>
                <p14:cNvContentPartPr/>
                <p14:nvPr/>
              </p14:nvContentPartPr>
              <p14:xfrm>
                <a:off x="2782195" y="5610790"/>
                <a:ext cx="966240" cy="356040"/>
              </p14:xfrm>
            </p:contentPart>
          </mc:Choice>
          <mc:Fallback>
            <p:pic>
              <p:nvPicPr>
                <p:cNvPr id="28" name="Ink 27">
                  <a:extLst>
                    <a:ext uri="{FF2B5EF4-FFF2-40B4-BE49-F238E27FC236}">
                      <a16:creationId xmlns:a16="http://schemas.microsoft.com/office/drawing/2014/main" id="{7DA76FFA-90C2-07DC-D6C9-36EDA2AAFAF2}"/>
                    </a:ext>
                  </a:extLst>
                </p:cNvPr>
                <p:cNvPicPr/>
                <p:nvPr/>
              </p:nvPicPr>
              <p:blipFill>
                <a:blip r:embed="rId43"/>
                <a:stretch>
                  <a:fillRect/>
                </a:stretch>
              </p:blipFill>
              <p:spPr>
                <a:xfrm>
                  <a:off x="2776075" y="5604670"/>
                  <a:ext cx="97848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72D22127-40EA-F21F-DBC1-CD7F0EBF2A66}"/>
                    </a:ext>
                  </a:extLst>
                </p14:cNvPr>
                <p14:cNvContentPartPr/>
                <p14:nvPr/>
              </p14:nvContentPartPr>
              <p14:xfrm>
                <a:off x="2842315" y="5765230"/>
                <a:ext cx="880200" cy="329400"/>
              </p14:xfrm>
            </p:contentPart>
          </mc:Choice>
          <mc:Fallback>
            <p:pic>
              <p:nvPicPr>
                <p:cNvPr id="29" name="Ink 28">
                  <a:extLst>
                    <a:ext uri="{FF2B5EF4-FFF2-40B4-BE49-F238E27FC236}">
                      <a16:creationId xmlns:a16="http://schemas.microsoft.com/office/drawing/2014/main" id="{72D22127-40EA-F21F-DBC1-CD7F0EBF2A66}"/>
                    </a:ext>
                  </a:extLst>
                </p:cNvPr>
                <p:cNvPicPr/>
                <p:nvPr/>
              </p:nvPicPr>
              <p:blipFill>
                <a:blip r:embed="rId45"/>
                <a:stretch>
                  <a:fillRect/>
                </a:stretch>
              </p:blipFill>
              <p:spPr>
                <a:xfrm>
                  <a:off x="2836195" y="5759110"/>
                  <a:ext cx="89244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387E6C5D-990D-7D7D-28A9-FEEA4365787D}"/>
                    </a:ext>
                  </a:extLst>
                </p14:cNvPr>
                <p14:cNvContentPartPr/>
                <p14:nvPr/>
              </p14:nvContentPartPr>
              <p14:xfrm>
                <a:off x="3053635" y="5904910"/>
                <a:ext cx="609840" cy="288360"/>
              </p14:xfrm>
            </p:contentPart>
          </mc:Choice>
          <mc:Fallback>
            <p:pic>
              <p:nvPicPr>
                <p:cNvPr id="30" name="Ink 29">
                  <a:extLst>
                    <a:ext uri="{FF2B5EF4-FFF2-40B4-BE49-F238E27FC236}">
                      <a16:creationId xmlns:a16="http://schemas.microsoft.com/office/drawing/2014/main" id="{387E6C5D-990D-7D7D-28A9-FEEA4365787D}"/>
                    </a:ext>
                  </a:extLst>
                </p:cNvPr>
                <p:cNvPicPr/>
                <p:nvPr/>
              </p:nvPicPr>
              <p:blipFill>
                <a:blip r:embed="rId47"/>
                <a:stretch>
                  <a:fillRect/>
                </a:stretch>
              </p:blipFill>
              <p:spPr>
                <a:xfrm>
                  <a:off x="3047515" y="5898790"/>
                  <a:ext cx="62208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5F4BC581-168F-33EB-DB8B-BEC0351085D4}"/>
                    </a:ext>
                  </a:extLst>
                </p14:cNvPr>
                <p14:cNvContentPartPr/>
                <p14:nvPr/>
              </p14:nvContentPartPr>
              <p14:xfrm>
                <a:off x="3508315" y="5982670"/>
                <a:ext cx="251640" cy="137880"/>
              </p14:xfrm>
            </p:contentPart>
          </mc:Choice>
          <mc:Fallback>
            <p:pic>
              <p:nvPicPr>
                <p:cNvPr id="32" name="Ink 31">
                  <a:extLst>
                    <a:ext uri="{FF2B5EF4-FFF2-40B4-BE49-F238E27FC236}">
                      <a16:creationId xmlns:a16="http://schemas.microsoft.com/office/drawing/2014/main" id="{5F4BC581-168F-33EB-DB8B-BEC0351085D4}"/>
                    </a:ext>
                  </a:extLst>
                </p:cNvPr>
                <p:cNvPicPr/>
                <p:nvPr/>
              </p:nvPicPr>
              <p:blipFill>
                <a:blip r:embed="rId49"/>
                <a:stretch>
                  <a:fillRect/>
                </a:stretch>
              </p:blipFill>
              <p:spPr>
                <a:xfrm>
                  <a:off x="3502195" y="5976550"/>
                  <a:ext cx="2638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FAA08AD3-181D-5C9A-39D5-6D527A22A30E}"/>
                    </a:ext>
                  </a:extLst>
                </p14:cNvPr>
                <p14:cNvContentPartPr/>
                <p14:nvPr/>
              </p14:nvContentPartPr>
              <p14:xfrm>
                <a:off x="3577435" y="6066910"/>
                <a:ext cx="192960" cy="114120"/>
              </p14:xfrm>
            </p:contentPart>
          </mc:Choice>
          <mc:Fallback>
            <p:pic>
              <p:nvPicPr>
                <p:cNvPr id="33" name="Ink 32">
                  <a:extLst>
                    <a:ext uri="{FF2B5EF4-FFF2-40B4-BE49-F238E27FC236}">
                      <a16:creationId xmlns:a16="http://schemas.microsoft.com/office/drawing/2014/main" id="{FAA08AD3-181D-5C9A-39D5-6D527A22A30E}"/>
                    </a:ext>
                  </a:extLst>
                </p:cNvPr>
                <p:cNvPicPr/>
                <p:nvPr/>
              </p:nvPicPr>
              <p:blipFill>
                <a:blip r:embed="rId51"/>
                <a:stretch>
                  <a:fillRect/>
                </a:stretch>
              </p:blipFill>
              <p:spPr>
                <a:xfrm>
                  <a:off x="3571315" y="6060790"/>
                  <a:ext cx="2052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6E911B15-5BAA-4BC9-8959-62A6428C0CBD}"/>
                    </a:ext>
                  </a:extLst>
                </p14:cNvPr>
                <p14:cNvContentPartPr/>
                <p14:nvPr/>
              </p14:nvContentPartPr>
              <p14:xfrm>
                <a:off x="2924035" y="5895550"/>
                <a:ext cx="738000" cy="289800"/>
              </p14:xfrm>
            </p:contentPart>
          </mc:Choice>
          <mc:Fallback>
            <p:pic>
              <p:nvPicPr>
                <p:cNvPr id="34" name="Ink 33">
                  <a:extLst>
                    <a:ext uri="{FF2B5EF4-FFF2-40B4-BE49-F238E27FC236}">
                      <a16:creationId xmlns:a16="http://schemas.microsoft.com/office/drawing/2014/main" id="{6E911B15-5BAA-4BC9-8959-62A6428C0CBD}"/>
                    </a:ext>
                  </a:extLst>
                </p:cNvPr>
                <p:cNvPicPr/>
                <p:nvPr/>
              </p:nvPicPr>
              <p:blipFill>
                <a:blip r:embed="rId53"/>
                <a:stretch>
                  <a:fillRect/>
                </a:stretch>
              </p:blipFill>
              <p:spPr>
                <a:xfrm>
                  <a:off x="2917915" y="5889430"/>
                  <a:ext cx="75024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230A5921-77D8-6126-9494-82540AB97DF9}"/>
                    </a:ext>
                  </a:extLst>
                </p14:cNvPr>
                <p14:cNvContentPartPr/>
                <p14:nvPr/>
              </p14:nvContentPartPr>
              <p14:xfrm>
                <a:off x="2998555" y="4769830"/>
                <a:ext cx="377280" cy="178200"/>
              </p14:xfrm>
            </p:contentPart>
          </mc:Choice>
          <mc:Fallback>
            <p:pic>
              <p:nvPicPr>
                <p:cNvPr id="35" name="Ink 34">
                  <a:extLst>
                    <a:ext uri="{FF2B5EF4-FFF2-40B4-BE49-F238E27FC236}">
                      <a16:creationId xmlns:a16="http://schemas.microsoft.com/office/drawing/2014/main" id="{230A5921-77D8-6126-9494-82540AB97DF9}"/>
                    </a:ext>
                  </a:extLst>
                </p:cNvPr>
                <p:cNvPicPr/>
                <p:nvPr/>
              </p:nvPicPr>
              <p:blipFill>
                <a:blip r:embed="rId55"/>
                <a:stretch>
                  <a:fillRect/>
                </a:stretch>
              </p:blipFill>
              <p:spPr>
                <a:xfrm>
                  <a:off x="2992435" y="4763710"/>
                  <a:ext cx="3895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35B20F90-CA2D-D488-14C6-29780513ED34}"/>
                    </a:ext>
                  </a:extLst>
                </p14:cNvPr>
                <p14:cNvContentPartPr/>
                <p14:nvPr/>
              </p14:nvContentPartPr>
              <p14:xfrm>
                <a:off x="3258475" y="4357630"/>
                <a:ext cx="1383120" cy="1145880"/>
              </p14:xfrm>
            </p:contentPart>
          </mc:Choice>
          <mc:Fallback>
            <p:pic>
              <p:nvPicPr>
                <p:cNvPr id="36" name="Ink 35">
                  <a:extLst>
                    <a:ext uri="{FF2B5EF4-FFF2-40B4-BE49-F238E27FC236}">
                      <a16:creationId xmlns:a16="http://schemas.microsoft.com/office/drawing/2014/main" id="{35B20F90-CA2D-D488-14C6-29780513ED34}"/>
                    </a:ext>
                  </a:extLst>
                </p:cNvPr>
                <p:cNvPicPr/>
                <p:nvPr/>
              </p:nvPicPr>
              <p:blipFill>
                <a:blip r:embed="rId57"/>
                <a:stretch>
                  <a:fillRect/>
                </a:stretch>
              </p:blipFill>
              <p:spPr>
                <a:xfrm>
                  <a:off x="3252355" y="4351510"/>
                  <a:ext cx="1395360" cy="1158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2008BA5A-D412-4085-37F7-CF903A0A27DC}"/>
                    </a:ext>
                  </a:extLst>
                </p14:cNvPr>
                <p14:cNvContentPartPr/>
                <p14:nvPr/>
              </p14:nvContentPartPr>
              <p14:xfrm>
                <a:off x="4361875" y="4336750"/>
                <a:ext cx="308520" cy="264960"/>
              </p14:xfrm>
            </p:contentPart>
          </mc:Choice>
          <mc:Fallback>
            <p:pic>
              <p:nvPicPr>
                <p:cNvPr id="37" name="Ink 36">
                  <a:extLst>
                    <a:ext uri="{FF2B5EF4-FFF2-40B4-BE49-F238E27FC236}">
                      <a16:creationId xmlns:a16="http://schemas.microsoft.com/office/drawing/2014/main" id="{2008BA5A-D412-4085-37F7-CF903A0A27DC}"/>
                    </a:ext>
                  </a:extLst>
                </p:cNvPr>
                <p:cNvPicPr/>
                <p:nvPr/>
              </p:nvPicPr>
              <p:blipFill>
                <a:blip r:embed="rId59"/>
                <a:stretch>
                  <a:fillRect/>
                </a:stretch>
              </p:blipFill>
              <p:spPr>
                <a:xfrm>
                  <a:off x="4355755" y="4330630"/>
                  <a:ext cx="3207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89B0D61A-0E72-236E-48EF-4D045AF8BA88}"/>
                    </a:ext>
                  </a:extLst>
                </p14:cNvPr>
                <p14:cNvContentPartPr/>
                <p14:nvPr/>
              </p14:nvContentPartPr>
              <p14:xfrm>
                <a:off x="4882075" y="4243150"/>
                <a:ext cx="163440" cy="199080"/>
              </p14:xfrm>
            </p:contentPart>
          </mc:Choice>
          <mc:Fallback>
            <p:pic>
              <p:nvPicPr>
                <p:cNvPr id="38" name="Ink 37">
                  <a:extLst>
                    <a:ext uri="{FF2B5EF4-FFF2-40B4-BE49-F238E27FC236}">
                      <a16:creationId xmlns:a16="http://schemas.microsoft.com/office/drawing/2014/main" id="{89B0D61A-0E72-236E-48EF-4D045AF8BA88}"/>
                    </a:ext>
                  </a:extLst>
                </p:cNvPr>
                <p:cNvPicPr/>
                <p:nvPr/>
              </p:nvPicPr>
              <p:blipFill>
                <a:blip r:embed="rId61"/>
                <a:stretch>
                  <a:fillRect/>
                </a:stretch>
              </p:blipFill>
              <p:spPr>
                <a:xfrm>
                  <a:off x="4875955" y="4237030"/>
                  <a:ext cx="17568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9" name="Ink 38">
                  <a:extLst>
                    <a:ext uri="{FF2B5EF4-FFF2-40B4-BE49-F238E27FC236}">
                      <a16:creationId xmlns:a16="http://schemas.microsoft.com/office/drawing/2014/main" id="{EDD22A25-351A-E7DA-9994-8DA7BDFC87E6}"/>
                    </a:ext>
                  </a:extLst>
                </p14:cNvPr>
                <p14:cNvContentPartPr/>
                <p14:nvPr/>
              </p14:nvContentPartPr>
              <p14:xfrm>
                <a:off x="5078275" y="4224070"/>
                <a:ext cx="20160" cy="11880"/>
              </p14:xfrm>
            </p:contentPart>
          </mc:Choice>
          <mc:Fallback>
            <p:pic>
              <p:nvPicPr>
                <p:cNvPr id="39" name="Ink 38">
                  <a:extLst>
                    <a:ext uri="{FF2B5EF4-FFF2-40B4-BE49-F238E27FC236}">
                      <a16:creationId xmlns:a16="http://schemas.microsoft.com/office/drawing/2014/main" id="{EDD22A25-351A-E7DA-9994-8DA7BDFC87E6}"/>
                    </a:ext>
                  </a:extLst>
                </p:cNvPr>
                <p:cNvPicPr/>
                <p:nvPr/>
              </p:nvPicPr>
              <p:blipFill>
                <a:blip r:embed="rId63"/>
                <a:stretch>
                  <a:fillRect/>
                </a:stretch>
              </p:blipFill>
              <p:spPr>
                <a:xfrm>
                  <a:off x="5072155" y="4217950"/>
                  <a:ext cx="324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Ink 39">
                  <a:extLst>
                    <a:ext uri="{FF2B5EF4-FFF2-40B4-BE49-F238E27FC236}">
                      <a16:creationId xmlns:a16="http://schemas.microsoft.com/office/drawing/2014/main" id="{8D3A2E05-4740-F16C-795D-7ABD8973B770}"/>
                    </a:ext>
                  </a:extLst>
                </p14:cNvPr>
                <p14:cNvContentPartPr/>
                <p14:nvPr/>
              </p14:nvContentPartPr>
              <p14:xfrm>
                <a:off x="5215795" y="4168270"/>
                <a:ext cx="143280" cy="218520"/>
              </p14:xfrm>
            </p:contentPart>
          </mc:Choice>
          <mc:Fallback>
            <p:pic>
              <p:nvPicPr>
                <p:cNvPr id="40" name="Ink 39">
                  <a:extLst>
                    <a:ext uri="{FF2B5EF4-FFF2-40B4-BE49-F238E27FC236}">
                      <a16:creationId xmlns:a16="http://schemas.microsoft.com/office/drawing/2014/main" id="{8D3A2E05-4740-F16C-795D-7ABD8973B770}"/>
                    </a:ext>
                  </a:extLst>
                </p:cNvPr>
                <p:cNvPicPr/>
                <p:nvPr/>
              </p:nvPicPr>
              <p:blipFill>
                <a:blip r:embed="rId65"/>
                <a:stretch>
                  <a:fillRect/>
                </a:stretch>
              </p:blipFill>
              <p:spPr>
                <a:xfrm>
                  <a:off x="5209675" y="4162150"/>
                  <a:ext cx="1555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1" name="Ink 40">
                  <a:extLst>
                    <a:ext uri="{FF2B5EF4-FFF2-40B4-BE49-F238E27FC236}">
                      <a16:creationId xmlns:a16="http://schemas.microsoft.com/office/drawing/2014/main" id="{E02B2D25-30DF-8DF2-D8C5-BCC9A380BE7A}"/>
                    </a:ext>
                  </a:extLst>
                </p14:cNvPr>
                <p14:cNvContentPartPr/>
                <p14:nvPr/>
              </p14:nvContentPartPr>
              <p14:xfrm>
                <a:off x="5468875" y="4097710"/>
                <a:ext cx="124920" cy="320400"/>
              </p14:xfrm>
            </p:contentPart>
          </mc:Choice>
          <mc:Fallback>
            <p:pic>
              <p:nvPicPr>
                <p:cNvPr id="41" name="Ink 40">
                  <a:extLst>
                    <a:ext uri="{FF2B5EF4-FFF2-40B4-BE49-F238E27FC236}">
                      <a16:creationId xmlns:a16="http://schemas.microsoft.com/office/drawing/2014/main" id="{E02B2D25-30DF-8DF2-D8C5-BCC9A380BE7A}"/>
                    </a:ext>
                  </a:extLst>
                </p:cNvPr>
                <p:cNvPicPr/>
                <p:nvPr/>
              </p:nvPicPr>
              <p:blipFill>
                <a:blip r:embed="rId67"/>
                <a:stretch>
                  <a:fillRect/>
                </a:stretch>
              </p:blipFill>
              <p:spPr>
                <a:xfrm>
                  <a:off x="5462755" y="4091590"/>
                  <a:ext cx="13716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2" name="Ink 41">
                  <a:extLst>
                    <a:ext uri="{FF2B5EF4-FFF2-40B4-BE49-F238E27FC236}">
                      <a16:creationId xmlns:a16="http://schemas.microsoft.com/office/drawing/2014/main" id="{60556752-1958-12DF-F0EE-F6B65CD0BDDE}"/>
                    </a:ext>
                  </a:extLst>
                </p14:cNvPr>
                <p14:cNvContentPartPr/>
                <p14:nvPr/>
              </p14:nvContentPartPr>
              <p14:xfrm>
                <a:off x="5083675" y="4247830"/>
                <a:ext cx="45000" cy="67680"/>
              </p14:xfrm>
            </p:contentPart>
          </mc:Choice>
          <mc:Fallback>
            <p:pic>
              <p:nvPicPr>
                <p:cNvPr id="42" name="Ink 41">
                  <a:extLst>
                    <a:ext uri="{FF2B5EF4-FFF2-40B4-BE49-F238E27FC236}">
                      <a16:creationId xmlns:a16="http://schemas.microsoft.com/office/drawing/2014/main" id="{60556752-1958-12DF-F0EE-F6B65CD0BDDE}"/>
                    </a:ext>
                  </a:extLst>
                </p:cNvPr>
                <p:cNvPicPr/>
                <p:nvPr/>
              </p:nvPicPr>
              <p:blipFill>
                <a:blip r:embed="rId69"/>
                <a:stretch>
                  <a:fillRect/>
                </a:stretch>
              </p:blipFill>
              <p:spPr>
                <a:xfrm>
                  <a:off x="5077555" y="4241710"/>
                  <a:ext cx="5724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83406A53-B63F-02A1-8FDA-BD05AE0EFD79}"/>
                    </a:ext>
                  </a:extLst>
                </p14:cNvPr>
                <p14:cNvContentPartPr/>
                <p14:nvPr/>
              </p14:nvContentPartPr>
              <p14:xfrm>
                <a:off x="4808275" y="4506670"/>
                <a:ext cx="1314000" cy="152640"/>
              </p14:xfrm>
            </p:contentPart>
          </mc:Choice>
          <mc:Fallback>
            <p:pic>
              <p:nvPicPr>
                <p:cNvPr id="43" name="Ink 42">
                  <a:extLst>
                    <a:ext uri="{FF2B5EF4-FFF2-40B4-BE49-F238E27FC236}">
                      <a16:creationId xmlns:a16="http://schemas.microsoft.com/office/drawing/2014/main" id="{83406A53-B63F-02A1-8FDA-BD05AE0EFD79}"/>
                    </a:ext>
                  </a:extLst>
                </p:cNvPr>
                <p:cNvPicPr/>
                <p:nvPr/>
              </p:nvPicPr>
              <p:blipFill>
                <a:blip r:embed="rId71"/>
                <a:stretch>
                  <a:fillRect/>
                </a:stretch>
              </p:blipFill>
              <p:spPr>
                <a:xfrm>
                  <a:off x="4802155" y="4500550"/>
                  <a:ext cx="1326240" cy="164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B0AD3845-58AE-9A80-92D1-2E98574349EC}"/>
                  </a:ext>
                </a:extLst>
              </p14:cNvPr>
              <p14:cNvContentPartPr/>
              <p14:nvPr/>
            </p14:nvContentPartPr>
            <p14:xfrm>
              <a:off x="8448235" y="1271710"/>
              <a:ext cx="428400" cy="439200"/>
            </p14:xfrm>
          </p:contentPart>
        </mc:Choice>
        <mc:Fallback>
          <p:pic>
            <p:nvPicPr>
              <p:cNvPr id="45" name="Ink 44">
                <a:extLst>
                  <a:ext uri="{FF2B5EF4-FFF2-40B4-BE49-F238E27FC236}">
                    <a16:creationId xmlns:a16="http://schemas.microsoft.com/office/drawing/2014/main" id="{B0AD3845-58AE-9A80-92D1-2E98574349EC}"/>
                  </a:ext>
                </a:extLst>
              </p:cNvPr>
              <p:cNvPicPr/>
              <p:nvPr/>
            </p:nvPicPr>
            <p:blipFill>
              <a:blip r:embed="rId73"/>
              <a:stretch>
                <a:fillRect/>
              </a:stretch>
            </p:blipFill>
            <p:spPr>
              <a:xfrm>
                <a:off x="8442115" y="1265590"/>
                <a:ext cx="440640" cy="451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03D03E42-777D-2C4D-6E80-52A50FC04C5A}"/>
                  </a:ext>
                </a:extLst>
              </p14:cNvPr>
              <p14:cNvContentPartPr/>
              <p14:nvPr/>
            </p14:nvContentPartPr>
            <p14:xfrm>
              <a:off x="8856835" y="1613350"/>
              <a:ext cx="453960" cy="55440"/>
            </p14:xfrm>
          </p:contentPart>
        </mc:Choice>
        <mc:Fallback>
          <p:pic>
            <p:nvPicPr>
              <p:cNvPr id="46" name="Ink 45">
                <a:extLst>
                  <a:ext uri="{FF2B5EF4-FFF2-40B4-BE49-F238E27FC236}">
                    <a16:creationId xmlns:a16="http://schemas.microsoft.com/office/drawing/2014/main" id="{03D03E42-777D-2C4D-6E80-52A50FC04C5A}"/>
                  </a:ext>
                </a:extLst>
              </p:cNvPr>
              <p:cNvPicPr/>
              <p:nvPr/>
            </p:nvPicPr>
            <p:blipFill>
              <a:blip r:embed="rId75"/>
              <a:stretch>
                <a:fillRect/>
              </a:stretch>
            </p:blipFill>
            <p:spPr>
              <a:xfrm>
                <a:off x="8850715" y="1607230"/>
                <a:ext cx="466200" cy="67680"/>
              </a:xfrm>
              <a:prstGeom prst="rect">
                <a:avLst/>
              </a:prstGeom>
            </p:spPr>
          </p:pic>
        </mc:Fallback>
      </mc:AlternateContent>
    </p:spTree>
    <p:extLst>
      <p:ext uri="{BB962C8B-B14F-4D97-AF65-F5344CB8AC3E}">
        <p14:creationId xmlns:p14="http://schemas.microsoft.com/office/powerpoint/2010/main" val="3666126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Area under normal curve</a:t>
            </a:r>
            <a:endParaRPr lang="en-IN" dirty="0"/>
          </a:p>
        </p:txBody>
      </p:sp>
      <p:pic>
        <p:nvPicPr>
          <p:cNvPr id="5" name="Picture 4"/>
          <p:cNvPicPr>
            <a:picLocks noChangeAspect="1"/>
          </p:cNvPicPr>
          <p:nvPr/>
        </p:nvPicPr>
        <p:blipFill>
          <a:blip r:embed="rId2"/>
          <a:stretch>
            <a:fillRect/>
          </a:stretch>
        </p:blipFill>
        <p:spPr>
          <a:xfrm>
            <a:off x="685800" y="925576"/>
            <a:ext cx="10287001" cy="4365889"/>
          </a:xfrm>
          <a:prstGeom prst="rect">
            <a:avLst/>
          </a:prstGeom>
        </p:spPr>
      </p:pic>
      <p:sp>
        <p:nvSpPr>
          <p:cNvPr id="6" name="Rectangle 13"/>
          <p:cNvSpPr>
            <a:spLocks noChangeArrowheads="1"/>
          </p:cNvSpPr>
          <p:nvPr/>
        </p:nvSpPr>
        <p:spPr bwMode="auto">
          <a:xfrm>
            <a:off x="228600" y="5291465"/>
            <a:ext cx="11704864" cy="1431161"/>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bIns="0">
            <a:spAutoFit/>
          </a:bodyPr>
          <a:lstStyle/>
          <a:p>
            <a:pPr algn="just">
              <a:lnSpc>
                <a:spcPct val="150000"/>
              </a:lnSpc>
            </a:pPr>
            <a:r>
              <a:rPr lang="en-US" sz="2000" dirty="0">
                <a:solidFill>
                  <a:prstClr val="black"/>
                </a:solidFill>
                <a:cs typeface="Arial"/>
              </a:rPr>
              <a:t>No matter what </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 are, the area between </a:t>
            </a:r>
            <a:r>
              <a:rPr lang="en-US" sz="2000" dirty="0">
                <a:solidFill>
                  <a:prstClr val="black"/>
                </a:solidFill>
                <a:cs typeface="Arial"/>
                <a:sym typeface="Symbol" charset="0"/>
              </a:rPr>
              <a:t></a:t>
            </a:r>
            <a:r>
              <a:rPr lang="en-US" sz="2000" dirty="0">
                <a:solidFill>
                  <a:prstClr val="black"/>
                </a:solidFill>
                <a:cs typeface="Arial"/>
              </a:rPr>
              <a:t>-</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a:t>
            </a:r>
            <a:r>
              <a:rPr lang="en-US" sz="2000" dirty="0">
                <a:solidFill>
                  <a:prstClr val="black"/>
                </a:solidFill>
                <a:cs typeface="Arial"/>
                <a:sym typeface="Symbol" charset="0"/>
              </a:rPr>
              <a:t></a:t>
            </a:r>
            <a:r>
              <a:rPr lang="en-US" sz="2000" dirty="0">
                <a:solidFill>
                  <a:prstClr val="black"/>
                </a:solidFill>
                <a:cs typeface="Arial"/>
              </a:rPr>
              <a:t> is about 68%; the area between </a:t>
            </a:r>
            <a:r>
              <a:rPr lang="en-US" sz="2000" dirty="0">
                <a:solidFill>
                  <a:prstClr val="black"/>
                </a:solidFill>
                <a:cs typeface="Arial"/>
                <a:sym typeface="Symbol" charset="0"/>
              </a:rPr>
              <a:t></a:t>
            </a:r>
            <a:r>
              <a:rPr lang="en-US" sz="2000" dirty="0">
                <a:solidFill>
                  <a:prstClr val="black"/>
                </a:solidFill>
                <a:cs typeface="Arial"/>
              </a:rPr>
              <a:t>-2</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+2</a:t>
            </a:r>
            <a:r>
              <a:rPr lang="en-US" sz="2000" dirty="0">
                <a:solidFill>
                  <a:prstClr val="black"/>
                </a:solidFill>
                <a:cs typeface="Arial"/>
                <a:sym typeface="Symbol" charset="0"/>
              </a:rPr>
              <a:t></a:t>
            </a:r>
            <a:r>
              <a:rPr lang="en-US" sz="2000" dirty="0">
                <a:solidFill>
                  <a:prstClr val="black"/>
                </a:solidFill>
                <a:cs typeface="Arial"/>
              </a:rPr>
              <a:t> is about 95%; and the area between </a:t>
            </a:r>
            <a:r>
              <a:rPr lang="en-US" sz="2000" dirty="0">
                <a:solidFill>
                  <a:prstClr val="black"/>
                </a:solidFill>
                <a:cs typeface="Arial"/>
                <a:sym typeface="Symbol" charset="0"/>
              </a:rPr>
              <a:t></a:t>
            </a:r>
            <a:r>
              <a:rPr lang="en-US" sz="2000" dirty="0">
                <a:solidFill>
                  <a:prstClr val="black"/>
                </a:solidFill>
                <a:cs typeface="Arial"/>
              </a:rPr>
              <a:t>-3</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+3</a:t>
            </a:r>
            <a:r>
              <a:rPr lang="en-US" sz="2000" dirty="0">
                <a:solidFill>
                  <a:prstClr val="black"/>
                </a:solidFill>
                <a:cs typeface="Arial"/>
                <a:sym typeface="Symbol" charset="0"/>
              </a:rPr>
              <a:t></a:t>
            </a:r>
            <a:r>
              <a:rPr lang="en-US" sz="2000" dirty="0">
                <a:solidFill>
                  <a:prstClr val="black"/>
                </a:solidFill>
                <a:cs typeface="Arial"/>
              </a:rPr>
              <a:t> is about 99.7%.  Almost all values fall within 3 standard deviations. </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19FDDB2-3E67-DF0D-22B1-D0F04E598AEB}"/>
                  </a:ext>
                </a:extLst>
              </p14:cNvPr>
              <p14:cNvContentPartPr/>
              <p14:nvPr/>
            </p14:nvContentPartPr>
            <p14:xfrm>
              <a:off x="5384995" y="4727350"/>
              <a:ext cx="673200" cy="363240"/>
            </p14:xfrm>
          </p:contentPart>
        </mc:Choice>
        <mc:Fallback>
          <p:pic>
            <p:nvPicPr>
              <p:cNvPr id="3" name="Ink 2">
                <a:extLst>
                  <a:ext uri="{FF2B5EF4-FFF2-40B4-BE49-F238E27FC236}">
                    <a16:creationId xmlns:a16="http://schemas.microsoft.com/office/drawing/2014/main" id="{819FDDB2-3E67-DF0D-22B1-D0F04E598AEB}"/>
                  </a:ext>
                </a:extLst>
              </p:cNvPr>
              <p:cNvPicPr/>
              <p:nvPr/>
            </p:nvPicPr>
            <p:blipFill>
              <a:blip r:embed="rId4"/>
              <a:stretch>
                <a:fillRect/>
              </a:stretch>
            </p:blipFill>
            <p:spPr>
              <a:xfrm>
                <a:off x="5378875" y="4721230"/>
                <a:ext cx="68544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5D8405CB-C1FE-F5DF-A4B4-E6ADECE263B9}"/>
                  </a:ext>
                </a:extLst>
              </p14:cNvPr>
              <p14:cNvContentPartPr/>
              <p14:nvPr/>
            </p14:nvContentPartPr>
            <p14:xfrm>
              <a:off x="3893155" y="4736350"/>
              <a:ext cx="675720" cy="355320"/>
            </p14:xfrm>
          </p:contentPart>
        </mc:Choice>
        <mc:Fallback>
          <p:pic>
            <p:nvPicPr>
              <p:cNvPr id="4" name="Ink 3">
                <a:extLst>
                  <a:ext uri="{FF2B5EF4-FFF2-40B4-BE49-F238E27FC236}">
                    <a16:creationId xmlns:a16="http://schemas.microsoft.com/office/drawing/2014/main" id="{5D8405CB-C1FE-F5DF-A4B4-E6ADECE263B9}"/>
                  </a:ext>
                </a:extLst>
              </p:cNvPr>
              <p:cNvPicPr/>
              <p:nvPr/>
            </p:nvPicPr>
            <p:blipFill>
              <a:blip r:embed="rId6"/>
              <a:stretch>
                <a:fillRect/>
              </a:stretch>
            </p:blipFill>
            <p:spPr>
              <a:xfrm>
                <a:off x="3887035" y="4730230"/>
                <a:ext cx="68796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B84F16AE-87F1-57AB-1063-035632B73C79}"/>
                  </a:ext>
                </a:extLst>
              </p14:cNvPr>
              <p14:cNvContentPartPr/>
              <p14:nvPr/>
            </p14:nvContentPartPr>
            <p14:xfrm>
              <a:off x="6815635" y="4678390"/>
              <a:ext cx="831600" cy="403920"/>
            </p14:xfrm>
          </p:contentPart>
        </mc:Choice>
        <mc:Fallback>
          <p:pic>
            <p:nvPicPr>
              <p:cNvPr id="7" name="Ink 6">
                <a:extLst>
                  <a:ext uri="{FF2B5EF4-FFF2-40B4-BE49-F238E27FC236}">
                    <a16:creationId xmlns:a16="http://schemas.microsoft.com/office/drawing/2014/main" id="{B84F16AE-87F1-57AB-1063-035632B73C79}"/>
                  </a:ext>
                </a:extLst>
              </p:cNvPr>
              <p:cNvPicPr/>
              <p:nvPr/>
            </p:nvPicPr>
            <p:blipFill>
              <a:blip r:embed="rId8"/>
              <a:stretch>
                <a:fillRect/>
              </a:stretch>
            </p:blipFill>
            <p:spPr>
              <a:xfrm>
                <a:off x="6809515" y="4672270"/>
                <a:ext cx="843840" cy="416160"/>
              </a:xfrm>
              <a:prstGeom prst="rect">
                <a:avLst/>
              </a:prstGeom>
            </p:spPr>
          </p:pic>
        </mc:Fallback>
      </mc:AlternateContent>
      <p:grpSp>
        <p:nvGrpSpPr>
          <p:cNvPr id="19" name="Group 18">
            <a:extLst>
              <a:ext uri="{FF2B5EF4-FFF2-40B4-BE49-F238E27FC236}">
                <a16:creationId xmlns:a16="http://schemas.microsoft.com/office/drawing/2014/main" id="{0E6B8EF2-D634-891A-6977-6BAF9739E7B8}"/>
              </a:ext>
            </a:extLst>
          </p:cNvPr>
          <p:cNvGrpSpPr/>
          <p:nvPr/>
        </p:nvGrpSpPr>
        <p:grpSpPr>
          <a:xfrm>
            <a:off x="9104515" y="1147510"/>
            <a:ext cx="1648080" cy="358560"/>
            <a:chOff x="9104515" y="1147510"/>
            <a:chExt cx="1648080" cy="358560"/>
          </a:xfrm>
        </p:grpSpPr>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95F58453-F753-0D43-4A1E-6F06BF03AD31}"/>
                    </a:ext>
                  </a:extLst>
                </p14:cNvPr>
                <p14:cNvContentPartPr/>
                <p14:nvPr/>
              </p14:nvContentPartPr>
              <p14:xfrm>
                <a:off x="9104515" y="1147510"/>
                <a:ext cx="505800" cy="324360"/>
              </p14:xfrm>
            </p:contentPart>
          </mc:Choice>
          <mc:Fallback>
            <p:pic>
              <p:nvPicPr>
                <p:cNvPr id="8" name="Ink 7">
                  <a:extLst>
                    <a:ext uri="{FF2B5EF4-FFF2-40B4-BE49-F238E27FC236}">
                      <a16:creationId xmlns:a16="http://schemas.microsoft.com/office/drawing/2014/main" id="{95F58453-F753-0D43-4A1E-6F06BF03AD31}"/>
                    </a:ext>
                  </a:extLst>
                </p:cNvPr>
                <p:cNvPicPr/>
                <p:nvPr/>
              </p:nvPicPr>
              <p:blipFill>
                <a:blip r:embed="rId10"/>
                <a:stretch>
                  <a:fillRect/>
                </a:stretch>
              </p:blipFill>
              <p:spPr>
                <a:xfrm>
                  <a:off x="9098395" y="1141390"/>
                  <a:ext cx="5180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1ED57D5A-41FE-3991-4830-2D0724DFBDE5}"/>
                    </a:ext>
                  </a:extLst>
                </p14:cNvPr>
                <p14:cNvContentPartPr/>
                <p14:nvPr/>
              </p14:nvContentPartPr>
              <p14:xfrm>
                <a:off x="9657835" y="1331830"/>
                <a:ext cx="146520" cy="43920"/>
              </p14:xfrm>
            </p:contentPart>
          </mc:Choice>
          <mc:Fallback>
            <p:pic>
              <p:nvPicPr>
                <p:cNvPr id="9" name="Ink 8">
                  <a:extLst>
                    <a:ext uri="{FF2B5EF4-FFF2-40B4-BE49-F238E27FC236}">
                      <a16:creationId xmlns:a16="http://schemas.microsoft.com/office/drawing/2014/main" id="{1ED57D5A-41FE-3991-4830-2D0724DFBDE5}"/>
                    </a:ext>
                  </a:extLst>
                </p:cNvPr>
                <p:cNvPicPr/>
                <p:nvPr/>
              </p:nvPicPr>
              <p:blipFill>
                <a:blip r:embed="rId12"/>
                <a:stretch>
                  <a:fillRect/>
                </a:stretch>
              </p:blipFill>
              <p:spPr>
                <a:xfrm>
                  <a:off x="9651715" y="1325710"/>
                  <a:ext cx="15876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86675916-8B8B-65B8-4D11-CF97F203B4AA}"/>
                    </a:ext>
                  </a:extLst>
                </p14:cNvPr>
                <p14:cNvContentPartPr/>
                <p14:nvPr/>
              </p14:nvContentPartPr>
              <p14:xfrm>
                <a:off x="9782035" y="1326430"/>
                <a:ext cx="110160" cy="61560"/>
              </p14:xfrm>
            </p:contentPart>
          </mc:Choice>
          <mc:Fallback>
            <p:pic>
              <p:nvPicPr>
                <p:cNvPr id="10" name="Ink 9">
                  <a:extLst>
                    <a:ext uri="{FF2B5EF4-FFF2-40B4-BE49-F238E27FC236}">
                      <a16:creationId xmlns:a16="http://schemas.microsoft.com/office/drawing/2014/main" id="{86675916-8B8B-65B8-4D11-CF97F203B4AA}"/>
                    </a:ext>
                  </a:extLst>
                </p:cNvPr>
                <p:cNvPicPr/>
                <p:nvPr/>
              </p:nvPicPr>
              <p:blipFill>
                <a:blip r:embed="rId14"/>
                <a:stretch>
                  <a:fillRect/>
                </a:stretch>
              </p:blipFill>
              <p:spPr>
                <a:xfrm>
                  <a:off x="9775915" y="1320310"/>
                  <a:ext cx="12240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F4840D6B-A6AF-A3EE-C968-166FD85F22B3}"/>
                    </a:ext>
                  </a:extLst>
                </p14:cNvPr>
                <p14:cNvContentPartPr/>
                <p14:nvPr/>
              </p14:nvContentPartPr>
              <p14:xfrm>
                <a:off x="10068955" y="1182790"/>
                <a:ext cx="84240" cy="323280"/>
              </p14:xfrm>
            </p:contentPart>
          </mc:Choice>
          <mc:Fallback>
            <p:pic>
              <p:nvPicPr>
                <p:cNvPr id="11" name="Ink 10">
                  <a:extLst>
                    <a:ext uri="{FF2B5EF4-FFF2-40B4-BE49-F238E27FC236}">
                      <a16:creationId xmlns:a16="http://schemas.microsoft.com/office/drawing/2014/main" id="{F4840D6B-A6AF-A3EE-C968-166FD85F22B3}"/>
                    </a:ext>
                  </a:extLst>
                </p:cNvPr>
                <p:cNvPicPr/>
                <p:nvPr/>
              </p:nvPicPr>
              <p:blipFill>
                <a:blip r:embed="rId16"/>
                <a:stretch>
                  <a:fillRect/>
                </a:stretch>
              </p:blipFill>
              <p:spPr>
                <a:xfrm>
                  <a:off x="10062835" y="1176670"/>
                  <a:ext cx="9648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DDAF4DAF-6AE9-0404-7F77-CA299E8D6AB2}"/>
                    </a:ext>
                  </a:extLst>
                </p14:cNvPr>
                <p14:cNvContentPartPr/>
                <p14:nvPr/>
              </p14:nvContentPartPr>
              <p14:xfrm>
                <a:off x="10363795" y="1173430"/>
                <a:ext cx="113040" cy="33480"/>
              </p14:xfrm>
            </p:contentPart>
          </mc:Choice>
          <mc:Fallback>
            <p:pic>
              <p:nvPicPr>
                <p:cNvPr id="12" name="Ink 11">
                  <a:extLst>
                    <a:ext uri="{FF2B5EF4-FFF2-40B4-BE49-F238E27FC236}">
                      <a16:creationId xmlns:a16="http://schemas.microsoft.com/office/drawing/2014/main" id="{DDAF4DAF-6AE9-0404-7F77-CA299E8D6AB2}"/>
                    </a:ext>
                  </a:extLst>
                </p:cNvPr>
                <p:cNvPicPr/>
                <p:nvPr/>
              </p:nvPicPr>
              <p:blipFill>
                <a:blip r:embed="rId18"/>
                <a:stretch>
                  <a:fillRect/>
                </a:stretch>
              </p:blipFill>
              <p:spPr>
                <a:xfrm>
                  <a:off x="10357675" y="1167310"/>
                  <a:ext cx="1252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E3E2D29C-9AA3-F755-7030-2E3D60CD16F7}"/>
                    </a:ext>
                  </a:extLst>
                </p14:cNvPr>
                <p14:cNvContentPartPr/>
                <p14:nvPr/>
              </p14:nvContentPartPr>
              <p14:xfrm>
                <a:off x="10244995" y="1208710"/>
                <a:ext cx="94680" cy="270360"/>
              </p14:xfrm>
            </p:contentPart>
          </mc:Choice>
          <mc:Fallback>
            <p:pic>
              <p:nvPicPr>
                <p:cNvPr id="13" name="Ink 12">
                  <a:extLst>
                    <a:ext uri="{FF2B5EF4-FFF2-40B4-BE49-F238E27FC236}">
                      <a16:creationId xmlns:a16="http://schemas.microsoft.com/office/drawing/2014/main" id="{E3E2D29C-9AA3-F755-7030-2E3D60CD16F7}"/>
                    </a:ext>
                  </a:extLst>
                </p:cNvPr>
                <p:cNvPicPr/>
                <p:nvPr/>
              </p:nvPicPr>
              <p:blipFill>
                <a:blip r:embed="rId20"/>
                <a:stretch>
                  <a:fillRect/>
                </a:stretch>
              </p:blipFill>
              <p:spPr>
                <a:xfrm>
                  <a:off x="10238875" y="1202590"/>
                  <a:ext cx="10692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D17EF73F-D642-671F-37B0-22C1BCE4ABDE}"/>
                    </a:ext>
                  </a:extLst>
                </p14:cNvPr>
                <p14:cNvContentPartPr/>
                <p14:nvPr/>
              </p14:nvContentPartPr>
              <p14:xfrm>
                <a:off x="10526515" y="1234270"/>
                <a:ext cx="226080" cy="193680"/>
              </p14:xfrm>
            </p:contentPart>
          </mc:Choice>
          <mc:Fallback>
            <p:pic>
              <p:nvPicPr>
                <p:cNvPr id="14" name="Ink 13">
                  <a:extLst>
                    <a:ext uri="{FF2B5EF4-FFF2-40B4-BE49-F238E27FC236}">
                      <a16:creationId xmlns:a16="http://schemas.microsoft.com/office/drawing/2014/main" id="{D17EF73F-D642-671F-37B0-22C1BCE4ABDE}"/>
                    </a:ext>
                  </a:extLst>
                </p:cNvPr>
                <p:cNvPicPr/>
                <p:nvPr/>
              </p:nvPicPr>
              <p:blipFill>
                <a:blip r:embed="rId22"/>
                <a:stretch>
                  <a:fillRect/>
                </a:stretch>
              </p:blipFill>
              <p:spPr>
                <a:xfrm>
                  <a:off x="10520395" y="1228150"/>
                  <a:ext cx="23832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77F19BED-13E7-C9AF-A32A-DA7399C8A919}"/>
                    </a:ext>
                  </a:extLst>
                </p14:cNvPr>
                <p14:cNvContentPartPr/>
                <p14:nvPr/>
              </p14:nvContentPartPr>
              <p14:xfrm>
                <a:off x="10274875" y="1182790"/>
                <a:ext cx="170280" cy="11880"/>
              </p14:xfrm>
            </p:contentPart>
          </mc:Choice>
          <mc:Fallback>
            <p:pic>
              <p:nvPicPr>
                <p:cNvPr id="15" name="Ink 14">
                  <a:extLst>
                    <a:ext uri="{FF2B5EF4-FFF2-40B4-BE49-F238E27FC236}">
                      <a16:creationId xmlns:a16="http://schemas.microsoft.com/office/drawing/2014/main" id="{77F19BED-13E7-C9AF-A32A-DA7399C8A919}"/>
                    </a:ext>
                  </a:extLst>
                </p:cNvPr>
                <p:cNvPicPr/>
                <p:nvPr/>
              </p:nvPicPr>
              <p:blipFill>
                <a:blip r:embed="rId24"/>
                <a:stretch>
                  <a:fillRect/>
                </a:stretch>
              </p:blipFill>
              <p:spPr>
                <a:xfrm>
                  <a:off x="10268755" y="1176670"/>
                  <a:ext cx="1825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4FD89560-CC5D-0EE4-E2DA-72E1811D4001}"/>
                    </a:ext>
                  </a:extLst>
                </p14:cNvPr>
                <p14:cNvContentPartPr/>
                <p14:nvPr/>
              </p14:nvContentPartPr>
              <p14:xfrm>
                <a:off x="9696355" y="1290430"/>
                <a:ext cx="211680" cy="28440"/>
              </p14:xfrm>
            </p:contentPart>
          </mc:Choice>
          <mc:Fallback>
            <p:pic>
              <p:nvPicPr>
                <p:cNvPr id="17" name="Ink 16">
                  <a:extLst>
                    <a:ext uri="{FF2B5EF4-FFF2-40B4-BE49-F238E27FC236}">
                      <a16:creationId xmlns:a16="http://schemas.microsoft.com/office/drawing/2014/main" id="{4FD89560-CC5D-0EE4-E2DA-72E1811D4001}"/>
                    </a:ext>
                  </a:extLst>
                </p:cNvPr>
                <p:cNvPicPr/>
                <p:nvPr/>
              </p:nvPicPr>
              <p:blipFill>
                <a:blip r:embed="rId26"/>
                <a:stretch>
                  <a:fillRect/>
                </a:stretch>
              </p:blipFill>
              <p:spPr>
                <a:xfrm>
                  <a:off x="9690235" y="1284310"/>
                  <a:ext cx="2239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F9CDC773-03C3-69A6-B7DD-51D14EB3415C}"/>
                    </a:ext>
                  </a:extLst>
                </p14:cNvPr>
                <p14:cNvContentPartPr/>
                <p14:nvPr/>
              </p14:nvContentPartPr>
              <p14:xfrm>
                <a:off x="9686995" y="1438390"/>
                <a:ext cx="218520" cy="42120"/>
              </p14:xfrm>
            </p:contentPart>
          </mc:Choice>
          <mc:Fallback>
            <p:pic>
              <p:nvPicPr>
                <p:cNvPr id="18" name="Ink 17">
                  <a:extLst>
                    <a:ext uri="{FF2B5EF4-FFF2-40B4-BE49-F238E27FC236}">
                      <a16:creationId xmlns:a16="http://schemas.microsoft.com/office/drawing/2014/main" id="{F9CDC773-03C3-69A6-B7DD-51D14EB3415C}"/>
                    </a:ext>
                  </a:extLst>
                </p:cNvPr>
                <p:cNvPicPr/>
                <p:nvPr/>
              </p:nvPicPr>
              <p:blipFill>
                <a:blip r:embed="rId28"/>
                <a:stretch>
                  <a:fillRect/>
                </a:stretch>
              </p:blipFill>
              <p:spPr>
                <a:xfrm>
                  <a:off x="9680875" y="1432270"/>
                  <a:ext cx="230760" cy="54360"/>
                </a:xfrm>
                <a:prstGeom prst="rect">
                  <a:avLst/>
                </a:prstGeom>
              </p:spPr>
            </p:pic>
          </mc:Fallback>
        </mc:AlternateContent>
      </p:grpSp>
      <p:grpSp>
        <p:nvGrpSpPr>
          <p:cNvPr id="26" name="Group 25">
            <a:extLst>
              <a:ext uri="{FF2B5EF4-FFF2-40B4-BE49-F238E27FC236}">
                <a16:creationId xmlns:a16="http://schemas.microsoft.com/office/drawing/2014/main" id="{2CCE89AE-2EF3-B996-1D92-3FFE3A1DBF9C}"/>
              </a:ext>
            </a:extLst>
          </p:cNvPr>
          <p:cNvGrpSpPr/>
          <p:nvPr/>
        </p:nvGrpSpPr>
        <p:grpSpPr>
          <a:xfrm>
            <a:off x="3021235" y="3523870"/>
            <a:ext cx="1133280" cy="1236600"/>
            <a:chOff x="3021235" y="3523870"/>
            <a:chExt cx="1133280" cy="1236600"/>
          </a:xfrm>
        </p:grpSpPr>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C98A54B2-4A2A-7047-9026-54B85F6DAE95}"/>
                    </a:ext>
                  </a:extLst>
                </p14:cNvPr>
                <p14:cNvContentPartPr/>
                <p14:nvPr/>
              </p14:nvContentPartPr>
              <p14:xfrm>
                <a:off x="3021235" y="4318030"/>
                <a:ext cx="194400" cy="442440"/>
              </p14:xfrm>
            </p:contentPart>
          </mc:Choice>
          <mc:Fallback>
            <p:pic>
              <p:nvPicPr>
                <p:cNvPr id="20" name="Ink 19">
                  <a:extLst>
                    <a:ext uri="{FF2B5EF4-FFF2-40B4-BE49-F238E27FC236}">
                      <a16:creationId xmlns:a16="http://schemas.microsoft.com/office/drawing/2014/main" id="{C98A54B2-4A2A-7047-9026-54B85F6DAE95}"/>
                    </a:ext>
                  </a:extLst>
                </p:cNvPr>
                <p:cNvPicPr/>
                <p:nvPr/>
              </p:nvPicPr>
              <p:blipFill>
                <a:blip r:embed="rId30"/>
                <a:stretch>
                  <a:fillRect/>
                </a:stretch>
              </p:blipFill>
              <p:spPr>
                <a:xfrm>
                  <a:off x="3015115" y="4311910"/>
                  <a:ext cx="206640" cy="4546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78DA043B-0F95-EC67-39CB-CA04B89B0768}"/>
                    </a:ext>
                  </a:extLst>
                </p14:cNvPr>
                <p14:cNvContentPartPr/>
                <p14:nvPr/>
              </p14:nvContentPartPr>
              <p14:xfrm>
                <a:off x="3191515" y="4078990"/>
                <a:ext cx="250560" cy="626040"/>
              </p14:xfrm>
            </p:contentPart>
          </mc:Choice>
          <mc:Fallback>
            <p:pic>
              <p:nvPicPr>
                <p:cNvPr id="21" name="Ink 20">
                  <a:extLst>
                    <a:ext uri="{FF2B5EF4-FFF2-40B4-BE49-F238E27FC236}">
                      <a16:creationId xmlns:a16="http://schemas.microsoft.com/office/drawing/2014/main" id="{78DA043B-0F95-EC67-39CB-CA04B89B0768}"/>
                    </a:ext>
                  </a:extLst>
                </p:cNvPr>
                <p:cNvPicPr/>
                <p:nvPr/>
              </p:nvPicPr>
              <p:blipFill>
                <a:blip r:embed="rId32"/>
                <a:stretch>
                  <a:fillRect/>
                </a:stretch>
              </p:blipFill>
              <p:spPr>
                <a:xfrm>
                  <a:off x="3185395" y="4072870"/>
                  <a:ext cx="262800" cy="6382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5222A24E-ACA9-5161-2799-6FFEC8BA0472}"/>
                    </a:ext>
                  </a:extLst>
                </p14:cNvPr>
                <p14:cNvContentPartPr/>
                <p14:nvPr/>
              </p14:nvContentPartPr>
              <p14:xfrm>
                <a:off x="3363235" y="3892870"/>
                <a:ext cx="293400" cy="861480"/>
              </p14:xfrm>
            </p:contentPart>
          </mc:Choice>
          <mc:Fallback>
            <p:pic>
              <p:nvPicPr>
                <p:cNvPr id="22" name="Ink 21">
                  <a:extLst>
                    <a:ext uri="{FF2B5EF4-FFF2-40B4-BE49-F238E27FC236}">
                      <a16:creationId xmlns:a16="http://schemas.microsoft.com/office/drawing/2014/main" id="{5222A24E-ACA9-5161-2799-6FFEC8BA0472}"/>
                    </a:ext>
                  </a:extLst>
                </p:cNvPr>
                <p:cNvPicPr/>
                <p:nvPr/>
              </p:nvPicPr>
              <p:blipFill>
                <a:blip r:embed="rId34"/>
                <a:stretch>
                  <a:fillRect/>
                </a:stretch>
              </p:blipFill>
              <p:spPr>
                <a:xfrm>
                  <a:off x="3357115" y="3886750"/>
                  <a:ext cx="305640" cy="873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311D56AC-EF85-2C73-F1BB-9C3DCDD588CC}"/>
                    </a:ext>
                  </a:extLst>
                </p14:cNvPr>
                <p14:cNvContentPartPr/>
                <p14:nvPr/>
              </p14:nvContentPartPr>
              <p14:xfrm>
                <a:off x="3491755" y="3818350"/>
                <a:ext cx="329040" cy="901440"/>
              </p14:xfrm>
            </p:contentPart>
          </mc:Choice>
          <mc:Fallback>
            <p:pic>
              <p:nvPicPr>
                <p:cNvPr id="23" name="Ink 22">
                  <a:extLst>
                    <a:ext uri="{FF2B5EF4-FFF2-40B4-BE49-F238E27FC236}">
                      <a16:creationId xmlns:a16="http://schemas.microsoft.com/office/drawing/2014/main" id="{311D56AC-EF85-2C73-F1BB-9C3DCDD588CC}"/>
                    </a:ext>
                  </a:extLst>
                </p:cNvPr>
                <p:cNvPicPr/>
                <p:nvPr/>
              </p:nvPicPr>
              <p:blipFill>
                <a:blip r:embed="rId36"/>
                <a:stretch>
                  <a:fillRect/>
                </a:stretch>
              </p:blipFill>
              <p:spPr>
                <a:xfrm>
                  <a:off x="3485635" y="3812230"/>
                  <a:ext cx="341280" cy="913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238BEF4A-7983-BBF3-CFEB-41107DF541BC}"/>
                    </a:ext>
                  </a:extLst>
                </p14:cNvPr>
                <p14:cNvContentPartPr/>
                <p14:nvPr/>
              </p14:nvContentPartPr>
              <p14:xfrm>
                <a:off x="3620995" y="3657790"/>
                <a:ext cx="372960" cy="1092600"/>
              </p14:xfrm>
            </p:contentPart>
          </mc:Choice>
          <mc:Fallback>
            <p:pic>
              <p:nvPicPr>
                <p:cNvPr id="24" name="Ink 23">
                  <a:extLst>
                    <a:ext uri="{FF2B5EF4-FFF2-40B4-BE49-F238E27FC236}">
                      <a16:creationId xmlns:a16="http://schemas.microsoft.com/office/drawing/2014/main" id="{238BEF4A-7983-BBF3-CFEB-41107DF541BC}"/>
                    </a:ext>
                  </a:extLst>
                </p:cNvPr>
                <p:cNvPicPr/>
                <p:nvPr/>
              </p:nvPicPr>
              <p:blipFill>
                <a:blip r:embed="rId38"/>
                <a:stretch>
                  <a:fillRect/>
                </a:stretch>
              </p:blipFill>
              <p:spPr>
                <a:xfrm>
                  <a:off x="3614875" y="3651670"/>
                  <a:ext cx="385200" cy="11048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53E0B10D-B3D4-81CD-A7AD-B8F724A18720}"/>
                    </a:ext>
                  </a:extLst>
                </p14:cNvPr>
                <p14:cNvContentPartPr/>
                <p14:nvPr/>
              </p14:nvContentPartPr>
              <p14:xfrm>
                <a:off x="3815395" y="3523870"/>
                <a:ext cx="339120" cy="1186920"/>
              </p14:xfrm>
            </p:contentPart>
          </mc:Choice>
          <mc:Fallback>
            <p:pic>
              <p:nvPicPr>
                <p:cNvPr id="25" name="Ink 24">
                  <a:extLst>
                    <a:ext uri="{FF2B5EF4-FFF2-40B4-BE49-F238E27FC236}">
                      <a16:creationId xmlns:a16="http://schemas.microsoft.com/office/drawing/2014/main" id="{53E0B10D-B3D4-81CD-A7AD-B8F724A18720}"/>
                    </a:ext>
                  </a:extLst>
                </p:cNvPr>
                <p:cNvPicPr/>
                <p:nvPr/>
              </p:nvPicPr>
              <p:blipFill>
                <a:blip r:embed="rId40"/>
                <a:stretch>
                  <a:fillRect/>
                </a:stretch>
              </p:blipFill>
              <p:spPr>
                <a:xfrm>
                  <a:off x="3809275" y="3517750"/>
                  <a:ext cx="351360" cy="1199160"/>
                </a:xfrm>
                <a:prstGeom prst="rect">
                  <a:avLst/>
                </a:prstGeom>
              </p:spPr>
            </p:pic>
          </mc:Fallback>
        </mc:AlternateContent>
      </p:grpSp>
      <p:grpSp>
        <p:nvGrpSpPr>
          <p:cNvPr id="36" name="Group 35">
            <a:extLst>
              <a:ext uri="{FF2B5EF4-FFF2-40B4-BE49-F238E27FC236}">
                <a16:creationId xmlns:a16="http://schemas.microsoft.com/office/drawing/2014/main" id="{06954158-140D-DDE4-BDE1-30D4141BB269}"/>
              </a:ext>
            </a:extLst>
          </p:cNvPr>
          <p:cNvGrpSpPr/>
          <p:nvPr/>
        </p:nvGrpSpPr>
        <p:grpSpPr>
          <a:xfrm>
            <a:off x="2951035" y="2391670"/>
            <a:ext cx="1290240" cy="604440"/>
            <a:chOff x="2951035" y="2391670"/>
            <a:chExt cx="1290240" cy="604440"/>
          </a:xfrm>
        </p:grpSpPr>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4220B55D-1E95-830A-07E6-2874C5BE47C6}"/>
                    </a:ext>
                  </a:extLst>
                </p14:cNvPr>
                <p14:cNvContentPartPr/>
                <p14:nvPr/>
              </p14:nvContentPartPr>
              <p14:xfrm>
                <a:off x="2984875" y="2451790"/>
                <a:ext cx="149400" cy="250920"/>
              </p14:xfrm>
            </p:contentPart>
          </mc:Choice>
          <mc:Fallback>
            <p:pic>
              <p:nvPicPr>
                <p:cNvPr id="27" name="Ink 26">
                  <a:extLst>
                    <a:ext uri="{FF2B5EF4-FFF2-40B4-BE49-F238E27FC236}">
                      <a16:creationId xmlns:a16="http://schemas.microsoft.com/office/drawing/2014/main" id="{4220B55D-1E95-830A-07E6-2874C5BE47C6}"/>
                    </a:ext>
                  </a:extLst>
                </p:cNvPr>
                <p:cNvPicPr/>
                <p:nvPr/>
              </p:nvPicPr>
              <p:blipFill>
                <a:blip r:embed="rId42"/>
                <a:stretch>
                  <a:fillRect/>
                </a:stretch>
              </p:blipFill>
              <p:spPr>
                <a:xfrm>
                  <a:off x="2978755" y="2445670"/>
                  <a:ext cx="16164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AAF5B1C4-E4D3-ADD6-0213-3E4E56286A8F}"/>
                    </a:ext>
                  </a:extLst>
                </p14:cNvPr>
                <p14:cNvContentPartPr/>
                <p14:nvPr/>
              </p14:nvContentPartPr>
              <p14:xfrm>
                <a:off x="3292675" y="2416150"/>
                <a:ext cx="94320" cy="31680"/>
              </p14:xfrm>
            </p:contentPart>
          </mc:Choice>
          <mc:Fallback>
            <p:pic>
              <p:nvPicPr>
                <p:cNvPr id="28" name="Ink 27">
                  <a:extLst>
                    <a:ext uri="{FF2B5EF4-FFF2-40B4-BE49-F238E27FC236}">
                      <a16:creationId xmlns:a16="http://schemas.microsoft.com/office/drawing/2014/main" id="{AAF5B1C4-E4D3-ADD6-0213-3E4E56286A8F}"/>
                    </a:ext>
                  </a:extLst>
                </p:cNvPr>
                <p:cNvPicPr/>
                <p:nvPr/>
              </p:nvPicPr>
              <p:blipFill>
                <a:blip r:embed="rId44"/>
                <a:stretch>
                  <a:fillRect/>
                </a:stretch>
              </p:blipFill>
              <p:spPr>
                <a:xfrm>
                  <a:off x="3286555" y="2410030"/>
                  <a:ext cx="1065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7BB3B9CE-A012-5E26-B266-131E429DB3A6}"/>
                    </a:ext>
                  </a:extLst>
                </p14:cNvPr>
                <p14:cNvContentPartPr/>
                <p14:nvPr/>
              </p14:nvContentPartPr>
              <p14:xfrm>
                <a:off x="3224995" y="2464390"/>
                <a:ext cx="88200" cy="190080"/>
              </p14:xfrm>
            </p:contentPart>
          </mc:Choice>
          <mc:Fallback>
            <p:pic>
              <p:nvPicPr>
                <p:cNvPr id="29" name="Ink 28">
                  <a:extLst>
                    <a:ext uri="{FF2B5EF4-FFF2-40B4-BE49-F238E27FC236}">
                      <a16:creationId xmlns:a16="http://schemas.microsoft.com/office/drawing/2014/main" id="{7BB3B9CE-A012-5E26-B266-131E429DB3A6}"/>
                    </a:ext>
                  </a:extLst>
                </p:cNvPr>
                <p:cNvPicPr/>
                <p:nvPr/>
              </p:nvPicPr>
              <p:blipFill>
                <a:blip r:embed="rId46"/>
                <a:stretch>
                  <a:fillRect/>
                </a:stretch>
              </p:blipFill>
              <p:spPr>
                <a:xfrm>
                  <a:off x="3218875" y="2458270"/>
                  <a:ext cx="10044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52F3E875-EA1D-ADEF-4D98-135E05AFF980}"/>
                    </a:ext>
                  </a:extLst>
                </p14:cNvPr>
                <p14:cNvContentPartPr/>
                <p14:nvPr/>
              </p14:nvContentPartPr>
              <p14:xfrm>
                <a:off x="3496075" y="2520190"/>
                <a:ext cx="108000" cy="16920"/>
              </p14:xfrm>
            </p:contentPart>
          </mc:Choice>
          <mc:Fallback>
            <p:pic>
              <p:nvPicPr>
                <p:cNvPr id="30" name="Ink 29">
                  <a:extLst>
                    <a:ext uri="{FF2B5EF4-FFF2-40B4-BE49-F238E27FC236}">
                      <a16:creationId xmlns:a16="http://schemas.microsoft.com/office/drawing/2014/main" id="{52F3E875-EA1D-ADEF-4D98-135E05AFF980}"/>
                    </a:ext>
                  </a:extLst>
                </p:cNvPr>
                <p:cNvPicPr/>
                <p:nvPr/>
              </p:nvPicPr>
              <p:blipFill>
                <a:blip r:embed="rId48"/>
                <a:stretch>
                  <a:fillRect/>
                </a:stretch>
              </p:blipFill>
              <p:spPr>
                <a:xfrm>
                  <a:off x="3489955" y="2514070"/>
                  <a:ext cx="1202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7772E5CC-9A13-20C4-4A75-CC8BD9525BDA}"/>
                    </a:ext>
                  </a:extLst>
                </p14:cNvPr>
                <p14:cNvContentPartPr/>
                <p14:nvPr/>
              </p14:nvContentPartPr>
              <p14:xfrm>
                <a:off x="3729355" y="2391670"/>
                <a:ext cx="113760" cy="199440"/>
              </p14:xfrm>
            </p:contentPart>
          </mc:Choice>
          <mc:Fallback>
            <p:pic>
              <p:nvPicPr>
                <p:cNvPr id="31" name="Ink 30">
                  <a:extLst>
                    <a:ext uri="{FF2B5EF4-FFF2-40B4-BE49-F238E27FC236}">
                      <a16:creationId xmlns:a16="http://schemas.microsoft.com/office/drawing/2014/main" id="{7772E5CC-9A13-20C4-4A75-CC8BD9525BDA}"/>
                    </a:ext>
                  </a:extLst>
                </p:cNvPr>
                <p:cNvPicPr/>
                <p:nvPr/>
              </p:nvPicPr>
              <p:blipFill>
                <a:blip r:embed="rId50"/>
                <a:stretch>
                  <a:fillRect/>
                </a:stretch>
              </p:blipFill>
              <p:spPr>
                <a:xfrm>
                  <a:off x="3723235" y="2385550"/>
                  <a:ext cx="1260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84142D80-DC9A-5472-0BD7-BCD831B2D2E5}"/>
                    </a:ext>
                  </a:extLst>
                </p14:cNvPr>
                <p14:cNvContentPartPr/>
                <p14:nvPr/>
              </p14:nvContentPartPr>
              <p14:xfrm>
                <a:off x="3933835" y="2407150"/>
                <a:ext cx="92880" cy="186480"/>
              </p14:xfrm>
            </p:contentPart>
          </mc:Choice>
          <mc:Fallback>
            <p:pic>
              <p:nvPicPr>
                <p:cNvPr id="32" name="Ink 31">
                  <a:extLst>
                    <a:ext uri="{FF2B5EF4-FFF2-40B4-BE49-F238E27FC236}">
                      <a16:creationId xmlns:a16="http://schemas.microsoft.com/office/drawing/2014/main" id="{84142D80-DC9A-5472-0BD7-BCD831B2D2E5}"/>
                    </a:ext>
                  </a:extLst>
                </p:cNvPr>
                <p:cNvPicPr/>
                <p:nvPr/>
              </p:nvPicPr>
              <p:blipFill>
                <a:blip r:embed="rId52"/>
                <a:stretch>
                  <a:fillRect/>
                </a:stretch>
              </p:blipFill>
              <p:spPr>
                <a:xfrm>
                  <a:off x="3927715" y="2401030"/>
                  <a:ext cx="10512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0F18A6EA-0872-5232-B75D-B4183903BB03}"/>
                    </a:ext>
                  </a:extLst>
                </p14:cNvPr>
                <p14:cNvContentPartPr/>
                <p14:nvPr/>
              </p14:nvContentPartPr>
              <p14:xfrm>
                <a:off x="2951035" y="2657710"/>
                <a:ext cx="1290240" cy="72720"/>
              </p14:xfrm>
            </p:contentPart>
          </mc:Choice>
          <mc:Fallback>
            <p:pic>
              <p:nvPicPr>
                <p:cNvPr id="34" name="Ink 33">
                  <a:extLst>
                    <a:ext uri="{FF2B5EF4-FFF2-40B4-BE49-F238E27FC236}">
                      <a16:creationId xmlns:a16="http://schemas.microsoft.com/office/drawing/2014/main" id="{0F18A6EA-0872-5232-B75D-B4183903BB03}"/>
                    </a:ext>
                  </a:extLst>
                </p:cNvPr>
                <p:cNvPicPr/>
                <p:nvPr/>
              </p:nvPicPr>
              <p:blipFill>
                <a:blip r:embed="rId54"/>
                <a:stretch>
                  <a:fillRect/>
                </a:stretch>
              </p:blipFill>
              <p:spPr>
                <a:xfrm>
                  <a:off x="2944915" y="2651590"/>
                  <a:ext cx="13024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C6832632-2B8B-78FA-A8DA-D3B4B74E3CE6}"/>
                    </a:ext>
                  </a:extLst>
                </p14:cNvPr>
                <p14:cNvContentPartPr/>
                <p14:nvPr/>
              </p14:nvContentPartPr>
              <p14:xfrm>
                <a:off x="3517675" y="2821870"/>
                <a:ext cx="395280" cy="174240"/>
              </p14:xfrm>
            </p:contentPart>
          </mc:Choice>
          <mc:Fallback>
            <p:pic>
              <p:nvPicPr>
                <p:cNvPr id="35" name="Ink 34">
                  <a:extLst>
                    <a:ext uri="{FF2B5EF4-FFF2-40B4-BE49-F238E27FC236}">
                      <a16:creationId xmlns:a16="http://schemas.microsoft.com/office/drawing/2014/main" id="{C6832632-2B8B-78FA-A8DA-D3B4B74E3CE6}"/>
                    </a:ext>
                  </a:extLst>
                </p:cNvPr>
                <p:cNvPicPr/>
                <p:nvPr/>
              </p:nvPicPr>
              <p:blipFill>
                <a:blip r:embed="rId56"/>
                <a:stretch>
                  <a:fillRect/>
                </a:stretch>
              </p:blipFill>
              <p:spPr>
                <a:xfrm>
                  <a:off x="3511555" y="2815750"/>
                  <a:ext cx="407520" cy="186480"/>
                </a:xfrm>
                <a:prstGeom prst="rect">
                  <a:avLst/>
                </a:prstGeom>
              </p:spPr>
            </p:pic>
          </mc:Fallback>
        </mc:AlternateContent>
      </p:grpSp>
      <p:grpSp>
        <p:nvGrpSpPr>
          <p:cNvPr id="49" name="Group 48">
            <a:extLst>
              <a:ext uri="{FF2B5EF4-FFF2-40B4-BE49-F238E27FC236}">
                <a16:creationId xmlns:a16="http://schemas.microsoft.com/office/drawing/2014/main" id="{6D8C4AAD-B951-DC2A-8578-BBBDCE17E19F}"/>
              </a:ext>
            </a:extLst>
          </p:cNvPr>
          <p:cNvGrpSpPr/>
          <p:nvPr/>
        </p:nvGrpSpPr>
        <p:grpSpPr>
          <a:xfrm>
            <a:off x="4343155" y="2252710"/>
            <a:ext cx="1234440" cy="537840"/>
            <a:chOff x="4343155" y="2252710"/>
            <a:chExt cx="1234440" cy="537840"/>
          </a:xfrm>
        </p:grpSpPr>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BC56E9B2-7CB2-C081-9D4F-7A97090B7127}"/>
                    </a:ext>
                  </a:extLst>
                </p14:cNvPr>
                <p14:cNvContentPartPr/>
                <p14:nvPr/>
              </p14:nvContentPartPr>
              <p14:xfrm>
                <a:off x="4343155" y="2586430"/>
                <a:ext cx="155160" cy="31320"/>
              </p14:xfrm>
            </p:contentPart>
          </mc:Choice>
          <mc:Fallback>
            <p:pic>
              <p:nvPicPr>
                <p:cNvPr id="37" name="Ink 36">
                  <a:extLst>
                    <a:ext uri="{FF2B5EF4-FFF2-40B4-BE49-F238E27FC236}">
                      <a16:creationId xmlns:a16="http://schemas.microsoft.com/office/drawing/2014/main" id="{BC56E9B2-7CB2-C081-9D4F-7A97090B7127}"/>
                    </a:ext>
                  </a:extLst>
                </p:cNvPr>
                <p:cNvPicPr/>
                <p:nvPr/>
              </p:nvPicPr>
              <p:blipFill>
                <a:blip r:embed="rId58"/>
                <a:stretch>
                  <a:fillRect/>
                </a:stretch>
              </p:blipFill>
              <p:spPr>
                <a:xfrm>
                  <a:off x="4337035" y="2580310"/>
                  <a:ext cx="1674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AAFC8EBD-0999-B423-90AE-562139945C01}"/>
                    </a:ext>
                  </a:extLst>
                </p14:cNvPr>
                <p14:cNvContentPartPr/>
                <p14:nvPr/>
              </p14:nvContentPartPr>
              <p14:xfrm>
                <a:off x="4393195" y="2630710"/>
                <a:ext cx="163800" cy="82080"/>
              </p14:xfrm>
            </p:contentPart>
          </mc:Choice>
          <mc:Fallback>
            <p:pic>
              <p:nvPicPr>
                <p:cNvPr id="38" name="Ink 37">
                  <a:extLst>
                    <a:ext uri="{FF2B5EF4-FFF2-40B4-BE49-F238E27FC236}">
                      <a16:creationId xmlns:a16="http://schemas.microsoft.com/office/drawing/2014/main" id="{AAFC8EBD-0999-B423-90AE-562139945C01}"/>
                    </a:ext>
                  </a:extLst>
                </p:cNvPr>
                <p:cNvPicPr/>
                <p:nvPr/>
              </p:nvPicPr>
              <p:blipFill>
                <a:blip r:embed="rId60"/>
                <a:stretch>
                  <a:fillRect/>
                </a:stretch>
              </p:blipFill>
              <p:spPr>
                <a:xfrm>
                  <a:off x="4387075" y="2624590"/>
                  <a:ext cx="17604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9" name="Ink 38">
                  <a:extLst>
                    <a:ext uri="{FF2B5EF4-FFF2-40B4-BE49-F238E27FC236}">
                      <a16:creationId xmlns:a16="http://schemas.microsoft.com/office/drawing/2014/main" id="{4E0B87C1-6B20-3B83-2348-8A1ABF1950AD}"/>
                    </a:ext>
                  </a:extLst>
                </p14:cNvPr>
                <p14:cNvContentPartPr/>
                <p14:nvPr/>
              </p14:nvContentPartPr>
              <p14:xfrm>
                <a:off x="4658875" y="2420830"/>
                <a:ext cx="29520" cy="206280"/>
              </p14:xfrm>
            </p:contentPart>
          </mc:Choice>
          <mc:Fallback>
            <p:pic>
              <p:nvPicPr>
                <p:cNvPr id="39" name="Ink 38">
                  <a:extLst>
                    <a:ext uri="{FF2B5EF4-FFF2-40B4-BE49-F238E27FC236}">
                      <a16:creationId xmlns:a16="http://schemas.microsoft.com/office/drawing/2014/main" id="{4E0B87C1-6B20-3B83-2348-8A1ABF1950AD}"/>
                    </a:ext>
                  </a:extLst>
                </p:cNvPr>
                <p:cNvPicPr/>
                <p:nvPr/>
              </p:nvPicPr>
              <p:blipFill>
                <a:blip r:embed="rId62"/>
                <a:stretch>
                  <a:fillRect/>
                </a:stretch>
              </p:blipFill>
              <p:spPr>
                <a:xfrm>
                  <a:off x="4652755" y="2414710"/>
                  <a:ext cx="4176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52F882CE-F86B-FBBA-9EA6-796F0377AAB2}"/>
                    </a:ext>
                  </a:extLst>
                </p14:cNvPr>
                <p14:cNvContentPartPr/>
                <p14:nvPr/>
              </p14:nvContentPartPr>
              <p14:xfrm>
                <a:off x="4781275" y="2421910"/>
                <a:ext cx="114840" cy="195840"/>
              </p14:xfrm>
            </p:contentPart>
          </mc:Choice>
          <mc:Fallback>
            <p:pic>
              <p:nvPicPr>
                <p:cNvPr id="40" name="Ink 39">
                  <a:extLst>
                    <a:ext uri="{FF2B5EF4-FFF2-40B4-BE49-F238E27FC236}">
                      <a16:creationId xmlns:a16="http://schemas.microsoft.com/office/drawing/2014/main" id="{52F882CE-F86B-FBBA-9EA6-796F0377AAB2}"/>
                    </a:ext>
                  </a:extLst>
                </p:cNvPr>
                <p:cNvPicPr/>
                <p:nvPr/>
              </p:nvPicPr>
              <p:blipFill>
                <a:blip r:embed="rId64"/>
                <a:stretch>
                  <a:fillRect/>
                </a:stretch>
              </p:blipFill>
              <p:spPr>
                <a:xfrm>
                  <a:off x="4775155" y="2415790"/>
                  <a:ext cx="12708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DCDA28D2-87B1-179D-3EE0-C3181F119F5D}"/>
                    </a:ext>
                  </a:extLst>
                </p14:cNvPr>
                <p14:cNvContentPartPr/>
                <p14:nvPr/>
              </p14:nvContentPartPr>
              <p14:xfrm>
                <a:off x="4938595" y="2491030"/>
                <a:ext cx="46800" cy="24120"/>
              </p14:xfrm>
            </p:contentPart>
          </mc:Choice>
          <mc:Fallback>
            <p:pic>
              <p:nvPicPr>
                <p:cNvPr id="41" name="Ink 40">
                  <a:extLst>
                    <a:ext uri="{FF2B5EF4-FFF2-40B4-BE49-F238E27FC236}">
                      <a16:creationId xmlns:a16="http://schemas.microsoft.com/office/drawing/2014/main" id="{DCDA28D2-87B1-179D-3EE0-C3181F119F5D}"/>
                    </a:ext>
                  </a:extLst>
                </p:cNvPr>
                <p:cNvPicPr/>
                <p:nvPr/>
              </p:nvPicPr>
              <p:blipFill>
                <a:blip r:embed="rId66"/>
                <a:stretch>
                  <a:fillRect/>
                </a:stretch>
              </p:blipFill>
              <p:spPr>
                <a:xfrm>
                  <a:off x="4932475" y="2484910"/>
                  <a:ext cx="590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8CF22419-37A6-AEB0-B081-791AE185EC18}"/>
                    </a:ext>
                  </a:extLst>
                </p14:cNvPr>
                <p14:cNvContentPartPr/>
                <p14:nvPr/>
              </p14:nvContentPartPr>
              <p14:xfrm>
                <a:off x="5076115" y="2368630"/>
                <a:ext cx="154440" cy="38880"/>
              </p14:xfrm>
            </p:contentPart>
          </mc:Choice>
          <mc:Fallback>
            <p:pic>
              <p:nvPicPr>
                <p:cNvPr id="42" name="Ink 41">
                  <a:extLst>
                    <a:ext uri="{FF2B5EF4-FFF2-40B4-BE49-F238E27FC236}">
                      <a16:creationId xmlns:a16="http://schemas.microsoft.com/office/drawing/2014/main" id="{8CF22419-37A6-AEB0-B081-791AE185EC18}"/>
                    </a:ext>
                  </a:extLst>
                </p:cNvPr>
                <p:cNvPicPr/>
                <p:nvPr/>
              </p:nvPicPr>
              <p:blipFill>
                <a:blip r:embed="rId68"/>
                <a:stretch>
                  <a:fillRect/>
                </a:stretch>
              </p:blipFill>
              <p:spPr>
                <a:xfrm>
                  <a:off x="5069995" y="2362510"/>
                  <a:ext cx="16668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AE05B487-11EC-0177-9766-91EFCF6CDD42}"/>
                    </a:ext>
                  </a:extLst>
                </p14:cNvPr>
                <p14:cNvContentPartPr/>
                <p14:nvPr/>
              </p14:nvContentPartPr>
              <p14:xfrm>
                <a:off x="5111395" y="2336950"/>
                <a:ext cx="360" cy="360"/>
              </p14:xfrm>
            </p:contentPart>
          </mc:Choice>
          <mc:Fallback>
            <p:pic>
              <p:nvPicPr>
                <p:cNvPr id="43" name="Ink 42">
                  <a:extLst>
                    <a:ext uri="{FF2B5EF4-FFF2-40B4-BE49-F238E27FC236}">
                      <a16:creationId xmlns:a16="http://schemas.microsoft.com/office/drawing/2014/main" id="{AE05B487-11EC-0177-9766-91EFCF6CDD42}"/>
                    </a:ext>
                  </a:extLst>
                </p:cNvPr>
                <p:cNvPicPr/>
                <p:nvPr/>
              </p:nvPicPr>
              <p:blipFill>
                <a:blip r:embed="rId70"/>
                <a:stretch>
                  <a:fillRect/>
                </a:stretch>
              </p:blipFill>
              <p:spPr>
                <a:xfrm>
                  <a:off x="5105275" y="233083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4" name="Ink 43">
                  <a:extLst>
                    <a:ext uri="{FF2B5EF4-FFF2-40B4-BE49-F238E27FC236}">
                      <a16:creationId xmlns:a16="http://schemas.microsoft.com/office/drawing/2014/main" id="{E488717A-A37E-ADEF-C6B2-BD4B566D94F2}"/>
                    </a:ext>
                  </a:extLst>
                </p14:cNvPr>
                <p14:cNvContentPartPr/>
                <p14:nvPr/>
              </p14:nvContentPartPr>
              <p14:xfrm>
                <a:off x="5055595" y="2391670"/>
                <a:ext cx="158400" cy="132840"/>
              </p14:xfrm>
            </p:contentPart>
          </mc:Choice>
          <mc:Fallback>
            <p:pic>
              <p:nvPicPr>
                <p:cNvPr id="44" name="Ink 43">
                  <a:extLst>
                    <a:ext uri="{FF2B5EF4-FFF2-40B4-BE49-F238E27FC236}">
                      <a16:creationId xmlns:a16="http://schemas.microsoft.com/office/drawing/2014/main" id="{E488717A-A37E-ADEF-C6B2-BD4B566D94F2}"/>
                    </a:ext>
                  </a:extLst>
                </p:cNvPr>
                <p:cNvPicPr/>
                <p:nvPr/>
              </p:nvPicPr>
              <p:blipFill>
                <a:blip r:embed="rId72"/>
                <a:stretch>
                  <a:fillRect/>
                </a:stretch>
              </p:blipFill>
              <p:spPr>
                <a:xfrm>
                  <a:off x="5049475" y="2385550"/>
                  <a:ext cx="1706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5" name="Ink 44">
                  <a:extLst>
                    <a:ext uri="{FF2B5EF4-FFF2-40B4-BE49-F238E27FC236}">
                      <a16:creationId xmlns:a16="http://schemas.microsoft.com/office/drawing/2014/main" id="{E6F17846-343F-A15D-E5D0-AD00C2331A1E}"/>
                    </a:ext>
                  </a:extLst>
                </p14:cNvPr>
                <p14:cNvContentPartPr/>
                <p14:nvPr/>
              </p14:nvContentPartPr>
              <p14:xfrm>
                <a:off x="5315875" y="2252710"/>
                <a:ext cx="203760" cy="537840"/>
              </p14:xfrm>
            </p:contentPart>
          </mc:Choice>
          <mc:Fallback>
            <p:pic>
              <p:nvPicPr>
                <p:cNvPr id="45" name="Ink 44">
                  <a:extLst>
                    <a:ext uri="{FF2B5EF4-FFF2-40B4-BE49-F238E27FC236}">
                      <a16:creationId xmlns:a16="http://schemas.microsoft.com/office/drawing/2014/main" id="{E6F17846-343F-A15D-E5D0-AD00C2331A1E}"/>
                    </a:ext>
                  </a:extLst>
                </p:cNvPr>
                <p:cNvPicPr/>
                <p:nvPr/>
              </p:nvPicPr>
              <p:blipFill>
                <a:blip r:embed="rId74"/>
                <a:stretch>
                  <a:fillRect/>
                </a:stretch>
              </p:blipFill>
              <p:spPr>
                <a:xfrm>
                  <a:off x="5309755" y="2246590"/>
                  <a:ext cx="216000" cy="5500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6" name="Ink 45">
                  <a:extLst>
                    <a:ext uri="{FF2B5EF4-FFF2-40B4-BE49-F238E27FC236}">
                      <a16:creationId xmlns:a16="http://schemas.microsoft.com/office/drawing/2014/main" id="{BAEBCAA5-B097-F3A9-8132-BC4D969D6804}"/>
                    </a:ext>
                  </a:extLst>
                </p14:cNvPr>
                <p14:cNvContentPartPr/>
                <p14:nvPr/>
              </p14:nvContentPartPr>
              <p14:xfrm>
                <a:off x="5356915" y="2394910"/>
                <a:ext cx="25200" cy="4680"/>
              </p14:xfrm>
            </p:contentPart>
          </mc:Choice>
          <mc:Fallback>
            <p:pic>
              <p:nvPicPr>
                <p:cNvPr id="46" name="Ink 45">
                  <a:extLst>
                    <a:ext uri="{FF2B5EF4-FFF2-40B4-BE49-F238E27FC236}">
                      <a16:creationId xmlns:a16="http://schemas.microsoft.com/office/drawing/2014/main" id="{BAEBCAA5-B097-F3A9-8132-BC4D969D6804}"/>
                    </a:ext>
                  </a:extLst>
                </p:cNvPr>
                <p:cNvPicPr/>
                <p:nvPr/>
              </p:nvPicPr>
              <p:blipFill>
                <a:blip r:embed="rId76"/>
                <a:stretch>
                  <a:fillRect/>
                </a:stretch>
              </p:blipFill>
              <p:spPr>
                <a:xfrm>
                  <a:off x="5350795" y="2388790"/>
                  <a:ext cx="374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7" name="Ink 46">
                  <a:extLst>
                    <a:ext uri="{FF2B5EF4-FFF2-40B4-BE49-F238E27FC236}">
                      <a16:creationId xmlns:a16="http://schemas.microsoft.com/office/drawing/2014/main" id="{DDEB0BF0-C305-5A4C-341C-929F6DDEF6D9}"/>
                    </a:ext>
                  </a:extLst>
                </p14:cNvPr>
                <p14:cNvContentPartPr/>
                <p14:nvPr/>
              </p14:nvContentPartPr>
              <p14:xfrm>
                <a:off x="5561755" y="2479870"/>
                <a:ext cx="15840" cy="10800"/>
              </p14:xfrm>
            </p:contentPart>
          </mc:Choice>
          <mc:Fallback>
            <p:pic>
              <p:nvPicPr>
                <p:cNvPr id="47" name="Ink 46">
                  <a:extLst>
                    <a:ext uri="{FF2B5EF4-FFF2-40B4-BE49-F238E27FC236}">
                      <a16:creationId xmlns:a16="http://schemas.microsoft.com/office/drawing/2014/main" id="{DDEB0BF0-C305-5A4C-341C-929F6DDEF6D9}"/>
                    </a:ext>
                  </a:extLst>
                </p:cNvPr>
                <p:cNvPicPr/>
                <p:nvPr/>
              </p:nvPicPr>
              <p:blipFill>
                <a:blip r:embed="rId78"/>
                <a:stretch>
                  <a:fillRect/>
                </a:stretch>
              </p:blipFill>
              <p:spPr>
                <a:xfrm>
                  <a:off x="5555635" y="2473750"/>
                  <a:ext cx="280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8" name="Ink 47">
                  <a:extLst>
                    <a:ext uri="{FF2B5EF4-FFF2-40B4-BE49-F238E27FC236}">
                      <a16:creationId xmlns:a16="http://schemas.microsoft.com/office/drawing/2014/main" id="{3D1E063F-AF81-E717-437C-F3811E42BF7A}"/>
                    </a:ext>
                  </a:extLst>
                </p14:cNvPr>
                <p14:cNvContentPartPr/>
                <p14:nvPr/>
              </p14:nvContentPartPr>
              <p14:xfrm>
                <a:off x="5120755" y="2489950"/>
                <a:ext cx="126360" cy="60480"/>
              </p14:xfrm>
            </p:contentPart>
          </mc:Choice>
          <mc:Fallback>
            <p:pic>
              <p:nvPicPr>
                <p:cNvPr id="48" name="Ink 47">
                  <a:extLst>
                    <a:ext uri="{FF2B5EF4-FFF2-40B4-BE49-F238E27FC236}">
                      <a16:creationId xmlns:a16="http://schemas.microsoft.com/office/drawing/2014/main" id="{3D1E063F-AF81-E717-437C-F3811E42BF7A}"/>
                    </a:ext>
                  </a:extLst>
                </p:cNvPr>
                <p:cNvPicPr/>
                <p:nvPr/>
              </p:nvPicPr>
              <p:blipFill>
                <a:blip r:embed="rId80"/>
                <a:stretch>
                  <a:fillRect/>
                </a:stretch>
              </p:blipFill>
              <p:spPr>
                <a:xfrm>
                  <a:off x="5114635" y="2483830"/>
                  <a:ext cx="138600" cy="72720"/>
                </a:xfrm>
                <a:prstGeom prst="rect">
                  <a:avLst/>
                </a:prstGeom>
              </p:spPr>
            </p:pic>
          </mc:Fallback>
        </mc:AlternateContent>
      </p:grpSp>
      <p:grpSp>
        <p:nvGrpSpPr>
          <p:cNvPr id="58" name="Group 57">
            <a:extLst>
              <a:ext uri="{FF2B5EF4-FFF2-40B4-BE49-F238E27FC236}">
                <a16:creationId xmlns:a16="http://schemas.microsoft.com/office/drawing/2014/main" id="{107A37C3-AB67-BD20-5824-89A8610EC5D5}"/>
              </a:ext>
            </a:extLst>
          </p:cNvPr>
          <p:cNvGrpSpPr/>
          <p:nvPr/>
        </p:nvGrpSpPr>
        <p:grpSpPr>
          <a:xfrm>
            <a:off x="7084555" y="3648430"/>
            <a:ext cx="1208520" cy="1091160"/>
            <a:chOff x="7084555" y="3648430"/>
            <a:chExt cx="1208520" cy="1091160"/>
          </a:xfrm>
        </p:grpSpPr>
        <mc:AlternateContent xmlns:mc="http://schemas.openxmlformats.org/markup-compatibility/2006">
          <mc:Choice xmlns:p14="http://schemas.microsoft.com/office/powerpoint/2010/main" Requires="p14">
            <p:contentPart p14:bwMode="auto" r:id="rId81">
              <p14:nvContentPartPr>
                <p14:cNvPr id="50" name="Ink 49">
                  <a:extLst>
                    <a:ext uri="{FF2B5EF4-FFF2-40B4-BE49-F238E27FC236}">
                      <a16:creationId xmlns:a16="http://schemas.microsoft.com/office/drawing/2014/main" id="{98DB3161-F6F7-2BB0-0301-AD1E11BE7FB9}"/>
                    </a:ext>
                  </a:extLst>
                </p14:cNvPr>
                <p14:cNvContentPartPr/>
                <p14:nvPr/>
              </p14:nvContentPartPr>
              <p14:xfrm>
                <a:off x="7084555" y="3648430"/>
                <a:ext cx="280800" cy="574920"/>
              </p14:xfrm>
            </p:contentPart>
          </mc:Choice>
          <mc:Fallback>
            <p:pic>
              <p:nvPicPr>
                <p:cNvPr id="50" name="Ink 49">
                  <a:extLst>
                    <a:ext uri="{FF2B5EF4-FFF2-40B4-BE49-F238E27FC236}">
                      <a16:creationId xmlns:a16="http://schemas.microsoft.com/office/drawing/2014/main" id="{98DB3161-F6F7-2BB0-0301-AD1E11BE7FB9}"/>
                    </a:ext>
                  </a:extLst>
                </p:cNvPr>
                <p:cNvPicPr/>
                <p:nvPr/>
              </p:nvPicPr>
              <p:blipFill>
                <a:blip r:embed="rId82"/>
                <a:stretch>
                  <a:fillRect/>
                </a:stretch>
              </p:blipFill>
              <p:spPr>
                <a:xfrm>
                  <a:off x="7078435" y="3642310"/>
                  <a:ext cx="293040" cy="5871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1" name="Ink 50">
                  <a:extLst>
                    <a:ext uri="{FF2B5EF4-FFF2-40B4-BE49-F238E27FC236}">
                      <a16:creationId xmlns:a16="http://schemas.microsoft.com/office/drawing/2014/main" id="{BA710934-E9D7-151B-CF16-A40B3C87A2A0}"/>
                    </a:ext>
                  </a:extLst>
                </p14:cNvPr>
                <p14:cNvContentPartPr/>
                <p14:nvPr/>
              </p14:nvContentPartPr>
              <p14:xfrm>
                <a:off x="7125955" y="3737350"/>
                <a:ext cx="336960" cy="688680"/>
              </p14:xfrm>
            </p:contentPart>
          </mc:Choice>
          <mc:Fallback>
            <p:pic>
              <p:nvPicPr>
                <p:cNvPr id="51" name="Ink 50">
                  <a:extLst>
                    <a:ext uri="{FF2B5EF4-FFF2-40B4-BE49-F238E27FC236}">
                      <a16:creationId xmlns:a16="http://schemas.microsoft.com/office/drawing/2014/main" id="{BA710934-E9D7-151B-CF16-A40B3C87A2A0}"/>
                    </a:ext>
                  </a:extLst>
                </p:cNvPr>
                <p:cNvPicPr/>
                <p:nvPr/>
              </p:nvPicPr>
              <p:blipFill>
                <a:blip r:embed="rId84"/>
                <a:stretch>
                  <a:fillRect/>
                </a:stretch>
              </p:blipFill>
              <p:spPr>
                <a:xfrm>
                  <a:off x="7119835" y="3731230"/>
                  <a:ext cx="349200" cy="7009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2" name="Ink 51">
                  <a:extLst>
                    <a:ext uri="{FF2B5EF4-FFF2-40B4-BE49-F238E27FC236}">
                      <a16:creationId xmlns:a16="http://schemas.microsoft.com/office/drawing/2014/main" id="{83B55030-F1CE-1D98-AFD8-F04D561DEDF5}"/>
                    </a:ext>
                  </a:extLst>
                </p14:cNvPr>
                <p14:cNvContentPartPr/>
                <p14:nvPr/>
              </p14:nvContentPartPr>
              <p14:xfrm>
                <a:off x="7218115" y="3794230"/>
                <a:ext cx="386640" cy="793440"/>
              </p14:xfrm>
            </p:contentPart>
          </mc:Choice>
          <mc:Fallback>
            <p:pic>
              <p:nvPicPr>
                <p:cNvPr id="52" name="Ink 51">
                  <a:extLst>
                    <a:ext uri="{FF2B5EF4-FFF2-40B4-BE49-F238E27FC236}">
                      <a16:creationId xmlns:a16="http://schemas.microsoft.com/office/drawing/2014/main" id="{83B55030-F1CE-1D98-AFD8-F04D561DEDF5}"/>
                    </a:ext>
                  </a:extLst>
                </p:cNvPr>
                <p:cNvPicPr/>
                <p:nvPr/>
              </p:nvPicPr>
              <p:blipFill>
                <a:blip r:embed="rId86"/>
                <a:stretch>
                  <a:fillRect/>
                </a:stretch>
              </p:blipFill>
              <p:spPr>
                <a:xfrm>
                  <a:off x="7211995" y="3788110"/>
                  <a:ext cx="398880" cy="8056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3" name="Ink 52">
                  <a:extLst>
                    <a:ext uri="{FF2B5EF4-FFF2-40B4-BE49-F238E27FC236}">
                      <a16:creationId xmlns:a16="http://schemas.microsoft.com/office/drawing/2014/main" id="{B8795BDF-27D2-8B52-1CA0-AAAF8E56E758}"/>
                    </a:ext>
                  </a:extLst>
                </p14:cNvPr>
                <p14:cNvContentPartPr/>
                <p14:nvPr/>
              </p14:nvContentPartPr>
              <p14:xfrm>
                <a:off x="7288315" y="3911230"/>
                <a:ext cx="396720" cy="828360"/>
              </p14:xfrm>
            </p:contentPart>
          </mc:Choice>
          <mc:Fallback>
            <p:pic>
              <p:nvPicPr>
                <p:cNvPr id="53" name="Ink 52">
                  <a:extLst>
                    <a:ext uri="{FF2B5EF4-FFF2-40B4-BE49-F238E27FC236}">
                      <a16:creationId xmlns:a16="http://schemas.microsoft.com/office/drawing/2014/main" id="{B8795BDF-27D2-8B52-1CA0-AAAF8E56E758}"/>
                    </a:ext>
                  </a:extLst>
                </p:cNvPr>
                <p:cNvPicPr/>
                <p:nvPr/>
              </p:nvPicPr>
              <p:blipFill>
                <a:blip r:embed="rId88"/>
                <a:stretch>
                  <a:fillRect/>
                </a:stretch>
              </p:blipFill>
              <p:spPr>
                <a:xfrm>
                  <a:off x="7282195" y="3905110"/>
                  <a:ext cx="408960" cy="8406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4" name="Ink 53">
                  <a:extLst>
                    <a:ext uri="{FF2B5EF4-FFF2-40B4-BE49-F238E27FC236}">
                      <a16:creationId xmlns:a16="http://schemas.microsoft.com/office/drawing/2014/main" id="{9C369562-7813-425F-0D51-D3020DF12357}"/>
                    </a:ext>
                  </a:extLst>
                </p14:cNvPr>
                <p14:cNvContentPartPr/>
                <p14:nvPr/>
              </p14:nvContentPartPr>
              <p14:xfrm>
                <a:off x="7550395" y="4009150"/>
                <a:ext cx="293040" cy="696600"/>
              </p14:xfrm>
            </p:contentPart>
          </mc:Choice>
          <mc:Fallback>
            <p:pic>
              <p:nvPicPr>
                <p:cNvPr id="54" name="Ink 53">
                  <a:extLst>
                    <a:ext uri="{FF2B5EF4-FFF2-40B4-BE49-F238E27FC236}">
                      <a16:creationId xmlns:a16="http://schemas.microsoft.com/office/drawing/2014/main" id="{9C369562-7813-425F-0D51-D3020DF12357}"/>
                    </a:ext>
                  </a:extLst>
                </p:cNvPr>
                <p:cNvPicPr/>
                <p:nvPr/>
              </p:nvPicPr>
              <p:blipFill>
                <a:blip r:embed="rId90"/>
                <a:stretch>
                  <a:fillRect/>
                </a:stretch>
              </p:blipFill>
              <p:spPr>
                <a:xfrm>
                  <a:off x="7544275" y="4003030"/>
                  <a:ext cx="305280" cy="7088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5" name="Ink 54">
                  <a:extLst>
                    <a:ext uri="{FF2B5EF4-FFF2-40B4-BE49-F238E27FC236}">
                      <a16:creationId xmlns:a16="http://schemas.microsoft.com/office/drawing/2014/main" id="{918401A5-1780-421C-C012-C17D6549D7F2}"/>
                    </a:ext>
                  </a:extLst>
                </p14:cNvPr>
                <p14:cNvContentPartPr/>
                <p14:nvPr/>
              </p14:nvContentPartPr>
              <p14:xfrm>
                <a:off x="7724635" y="4147390"/>
                <a:ext cx="259920" cy="519480"/>
              </p14:xfrm>
            </p:contentPart>
          </mc:Choice>
          <mc:Fallback>
            <p:pic>
              <p:nvPicPr>
                <p:cNvPr id="55" name="Ink 54">
                  <a:extLst>
                    <a:ext uri="{FF2B5EF4-FFF2-40B4-BE49-F238E27FC236}">
                      <a16:creationId xmlns:a16="http://schemas.microsoft.com/office/drawing/2014/main" id="{918401A5-1780-421C-C012-C17D6549D7F2}"/>
                    </a:ext>
                  </a:extLst>
                </p:cNvPr>
                <p:cNvPicPr/>
                <p:nvPr/>
              </p:nvPicPr>
              <p:blipFill>
                <a:blip r:embed="rId92"/>
                <a:stretch>
                  <a:fillRect/>
                </a:stretch>
              </p:blipFill>
              <p:spPr>
                <a:xfrm>
                  <a:off x="7718515" y="4141270"/>
                  <a:ext cx="272160" cy="5317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6" name="Ink 55">
                  <a:extLst>
                    <a:ext uri="{FF2B5EF4-FFF2-40B4-BE49-F238E27FC236}">
                      <a16:creationId xmlns:a16="http://schemas.microsoft.com/office/drawing/2014/main" id="{D965873E-879D-9EC6-78BE-B67B3B91F7B7}"/>
                    </a:ext>
                  </a:extLst>
                </p14:cNvPr>
                <p14:cNvContentPartPr/>
                <p14:nvPr/>
              </p14:nvContentPartPr>
              <p14:xfrm>
                <a:off x="7832995" y="4195990"/>
                <a:ext cx="250920" cy="478440"/>
              </p14:xfrm>
            </p:contentPart>
          </mc:Choice>
          <mc:Fallback>
            <p:pic>
              <p:nvPicPr>
                <p:cNvPr id="56" name="Ink 55">
                  <a:extLst>
                    <a:ext uri="{FF2B5EF4-FFF2-40B4-BE49-F238E27FC236}">
                      <a16:creationId xmlns:a16="http://schemas.microsoft.com/office/drawing/2014/main" id="{D965873E-879D-9EC6-78BE-B67B3B91F7B7}"/>
                    </a:ext>
                  </a:extLst>
                </p:cNvPr>
                <p:cNvPicPr/>
                <p:nvPr/>
              </p:nvPicPr>
              <p:blipFill>
                <a:blip r:embed="rId94"/>
                <a:stretch>
                  <a:fillRect/>
                </a:stretch>
              </p:blipFill>
              <p:spPr>
                <a:xfrm>
                  <a:off x="7826875" y="4189870"/>
                  <a:ext cx="263160" cy="4906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7" name="Ink 56">
                  <a:extLst>
                    <a:ext uri="{FF2B5EF4-FFF2-40B4-BE49-F238E27FC236}">
                      <a16:creationId xmlns:a16="http://schemas.microsoft.com/office/drawing/2014/main" id="{CD3BE036-1A45-712D-CFBC-89B3A49A9E4C}"/>
                    </a:ext>
                  </a:extLst>
                </p14:cNvPr>
                <p14:cNvContentPartPr/>
                <p14:nvPr/>
              </p14:nvContentPartPr>
              <p14:xfrm>
                <a:off x="8096875" y="4188790"/>
                <a:ext cx="196200" cy="430560"/>
              </p14:xfrm>
            </p:contentPart>
          </mc:Choice>
          <mc:Fallback>
            <p:pic>
              <p:nvPicPr>
                <p:cNvPr id="57" name="Ink 56">
                  <a:extLst>
                    <a:ext uri="{FF2B5EF4-FFF2-40B4-BE49-F238E27FC236}">
                      <a16:creationId xmlns:a16="http://schemas.microsoft.com/office/drawing/2014/main" id="{CD3BE036-1A45-712D-CFBC-89B3A49A9E4C}"/>
                    </a:ext>
                  </a:extLst>
                </p:cNvPr>
                <p:cNvPicPr/>
                <p:nvPr/>
              </p:nvPicPr>
              <p:blipFill>
                <a:blip r:embed="rId96"/>
                <a:stretch>
                  <a:fillRect/>
                </a:stretch>
              </p:blipFill>
              <p:spPr>
                <a:xfrm>
                  <a:off x="8090755" y="4182670"/>
                  <a:ext cx="208440" cy="442800"/>
                </a:xfrm>
                <a:prstGeom prst="rect">
                  <a:avLst/>
                </a:prstGeom>
              </p:spPr>
            </p:pic>
          </mc:Fallback>
        </mc:AlternateContent>
      </p:grpSp>
      <p:grpSp>
        <p:nvGrpSpPr>
          <p:cNvPr id="71" name="Group 70">
            <a:extLst>
              <a:ext uri="{FF2B5EF4-FFF2-40B4-BE49-F238E27FC236}">
                <a16:creationId xmlns:a16="http://schemas.microsoft.com/office/drawing/2014/main" id="{0FB5C01C-68D3-E543-A54A-36B92E80F69C}"/>
              </a:ext>
            </a:extLst>
          </p:cNvPr>
          <p:cNvGrpSpPr/>
          <p:nvPr/>
        </p:nvGrpSpPr>
        <p:grpSpPr>
          <a:xfrm>
            <a:off x="7390195" y="2396710"/>
            <a:ext cx="1103040" cy="651600"/>
            <a:chOff x="7390195" y="2396710"/>
            <a:chExt cx="1103040" cy="651600"/>
          </a:xfrm>
        </p:grpSpPr>
        <mc:AlternateContent xmlns:mc="http://schemas.openxmlformats.org/markup-compatibility/2006">
          <mc:Choice xmlns:p14="http://schemas.microsoft.com/office/powerpoint/2010/main" Requires="p14">
            <p:contentPart p14:bwMode="auto" r:id="rId97">
              <p14:nvContentPartPr>
                <p14:cNvPr id="59" name="Ink 58">
                  <a:extLst>
                    <a:ext uri="{FF2B5EF4-FFF2-40B4-BE49-F238E27FC236}">
                      <a16:creationId xmlns:a16="http://schemas.microsoft.com/office/drawing/2014/main" id="{FFDD94AD-8884-4F29-A5DF-742120BDB2E1}"/>
                    </a:ext>
                  </a:extLst>
                </p14:cNvPr>
                <p14:cNvContentPartPr/>
                <p14:nvPr/>
              </p14:nvContentPartPr>
              <p14:xfrm>
                <a:off x="7390195" y="2396710"/>
                <a:ext cx="170640" cy="377280"/>
              </p14:xfrm>
            </p:contentPart>
          </mc:Choice>
          <mc:Fallback>
            <p:pic>
              <p:nvPicPr>
                <p:cNvPr id="59" name="Ink 58">
                  <a:extLst>
                    <a:ext uri="{FF2B5EF4-FFF2-40B4-BE49-F238E27FC236}">
                      <a16:creationId xmlns:a16="http://schemas.microsoft.com/office/drawing/2014/main" id="{FFDD94AD-8884-4F29-A5DF-742120BDB2E1}"/>
                    </a:ext>
                  </a:extLst>
                </p:cNvPr>
                <p:cNvPicPr/>
                <p:nvPr/>
              </p:nvPicPr>
              <p:blipFill>
                <a:blip r:embed="rId98"/>
                <a:stretch>
                  <a:fillRect/>
                </a:stretch>
              </p:blipFill>
              <p:spPr>
                <a:xfrm>
                  <a:off x="7384075" y="2390590"/>
                  <a:ext cx="18288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0" name="Ink 59">
                  <a:extLst>
                    <a:ext uri="{FF2B5EF4-FFF2-40B4-BE49-F238E27FC236}">
                      <a16:creationId xmlns:a16="http://schemas.microsoft.com/office/drawing/2014/main" id="{E219D3A1-C577-D879-F1DD-249E13B31A63}"/>
                    </a:ext>
                  </a:extLst>
                </p14:cNvPr>
                <p14:cNvContentPartPr/>
                <p14:nvPr/>
              </p14:nvContentPartPr>
              <p14:xfrm>
                <a:off x="7654795" y="2466190"/>
                <a:ext cx="119520" cy="50400"/>
              </p14:xfrm>
            </p:contentPart>
          </mc:Choice>
          <mc:Fallback>
            <p:pic>
              <p:nvPicPr>
                <p:cNvPr id="60" name="Ink 59">
                  <a:extLst>
                    <a:ext uri="{FF2B5EF4-FFF2-40B4-BE49-F238E27FC236}">
                      <a16:creationId xmlns:a16="http://schemas.microsoft.com/office/drawing/2014/main" id="{E219D3A1-C577-D879-F1DD-249E13B31A63}"/>
                    </a:ext>
                  </a:extLst>
                </p:cNvPr>
                <p:cNvPicPr/>
                <p:nvPr/>
              </p:nvPicPr>
              <p:blipFill>
                <a:blip r:embed="rId100"/>
                <a:stretch>
                  <a:fillRect/>
                </a:stretch>
              </p:blipFill>
              <p:spPr>
                <a:xfrm>
                  <a:off x="7648675" y="2460070"/>
                  <a:ext cx="13176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1" name="Ink 60">
                  <a:extLst>
                    <a:ext uri="{FF2B5EF4-FFF2-40B4-BE49-F238E27FC236}">
                      <a16:creationId xmlns:a16="http://schemas.microsoft.com/office/drawing/2014/main" id="{B1564F7F-3A08-7C29-2C33-C32BFE5055A7}"/>
                    </a:ext>
                  </a:extLst>
                </p14:cNvPr>
                <p14:cNvContentPartPr/>
                <p14:nvPr/>
              </p14:nvContentPartPr>
              <p14:xfrm>
                <a:off x="7637155" y="2518030"/>
                <a:ext cx="79920" cy="207360"/>
              </p14:xfrm>
            </p:contentPart>
          </mc:Choice>
          <mc:Fallback>
            <p:pic>
              <p:nvPicPr>
                <p:cNvPr id="61" name="Ink 60">
                  <a:extLst>
                    <a:ext uri="{FF2B5EF4-FFF2-40B4-BE49-F238E27FC236}">
                      <a16:creationId xmlns:a16="http://schemas.microsoft.com/office/drawing/2014/main" id="{B1564F7F-3A08-7C29-2C33-C32BFE5055A7}"/>
                    </a:ext>
                  </a:extLst>
                </p:cNvPr>
                <p:cNvPicPr/>
                <p:nvPr/>
              </p:nvPicPr>
              <p:blipFill>
                <a:blip r:embed="rId102"/>
                <a:stretch>
                  <a:fillRect/>
                </a:stretch>
              </p:blipFill>
              <p:spPr>
                <a:xfrm>
                  <a:off x="7631035" y="2511910"/>
                  <a:ext cx="921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2" name="Ink 61">
                  <a:extLst>
                    <a:ext uri="{FF2B5EF4-FFF2-40B4-BE49-F238E27FC236}">
                      <a16:creationId xmlns:a16="http://schemas.microsoft.com/office/drawing/2014/main" id="{27A83DB3-1DDD-0405-2CA6-6432FB63023D}"/>
                    </a:ext>
                  </a:extLst>
                </p14:cNvPr>
                <p14:cNvContentPartPr/>
                <p14:nvPr/>
              </p14:nvContentPartPr>
              <p14:xfrm>
                <a:off x="7910755" y="2601550"/>
                <a:ext cx="97560" cy="7920"/>
              </p14:xfrm>
            </p:contentPart>
          </mc:Choice>
          <mc:Fallback>
            <p:pic>
              <p:nvPicPr>
                <p:cNvPr id="62" name="Ink 61">
                  <a:extLst>
                    <a:ext uri="{FF2B5EF4-FFF2-40B4-BE49-F238E27FC236}">
                      <a16:creationId xmlns:a16="http://schemas.microsoft.com/office/drawing/2014/main" id="{27A83DB3-1DDD-0405-2CA6-6432FB63023D}"/>
                    </a:ext>
                  </a:extLst>
                </p:cNvPr>
                <p:cNvPicPr/>
                <p:nvPr/>
              </p:nvPicPr>
              <p:blipFill>
                <a:blip r:embed="rId104"/>
                <a:stretch>
                  <a:fillRect/>
                </a:stretch>
              </p:blipFill>
              <p:spPr>
                <a:xfrm>
                  <a:off x="7904635" y="2595430"/>
                  <a:ext cx="10980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3" name="Ink 62">
                  <a:extLst>
                    <a:ext uri="{FF2B5EF4-FFF2-40B4-BE49-F238E27FC236}">
                      <a16:creationId xmlns:a16="http://schemas.microsoft.com/office/drawing/2014/main" id="{C1F7A960-4DE7-4598-0B9F-E3E2D3A51789}"/>
                    </a:ext>
                  </a:extLst>
                </p14:cNvPr>
                <p14:cNvContentPartPr/>
                <p14:nvPr/>
              </p14:nvContentPartPr>
              <p14:xfrm>
                <a:off x="8059795" y="2456470"/>
                <a:ext cx="138960" cy="216000"/>
              </p14:xfrm>
            </p:contentPart>
          </mc:Choice>
          <mc:Fallback>
            <p:pic>
              <p:nvPicPr>
                <p:cNvPr id="63" name="Ink 62">
                  <a:extLst>
                    <a:ext uri="{FF2B5EF4-FFF2-40B4-BE49-F238E27FC236}">
                      <a16:creationId xmlns:a16="http://schemas.microsoft.com/office/drawing/2014/main" id="{C1F7A960-4DE7-4598-0B9F-E3E2D3A51789}"/>
                    </a:ext>
                  </a:extLst>
                </p:cNvPr>
                <p:cNvPicPr/>
                <p:nvPr/>
              </p:nvPicPr>
              <p:blipFill>
                <a:blip r:embed="rId106"/>
                <a:stretch>
                  <a:fillRect/>
                </a:stretch>
              </p:blipFill>
              <p:spPr>
                <a:xfrm>
                  <a:off x="8053675" y="2450350"/>
                  <a:ext cx="1512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4" name="Ink 63">
                  <a:extLst>
                    <a:ext uri="{FF2B5EF4-FFF2-40B4-BE49-F238E27FC236}">
                      <a16:creationId xmlns:a16="http://schemas.microsoft.com/office/drawing/2014/main" id="{88787598-586E-63A5-4159-4F77E9450BFF}"/>
                    </a:ext>
                  </a:extLst>
                </p14:cNvPr>
                <p14:cNvContentPartPr/>
                <p14:nvPr/>
              </p14:nvContentPartPr>
              <p14:xfrm>
                <a:off x="8272555" y="2433070"/>
                <a:ext cx="99360" cy="220680"/>
              </p14:xfrm>
            </p:contentPart>
          </mc:Choice>
          <mc:Fallback>
            <p:pic>
              <p:nvPicPr>
                <p:cNvPr id="64" name="Ink 63">
                  <a:extLst>
                    <a:ext uri="{FF2B5EF4-FFF2-40B4-BE49-F238E27FC236}">
                      <a16:creationId xmlns:a16="http://schemas.microsoft.com/office/drawing/2014/main" id="{88787598-586E-63A5-4159-4F77E9450BFF}"/>
                    </a:ext>
                  </a:extLst>
                </p:cNvPr>
                <p:cNvPicPr/>
                <p:nvPr/>
              </p:nvPicPr>
              <p:blipFill>
                <a:blip r:embed="rId108"/>
                <a:stretch>
                  <a:fillRect/>
                </a:stretch>
              </p:blipFill>
              <p:spPr>
                <a:xfrm>
                  <a:off x="8266435" y="2426950"/>
                  <a:ext cx="11160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5" name="Ink 64">
                  <a:extLst>
                    <a:ext uri="{FF2B5EF4-FFF2-40B4-BE49-F238E27FC236}">
                      <a16:creationId xmlns:a16="http://schemas.microsoft.com/office/drawing/2014/main" id="{5EDE3F85-87E0-72AD-169A-D3EC876F5FB0}"/>
                    </a:ext>
                  </a:extLst>
                </p14:cNvPr>
                <p14:cNvContentPartPr/>
                <p14:nvPr/>
              </p14:nvContentPartPr>
              <p14:xfrm>
                <a:off x="8267875" y="2431990"/>
                <a:ext cx="95400" cy="149400"/>
              </p14:xfrm>
            </p:contentPart>
          </mc:Choice>
          <mc:Fallback>
            <p:pic>
              <p:nvPicPr>
                <p:cNvPr id="65" name="Ink 64">
                  <a:extLst>
                    <a:ext uri="{FF2B5EF4-FFF2-40B4-BE49-F238E27FC236}">
                      <a16:creationId xmlns:a16="http://schemas.microsoft.com/office/drawing/2014/main" id="{5EDE3F85-87E0-72AD-169A-D3EC876F5FB0}"/>
                    </a:ext>
                  </a:extLst>
                </p:cNvPr>
                <p:cNvPicPr/>
                <p:nvPr/>
              </p:nvPicPr>
              <p:blipFill>
                <a:blip r:embed="rId110"/>
                <a:stretch>
                  <a:fillRect/>
                </a:stretch>
              </p:blipFill>
              <p:spPr>
                <a:xfrm>
                  <a:off x="8261755" y="2425870"/>
                  <a:ext cx="1076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6" name="Ink 65">
                  <a:extLst>
                    <a:ext uri="{FF2B5EF4-FFF2-40B4-BE49-F238E27FC236}">
                      <a16:creationId xmlns:a16="http://schemas.microsoft.com/office/drawing/2014/main" id="{86CB3088-00E7-97C2-BE04-FE734C9FF9AD}"/>
                    </a:ext>
                  </a:extLst>
                </p14:cNvPr>
                <p14:cNvContentPartPr/>
                <p14:nvPr/>
              </p14:nvContentPartPr>
              <p14:xfrm>
                <a:off x="7541035" y="2696230"/>
                <a:ext cx="952200" cy="118440"/>
              </p14:xfrm>
            </p:contentPart>
          </mc:Choice>
          <mc:Fallback>
            <p:pic>
              <p:nvPicPr>
                <p:cNvPr id="66" name="Ink 65">
                  <a:extLst>
                    <a:ext uri="{FF2B5EF4-FFF2-40B4-BE49-F238E27FC236}">
                      <a16:creationId xmlns:a16="http://schemas.microsoft.com/office/drawing/2014/main" id="{86CB3088-00E7-97C2-BE04-FE734C9FF9AD}"/>
                    </a:ext>
                  </a:extLst>
                </p:cNvPr>
                <p:cNvPicPr/>
                <p:nvPr/>
              </p:nvPicPr>
              <p:blipFill>
                <a:blip r:embed="rId112"/>
                <a:stretch>
                  <a:fillRect/>
                </a:stretch>
              </p:blipFill>
              <p:spPr>
                <a:xfrm>
                  <a:off x="7534915" y="2690110"/>
                  <a:ext cx="9644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7" name="Ink 66">
                  <a:extLst>
                    <a:ext uri="{FF2B5EF4-FFF2-40B4-BE49-F238E27FC236}">
                      <a16:creationId xmlns:a16="http://schemas.microsoft.com/office/drawing/2014/main" id="{38DE95D6-72C7-E180-E555-FF8327B85D37}"/>
                    </a:ext>
                  </a:extLst>
                </p14:cNvPr>
                <p14:cNvContentPartPr/>
                <p14:nvPr/>
              </p14:nvContentPartPr>
              <p14:xfrm>
                <a:off x="7952875" y="2911510"/>
                <a:ext cx="407160" cy="136800"/>
              </p14:xfrm>
            </p:contentPart>
          </mc:Choice>
          <mc:Fallback>
            <p:pic>
              <p:nvPicPr>
                <p:cNvPr id="67" name="Ink 66">
                  <a:extLst>
                    <a:ext uri="{FF2B5EF4-FFF2-40B4-BE49-F238E27FC236}">
                      <a16:creationId xmlns:a16="http://schemas.microsoft.com/office/drawing/2014/main" id="{38DE95D6-72C7-E180-E555-FF8327B85D37}"/>
                    </a:ext>
                  </a:extLst>
                </p:cNvPr>
                <p:cNvPicPr/>
                <p:nvPr/>
              </p:nvPicPr>
              <p:blipFill>
                <a:blip r:embed="rId114"/>
                <a:stretch>
                  <a:fillRect/>
                </a:stretch>
              </p:blipFill>
              <p:spPr>
                <a:xfrm>
                  <a:off x="7946755" y="2905390"/>
                  <a:ext cx="4194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9" name="Ink 68">
                  <a:extLst>
                    <a:ext uri="{FF2B5EF4-FFF2-40B4-BE49-F238E27FC236}">
                      <a16:creationId xmlns:a16="http://schemas.microsoft.com/office/drawing/2014/main" id="{08AAAFE3-3C29-B390-A8BB-C78F49F469E1}"/>
                    </a:ext>
                  </a:extLst>
                </p14:cNvPr>
                <p14:cNvContentPartPr/>
                <p14:nvPr/>
              </p14:nvContentPartPr>
              <p14:xfrm>
                <a:off x="8313235" y="2507590"/>
                <a:ext cx="6480" cy="360"/>
              </p14:xfrm>
            </p:contentPart>
          </mc:Choice>
          <mc:Fallback>
            <p:pic>
              <p:nvPicPr>
                <p:cNvPr id="69" name="Ink 68">
                  <a:extLst>
                    <a:ext uri="{FF2B5EF4-FFF2-40B4-BE49-F238E27FC236}">
                      <a16:creationId xmlns:a16="http://schemas.microsoft.com/office/drawing/2014/main" id="{08AAAFE3-3C29-B390-A8BB-C78F49F469E1}"/>
                    </a:ext>
                  </a:extLst>
                </p:cNvPr>
                <p:cNvPicPr/>
                <p:nvPr/>
              </p:nvPicPr>
              <p:blipFill>
                <a:blip r:embed="rId116"/>
                <a:stretch>
                  <a:fillRect/>
                </a:stretch>
              </p:blipFill>
              <p:spPr>
                <a:xfrm>
                  <a:off x="8307115" y="2501470"/>
                  <a:ext cx="187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0" name="Ink 69">
                  <a:extLst>
                    <a:ext uri="{FF2B5EF4-FFF2-40B4-BE49-F238E27FC236}">
                      <a16:creationId xmlns:a16="http://schemas.microsoft.com/office/drawing/2014/main" id="{B8F67544-22D9-2A90-6AE4-5EAA4CCB9E85}"/>
                    </a:ext>
                  </a:extLst>
                </p14:cNvPr>
                <p14:cNvContentPartPr/>
                <p14:nvPr/>
              </p14:nvContentPartPr>
              <p14:xfrm>
                <a:off x="8270755" y="2514790"/>
                <a:ext cx="29880" cy="132840"/>
              </p14:xfrm>
            </p:contentPart>
          </mc:Choice>
          <mc:Fallback>
            <p:pic>
              <p:nvPicPr>
                <p:cNvPr id="70" name="Ink 69">
                  <a:extLst>
                    <a:ext uri="{FF2B5EF4-FFF2-40B4-BE49-F238E27FC236}">
                      <a16:creationId xmlns:a16="http://schemas.microsoft.com/office/drawing/2014/main" id="{B8F67544-22D9-2A90-6AE4-5EAA4CCB9E85}"/>
                    </a:ext>
                  </a:extLst>
                </p:cNvPr>
                <p:cNvPicPr/>
                <p:nvPr/>
              </p:nvPicPr>
              <p:blipFill>
                <a:blip r:embed="rId118"/>
                <a:stretch>
                  <a:fillRect/>
                </a:stretch>
              </p:blipFill>
              <p:spPr>
                <a:xfrm>
                  <a:off x="8264635" y="2508670"/>
                  <a:ext cx="42120" cy="145080"/>
                </a:xfrm>
                <a:prstGeom prst="rect">
                  <a:avLst/>
                </a:prstGeom>
              </p:spPr>
            </p:pic>
          </mc:Fallback>
        </mc:AlternateContent>
      </p:grpSp>
    </p:spTree>
    <p:extLst>
      <p:ext uri="{BB962C8B-B14F-4D97-AF65-F5344CB8AC3E}">
        <p14:creationId xmlns:p14="http://schemas.microsoft.com/office/powerpoint/2010/main" val="3300836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 Mean and Variance</a:t>
            </a:r>
            <a:endParaRPr lang="en-IN" dirty="0"/>
          </a:p>
        </p:txBody>
      </p:sp>
      <p:sp>
        <p:nvSpPr>
          <p:cNvPr id="8" name="Rectangle 3"/>
          <p:cNvSpPr txBox="1">
            <a:spLocks noChangeArrowheads="1"/>
          </p:cNvSpPr>
          <p:nvPr/>
        </p:nvSpPr>
        <p:spPr>
          <a:xfrm>
            <a:off x="1295400" y="1828800"/>
            <a:ext cx="8763000" cy="4114800"/>
          </a:xfrm>
          <a:prstGeom prst="rect">
            <a:avLst/>
          </a:prstGeom>
        </p:spPr>
        <p:txBody>
          <a:bodyPr vert="horz" lIns="68580" tIns="34290" rIns="68580" bIns="3429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charset="0"/>
              <a:buNone/>
            </a:pPr>
            <a:r>
              <a:rPr lang="en-US" sz="2800" dirty="0">
                <a:solidFill>
                  <a:prstClr val="black"/>
                </a:solidFill>
              </a:rPr>
              <a:t>E(X)=</a:t>
            </a:r>
            <a:r>
              <a:rPr lang="en-US" sz="2800" dirty="0">
                <a:solidFill>
                  <a:prstClr val="black"/>
                </a:solidFill>
                <a:sym typeface="Symbol" charset="0"/>
              </a:rPr>
              <a:t></a:t>
            </a:r>
            <a:r>
              <a:rPr lang="en-US" sz="2800" dirty="0">
                <a:solidFill>
                  <a:prstClr val="black"/>
                </a:solidFill>
              </a:rPr>
              <a:t> =                                                                                </a:t>
            </a:r>
          </a:p>
          <a:p>
            <a:pPr>
              <a:buFont typeface="Wingdings" charset="0"/>
              <a:buNone/>
            </a:pPr>
            <a:endParaRPr lang="en-US" sz="2800" dirty="0">
              <a:solidFill>
                <a:prstClr val="black"/>
              </a:solidFill>
            </a:endParaRPr>
          </a:p>
          <a:p>
            <a:pPr>
              <a:buFont typeface="Wingdings" charset="0"/>
              <a:buNone/>
            </a:pPr>
            <a:endParaRPr lang="en-US" sz="2800" dirty="0">
              <a:solidFill>
                <a:prstClr val="black"/>
              </a:solidFill>
            </a:endParaRPr>
          </a:p>
          <a:p>
            <a:pPr>
              <a:buFont typeface="Wingdings" charset="0"/>
              <a:buNone/>
            </a:pPr>
            <a:r>
              <a:rPr lang="en-US" sz="2800" dirty="0" err="1">
                <a:solidFill>
                  <a:prstClr val="black"/>
                </a:solidFill>
              </a:rPr>
              <a:t>Var</a:t>
            </a:r>
            <a:r>
              <a:rPr lang="en-US" sz="2800" dirty="0">
                <a:solidFill>
                  <a:prstClr val="black"/>
                </a:solidFill>
              </a:rPr>
              <a:t>(X)=</a:t>
            </a:r>
            <a:r>
              <a:rPr lang="en-US" sz="2800" dirty="0">
                <a:solidFill>
                  <a:prstClr val="black"/>
                </a:solidFill>
                <a:sym typeface="Symbol" charset="0"/>
              </a:rPr>
              <a:t></a:t>
            </a:r>
            <a:r>
              <a:rPr lang="en-US" sz="2800" baseline="30000" dirty="0">
                <a:solidFill>
                  <a:prstClr val="black"/>
                </a:solidFill>
              </a:rPr>
              <a:t>2  </a:t>
            </a:r>
            <a:r>
              <a:rPr lang="en-US" sz="2800" dirty="0">
                <a:solidFill>
                  <a:prstClr val="black"/>
                </a:solidFill>
              </a:rPr>
              <a:t>=	                                                                         </a:t>
            </a:r>
          </a:p>
          <a:p>
            <a:pPr>
              <a:buFont typeface="Wingdings" charset="0"/>
              <a:buNone/>
            </a:pPr>
            <a:endParaRPr lang="en-US" sz="2800" dirty="0">
              <a:solidFill>
                <a:prstClr val="black"/>
              </a:solidFill>
            </a:endParaRPr>
          </a:p>
          <a:p>
            <a:pPr>
              <a:buFont typeface="Wingdings" charset="0"/>
              <a:buNone/>
            </a:pPr>
            <a:endParaRPr lang="en-US" sz="2800" dirty="0">
              <a:solidFill>
                <a:prstClr val="black"/>
              </a:solidFill>
            </a:endParaRPr>
          </a:p>
          <a:p>
            <a:pPr>
              <a:buFont typeface="Wingdings" charset="0"/>
              <a:buNone/>
            </a:pPr>
            <a:r>
              <a:rPr lang="en-US" sz="2800" dirty="0">
                <a:solidFill>
                  <a:prstClr val="black"/>
                </a:solidFill>
              </a:rPr>
              <a:t>Standard Deviation(X)= </a:t>
            </a:r>
            <a:r>
              <a:rPr lang="en-US" sz="2800" dirty="0">
                <a:solidFill>
                  <a:prstClr val="black"/>
                </a:solidFill>
                <a:sym typeface="Symbol" charset="0"/>
              </a:rPr>
              <a:t></a:t>
            </a:r>
          </a:p>
        </p:txBody>
      </p:sp>
      <p:pic>
        <p:nvPicPr>
          <p:cNvPr id="9"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5969" y="1449455"/>
            <a:ext cx="6445757" cy="1381234"/>
          </a:xfrm>
          <a:prstGeom prst="rect">
            <a:avLst/>
          </a:prstGeom>
          <a:noFill/>
          <a:ln w="9525">
            <a:solidFill>
              <a:schemeClr val="tx1"/>
            </a:solidFill>
            <a:miter lim="800000"/>
            <a:headEnd/>
            <a:tailEnd/>
          </a:ln>
        </p:spPr>
      </p:pic>
      <p:grpSp>
        <p:nvGrpSpPr>
          <p:cNvPr id="10" name="Group 10"/>
          <p:cNvGrpSpPr>
            <a:grpSpLocks/>
          </p:cNvGrpSpPr>
          <p:nvPr/>
        </p:nvGrpSpPr>
        <p:grpSpPr bwMode="auto">
          <a:xfrm>
            <a:off x="3352800" y="2971800"/>
            <a:ext cx="5068794" cy="1346200"/>
            <a:chOff x="2304" y="2208"/>
            <a:chExt cx="3072" cy="809"/>
          </a:xfrm>
          <a:noFill/>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4" y="2208"/>
              <a:ext cx="3072" cy="809"/>
            </a:xfrm>
            <a:prstGeom prst="rect">
              <a:avLst/>
            </a:prstGeom>
            <a:grpFill/>
            <a:ln w="9525">
              <a:solidFill>
                <a:schemeClr val="tx1"/>
              </a:solidFill>
              <a:miter lim="800000"/>
              <a:headEnd/>
              <a:tailEnd/>
            </a:ln>
          </p:spPr>
        </p:pic>
        <p:sp>
          <p:nvSpPr>
            <p:cNvPr id="12" name="Rectangle 9"/>
            <p:cNvSpPr>
              <a:spLocks noChangeArrowheads="1"/>
            </p:cNvSpPr>
            <p:nvPr/>
          </p:nvSpPr>
          <p:spPr bwMode="auto">
            <a:xfrm>
              <a:off x="2304" y="2448"/>
              <a:ext cx="144" cy="336"/>
            </a:xfrm>
            <a:prstGeom prst="rect">
              <a:avLst/>
            </a:prstGeom>
            <a:grp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p:grpSp>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56899D39-21E6-8F6E-66EA-CD70D041636C}"/>
                  </a:ext>
                </a:extLst>
              </p14:cNvPr>
              <p14:cNvContentPartPr/>
              <p14:nvPr/>
            </p14:nvContentPartPr>
            <p14:xfrm>
              <a:off x="2722075" y="1375390"/>
              <a:ext cx="6178320" cy="1587960"/>
            </p14:xfrm>
          </p:contentPart>
        </mc:Choice>
        <mc:Fallback>
          <p:pic>
            <p:nvPicPr>
              <p:cNvPr id="14" name="Ink 13">
                <a:extLst>
                  <a:ext uri="{FF2B5EF4-FFF2-40B4-BE49-F238E27FC236}">
                    <a16:creationId xmlns:a16="http://schemas.microsoft.com/office/drawing/2014/main" id="{56899D39-21E6-8F6E-66EA-CD70D041636C}"/>
                  </a:ext>
                </a:extLst>
              </p:cNvPr>
              <p:cNvPicPr/>
              <p:nvPr/>
            </p:nvPicPr>
            <p:blipFill>
              <a:blip r:embed="rId5"/>
              <a:stretch>
                <a:fillRect/>
              </a:stretch>
            </p:blipFill>
            <p:spPr>
              <a:xfrm>
                <a:off x="2715955" y="1369270"/>
                <a:ext cx="6190560" cy="1600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40D836FD-719E-7D73-FB09-3654EED7FCA0}"/>
                  </a:ext>
                </a:extLst>
              </p14:cNvPr>
              <p14:cNvContentPartPr/>
              <p14:nvPr/>
            </p14:nvContentPartPr>
            <p14:xfrm>
              <a:off x="9146995" y="2051110"/>
              <a:ext cx="217440" cy="24120"/>
            </p14:xfrm>
          </p:contentPart>
        </mc:Choice>
        <mc:Fallback>
          <p:pic>
            <p:nvPicPr>
              <p:cNvPr id="15" name="Ink 14">
                <a:extLst>
                  <a:ext uri="{FF2B5EF4-FFF2-40B4-BE49-F238E27FC236}">
                    <a16:creationId xmlns:a16="http://schemas.microsoft.com/office/drawing/2014/main" id="{40D836FD-719E-7D73-FB09-3654EED7FCA0}"/>
                  </a:ext>
                </a:extLst>
              </p:cNvPr>
              <p:cNvPicPr/>
              <p:nvPr/>
            </p:nvPicPr>
            <p:blipFill>
              <a:blip r:embed="rId7"/>
              <a:stretch>
                <a:fillRect/>
              </a:stretch>
            </p:blipFill>
            <p:spPr>
              <a:xfrm>
                <a:off x="9140875" y="2044990"/>
                <a:ext cx="2296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C644627A-BE57-CE8A-594E-A6DAC4964A84}"/>
                  </a:ext>
                </a:extLst>
              </p14:cNvPr>
              <p14:cNvContentPartPr/>
              <p14:nvPr/>
            </p14:nvContentPartPr>
            <p14:xfrm>
              <a:off x="9142315" y="2146510"/>
              <a:ext cx="196920" cy="47880"/>
            </p14:xfrm>
          </p:contentPart>
        </mc:Choice>
        <mc:Fallback>
          <p:pic>
            <p:nvPicPr>
              <p:cNvPr id="16" name="Ink 15">
                <a:extLst>
                  <a:ext uri="{FF2B5EF4-FFF2-40B4-BE49-F238E27FC236}">
                    <a16:creationId xmlns:a16="http://schemas.microsoft.com/office/drawing/2014/main" id="{C644627A-BE57-CE8A-594E-A6DAC4964A84}"/>
                  </a:ext>
                </a:extLst>
              </p:cNvPr>
              <p:cNvPicPr/>
              <p:nvPr/>
            </p:nvPicPr>
            <p:blipFill>
              <a:blip r:embed="rId9"/>
              <a:stretch>
                <a:fillRect/>
              </a:stretch>
            </p:blipFill>
            <p:spPr>
              <a:xfrm>
                <a:off x="9136195" y="2140390"/>
                <a:ext cx="20916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D22F3D56-8D50-4C4F-DADE-39B79AFC101D}"/>
                  </a:ext>
                </a:extLst>
              </p14:cNvPr>
              <p14:cNvContentPartPr/>
              <p14:nvPr/>
            </p14:nvContentPartPr>
            <p14:xfrm>
              <a:off x="9679795" y="1879030"/>
              <a:ext cx="444600" cy="406440"/>
            </p14:xfrm>
          </p:contentPart>
        </mc:Choice>
        <mc:Fallback>
          <p:pic>
            <p:nvPicPr>
              <p:cNvPr id="17" name="Ink 16">
                <a:extLst>
                  <a:ext uri="{FF2B5EF4-FFF2-40B4-BE49-F238E27FC236}">
                    <a16:creationId xmlns:a16="http://schemas.microsoft.com/office/drawing/2014/main" id="{D22F3D56-8D50-4C4F-DADE-39B79AFC101D}"/>
                  </a:ext>
                </a:extLst>
              </p:cNvPr>
              <p:cNvPicPr/>
              <p:nvPr/>
            </p:nvPicPr>
            <p:blipFill>
              <a:blip r:embed="rId11"/>
              <a:stretch>
                <a:fillRect/>
              </a:stretch>
            </p:blipFill>
            <p:spPr>
              <a:xfrm>
                <a:off x="9673675" y="1872910"/>
                <a:ext cx="456840" cy="418680"/>
              </a:xfrm>
              <a:prstGeom prst="rect">
                <a:avLst/>
              </a:prstGeom>
            </p:spPr>
          </p:pic>
        </mc:Fallback>
      </mc:AlternateContent>
      <p:grpSp>
        <p:nvGrpSpPr>
          <p:cNvPr id="46" name="Group 45">
            <a:extLst>
              <a:ext uri="{FF2B5EF4-FFF2-40B4-BE49-F238E27FC236}">
                <a16:creationId xmlns:a16="http://schemas.microsoft.com/office/drawing/2014/main" id="{450223B5-15F5-CE25-CE59-E75503F6E090}"/>
              </a:ext>
            </a:extLst>
          </p:cNvPr>
          <p:cNvGrpSpPr/>
          <p:nvPr/>
        </p:nvGrpSpPr>
        <p:grpSpPr>
          <a:xfrm>
            <a:off x="3271435" y="2528110"/>
            <a:ext cx="7553880" cy="2789280"/>
            <a:chOff x="3271435" y="2528110"/>
            <a:chExt cx="7553880" cy="2789280"/>
          </a:xfrm>
        </p:grpSpPr>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24F68695-6AE8-D2C6-8FF4-742B9E796976}"/>
                    </a:ext>
                  </a:extLst>
                </p14:cNvPr>
                <p14:cNvContentPartPr/>
                <p14:nvPr/>
              </p14:nvContentPartPr>
              <p14:xfrm>
                <a:off x="4001875" y="2629270"/>
                <a:ext cx="4233960" cy="117720"/>
              </p14:xfrm>
            </p:contentPart>
          </mc:Choice>
          <mc:Fallback>
            <p:pic>
              <p:nvPicPr>
                <p:cNvPr id="3" name="Ink 2">
                  <a:extLst>
                    <a:ext uri="{FF2B5EF4-FFF2-40B4-BE49-F238E27FC236}">
                      <a16:creationId xmlns:a16="http://schemas.microsoft.com/office/drawing/2014/main" id="{24F68695-6AE8-D2C6-8FF4-742B9E796976}"/>
                    </a:ext>
                  </a:extLst>
                </p:cNvPr>
                <p:cNvPicPr/>
                <p:nvPr/>
              </p:nvPicPr>
              <p:blipFill>
                <a:blip r:embed="rId13"/>
                <a:stretch>
                  <a:fillRect/>
                </a:stretch>
              </p:blipFill>
              <p:spPr>
                <a:xfrm>
                  <a:off x="3995755" y="2623150"/>
                  <a:ext cx="42462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C01793B7-432E-4406-CC58-873A0CFA84D6}"/>
                    </a:ext>
                  </a:extLst>
                </p14:cNvPr>
                <p14:cNvContentPartPr/>
                <p14:nvPr/>
              </p14:nvContentPartPr>
              <p14:xfrm>
                <a:off x="8100115" y="2528110"/>
                <a:ext cx="190440" cy="234720"/>
              </p14:xfrm>
            </p:contentPart>
          </mc:Choice>
          <mc:Fallback>
            <p:pic>
              <p:nvPicPr>
                <p:cNvPr id="4" name="Ink 3">
                  <a:extLst>
                    <a:ext uri="{FF2B5EF4-FFF2-40B4-BE49-F238E27FC236}">
                      <a16:creationId xmlns:a16="http://schemas.microsoft.com/office/drawing/2014/main" id="{C01793B7-432E-4406-CC58-873A0CFA84D6}"/>
                    </a:ext>
                  </a:extLst>
                </p:cNvPr>
                <p:cNvPicPr/>
                <p:nvPr/>
              </p:nvPicPr>
              <p:blipFill>
                <a:blip r:embed="rId15"/>
                <a:stretch>
                  <a:fillRect/>
                </a:stretch>
              </p:blipFill>
              <p:spPr>
                <a:xfrm>
                  <a:off x="8093995" y="2521990"/>
                  <a:ext cx="20268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6427E4A8-41A9-E440-5050-57B506B97F0E}"/>
                    </a:ext>
                  </a:extLst>
                </p14:cNvPr>
                <p14:cNvContentPartPr/>
                <p14:nvPr/>
              </p14:nvContentPartPr>
              <p14:xfrm>
                <a:off x="4016275" y="2703430"/>
                <a:ext cx="12960" cy="14760"/>
              </p14:xfrm>
            </p:contentPart>
          </mc:Choice>
          <mc:Fallback>
            <p:pic>
              <p:nvPicPr>
                <p:cNvPr id="6" name="Ink 5">
                  <a:extLst>
                    <a:ext uri="{FF2B5EF4-FFF2-40B4-BE49-F238E27FC236}">
                      <a16:creationId xmlns:a16="http://schemas.microsoft.com/office/drawing/2014/main" id="{6427E4A8-41A9-E440-5050-57B506B97F0E}"/>
                    </a:ext>
                  </a:extLst>
                </p:cNvPr>
                <p:cNvPicPr/>
                <p:nvPr/>
              </p:nvPicPr>
              <p:blipFill>
                <a:blip r:embed="rId17"/>
                <a:stretch>
                  <a:fillRect/>
                </a:stretch>
              </p:blipFill>
              <p:spPr>
                <a:xfrm>
                  <a:off x="4010155" y="2697310"/>
                  <a:ext cx="252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D5D57DFF-D2F9-8895-D20E-66E57CD37B46}"/>
                    </a:ext>
                  </a:extLst>
                </p14:cNvPr>
                <p14:cNvContentPartPr/>
                <p14:nvPr/>
              </p14:nvContentPartPr>
              <p14:xfrm>
                <a:off x="3887395" y="2617030"/>
                <a:ext cx="320760" cy="336240"/>
              </p14:xfrm>
            </p:contentPart>
          </mc:Choice>
          <mc:Fallback>
            <p:pic>
              <p:nvPicPr>
                <p:cNvPr id="7" name="Ink 6">
                  <a:extLst>
                    <a:ext uri="{FF2B5EF4-FFF2-40B4-BE49-F238E27FC236}">
                      <a16:creationId xmlns:a16="http://schemas.microsoft.com/office/drawing/2014/main" id="{D5D57DFF-D2F9-8895-D20E-66E57CD37B46}"/>
                    </a:ext>
                  </a:extLst>
                </p:cNvPr>
                <p:cNvPicPr/>
                <p:nvPr/>
              </p:nvPicPr>
              <p:blipFill>
                <a:blip r:embed="rId19"/>
                <a:stretch>
                  <a:fillRect/>
                </a:stretch>
              </p:blipFill>
              <p:spPr>
                <a:xfrm>
                  <a:off x="3881275" y="2610910"/>
                  <a:ext cx="33300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0CD9F035-2E77-39DA-682C-D9F073C16034}"/>
                    </a:ext>
                  </a:extLst>
                </p14:cNvPr>
                <p14:cNvContentPartPr/>
                <p14:nvPr/>
              </p14:nvContentPartPr>
              <p14:xfrm>
                <a:off x="3529915" y="4408390"/>
                <a:ext cx="3920760" cy="223200"/>
              </p14:xfrm>
            </p:contentPart>
          </mc:Choice>
          <mc:Fallback>
            <p:pic>
              <p:nvPicPr>
                <p:cNvPr id="19" name="Ink 18">
                  <a:extLst>
                    <a:ext uri="{FF2B5EF4-FFF2-40B4-BE49-F238E27FC236}">
                      <a16:creationId xmlns:a16="http://schemas.microsoft.com/office/drawing/2014/main" id="{0CD9F035-2E77-39DA-682C-D9F073C16034}"/>
                    </a:ext>
                  </a:extLst>
                </p:cNvPr>
                <p:cNvPicPr/>
                <p:nvPr/>
              </p:nvPicPr>
              <p:blipFill>
                <a:blip r:embed="rId21"/>
                <a:stretch>
                  <a:fillRect/>
                </a:stretch>
              </p:blipFill>
              <p:spPr>
                <a:xfrm>
                  <a:off x="3523795" y="4402270"/>
                  <a:ext cx="39330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EEB37DFA-2133-1492-3AE5-87A4AA17489F}"/>
                    </a:ext>
                  </a:extLst>
                </p14:cNvPr>
                <p14:cNvContentPartPr/>
                <p14:nvPr/>
              </p14:nvContentPartPr>
              <p14:xfrm>
                <a:off x="5734195" y="4680190"/>
                <a:ext cx="193680" cy="349200"/>
              </p14:xfrm>
            </p:contentPart>
          </mc:Choice>
          <mc:Fallback>
            <p:pic>
              <p:nvPicPr>
                <p:cNvPr id="20" name="Ink 19">
                  <a:extLst>
                    <a:ext uri="{FF2B5EF4-FFF2-40B4-BE49-F238E27FC236}">
                      <a16:creationId xmlns:a16="http://schemas.microsoft.com/office/drawing/2014/main" id="{EEB37DFA-2133-1492-3AE5-87A4AA17489F}"/>
                    </a:ext>
                  </a:extLst>
                </p:cNvPr>
                <p:cNvPicPr/>
                <p:nvPr/>
              </p:nvPicPr>
              <p:blipFill>
                <a:blip r:embed="rId23"/>
                <a:stretch>
                  <a:fillRect/>
                </a:stretch>
              </p:blipFill>
              <p:spPr>
                <a:xfrm>
                  <a:off x="5728075" y="4674070"/>
                  <a:ext cx="20592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C79A932A-0BFA-FDDC-3A2E-159207D0F0A0}"/>
                    </a:ext>
                  </a:extLst>
                </p14:cNvPr>
                <p14:cNvContentPartPr/>
                <p14:nvPr/>
              </p14:nvContentPartPr>
              <p14:xfrm>
                <a:off x="5716195" y="4866670"/>
                <a:ext cx="222480" cy="33480"/>
              </p14:xfrm>
            </p:contentPart>
          </mc:Choice>
          <mc:Fallback>
            <p:pic>
              <p:nvPicPr>
                <p:cNvPr id="21" name="Ink 20">
                  <a:extLst>
                    <a:ext uri="{FF2B5EF4-FFF2-40B4-BE49-F238E27FC236}">
                      <a16:creationId xmlns:a16="http://schemas.microsoft.com/office/drawing/2014/main" id="{C79A932A-0BFA-FDDC-3A2E-159207D0F0A0}"/>
                    </a:ext>
                  </a:extLst>
                </p:cNvPr>
                <p:cNvPicPr/>
                <p:nvPr/>
              </p:nvPicPr>
              <p:blipFill>
                <a:blip r:embed="rId25"/>
                <a:stretch>
                  <a:fillRect/>
                </a:stretch>
              </p:blipFill>
              <p:spPr>
                <a:xfrm>
                  <a:off x="5710075" y="4860550"/>
                  <a:ext cx="2347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113F0D8D-68F8-1823-B7F0-36C6E38E6598}"/>
                    </a:ext>
                  </a:extLst>
                </p14:cNvPr>
                <p14:cNvContentPartPr/>
                <p14:nvPr/>
              </p14:nvContentPartPr>
              <p14:xfrm>
                <a:off x="5773075" y="4721950"/>
                <a:ext cx="160920" cy="19080"/>
              </p14:xfrm>
            </p:contentPart>
          </mc:Choice>
          <mc:Fallback>
            <p:pic>
              <p:nvPicPr>
                <p:cNvPr id="22" name="Ink 21">
                  <a:extLst>
                    <a:ext uri="{FF2B5EF4-FFF2-40B4-BE49-F238E27FC236}">
                      <a16:creationId xmlns:a16="http://schemas.microsoft.com/office/drawing/2014/main" id="{113F0D8D-68F8-1823-B7F0-36C6E38E6598}"/>
                    </a:ext>
                  </a:extLst>
                </p:cNvPr>
                <p:cNvPicPr/>
                <p:nvPr/>
              </p:nvPicPr>
              <p:blipFill>
                <a:blip r:embed="rId27"/>
                <a:stretch>
                  <a:fillRect/>
                </a:stretch>
              </p:blipFill>
              <p:spPr>
                <a:xfrm>
                  <a:off x="5766955" y="4715830"/>
                  <a:ext cx="1731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421929A7-0D57-8E92-500D-91AA38198524}"/>
                    </a:ext>
                  </a:extLst>
                </p14:cNvPr>
                <p14:cNvContentPartPr/>
                <p14:nvPr/>
              </p14:nvContentPartPr>
              <p14:xfrm>
                <a:off x="6050635" y="4523230"/>
                <a:ext cx="306360" cy="680400"/>
              </p14:xfrm>
            </p:contentPart>
          </mc:Choice>
          <mc:Fallback>
            <p:pic>
              <p:nvPicPr>
                <p:cNvPr id="23" name="Ink 22">
                  <a:extLst>
                    <a:ext uri="{FF2B5EF4-FFF2-40B4-BE49-F238E27FC236}">
                      <a16:creationId xmlns:a16="http://schemas.microsoft.com/office/drawing/2014/main" id="{421929A7-0D57-8E92-500D-91AA38198524}"/>
                    </a:ext>
                  </a:extLst>
                </p:cNvPr>
                <p:cNvPicPr/>
                <p:nvPr/>
              </p:nvPicPr>
              <p:blipFill>
                <a:blip r:embed="rId29"/>
                <a:stretch>
                  <a:fillRect/>
                </a:stretch>
              </p:blipFill>
              <p:spPr>
                <a:xfrm>
                  <a:off x="6044515" y="4517110"/>
                  <a:ext cx="318600" cy="692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CA37BACE-F27A-4787-2E0E-48AB0593255C}"/>
                    </a:ext>
                  </a:extLst>
                </p14:cNvPr>
                <p14:cNvContentPartPr/>
                <p14:nvPr/>
              </p14:nvContentPartPr>
              <p14:xfrm>
                <a:off x="6348355" y="4697110"/>
                <a:ext cx="219960" cy="360720"/>
              </p14:xfrm>
            </p:contentPart>
          </mc:Choice>
          <mc:Fallback>
            <p:pic>
              <p:nvPicPr>
                <p:cNvPr id="24" name="Ink 23">
                  <a:extLst>
                    <a:ext uri="{FF2B5EF4-FFF2-40B4-BE49-F238E27FC236}">
                      <a16:creationId xmlns:a16="http://schemas.microsoft.com/office/drawing/2014/main" id="{CA37BACE-F27A-4787-2E0E-48AB0593255C}"/>
                    </a:ext>
                  </a:extLst>
                </p:cNvPr>
                <p:cNvPicPr/>
                <p:nvPr/>
              </p:nvPicPr>
              <p:blipFill>
                <a:blip r:embed="rId31"/>
                <a:stretch>
                  <a:fillRect/>
                </a:stretch>
              </p:blipFill>
              <p:spPr>
                <a:xfrm>
                  <a:off x="6342235" y="4690990"/>
                  <a:ext cx="23220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8E1ED0E6-6E9C-2D63-ED3C-C61B88FC4A3C}"/>
                    </a:ext>
                  </a:extLst>
                </p14:cNvPr>
                <p14:cNvContentPartPr/>
                <p14:nvPr/>
              </p14:nvContentPartPr>
              <p14:xfrm>
                <a:off x="6302995" y="4828870"/>
                <a:ext cx="250920" cy="214560"/>
              </p14:xfrm>
            </p:contentPart>
          </mc:Choice>
          <mc:Fallback>
            <p:pic>
              <p:nvPicPr>
                <p:cNvPr id="25" name="Ink 24">
                  <a:extLst>
                    <a:ext uri="{FF2B5EF4-FFF2-40B4-BE49-F238E27FC236}">
                      <a16:creationId xmlns:a16="http://schemas.microsoft.com/office/drawing/2014/main" id="{8E1ED0E6-6E9C-2D63-ED3C-C61B88FC4A3C}"/>
                    </a:ext>
                  </a:extLst>
                </p:cNvPr>
                <p:cNvPicPr/>
                <p:nvPr/>
              </p:nvPicPr>
              <p:blipFill>
                <a:blip r:embed="rId33"/>
                <a:stretch>
                  <a:fillRect/>
                </a:stretch>
              </p:blipFill>
              <p:spPr>
                <a:xfrm>
                  <a:off x="6296875" y="4822750"/>
                  <a:ext cx="26316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EFF4C79D-2E86-06DB-80D5-8AABA114885E}"/>
                    </a:ext>
                  </a:extLst>
                </p14:cNvPr>
                <p14:cNvContentPartPr/>
                <p14:nvPr/>
              </p14:nvContentPartPr>
              <p14:xfrm>
                <a:off x="6700435" y="4576870"/>
                <a:ext cx="154440" cy="154080"/>
              </p14:xfrm>
            </p:contentPart>
          </mc:Choice>
          <mc:Fallback>
            <p:pic>
              <p:nvPicPr>
                <p:cNvPr id="26" name="Ink 25">
                  <a:extLst>
                    <a:ext uri="{FF2B5EF4-FFF2-40B4-BE49-F238E27FC236}">
                      <a16:creationId xmlns:a16="http://schemas.microsoft.com/office/drawing/2014/main" id="{EFF4C79D-2E86-06DB-80D5-8AABA114885E}"/>
                    </a:ext>
                  </a:extLst>
                </p:cNvPr>
                <p:cNvPicPr/>
                <p:nvPr/>
              </p:nvPicPr>
              <p:blipFill>
                <a:blip r:embed="rId35"/>
                <a:stretch>
                  <a:fillRect/>
                </a:stretch>
              </p:blipFill>
              <p:spPr>
                <a:xfrm>
                  <a:off x="6694315" y="4570750"/>
                  <a:ext cx="1666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906609CA-B71A-7ABB-2B1B-E2787896DB1A}"/>
                    </a:ext>
                  </a:extLst>
                </p14:cNvPr>
                <p14:cNvContentPartPr/>
                <p14:nvPr/>
              </p14:nvContentPartPr>
              <p14:xfrm>
                <a:off x="6772075" y="4455910"/>
                <a:ext cx="128160" cy="861480"/>
              </p14:xfrm>
            </p:contentPart>
          </mc:Choice>
          <mc:Fallback>
            <p:pic>
              <p:nvPicPr>
                <p:cNvPr id="27" name="Ink 26">
                  <a:extLst>
                    <a:ext uri="{FF2B5EF4-FFF2-40B4-BE49-F238E27FC236}">
                      <a16:creationId xmlns:a16="http://schemas.microsoft.com/office/drawing/2014/main" id="{906609CA-B71A-7ABB-2B1B-E2787896DB1A}"/>
                    </a:ext>
                  </a:extLst>
                </p:cNvPr>
                <p:cNvPicPr/>
                <p:nvPr/>
              </p:nvPicPr>
              <p:blipFill>
                <a:blip r:embed="rId37"/>
                <a:stretch>
                  <a:fillRect/>
                </a:stretch>
              </p:blipFill>
              <p:spPr>
                <a:xfrm>
                  <a:off x="6765955" y="4449790"/>
                  <a:ext cx="140400" cy="873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6627D9CC-6082-1048-091B-ED7B6C38C1EB}"/>
                    </a:ext>
                  </a:extLst>
                </p14:cNvPr>
                <p14:cNvContentPartPr/>
                <p14:nvPr/>
              </p14:nvContentPartPr>
              <p14:xfrm>
                <a:off x="7309195" y="4903030"/>
                <a:ext cx="172080" cy="17280"/>
              </p14:xfrm>
            </p:contentPart>
          </mc:Choice>
          <mc:Fallback>
            <p:pic>
              <p:nvPicPr>
                <p:cNvPr id="29" name="Ink 28">
                  <a:extLst>
                    <a:ext uri="{FF2B5EF4-FFF2-40B4-BE49-F238E27FC236}">
                      <a16:creationId xmlns:a16="http://schemas.microsoft.com/office/drawing/2014/main" id="{6627D9CC-6082-1048-091B-ED7B6C38C1EB}"/>
                    </a:ext>
                  </a:extLst>
                </p:cNvPr>
                <p:cNvPicPr/>
                <p:nvPr/>
              </p:nvPicPr>
              <p:blipFill>
                <a:blip r:embed="rId39"/>
                <a:stretch>
                  <a:fillRect/>
                </a:stretch>
              </p:blipFill>
              <p:spPr>
                <a:xfrm>
                  <a:off x="7303075" y="4896910"/>
                  <a:ext cx="18432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F1A4D6B9-6844-A5E2-4AC8-350CF8CE5A11}"/>
                    </a:ext>
                  </a:extLst>
                </p14:cNvPr>
                <p14:cNvContentPartPr/>
                <p14:nvPr/>
              </p14:nvContentPartPr>
              <p14:xfrm>
                <a:off x="7921555" y="4660030"/>
                <a:ext cx="208440" cy="370080"/>
              </p14:xfrm>
            </p:contentPart>
          </mc:Choice>
          <mc:Fallback>
            <p:pic>
              <p:nvPicPr>
                <p:cNvPr id="30" name="Ink 29">
                  <a:extLst>
                    <a:ext uri="{FF2B5EF4-FFF2-40B4-BE49-F238E27FC236}">
                      <a16:creationId xmlns:a16="http://schemas.microsoft.com/office/drawing/2014/main" id="{F1A4D6B9-6844-A5E2-4AC8-350CF8CE5A11}"/>
                    </a:ext>
                  </a:extLst>
                </p:cNvPr>
                <p:cNvPicPr/>
                <p:nvPr/>
              </p:nvPicPr>
              <p:blipFill>
                <a:blip r:embed="rId41"/>
                <a:stretch>
                  <a:fillRect/>
                </a:stretch>
              </p:blipFill>
              <p:spPr>
                <a:xfrm>
                  <a:off x="7915435" y="4653910"/>
                  <a:ext cx="22068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E2C55B71-6571-009B-A557-DC0A27EED5AF}"/>
                    </a:ext>
                  </a:extLst>
                </p14:cNvPr>
                <p14:cNvContentPartPr/>
                <p14:nvPr/>
              </p14:nvContentPartPr>
              <p14:xfrm>
                <a:off x="7948915" y="4824190"/>
                <a:ext cx="174240" cy="21240"/>
              </p14:xfrm>
            </p:contentPart>
          </mc:Choice>
          <mc:Fallback>
            <p:pic>
              <p:nvPicPr>
                <p:cNvPr id="31" name="Ink 30">
                  <a:extLst>
                    <a:ext uri="{FF2B5EF4-FFF2-40B4-BE49-F238E27FC236}">
                      <a16:creationId xmlns:a16="http://schemas.microsoft.com/office/drawing/2014/main" id="{E2C55B71-6571-009B-A557-DC0A27EED5AF}"/>
                    </a:ext>
                  </a:extLst>
                </p:cNvPr>
                <p:cNvPicPr/>
                <p:nvPr/>
              </p:nvPicPr>
              <p:blipFill>
                <a:blip r:embed="rId43"/>
                <a:stretch>
                  <a:fillRect/>
                </a:stretch>
              </p:blipFill>
              <p:spPr>
                <a:xfrm>
                  <a:off x="7942795" y="4818070"/>
                  <a:ext cx="1864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C30E7564-4273-34CC-3BF6-FAB9F9BF0563}"/>
                    </a:ext>
                  </a:extLst>
                </p14:cNvPr>
                <p14:cNvContentPartPr/>
                <p14:nvPr/>
              </p14:nvContentPartPr>
              <p14:xfrm>
                <a:off x="7961155" y="4631950"/>
                <a:ext cx="172080" cy="19080"/>
              </p14:xfrm>
            </p:contentPart>
          </mc:Choice>
          <mc:Fallback>
            <p:pic>
              <p:nvPicPr>
                <p:cNvPr id="32" name="Ink 31">
                  <a:extLst>
                    <a:ext uri="{FF2B5EF4-FFF2-40B4-BE49-F238E27FC236}">
                      <a16:creationId xmlns:a16="http://schemas.microsoft.com/office/drawing/2014/main" id="{C30E7564-4273-34CC-3BF6-FAB9F9BF0563}"/>
                    </a:ext>
                  </a:extLst>
                </p:cNvPr>
                <p:cNvPicPr/>
                <p:nvPr/>
              </p:nvPicPr>
              <p:blipFill>
                <a:blip r:embed="rId45"/>
                <a:stretch>
                  <a:fillRect/>
                </a:stretch>
              </p:blipFill>
              <p:spPr>
                <a:xfrm>
                  <a:off x="7955035" y="4625830"/>
                  <a:ext cx="1843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BC572FAE-0F99-4980-6D73-B95942577C42}"/>
                    </a:ext>
                  </a:extLst>
                </p14:cNvPr>
                <p14:cNvContentPartPr/>
                <p14:nvPr/>
              </p14:nvContentPartPr>
              <p14:xfrm>
                <a:off x="8234755" y="4504150"/>
                <a:ext cx="245520" cy="146880"/>
              </p14:xfrm>
            </p:contentPart>
          </mc:Choice>
          <mc:Fallback>
            <p:pic>
              <p:nvPicPr>
                <p:cNvPr id="33" name="Ink 32">
                  <a:extLst>
                    <a:ext uri="{FF2B5EF4-FFF2-40B4-BE49-F238E27FC236}">
                      <a16:creationId xmlns:a16="http://schemas.microsoft.com/office/drawing/2014/main" id="{BC572FAE-0F99-4980-6D73-B95942577C42}"/>
                    </a:ext>
                  </a:extLst>
                </p:cNvPr>
                <p:cNvPicPr/>
                <p:nvPr/>
              </p:nvPicPr>
              <p:blipFill>
                <a:blip r:embed="rId47"/>
                <a:stretch>
                  <a:fillRect/>
                </a:stretch>
              </p:blipFill>
              <p:spPr>
                <a:xfrm>
                  <a:off x="8228635" y="4498030"/>
                  <a:ext cx="25776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AD92AE71-D3DD-F057-632A-C496FCF55148}"/>
                    </a:ext>
                  </a:extLst>
                </p14:cNvPr>
                <p14:cNvContentPartPr/>
                <p14:nvPr/>
              </p14:nvContentPartPr>
              <p14:xfrm>
                <a:off x="8506555" y="4442590"/>
                <a:ext cx="331200" cy="789120"/>
              </p14:xfrm>
            </p:contentPart>
          </mc:Choice>
          <mc:Fallback>
            <p:pic>
              <p:nvPicPr>
                <p:cNvPr id="34" name="Ink 33">
                  <a:extLst>
                    <a:ext uri="{FF2B5EF4-FFF2-40B4-BE49-F238E27FC236}">
                      <a16:creationId xmlns:a16="http://schemas.microsoft.com/office/drawing/2014/main" id="{AD92AE71-D3DD-F057-632A-C496FCF55148}"/>
                    </a:ext>
                  </a:extLst>
                </p:cNvPr>
                <p:cNvPicPr/>
                <p:nvPr/>
              </p:nvPicPr>
              <p:blipFill>
                <a:blip r:embed="rId49"/>
                <a:stretch>
                  <a:fillRect/>
                </a:stretch>
              </p:blipFill>
              <p:spPr>
                <a:xfrm>
                  <a:off x="8500435" y="4436470"/>
                  <a:ext cx="343440" cy="801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42BB1E97-A710-B98E-1BA2-0A3537CAAA2F}"/>
                    </a:ext>
                  </a:extLst>
                </p14:cNvPr>
                <p14:cNvContentPartPr/>
                <p14:nvPr/>
              </p14:nvContentPartPr>
              <p14:xfrm>
                <a:off x="8794195" y="4635910"/>
                <a:ext cx="180000" cy="369000"/>
              </p14:xfrm>
            </p:contentPart>
          </mc:Choice>
          <mc:Fallback>
            <p:pic>
              <p:nvPicPr>
                <p:cNvPr id="35" name="Ink 34">
                  <a:extLst>
                    <a:ext uri="{FF2B5EF4-FFF2-40B4-BE49-F238E27FC236}">
                      <a16:creationId xmlns:a16="http://schemas.microsoft.com/office/drawing/2014/main" id="{42BB1E97-A710-B98E-1BA2-0A3537CAAA2F}"/>
                    </a:ext>
                  </a:extLst>
                </p:cNvPr>
                <p:cNvPicPr/>
                <p:nvPr/>
              </p:nvPicPr>
              <p:blipFill>
                <a:blip r:embed="rId51"/>
                <a:stretch>
                  <a:fillRect/>
                </a:stretch>
              </p:blipFill>
              <p:spPr>
                <a:xfrm>
                  <a:off x="8788075" y="4629790"/>
                  <a:ext cx="192240" cy="381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46B04AA0-8985-7D1C-B5C8-89D46CEDE4E2}"/>
                    </a:ext>
                  </a:extLst>
                </p14:cNvPr>
                <p14:cNvContentPartPr/>
                <p14:nvPr/>
              </p14:nvContentPartPr>
              <p14:xfrm>
                <a:off x="8780155" y="4725190"/>
                <a:ext cx="230040" cy="259200"/>
              </p14:xfrm>
            </p:contentPart>
          </mc:Choice>
          <mc:Fallback>
            <p:pic>
              <p:nvPicPr>
                <p:cNvPr id="36" name="Ink 35">
                  <a:extLst>
                    <a:ext uri="{FF2B5EF4-FFF2-40B4-BE49-F238E27FC236}">
                      <a16:creationId xmlns:a16="http://schemas.microsoft.com/office/drawing/2014/main" id="{46B04AA0-8985-7D1C-B5C8-89D46CEDE4E2}"/>
                    </a:ext>
                  </a:extLst>
                </p:cNvPr>
                <p:cNvPicPr/>
                <p:nvPr/>
              </p:nvPicPr>
              <p:blipFill>
                <a:blip r:embed="rId53"/>
                <a:stretch>
                  <a:fillRect/>
                </a:stretch>
              </p:blipFill>
              <p:spPr>
                <a:xfrm>
                  <a:off x="8774035" y="4719070"/>
                  <a:ext cx="24228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DFEA7FAD-FD97-8476-F6B5-3936A3F2CF7B}"/>
                    </a:ext>
                  </a:extLst>
                </p14:cNvPr>
                <p14:cNvContentPartPr/>
                <p14:nvPr/>
              </p14:nvContentPartPr>
              <p14:xfrm>
                <a:off x="8976715" y="4525390"/>
                <a:ext cx="124920" cy="629640"/>
              </p14:xfrm>
            </p:contentPart>
          </mc:Choice>
          <mc:Fallback>
            <p:pic>
              <p:nvPicPr>
                <p:cNvPr id="37" name="Ink 36">
                  <a:extLst>
                    <a:ext uri="{FF2B5EF4-FFF2-40B4-BE49-F238E27FC236}">
                      <a16:creationId xmlns:a16="http://schemas.microsoft.com/office/drawing/2014/main" id="{DFEA7FAD-FD97-8476-F6B5-3936A3F2CF7B}"/>
                    </a:ext>
                  </a:extLst>
                </p:cNvPr>
                <p:cNvPicPr/>
                <p:nvPr/>
              </p:nvPicPr>
              <p:blipFill>
                <a:blip r:embed="rId55"/>
                <a:stretch>
                  <a:fillRect/>
                </a:stretch>
              </p:blipFill>
              <p:spPr>
                <a:xfrm>
                  <a:off x="8970595" y="4519270"/>
                  <a:ext cx="137160" cy="641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3CE81614-8EE9-D51B-C3C4-8E73D8DC2EDC}"/>
                    </a:ext>
                  </a:extLst>
                </p14:cNvPr>
                <p14:cNvContentPartPr/>
                <p14:nvPr/>
              </p14:nvContentPartPr>
              <p14:xfrm>
                <a:off x="9509875" y="4824550"/>
                <a:ext cx="153720" cy="50040"/>
              </p14:xfrm>
            </p:contentPart>
          </mc:Choice>
          <mc:Fallback>
            <p:pic>
              <p:nvPicPr>
                <p:cNvPr id="39" name="Ink 38">
                  <a:extLst>
                    <a:ext uri="{FF2B5EF4-FFF2-40B4-BE49-F238E27FC236}">
                      <a16:creationId xmlns:a16="http://schemas.microsoft.com/office/drawing/2014/main" id="{3CE81614-8EE9-D51B-C3C4-8E73D8DC2EDC}"/>
                    </a:ext>
                  </a:extLst>
                </p:cNvPr>
                <p:cNvPicPr/>
                <p:nvPr/>
              </p:nvPicPr>
              <p:blipFill>
                <a:blip r:embed="rId57"/>
                <a:stretch>
                  <a:fillRect/>
                </a:stretch>
              </p:blipFill>
              <p:spPr>
                <a:xfrm>
                  <a:off x="9503755" y="4818430"/>
                  <a:ext cx="1659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5F253453-92DC-882D-EA87-838F2B943049}"/>
                    </a:ext>
                  </a:extLst>
                </p14:cNvPr>
                <p14:cNvContentPartPr/>
                <p14:nvPr/>
              </p14:nvContentPartPr>
              <p14:xfrm>
                <a:off x="9529675" y="4850110"/>
                <a:ext cx="215640" cy="85320"/>
              </p14:xfrm>
            </p:contentPart>
          </mc:Choice>
          <mc:Fallback>
            <p:pic>
              <p:nvPicPr>
                <p:cNvPr id="40" name="Ink 39">
                  <a:extLst>
                    <a:ext uri="{FF2B5EF4-FFF2-40B4-BE49-F238E27FC236}">
                      <a16:creationId xmlns:a16="http://schemas.microsoft.com/office/drawing/2014/main" id="{5F253453-92DC-882D-EA87-838F2B943049}"/>
                    </a:ext>
                  </a:extLst>
                </p:cNvPr>
                <p:cNvPicPr/>
                <p:nvPr/>
              </p:nvPicPr>
              <p:blipFill>
                <a:blip r:embed="rId59"/>
                <a:stretch>
                  <a:fillRect/>
                </a:stretch>
              </p:blipFill>
              <p:spPr>
                <a:xfrm>
                  <a:off x="9523555" y="4843990"/>
                  <a:ext cx="22788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63A8A202-CC55-7043-14BE-8493085E15BA}"/>
                    </a:ext>
                  </a:extLst>
                </p14:cNvPr>
                <p14:cNvContentPartPr/>
                <p14:nvPr/>
              </p14:nvContentPartPr>
              <p14:xfrm>
                <a:off x="10097755" y="4607110"/>
                <a:ext cx="313920" cy="279720"/>
              </p14:xfrm>
            </p:contentPart>
          </mc:Choice>
          <mc:Fallback>
            <p:pic>
              <p:nvPicPr>
                <p:cNvPr id="41" name="Ink 40">
                  <a:extLst>
                    <a:ext uri="{FF2B5EF4-FFF2-40B4-BE49-F238E27FC236}">
                      <a16:creationId xmlns:a16="http://schemas.microsoft.com/office/drawing/2014/main" id="{63A8A202-CC55-7043-14BE-8493085E15BA}"/>
                    </a:ext>
                  </a:extLst>
                </p:cNvPr>
                <p:cNvPicPr/>
                <p:nvPr/>
              </p:nvPicPr>
              <p:blipFill>
                <a:blip r:embed="rId61"/>
                <a:stretch>
                  <a:fillRect/>
                </a:stretch>
              </p:blipFill>
              <p:spPr>
                <a:xfrm>
                  <a:off x="10091635" y="4600990"/>
                  <a:ext cx="32616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2" name="Ink 41">
                  <a:extLst>
                    <a:ext uri="{FF2B5EF4-FFF2-40B4-BE49-F238E27FC236}">
                      <a16:creationId xmlns:a16="http://schemas.microsoft.com/office/drawing/2014/main" id="{896AAB56-3ED9-104A-88BB-6D35A3757E80}"/>
                    </a:ext>
                  </a:extLst>
                </p14:cNvPr>
                <p14:cNvContentPartPr/>
                <p14:nvPr/>
              </p14:nvContentPartPr>
              <p14:xfrm>
                <a:off x="10466395" y="4355110"/>
                <a:ext cx="358920" cy="191880"/>
              </p14:xfrm>
            </p:contentPart>
          </mc:Choice>
          <mc:Fallback>
            <p:pic>
              <p:nvPicPr>
                <p:cNvPr id="42" name="Ink 41">
                  <a:extLst>
                    <a:ext uri="{FF2B5EF4-FFF2-40B4-BE49-F238E27FC236}">
                      <a16:creationId xmlns:a16="http://schemas.microsoft.com/office/drawing/2014/main" id="{896AAB56-3ED9-104A-88BB-6D35A3757E80}"/>
                    </a:ext>
                  </a:extLst>
                </p:cNvPr>
                <p:cNvPicPr/>
                <p:nvPr/>
              </p:nvPicPr>
              <p:blipFill>
                <a:blip r:embed="rId63"/>
                <a:stretch>
                  <a:fillRect/>
                </a:stretch>
              </p:blipFill>
              <p:spPr>
                <a:xfrm>
                  <a:off x="10460275" y="4348990"/>
                  <a:ext cx="37116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5" name="Ink 44">
                  <a:extLst>
                    <a:ext uri="{FF2B5EF4-FFF2-40B4-BE49-F238E27FC236}">
                      <a16:creationId xmlns:a16="http://schemas.microsoft.com/office/drawing/2014/main" id="{144FCC91-389B-F63D-236F-E01D3B6807A2}"/>
                    </a:ext>
                  </a:extLst>
                </p14:cNvPr>
                <p14:cNvContentPartPr/>
                <p14:nvPr/>
              </p14:nvContentPartPr>
              <p14:xfrm>
                <a:off x="3271435" y="2888470"/>
                <a:ext cx="4386600" cy="1595520"/>
              </p14:xfrm>
            </p:contentPart>
          </mc:Choice>
          <mc:Fallback>
            <p:pic>
              <p:nvPicPr>
                <p:cNvPr id="45" name="Ink 44">
                  <a:extLst>
                    <a:ext uri="{FF2B5EF4-FFF2-40B4-BE49-F238E27FC236}">
                      <a16:creationId xmlns:a16="http://schemas.microsoft.com/office/drawing/2014/main" id="{144FCC91-389B-F63D-236F-E01D3B6807A2}"/>
                    </a:ext>
                  </a:extLst>
                </p:cNvPr>
                <p:cNvPicPr/>
                <p:nvPr/>
              </p:nvPicPr>
              <p:blipFill>
                <a:blip r:embed="rId65"/>
                <a:stretch>
                  <a:fillRect/>
                </a:stretch>
              </p:blipFill>
              <p:spPr>
                <a:xfrm>
                  <a:off x="3265315" y="2882350"/>
                  <a:ext cx="4398840" cy="1607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47" name="Ink 46">
                <a:extLst>
                  <a:ext uri="{FF2B5EF4-FFF2-40B4-BE49-F238E27FC236}">
                    <a16:creationId xmlns:a16="http://schemas.microsoft.com/office/drawing/2014/main" id="{37F1B14E-EE7A-BBE8-5FF3-BE4278545ED6}"/>
                  </a:ext>
                </a:extLst>
              </p14:cNvPr>
              <p14:cNvContentPartPr/>
              <p14:nvPr/>
            </p14:nvContentPartPr>
            <p14:xfrm>
              <a:off x="2513275" y="3823390"/>
              <a:ext cx="573840" cy="135720"/>
            </p14:xfrm>
          </p:contentPart>
        </mc:Choice>
        <mc:Fallback>
          <p:pic>
            <p:nvPicPr>
              <p:cNvPr id="47" name="Ink 46">
                <a:extLst>
                  <a:ext uri="{FF2B5EF4-FFF2-40B4-BE49-F238E27FC236}">
                    <a16:creationId xmlns:a16="http://schemas.microsoft.com/office/drawing/2014/main" id="{37F1B14E-EE7A-BBE8-5FF3-BE4278545ED6}"/>
                  </a:ext>
                </a:extLst>
              </p:cNvPr>
              <p:cNvPicPr/>
              <p:nvPr/>
            </p:nvPicPr>
            <p:blipFill>
              <a:blip r:embed="rId67"/>
              <a:stretch>
                <a:fillRect/>
              </a:stretch>
            </p:blipFill>
            <p:spPr>
              <a:xfrm>
                <a:off x="2507155" y="3817270"/>
                <a:ext cx="58608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8" name="Ink 47">
                <a:extLst>
                  <a:ext uri="{FF2B5EF4-FFF2-40B4-BE49-F238E27FC236}">
                    <a16:creationId xmlns:a16="http://schemas.microsoft.com/office/drawing/2014/main" id="{A2F5DE4E-3490-CD1A-00F6-A4E6F10472BE}"/>
                  </a:ext>
                </a:extLst>
              </p14:cNvPr>
              <p14:cNvContentPartPr/>
              <p14:nvPr/>
            </p14:nvContentPartPr>
            <p14:xfrm>
              <a:off x="1355875" y="5588470"/>
              <a:ext cx="4177080" cy="100080"/>
            </p14:xfrm>
          </p:contentPart>
        </mc:Choice>
        <mc:Fallback>
          <p:pic>
            <p:nvPicPr>
              <p:cNvPr id="48" name="Ink 47">
                <a:extLst>
                  <a:ext uri="{FF2B5EF4-FFF2-40B4-BE49-F238E27FC236}">
                    <a16:creationId xmlns:a16="http://schemas.microsoft.com/office/drawing/2014/main" id="{A2F5DE4E-3490-CD1A-00F6-A4E6F10472BE}"/>
                  </a:ext>
                </a:extLst>
              </p:cNvPr>
              <p:cNvPicPr/>
              <p:nvPr/>
            </p:nvPicPr>
            <p:blipFill>
              <a:blip r:embed="rId69"/>
              <a:stretch>
                <a:fillRect/>
              </a:stretch>
            </p:blipFill>
            <p:spPr>
              <a:xfrm>
                <a:off x="1349755" y="5582350"/>
                <a:ext cx="4189320" cy="112320"/>
              </a:xfrm>
              <a:prstGeom prst="rect">
                <a:avLst/>
              </a:prstGeom>
            </p:spPr>
          </p:pic>
        </mc:Fallback>
      </mc:AlternateContent>
    </p:spTree>
    <p:extLst>
      <p:ext uri="{BB962C8B-B14F-4D97-AF65-F5344CB8AC3E}">
        <p14:creationId xmlns:p14="http://schemas.microsoft.com/office/powerpoint/2010/main" val="1622336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Why Standard Normal Distribution?</a:t>
            </a:r>
            <a:endParaRPr lang="en-IN" dirty="0"/>
          </a:p>
        </p:txBody>
      </p:sp>
      <p:pic>
        <p:nvPicPr>
          <p:cNvPr id="5" name="Content Placeholder 11">
            <a:extLst>
              <a:ext uri="{FF2B5EF4-FFF2-40B4-BE49-F238E27FC236}">
                <a16:creationId xmlns:a16="http://schemas.microsoft.com/office/drawing/2014/main" id="{EF0700CA-4A65-517C-A53C-E90B78E5EDD8}"/>
              </a:ext>
            </a:extLst>
          </p:cNvPr>
          <p:cNvPicPr>
            <a:picLocks noChangeAspect="1"/>
          </p:cNvPicPr>
          <p:nvPr/>
        </p:nvPicPr>
        <p:blipFill>
          <a:blip r:embed="rId2"/>
          <a:stretch>
            <a:fillRect/>
          </a:stretch>
        </p:blipFill>
        <p:spPr>
          <a:xfrm>
            <a:off x="685800" y="1219200"/>
            <a:ext cx="8229600" cy="3893987"/>
          </a:xfrm>
          <a:prstGeom prst="rect">
            <a:avLst/>
          </a:prstGeom>
        </p:spPr>
      </p:pic>
      <p:sp>
        <p:nvSpPr>
          <p:cNvPr id="6" name="TextBox 5">
            <a:extLst>
              <a:ext uri="{FF2B5EF4-FFF2-40B4-BE49-F238E27FC236}">
                <a16:creationId xmlns:a16="http://schemas.microsoft.com/office/drawing/2014/main" id="{4F91EB1A-951D-7157-0B68-5F80E453670A}"/>
              </a:ext>
            </a:extLst>
          </p:cNvPr>
          <p:cNvSpPr txBox="1">
            <a:spLocks noChangeArrowheads="1"/>
          </p:cNvSpPr>
          <p:nvPr/>
        </p:nvSpPr>
        <p:spPr bwMode="auto">
          <a:xfrm>
            <a:off x="1086331" y="5113187"/>
            <a:ext cx="8427440" cy="57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1509" tIns="40754" rIns="81509" bIns="40754">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tLang="en-US" sz="2400" b="1" dirty="0">
                <a:solidFill>
                  <a:srgbClr val="6600CC"/>
                </a:solidFill>
                <a:latin typeface="+mn-lt"/>
                <a:cs typeface="Times New Roman" panose="02020603050405020304" pitchFamily="18" charset="0"/>
              </a:rPr>
              <a:t>X </a:t>
            </a:r>
            <a:r>
              <a:rPr lang="en-US" altLang="en-US" sz="2400" b="1" dirty="0">
                <a:solidFill>
                  <a:srgbClr val="6600CC"/>
                </a:solidFill>
                <a:latin typeface="+mn-lt"/>
                <a:ea typeface="Calibri" panose="020F0502020204030204" pitchFamily="34" charset="0"/>
                <a:cs typeface="Times New Roman" panose="02020603050405020304" pitchFamily="18" charset="0"/>
              </a:rPr>
              <a:t>~ N(µ, </a:t>
            </a:r>
            <a:r>
              <a:rPr lang="el-GR" altLang="en-US" sz="2400" b="1" dirty="0">
                <a:solidFill>
                  <a:srgbClr val="6600CC"/>
                </a:solidFill>
                <a:latin typeface="+mn-lt"/>
                <a:ea typeface="Calibri" panose="020F0502020204030204" pitchFamily="34" charset="0"/>
                <a:cs typeface="Times New Roman" panose="02020603050405020304" pitchFamily="18" charset="0"/>
              </a:rPr>
              <a:t>σ</a:t>
            </a:r>
            <a:r>
              <a:rPr lang="en-IN" altLang="en-US" sz="2400" b="1" baseline="30000" dirty="0">
                <a:solidFill>
                  <a:srgbClr val="6600CC"/>
                </a:solidFill>
                <a:latin typeface="+mn-lt"/>
                <a:ea typeface="Calibri" panose="020F0502020204030204" pitchFamily="34" charset="0"/>
                <a:cs typeface="Times New Roman" panose="02020603050405020304" pitchFamily="18" charset="0"/>
              </a:rPr>
              <a:t>2</a:t>
            </a:r>
            <a:r>
              <a:rPr lang="en-IN" altLang="en-US" sz="2400" b="1" dirty="0">
                <a:solidFill>
                  <a:srgbClr val="6600CC"/>
                </a:solidFill>
                <a:latin typeface="+mn-lt"/>
                <a:ea typeface="Calibri" panose="020F0502020204030204" pitchFamily="34" charset="0"/>
                <a:cs typeface="Times New Roman" panose="02020603050405020304" pitchFamily="18" charset="0"/>
              </a:rPr>
              <a:t>) → </a:t>
            </a:r>
            <a:r>
              <a:rPr lang="en-US" altLang="en-US" sz="2400" b="1" dirty="0">
                <a:solidFill>
                  <a:srgbClr val="6600CC"/>
                </a:solidFill>
                <a:latin typeface="+mn-lt"/>
                <a:cs typeface="Times New Roman" panose="02020603050405020304" pitchFamily="18" charset="0"/>
              </a:rPr>
              <a:t>Z </a:t>
            </a:r>
            <a:r>
              <a:rPr lang="en-US" altLang="en-US" sz="2400" b="1" dirty="0">
                <a:solidFill>
                  <a:srgbClr val="6600CC"/>
                </a:solidFill>
                <a:latin typeface="+mn-lt"/>
                <a:ea typeface="Calibri" panose="020F0502020204030204" pitchFamily="34" charset="0"/>
                <a:cs typeface="Times New Roman" panose="02020603050405020304" pitchFamily="18" charset="0"/>
              </a:rPr>
              <a:t>~ N(0, </a:t>
            </a:r>
            <a:r>
              <a:rPr lang="en-IN" altLang="en-US" sz="2400" b="1" dirty="0">
                <a:solidFill>
                  <a:srgbClr val="6600CC"/>
                </a:solidFill>
                <a:latin typeface="+mn-lt"/>
                <a:ea typeface="Calibri" panose="020F0502020204030204" pitchFamily="34" charset="0"/>
                <a:cs typeface="Times New Roman" panose="02020603050405020304" pitchFamily="18" charset="0"/>
              </a:rPr>
              <a:t>1). This is true for any data size </a:t>
            </a:r>
            <a:endParaRPr lang="en-US" altLang="en-US" sz="2400" b="1" dirty="0">
              <a:latin typeface="+mn-lt"/>
              <a:cs typeface="Times New Roman" panose="02020603050405020304" pitchFamily="18" charset="0"/>
            </a:endParaRPr>
          </a:p>
        </p:txBody>
      </p:sp>
    </p:spTree>
    <p:extLst>
      <p:ext uri="{BB962C8B-B14F-4D97-AF65-F5344CB8AC3E}">
        <p14:creationId xmlns:p14="http://schemas.microsoft.com/office/powerpoint/2010/main" val="736221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Why Standard Normal Distribution?</a:t>
            </a:r>
            <a:endParaRPr lang="en-IN" dirty="0"/>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4F91EB1A-951D-7157-0B68-5F80E453670A}"/>
                  </a:ext>
                </a:extLst>
              </p:cNvPr>
              <p:cNvSpPr txBox="1">
                <a:spLocks noChangeArrowheads="1"/>
              </p:cNvSpPr>
              <p:nvPr/>
            </p:nvSpPr>
            <p:spPr bwMode="auto">
              <a:xfrm>
                <a:off x="1387952" y="5332059"/>
                <a:ext cx="10423048" cy="151115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81509" tIns="40754" rIns="81509" bIns="40754">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tLang="en-US" sz="2400" b="1" dirty="0">
                    <a:solidFill>
                      <a:srgbClr val="6600CC"/>
                    </a:solidFill>
                    <a:latin typeface="+mn-lt"/>
                    <a:cs typeface="Times New Roman" panose="02020603050405020304" pitchFamily="18" charset="0"/>
                  </a:rPr>
                  <a:t>X </a:t>
                </a:r>
                <a:r>
                  <a:rPr lang="en-US" altLang="en-US" sz="2400" b="1" dirty="0">
                    <a:solidFill>
                      <a:srgbClr val="6600CC"/>
                    </a:solidFill>
                    <a:latin typeface="+mn-lt"/>
                    <a:ea typeface="Calibri" panose="020F0502020204030204" pitchFamily="34" charset="0"/>
                    <a:cs typeface="Times New Roman" panose="02020603050405020304" pitchFamily="18" charset="0"/>
                  </a:rPr>
                  <a:t>~ N(µ, </a:t>
                </a:r>
                <a:r>
                  <a:rPr lang="el-GR" altLang="en-US" sz="2400" b="1" dirty="0">
                    <a:solidFill>
                      <a:srgbClr val="6600CC"/>
                    </a:solidFill>
                    <a:latin typeface="+mn-lt"/>
                    <a:ea typeface="Calibri" panose="020F0502020204030204" pitchFamily="34" charset="0"/>
                    <a:cs typeface="Times New Roman" panose="02020603050405020304" pitchFamily="18" charset="0"/>
                  </a:rPr>
                  <a:t>σ</a:t>
                </a:r>
                <a:r>
                  <a:rPr lang="en-IN" altLang="en-US" sz="2400" b="1" baseline="30000" dirty="0">
                    <a:solidFill>
                      <a:srgbClr val="6600CC"/>
                    </a:solidFill>
                    <a:latin typeface="+mn-lt"/>
                    <a:ea typeface="Calibri" panose="020F0502020204030204" pitchFamily="34" charset="0"/>
                    <a:cs typeface="Times New Roman" panose="02020603050405020304" pitchFamily="18" charset="0"/>
                  </a:rPr>
                  <a:t>2</a:t>
                </a:r>
                <a:r>
                  <a:rPr lang="en-IN" altLang="en-US" sz="2400" b="1" dirty="0">
                    <a:solidFill>
                      <a:srgbClr val="6600CC"/>
                    </a:solidFill>
                    <a:latin typeface="+mn-lt"/>
                    <a:ea typeface="Calibri" panose="020F0502020204030204" pitchFamily="34" charset="0"/>
                    <a:cs typeface="Times New Roman" panose="02020603050405020304" pitchFamily="18" charset="0"/>
                  </a:rPr>
                  <a:t>) → </a:t>
                </a:r>
                <a:r>
                  <a:rPr lang="en-US" altLang="en-US" sz="2400" b="1" dirty="0">
                    <a:solidFill>
                      <a:srgbClr val="6600CC"/>
                    </a:solidFill>
                    <a:latin typeface="+mn-lt"/>
                    <a:cs typeface="Times New Roman" panose="02020603050405020304" pitchFamily="18" charset="0"/>
                  </a:rPr>
                  <a:t>Z </a:t>
                </a:r>
                <a:r>
                  <a:rPr lang="en-US" altLang="en-US" sz="2400" b="1" dirty="0">
                    <a:solidFill>
                      <a:srgbClr val="6600CC"/>
                    </a:solidFill>
                    <a:latin typeface="+mn-lt"/>
                    <a:ea typeface="Calibri" panose="020F0502020204030204" pitchFamily="34" charset="0"/>
                    <a:cs typeface="Times New Roman" panose="02020603050405020304" pitchFamily="18" charset="0"/>
                  </a:rPr>
                  <a:t>~ N(0, </a:t>
                </a:r>
                <a:r>
                  <a:rPr lang="en-IN" altLang="en-US" sz="2400" b="1" dirty="0">
                    <a:solidFill>
                      <a:srgbClr val="6600CC"/>
                    </a:solidFill>
                    <a:latin typeface="+mn-lt"/>
                    <a:ea typeface="Calibri" panose="020F0502020204030204" pitchFamily="34" charset="0"/>
                    <a:cs typeface="Times New Roman" panose="02020603050405020304" pitchFamily="18" charset="0"/>
                  </a:rPr>
                  <a:t>1). This is true for any data size.</a:t>
                </a:r>
                <a:r>
                  <a:rPr lang="en-IN" sz="2400" dirty="0"/>
                  <a:t> </a:t>
                </a:r>
              </a:p>
              <a:p>
                <a:pPr eaLnBrk="1" hangingPunct="1">
                  <a:lnSpc>
                    <a:spcPct val="150000"/>
                  </a:lnSpc>
                </a:pPr>
                <a:r>
                  <a:rPr lang="en-IN" sz="2000" dirty="0"/>
                  <a:t>In general,  </a:t>
                </a:r>
                <a14:m>
                  <m:oMath xmlns:m="http://schemas.openxmlformats.org/officeDocument/2006/math">
                    <m:r>
                      <a:rPr lang="en-IN" sz="2000" i="1">
                        <a:latin typeface="Cambria Math" panose="02040503050406030204" pitchFamily="18" charset="0"/>
                      </a:rPr>
                      <m:t>𝑋</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𝑁</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𝜇</m:t>
                    </m:r>
                    <m:r>
                      <a:rPr lang="en-IN" sz="2000" i="1">
                        <a:latin typeface="Cambria Math" panose="02040503050406030204" pitchFamily="18" charset="0"/>
                        <a:ea typeface="Cambria Math" panose="02040503050406030204" pitchFamily="18" charset="0"/>
                      </a:rPr>
                      <m:t>, </m:t>
                    </m:r>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𝜎</m:t>
                        </m:r>
                      </m:e>
                      <m:sup>
                        <m:r>
                          <a:rPr lang="en-IN" sz="2000" i="1">
                            <a:latin typeface="Cambria Math" panose="02040503050406030204" pitchFamily="18" charset="0"/>
                            <a:ea typeface="Cambria Math" panose="02040503050406030204" pitchFamily="18" charset="0"/>
                          </a:rPr>
                          <m:t>2</m:t>
                        </m:r>
                      </m:sup>
                    </m:sSup>
                    <m:r>
                      <a:rPr lang="en-IN" sz="2000" i="1">
                        <a:latin typeface="Cambria Math" panose="02040503050406030204" pitchFamily="18" charset="0"/>
                        <a:ea typeface="Cambria Math" panose="02040503050406030204" pitchFamily="18" charset="0"/>
                      </a:rPr>
                      <m:t>)</m:t>
                    </m:r>
                  </m:oMath>
                </a14:m>
                <a:r>
                  <a:rPr lang="en-IN" sz="2000" dirty="0"/>
                  <a:t> then </a:t>
                </a:r>
                <a14:m>
                  <m:oMath xmlns:m="http://schemas.openxmlformats.org/officeDocument/2006/math">
                    <m:r>
                      <a:rPr lang="en-IN" sz="2000" i="1">
                        <a:latin typeface="Cambria Math" panose="02040503050406030204" pitchFamily="18" charset="0"/>
                      </a:rPr>
                      <m:t>𝑌</m:t>
                    </m:r>
                    <m:r>
                      <a:rPr lang="en-IN" sz="2000" i="1">
                        <a:latin typeface="Cambria Math" panose="02040503050406030204" pitchFamily="18" charset="0"/>
                      </a:rPr>
                      <m:t>=</m:t>
                    </m:r>
                    <m:r>
                      <a:rPr lang="en-IN" sz="2000" i="1">
                        <a:latin typeface="Cambria Math" panose="02040503050406030204" pitchFamily="18" charset="0"/>
                      </a:rPr>
                      <m:t>𝑎𝑋</m:t>
                    </m:r>
                    <m:r>
                      <a:rPr lang="en-IN" sz="2000" i="1">
                        <a:latin typeface="Cambria Math" panose="02040503050406030204" pitchFamily="18" charset="0"/>
                      </a:rPr>
                      <m:t>+</m:t>
                    </m:r>
                    <m:r>
                      <a:rPr lang="en-IN" sz="2000" i="1">
                        <a:latin typeface="Cambria Math" panose="02040503050406030204" pitchFamily="18" charset="0"/>
                      </a:rPr>
                      <m:t>𝑏</m:t>
                    </m:r>
                    <m:r>
                      <a:rPr lang="en-IN" sz="2000" i="1">
                        <a:latin typeface="Cambria Math" panose="02040503050406030204" pitchFamily="18" charset="0"/>
                      </a:rPr>
                      <m:t> ~ </m:t>
                    </m:r>
                    <m:r>
                      <a:rPr lang="en-IN" sz="2000" i="1">
                        <a:latin typeface="Cambria Math" panose="02040503050406030204" pitchFamily="18" charset="0"/>
                        <a:ea typeface="Cambria Math" panose="02040503050406030204" pitchFamily="18" charset="0"/>
                      </a:rPr>
                      <m:t>𝑁</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𝑎</m:t>
                        </m:r>
                        <m:r>
                          <a:rPr lang="en-IN" sz="2000" i="1">
                            <a:latin typeface="Cambria Math" panose="02040503050406030204" pitchFamily="18" charset="0"/>
                            <a:ea typeface="Cambria Math" panose="02040503050406030204" pitchFamily="18" charset="0"/>
                          </a:rPr>
                          <m:t>𝜇</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𝑏</m:t>
                        </m:r>
                        <m:r>
                          <a:rPr lang="en-IN" sz="2000" i="1">
                            <a:latin typeface="Cambria Math" panose="02040503050406030204" pitchFamily="18" charset="0"/>
                            <a:ea typeface="Cambria Math" panose="02040503050406030204" pitchFamily="18" charset="0"/>
                          </a:rPr>
                          <m:t>, </m:t>
                        </m:r>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𝑎</m:t>
                            </m:r>
                          </m:e>
                          <m:sup>
                            <m:r>
                              <a:rPr lang="en-IN" sz="2000" i="1">
                                <a:latin typeface="Cambria Math" panose="02040503050406030204" pitchFamily="18" charset="0"/>
                                <a:ea typeface="Cambria Math" panose="02040503050406030204" pitchFamily="18" charset="0"/>
                              </a:rPr>
                              <m:t>2</m:t>
                            </m:r>
                          </m:sup>
                        </m:sSup>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𝜎</m:t>
                            </m:r>
                          </m:e>
                          <m:sup>
                            <m:r>
                              <a:rPr lang="en-IN" sz="2000" i="1">
                                <a:latin typeface="Cambria Math" panose="02040503050406030204" pitchFamily="18" charset="0"/>
                                <a:ea typeface="Cambria Math" panose="02040503050406030204" pitchFamily="18" charset="0"/>
                              </a:rPr>
                              <m:t>2</m:t>
                            </m:r>
                          </m:sup>
                        </m:sSup>
                      </m:e>
                    </m:d>
                    <m:r>
                      <a:rPr lang="en-IN" sz="2000" b="0" i="1" smtClean="0">
                        <a:latin typeface="Cambria Math" panose="02040503050406030204" pitchFamily="18" charset="0"/>
                        <a:ea typeface="Cambria Math" panose="02040503050406030204" pitchFamily="18" charset="0"/>
                      </a:rPr>
                      <m:t> </m:t>
                    </m:r>
                    <m:r>
                      <m:rPr>
                        <m:nor/>
                      </m:rPr>
                      <a:rPr lang="en-IN" sz="2000" b="0" i="0" smtClean="0">
                        <a:latin typeface="Cambria Math" panose="02040503050406030204" pitchFamily="18" charset="0"/>
                        <a:ea typeface="Cambria Math" panose="02040503050406030204" pitchFamily="18" charset="0"/>
                      </a:rPr>
                      <m:t>as</m:t>
                    </m:r>
                    <m:r>
                      <m:rPr>
                        <m:nor/>
                      </m:rPr>
                      <a:rPr lang="en-IN" sz="2000" b="0" i="0" smtClean="0">
                        <a:latin typeface="Cambria Math" panose="02040503050406030204" pitchFamily="18" charset="0"/>
                        <a:ea typeface="Cambria Math" panose="02040503050406030204" pitchFamily="18" charset="0"/>
                      </a:rPr>
                      <m:t> </m:t>
                    </m:r>
                    <m:r>
                      <m:rPr>
                        <m:nor/>
                      </m:rPr>
                      <a:rPr lang="en-IN" sz="2000" b="0" i="0" smtClean="0">
                        <a:latin typeface="Cambria Math" panose="02040503050406030204" pitchFamily="18" charset="0"/>
                        <a:ea typeface="Cambria Math" panose="02040503050406030204" pitchFamily="18" charset="0"/>
                      </a:rPr>
                      <m:t>a</m:t>
                    </m:r>
                    <m:r>
                      <m:rPr>
                        <m:nor/>
                      </m:rPr>
                      <a:rPr lang="en-IN" sz="2000" b="0" i="0" smtClean="0">
                        <a:latin typeface="Cambria Math" panose="02040503050406030204" pitchFamily="18" charset="0"/>
                        <a:ea typeface="Cambria Math" panose="02040503050406030204" pitchFamily="18" charset="0"/>
                      </a:rPr>
                      <m:t> </m:t>
                    </m:r>
                    <m:r>
                      <m:rPr>
                        <m:nor/>
                      </m:rPr>
                      <a:rPr lang="en-IN" sz="2000" b="0" i="0" smtClean="0">
                        <a:latin typeface="Cambria Math" panose="02040503050406030204" pitchFamily="18" charset="0"/>
                        <a:ea typeface="Cambria Math" panose="02040503050406030204" pitchFamily="18" charset="0"/>
                      </a:rPr>
                      <m:t>l</m:t>
                    </m:r>
                    <m:r>
                      <m:rPr>
                        <m:nor/>
                      </m:rPr>
                      <a:rPr lang="en-US" sz="2000"/>
                      <m:t>inear</m:t>
                    </m:r>
                    <m:r>
                      <m:rPr>
                        <m:nor/>
                      </m:rPr>
                      <a:rPr lang="en-US" sz="2000"/>
                      <m:t> </m:t>
                    </m:r>
                    <m:r>
                      <m:rPr>
                        <m:nor/>
                      </m:rPr>
                      <a:rPr lang="en-US" sz="2000"/>
                      <m:t>transformation</m:t>
                    </m:r>
                    <m:r>
                      <m:rPr>
                        <m:nor/>
                      </m:rPr>
                      <a:rPr lang="en-US" sz="2000"/>
                      <m:t> </m:t>
                    </m:r>
                    <m:r>
                      <m:rPr>
                        <m:nor/>
                      </m:rPr>
                      <a:rPr lang="en-US" sz="2000"/>
                      <m:t>of</m:t>
                    </m:r>
                    <m:r>
                      <m:rPr>
                        <m:nor/>
                      </m:rPr>
                      <a:rPr lang="en-US" sz="2000"/>
                      <m:t> </m:t>
                    </m:r>
                    <m:r>
                      <m:rPr>
                        <m:nor/>
                      </m:rPr>
                      <a:rPr lang="en-US" sz="2000"/>
                      <m:t>a</m:t>
                    </m:r>
                    <m:r>
                      <m:rPr>
                        <m:nor/>
                      </m:rPr>
                      <a:rPr lang="en-US" sz="2000"/>
                      <m:t> </m:t>
                    </m:r>
                    <m:r>
                      <m:rPr>
                        <m:nor/>
                      </m:rPr>
                      <a:rPr lang="en-US" sz="2000"/>
                      <m:t>normally</m:t>
                    </m:r>
                    <m:r>
                      <m:rPr>
                        <m:nor/>
                      </m:rPr>
                      <a:rPr lang="en-US" sz="2000"/>
                      <m:t> </m:t>
                    </m:r>
                    <m:r>
                      <m:rPr>
                        <m:nor/>
                      </m:rPr>
                      <a:rPr lang="en-US" sz="2000"/>
                      <m:t>distributed</m:t>
                    </m:r>
                    <m:r>
                      <m:rPr>
                        <m:nor/>
                      </m:rPr>
                      <a:rPr lang="en-US" sz="2000"/>
                      <m:t> </m:t>
                    </m:r>
                    <m:r>
                      <m:rPr>
                        <m:nor/>
                      </m:rPr>
                      <a:rPr lang="en-US" sz="2000"/>
                      <m:t>variable</m:t>
                    </m:r>
                    <m:r>
                      <m:rPr>
                        <m:nor/>
                      </m:rPr>
                      <a:rPr lang="en-US" sz="2000"/>
                      <m:t> </m:t>
                    </m:r>
                    <m:r>
                      <m:rPr>
                        <m:nor/>
                      </m:rPr>
                      <a:rPr lang="en-US" sz="2000"/>
                      <m:t>is</m:t>
                    </m:r>
                    <m:r>
                      <m:rPr>
                        <m:nor/>
                      </m:rPr>
                      <a:rPr lang="en-US" sz="2000"/>
                      <m:t> </m:t>
                    </m:r>
                    <m:r>
                      <m:rPr>
                        <m:nor/>
                      </m:rPr>
                      <a:rPr lang="en-US" sz="2000" i="1"/>
                      <m:t>still</m:t>
                    </m:r>
                    <m:r>
                      <m:rPr>
                        <m:nor/>
                      </m:rPr>
                      <a:rPr lang="en-US" sz="2000" i="1"/>
                      <m:t> </m:t>
                    </m:r>
                    <m:r>
                      <m:rPr>
                        <m:nor/>
                      </m:rPr>
                      <a:rPr lang="en-US" sz="2000" i="1"/>
                      <m:t>normal</m:t>
                    </m:r>
                  </m:oMath>
                </a14:m>
                <a:endParaRPr lang="en-US" altLang="en-US" sz="2400" b="1" dirty="0">
                  <a:latin typeface="+mn-lt"/>
                  <a:cs typeface="Times New Roman" panose="02020603050405020304" pitchFamily="18" charset="0"/>
                </a:endParaRPr>
              </a:p>
            </p:txBody>
          </p:sp>
        </mc:Choice>
        <mc:Fallback xmlns="">
          <p:sp>
            <p:nvSpPr>
              <p:cNvPr id="7" name="TextBox 5">
                <a:extLst>
                  <a:ext uri="{FF2B5EF4-FFF2-40B4-BE49-F238E27FC236}">
                    <a16:creationId xmlns:a16="http://schemas.microsoft.com/office/drawing/2014/main" id="{4F91EB1A-951D-7157-0B68-5F80E453670A}"/>
                  </a:ext>
                </a:extLst>
              </p:cNvPr>
              <p:cNvSpPr txBox="1">
                <a:spLocks noRot="1" noChangeAspect="1" noMove="1" noResize="1" noEditPoints="1" noAdjustHandles="1" noChangeArrowheads="1" noChangeShapeType="1" noTextEdit="1"/>
              </p:cNvSpPr>
              <p:nvPr/>
            </p:nvSpPr>
            <p:spPr bwMode="auto">
              <a:xfrm>
                <a:off x="1387952" y="5332059"/>
                <a:ext cx="10423048" cy="1511157"/>
              </a:xfrm>
              <a:prstGeom prst="rect">
                <a:avLst/>
              </a:prstGeom>
              <a:blipFill>
                <a:blip r:embed="rId2"/>
                <a:stretch>
                  <a:fillRect l="-994" b="-28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Content Placeholder 6">
                <a:extLst>
                  <a:ext uri="{FF2B5EF4-FFF2-40B4-BE49-F238E27FC236}">
                    <a16:creationId xmlns:a16="http://schemas.microsoft.com/office/drawing/2014/main" id="{6BBFDD0C-E554-1840-C4F1-500BEF257159}"/>
                  </a:ext>
                </a:extLst>
              </p:cNvPr>
              <p:cNvSpPr txBox="1">
                <a:spLocks/>
              </p:cNvSpPr>
              <p:nvPr/>
            </p:nvSpPr>
            <p:spPr>
              <a:xfrm>
                <a:off x="987421" y="1449905"/>
                <a:ext cx="1449308" cy="576183"/>
              </a:xfrm>
              <a:prstGeom prst="rect">
                <a:avLst/>
              </a:prstGeom>
              <a:noFill/>
            </p:spPr>
            <p:txBody>
              <a:bodyPr wrap="non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IN" sz="2000" i="1" smtClean="0">
                        <a:latin typeface="Cambria Math" panose="02040503050406030204" pitchFamily="18" charset="0"/>
                      </a:rPr>
                      <m:t>𝑍</m:t>
                    </m:r>
                    <m:r>
                      <a:rPr lang="en-IN" sz="2000" i="1" smtClean="0">
                        <a:latin typeface="Cambria Math" panose="02040503050406030204" pitchFamily="18" charset="0"/>
                      </a:rPr>
                      <m:t>=</m:t>
                    </m:r>
                    <m:f>
                      <m:fPr>
                        <m:ctrlPr>
                          <a:rPr lang="en-IN" sz="2000" i="1" smtClean="0">
                            <a:latin typeface="Cambria Math" panose="02040503050406030204" pitchFamily="18" charset="0"/>
                          </a:rPr>
                        </m:ctrlPr>
                      </m:fPr>
                      <m:num>
                        <m:r>
                          <a:rPr lang="en-IN" sz="2000" i="1" smtClean="0">
                            <a:latin typeface="Cambria Math" panose="02040503050406030204" pitchFamily="18" charset="0"/>
                          </a:rPr>
                          <m:t>𝑋</m:t>
                        </m:r>
                        <m:r>
                          <a:rPr lang="en-IN" sz="2000" i="1" smtClean="0">
                            <a:latin typeface="Cambria Math" panose="02040503050406030204" pitchFamily="18" charset="0"/>
                          </a:rPr>
                          <m:t>−</m:t>
                        </m:r>
                        <m:r>
                          <a:rPr lang="en-IN" sz="2000" i="1" smtClean="0">
                            <a:latin typeface="Cambria Math" panose="02040503050406030204" pitchFamily="18" charset="0"/>
                            <a:ea typeface="Cambria Math" panose="02040503050406030204" pitchFamily="18" charset="0"/>
                          </a:rPr>
                          <m:t>𝜇</m:t>
                        </m:r>
                      </m:num>
                      <m:den>
                        <m:r>
                          <a:rPr lang="en-IN" sz="2000" i="1" smtClean="0">
                            <a:latin typeface="Cambria Math" panose="02040503050406030204" pitchFamily="18" charset="0"/>
                            <a:ea typeface="Cambria Math" panose="02040503050406030204" pitchFamily="18" charset="0"/>
                          </a:rPr>
                          <m:t>𝜎</m:t>
                        </m:r>
                      </m:den>
                    </m:f>
                  </m:oMath>
                </a14:m>
                <a:endParaRPr lang="en-IN" sz="2000" dirty="0"/>
              </a:p>
            </p:txBody>
          </p:sp>
        </mc:Choice>
        <mc:Fallback xmlns="">
          <p:sp>
            <p:nvSpPr>
              <p:cNvPr id="8" name="Content Placeholder 6">
                <a:extLst>
                  <a:ext uri="{FF2B5EF4-FFF2-40B4-BE49-F238E27FC236}">
                    <a16:creationId xmlns:a16="http://schemas.microsoft.com/office/drawing/2014/main" id="{6BBFDD0C-E554-1840-C4F1-500BEF257159}"/>
                  </a:ext>
                </a:extLst>
              </p:cNvPr>
              <p:cNvSpPr txBox="1">
                <a:spLocks noRot="1" noChangeAspect="1" noMove="1" noResize="1" noEditPoints="1" noAdjustHandles="1" noChangeArrowheads="1" noChangeShapeType="1" noTextEdit="1"/>
              </p:cNvSpPr>
              <p:nvPr/>
            </p:nvSpPr>
            <p:spPr>
              <a:xfrm>
                <a:off x="987421" y="1449905"/>
                <a:ext cx="1449308" cy="576183"/>
              </a:xfrm>
              <a:prstGeom prst="rect">
                <a:avLst/>
              </a:prstGeom>
              <a:blipFill>
                <a:blip r:embed="rId3"/>
                <a:stretch>
                  <a:fillRect t="-10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987421" y="2253734"/>
                <a:ext cx="218720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IN" sz="2000" i="1" smtClean="0">
                              <a:latin typeface="Cambria Math" panose="02040503050406030204" pitchFamily="18" charset="0"/>
                            </a:rPr>
                          </m:ctrlPr>
                        </m:dPr>
                        <m:e>
                          <m:r>
                            <m:rPr>
                              <m:sty m:val="p"/>
                            </m:rPr>
                            <a:rPr lang="en-US" sz="2000" b="0" i="0" smtClean="0">
                              <a:latin typeface="Cambria Math" panose="02040503050406030204" pitchFamily="18" charset="0"/>
                            </a:rPr>
                            <m:t>Mean</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of</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z</m:t>
                          </m:r>
                          <m:r>
                            <a:rPr lang="en-US" sz="2000" b="0" i="0" smtClean="0">
                              <a:latin typeface="Cambria Math" panose="02040503050406030204" pitchFamily="18" charset="0"/>
                            </a:rPr>
                            <m:t> =</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e>
                      </m:d>
                    </m:oMath>
                  </m:oMathPara>
                </a14:m>
                <a:endParaRPr lang="en-IN" sz="2000" dirty="0"/>
              </a:p>
            </p:txBody>
          </p:sp>
        </mc:Choice>
        <mc:Fallback xmlns="">
          <p:sp>
            <p:nvSpPr>
              <p:cNvPr id="9" name="Rectangle 8"/>
              <p:cNvSpPr>
                <a:spLocks noRot="1" noChangeAspect="1" noMove="1" noResize="1" noEditPoints="1" noAdjustHandles="1" noChangeArrowheads="1" noChangeShapeType="1" noTextEdit="1"/>
              </p:cNvSpPr>
              <p:nvPr/>
            </p:nvSpPr>
            <p:spPr>
              <a:xfrm>
                <a:off x="987421" y="2253734"/>
                <a:ext cx="2187202" cy="400110"/>
              </a:xfrm>
              <a:prstGeom prst="rect">
                <a:avLst/>
              </a:prstGeom>
              <a:blipFill>
                <a:blip r:embed="rId4"/>
                <a:stretch>
                  <a:fillRect t="-127692" r="-26462" b="-19384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174623" y="2222315"/>
                <a:ext cx="1057084" cy="504177"/>
              </a:xfrm>
              <a:prstGeom prst="rect">
                <a:avLst/>
              </a:prstGeom>
            </p:spPr>
            <p:txBody>
              <a:bodyPr wrap="none">
                <a:spAutoFit/>
              </a:bodyPr>
              <a:lstStyle/>
              <a:p>
                <a:r>
                  <a:rPr lang="en-US" sz="2000" dirty="0"/>
                  <a:t>=E</a:t>
                </a:r>
                <a14:m>
                  <m:oMath xmlns:m="http://schemas.openxmlformats.org/officeDocument/2006/math">
                    <m:r>
                      <a:rPr lang="en-US" sz="2000" i="1">
                        <a:latin typeface="Cambria Math" panose="02040503050406030204" pitchFamily="18" charset="0"/>
                      </a:rPr>
                      <m:t>( </m:t>
                    </m:r>
                    <m:f>
                      <m:fPr>
                        <m:ctrlPr>
                          <a:rPr lang="en-IN" sz="2000" i="1">
                            <a:latin typeface="Cambria Math" panose="02040503050406030204" pitchFamily="18" charset="0"/>
                          </a:rPr>
                        </m:ctrlPr>
                      </m:fPr>
                      <m:num>
                        <m:r>
                          <a:rPr lang="en-IN" sz="2000" i="1">
                            <a:latin typeface="Cambria Math" panose="02040503050406030204" pitchFamily="18" charset="0"/>
                          </a:rPr>
                          <m:t>𝑥</m:t>
                        </m:r>
                        <m:r>
                          <a:rPr lang="en-IN" sz="2000">
                            <a:latin typeface="Cambria Math" panose="02040503050406030204" pitchFamily="18" charset="0"/>
                          </a:rPr>
                          <m:t>−</m:t>
                        </m:r>
                        <m:r>
                          <a:rPr lang="en-IN" sz="2000" i="1">
                            <a:latin typeface="Cambria Math" panose="02040503050406030204" pitchFamily="18" charset="0"/>
                            <a:ea typeface="Cambria Math" panose="02040503050406030204" pitchFamily="18" charset="0"/>
                          </a:rPr>
                          <m:t>𝜇</m:t>
                        </m:r>
                      </m:num>
                      <m:den>
                        <m:r>
                          <a:rPr lang="en-IN" sz="2000" i="1">
                            <a:latin typeface="Cambria Math" panose="02040503050406030204" pitchFamily="18" charset="0"/>
                          </a:rPr>
                          <m:t>𝜎</m:t>
                        </m:r>
                      </m:den>
                    </m:f>
                  </m:oMath>
                </a14:m>
                <a:r>
                  <a:rPr lang="en-IN" sz="2000" dirty="0"/>
                  <a:t>)</a:t>
                </a:r>
              </a:p>
            </p:txBody>
          </p:sp>
        </mc:Choice>
        <mc:Fallback xmlns="">
          <p:sp>
            <p:nvSpPr>
              <p:cNvPr id="10" name="Rectangle 9"/>
              <p:cNvSpPr>
                <a:spLocks noRot="1" noChangeAspect="1" noMove="1" noResize="1" noEditPoints="1" noAdjustHandles="1" noChangeArrowheads="1" noChangeShapeType="1" noTextEdit="1"/>
              </p:cNvSpPr>
              <p:nvPr/>
            </p:nvSpPr>
            <p:spPr>
              <a:xfrm>
                <a:off x="3174623" y="2222315"/>
                <a:ext cx="1057084" cy="504177"/>
              </a:xfrm>
              <a:prstGeom prst="rect">
                <a:avLst/>
              </a:prstGeom>
              <a:blipFill>
                <a:blip r:embed="rId5"/>
                <a:stretch>
                  <a:fillRect l="-6358" r="-5780" b="-97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340487" y="2137640"/>
                <a:ext cx="2249911" cy="670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0" smtClean="0">
                          <a:latin typeface="Cambria Math" panose="02040503050406030204" pitchFamily="18" charset="0"/>
                        </a:rPr>
                        <m:t>=</m:t>
                      </m:r>
                      <m:f>
                        <m:fPr>
                          <m:ctrlPr>
                            <a:rPr lang="en-IN" sz="2000" i="1">
                              <a:latin typeface="Cambria Math" panose="02040503050406030204" pitchFamily="18" charset="0"/>
                            </a:rPr>
                          </m:ctrlPr>
                        </m:fPr>
                        <m:num>
                          <m:r>
                            <a:rPr lang="en-IN" sz="2000">
                              <a:latin typeface="Cambria Math" panose="02040503050406030204" pitchFamily="18" charset="0"/>
                            </a:rPr>
                            <m:t>1</m:t>
                          </m:r>
                        </m:num>
                        <m:den>
                          <m:r>
                            <a:rPr lang="en-IN" sz="2000" i="1">
                              <a:latin typeface="Cambria Math" panose="02040503050406030204" pitchFamily="18" charset="0"/>
                            </a:rPr>
                            <m:t>𝜎</m:t>
                          </m:r>
                        </m:den>
                      </m:f>
                      <m:r>
                        <a:rPr lang="en-IN" sz="2000">
                          <a:latin typeface="Cambria Math" panose="02040503050406030204" pitchFamily="18" charset="0"/>
                        </a:rPr>
                        <m:t>[</m:t>
                      </m:r>
                      <m:r>
                        <a:rPr lang="en-IN" sz="2000" i="1">
                          <a:latin typeface="Cambria Math" panose="02040503050406030204" pitchFamily="18" charset="0"/>
                        </a:rPr>
                        <m:t>𝐸</m:t>
                      </m:r>
                      <m:d>
                        <m:dPr>
                          <m:ctrlPr>
                            <a:rPr lang="en-IN" sz="2000" i="1">
                              <a:latin typeface="Cambria Math" panose="02040503050406030204" pitchFamily="18" charset="0"/>
                            </a:rPr>
                          </m:ctrlPr>
                        </m:dPr>
                        <m:e>
                          <m:r>
                            <a:rPr lang="en-IN" sz="2000" i="1">
                              <a:latin typeface="Cambria Math" panose="02040503050406030204" pitchFamily="18" charset="0"/>
                            </a:rPr>
                            <m:t>𝑥</m:t>
                          </m:r>
                        </m:e>
                      </m:d>
                      <m:r>
                        <a:rPr lang="en-IN" sz="2000">
                          <a:latin typeface="Cambria Math" panose="02040503050406030204" pitchFamily="18" charset="0"/>
                        </a:rPr>
                        <m:t>−</m:t>
                      </m:r>
                      <m:r>
                        <a:rPr lang="en-IN" sz="2000" i="1">
                          <a:latin typeface="Cambria Math" panose="02040503050406030204" pitchFamily="18" charset="0"/>
                        </a:rPr>
                        <m:t>𝐸</m:t>
                      </m:r>
                      <m:d>
                        <m:dPr>
                          <m:ctrlPr>
                            <a:rPr lang="en-IN" sz="2000" i="1">
                              <a:latin typeface="Cambria Math" panose="02040503050406030204" pitchFamily="18" charset="0"/>
                            </a:rPr>
                          </m:ctrlPr>
                        </m:dPr>
                        <m:e>
                          <m:r>
                            <a:rPr lang="en-IN" sz="2000" i="1">
                              <a:latin typeface="Cambria Math" panose="02040503050406030204" pitchFamily="18" charset="0"/>
                            </a:rPr>
                            <m:t>𝜇</m:t>
                          </m:r>
                        </m:e>
                      </m:d>
                      <m:r>
                        <a:rPr lang="en-US" sz="2000" b="0" i="0" smtClean="0">
                          <a:latin typeface="Cambria Math" panose="02040503050406030204" pitchFamily="18" charset="0"/>
                        </a:rPr>
                        <m:t>]</m:t>
                      </m:r>
                    </m:oMath>
                  </m:oMathPara>
                </a14:m>
                <a:endParaRPr lang="en-IN" sz="2000" dirty="0"/>
              </a:p>
            </p:txBody>
          </p:sp>
        </mc:Choice>
        <mc:Fallback xmlns="">
          <p:sp>
            <p:nvSpPr>
              <p:cNvPr id="11" name="Rectangle 10"/>
              <p:cNvSpPr>
                <a:spLocks noRot="1" noChangeAspect="1" noMove="1" noResize="1" noEditPoints="1" noAdjustHandles="1" noChangeArrowheads="1" noChangeShapeType="1" noTextEdit="1"/>
              </p:cNvSpPr>
              <p:nvPr/>
            </p:nvSpPr>
            <p:spPr>
              <a:xfrm>
                <a:off x="4340487" y="2137640"/>
                <a:ext cx="2249911" cy="67050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647026" y="2186594"/>
                <a:ext cx="1964961" cy="670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smtClean="0">
                          <a:latin typeface="Cambria Math" panose="02040503050406030204" pitchFamily="18" charset="0"/>
                        </a:rPr>
                        <m:t>=</m:t>
                      </m:r>
                      <m:f>
                        <m:fPr>
                          <m:ctrlPr>
                            <a:rPr lang="en-IN" sz="2000" i="1">
                              <a:latin typeface="Cambria Math" panose="02040503050406030204" pitchFamily="18" charset="0"/>
                            </a:rPr>
                          </m:ctrlPr>
                        </m:fPr>
                        <m:num>
                          <m:r>
                            <a:rPr lang="en-IN" sz="2000">
                              <a:latin typeface="Cambria Math" panose="02040503050406030204" pitchFamily="18" charset="0"/>
                            </a:rPr>
                            <m:t>1</m:t>
                          </m:r>
                        </m:num>
                        <m:den>
                          <m:r>
                            <a:rPr lang="en-IN" sz="2000" i="1">
                              <a:latin typeface="Cambria Math" panose="02040503050406030204" pitchFamily="18" charset="0"/>
                            </a:rPr>
                            <m:t>𝜎</m:t>
                          </m:r>
                        </m:den>
                      </m:f>
                      <m:d>
                        <m:dPr>
                          <m:begChr m:val="["/>
                          <m:endChr m:val="]"/>
                          <m:ctrlPr>
                            <a:rPr lang="en-IN" sz="2000" i="1">
                              <a:latin typeface="Cambria Math" panose="02040503050406030204" pitchFamily="18" charset="0"/>
                            </a:rPr>
                          </m:ctrlPr>
                        </m:dPr>
                        <m:e>
                          <m:r>
                            <a:rPr lang="en-IN" sz="2000" i="1">
                              <a:latin typeface="Cambria Math" panose="02040503050406030204" pitchFamily="18" charset="0"/>
                            </a:rPr>
                            <m:t>𝜇</m:t>
                          </m:r>
                          <m:r>
                            <a:rPr lang="en-IN" sz="2000">
                              <a:latin typeface="Cambria Math" panose="02040503050406030204" pitchFamily="18" charset="0"/>
                            </a:rPr>
                            <m:t>−</m:t>
                          </m:r>
                          <m:r>
                            <a:rPr lang="en-IN" sz="2000" i="1">
                              <a:latin typeface="Cambria Math" panose="02040503050406030204" pitchFamily="18" charset="0"/>
                            </a:rPr>
                            <m:t>𝜇</m:t>
                          </m:r>
                        </m:e>
                      </m:d>
                      <m:r>
                        <a:rPr lang="en-US" sz="2000" b="0" i="1" smtClean="0">
                          <a:latin typeface="Cambria Math" panose="02040503050406030204" pitchFamily="18" charset="0"/>
                        </a:rPr>
                        <m:t>=0</m:t>
                      </m:r>
                    </m:oMath>
                  </m:oMathPara>
                </a14:m>
                <a:endParaRPr lang="en-IN" sz="2000" dirty="0"/>
              </a:p>
            </p:txBody>
          </p:sp>
        </mc:Choice>
        <mc:Fallback xmlns="">
          <p:sp>
            <p:nvSpPr>
              <p:cNvPr id="12" name="Rectangle 11"/>
              <p:cNvSpPr>
                <a:spLocks noRot="1" noChangeAspect="1" noMove="1" noResize="1" noEditPoints="1" noAdjustHandles="1" noChangeArrowheads="1" noChangeShapeType="1" noTextEdit="1"/>
              </p:cNvSpPr>
              <p:nvPr/>
            </p:nvSpPr>
            <p:spPr>
              <a:xfrm>
                <a:off x="6647026" y="2186594"/>
                <a:ext cx="1964961" cy="67050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063621" y="3144205"/>
                <a:ext cx="252139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000" i="1" smtClean="0">
                              <a:latin typeface="Cambria Math" panose="02040503050406030204" pitchFamily="18" charset="0"/>
                            </a:rPr>
                          </m:ctrlPr>
                        </m:dPr>
                        <m:e>
                          <m:r>
                            <a:rPr lang="en-IN" sz="2000" i="1">
                              <a:latin typeface="Cambria Math" panose="02040503050406030204" pitchFamily="18" charset="0"/>
                            </a:rPr>
                            <m:t>𝑉</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e>
                      </m:d>
                      <m:r>
                        <a:rPr lang="en-US" sz="2000" b="0" i="1" baseline="30000" smtClean="0">
                          <a:latin typeface="Cambria Math" panose="02040503050406030204" pitchFamily="18" charset="0"/>
                        </a:rPr>
                        <m:t>2</m:t>
                      </m:r>
                    </m:oMath>
                  </m:oMathPara>
                </a14:m>
                <a:endParaRPr lang="en-IN" sz="2000" baseline="30000" dirty="0"/>
              </a:p>
            </p:txBody>
          </p:sp>
        </mc:Choice>
        <mc:Fallback xmlns="">
          <p:sp>
            <p:nvSpPr>
              <p:cNvPr id="13" name="Rectangle 12"/>
              <p:cNvSpPr>
                <a:spLocks noRot="1" noChangeAspect="1" noMove="1" noResize="1" noEditPoints="1" noAdjustHandles="1" noChangeArrowheads="1" noChangeShapeType="1" noTextEdit="1"/>
              </p:cNvSpPr>
              <p:nvPr/>
            </p:nvSpPr>
            <p:spPr>
              <a:xfrm>
                <a:off x="1063621" y="3144205"/>
                <a:ext cx="2521396" cy="400110"/>
              </a:xfrm>
              <a:prstGeom prst="rect">
                <a:avLst/>
              </a:prstGeom>
              <a:blipFill>
                <a:blip r:embed="rId8"/>
                <a:stretch>
                  <a:fillRect t="-126154" r="-14251" b="-19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604099" y="3144205"/>
                <a:ext cx="1017266" cy="400110"/>
              </a:xfrm>
              <a:prstGeom prst="rect">
                <a:avLst/>
              </a:prstGeom>
            </p:spPr>
            <p:txBody>
              <a:bodyPr wrap="none">
                <a:spAutoFit/>
              </a:bodyPr>
              <a:lstStyle/>
              <a:p>
                <a14:m>
                  <m:oMath xmlns:m="http://schemas.openxmlformats.org/officeDocument/2006/math">
                    <m:r>
                      <a:rPr lang="en-IN" sz="200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oMath>
                </a14:m>
                <a:r>
                  <a:rPr lang="en-IN" sz="2000" baseline="30000" dirty="0"/>
                  <a:t>2</a:t>
                </a:r>
                <a:r>
                  <a:rPr lang="en-IN" sz="2000" dirty="0"/>
                  <a:t>)</a:t>
                </a:r>
              </a:p>
            </p:txBody>
          </p:sp>
        </mc:Choice>
        <mc:Fallback xmlns="">
          <p:sp>
            <p:nvSpPr>
              <p:cNvPr id="14" name="Rectangle 13"/>
              <p:cNvSpPr>
                <a:spLocks noRot="1" noChangeAspect="1" noMove="1" noResize="1" noEditPoints="1" noAdjustHandles="1" noChangeArrowheads="1" noChangeShapeType="1" noTextEdit="1"/>
              </p:cNvSpPr>
              <p:nvPr/>
            </p:nvSpPr>
            <p:spPr>
              <a:xfrm>
                <a:off x="3604099" y="3144205"/>
                <a:ext cx="1017266" cy="400110"/>
              </a:xfrm>
              <a:prstGeom prst="rect">
                <a:avLst/>
              </a:prstGeom>
              <a:blipFill>
                <a:blip r:embed="rId9"/>
                <a:stretch>
                  <a:fillRect t="-9231" r="-5389" b="-2769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953000" y="3200400"/>
                <a:ext cx="1162626" cy="369332"/>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𝐴𝑠</m:t>
                    </m:r>
                    <m:r>
                      <a:rPr lang="en-US" b="0" i="1" smtClean="0">
                        <a:latin typeface="Cambria Math" panose="02040503050406030204" pitchFamily="18" charset="0"/>
                      </a:rPr>
                      <m:t> </m:t>
                    </m:r>
                    <m:r>
                      <a:rPr lang="en-IN" i="1">
                        <a:latin typeface="Cambria Math" panose="02040503050406030204" pitchFamily="18" charset="0"/>
                      </a:rPr>
                      <m:t>𝐸</m:t>
                    </m:r>
                    <m:r>
                      <a:rPr lang="en-IN">
                        <a:latin typeface="Cambria Math" panose="02040503050406030204" pitchFamily="18" charset="0"/>
                      </a:rPr>
                      <m:t>(</m:t>
                    </m:r>
                    <m:r>
                      <a:rPr lang="en-IN" i="1">
                        <a:latin typeface="Cambria Math" panose="02040503050406030204" pitchFamily="18" charset="0"/>
                      </a:rPr>
                      <m:t>𝑧</m:t>
                    </m:r>
                  </m:oMath>
                </a14:m>
                <a:r>
                  <a:rPr lang="en-IN" dirty="0"/>
                  <a:t>)=0</a:t>
                </a:r>
              </a:p>
            </p:txBody>
          </p:sp>
        </mc:Choice>
        <mc:Fallback xmlns="">
          <p:sp>
            <p:nvSpPr>
              <p:cNvPr id="15" name="Rectangle 14"/>
              <p:cNvSpPr>
                <a:spLocks noRot="1" noChangeAspect="1" noMove="1" noResize="1" noEditPoints="1" noAdjustHandles="1" noChangeArrowheads="1" noChangeShapeType="1" noTextEdit="1"/>
              </p:cNvSpPr>
              <p:nvPr/>
            </p:nvSpPr>
            <p:spPr>
              <a:xfrm>
                <a:off x="4953000" y="3200400"/>
                <a:ext cx="1162626" cy="369332"/>
              </a:xfrm>
              <a:prstGeom prst="rect">
                <a:avLst/>
              </a:prstGeom>
              <a:blipFill>
                <a:blip r:embed="rId10"/>
                <a:stretch>
                  <a:fillRect t="-8197" r="-4211"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673229" y="3776871"/>
                <a:ext cx="1086516" cy="462947"/>
              </a:xfrm>
              <a:prstGeom prst="rect">
                <a:avLst/>
              </a:prstGeom>
            </p:spPr>
            <p:txBody>
              <a:bodyPr wrap="none">
                <a:spAutoFit/>
              </a:bodyPr>
              <a:lstStyle/>
              <a:p>
                <a:r>
                  <a:rPr lang="en-US" dirty="0"/>
                  <a:t>=E</a:t>
                </a:r>
                <a14:m>
                  <m:oMath xmlns:m="http://schemas.openxmlformats.org/officeDocument/2006/math">
                    <m:r>
                      <a:rPr lang="en-US" i="1">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ea typeface="Cambria Math" panose="02040503050406030204" pitchFamily="18" charset="0"/>
                          </a:rPr>
                          <m:t>𝜇</m:t>
                        </m:r>
                      </m:num>
                      <m:den>
                        <m:r>
                          <a:rPr lang="en-IN" i="1">
                            <a:latin typeface="Cambria Math" panose="02040503050406030204" pitchFamily="18" charset="0"/>
                          </a:rPr>
                          <m:t>𝜎</m:t>
                        </m:r>
                      </m:den>
                    </m:f>
                  </m:oMath>
                </a14:m>
                <a:r>
                  <a:rPr lang="en-IN" dirty="0"/>
                  <a:t>)</a:t>
                </a:r>
                <a:r>
                  <a:rPr lang="en-IN" baseline="30000" dirty="0"/>
                  <a:t>2</a:t>
                </a:r>
              </a:p>
            </p:txBody>
          </p:sp>
        </mc:Choice>
        <mc:Fallback xmlns="">
          <p:sp>
            <p:nvSpPr>
              <p:cNvPr id="16" name="Rectangle 15"/>
              <p:cNvSpPr>
                <a:spLocks noRot="1" noChangeAspect="1" noMove="1" noResize="1" noEditPoints="1" noAdjustHandles="1" noChangeArrowheads="1" noChangeShapeType="1" noTextEdit="1"/>
              </p:cNvSpPr>
              <p:nvPr/>
            </p:nvSpPr>
            <p:spPr>
              <a:xfrm>
                <a:off x="3673229" y="3776871"/>
                <a:ext cx="1086516" cy="462947"/>
              </a:xfrm>
              <a:prstGeom prst="rect">
                <a:avLst/>
              </a:prstGeom>
              <a:blipFill>
                <a:blip r:embed="rId11"/>
                <a:stretch>
                  <a:fillRect l="-5056" b="-78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703165" y="4949712"/>
                <a:ext cx="1132169" cy="484941"/>
              </a:xfrm>
              <a:prstGeom prst="rect">
                <a:avLst/>
              </a:prstGeom>
            </p:spPr>
            <p:txBody>
              <a:bodyPr wrap="none">
                <a:spAutoFit/>
              </a:bodyPr>
              <a:lstStyle/>
              <a:p>
                <a:r>
                  <a:rPr lang="en-IN" dirty="0"/>
                  <a:t>=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1</m:t>
                        </m:r>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den>
                    </m:f>
                  </m:oMath>
                </a14:m>
                <a:r>
                  <a:rPr lang="en-IN" baseline="30000" dirty="0"/>
                  <a:t>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oMath>
                </a14:m>
                <a:r>
                  <a:rPr lang="en-IN" dirty="0"/>
                  <a:t> =1</a:t>
                </a:r>
                <a:endParaRPr lang="en-IN" baseline="30000" dirty="0"/>
              </a:p>
            </p:txBody>
          </p:sp>
        </mc:Choice>
        <mc:Fallback xmlns="">
          <p:sp>
            <p:nvSpPr>
              <p:cNvPr id="17" name="Rectangle 16"/>
              <p:cNvSpPr>
                <a:spLocks noRot="1" noChangeAspect="1" noMove="1" noResize="1" noEditPoints="1" noAdjustHandles="1" noChangeArrowheads="1" noChangeShapeType="1" noTextEdit="1"/>
              </p:cNvSpPr>
              <p:nvPr/>
            </p:nvSpPr>
            <p:spPr>
              <a:xfrm>
                <a:off x="3703165" y="4949712"/>
                <a:ext cx="1132169" cy="484941"/>
              </a:xfrm>
              <a:prstGeom prst="rect">
                <a:avLst/>
              </a:prstGeom>
              <a:blipFill>
                <a:blip r:embed="rId12"/>
                <a:stretch>
                  <a:fillRect l="-4301" r="-4301" b="-75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788021" y="4434760"/>
                <a:ext cx="2109232" cy="369332"/>
              </a:xfrm>
              <a:prstGeom prst="rect">
                <a:avLst/>
              </a:prstGeom>
            </p:spPr>
            <p:txBody>
              <a:bodyPr wrap="none">
                <a:spAutoFit/>
              </a:bodyPr>
              <a:lstStyle/>
              <a:p>
                <a:r>
                  <a:rPr lang="en-IN" dirty="0"/>
                  <a:t>AS </a:t>
                </a:r>
                <a14:m>
                  <m:oMath xmlns:m="http://schemas.openxmlformats.org/officeDocument/2006/math">
                    <m:r>
                      <a:rPr lang="en-IN" i="1">
                        <a:latin typeface="Cambria Math" panose="02040503050406030204" pitchFamily="18" charset="0"/>
                      </a:rPr>
                      <m:t>𝑣</m:t>
                    </m:r>
                    <m:r>
                      <a:rPr lang="en-IN" i="0">
                        <a:latin typeface="Cambria Math" panose="02040503050406030204" pitchFamily="18" charset="0"/>
                      </a:rPr>
                      <m:t>(</m:t>
                    </m:r>
                    <m:r>
                      <a:rPr lang="en-IN" i="1">
                        <a:latin typeface="Cambria Math" panose="02040503050406030204" pitchFamily="18" charset="0"/>
                      </a:rPr>
                      <m:t>𝑎𝑥</m:t>
                    </m:r>
                    <m:r>
                      <a:rPr lang="en-IN" i="0">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i="0">
                            <a:latin typeface="Cambria Math" panose="02040503050406030204" pitchFamily="18" charset="0"/>
                          </a:rPr>
                          <m:t>2</m:t>
                        </m:r>
                      </m:sup>
                    </m:sSup>
                  </m:oMath>
                </a14:m>
                <a:r>
                  <a:rPr lang="en-IN" dirty="0"/>
                  <a:t> </a:t>
                </a:r>
                <a14:m>
                  <m:oMath xmlns:m="http://schemas.openxmlformats.org/officeDocument/2006/math">
                    <m:r>
                      <a:rPr lang="en-IN" i="1">
                        <a:latin typeface="Cambria Math" panose="02040503050406030204" pitchFamily="18" charset="0"/>
                      </a:rPr>
                      <m:t>𝑣</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oMath>
                </a14:m>
                <a:endParaRPr lang="en-IN" dirty="0"/>
              </a:p>
            </p:txBody>
          </p:sp>
        </mc:Choice>
        <mc:Fallback xmlns="">
          <p:sp>
            <p:nvSpPr>
              <p:cNvPr id="18" name="Rectangle 17"/>
              <p:cNvSpPr>
                <a:spLocks noRot="1" noChangeAspect="1" noMove="1" noResize="1" noEditPoints="1" noAdjustHandles="1" noChangeArrowheads="1" noChangeShapeType="1" noTextEdit="1"/>
              </p:cNvSpPr>
              <p:nvPr/>
            </p:nvSpPr>
            <p:spPr>
              <a:xfrm>
                <a:off x="5788021" y="4434760"/>
                <a:ext cx="2109232" cy="369332"/>
              </a:xfrm>
              <a:prstGeom prst="rect">
                <a:avLst/>
              </a:prstGeom>
              <a:blipFill>
                <a:blip r:embed="rId13"/>
                <a:stretch>
                  <a:fillRect l="-2312"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756499" y="4299466"/>
                <a:ext cx="1553759" cy="484941"/>
              </a:xfrm>
              <a:prstGeom prst="rect">
                <a:avLst/>
              </a:prstGeom>
            </p:spPr>
            <p:txBody>
              <a:bodyPr wrap="none">
                <a:spAutoFit/>
              </a:bodyPr>
              <a:lstStyle/>
              <a:p>
                <a:r>
                  <a:rPr lang="en-IN" dirty="0"/>
                  <a:t>=</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1</m:t>
                        </m:r>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den>
                    </m:f>
                    <m:r>
                      <a:rPr lang="en-IN" i="1">
                        <a:latin typeface="Cambria Math" panose="02040503050406030204" pitchFamily="18" charset="0"/>
                      </a:rPr>
                      <m:t>𝐸</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𝜇</m:t>
                        </m:r>
                      </m:e>
                    </m:d>
                    <m:r>
                      <a:rPr lang="en-US" b="0" i="1" baseline="30000" smtClean="0">
                        <a:latin typeface="Cambria Math" panose="02040503050406030204" pitchFamily="18" charset="0"/>
                      </a:rPr>
                      <m:t>2</m:t>
                    </m:r>
                  </m:oMath>
                </a14:m>
                <a:endParaRPr lang="en-IN" baseline="30000" dirty="0"/>
              </a:p>
            </p:txBody>
          </p:sp>
        </mc:Choice>
        <mc:Fallback xmlns="">
          <p:sp>
            <p:nvSpPr>
              <p:cNvPr id="19" name="Rectangle 18"/>
              <p:cNvSpPr>
                <a:spLocks noRot="1" noChangeAspect="1" noMove="1" noResize="1" noEditPoints="1" noAdjustHandles="1" noChangeArrowheads="1" noChangeShapeType="1" noTextEdit="1"/>
              </p:cNvSpPr>
              <p:nvPr/>
            </p:nvSpPr>
            <p:spPr>
              <a:xfrm>
                <a:off x="3756499" y="4299466"/>
                <a:ext cx="1553759" cy="484941"/>
              </a:xfrm>
              <a:prstGeom prst="rect">
                <a:avLst/>
              </a:prstGeom>
              <a:blipFill>
                <a:blip r:embed="rId14"/>
                <a:stretch>
                  <a:fillRect l="-3137" b="-7500"/>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15">
            <p14:nvContentPartPr>
              <p14:cNvPr id="3" name="Ink 2">
                <a:extLst>
                  <a:ext uri="{FF2B5EF4-FFF2-40B4-BE49-F238E27FC236}">
                    <a16:creationId xmlns:a16="http://schemas.microsoft.com/office/drawing/2014/main" id="{9CA7CC7F-6850-9422-07B4-4445A5B3CCE7}"/>
                  </a:ext>
                </a:extLst>
              </p14:cNvPr>
              <p14:cNvContentPartPr/>
              <p14:nvPr/>
            </p14:nvContentPartPr>
            <p14:xfrm>
              <a:off x="1676995" y="1366750"/>
              <a:ext cx="204120" cy="288360"/>
            </p14:xfrm>
          </p:contentPart>
        </mc:Choice>
        <mc:Fallback>
          <p:pic>
            <p:nvPicPr>
              <p:cNvPr id="3" name="Ink 2">
                <a:extLst>
                  <a:ext uri="{FF2B5EF4-FFF2-40B4-BE49-F238E27FC236}">
                    <a16:creationId xmlns:a16="http://schemas.microsoft.com/office/drawing/2014/main" id="{9CA7CC7F-6850-9422-07B4-4445A5B3CCE7}"/>
                  </a:ext>
                </a:extLst>
              </p:cNvPr>
              <p:cNvPicPr/>
              <p:nvPr/>
            </p:nvPicPr>
            <p:blipFill>
              <a:blip r:embed="rId16"/>
              <a:stretch>
                <a:fillRect/>
              </a:stretch>
            </p:blipFill>
            <p:spPr>
              <a:xfrm>
                <a:off x="1670875" y="1360630"/>
                <a:ext cx="216360" cy="300600"/>
              </a:xfrm>
              <a:prstGeom prst="rect">
                <a:avLst/>
              </a:prstGeom>
            </p:spPr>
          </p:pic>
        </mc:Fallback>
      </mc:AlternateContent>
      <p:grpSp>
        <p:nvGrpSpPr>
          <p:cNvPr id="27" name="Group 26">
            <a:extLst>
              <a:ext uri="{FF2B5EF4-FFF2-40B4-BE49-F238E27FC236}">
                <a16:creationId xmlns:a16="http://schemas.microsoft.com/office/drawing/2014/main" id="{781E2366-D846-1793-433B-0FDBF35DC54F}"/>
              </a:ext>
            </a:extLst>
          </p:cNvPr>
          <p:cNvGrpSpPr/>
          <p:nvPr/>
        </p:nvGrpSpPr>
        <p:grpSpPr>
          <a:xfrm>
            <a:off x="4059835" y="1056430"/>
            <a:ext cx="2354400" cy="824760"/>
            <a:chOff x="4059835" y="1056430"/>
            <a:chExt cx="2354400" cy="824760"/>
          </a:xfrm>
        </p:grpSpPr>
        <mc:AlternateContent xmlns:mc="http://schemas.openxmlformats.org/markup-compatibility/2006">
          <mc:Choice xmlns:p14="http://schemas.microsoft.com/office/powerpoint/2010/main" Requires="p14">
            <p:contentPart p14:bwMode="auto" r:id="rId17">
              <p14:nvContentPartPr>
                <p14:cNvPr id="4" name="Ink 3">
                  <a:extLst>
                    <a:ext uri="{FF2B5EF4-FFF2-40B4-BE49-F238E27FC236}">
                      <a16:creationId xmlns:a16="http://schemas.microsoft.com/office/drawing/2014/main" id="{10B6AC48-522A-01D1-6C7A-D3D03B7411B9}"/>
                    </a:ext>
                  </a:extLst>
                </p14:cNvPr>
                <p14:cNvContentPartPr/>
                <p14:nvPr/>
              </p14:nvContentPartPr>
              <p14:xfrm>
                <a:off x="4119955" y="1133830"/>
                <a:ext cx="271440" cy="459360"/>
              </p14:xfrm>
            </p:contentPart>
          </mc:Choice>
          <mc:Fallback>
            <p:pic>
              <p:nvPicPr>
                <p:cNvPr id="4" name="Ink 3">
                  <a:extLst>
                    <a:ext uri="{FF2B5EF4-FFF2-40B4-BE49-F238E27FC236}">
                      <a16:creationId xmlns:a16="http://schemas.microsoft.com/office/drawing/2014/main" id="{10B6AC48-522A-01D1-6C7A-D3D03B7411B9}"/>
                    </a:ext>
                  </a:extLst>
                </p:cNvPr>
                <p:cNvPicPr/>
                <p:nvPr/>
              </p:nvPicPr>
              <p:blipFill>
                <a:blip r:embed="rId18"/>
                <a:stretch>
                  <a:fillRect/>
                </a:stretch>
              </p:blipFill>
              <p:spPr>
                <a:xfrm>
                  <a:off x="4113835" y="1127710"/>
                  <a:ext cx="28368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 name="Ink 4">
                  <a:extLst>
                    <a:ext uri="{FF2B5EF4-FFF2-40B4-BE49-F238E27FC236}">
                      <a16:creationId xmlns:a16="http://schemas.microsoft.com/office/drawing/2014/main" id="{F07D798C-DC31-EC7D-50D7-C3D90C4259A7}"/>
                    </a:ext>
                  </a:extLst>
                </p14:cNvPr>
                <p14:cNvContentPartPr/>
                <p14:nvPr/>
              </p14:nvContentPartPr>
              <p14:xfrm>
                <a:off x="4059835" y="1393030"/>
                <a:ext cx="301680" cy="52920"/>
              </p14:xfrm>
            </p:contentPart>
          </mc:Choice>
          <mc:Fallback>
            <p:pic>
              <p:nvPicPr>
                <p:cNvPr id="5" name="Ink 4">
                  <a:extLst>
                    <a:ext uri="{FF2B5EF4-FFF2-40B4-BE49-F238E27FC236}">
                      <a16:creationId xmlns:a16="http://schemas.microsoft.com/office/drawing/2014/main" id="{F07D798C-DC31-EC7D-50D7-C3D90C4259A7}"/>
                    </a:ext>
                  </a:extLst>
                </p:cNvPr>
                <p:cNvPicPr/>
                <p:nvPr/>
              </p:nvPicPr>
              <p:blipFill>
                <a:blip r:embed="rId20"/>
                <a:stretch>
                  <a:fillRect/>
                </a:stretch>
              </p:blipFill>
              <p:spPr>
                <a:xfrm>
                  <a:off x="4053715" y="1386910"/>
                  <a:ext cx="3139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6" name="Ink 5">
                  <a:extLst>
                    <a:ext uri="{FF2B5EF4-FFF2-40B4-BE49-F238E27FC236}">
                      <a16:creationId xmlns:a16="http://schemas.microsoft.com/office/drawing/2014/main" id="{07859866-AA2F-AEE4-A13C-C1CC82D43961}"/>
                    </a:ext>
                  </a:extLst>
                </p14:cNvPr>
                <p14:cNvContentPartPr/>
                <p14:nvPr/>
              </p14:nvContentPartPr>
              <p14:xfrm>
                <a:off x="4646635" y="1414270"/>
                <a:ext cx="141120" cy="19440"/>
              </p14:xfrm>
            </p:contentPart>
          </mc:Choice>
          <mc:Fallback>
            <p:pic>
              <p:nvPicPr>
                <p:cNvPr id="6" name="Ink 5">
                  <a:extLst>
                    <a:ext uri="{FF2B5EF4-FFF2-40B4-BE49-F238E27FC236}">
                      <a16:creationId xmlns:a16="http://schemas.microsoft.com/office/drawing/2014/main" id="{07859866-AA2F-AEE4-A13C-C1CC82D43961}"/>
                    </a:ext>
                  </a:extLst>
                </p:cNvPr>
                <p:cNvPicPr/>
                <p:nvPr/>
              </p:nvPicPr>
              <p:blipFill>
                <a:blip r:embed="rId22"/>
                <a:stretch>
                  <a:fillRect/>
                </a:stretch>
              </p:blipFill>
              <p:spPr>
                <a:xfrm>
                  <a:off x="4640515" y="1408150"/>
                  <a:ext cx="1533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 name="Ink 19">
                  <a:extLst>
                    <a:ext uri="{FF2B5EF4-FFF2-40B4-BE49-F238E27FC236}">
                      <a16:creationId xmlns:a16="http://schemas.microsoft.com/office/drawing/2014/main" id="{D0C4E875-A5F7-DBE3-CF26-18D6E6AB4470}"/>
                    </a:ext>
                  </a:extLst>
                </p14:cNvPr>
                <p14:cNvContentPartPr/>
                <p14:nvPr/>
              </p14:nvContentPartPr>
              <p14:xfrm>
                <a:off x="4672555" y="1471510"/>
                <a:ext cx="159840" cy="57240"/>
              </p14:xfrm>
            </p:contentPart>
          </mc:Choice>
          <mc:Fallback>
            <p:pic>
              <p:nvPicPr>
                <p:cNvPr id="20" name="Ink 19">
                  <a:extLst>
                    <a:ext uri="{FF2B5EF4-FFF2-40B4-BE49-F238E27FC236}">
                      <a16:creationId xmlns:a16="http://schemas.microsoft.com/office/drawing/2014/main" id="{D0C4E875-A5F7-DBE3-CF26-18D6E6AB4470}"/>
                    </a:ext>
                  </a:extLst>
                </p:cNvPr>
                <p:cNvPicPr/>
                <p:nvPr/>
              </p:nvPicPr>
              <p:blipFill>
                <a:blip r:embed="rId24"/>
                <a:stretch>
                  <a:fillRect/>
                </a:stretch>
              </p:blipFill>
              <p:spPr>
                <a:xfrm>
                  <a:off x="4666435" y="1465390"/>
                  <a:ext cx="17208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1" name="Ink 20">
                  <a:extLst>
                    <a:ext uri="{FF2B5EF4-FFF2-40B4-BE49-F238E27FC236}">
                      <a16:creationId xmlns:a16="http://schemas.microsoft.com/office/drawing/2014/main" id="{7FD9B282-16CA-AF51-1E4D-7C7B41FC8728}"/>
                    </a:ext>
                  </a:extLst>
                </p14:cNvPr>
                <p14:cNvContentPartPr/>
                <p14:nvPr/>
              </p14:nvContentPartPr>
              <p14:xfrm>
                <a:off x="5167555" y="1121590"/>
                <a:ext cx="253800" cy="287280"/>
              </p14:xfrm>
            </p:contentPart>
          </mc:Choice>
          <mc:Fallback>
            <p:pic>
              <p:nvPicPr>
                <p:cNvPr id="21" name="Ink 20">
                  <a:extLst>
                    <a:ext uri="{FF2B5EF4-FFF2-40B4-BE49-F238E27FC236}">
                      <a16:creationId xmlns:a16="http://schemas.microsoft.com/office/drawing/2014/main" id="{7FD9B282-16CA-AF51-1E4D-7C7B41FC8728}"/>
                    </a:ext>
                  </a:extLst>
                </p:cNvPr>
                <p:cNvPicPr/>
                <p:nvPr/>
              </p:nvPicPr>
              <p:blipFill>
                <a:blip r:embed="rId26"/>
                <a:stretch>
                  <a:fillRect/>
                </a:stretch>
              </p:blipFill>
              <p:spPr>
                <a:xfrm>
                  <a:off x="5161435" y="1115470"/>
                  <a:ext cx="26604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72AF796F-4AD6-338F-5CD9-1B5525C7F0F7}"/>
                    </a:ext>
                  </a:extLst>
                </p14:cNvPr>
                <p14:cNvContentPartPr/>
                <p14:nvPr/>
              </p14:nvContentPartPr>
              <p14:xfrm>
                <a:off x="5248555" y="1056430"/>
                <a:ext cx="155160" cy="492840"/>
              </p14:xfrm>
            </p:contentPart>
          </mc:Choice>
          <mc:Fallback>
            <p:pic>
              <p:nvPicPr>
                <p:cNvPr id="22" name="Ink 21">
                  <a:extLst>
                    <a:ext uri="{FF2B5EF4-FFF2-40B4-BE49-F238E27FC236}">
                      <a16:creationId xmlns:a16="http://schemas.microsoft.com/office/drawing/2014/main" id="{72AF796F-4AD6-338F-5CD9-1B5525C7F0F7}"/>
                    </a:ext>
                  </a:extLst>
                </p:cNvPr>
                <p:cNvPicPr/>
                <p:nvPr/>
              </p:nvPicPr>
              <p:blipFill>
                <a:blip r:embed="rId28"/>
                <a:stretch>
                  <a:fillRect/>
                </a:stretch>
              </p:blipFill>
              <p:spPr>
                <a:xfrm>
                  <a:off x="5242435" y="1050310"/>
                  <a:ext cx="167400" cy="5050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3" name="Ink 22">
                  <a:extLst>
                    <a:ext uri="{FF2B5EF4-FFF2-40B4-BE49-F238E27FC236}">
                      <a16:creationId xmlns:a16="http://schemas.microsoft.com/office/drawing/2014/main" id="{EA097D04-C7ED-559B-B36F-968026143725}"/>
                    </a:ext>
                  </a:extLst>
                </p14:cNvPr>
                <p14:cNvContentPartPr/>
                <p14:nvPr/>
              </p14:nvContentPartPr>
              <p14:xfrm>
                <a:off x="5616475" y="1247950"/>
                <a:ext cx="217440" cy="50040"/>
              </p14:xfrm>
            </p:contentPart>
          </mc:Choice>
          <mc:Fallback>
            <p:pic>
              <p:nvPicPr>
                <p:cNvPr id="23" name="Ink 22">
                  <a:extLst>
                    <a:ext uri="{FF2B5EF4-FFF2-40B4-BE49-F238E27FC236}">
                      <a16:creationId xmlns:a16="http://schemas.microsoft.com/office/drawing/2014/main" id="{EA097D04-C7ED-559B-B36F-968026143725}"/>
                    </a:ext>
                  </a:extLst>
                </p:cNvPr>
                <p:cNvPicPr/>
                <p:nvPr/>
              </p:nvPicPr>
              <p:blipFill>
                <a:blip r:embed="rId30"/>
                <a:stretch>
                  <a:fillRect/>
                </a:stretch>
              </p:blipFill>
              <p:spPr>
                <a:xfrm>
                  <a:off x="5610355" y="1241830"/>
                  <a:ext cx="22968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4" name="Ink 23">
                  <a:extLst>
                    <a:ext uri="{FF2B5EF4-FFF2-40B4-BE49-F238E27FC236}">
                      <a16:creationId xmlns:a16="http://schemas.microsoft.com/office/drawing/2014/main" id="{89F77805-40E5-8EFB-B097-249A9B51A7AE}"/>
                    </a:ext>
                  </a:extLst>
                </p14:cNvPr>
                <p14:cNvContentPartPr/>
                <p14:nvPr/>
              </p14:nvContentPartPr>
              <p14:xfrm>
                <a:off x="6009235" y="1212310"/>
                <a:ext cx="343800" cy="205920"/>
              </p14:xfrm>
            </p:contentPart>
          </mc:Choice>
          <mc:Fallback>
            <p:pic>
              <p:nvPicPr>
                <p:cNvPr id="24" name="Ink 23">
                  <a:extLst>
                    <a:ext uri="{FF2B5EF4-FFF2-40B4-BE49-F238E27FC236}">
                      <a16:creationId xmlns:a16="http://schemas.microsoft.com/office/drawing/2014/main" id="{89F77805-40E5-8EFB-B097-249A9B51A7AE}"/>
                    </a:ext>
                  </a:extLst>
                </p:cNvPr>
                <p:cNvPicPr/>
                <p:nvPr/>
              </p:nvPicPr>
              <p:blipFill>
                <a:blip r:embed="rId32"/>
                <a:stretch>
                  <a:fillRect/>
                </a:stretch>
              </p:blipFill>
              <p:spPr>
                <a:xfrm>
                  <a:off x="6003115" y="1206190"/>
                  <a:ext cx="35604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5" name="Ink 24">
                  <a:extLst>
                    <a:ext uri="{FF2B5EF4-FFF2-40B4-BE49-F238E27FC236}">
                      <a16:creationId xmlns:a16="http://schemas.microsoft.com/office/drawing/2014/main" id="{BA3826DD-18C6-4ECD-B163-A8E8AB9999AD}"/>
                    </a:ext>
                  </a:extLst>
                </p14:cNvPr>
                <p14:cNvContentPartPr/>
                <p14:nvPr/>
              </p14:nvContentPartPr>
              <p14:xfrm>
                <a:off x="4955155" y="1513990"/>
                <a:ext cx="1459080" cy="34560"/>
              </p14:xfrm>
            </p:contentPart>
          </mc:Choice>
          <mc:Fallback>
            <p:pic>
              <p:nvPicPr>
                <p:cNvPr id="25" name="Ink 24">
                  <a:extLst>
                    <a:ext uri="{FF2B5EF4-FFF2-40B4-BE49-F238E27FC236}">
                      <a16:creationId xmlns:a16="http://schemas.microsoft.com/office/drawing/2014/main" id="{BA3826DD-18C6-4ECD-B163-A8E8AB9999AD}"/>
                    </a:ext>
                  </a:extLst>
                </p:cNvPr>
                <p:cNvPicPr/>
                <p:nvPr/>
              </p:nvPicPr>
              <p:blipFill>
                <a:blip r:embed="rId34"/>
                <a:stretch>
                  <a:fillRect/>
                </a:stretch>
              </p:blipFill>
              <p:spPr>
                <a:xfrm>
                  <a:off x="4949035" y="1507870"/>
                  <a:ext cx="14713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6" name="Ink 25">
                  <a:extLst>
                    <a:ext uri="{FF2B5EF4-FFF2-40B4-BE49-F238E27FC236}">
                      <a16:creationId xmlns:a16="http://schemas.microsoft.com/office/drawing/2014/main" id="{A5B55E4B-3014-C586-EA8F-1E915B0FBC72}"/>
                    </a:ext>
                  </a:extLst>
                </p14:cNvPr>
                <p14:cNvContentPartPr/>
                <p14:nvPr/>
              </p14:nvContentPartPr>
              <p14:xfrm>
                <a:off x="5564635" y="1663030"/>
                <a:ext cx="384480" cy="218160"/>
              </p14:xfrm>
            </p:contentPart>
          </mc:Choice>
          <mc:Fallback>
            <p:pic>
              <p:nvPicPr>
                <p:cNvPr id="26" name="Ink 25">
                  <a:extLst>
                    <a:ext uri="{FF2B5EF4-FFF2-40B4-BE49-F238E27FC236}">
                      <a16:creationId xmlns:a16="http://schemas.microsoft.com/office/drawing/2014/main" id="{A5B55E4B-3014-C586-EA8F-1E915B0FBC72}"/>
                    </a:ext>
                  </a:extLst>
                </p:cNvPr>
                <p:cNvPicPr/>
                <p:nvPr/>
              </p:nvPicPr>
              <p:blipFill>
                <a:blip r:embed="rId36"/>
                <a:stretch>
                  <a:fillRect/>
                </a:stretch>
              </p:blipFill>
              <p:spPr>
                <a:xfrm>
                  <a:off x="5558515" y="1656910"/>
                  <a:ext cx="396720" cy="230400"/>
                </a:xfrm>
                <a:prstGeom prst="rect">
                  <a:avLst/>
                </a:prstGeom>
              </p:spPr>
            </p:pic>
          </mc:Fallback>
        </mc:AlternateContent>
      </p:grpSp>
      <p:grpSp>
        <p:nvGrpSpPr>
          <p:cNvPr id="93" name="Group 92">
            <a:extLst>
              <a:ext uri="{FF2B5EF4-FFF2-40B4-BE49-F238E27FC236}">
                <a16:creationId xmlns:a16="http://schemas.microsoft.com/office/drawing/2014/main" id="{18242256-F775-AF1D-142B-464009713DDF}"/>
              </a:ext>
            </a:extLst>
          </p:cNvPr>
          <p:cNvGrpSpPr/>
          <p:nvPr/>
        </p:nvGrpSpPr>
        <p:grpSpPr>
          <a:xfrm>
            <a:off x="7315315" y="805870"/>
            <a:ext cx="4774680" cy="3882240"/>
            <a:chOff x="7315315" y="805870"/>
            <a:chExt cx="4774680" cy="3882240"/>
          </a:xfrm>
        </p:grpSpPr>
        <mc:AlternateContent xmlns:mc="http://schemas.openxmlformats.org/markup-compatibility/2006">
          <mc:Choice xmlns:p14="http://schemas.microsoft.com/office/powerpoint/2010/main" Requires="p14">
            <p:contentPart p14:bwMode="auto" r:id="rId37">
              <p14:nvContentPartPr>
                <p14:cNvPr id="28" name="Ink 27">
                  <a:extLst>
                    <a:ext uri="{FF2B5EF4-FFF2-40B4-BE49-F238E27FC236}">
                      <a16:creationId xmlns:a16="http://schemas.microsoft.com/office/drawing/2014/main" id="{3D2BBC55-0B82-C6C7-46A9-7A12866ECC8D}"/>
                    </a:ext>
                  </a:extLst>
                </p14:cNvPr>
                <p14:cNvContentPartPr/>
                <p14:nvPr/>
              </p14:nvContentPartPr>
              <p14:xfrm>
                <a:off x="7345195" y="1206550"/>
                <a:ext cx="233280" cy="383760"/>
              </p14:xfrm>
            </p:contentPart>
          </mc:Choice>
          <mc:Fallback>
            <p:pic>
              <p:nvPicPr>
                <p:cNvPr id="28" name="Ink 27">
                  <a:extLst>
                    <a:ext uri="{FF2B5EF4-FFF2-40B4-BE49-F238E27FC236}">
                      <a16:creationId xmlns:a16="http://schemas.microsoft.com/office/drawing/2014/main" id="{3D2BBC55-0B82-C6C7-46A9-7A12866ECC8D}"/>
                    </a:ext>
                  </a:extLst>
                </p:cNvPr>
                <p:cNvPicPr/>
                <p:nvPr/>
              </p:nvPicPr>
              <p:blipFill>
                <a:blip r:embed="rId38"/>
                <a:stretch>
                  <a:fillRect/>
                </a:stretch>
              </p:blipFill>
              <p:spPr>
                <a:xfrm>
                  <a:off x="7339075" y="1200430"/>
                  <a:ext cx="245520" cy="396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9" name="Ink 28">
                  <a:extLst>
                    <a:ext uri="{FF2B5EF4-FFF2-40B4-BE49-F238E27FC236}">
                      <a16:creationId xmlns:a16="http://schemas.microsoft.com/office/drawing/2014/main" id="{9D134813-3B23-E49D-03CC-BB126283E922}"/>
                    </a:ext>
                  </a:extLst>
                </p14:cNvPr>
                <p14:cNvContentPartPr/>
                <p14:nvPr/>
              </p14:nvContentPartPr>
              <p14:xfrm>
                <a:off x="7315315" y="1391950"/>
                <a:ext cx="227520" cy="32400"/>
              </p14:xfrm>
            </p:contentPart>
          </mc:Choice>
          <mc:Fallback>
            <p:pic>
              <p:nvPicPr>
                <p:cNvPr id="29" name="Ink 28">
                  <a:extLst>
                    <a:ext uri="{FF2B5EF4-FFF2-40B4-BE49-F238E27FC236}">
                      <a16:creationId xmlns:a16="http://schemas.microsoft.com/office/drawing/2014/main" id="{9D134813-3B23-E49D-03CC-BB126283E922}"/>
                    </a:ext>
                  </a:extLst>
                </p:cNvPr>
                <p:cNvPicPr/>
                <p:nvPr/>
              </p:nvPicPr>
              <p:blipFill>
                <a:blip r:embed="rId40"/>
                <a:stretch>
                  <a:fillRect/>
                </a:stretch>
              </p:blipFill>
              <p:spPr>
                <a:xfrm>
                  <a:off x="7309195" y="1385830"/>
                  <a:ext cx="2397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0" name="Ink 29">
                  <a:extLst>
                    <a:ext uri="{FF2B5EF4-FFF2-40B4-BE49-F238E27FC236}">
                      <a16:creationId xmlns:a16="http://schemas.microsoft.com/office/drawing/2014/main" id="{CD19E9A3-8656-361C-1183-BF0E13226969}"/>
                    </a:ext>
                  </a:extLst>
                </p14:cNvPr>
                <p14:cNvContentPartPr/>
                <p14:nvPr/>
              </p14:nvContentPartPr>
              <p14:xfrm>
                <a:off x="7464355" y="1168030"/>
                <a:ext cx="137160" cy="10800"/>
              </p14:xfrm>
            </p:contentPart>
          </mc:Choice>
          <mc:Fallback>
            <p:pic>
              <p:nvPicPr>
                <p:cNvPr id="30" name="Ink 29">
                  <a:extLst>
                    <a:ext uri="{FF2B5EF4-FFF2-40B4-BE49-F238E27FC236}">
                      <a16:creationId xmlns:a16="http://schemas.microsoft.com/office/drawing/2014/main" id="{CD19E9A3-8656-361C-1183-BF0E13226969}"/>
                    </a:ext>
                  </a:extLst>
                </p:cNvPr>
                <p:cNvPicPr/>
                <p:nvPr/>
              </p:nvPicPr>
              <p:blipFill>
                <a:blip r:embed="rId42"/>
                <a:stretch>
                  <a:fillRect/>
                </a:stretch>
              </p:blipFill>
              <p:spPr>
                <a:xfrm>
                  <a:off x="7458235" y="1161910"/>
                  <a:ext cx="1494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1" name="Ink 30">
                  <a:extLst>
                    <a:ext uri="{FF2B5EF4-FFF2-40B4-BE49-F238E27FC236}">
                      <a16:creationId xmlns:a16="http://schemas.microsoft.com/office/drawing/2014/main" id="{A059AA47-6659-2090-1875-FB4DF0CCDE89}"/>
                    </a:ext>
                  </a:extLst>
                </p14:cNvPr>
                <p14:cNvContentPartPr/>
                <p14:nvPr/>
              </p14:nvContentPartPr>
              <p14:xfrm>
                <a:off x="7656235" y="1060390"/>
                <a:ext cx="281880" cy="734040"/>
              </p14:xfrm>
            </p:contentPart>
          </mc:Choice>
          <mc:Fallback>
            <p:pic>
              <p:nvPicPr>
                <p:cNvPr id="31" name="Ink 30">
                  <a:extLst>
                    <a:ext uri="{FF2B5EF4-FFF2-40B4-BE49-F238E27FC236}">
                      <a16:creationId xmlns:a16="http://schemas.microsoft.com/office/drawing/2014/main" id="{A059AA47-6659-2090-1875-FB4DF0CCDE89}"/>
                    </a:ext>
                  </a:extLst>
                </p:cNvPr>
                <p:cNvPicPr/>
                <p:nvPr/>
              </p:nvPicPr>
              <p:blipFill>
                <a:blip r:embed="rId44"/>
                <a:stretch>
                  <a:fillRect/>
                </a:stretch>
              </p:blipFill>
              <p:spPr>
                <a:xfrm>
                  <a:off x="7650115" y="1054270"/>
                  <a:ext cx="294120" cy="746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2" name="Ink 31">
                  <a:extLst>
                    <a:ext uri="{FF2B5EF4-FFF2-40B4-BE49-F238E27FC236}">
                      <a16:creationId xmlns:a16="http://schemas.microsoft.com/office/drawing/2014/main" id="{1DFAB3B9-E202-E697-7CFC-12309E3C5530}"/>
                    </a:ext>
                  </a:extLst>
                </p14:cNvPr>
                <p14:cNvContentPartPr/>
                <p14:nvPr/>
              </p14:nvContentPartPr>
              <p14:xfrm>
                <a:off x="7848475" y="1281790"/>
                <a:ext cx="284040" cy="332640"/>
              </p14:xfrm>
            </p:contentPart>
          </mc:Choice>
          <mc:Fallback>
            <p:pic>
              <p:nvPicPr>
                <p:cNvPr id="32" name="Ink 31">
                  <a:extLst>
                    <a:ext uri="{FF2B5EF4-FFF2-40B4-BE49-F238E27FC236}">
                      <a16:creationId xmlns:a16="http://schemas.microsoft.com/office/drawing/2014/main" id="{1DFAB3B9-E202-E697-7CFC-12309E3C5530}"/>
                    </a:ext>
                  </a:extLst>
                </p:cNvPr>
                <p:cNvPicPr/>
                <p:nvPr/>
              </p:nvPicPr>
              <p:blipFill>
                <a:blip r:embed="rId46"/>
                <a:stretch>
                  <a:fillRect/>
                </a:stretch>
              </p:blipFill>
              <p:spPr>
                <a:xfrm>
                  <a:off x="7842355" y="1275670"/>
                  <a:ext cx="29628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3" name="Ink 32">
                  <a:extLst>
                    <a:ext uri="{FF2B5EF4-FFF2-40B4-BE49-F238E27FC236}">
                      <a16:creationId xmlns:a16="http://schemas.microsoft.com/office/drawing/2014/main" id="{A15DE36D-6B6E-4FFA-BC4E-E0A72FB738DC}"/>
                    </a:ext>
                  </a:extLst>
                </p14:cNvPr>
                <p14:cNvContentPartPr/>
                <p14:nvPr/>
              </p14:nvContentPartPr>
              <p14:xfrm>
                <a:off x="7834075" y="1468270"/>
                <a:ext cx="303840" cy="58320"/>
              </p14:xfrm>
            </p:contentPart>
          </mc:Choice>
          <mc:Fallback>
            <p:pic>
              <p:nvPicPr>
                <p:cNvPr id="33" name="Ink 32">
                  <a:extLst>
                    <a:ext uri="{FF2B5EF4-FFF2-40B4-BE49-F238E27FC236}">
                      <a16:creationId xmlns:a16="http://schemas.microsoft.com/office/drawing/2014/main" id="{A15DE36D-6B6E-4FFA-BC4E-E0A72FB738DC}"/>
                    </a:ext>
                  </a:extLst>
                </p:cNvPr>
                <p:cNvPicPr/>
                <p:nvPr/>
              </p:nvPicPr>
              <p:blipFill>
                <a:blip r:embed="rId48"/>
                <a:stretch>
                  <a:fillRect/>
                </a:stretch>
              </p:blipFill>
              <p:spPr>
                <a:xfrm>
                  <a:off x="7827955" y="1462150"/>
                  <a:ext cx="31608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4" name="Ink 33">
                  <a:extLst>
                    <a:ext uri="{FF2B5EF4-FFF2-40B4-BE49-F238E27FC236}">
                      <a16:creationId xmlns:a16="http://schemas.microsoft.com/office/drawing/2014/main" id="{03A42A9D-F18E-F07B-5DA0-5A37713B2812}"/>
                    </a:ext>
                  </a:extLst>
                </p14:cNvPr>
                <p14:cNvContentPartPr/>
                <p14:nvPr/>
              </p14:nvContentPartPr>
              <p14:xfrm>
                <a:off x="8106235" y="1018990"/>
                <a:ext cx="130320" cy="1025280"/>
              </p14:xfrm>
            </p:contentPart>
          </mc:Choice>
          <mc:Fallback>
            <p:pic>
              <p:nvPicPr>
                <p:cNvPr id="34" name="Ink 33">
                  <a:extLst>
                    <a:ext uri="{FF2B5EF4-FFF2-40B4-BE49-F238E27FC236}">
                      <a16:creationId xmlns:a16="http://schemas.microsoft.com/office/drawing/2014/main" id="{03A42A9D-F18E-F07B-5DA0-5A37713B2812}"/>
                    </a:ext>
                  </a:extLst>
                </p:cNvPr>
                <p:cNvPicPr/>
                <p:nvPr/>
              </p:nvPicPr>
              <p:blipFill>
                <a:blip r:embed="rId50"/>
                <a:stretch>
                  <a:fillRect/>
                </a:stretch>
              </p:blipFill>
              <p:spPr>
                <a:xfrm>
                  <a:off x="8100115" y="1012870"/>
                  <a:ext cx="142560" cy="10375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5" name="Ink 34">
                  <a:extLst>
                    <a:ext uri="{FF2B5EF4-FFF2-40B4-BE49-F238E27FC236}">
                      <a16:creationId xmlns:a16="http://schemas.microsoft.com/office/drawing/2014/main" id="{DBCB4D1A-2981-4266-3580-4A226DE4A2F7}"/>
                    </a:ext>
                  </a:extLst>
                </p14:cNvPr>
                <p14:cNvContentPartPr/>
                <p14:nvPr/>
              </p14:nvContentPartPr>
              <p14:xfrm>
                <a:off x="8436715" y="1406350"/>
                <a:ext cx="68040" cy="9720"/>
              </p14:xfrm>
            </p:contentPart>
          </mc:Choice>
          <mc:Fallback>
            <p:pic>
              <p:nvPicPr>
                <p:cNvPr id="35" name="Ink 34">
                  <a:extLst>
                    <a:ext uri="{FF2B5EF4-FFF2-40B4-BE49-F238E27FC236}">
                      <a16:creationId xmlns:a16="http://schemas.microsoft.com/office/drawing/2014/main" id="{DBCB4D1A-2981-4266-3580-4A226DE4A2F7}"/>
                    </a:ext>
                  </a:extLst>
                </p:cNvPr>
                <p:cNvPicPr/>
                <p:nvPr/>
              </p:nvPicPr>
              <p:blipFill>
                <a:blip r:embed="rId52"/>
                <a:stretch>
                  <a:fillRect/>
                </a:stretch>
              </p:blipFill>
              <p:spPr>
                <a:xfrm>
                  <a:off x="8430595" y="1400230"/>
                  <a:ext cx="802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6" name="Ink 35">
                  <a:extLst>
                    <a:ext uri="{FF2B5EF4-FFF2-40B4-BE49-F238E27FC236}">
                      <a16:creationId xmlns:a16="http://schemas.microsoft.com/office/drawing/2014/main" id="{4499D085-335B-9EFF-87C0-AB381F0B0C89}"/>
                    </a:ext>
                  </a:extLst>
                </p14:cNvPr>
                <p14:cNvContentPartPr/>
                <p14:nvPr/>
              </p14:nvContentPartPr>
              <p14:xfrm>
                <a:off x="8381635" y="1490230"/>
                <a:ext cx="160920" cy="61560"/>
              </p14:xfrm>
            </p:contentPart>
          </mc:Choice>
          <mc:Fallback>
            <p:pic>
              <p:nvPicPr>
                <p:cNvPr id="36" name="Ink 35">
                  <a:extLst>
                    <a:ext uri="{FF2B5EF4-FFF2-40B4-BE49-F238E27FC236}">
                      <a16:creationId xmlns:a16="http://schemas.microsoft.com/office/drawing/2014/main" id="{4499D085-335B-9EFF-87C0-AB381F0B0C89}"/>
                    </a:ext>
                  </a:extLst>
                </p:cNvPr>
                <p:cNvPicPr/>
                <p:nvPr/>
              </p:nvPicPr>
              <p:blipFill>
                <a:blip r:embed="rId54"/>
                <a:stretch>
                  <a:fillRect/>
                </a:stretch>
              </p:blipFill>
              <p:spPr>
                <a:xfrm>
                  <a:off x="8375515" y="1484110"/>
                  <a:ext cx="17316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70" name="Ink 69">
                  <a:extLst>
                    <a:ext uri="{FF2B5EF4-FFF2-40B4-BE49-F238E27FC236}">
                      <a16:creationId xmlns:a16="http://schemas.microsoft.com/office/drawing/2014/main" id="{20C158A8-474D-34DD-EFD9-CF3E8B2B407E}"/>
                    </a:ext>
                  </a:extLst>
                </p14:cNvPr>
                <p14:cNvContentPartPr/>
                <p14:nvPr/>
              </p14:nvContentPartPr>
              <p14:xfrm>
                <a:off x="8963395" y="2885590"/>
                <a:ext cx="2544120" cy="311760"/>
              </p14:xfrm>
            </p:contentPart>
          </mc:Choice>
          <mc:Fallback>
            <p:pic>
              <p:nvPicPr>
                <p:cNvPr id="70" name="Ink 69">
                  <a:extLst>
                    <a:ext uri="{FF2B5EF4-FFF2-40B4-BE49-F238E27FC236}">
                      <a16:creationId xmlns:a16="http://schemas.microsoft.com/office/drawing/2014/main" id="{20C158A8-474D-34DD-EFD9-CF3E8B2B407E}"/>
                    </a:ext>
                  </a:extLst>
                </p:cNvPr>
                <p:cNvPicPr/>
                <p:nvPr/>
              </p:nvPicPr>
              <p:blipFill>
                <a:blip r:embed="rId56"/>
                <a:stretch>
                  <a:fillRect/>
                </a:stretch>
              </p:blipFill>
              <p:spPr>
                <a:xfrm>
                  <a:off x="8957275" y="2879470"/>
                  <a:ext cx="255636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71" name="Ink 70">
                  <a:extLst>
                    <a:ext uri="{FF2B5EF4-FFF2-40B4-BE49-F238E27FC236}">
                      <a16:creationId xmlns:a16="http://schemas.microsoft.com/office/drawing/2014/main" id="{0FF64F26-CF95-BD00-F24B-57966280C5BB}"/>
                    </a:ext>
                  </a:extLst>
                </p14:cNvPr>
                <p14:cNvContentPartPr/>
                <p14:nvPr/>
              </p14:nvContentPartPr>
              <p14:xfrm>
                <a:off x="8365075" y="3355750"/>
                <a:ext cx="470520" cy="588960"/>
              </p14:xfrm>
            </p:contentPart>
          </mc:Choice>
          <mc:Fallback>
            <p:pic>
              <p:nvPicPr>
                <p:cNvPr id="71" name="Ink 70">
                  <a:extLst>
                    <a:ext uri="{FF2B5EF4-FFF2-40B4-BE49-F238E27FC236}">
                      <a16:creationId xmlns:a16="http://schemas.microsoft.com/office/drawing/2014/main" id="{0FF64F26-CF95-BD00-F24B-57966280C5BB}"/>
                    </a:ext>
                  </a:extLst>
                </p:cNvPr>
                <p:cNvPicPr/>
                <p:nvPr/>
              </p:nvPicPr>
              <p:blipFill>
                <a:blip r:embed="rId58"/>
                <a:stretch>
                  <a:fillRect/>
                </a:stretch>
              </p:blipFill>
              <p:spPr>
                <a:xfrm>
                  <a:off x="8358955" y="3349630"/>
                  <a:ext cx="482760" cy="601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72" name="Ink 71">
                  <a:extLst>
                    <a:ext uri="{FF2B5EF4-FFF2-40B4-BE49-F238E27FC236}">
                      <a16:creationId xmlns:a16="http://schemas.microsoft.com/office/drawing/2014/main" id="{6470D86A-39F9-0085-04C7-0B83EC8C0739}"/>
                    </a:ext>
                  </a:extLst>
                </p14:cNvPr>
                <p14:cNvContentPartPr/>
                <p14:nvPr/>
              </p14:nvContentPartPr>
              <p14:xfrm>
                <a:off x="8727235" y="3453670"/>
                <a:ext cx="41760" cy="46800"/>
              </p14:xfrm>
            </p:contentPart>
          </mc:Choice>
          <mc:Fallback>
            <p:pic>
              <p:nvPicPr>
                <p:cNvPr id="72" name="Ink 71">
                  <a:extLst>
                    <a:ext uri="{FF2B5EF4-FFF2-40B4-BE49-F238E27FC236}">
                      <a16:creationId xmlns:a16="http://schemas.microsoft.com/office/drawing/2014/main" id="{6470D86A-39F9-0085-04C7-0B83EC8C0739}"/>
                    </a:ext>
                  </a:extLst>
                </p:cNvPr>
                <p:cNvPicPr/>
                <p:nvPr/>
              </p:nvPicPr>
              <p:blipFill>
                <a:blip r:embed="rId60"/>
                <a:stretch>
                  <a:fillRect/>
                </a:stretch>
              </p:blipFill>
              <p:spPr>
                <a:xfrm>
                  <a:off x="8721115" y="3447550"/>
                  <a:ext cx="540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73" name="Ink 72">
                  <a:extLst>
                    <a:ext uri="{FF2B5EF4-FFF2-40B4-BE49-F238E27FC236}">
                      <a16:creationId xmlns:a16="http://schemas.microsoft.com/office/drawing/2014/main" id="{71A351D9-4E3E-B4BC-54D8-B7855DB07F13}"/>
                    </a:ext>
                  </a:extLst>
                </p14:cNvPr>
                <p14:cNvContentPartPr/>
                <p14:nvPr/>
              </p14:nvContentPartPr>
              <p14:xfrm>
                <a:off x="8856835" y="3625390"/>
                <a:ext cx="120600" cy="167040"/>
              </p14:xfrm>
            </p:contentPart>
          </mc:Choice>
          <mc:Fallback>
            <p:pic>
              <p:nvPicPr>
                <p:cNvPr id="73" name="Ink 72">
                  <a:extLst>
                    <a:ext uri="{FF2B5EF4-FFF2-40B4-BE49-F238E27FC236}">
                      <a16:creationId xmlns:a16="http://schemas.microsoft.com/office/drawing/2014/main" id="{71A351D9-4E3E-B4BC-54D8-B7855DB07F13}"/>
                    </a:ext>
                  </a:extLst>
                </p:cNvPr>
                <p:cNvPicPr/>
                <p:nvPr/>
              </p:nvPicPr>
              <p:blipFill>
                <a:blip r:embed="rId62"/>
                <a:stretch>
                  <a:fillRect/>
                </a:stretch>
              </p:blipFill>
              <p:spPr>
                <a:xfrm>
                  <a:off x="8850715" y="3619270"/>
                  <a:ext cx="13284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74" name="Ink 73">
                  <a:extLst>
                    <a:ext uri="{FF2B5EF4-FFF2-40B4-BE49-F238E27FC236}">
                      <a16:creationId xmlns:a16="http://schemas.microsoft.com/office/drawing/2014/main" id="{FFC02FF6-0CC6-62F6-8982-D4680E4B8707}"/>
                    </a:ext>
                  </a:extLst>
                </p14:cNvPr>
                <p14:cNvContentPartPr/>
                <p14:nvPr/>
              </p14:nvContentPartPr>
              <p14:xfrm>
                <a:off x="9040435" y="3633310"/>
                <a:ext cx="179280" cy="143640"/>
              </p14:xfrm>
            </p:contentPart>
          </mc:Choice>
          <mc:Fallback>
            <p:pic>
              <p:nvPicPr>
                <p:cNvPr id="74" name="Ink 73">
                  <a:extLst>
                    <a:ext uri="{FF2B5EF4-FFF2-40B4-BE49-F238E27FC236}">
                      <a16:creationId xmlns:a16="http://schemas.microsoft.com/office/drawing/2014/main" id="{FFC02FF6-0CC6-62F6-8982-D4680E4B8707}"/>
                    </a:ext>
                  </a:extLst>
                </p:cNvPr>
                <p:cNvPicPr/>
                <p:nvPr/>
              </p:nvPicPr>
              <p:blipFill>
                <a:blip r:embed="rId64"/>
                <a:stretch>
                  <a:fillRect/>
                </a:stretch>
              </p:blipFill>
              <p:spPr>
                <a:xfrm>
                  <a:off x="9034315" y="3627190"/>
                  <a:ext cx="1915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75" name="Ink 74">
                  <a:extLst>
                    <a:ext uri="{FF2B5EF4-FFF2-40B4-BE49-F238E27FC236}">
                      <a16:creationId xmlns:a16="http://schemas.microsoft.com/office/drawing/2014/main" id="{4EC86F36-05E0-3B9F-6E60-B3AAE3C5C0C1}"/>
                    </a:ext>
                  </a:extLst>
                </p14:cNvPr>
                <p14:cNvContentPartPr/>
                <p14:nvPr/>
              </p14:nvContentPartPr>
              <p14:xfrm>
                <a:off x="9261475" y="3232270"/>
                <a:ext cx="897840" cy="731160"/>
              </p14:xfrm>
            </p:contentPart>
          </mc:Choice>
          <mc:Fallback>
            <p:pic>
              <p:nvPicPr>
                <p:cNvPr id="75" name="Ink 74">
                  <a:extLst>
                    <a:ext uri="{FF2B5EF4-FFF2-40B4-BE49-F238E27FC236}">
                      <a16:creationId xmlns:a16="http://schemas.microsoft.com/office/drawing/2014/main" id="{4EC86F36-05E0-3B9F-6E60-B3AAE3C5C0C1}"/>
                    </a:ext>
                  </a:extLst>
                </p:cNvPr>
                <p:cNvPicPr/>
                <p:nvPr/>
              </p:nvPicPr>
              <p:blipFill>
                <a:blip r:embed="rId66"/>
                <a:stretch>
                  <a:fillRect/>
                </a:stretch>
              </p:blipFill>
              <p:spPr>
                <a:xfrm>
                  <a:off x="9255355" y="3226150"/>
                  <a:ext cx="910080" cy="7434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76" name="Ink 75">
                  <a:extLst>
                    <a:ext uri="{FF2B5EF4-FFF2-40B4-BE49-F238E27FC236}">
                      <a16:creationId xmlns:a16="http://schemas.microsoft.com/office/drawing/2014/main" id="{237EA777-EF42-EEEE-2C16-458A3E3A0901}"/>
                    </a:ext>
                  </a:extLst>
                </p14:cNvPr>
                <p14:cNvContentPartPr/>
                <p14:nvPr/>
              </p14:nvContentPartPr>
              <p14:xfrm>
                <a:off x="9878515" y="3405070"/>
                <a:ext cx="169200" cy="28440"/>
              </p14:xfrm>
            </p:contentPart>
          </mc:Choice>
          <mc:Fallback>
            <p:pic>
              <p:nvPicPr>
                <p:cNvPr id="76" name="Ink 75">
                  <a:extLst>
                    <a:ext uri="{FF2B5EF4-FFF2-40B4-BE49-F238E27FC236}">
                      <a16:creationId xmlns:a16="http://schemas.microsoft.com/office/drawing/2014/main" id="{237EA777-EF42-EEEE-2C16-458A3E3A0901}"/>
                    </a:ext>
                  </a:extLst>
                </p:cNvPr>
                <p:cNvPicPr/>
                <p:nvPr/>
              </p:nvPicPr>
              <p:blipFill>
                <a:blip r:embed="rId68"/>
                <a:stretch>
                  <a:fillRect/>
                </a:stretch>
              </p:blipFill>
              <p:spPr>
                <a:xfrm>
                  <a:off x="9872395" y="3398950"/>
                  <a:ext cx="18144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77" name="Ink 76">
                  <a:extLst>
                    <a:ext uri="{FF2B5EF4-FFF2-40B4-BE49-F238E27FC236}">
                      <a16:creationId xmlns:a16="http://schemas.microsoft.com/office/drawing/2014/main" id="{6BAA1DDE-1AA9-1EE8-7E7A-2363171163BF}"/>
                    </a:ext>
                  </a:extLst>
                </p14:cNvPr>
                <p14:cNvContentPartPr/>
                <p14:nvPr/>
              </p14:nvContentPartPr>
              <p14:xfrm>
                <a:off x="9595915" y="3346030"/>
                <a:ext cx="19080" cy="36720"/>
              </p14:xfrm>
            </p:contentPart>
          </mc:Choice>
          <mc:Fallback>
            <p:pic>
              <p:nvPicPr>
                <p:cNvPr id="77" name="Ink 76">
                  <a:extLst>
                    <a:ext uri="{FF2B5EF4-FFF2-40B4-BE49-F238E27FC236}">
                      <a16:creationId xmlns:a16="http://schemas.microsoft.com/office/drawing/2014/main" id="{6BAA1DDE-1AA9-1EE8-7E7A-2363171163BF}"/>
                    </a:ext>
                  </a:extLst>
                </p:cNvPr>
                <p:cNvPicPr/>
                <p:nvPr/>
              </p:nvPicPr>
              <p:blipFill>
                <a:blip r:embed="rId70"/>
                <a:stretch>
                  <a:fillRect/>
                </a:stretch>
              </p:blipFill>
              <p:spPr>
                <a:xfrm>
                  <a:off x="9589795" y="3339910"/>
                  <a:ext cx="313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78" name="Ink 77">
                  <a:extLst>
                    <a:ext uri="{FF2B5EF4-FFF2-40B4-BE49-F238E27FC236}">
                      <a16:creationId xmlns:a16="http://schemas.microsoft.com/office/drawing/2014/main" id="{92BB6906-E132-A987-4B51-F71CA5E892CC}"/>
                    </a:ext>
                  </a:extLst>
                </p14:cNvPr>
                <p14:cNvContentPartPr/>
                <p14:nvPr/>
              </p14:nvContentPartPr>
              <p14:xfrm>
                <a:off x="10424275" y="3316510"/>
                <a:ext cx="232560" cy="756720"/>
              </p14:xfrm>
            </p:contentPart>
          </mc:Choice>
          <mc:Fallback>
            <p:pic>
              <p:nvPicPr>
                <p:cNvPr id="78" name="Ink 77">
                  <a:extLst>
                    <a:ext uri="{FF2B5EF4-FFF2-40B4-BE49-F238E27FC236}">
                      <a16:creationId xmlns:a16="http://schemas.microsoft.com/office/drawing/2014/main" id="{92BB6906-E132-A987-4B51-F71CA5E892CC}"/>
                    </a:ext>
                  </a:extLst>
                </p:cNvPr>
                <p:cNvPicPr/>
                <p:nvPr/>
              </p:nvPicPr>
              <p:blipFill>
                <a:blip r:embed="rId72"/>
                <a:stretch>
                  <a:fillRect/>
                </a:stretch>
              </p:blipFill>
              <p:spPr>
                <a:xfrm>
                  <a:off x="10418155" y="3310390"/>
                  <a:ext cx="244800" cy="7689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79" name="Ink 78">
                  <a:extLst>
                    <a:ext uri="{FF2B5EF4-FFF2-40B4-BE49-F238E27FC236}">
                      <a16:creationId xmlns:a16="http://schemas.microsoft.com/office/drawing/2014/main" id="{1E3B81D7-EA02-CE75-3A1E-AC84E3724CAD}"/>
                    </a:ext>
                  </a:extLst>
                </p14:cNvPr>
                <p14:cNvContentPartPr/>
                <p14:nvPr/>
              </p14:nvContentPartPr>
              <p14:xfrm>
                <a:off x="8897155" y="4183390"/>
                <a:ext cx="241560" cy="168480"/>
              </p14:xfrm>
            </p:contentPart>
          </mc:Choice>
          <mc:Fallback>
            <p:pic>
              <p:nvPicPr>
                <p:cNvPr id="79" name="Ink 78">
                  <a:extLst>
                    <a:ext uri="{FF2B5EF4-FFF2-40B4-BE49-F238E27FC236}">
                      <a16:creationId xmlns:a16="http://schemas.microsoft.com/office/drawing/2014/main" id="{1E3B81D7-EA02-CE75-3A1E-AC84E3724CAD}"/>
                    </a:ext>
                  </a:extLst>
                </p:cNvPr>
                <p:cNvPicPr/>
                <p:nvPr/>
              </p:nvPicPr>
              <p:blipFill>
                <a:blip r:embed="rId74"/>
                <a:stretch>
                  <a:fillRect/>
                </a:stretch>
              </p:blipFill>
              <p:spPr>
                <a:xfrm>
                  <a:off x="8891035" y="4177270"/>
                  <a:ext cx="2538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80" name="Ink 79">
                  <a:extLst>
                    <a:ext uri="{FF2B5EF4-FFF2-40B4-BE49-F238E27FC236}">
                      <a16:creationId xmlns:a16="http://schemas.microsoft.com/office/drawing/2014/main" id="{381B1ABD-6783-69BB-3850-9FA974CF84B5}"/>
                    </a:ext>
                  </a:extLst>
                </p14:cNvPr>
                <p14:cNvContentPartPr/>
                <p14:nvPr/>
              </p14:nvContentPartPr>
              <p14:xfrm>
                <a:off x="9172915" y="4149550"/>
                <a:ext cx="193320" cy="240840"/>
              </p14:xfrm>
            </p:contentPart>
          </mc:Choice>
          <mc:Fallback>
            <p:pic>
              <p:nvPicPr>
                <p:cNvPr id="80" name="Ink 79">
                  <a:extLst>
                    <a:ext uri="{FF2B5EF4-FFF2-40B4-BE49-F238E27FC236}">
                      <a16:creationId xmlns:a16="http://schemas.microsoft.com/office/drawing/2014/main" id="{381B1ABD-6783-69BB-3850-9FA974CF84B5}"/>
                    </a:ext>
                  </a:extLst>
                </p:cNvPr>
                <p:cNvPicPr/>
                <p:nvPr/>
              </p:nvPicPr>
              <p:blipFill>
                <a:blip r:embed="rId76"/>
                <a:stretch>
                  <a:fillRect/>
                </a:stretch>
              </p:blipFill>
              <p:spPr>
                <a:xfrm>
                  <a:off x="9166795" y="4143430"/>
                  <a:ext cx="2055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81" name="Ink 80">
                  <a:extLst>
                    <a:ext uri="{FF2B5EF4-FFF2-40B4-BE49-F238E27FC236}">
                      <a16:creationId xmlns:a16="http://schemas.microsoft.com/office/drawing/2014/main" id="{14CD49BF-E464-3532-E7C7-B9BD997EE1C9}"/>
                    </a:ext>
                  </a:extLst>
                </p14:cNvPr>
                <p14:cNvContentPartPr/>
                <p14:nvPr/>
              </p14:nvContentPartPr>
              <p14:xfrm>
                <a:off x="9172555" y="4228030"/>
                <a:ext cx="185760" cy="143280"/>
              </p14:xfrm>
            </p:contentPart>
          </mc:Choice>
          <mc:Fallback>
            <p:pic>
              <p:nvPicPr>
                <p:cNvPr id="81" name="Ink 80">
                  <a:extLst>
                    <a:ext uri="{FF2B5EF4-FFF2-40B4-BE49-F238E27FC236}">
                      <a16:creationId xmlns:a16="http://schemas.microsoft.com/office/drawing/2014/main" id="{14CD49BF-E464-3532-E7C7-B9BD997EE1C9}"/>
                    </a:ext>
                  </a:extLst>
                </p:cNvPr>
                <p:cNvPicPr/>
                <p:nvPr/>
              </p:nvPicPr>
              <p:blipFill>
                <a:blip r:embed="rId78"/>
                <a:stretch>
                  <a:fillRect/>
                </a:stretch>
              </p:blipFill>
              <p:spPr>
                <a:xfrm>
                  <a:off x="9166435" y="4221910"/>
                  <a:ext cx="19800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82" name="Ink 81">
                  <a:extLst>
                    <a:ext uri="{FF2B5EF4-FFF2-40B4-BE49-F238E27FC236}">
                      <a16:creationId xmlns:a16="http://schemas.microsoft.com/office/drawing/2014/main" id="{BD7A53C1-60FB-2B95-7FC4-497526C535A8}"/>
                    </a:ext>
                  </a:extLst>
                </p14:cNvPr>
                <p14:cNvContentPartPr/>
                <p14:nvPr/>
              </p14:nvContentPartPr>
              <p14:xfrm>
                <a:off x="9470995" y="4114270"/>
                <a:ext cx="42480" cy="573840"/>
              </p14:xfrm>
            </p:contentPart>
          </mc:Choice>
          <mc:Fallback>
            <p:pic>
              <p:nvPicPr>
                <p:cNvPr id="82" name="Ink 81">
                  <a:extLst>
                    <a:ext uri="{FF2B5EF4-FFF2-40B4-BE49-F238E27FC236}">
                      <a16:creationId xmlns:a16="http://schemas.microsoft.com/office/drawing/2014/main" id="{BD7A53C1-60FB-2B95-7FC4-497526C535A8}"/>
                    </a:ext>
                  </a:extLst>
                </p:cNvPr>
                <p:cNvPicPr/>
                <p:nvPr/>
              </p:nvPicPr>
              <p:blipFill>
                <a:blip r:embed="rId80"/>
                <a:stretch>
                  <a:fillRect/>
                </a:stretch>
              </p:blipFill>
              <p:spPr>
                <a:xfrm>
                  <a:off x="9464875" y="4108150"/>
                  <a:ext cx="54720" cy="5860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83" name="Ink 82">
                  <a:extLst>
                    <a:ext uri="{FF2B5EF4-FFF2-40B4-BE49-F238E27FC236}">
                      <a16:creationId xmlns:a16="http://schemas.microsoft.com/office/drawing/2014/main" id="{D3895E7E-1DE7-3D48-E60D-B93648577A6C}"/>
                    </a:ext>
                  </a:extLst>
                </p14:cNvPr>
                <p14:cNvContentPartPr/>
                <p14:nvPr/>
              </p14:nvContentPartPr>
              <p14:xfrm>
                <a:off x="9456235" y="4191670"/>
                <a:ext cx="82440" cy="180000"/>
              </p14:xfrm>
            </p:contentPart>
          </mc:Choice>
          <mc:Fallback>
            <p:pic>
              <p:nvPicPr>
                <p:cNvPr id="83" name="Ink 82">
                  <a:extLst>
                    <a:ext uri="{FF2B5EF4-FFF2-40B4-BE49-F238E27FC236}">
                      <a16:creationId xmlns:a16="http://schemas.microsoft.com/office/drawing/2014/main" id="{D3895E7E-1DE7-3D48-E60D-B93648577A6C}"/>
                    </a:ext>
                  </a:extLst>
                </p:cNvPr>
                <p:cNvPicPr/>
                <p:nvPr/>
              </p:nvPicPr>
              <p:blipFill>
                <a:blip r:embed="rId82"/>
                <a:stretch>
                  <a:fillRect/>
                </a:stretch>
              </p:blipFill>
              <p:spPr>
                <a:xfrm>
                  <a:off x="9450115" y="4185550"/>
                  <a:ext cx="9468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84" name="Ink 83">
                  <a:extLst>
                    <a:ext uri="{FF2B5EF4-FFF2-40B4-BE49-F238E27FC236}">
                      <a16:creationId xmlns:a16="http://schemas.microsoft.com/office/drawing/2014/main" id="{A7BEC58D-B352-0225-C095-3DA647E4321B}"/>
                    </a:ext>
                  </a:extLst>
                </p14:cNvPr>
                <p14:cNvContentPartPr/>
                <p14:nvPr/>
              </p14:nvContentPartPr>
              <p14:xfrm>
                <a:off x="9595555" y="4244590"/>
                <a:ext cx="85680" cy="116280"/>
              </p14:xfrm>
            </p:contentPart>
          </mc:Choice>
          <mc:Fallback>
            <p:pic>
              <p:nvPicPr>
                <p:cNvPr id="84" name="Ink 83">
                  <a:extLst>
                    <a:ext uri="{FF2B5EF4-FFF2-40B4-BE49-F238E27FC236}">
                      <a16:creationId xmlns:a16="http://schemas.microsoft.com/office/drawing/2014/main" id="{A7BEC58D-B352-0225-C095-3DA647E4321B}"/>
                    </a:ext>
                  </a:extLst>
                </p:cNvPr>
                <p:cNvPicPr/>
                <p:nvPr/>
              </p:nvPicPr>
              <p:blipFill>
                <a:blip r:embed="rId84"/>
                <a:stretch>
                  <a:fillRect/>
                </a:stretch>
              </p:blipFill>
              <p:spPr>
                <a:xfrm>
                  <a:off x="9589435" y="4238470"/>
                  <a:ext cx="979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85" name="Ink 84">
                  <a:extLst>
                    <a:ext uri="{FF2B5EF4-FFF2-40B4-BE49-F238E27FC236}">
                      <a16:creationId xmlns:a16="http://schemas.microsoft.com/office/drawing/2014/main" id="{6628AC46-6D10-C546-6012-D11AA0B0E281}"/>
                    </a:ext>
                  </a:extLst>
                </p14:cNvPr>
                <p14:cNvContentPartPr/>
                <p14:nvPr/>
              </p14:nvContentPartPr>
              <p14:xfrm>
                <a:off x="9789955" y="4208590"/>
                <a:ext cx="278280" cy="140760"/>
              </p14:xfrm>
            </p:contentPart>
          </mc:Choice>
          <mc:Fallback>
            <p:pic>
              <p:nvPicPr>
                <p:cNvPr id="85" name="Ink 84">
                  <a:extLst>
                    <a:ext uri="{FF2B5EF4-FFF2-40B4-BE49-F238E27FC236}">
                      <a16:creationId xmlns:a16="http://schemas.microsoft.com/office/drawing/2014/main" id="{6628AC46-6D10-C546-6012-D11AA0B0E281}"/>
                    </a:ext>
                  </a:extLst>
                </p:cNvPr>
                <p:cNvPicPr/>
                <p:nvPr/>
              </p:nvPicPr>
              <p:blipFill>
                <a:blip r:embed="rId86"/>
                <a:stretch>
                  <a:fillRect/>
                </a:stretch>
              </p:blipFill>
              <p:spPr>
                <a:xfrm>
                  <a:off x="9783835" y="4202470"/>
                  <a:ext cx="2905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86" name="Ink 85">
                  <a:extLst>
                    <a:ext uri="{FF2B5EF4-FFF2-40B4-BE49-F238E27FC236}">
                      <a16:creationId xmlns:a16="http://schemas.microsoft.com/office/drawing/2014/main" id="{9B2998C8-528D-DC93-EA44-C88B0128DE69}"/>
                    </a:ext>
                  </a:extLst>
                </p14:cNvPr>
                <p14:cNvContentPartPr/>
                <p14:nvPr/>
              </p14:nvContentPartPr>
              <p14:xfrm>
                <a:off x="10001635" y="3878110"/>
                <a:ext cx="70920" cy="466200"/>
              </p14:xfrm>
            </p:contentPart>
          </mc:Choice>
          <mc:Fallback>
            <p:pic>
              <p:nvPicPr>
                <p:cNvPr id="86" name="Ink 85">
                  <a:extLst>
                    <a:ext uri="{FF2B5EF4-FFF2-40B4-BE49-F238E27FC236}">
                      <a16:creationId xmlns:a16="http://schemas.microsoft.com/office/drawing/2014/main" id="{9B2998C8-528D-DC93-EA44-C88B0128DE69}"/>
                    </a:ext>
                  </a:extLst>
                </p:cNvPr>
                <p:cNvPicPr/>
                <p:nvPr/>
              </p:nvPicPr>
              <p:blipFill>
                <a:blip r:embed="rId88"/>
                <a:stretch>
                  <a:fillRect/>
                </a:stretch>
              </p:blipFill>
              <p:spPr>
                <a:xfrm>
                  <a:off x="9995515" y="3871990"/>
                  <a:ext cx="8316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87" name="Ink 86">
                  <a:extLst>
                    <a:ext uri="{FF2B5EF4-FFF2-40B4-BE49-F238E27FC236}">
                      <a16:creationId xmlns:a16="http://schemas.microsoft.com/office/drawing/2014/main" id="{FF29E134-3B52-F773-F766-60E533DE2C26}"/>
                    </a:ext>
                  </a:extLst>
                </p14:cNvPr>
                <p14:cNvContentPartPr/>
                <p14:nvPr/>
              </p14:nvContentPartPr>
              <p14:xfrm>
                <a:off x="10041955" y="3757870"/>
                <a:ext cx="1290240" cy="541080"/>
              </p14:xfrm>
            </p:contentPart>
          </mc:Choice>
          <mc:Fallback>
            <p:pic>
              <p:nvPicPr>
                <p:cNvPr id="87" name="Ink 86">
                  <a:extLst>
                    <a:ext uri="{FF2B5EF4-FFF2-40B4-BE49-F238E27FC236}">
                      <a16:creationId xmlns:a16="http://schemas.microsoft.com/office/drawing/2014/main" id="{FF29E134-3B52-F773-F766-60E533DE2C26}"/>
                    </a:ext>
                  </a:extLst>
                </p:cNvPr>
                <p:cNvPicPr/>
                <p:nvPr/>
              </p:nvPicPr>
              <p:blipFill>
                <a:blip r:embed="rId90"/>
                <a:stretch>
                  <a:fillRect/>
                </a:stretch>
              </p:blipFill>
              <p:spPr>
                <a:xfrm>
                  <a:off x="10035835" y="3751750"/>
                  <a:ext cx="1302480" cy="5533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88" name="Ink 87">
                  <a:extLst>
                    <a:ext uri="{FF2B5EF4-FFF2-40B4-BE49-F238E27FC236}">
                      <a16:creationId xmlns:a16="http://schemas.microsoft.com/office/drawing/2014/main" id="{8AF95162-0F83-7D6E-943F-5BF17754AB18}"/>
                    </a:ext>
                  </a:extLst>
                </p14:cNvPr>
                <p14:cNvContentPartPr/>
                <p14:nvPr/>
              </p14:nvContentPartPr>
              <p14:xfrm>
                <a:off x="10937275" y="3958030"/>
                <a:ext cx="46080" cy="11880"/>
              </p14:xfrm>
            </p:contentPart>
          </mc:Choice>
          <mc:Fallback>
            <p:pic>
              <p:nvPicPr>
                <p:cNvPr id="88" name="Ink 87">
                  <a:extLst>
                    <a:ext uri="{FF2B5EF4-FFF2-40B4-BE49-F238E27FC236}">
                      <a16:creationId xmlns:a16="http://schemas.microsoft.com/office/drawing/2014/main" id="{8AF95162-0F83-7D6E-943F-5BF17754AB18}"/>
                    </a:ext>
                  </a:extLst>
                </p:cNvPr>
                <p:cNvPicPr/>
                <p:nvPr/>
              </p:nvPicPr>
              <p:blipFill>
                <a:blip r:embed="rId92"/>
                <a:stretch>
                  <a:fillRect/>
                </a:stretch>
              </p:blipFill>
              <p:spPr>
                <a:xfrm>
                  <a:off x="10931155" y="3951910"/>
                  <a:ext cx="583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89" name="Ink 88">
                  <a:extLst>
                    <a:ext uri="{FF2B5EF4-FFF2-40B4-BE49-F238E27FC236}">
                      <a16:creationId xmlns:a16="http://schemas.microsoft.com/office/drawing/2014/main" id="{1303F09E-D0DA-CACE-A9FC-E4B2EECC0E27}"/>
                    </a:ext>
                  </a:extLst>
                </p14:cNvPr>
                <p14:cNvContentPartPr/>
                <p14:nvPr/>
              </p14:nvContentPartPr>
              <p14:xfrm>
                <a:off x="10506715" y="3928870"/>
                <a:ext cx="270360" cy="78120"/>
              </p14:xfrm>
            </p:contentPart>
          </mc:Choice>
          <mc:Fallback>
            <p:pic>
              <p:nvPicPr>
                <p:cNvPr id="89" name="Ink 88">
                  <a:extLst>
                    <a:ext uri="{FF2B5EF4-FFF2-40B4-BE49-F238E27FC236}">
                      <a16:creationId xmlns:a16="http://schemas.microsoft.com/office/drawing/2014/main" id="{1303F09E-D0DA-CACE-A9FC-E4B2EECC0E27}"/>
                    </a:ext>
                  </a:extLst>
                </p:cNvPr>
                <p:cNvPicPr/>
                <p:nvPr/>
              </p:nvPicPr>
              <p:blipFill>
                <a:blip r:embed="rId94"/>
                <a:stretch>
                  <a:fillRect/>
                </a:stretch>
              </p:blipFill>
              <p:spPr>
                <a:xfrm>
                  <a:off x="10500595" y="3922750"/>
                  <a:ext cx="28260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37" name="Ink 36">
                  <a:extLst>
                    <a:ext uri="{FF2B5EF4-FFF2-40B4-BE49-F238E27FC236}">
                      <a16:creationId xmlns:a16="http://schemas.microsoft.com/office/drawing/2014/main" id="{E8FFE819-03C1-83BE-F972-61E8A5E2B6ED}"/>
                    </a:ext>
                  </a:extLst>
                </p14:cNvPr>
                <p14:cNvContentPartPr/>
                <p14:nvPr/>
              </p14:nvContentPartPr>
              <p14:xfrm>
                <a:off x="9113515" y="1124830"/>
                <a:ext cx="213120" cy="321120"/>
              </p14:xfrm>
            </p:contentPart>
          </mc:Choice>
          <mc:Fallback>
            <p:pic>
              <p:nvPicPr>
                <p:cNvPr id="37" name="Ink 36">
                  <a:extLst>
                    <a:ext uri="{FF2B5EF4-FFF2-40B4-BE49-F238E27FC236}">
                      <a16:creationId xmlns:a16="http://schemas.microsoft.com/office/drawing/2014/main" id="{E8FFE819-03C1-83BE-F972-61E8A5E2B6ED}"/>
                    </a:ext>
                  </a:extLst>
                </p:cNvPr>
                <p:cNvPicPr/>
                <p:nvPr/>
              </p:nvPicPr>
              <p:blipFill>
                <a:blip r:embed="rId96"/>
                <a:stretch>
                  <a:fillRect/>
                </a:stretch>
              </p:blipFill>
              <p:spPr>
                <a:xfrm>
                  <a:off x="9107395" y="1118710"/>
                  <a:ext cx="22536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38" name="Ink 37">
                  <a:extLst>
                    <a:ext uri="{FF2B5EF4-FFF2-40B4-BE49-F238E27FC236}">
                      <a16:creationId xmlns:a16="http://schemas.microsoft.com/office/drawing/2014/main" id="{1C9FEA5A-69A7-48E1-C023-75A9A7462A15}"/>
                    </a:ext>
                  </a:extLst>
                </p14:cNvPr>
                <p14:cNvContentPartPr/>
                <p14:nvPr/>
              </p14:nvContentPartPr>
              <p14:xfrm>
                <a:off x="9128995" y="1232110"/>
                <a:ext cx="140400" cy="11880"/>
              </p14:xfrm>
            </p:contentPart>
          </mc:Choice>
          <mc:Fallback>
            <p:pic>
              <p:nvPicPr>
                <p:cNvPr id="38" name="Ink 37">
                  <a:extLst>
                    <a:ext uri="{FF2B5EF4-FFF2-40B4-BE49-F238E27FC236}">
                      <a16:creationId xmlns:a16="http://schemas.microsoft.com/office/drawing/2014/main" id="{1C9FEA5A-69A7-48E1-C023-75A9A7462A15}"/>
                    </a:ext>
                  </a:extLst>
                </p:cNvPr>
                <p:cNvPicPr/>
                <p:nvPr/>
              </p:nvPicPr>
              <p:blipFill>
                <a:blip r:embed="rId98"/>
                <a:stretch>
                  <a:fillRect/>
                </a:stretch>
              </p:blipFill>
              <p:spPr>
                <a:xfrm>
                  <a:off x="9122875" y="1225990"/>
                  <a:ext cx="1526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39" name="Ink 38">
                  <a:extLst>
                    <a:ext uri="{FF2B5EF4-FFF2-40B4-BE49-F238E27FC236}">
                      <a16:creationId xmlns:a16="http://schemas.microsoft.com/office/drawing/2014/main" id="{71D1DA48-AF61-90A9-6F5D-9A649EB5D3AC}"/>
                    </a:ext>
                  </a:extLst>
                </p14:cNvPr>
                <p14:cNvContentPartPr/>
                <p14:nvPr/>
              </p14:nvContentPartPr>
              <p14:xfrm>
                <a:off x="9151675" y="1050310"/>
                <a:ext cx="129600" cy="21960"/>
              </p14:xfrm>
            </p:contentPart>
          </mc:Choice>
          <mc:Fallback>
            <p:pic>
              <p:nvPicPr>
                <p:cNvPr id="39" name="Ink 38">
                  <a:extLst>
                    <a:ext uri="{FF2B5EF4-FFF2-40B4-BE49-F238E27FC236}">
                      <a16:creationId xmlns:a16="http://schemas.microsoft.com/office/drawing/2014/main" id="{71D1DA48-AF61-90A9-6F5D-9A649EB5D3AC}"/>
                    </a:ext>
                  </a:extLst>
                </p:cNvPr>
                <p:cNvPicPr/>
                <p:nvPr/>
              </p:nvPicPr>
              <p:blipFill>
                <a:blip r:embed="rId100"/>
                <a:stretch>
                  <a:fillRect/>
                </a:stretch>
              </p:blipFill>
              <p:spPr>
                <a:xfrm>
                  <a:off x="9145555" y="1044190"/>
                  <a:ext cx="1418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40" name="Ink 39">
                  <a:extLst>
                    <a:ext uri="{FF2B5EF4-FFF2-40B4-BE49-F238E27FC236}">
                      <a16:creationId xmlns:a16="http://schemas.microsoft.com/office/drawing/2014/main" id="{1AB6E5B0-E8F6-0418-CFA0-C30605B0E48C}"/>
                    </a:ext>
                  </a:extLst>
                </p14:cNvPr>
                <p14:cNvContentPartPr/>
                <p14:nvPr/>
              </p14:nvContentPartPr>
              <p14:xfrm>
                <a:off x="9410155" y="901270"/>
                <a:ext cx="277200" cy="789480"/>
              </p14:xfrm>
            </p:contentPart>
          </mc:Choice>
          <mc:Fallback>
            <p:pic>
              <p:nvPicPr>
                <p:cNvPr id="40" name="Ink 39">
                  <a:extLst>
                    <a:ext uri="{FF2B5EF4-FFF2-40B4-BE49-F238E27FC236}">
                      <a16:creationId xmlns:a16="http://schemas.microsoft.com/office/drawing/2014/main" id="{1AB6E5B0-E8F6-0418-CFA0-C30605B0E48C}"/>
                    </a:ext>
                  </a:extLst>
                </p:cNvPr>
                <p:cNvPicPr/>
                <p:nvPr/>
              </p:nvPicPr>
              <p:blipFill>
                <a:blip r:embed="rId102"/>
                <a:stretch>
                  <a:fillRect/>
                </a:stretch>
              </p:blipFill>
              <p:spPr>
                <a:xfrm>
                  <a:off x="9404035" y="895150"/>
                  <a:ext cx="289440" cy="8017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41" name="Ink 40">
                  <a:extLst>
                    <a:ext uri="{FF2B5EF4-FFF2-40B4-BE49-F238E27FC236}">
                      <a16:creationId xmlns:a16="http://schemas.microsoft.com/office/drawing/2014/main" id="{5C4E8796-4662-90DA-FD04-6E4806CF09FB}"/>
                    </a:ext>
                  </a:extLst>
                </p14:cNvPr>
                <p14:cNvContentPartPr/>
                <p14:nvPr/>
              </p14:nvContentPartPr>
              <p14:xfrm>
                <a:off x="9613555" y="1050310"/>
                <a:ext cx="180360" cy="411480"/>
              </p14:xfrm>
            </p:contentPart>
          </mc:Choice>
          <mc:Fallback>
            <p:pic>
              <p:nvPicPr>
                <p:cNvPr id="41" name="Ink 40">
                  <a:extLst>
                    <a:ext uri="{FF2B5EF4-FFF2-40B4-BE49-F238E27FC236}">
                      <a16:creationId xmlns:a16="http://schemas.microsoft.com/office/drawing/2014/main" id="{5C4E8796-4662-90DA-FD04-6E4806CF09FB}"/>
                    </a:ext>
                  </a:extLst>
                </p:cNvPr>
                <p:cNvPicPr/>
                <p:nvPr/>
              </p:nvPicPr>
              <p:blipFill>
                <a:blip r:embed="rId104"/>
                <a:stretch>
                  <a:fillRect/>
                </a:stretch>
              </p:blipFill>
              <p:spPr>
                <a:xfrm>
                  <a:off x="9607435" y="1044190"/>
                  <a:ext cx="19260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42" name="Ink 41">
                  <a:extLst>
                    <a:ext uri="{FF2B5EF4-FFF2-40B4-BE49-F238E27FC236}">
                      <a16:creationId xmlns:a16="http://schemas.microsoft.com/office/drawing/2014/main" id="{25FCF511-AC2D-04F9-47D7-D1E1025E9759}"/>
                    </a:ext>
                  </a:extLst>
                </p14:cNvPr>
                <p14:cNvContentPartPr/>
                <p14:nvPr/>
              </p14:nvContentPartPr>
              <p14:xfrm>
                <a:off x="9594835" y="1149670"/>
                <a:ext cx="201240" cy="306720"/>
              </p14:xfrm>
            </p:contentPart>
          </mc:Choice>
          <mc:Fallback>
            <p:pic>
              <p:nvPicPr>
                <p:cNvPr id="42" name="Ink 41">
                  <a:extLst>
                    <a:ext uri="{FF2B5EF4-FFF2-40B4-BE49-F238E27FC236}">
                      <a16:creationId xmlns:a16="http://schemas.microsoft.com/office/drawing/2014/main" id="{25FCF511-AC2D-04F9-47D7-D1E1025E9759}"/>
                    </a:ext>
                  </a:extLst>
                </p:cNvPr>
                <p:cNvPicPr/>
                <p:nvPr/>
              </p:nvPicPr>
              <p:blipFill>
                <a:blip r:embed="rId106"/>
                <a:stretch>
                  <a:fillRect/>
                </a:stretch>
              </p:blipFill>
              <p:spPr>
                <a:xfrm>
                  <a:off x="9588715" y="1143550"/>
                  <a:ext cx="21348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43" name="Ink 42">
                  <a:extLst>
                    <a:ext uri="{FF2B5EF4-FFF2-40B4-BE49-F238E27FC236}">
                      <a16:creationId xmlns:a16="http://schemas.microsoft.com/office/drawing/2014/main" id="{E223B44B-2C70-D773-3908-46ED65B96C18}"/>
                    </a:ext>
                  </a:extLst>
                </p14:cNvPr>
                <p14:cNvContentPartPr/>
                <p14:nvPr/>
              </p14:nvContentPartPr>
              <p14:xfrm>
                <a:off x="10016035" y="1310230"/>
                <a:ext cx="176400" cy="25200"/>
              </p14:xfrm>
            </p:contentPart>
          </mc:Choice>
          <mc:Fallback>
            <p:pic>
              <p:nvPicPr>
                <p:cNvPr id="43" name="Ink 42">
                  <a:extLst>
                    <a:ext uri="{FF2B5EF4-FFF2-40B4-BE49-F238E27FC236}">
                      <a16:creationId xmlns:a16="http://schemas.microsoft.com/office/drawing/2014/main" id="{E223B44B-2C70-D773-3908-46ED65B96C18}"/>
                    </a:ext>
                  </a:extLst>
                </p:cNvPr>
                <p:cNvPicPr/>
                <p:nvPr/>
              </p:nvPicPr>
              <p:blipFill>
                <a:blip r:embed="rId108"/>
                <a:stretch>
                  <a:fillRect/>
                </a:stretch>
              </p:blipFill>
              <p:spPr>
                <a:xfrm>
                  <a:off x="10009915" y="1304110"/>
                  <a:ext cx="1886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44" name="Ink 43">
                  <a:extLst>
                    <a:ext uri="{FF2B5EF4-FFF2-40B4-BE49-F238E27FC236}">
                      <a16:creationId xmlns:a16="http://schemas.microsoft.com/office/drawing/2014/main" id="{A3AEC678-B334-06CE-5379-3270C4C1D30A}"/>
                    </a:ext>
                  </a:extLst>
                </p14:cNvPr>
                <p14:cNvContentPartPr/>
                <p14:nvPr/>
              </p14:nvContentPartPr>
              <p14:xfrm>
                <a:off x="10347235" y="1178470"/>
                <a:ext cx="401040" cy="246600"/>
              </p14:xfrm>
            </p:contentPart>
          </mc:Choice>
          <mc:Fallback>
            <p:pic>
              <p:nvPicPr>
                <p:cNvPr id="44" name="Ink 43">
                  <a:extLst>
                    <a:ext uri="{FF2B5EF4-FFF2-40B4-BE49-F238E27FC236}">
                      <a16:creationId xmlns:a16="http://schemas.microsoft.com/office/drawing/2014/main" id="{A3AEC678-B334-06CE-5379-3270C4C1D30A}"/>
                    </a:ext>
                  </a:extLst>
                </p:cNvPr>
                <p:cNvPicPr/>
                <p:nvPr/>
              </p:nvPicPr>
              <p:blipFill>
                <a:blip r:embed="rId110"/>
                <a:stretch>
                  <a:fillRect/>
                </a:stretch>
              </p:blipFill>
              <p:spPr>
                <a:xfrm>
                  <a:off x="10341115" y="1172350"/>
                  <a:ext cx="4132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45" name="Ink 44">
                  <a:extLst>
                    <a:ext uri="{FF2B5EF4-FFF2-40B4-BE49-F238E27FC236}">
                      <a16:creationId xmlns:a16="http://schemas.microsoft.com/office/drawing/2014/main" id="{511BB5C7-6C50-9AE0-115F-C7F0ACD9EC4B}"/>
                    </a:ext>
                  </a:extLst>
                </p14:cNvPr>
                <p14:cNvContentPartPr/>
                <p14:nvPr/>
              </p14:nvContentPartPr>
              <p14:xfrm>
                <a:off x="9596995" y="1428670"/>
                <a:ext cx="1136520" cy="97920"/>
              </p14:xfrm>
            </p:contentPart>
          </mc:Choice>
          <mc:Fallback>
            <p:pic>
              <p:nvPicPr>
                <p:cNvPr id="45" name="Ink 44">
                  <a:extLst>
                    <a:ext uri="{FF2B5EF4-FFF2-40B4-BE49-F238E27FC236}">
                      <a16:creationId xmlns:a16="http://schemas.microsoft.com/office/drawing/2014/main" id="{511BB5C7-6C50-9AE0-115F-C7F0ACD9EC4B}"/>
                    </a:ext>
                  </a:extLst>
                </p:cNvPr>
                <p:cNvPicPr/>
                <p:nvPr/>
              </p:nvPicPr>
              <p:blipFill>
                <a:blip r:embed="rId112"/>
                <a:stretch>
                  <a:fillRect/>
                </a:stretch>
              </p:blipFill>
              <p:spPr>
                <a:xfrm>
                  <a:off x="9590875" y="1422550"/>
                  <a:ext cx="114876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46" name="Ink 45">
                  <a:extLst>
                    <a:ext uri="{FF2B5EF4-FFF2-40B4-BE49-F238E27FC236}">
                      <a16:creationId xmlns:a16="http://schemas.microsoft.com/office/drawing/2014/main" id="{587F97F8-9436-3D27-691E-2720C15453DA}"/>
                    </a:ext>
                  </a:extLst>
                </p14:cNvPr>
                <p14:cNvContentPartPr/>
                <p14:nvPr/>
              </p14:nvContentPartPr>
              <p14:xfrm>
                <a:off x="9986515" y="1592470"/>
                <a:ext cx="306360" cy="208440"/>
              </p14:xfrm>
            </p:contentPart>
          </mc:Choice>
          <mc:Fallback>
            <p:pic>
              <p:nvPicPr>
                <p:cNvPr id="46" name="Ink 45">
                  <a:extLst>
                    <a:ext uri="{FF2B5EF4-FFF2-40B4-BE49-F238E27FC236}">
                      <a16:creationId xmlns:a16="http://schemas.microsoft.com/office/drawing/2014/main" id="{587F97F8-9436-3D27-691E-2720C15453DA}"/>
                    </a:ext>
                  </a:extLst>
                </p:cNvPr>
                <p:cNvPicPr/>
                <p:nvPr/>
              </p:nvPicPr>
              <p:blipFill>
                <a:blip r:embed="rId114"/>
                <a:stretch>
                  <a:fillRect/>
                </a:stretch>
              </p:blipFill>
              <p:spPr>
                <a:xfrm>
                  <a:off x="9980395" y="1586350"/>
                  <a:ext cx="31860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47" name="Ink 46">
                  <a:extLst>
                    <a:ext uri="{FF2B5EF4-FFF2-40B4-BE49-F238E27FC236}">
                      <a16:creationId xmlns:a16="http://schemas.microsoft.com/office/drawing/2014/main" id="{CDFD0CEC-BCD9-DFF4-3A33-3C15864117F0}"/>
                    </a:ext>
                  </a:extLst>
                </p14:cNvPr>
                <p14:cNvContentPartPr/>
                <p14:nvPr/>
              </p14:nvContentPartPr>
              <p14:xfrm>
                <a:off x="10574035" y="805870"/>
                <a:ext cx="156240" cy="1275840"/>
              </p14:xfrm>
            </p:contentPart>
          </mc:Choice>
          <mc:Fallback>
            <p:pic>
              <p:nvPicPr>
                <p:cNvPr id="47" name="Ink 46">
                  <a:extLst>
                    <a:ext uri="{FF2B5EF4-FFF2-40B4-BE49-F238E27FC236}">
                      <a16:creationId xmlns:a16="http://schemas.microsoft.com/office/drawing/2014/main" id="{CDFD0CEC-BCD9-DFF4-3A33-3C15864117F0}"/>
                    </a:ext>
                  </a:extLst>
                </p:cNvPr>
                <p:cNvPicPr/>
                <p:nvPr/>
              </p:nvPicPr>
              <p:blipFill>
                <a:blip r:embed="rId116"/>
                <a:stretch>
                  <a:fillRect/>
                </a:stretch>
              </p:blipFill>
              <p:spPr>
                <a:xfrm>
                  <a:off x="10567915" y="799750"/>
                  <a:ext cx="168480" cy="12880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50" name="Ink 49">
                  <a:extLst>
                    <a:ext uri="{FF2B5EF4-FFF2-40B4-BE49-F238E27FC236}">
                      <a16:creationId xmlns:a16="http://schemas.microsoft.com/office/drawing/2014/main" id="{69D7A565-7ED3-5538-353A-4A678E5D6E3A}"/>
                    </a:ext>
                  </a:extLst>
                </p14:cNvPr>
                <p14:cNvContentPartPr/>
                <p14:nvPr/>
              </p14:nvContentPartPr>
              <p14:xfrm>
                <a:off x="9059515" y="2556190"/>
                <a:ext cx="101880" cy="13680"/>
              </p14:xfrm>
            </p:contentPart>
          </mc:Choice>
          <mc:Fallback>
            <p:pic>
              <p:nvPicPr>
                <p:cNvPr id="50" name="Ink 49">
                  <a:extLst>
                    <a:ext uri="{FF2B5EF4-FFF2-40B4-BE49-F238E27FC236}">
                      <a16:creationId xmlns:a16="http://schemas.microsoft.com/office/drawing/2014/main" id="{69D7A565-7ED3-5538-353A-4A678E5D6E3A}"/>
                    </a:ext>
                  </a:extLst>
                </p:cNvPr>
                <p:cNvPicPr/>
                <p:nvPr/>
              </p:nvPicPr>
              <p:blipFill>
                <a:blip r:embed="rId118"/>
                <a:stretch>
                  <a:fillRect/>
                </a:stretch>
              </p:blipFill>
              <p:spPr>
                <a:xfrm>
                  <a:off x="9053395" y="2550070"/>
                  <a:ext cx="11412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51" name="Ink 50">
                  <a:extLst>
                    <a:ext uri="{FF2B5EF4-FFF2-40B4-BE49-F238E27FC236}">
                      <a16:creationId xmlns:a16="http://schemas.microsoft.com/office/drawing/2014/main" id="{1A8D2517-87A5-E772-3CC8-E5539D428196}"/>
                    </a:ext>
                  </a:extLst>
                </p14:cNvPr>
                <p14:cNvContentPartPr/>
                <p14:nvPr/>
              </p14:nvContentPartPr>
              <p14:xfrm>
                <a:off x="9052315" y="2672110"/>
                <a:ext cx="141120" cy="77040"/>
              </p14:xfrm>
            </p:contentPart>
          </mc:Choice>
          <mc:Fallback>
            <p:pic>
              <p:nvPicPr>
                <p:cNvPr id="51" name="Ink 50">
                  <a:extLst>
                    <a:ext uri="{FF2B5EF4-FFF2-40B4-BE49-F238E27FC236}">
                      <a16:creationId xmlns:a16="http://schemas.microsoft.com/office/drawing/2014/main" id="{1A8D2517-87A5-E772-3CC8-E5539D428196}"/>
                    </a:ext>
                  </a:extLst>
                </p:cNvPr>
                <p:cNvPicPr/>
                <p:nvPr/>
              </p:nvPicPr>
              <p:blipFill>
                <a:blip r:embed="rId120"/>
                <a:stretch>
                  <a:fillRect/>
                </a:stretch>
              </p:blipFill>
              <p:spPr>
                <a:xfrm>
                  <a:off x="9046195" y="2665990"/>
                  <a:ext cx="15336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52" name="Ink 51">
                  <a:extLst>
                    <a:ext uri="{FF2B5EF4-FFF2-40B4-BE49-F238E27FC236}">
                      <a16:creationId xmlns:a16="http://schemas.microsoft.com/office/drawing/2014/main" id="{633594DA-39F6-81D8-3673-7A332E052C93}"/>
                    </a:ext>
                  </a:extLst>
                </p14:cNvPr>
                <p14:cNvContentPartPr/>
                <p14:nvPr/>
              </p14:nvContentPartPr>
              <p14:xfrm>
                <a:off x="9610315" y="2343070"/>
                <a:ext cx="28440" cy="148320"/>
              </p14:xfrm>
            </p:contentPart>
          </mc:Choice>
          <mc:Fallback>
            <p:pic>
              <p:nvPicPr>
                <p:cNvPr id="52" name="Ink 51">
                  <a:extLst>
                    <a:ext uri="{FF2B5EF4-FFF2-40B4-BE49-F238E27FC236}">
                      <a16:creationId xmlns:a16="http://schemas.microsoft.com/office/drawing/2014/main" id="{633594DA-39F6-81D8-3673-7A332E052C93}"/>
                    </a:ext>
                  </a:extLst>
                </p:cNvPr>
                <p:cNvPicPr/>
                <p:nvPr/>
              </p:nvPicPr>
              <p:blipFill>
                <a:blip r:embed="rId122"/>
                <a:stretch>
                  <a:fillRect/>
                </a:stretch>
              </p:blipFill>
              <p:spPr>
                <a:xfrm>
                  <a:off x="9604195" y="2336950"/>
                  <a:ext cx="4068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53" name="Ink 52">
                  <a:extLst>
                    <a:ext uri="{FF2B5EF4-FFF2-40B4-BE49-F238E27FC236}">
                      <a16:creationId xmlns:a16="http://schemas.microsoft.com/office/drawing/2014/main" id="{92A7FA3D-A5C4-1882-DD46-3E310244254E}"/>
                    </a:ext>
                  </a:extLst>
                </p14:cNvPr>
                <p14:cNvContentPartPr/>
                <p14:nvPr/>
              </p14:nvContentPartPr>
              <p14:xfrm>
                <a:off x="9303955" y="2594710"/>
                <a:ext cx="619560" cy="47880"/>
              </p14:xfrm>
            </p:contentPart>
          </mc:Choice>
          <mc:Fallback>
            <p:pic>
              <p:nvPicPr>
                <p:cNvPr id="53" name="Ink 52">
                  <a:extLst>
                    <a:ext uri="{FF2B5EF4-FFF2-40B4-BE49-F238E27FC236}">
                      <a16:creationId xmlns:a16="http://schemas.microsoft.com/office/drawing/2014/main" id="{92A7FA3D-A5C4-1882-DD46-3E310244254E}"/>
                    </a:ext>
                  </a:extLst>
                </p:cNvPr>
                <p:cNvPicPr/>
                <p:nvPr/>
              </p:nvPicPr>
              <p:blipFill>
                <a:blip r:embed="rId124"/>
                <a:stretch>
                  <a:fillRect/>
                </a:stretch>
              </p:blipFill>
              <p:spPr>
                <a:xfrm>
                  <a:off x="9297835" y="2588590"/>
                  <a:ext cx="63180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54" name="Ink 53">
                  <a:extLst>
                    <a:ext uri="{FF2B5EF4-FFF2-40B4-BE49-F238E27FC236}">
                      <a16:creationId xmlns:a16="http://schemas.microsoft.com/office/drawing/2014/main" id="{0243ABB8-49E0-8557-BFAF-3278BFF2D9BA}"/>
                    </a:ext>
                  </a:extLst>
                </p14:cNvPr>
                <p14:cNvContentPartPr/>
                <p14:nvPr/>
              </p14:nvContentPartPr>
              <p14:xfrm>
                <a:off x="9527515" y="2703790"/>
                <a:ext cx="303120" cy="217800"/>
              </p14:xfrm>
            </p:contentPart>
          </mc:Choice>
          <mc:Fallback>
            <p:pic>
              <p:nvPicPr>
                <p:cNvPr id="54" name="Ink 53">
                  <a:extLst>
                    <a:ext uri="{FF2B5EF4-FFF2-40B4-BE49-F238E27FC236}">
                      <a16:creationId xmlns:a16="http://schemas.microsoft.com/office/drawing/2014/main" id="{0243ABB8-49E0-8557-BFAF-3278BFF2D9BA}"/>
                    </a:ext>
                  </a:extLst>
                </p:cNvPr>
                <p:cNvPicPr/>
                <p:nvPr/>
              </p:nvPicPr>
              <p:blipFill>
                <a:blip r:embed="rId126"/>
                <a:stretch>
                  <a:fillRect/>
                </a:stretch>
              </p:blipFill>
              <p:spPr>
                <a:xfrm>
                  <a:off x="9521395" y="2697670"/>
                  <a:ext cx="31536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55" name="Ink 54">
                  <a:extLst>
                    <a:ext uri="{FF2B5EF4-FFF2-40B4-BE49-F238E27FC236}">
                      <a16:creationId xmlns:a16="http://schemas.microsoft.com/office/drawing/2014/main" id="{D330B4A8-7774-65AA-8081-F2AC00219F06}"/>
                    </a:ext>
                  </a:extLst>
                </p14:cNvPr>
                <p14:cNvContentPartPr/>
                <p14:nvPr/>
              </p14:nvContentPartPr>
              <p14:xfrm>
                <a:off x="10021435" y="2329750"/>
                <a:ext cx="222480" cy="280080"/>
              </p14:xfrm>
            </p:contentPart>
          </mc:Choice>
          <mc:Fallback>
            <p:pic>
              <p:nvPicPr>
                <p:cNvPr id="55" name="Ink 54">
                  <a:extLst>
                    <a:ext uri="{FF2B5EF4-FFF2-40B4-BE49-F238E27FC236}">
                      <a16:creationId xmlns:a16="http://schemas.microsoft.com/office/drawing/2014/main" id="{D330B4A8-7774-65AA-8081-F2AC00219F06}"/>
                    </a:ext>
                  </a:extLst>
                </p:cNvPr>
                <p:cNvPicPr/>
                <p:nvPr/>
              </p:nvPicPr>
              <p:blipFill>
                <a:blip r:embed="rId128"/>
                <a:stretch>
                  <a:fillRect/>
                </a:stretch>
              </p:blipFill>
              <p:spPr>
                <a:xfrm>
                  <a:off x="10015315" y="2323630"/>
                  <a:ext cx="2347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56" name="Ink 55">
                  <a:extLst>
                    <a:ext uri="{FF2B5EF4-FFF2-40B4-BE49-F238E27FC236}">
                      <a16:creationId xmlns:a16="http://schemas.microsoft.com/office/drawing/2014/main" id="{1A116909-373F-9CDE-6F30-CC7385AF2257}"/>
                    </a:ext>
                  </a:extLst>
                </p14:cNvPr>
                <p14:cNvContentPartPr/>
                <p14:nvPr/>
              </p14:nvContentPartPr>
              <p14:xfrm>
                <a:off x="10027555" y="2421910"/>
                <a:ext cx="173160" cy="18720"/>
              </p14:xfrm>
            </p:contentPart>
          </mc:Choice>
          <mc:Fallback>
            <p:pic>
              <p:nvPicPr>
                <p:cNvPr id="56" name="Ink 55">
                  <a:extLst>
                    <a:ext uri="{FF2B5EF4-FFF2-40B4-BE49-F238E27FC236}">
                      <a16:creationId xmlns:a16="http://schemas.microsoft.com/office/drawing/2014/main" id="{1A116909-373F-9CDE-6F30-CC7385AF2257}"/>
                    </a:ext>
                  </a:extLst>
                </p:cNvPr>
                <p:cNvPicPr/>
                <p:nvPr/>
              </p:nvPicPr>
              <p:blipFill>
                <a:blip r:embed="rId130"/>
                <a:stretch>
                  <a:fillRect/>
                </a:stretch>
              </p:blipFill>
              <p:spPr>
                <a:xfrm>
                  <a:off x="10021435" y="2415790"/>
                  <a:ext cx="1854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57" name="Ink 56">
                  <a:extLst>
                    <a:ext uri="{FF2B5EF4-FFF2-40B4-BE49-F238E27FC236}">
                      <a16:creationId xmlns:a16="http://schemas.microsoft.com/office/drawing/2014/main" id="{12030D23-82C0-BA70-3D10-22B6A5556947}"/>
                    </a:ext>
                  </a:extLst>
                </p14:cNvPr>
                <p14:cNvContentPartPr/>
                <p14:nvPr/>
              </p14:nvContentPartPr>
              <p14:xfrm>
                <a:off x="10049155" y="2305990"/>
                <a:ext cx="209520" cy="16920"/>
              </p14:xfrm>
            </p:contentPart>
          </mc:Choice>
          <mc:Fallback>
            <p:pic>
              <p:nvPicPr>
                <p:cNvPr id="57" name="Ink 56">
                  <a:extLst>
                    <a:ext uri="{FF2B5EF4-FFF2-40B4-BE49-F238E27FC236}">
                      <a16:creationId xmlns:a16="http://schemas.microsoft.com/office/drawing/2014/main" id="{12030D23-82C0-BA70-3D10-22B6A5556947}"/>
                    </a:ext>
                  </a:extLst>
                </p:cNvPr>
                <p:cNvPicPr/>
                <p:nvPr/>
              </p:nvPicPr>
              <p:blipFill>
                <a:blip r:embed="rId132"/>
                <a:stretch>
                  <a:fillRect/>
                </a:stretch>
              </p:blipFill>
              <p:spPr>
                <a:xfrm>
                  <a:off x="10043035" y="2299870"/>
                  <a:ext cx="2217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58" name="Ink 57">
                  <a:extLst>
                    <a:ext uri="{FF2B5EF4-FFF2-40B4-BE49-F238E27FC236}">
                      <a16:creationId xmlns:a16="http://schemas.microsoft.com/office/drawing/2014/main" id="{9F48ECA0-18EE-8481-FA2B-1C9CA51AAE8F}"/>
                    </a:ext>
                  </a:extLst>
                </p14:cNvPr>
                <p14:cNvContentPartPr/>
                <p14:nvPr/>
              </p14:nvContentPartPr>
              <p14:xfrm>
                <a:off x="10389715" y="2137150"/>
                <a:ext cx="289080" cy="547920"/>
              </p14:xfrm>
            </p:contentPart>
          </mc:Choice>
          <mc:Fallback>
            <p:pic>
              <p:nvPicPr>
                <p:cNvPr id="58" name="Ink 57">
                  <a:extLst>
                    <a:ext uri="{FF2B5EF4-FFF2-40B4-BE49-F238E27FC236}">
                      <a16:creationId xmlns:a16="http://schemas.microsoft.com/office/drawing/2014/main" id="{9F48ECA0-18EE-8481-FA2B-1C9CA51AAE8F}"/>
                    </a:ext>
                  </a:extLst>
                </p:cNvPr>
                <p:cNvPicPr/>
                <p:nvPr/>
              </p:nvPicPr>
              <p:blipFill>
                <a:blip r:embed="rId134"/>
                <a:stretch>
                  <a:fillRect/>
                </a:stretch>
              </p:blipFill>
              <p:spPr>
                <a:xfrm>
                  <a:off x="10383595" y="2131030"/>
                  <a:ext cx="301320" cy="5601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59" name="Ink 58">
                  <a:extLst>
                    <a:ext uri="{FF2B5EF4-FFF2-40B4-BE49-F238E27FC236}">
                      <a16:creationId xmlns:a16="http://schemas.microsoft.com/office/drawing/2014/main" id="{D375C309-FA32-F70F-5C9E-62CDCC62BCA2}"/>
                    </a:ext>
                  </a:extLst>
                </p14:cNvPr>
                <p14:cNvContentPartPr/>
                <p14:nvPr/>
              </p14:nvContentPartPr>
              <p14:xfrm>
                <a:off x="10465315" y="2321470"/>
                <a:ext cx="178560" cy="280800"/>
              </p14:xfrm>
            </p:contentPart>
          </mc:Choice>
          <mc:Fallback>
            <p:pic>
              <p:nvPicPr>
                <p:cNvPr id="59" name="Ink 58">
                  <a:extLst>
                    <a:ext uri="{FF2B5EF4-FFF2-40B4-BE49-F238E27FC236}">
                      <a16:creationId xmlns:a16="http://schemas.microsoft.com/office/drawing/2014/main" id="{D375C309-FA32-F70F-5C9E-62CDCC62BCA2}"/>
                    </a:ext>
                  </a:extLst>
                </p:cNvPr>
                <p:cNvPicPr/>
                <p:nvPr/>
              </p:nvPicPr>
              <p:blipFill>
                <a:blip r:embed="rId136"/>
                <a:stretch>
                  <a:fillRect/>
                </a:stretch>
              </p:blipFill>
              <p:spPr>
                <a:xfrm>
                  <a:off x="10459195" y="2315350"/>
                  <a:ext cx="19080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60" name="Ink 59">
                  <a:extLst>
                    <a:ext uri="{FF2B5EF4-FFF2-40B4-BE49-F238E27FC236}">
                      <a16:creationId xmlns:a16="http://schemas.microsoft.com/office/drawing/2014/main" id="{914BD92F-534B-9B41-A49A-5A71E9E76EB8}"/>
                    </a:ext>
                  </a:extLst>
                </p14:cNvPr>
                <p14:cNvContentPartPr/>
                <p14:nvPr/>
              </p14:nvContentPartPr>
              <p14:xfrm>
                <a:off x="10454875" y="2378350"/>
                <a:ext cx="232200" cy="201240"/>
              </p14:xfrm>
            </p:contentPart>
          </mc:Choice>
          <mc:Fallback>
            <p:pic>
              <p:nvPicPr>
                <p:cNvPr id="60" name="Ink 59">
                  <a:extLst>
                    <a:ext uri="{FF2B5EF4-FFF2-40B4-BE49-F238E27FC236}">
                      <a16:creationId xmlns:a16="http://schemas.microsoft.com/office/drawing/2014/main" id="{914BD92F-534B-9B41-A49A-5A71E9E76EB8}"/>
                    </a:ext>
                  </a:extLst>
                </p:cNvPr>
                <p:cNvPicPr/>
                <p:nvPr/>
              </p:nvPicPr>
              <p:blipFill>
                <a:blip r:embed="rId138"/>
                <a:stretch>
                  <a:fillRect/>
                </a:stretch>
              </p:blipFill>
              <p:spPr>
                <a:xfrm>
                  <a:off x="10448755" y="2372230"/>
                  <a:ext cx="2444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61" name="Ink 60">
                  <a:extLst>
                    <a:ext uri="{FF2B5EF4-FFF2-40B4-BE49-F238E27FC236}">
                      <a16:creationId xmlns:a16="http://schemas.microsoft.com/office/drawing/2014/main" id="{16E65E0A-D475-9D73-2F1D-45997A4AAB16}"/>
                    </a:ext>
                  </a:extLst>
                </p14:cNvPr>
                <p14:cNvContentPartPr/>
                <p14:nvPr/>
              </p14:nvContentPartPr>
              <p14:xfrm>
                <a:off x="10638115" y="2227150"/>
                <a:ext cx="75240" cy="641160"/>
              </p14:xfrm>
            </p:contentPart>
          </mc:Choice>
          <mc:Fallback>
            <p:pic>
              <p:nvPicPr>
                <p:cNvPr id="61" name="Ink 60">
                  <a:extLst>
                    <a:ext uri="{FF2B5EF4-FFF2-40B4-BE49-F238E27FC236}">
                      <a16:creationId xmlns:a16="http://schemas.microsoft.com/office/drawing/2014/main" id="{16E65E0A-D475-9D73-2F1D-45997A4AAB16}"/>
                    </a:ext>
                  </a:extLst>
                </p:cNvPr>
                <p:cNvPicPr/>
                <p:nvPr/>
              </p:nvPicPr>
              <p:blipFill>
                <a:blip r:embed="rId140"/>
                <a:stretch>
                  <a:fillRect/>
                </a:stretch>
              </p:blipFill>
              <p:spPr>
                <a:xfrm>
                  <a:off x="10631995" y="2221030"/>
                  <a:ext cx="87480" cy="6534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62" name="Ink 61">
                  <a:extLst>
                    <a:ext uri="{FF2B5EF4-FFF2-40B4-BE49-F238E27FC236}">
                      <a16:creationId xmlns:a16="http://schemas.microsoft.com/office/drawing/2014/main" id="{8652BB89-6444-30A4-3CE7-5C68BF0C8EFA}"/>
                    </a:ext>
                  </a:extLst>
                </p14:cNvPr>
                <p14:cNvContentPartPr/>
                <p14:nvPr/>
              </p14:nvContentPartPr>
              <p14:xfrm>
                <a:off x="10920715" y="2437390"/>
                <a:ext cx="137880" cy="23040"/>
              </p14:xfrm>
            </p:contentPart>
          </mc:Choice>
          <mc:Fallback>
            <p:pic>
              <p:nvPicPr>
                <p:cNvPr id="62" name="Ink 61">
                  <a:extLst>
                    <a:ext uri="{FF2B5EF4-FFF2-40B4-BE49-F238E27FC236}">
                      <a16:creationId xmlns:a16="http://schemas.microsoft.com/office/drawing/2014/main" id="{8652BB89-6444-30A4-3CE7-5C68BF0C8EFA}"/>
                    </a:ext>
                  </a:extLst>
                </p:cNvPr>
                <p:cNvPicPr/>
                <p:nvPr/>
              </p:nvPicPr>
              <p:blipFill>
                <a:blip r:embed="rId142"/>
                <a:stretch>
                  <a:fillRect/>
                </a:stretch>
              </p:blipFill>
              <p:spPr>
                <a:xfrm>
                  <a:off x="10914595" y="2431270"/>
                  <a:ext cx="1501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63" name="Ink 62">
                  <a:extLst>
                    <a:ext uri="{FF2B5EF4-FFF2-40B4-BE49-F238E27FC236}">
                      <a16:creationId xmlns:a16="http://schemas.microsoft.com/office/drawing/2014/main" id="{782A990F-EB42-EDDB-E384-9D85A9754F67}"/>
                    </a:ext>
                  </a:extLst>
                </p14:cNvPr>
                <p14:cNvContentPartPr/>
                <p14:nvPr/>
              </p14:nvContentPartPr>
              <p14:xfrm>
                <a:off x="11207635" y="2305630"/>
                <a:ext cx="196920" cy="230040"/>
              </p14:xfrm>
            </p:contentPart>
          </mc:Choice>
          <mc:Fallback>
            <p:pic>
              <p:nvPicPr>
                <p:cNvPr id="63" name="Ink 62">
                  <a:extLst>
                    <a:ext uri="{FF2B5EF4-FFF2-40B4-BE49-F238E27FC236}">
                      <a16:creationId xmlns:a16="http://schemas.microsoft.com/office/drawing/2014/main" id="{782A990F-EB42-EDDB-E384-9D85A9754F67}"/>
                    </a:ext>
                  </a:extLst>
                </p:cNvPr>
                <p:cNvPicPr/>
                <p:nvPr/>
              </p:nvPicPr>
              <p:blipFill>
                <a:blip r:embed="rId144"/>
                <a:stretch>
                  <a:fillRect/>
                </a:stretch>
              </p:blipFill>
              <p:spPr>
                <a:xfrm>
                  <a:off x="11201515" y="2299510"/>
                  <a:ext cx="20916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64" name="Ink 63">
                  <a:extLst>
                    <a:ext uri="{FF2B5EF4-FFF2-40B4-BE49-F238E27FC236}">
                      <a16:creationId xmlns:a16="http://schemas.microsoft.com/office/drawing/2014/main" id="{6590A870-1038-673D-0B4A-B46C48D2F1B2}"/>
                    </a:ext>
                  </a:extLst>
                </p14:cNvPr>
                <p14:cNvContentPartPr/>
                <p14:nvPr/>
              </p14:nvContentPartPr>
              <p14:xfrm>
                <a:off x="11265235" y="2348830"/>
                <a:ext cx="148680" cy="55440"/>
              </p14:xfrm>
            </p:contentPart>
          </mc:Choice>
          <mc:Fallback>
            <p:pic>
              <p:nvPicPr>
                <p:cNvPr id="64" name="Ink 63">
                  <a:extLst>
                    <a:ext uri="{FF2B5EF4-FFF2-40B4-BE49-F238E27FC236}">
                      <a16:creationId xmlns:a16="http://schemas.microsoft.com/office/drawing/2014/main" id="{6590A870-1038-673D-0B4A-B46C48D2F1B2}"/>
                    </a:ext>
                  </a:extLst>
                </p:cNvPr>
                <p:cNvPicPr/>
                <p:nvPr/>
              </p:nvPicPr>
              <p:blipFill>
                <a:blip r:embed="rId146"/>
                <a:stretch>
                  <a:fillRect/>
                </a:stretch>
              </p:blipFill>
              <p:spPr>
                <a:xfrm>
                  <a:off x="11259115" y="2342710"/>
                  <a:ext cx="16092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65" name="Ink 64">
                  <a:extLst>
                    <a:ext uri="{FF2B5EF4-FFF2-40B4-BE49-F238E27FC236}">
                      <a16:creationId xmlns:a16="http://schemas.microsoft.com/office/drawing/2014/main" id="{D79ADB4F-F328-BC07-46BA-12B91D1BDE65}"/>
                    </a:ext>
                  </a:extLst>
                </p14:cNvPr>
                <p14:cNvContentPartPr/>
                <p14:nvPr/>
              </p14:nvContentPartPr>
              <p14:xfrm>
                <a:off x="11246875" y="2295550"/>
                <a:ext cx="114120" cy="21960"/>
              </p14:xfrm>
            </p:contentPart>
          </mc:Choice>
          <mc:Fallback>
            <p:pic>
              <p:nvPicPr>
                <p:cNvPr id="65" name="Ink 64">
                  <a:extLst>
                    <a:ext uri="{FF2B5EF4-FFF2-40B4-BE49-F238E27FC236}">
                      <a16:creationId xmlns:a16="http://schemas.microsoft.com/office/drawing/2014/main" id="{D79ADB4F-F328-BC07-46BA-12B91D1BDE65}"/>
                    </a:ext>
                  </a:extLst>
                </p:cNvPr>
                <p:cNvPicPr/>
                <p:nvPr/>
              </p:nvPicPr>
              <p:blipFill>
                <a:blip r:embed="rId148"/>
                <a:stretch>
                  <a:fillRect/>
                </a:stretch>
              </p:blipFill>
              <p:spPr>
                <a:xfrm>
                  <a:off x="11240755" y="2289430"/>
                  <a:ext cx="1263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66" name="Ink 65">
                  <a:extLst>
                    <a:ext uri="{FF2B5EF4-FFF2-40B4-BE49-F238E27FC236}">
                      <a16:creationId xmlns:a16="http://schemas.microsoft.com/office/drawing/2014/main" id="{5D19553D-A8E3-4F12-C219-64C36DFB89DA}"/>
                    </a:ext>
                  </a:extLst>
                </p14:cNvPr>
                <p14:cNvContentPartPr/>
                <p14:nvPr/>
              </p14:nvContentPartPr>
              <p14:xfrm>
                <a:off x="11512555" y="2011510"/>
                <a:ext cx="367200" cy="750240"/>
              </p14:xfrm>
            </p:contentPart>
          </mc:Choice>
          <mc:Fallback>
            <p:pic>
              <p:nvPicPr>
                <p:cNvPr id="66" name="Ink 65">
                  <a:extLst>
                    <a:ext uri="{FF2B5EF4-FFF2-40B4-BE49-F238E27FC236}">
                      <a16:creationId xmlns:a16="http://schemas.microsoft.com/office/drawing/2014/main" id="{5D19553D-A8E3-4F12-C219-64C36DFB89DA}"/>
                    </a:ext>
                  </a:extLst>
                </p:cNvPr>
                <p:cNvPicPr/>
                <p:nvPr/>
              </p:nvPicPr>
              <p:blipFill>
                <a:blip r:embed="rId150"/>
                <a:stretch>
                  <a:fillRect/>
                </a:stretch>
              </p:blipFill>
              <p:spPr>
                <a:xfrm>
                  <a:off x="11506435" y="2005390"/>
                  <a:ext cx="379440" cy="7624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67" name="Ink 66">
                  <a:extLst>
                    <a:ext uri="{FF2B5EF4-FFF2-40B4-BE49-F238E27FC236}">
                      <a16:creationId xmlns:a16="http://schemas.microsoft.com/office/drawing/2014/main" id="{C7B20B5D-26F0-143E-2B5E-48931F584F9B}"/>
                    </a:ext>
                  </a:extLst>
                </p14:cNvPr>
                <p14:cNvContentPartPr/>
                <p14:nvPr/>
              </p14:nvContentPartPr>
              <p14:xfrm>
                <a:off x="11733595" y="2372590"/>
                <a:ext cx="356400" cy="212040"/>
              </p14:xfrm>
            </p:contentPart>
          </mc:Choice>
          <mc:Fallback>
            <p:pic>
              <p:nvPicPr>
                <p:cNvPr id="67" name="Ink 66">
                  <a:extLst>
                    <a:ext uri="{FF2B5EF4-FFF2-40B4-BE49-F238E27FC236}">
                      <a16:creationId xmlns:a16="http://schemas.microsoft.com/office/drawing/2014/main" id="{C7B20B5D-26F0-143E-2B5E-48931F584F9B}"/>
                    </a:ext>
                  </a:extLst>
                </p:cNvPr>
                <p:cNvPicPr/>
                <p:nvPr/>
              </p:nvPicPr>
              <p:blipFill>
                <a:blip r:embed="rId152"/>
                <a:stretch>
                  <a:fillRect/>
                </a:stretch>
              </p:blipFill>
              <p:spPr>
                <a:xfrm>
                  <a:off x="11727475" y="2366470"/>
                  <a:ext cx="36864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68" name="Ink 67">
                  <a:extLst>
                    <a:ext uri="{FF2B5EF4-FFF2-40B4-BE49-F238E27FC236}">
                      <a16:creationId xmlns:a16="http://schemas.microsoft.com/office/drawing/2014/main" id="{98753DB7-0ACC-55C5-9C2D-AF9E00C810A3}"/>
                    </a:ext>
                  </a:extLst>
                </p14:cNvPr>
                <p14:cNvContentPartPr/>
                <p14:nvPr/>
              </p14:nvContentPartPr>
              <p14:xfrm>
                <a:off x="11926915" y="2085310"/>
                <a:ext cx="157680" cy="600840"/>
              </p14:xfrm>
            </p:contentPart>
          </mc:Choice>
          <mc:Fallback>
            <p:pic>
              <p:nvPicPr>
                <p:cNvPr id="68" name="Ink 67">
                  <a:extLst>
                    <a:ext uri="{FF2B5EF4-FFF2-40B4-BE49-F238E27FC236}">
                      <a16:creationId xmlns:a16="http://schemas.microsoft.com/office/drawing/2014/main" id="{98753DB7-0ACC-55C5-9C2D-AF9E00C810A3}"/>
                    </a:ext>
                  </a:extLst>
                </p:cNvPr>
                <p:cNvPicPr/>
                <p:nvPr/>
              </p:nvPicPr>
              <p:blipFill>
                <a:blip r:embed="rId154"/>
                <a:stretch>
                  <a:fillRect/>
                </a:stretch>
              </p:blipFill>
              <p:spPr>
                <a:xfrm>
                  <a:off x="11920795" y="2079190"/>
                  <a:ext cx="169920" cy="61308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0" name="Ink 89">
                  <a:extLst>
                    <a:ext uri="{FF2B5EF4-FFF2-40B4-BE49-F238E27FC236}">
                      <a16:creationId xmlns:a16="http://schemas.microsoft.com/office/drawing/2014/main" id="{BF8D0154-CB67-83C1-BB0A-29D808C4E57F}"/>
                    </a:ext>
                  </a:extLst>
                </p14:cNvPr>
                <p14:cNvContentPartPr/>
                <p14:nvPr/>
              </p14:nvContentPartPr>
              <p14:xfrm>
                <a:off x="9893995" y="2641150"/>
                <a:ext cx="794520" cy="48600"/>
              </p14:xfrm>
            </p:contentPart>
          </mc:Choice>
          <mc:Fallback>
            <p:pic>
              <p:nvPicPr>
                <p:cNvPr id="90" name="Ink 89">
                  <a:extLst>
                    <a:ext uri="{FF2B5EF4-FFF2-40B4-BE49-F238E27FC236}">
                      <a16:creationId xmlns:a16="http://schemas.microsoft.com/office/drawing/2014/main" id="{BF8D0154-CB67-83C1-BB0A-29D808C4E57F}"/>
                    </a:ext>
                  </a:extLst>
                </p:cNvPr>
                <p:cNvPicPr/>
                <p:nvPr/>
              </p:nvPicPr>
              <p:blipFill>
                <a:blip r:embed="rId156"/>
                <a:stretch>
                  <a:fillRect/>
                </a:stretch>
              </p:blipFill>
              <p:spPr>
                <a:xfrm>
                  <a:off x="9887875" y="2635030"/>
                  <a:ext cx="80676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1" name="Ink 90">
                  <a:extLst>
                    <a:ext uri="{FF2B5EF4-FFF2-40B4-BE49-F238E27FC236}">
                      <a16:creationId xmlns:a16="http://schemas.microsoft.com/office/drawing/2014/main" id="{9CDEEA64-2EC2-D940-439D-DBC84E9A584C}"/>
                    </a:ext>
                  </a:extLst>
                </p14:cNvPr>
                <p14:cNvContentPartPr/>
                <p14:nvPr/>
              </p14:nvContentPartPr>
              <p14:xfrm>
                <a:off x="9987235" y="2686870"/>
                <a:ext cx="846000" cy="48960"/>
              </p14:xfrm>
            </p:contentPart>
          </mc:Choice>
          <mc:Fallback>
            <p:pic>
              <p:nvPicPr>
                <p:cNvPr id="91" name="Ink 90">
                  <a:extLst>
                    <a:ext uri="{FF2B5EF4-FFF2-40B4-BE49-F238E27FC236}">
                      <a16:creationId xmlns:a16="http://schemas.microsoft.com/office/drawing/2014/main" id="{9CDEEA64-2EC2-D940-439D-DBC84E9A584C}"/>
                    </a:ext>
                  </a:extLst>
                </p:cNvPr>
                <p:cNvPicPr/>
                <p:nvPr/>
              </p:nvPicPr>
              <p:blipFill>
                <a:blip r:embed="rId158"/>
                <a:stretch>
                  <a:fillRect/>
                </a:stretch>
              </p:blipFill>
              <p:spPr>
                <a:xfrm>
                  <a:off x="9981115" y="2680750"/>
                  <a:ext cx="858240" cy="61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9">
            <p14:nvContentPartPr>
              <p14:cNvPr id="95" name="Ink 94">
                <a:extLst>
                  <a:ext uri="{FF2B5EF4-FFF2-40B4-BE49-F238E27FC236}">
                    <a16:creationId xmlns:a16="http://schemas.microsoft.com/office/drawing/2014/main" id="{D60B7D7E-82CD-45C7-4743-3B7FC2C8D2A8}"/>
                  </a:ext>
                </a:extLst>
              </p14:cNvPr>
              <p14:cNvContentPartPr/>
              <p14:nvPr/>
            </p14:nvContentPartPr>
            <p14:xfrm>
              <a:off x="7031635" y="2957950"/>
              <a:ext cx="1389960" cy="720"/>
            </p14:xfrm>
          </p:contentPart>
        </mc:Choice>
        <mc:Fallback>
          <p:pic>
            <p:nvPicPr>
              <p:cNvPr id="95" name="Ink 94">
                <a:extLst>
                  <a:ext uri="{FF2B5EF4-FFF2-40B4-BE49-F238E27FC236}">
                    <a16:creationId xmlns:a16="http://schemas.microsoft.com/office/drawing/2014/main" id="{D60B7D7E-82CD-45C7-4743-3B7FC2C8D2A8}"/>
                  </a:ext>
                </a:extLst>
              </p:cNvPr>
              <p:cNvPicPr/>
              <p:nvPr/>
            </p:nvPicPr>
            <p:blipFill>
              <a:blip r:embed="rId160"/>
              <a:stretch>
                <a:fillRect/>
              </a:stretch>
            </p:blipFill>
            <p:spPr>
              <a:xfrm>
                <a:off x="7025515" y="2945710"/>
                <a:ext cx="14022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6" name="Ink 95">
                <a:extLst>
                  <a:ext uri="{FF2B5EF4-FFF2-40B4-BE49-F238E27FC236}">
                    <a16:creationId xmlns:a16="http://schemas.microsoft.com/office/drawing/2014/main" id="{E1C654D9-35F9-0293-B96B-7438D35AED3F}"/>
                  </a:ext>
                </a:extLst>
              </p14:cNvPr>
              <p14:cNvContentPartPr/>
              <p14:nvPr/>
            </p14:nvContentPartPr>
            <p14:xfrm>
              <a:off x="1879675" y="2681470"/>
              <a:ext cx="1050840" cy="86760"/>
            </p14:xfrm>
          </p:contentPart>
        </mc:Choice>
        <mc:Fallback>
          <p:pic>
            <p:nvPicPr>
              <p:cNvPr id="96" name="Ink 95">
                <a:extLst>
                  <a:ext uri="{FF2B5EF4-FFF2-40B4-BE49-F238E27FC236}">
                    <a16:creationId xmlns:a16="http://schemas.microsoft.com/office/drawing/2014/main" id="{E1C654D9-35F9-0293-B96B-7438D35AED3F}"/>
                  </a:ext>
                </a:extLst>
              </p:cNvPr>
              <p:cNvPicPr/>
              <p:nvPr/>
            </p:nvPicPr>
            <p:blipFill>
              <a:blip r:embed="rId162"/>
              <a:stretch>
                <a:fillRect/>
              </a:stretch>
            </p:blipFill>
            <p:spPr>
              <a:xfrm>
                <a:off x="1873555" y="2675350"/>
                <a:ext cx="106308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8" name="Ink 97">
                <a:extLst>
                  <a:ext uri="{FF2B5EF4-FFF2-40B4-BE49-F238E27FC236}">
                    <a16:creationId xmlns:a16="http://schemas.microsoft.com/office/drawing/2014/main" id="{9140C7CF-CF40-35D1-6411-A38F88F24065}"/>
                  </a:ext>
                </a:extLst>
              </p14:cNvPr>
              <p14:cNvContentPartPr/>
              <p14:nvPr/>
            </p14:nvContentPartPr>
            <p14:xfrm>
              <a:off x="2727475" y="3496150"/>
              <a:ext cx="441360" cy="65520"/>
            </p14:xfrm>
          </p:contentPart>
        </mc:Choice>
        <mc:Fallback>
          <p:pic>
            <p:nvPicPr>
              <p:cNvPr id="98" name="Ink 97">
                <a:extLst>
                  <a:ext uri="{FF2B5EF4-FFF2-40B4-BE49-F238E27FC236}">
                    <a16:creationId xmlns:a16="http://schemas.microsoft.com/office/drawing/2014/main" id="{9140C7CF-CF40-35D1-6411-A38F88F24065}"/>
                  </a:ext>
                </a:extLst>
              </p:cNvPr>
              <p:cNvPicPr/>
              <p:nvPr/>
            </p:nvPicPr>
            <p:blipFill>
              <a:blip r:embed="rId164"/>
              <a:stretch>
                <a:fillRect/>
              </a:stretch>
            </p:blipFill>
            <p:spPr>
              <a:xfrm>
                <a:off x="2721355" y="3490030"/>
                <a:ext cx="4536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9" name="Ink 98">
                <a:extLst>
                  <a:ext uri="{FF2B5EF4-FFF2-40B4-BE49-F238E27FC236}">
                    <a16:creationId xmlns:a16="http://schemas.microsoft.com/office/drawing/2014/main" id="{FD2D1D46-E59D-FEA7-CF59-6488E235E5D5}"/>
                  </a:ext>
                </a:extLst>
              </p14:cNvPr>
              <p14:cNvContentPartPr/>
              <p14:nvPr/>
            </p14:nvContentPartPr>
            <p14:xfrm>
              <a:off x="3928435" y="3451870"/>
              <a:ext cx="589320" cy="117360"/>
            </p14:xfrm>
          </p:contentPart>
        </mc:Choice>
        <mc:Fallback>
          <p:pic>
            <p:nvPicPr>
              <p:cNvPr id="99" name="Ink 98">
                <a:extLst>
                  <a:ext uri="{FF2B5EF4-FFF2-40B4-BE49-F238E27FC236}">
                    <a16:creationId xmlns:a16="http://schemas.microsoft.com/office/drawing/2014/main" id="{FD2D1D46-E59D-FEA7-CF59-6488E235E5D5}"/>
                  </a:ext>
                </a:extLst>
              </p:cNvPr>
              <p:cNvPicPr/>
              <p:nvPr/>
            </p:nvPicPr>
            <p:blipFill>
              <a:blip r:embed="rId166"/>
              <a:stretch>
                <a:fillRect/>
              </a:stretch>
            </p:blipFill>
            <p:spPr>
              <a:xfrm>
                <a:off x="3922315" y="3445750"/>
                <a:ext cx="6015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2" name="Ink 101">
                <a:extLst>
                  <a:ext uri="{FF2B5EF4-FFF2-40B4-BE49-F238E27FC236}">
                    <a16:creationId xmlns:a16="http://schemas.microsoft.com/office/drawing/2014/main" id="{133A774F-AA9E-60AB-C44A-F36E62DEBCBD}"/>
                  </a:ext>
                </a:extLst>
              </p14:cNvPr>
              <p14:cNvContentPartPr/>
              <p14:nvPr/>
            </p14:nvContentPartPr>
            <p14:xfrm>
              <a:off x="4175755" y="4295350"/>
              <a:ext cx="1118520" cy="465840"/>
            </p14:xfrm>
          </p:contentPart>
        </mc:Choice>
        <mc:Fallback>
          <p:pic>
            <p:nvPicPr>
              <p:cNvPr id="102" name="Ink 101">
                <a:extLst>
                  <a:ext uri="{FF2B5EF4-FFF2-40B4-BE49-F238E27FC236}">
                    <a16:creationId xmlns:a16="http://schemas.microsoft.com/office/drawing/2014/main" id="{133A774F-AA9E-60AB-C44A-F36E62DEBCBD}"/>
                  </a:ext>
                </a:extLst>
              </p:cNvPr>
              <p:cNvPicPr/>
              <p:nvPr/>
            </p:nvPicPr>
            <p:blipFill>
              <a:blip r:embed="rId168"/>
              <a:stretch>
                <a:fillRect/>
              </a:stretch>
            </p:blipFill>
            <p:spPr>
              <a:xfrm>
                <a:off x="4169635" y="4289230"/>
                <a:ext cx="1130760" cy="478080"/>
              </a:xfrm>
              <a:prstGeom prst="rect">
                <a:avLst/>
              </a:prstGeom>
            </p:spPr>
          </p:pic>
        </mc:Fallback>
      </mc:AlternateContent>
      <p:grpSp>
        <p:nvGrpSpPr>
          <p:cNvPr id="115" name="Group 114">
            <a:extLst>
              <a:ext uri="{FF2B5EF4-FFF2-40B4-BE49-F238E27FC236}">
                <a16:creationId xmlns:a16="http://schemas.microsoft.com/office/drawing/2014/main" id="{411E7943-719A-6536-14B3-EA635FFC99C8}"/>
              </a:ext>
            </a:extLst>
          </p:cNvPr>
          <p:cNvGrpSpPr/>
          <p:nvPr/>
        </p:nvGrpSpPr>
        <p:grpSpPr>
          <a:xfrm>
            <a:off x="3921955" y="4770550"/>
            <a:ext cx="4016160" cy="1031400"/>
            <a:chOff x="3921955" y="4770550"/>
            <a:chExt cx="4016160" cy="1031400"/>
          </a:xfrm>
        </p:grpSpPr>
        <mc:AlternateContent xmlns:mc="http://schemas.openxmlformats.org/markup-compatibility/2006">
          <mc:Choice xmlns:p14="http://schemas.microsoft.com/office/powerpoint/2010/main" Requires="p14">
            <p:contentPart p14:bwMode="auto" r:id="rId169">
              <p14:nvContentPartPr>
                <p14:cNvPr id="100" name="Ink 99">
                  <a:extLst>
                    <a:ext uri="{FF2B5EF4-FFF2-40B4-BE49-F238E27FC236}">
                      <a16:creationId xmlns:a16="http://schemas.microsoft.com/office/drawing/2014/main" id="{E45689A8-C2CA-6C54-C02A-67BB6381E811}"/>
                    </a:ext>
                  </a:extLst>
                </p14:cNvPr>
                <p14:cNvContentPartPr/>
                <p14:nvPr/>
              </p14:nvContentPartPr>
              <p14:xfrm>
                <a:off x="3921955" y="4787110"/>
                <a:ext cx="266400" cy="31320"/>
              </p14:xfrm>
            </p:contentPart>
          </mc:Choice>
          <mc:Fallback>
            <p:pic>
              <p:nvPicPr>
                <p:cNvPr id="100" name="Ink 99">
                  <a:extLst>
                    <a:ext uri="{FF2B5EF4-FFF2-40B4-BE49-F238E27FC236}">
                      <a16:creationId xmlns:a16="http://schemas.microsoft.com/office/drawing/2014/main" id="{E45689A8-C2CA-6C54-C02A-67BB6381E811}"/>
                    </a:ext>
                  </a:extLst>
                </p:cNvPr>
                <p:cNvPicPr/>
                <p:nvPr/>
              </p:nvPicPr>
              <p:blipFill>
                <a:blip r:embed="rId170"/>
                <a:stretch>
                  <a:fillRect/>
                </a:stretch>
              </p:blipFill>
              <p:spPr>
                <a:xfrm>
                  <a:off x="3915835" y="4780990"/>
                  <a:ext cx="2786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1" name="Ink 100">
                  <a:extLst>
                    <a:ext uri="{FF2B5EF4-FFF2-40B4-BE49-F238E27FC236}">
                      <a16:creationId xmlns:a16="http://schemas.microsoft.com/office/drawing/2014/main" id="{84195EEE-8696-96AF-D21C-14550A2A7FB7}"/>
                    </a:ext>
                  </a:extLst>
                </p14:cNvPr>
                <p14:cNvContentPartPr/>
                <p14:nvPr/>
              </p14:nvContentPartPr>
              <p14:xfrm>
                <a:off x="6188155" y="4838950"/>
                <a:ext cx="1749960" cy="66960"/>
              </p14:xfrm>
            </p:contentPart>
          </mc:Choice>
          <mc:Fallback>
            <p:pic>
              <p:nvPicPr>
                <p:cNvPr id="101" name="Ink 100">
                  <a:extLst>
                    <a:ext uri="{FF2B5EF4-FFF2-40B4-BE49-F238E27FC236}">
                      <a16:creationId xmlns:a16="http://schemas.microsoft.com/office/drawing/2014/main" id="{84195EEE-8696-96AF-D21C-14550A2A7FB7}"/>
                    </a:ext>
                  </a:extLst>
                </p:cNvPr>
                <p:cNvPicPr/>
                <p:nvPr/>
              </p:nvPicPr>
              <p:blipFill>
                <a:blip r:embed="rId172"/>
                <a:stretch>
                  <a:fillRect/>
                </a:stretch>
              </p:blipFill>
              <p:spPr>
                <a:xfrm>
                  <a:off x="6182035" y="4832830"/>
                  <a:ext cx="17622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3" name="Ink 102">
                  <a:extLst>
                    <a:ext uri="{FF2B5EF4-FFF2-40B4-BE49-F238E27FC236}">
                      <a16:creationId xmlns:a16="http://schemas.microsoft.com/office/drawing/2014/main" id="{BA276658-4E21-3418-1C8F-20F94AB11FBE}"/>
                    </a:ext>
                  </a:extLst>
                </p14:cNvPr>
                <p14:cNvContentPartPr/>
                <p14:nvPr/>
              </p14:nvContentPartPr>
              <p14:xfrm>
                <a:off x="5051275" y="4770550"/>
                <a:ext cx="128880" cy="410400"/>
              </p14:xfrm>
            </p:contentPart>
          </mc:Choice>
          <mc:Fallback>
            <p:pic>
              <p:nvPicPr>
                <p:cNvPr id="103" name="Ink 102">
                  <a:extLst>
                    <a:ext uri="{FF2B5EF4-FFF2-40B4-BE49-F238E27FC236}">
                      <a16:creationId xmlns:a16="http://schemas.microsoft.com/office/drawing/2014/main" id="{BA276658-4E21-3418-1C8F-20F94AB11FBE}"/>
                    </a:ext>
                  </a:extLst>
                </p:cNvPr>
                <p:cNvPicPr/>
                <p:nvPr/>
              </p:nvPicPr>
              <p:blipFill>
                <a:blip r:embed="rId174"/>
                <a:stretch>
                  <a:fillRect/>
                </a:stretch>
              </p:blipFill>
              <p:spPr>
                <a:xfrm>
                  <a:off x="5045155" y="4764430"/>
                  <a:ext cx="141120" cy="4226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4" name="Ink 103">
                  <a:extLst>
                    <a:ext uri="{FF2B5EF4-FFF2-40B4-BE49-F238E27FC236}">
                      <a16:creationId xmlns:a16="http://schemas.microsoft.com/office/drawing/2014/main" id="{0E077F7A-A370-AA79-B4A5-B74007B714DA}"/>
                    </a:ext>
                  </a:extLst>
                </p14:cNvPr>
                <p14:cNvContentPartPr/>
                <p14:nvPr/>
              </p14:nvContentPartPr>
              <p14:xfrm>
                <a:off x="4966675" y="4829950"/>
                <a:ext cx="272520" cy="184680"/>
              </p14:xfrm>
            </p:contentPart>
          </mc:Choice>
          <mc:Fallback>
            <p:pic>
              <p:nvPicPr>
                <p:cNvPr id="104" name="Ink 103">
                  <a:extLst>
                    <a:ext uri="{FF2B5EF4-FFF2-40B4-BE49-F238E27FC236}">
                      <a16:creationId xmlns:a16="http://schemas.microsoft.com/office/drawing/2014/main" id="{0E077F7A-A370-AA79-B4A5-B74007B714DA}"/>
                    </a:ext>
                  </a:extLst>
                </p:cNvPr>
                <p:cNvPicPr/>
                <p:nvPr/>
              </p:nvPicPr>
              <p:blipFill>
                <a:blip r:embed="rId176"/>
                <a:stretch>
                  <a:fillRect/>
                </a:stretch>
              </p:blipFill>
              <p:spPr>
                <a:xfrm>
                  <a:off x="4960555" y="4823830"/>
                  <a:ext cx="28476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5" name="Ink 104">
                  <a:extLst>
                    <a:ext uri="{FF2B5EF4-FFF2-40B4-BE49-F238E27FC236}">
                      <a16:creationId xmlns:a16="http://schemas.microsoft.com/office/drawing/2014/main" id="{2BFA2BD9-A7D5-2E6C-AF59-F307258EE8F6}"/>
                    </a:ext>
                  </a:extLst>
                </p14:cNvPr>
                <p14:cNvContentPartPr/>
                <p14:nvPr/>
              </p14:nvContentPartPr>
              <p14:xfrm>
                <a:off x="5184115" y="5267350"/>
                <a:ext cx="166320" cy="322560"/>
              </p14:xfrm>
            </p:contentPart>
          </mc:Choice>
          <mc:Fallback>
            <p:pic>
              <p:nvPicPr>
                <p:cNvPr id="105" name="Ink 104">
                  <a:extLst>
                    <a:ext uri="{FF2B5EF4-FFF2-40B4-BE49-F238E27FC236}">
                      <a16:creationId xmlns:a16="http://schemas.microsoft.com/office/drawing/2014/main" id="{2BFA2BD9-A7D5-2E6C-AF59-F307258EE8F6}"/>
                    </a:ext>
                  </a:extLst>
                </p:cNvPr>
                <p:cNvPicPr/>
                <p:nvPr/>
              </p:nvPicPr>
              <p:blipFill>
                <a:blip r:embed="rId178"/>
                <a:stretch>
                  <a:fillRect/>
                </a:stretch>
              </p:blipFill>
              <p:spPr>
                <a:xfrm>
                  <a:off x="5177995" y="5261230"/>
                  <a:ext cx="17856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6" name="Ink 105">
                  <a:extLst>
                    <a:ext uri="{FF2B5EF4-FFF2-40B4-BE49-F238E27FC236}">
                      <a16:creationId xmlns:a16="http://schemas.microsoft.com/office/drawing/2014/main" id="{B244D0FD-EBA8-5AF0-925F-318D565BF336}"/>
                    </a:ext>
                  </a:extLst>
                </p14:cNvPr>
                <p14:cNvContentPartPr/>
                <p14:nvPr/>
              </p14:nvContentPartPr>
              <p14:xfrm>
                <a:off x="5450155" y="5380750"/>
                <a:ext cx="316080" cy="164880"/>
              </p14:xfrm>
            </p:contentPart>
          </mc:Choice>
          <mc:Fallback>
            <p:pic>
              <p:nvPicPr>
                <p:cNvPr id="106" name="Ink 105">
                  <a:extLst>
                    <a:ext uri="{FF2B5EF4-FFF2-40B4-BE49-F238E27FC236}">
                      <a16:creationId xmlns:a16="http://schemas.microsoft.com/office/drawing/2014/main" id="{B244D0FD-EBA8-5AF0-925F-318D565BF336}"/>
                    </a:ext>
                  </a:extLst>
                </p:cNvPr>
                <p:cNvPicPr/>
                <p:nvPr/>
              </p:nvPicPr>
              <p:blipFill>
                <a:blip r:embed="rId180"/>
                <a:stretch>
                  <a:fillRect/>
                </a:stretch>
              </p:blipFill>
              <p:spPr>
                <a:xfrm>
                  <a:off x="5444035" y="5374630"/>
                  <a:ext cx="32832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7" name="Ink 106">
                  <a:extLst>
                    <a:ext uri="{FF2B5EF4-FFF2-40B4-BE49-F238E27FC236}">
                      <a16:creationId xmlns:a16="http://schemas.microsoft.com/office/drawing/2014/main" id="{559183C2-4E8B-483E-1A79-F82A9463505E}"/>
                    </a:ext>
                  </a:extLst>
                </p14:cNvPr>
                <p14:cNvContentPartPr/>
                <p14:nvPr/>
              </p14:nvContentPartPr>
              <p14:xfrm>
                <a:off x="5856595" y="5156110"/>
                <a:ext cx="183960" cy="508680"/>
              </p14:xfrm>
            </p:contentPart>
          </mc:Choice>
          <mc:Fallback>
            <p:pic>
              <p:nvPicPr>
                <p:cNvPr id="107" name="Ink 106">
                  <a:extLst>
                    <a:ext uri="{FF2B5EF4-FFF2-40B4-BE49-F238E27FC236}">
                      <a16:creationId xmlns:a16="http://schemas.microsoft.com/office/drawing/2014/main" id="{559183C2-4E8B-483E-1A79-F82A9463505E}"/>
                    </a:ext>
                  </a:extLst>
                </p:cNvPr>
                <p:cNvPicPr/>
                <p:nvPr/>
              </p:nvPicPr>
              <p:blipFill>
                <a:blip r:embed="rId182"/>
                <a:stretch>
                  <a:fillRect/>
                </a:stretch>
              </p:blipFill>
              <p:spPr>
                <a:xfrm>
                  <a:off x="5850475" y="5149990"/>
                  <a:ext cx="196200" cy="5209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8" name="Ink 107">
                  <a:extLst>
                    <a:ext uri="{FF2B5EF4-FFF2-40B4-BE49-F238E27FC236}">
                      <a16:creationId xmlns:a16="http://schemas.microsoft.com/office/drawing/2014/main" id="{8FBDF3F6-B27D-EB0C-5756-5A28187257EB}"/>
                    </a:ext>
                  </a:extLst>
                </p14:cNvPr>
                <p14:cNvContentPartPr/>
                <p14:nvPr/>
              </p14:nvContentPartPr>
              <p14:xfrm>
                <a:off x="6076195" y="5245750"/>
                <a:ext cx="120600" cy="270360"/>
              </p14:xfrm>
            </p:contentPart>
          </mc:Choice>
          <mc:Fallback>
            <p:pic>
              <p:nvPicPr>
                <p:cNvPr id="108" name="Ink 107">
                  <a:extLst>
                    <a:ext uri="{FF2B5EF4-FFF2-40B4-BE49-F238E27FC236}">
                      <a16:creationId xmlns:a16="http://schemas.microsoft.com/office/drawing/2014/main" id="{8FBDF3F6-B27D-EB0C-5756-5A28187257EB}"/>
                    </a:ext>
                  </a:extLst>
                </p:cNvPr>
                <p:cNvPicPr/>
                <p:nvPr/>
              </p:nvPicPr>
              <p:blipFill>
                <a:blip r:embed="rId184"/>
                <a:stretch>
                  <a:fillRect/>
                </a:stretch>
              </p:blipFill>
              <p:spPr>
                <a:xfrm>
                  <a:off x="6070075" y="5239630"/>
                  <a:ext cx="13284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9" name="Ink 108">
                  <a:extLst>
                    <a:ext uri="{FF2B5EF4-FFF2-40B4-BE49-F238E27FC236}">
                      <a16:creationId xmlns:a16="http://schemas.microsoft.com/office/drawing/2014/main" id="{2F7554CD-BFE8-D129-C6D1-29DC714E98D3}"/>
                    </a:ext>
                  </a:extLst>
                </p14:cNvPr>
                <p14:cNvContentPartPr/>
                <p14:nvPr/>
              </p14:nvContentPartPr>
              <p14:xfrm>
                <a:off x="6034795" y="5334670"/>
                <a:ext cx="255960" cy="164520"/>
              </p14:xfrm>
            </p:contentPart>
          </mc:Choice>
          <mc:Fallback>
            <p:pic>
              <p:nvPicPr>
                <p:cNvPr id="109" name="Ink 108">
                  <a:extLst>
                    <a:ext uri="{FF2B5EF4-FFF2-40B4-BE49-F238E27FC236}">
                      <a16:creationId xmlns:a16="http://schemas.microsoft.com/office/drawing/2014/main" id="{2F7554CD-BFE8-D129-C6D1-29DC714E98D3}"/>
                    </a:ext>
                  </a:extLst>
                </p:cNvPr>
                <p:cNvPicPr/>
                <p:nvPr/>
              </p:nvPicPr>
              <p:blipFill>
                <a:blip r:embed="rId186"/>
                <a:stretch>
                  <a:fillRect/>
                </a:stretch>
              </p:blipFill>
              <p:spPr>
                <a:xfrm>
                  <a:off x="6028675" y="5328550"/>
                  <a:ext cx="2682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10" name="Ink 109">
                  <a:extLst>
                    <a:ext uri="{FF2B5EF4-FFF2-40B4-BE49-F238E27FC236}">
                      <a16:creationId xmlns:a16="http://schemas.microsoft.com/office/drawing/2014/main" id="{8BBF78C1-EFAF-3FFF-4CC7-95929039660E}"/>
                    </a:ext>
                  </a:extLst>
                </p14:cNvPr>
                <p14:cNvContentPartPr/>
                <p14:nvPr/>
              </p14:nvContentPartPr>
              <p14:xfrm>
                <a:off x="6202195" y="5091310"/>
                <a:ext cx="150120" cy="710640"/>
              </p14:xfrm>
            </p:contentPart>
          </mc:Choice>
          <mc:Fallback>
            <p:pic>
              <p:nvPicPr>
                <p:cNvPr id="110" name="Ink 109">
                  <a:extLst>
                    <a:ext uri="{FF2B5EF4-FFF2-40B4-BE49-F238E27FC236}">
                      <a16:creationId xmlns:a16="http://schemas.microsoft.com/office/drawing/2014/main" id="{8BBF78C1-EFAF-3FFF-4CC7-95929039660E}"/>
                    </a:ext>
                  </a:extLst>
                </p:cNvPr>
                <p:cNvPicPr/>
                <p:nvPr/>
              </p:nvPicPr>
              <p:blipFill>
                <a:blip r:embed="rId188"/>
                <a:stretch>
                  <a:fillRect/>
                </a:stretch>
              </p:blipFill>
              <p:spPr>
                <a:xfrm>
                  <a:off x="6196075" y="5085190"/>
                  <a:ext cx="162360" cy="72288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2" name="Ink 111">
                  <a:extLst>
                    <a:ext uri="{FF2B5EF4-FFF2-40B4-BE49-F238E27FC236}">
                      <a16:creationId xmlns:a16="http://schemas.microsoft.com/office/drawing/2014/main" id="{B8E696E4-41B7-0253-EF27-848F61C258B2}"/>
                    </a:ext>
                  </a:extLst>
                </p14:cNvPr>
                <p14:cNvContentPartPr/>
                <p14:nvPr/>
              </p14:nvContentPartPr>
              <p14:xfrm>
                <a:off x="3930235" y="5200030"/>
                <a:ext cx="340920" cy="345240"/>
              </p14:xfrm>
            </p:contentPart>
          </mc:Choice>
          <mc:Fallback>
            <p:pic>
              <p:nvPicPr>
                <p:cNvPr id="112" name="Ink 111">
                  <a:extLst>
                    <a:ext uri="{FF2B5EF4-FFF2-40B4-BE49-F238E27FC236}">
                      <a16:creationId xmlns:a16="http://schemas.microsoft.com/office/drawing/2014/main" id="{B8E696E4-41B7-0253-EF27-848F61C258B2}"/>
                    </a:ext>
                  </a:extLst>
                </p:cNvPr>
                <p:cNvPicPr/>
                <p:nvPr/>
              </p:nvPicPr>
              <p:blipFill>
                <a:blip r:embed="rId190"/>
                <a:stretch>
                  <a:fillRect/>
                </a:stretch>
              </p:blipFill>
              <p:spPr>
                <a:xfrm>
                  <a:off x="3924115" y="5193910"/>
                  <a:ext cx="35316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13" name="Ink 112">
                  <a:extLst>
                    <a:ext uri="{FF2B5EF4-FFF2-40B4-BE49-F238E27FC236}">
                      <a16:creationId xmlns:a16="http://schemas.microsoft.com/office/drawing/2014/main" id="{CCA76C23-DFB0-2180-C1C5-E12B421E78C5}"/>
                    </a:ext>
                  </a:extLst>
                </p14:cNvPr>
                <p14:cNvContentPartPr/>
                <p14:nvPr/>
              </p14:nvContentPartPr>
              <p14:xfrm>
                <a:off x="4229395" y="5019670"/>
                <a:ext cx="246240" cy="275040"/>
              </p14:xfrm>
            </p:contentPart>
          </mc:Choice>
          <mc:Fallback>
            <p:pic>
              <p:nvPicPr>
                <p:cNvPr id="113" name="Ink 112">
                  <a:extLst>
                    <a:ext uri="{FF2B5EF4-FFF2-40B4-BE49-F238E27FC236}">
                      <a16:creationId xmlns:a16="http://schemas.microsoft.com/office/drawing/2014/main" id="{CCA76C23-DFB0-2180-C1C5-E12B421E78C5}"/>
                    </a:ext>
                  </a:extLst>
                </p:cNvPr>
                <p:cNvPicPr/>
                <p:nvPr/>
              </p:nvPicPr>
              <p:blipFill>
                <a:blip r:embed="rId192"/>
                <a:stretch>
                  <a:fillRect/>
                </a:stretch>
              </p:blipFill>
              <p:spPr>
                <a:xfrm>
                  <a:off x="4223275" y="5013550"/>
                  <a:ext cx="25848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4" name="Ink 113">
                  <a:extLst>
                    <a:ext uri="{FF2B5EF4-FFF2-40B4-BE49-F238E27FC236}">
                      <a16:creationId xmlns:a16="http://schemas.microsoft.com/office/drawing/2014/main" id="{019CE2DB-CD50-D684-31CE-881111D4DF09}"/>
                    </a:ext>
                  </a:extLst>
                </p14:cNvPr>
                <p14:cNvContentPartPr/>
                <p14:nvPr/>
              </p14:nvContentPartPr>
              <p14:xfrm>
                <a:off x="4608475" y="5323510"/>
                <a:ext cx="202320" cy="85320"/>
              </p14:xfrm>
            </p:contentPart>
          </mc:Choice>
          <mc:Fallback>
            <p:pic>
              <p:nvPicPr>
                <p:cNvPr id="114" name="Ink 113">
                  <a:extLst>
                    <a:ext uri="{FF2B5EF4-FFF2-40B4-BE49-F238E27FC236}">
                      <a16:creationId xmlns:a16="http://schemas.microsoft.com/office/drawing/2014/main" id="{019CE2DB-CD50-D684-31CE-881111D4DF09}"/>
                    </a:ext>
                  </a:extLst>
                </p:cNvPr>
                <p:cNvPicPr/>
                <p:nvPr/>
              </p:nvPicPr>
              <p:blipFill>
                <a:blip r:embed="rId194"/>
                <a:stretch>
                  <a:fillRect/>
                </a:stretch>
              </p:blipFill>
              <p:spPr>
                <a:xfrm>
                  <a:off x="4602355" y="5317390"/>
                  <a:ext cx="214560" cy="97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5">
            <p14:nvContentPartPr>
              <p14:cNvPr id="116" name="Ink 115">
                <a:extLst>
                  <a:ext uri="{FF2B5EF4-FFF2-40B4-BE49-F238E27FC236}">
                    <a16:creationId xmlns:a16="http://schemas.microsoft.com/office/drawing/2014/main" id="{62655955-89AB-9473-6E42-D01ACF3DA74C}"/>
                  </a:ext>
                </a:extLst>
              </p14:cNvPr>
              <p14:cNvContentPartPr/>
              <p14:nvPr/>
            </p14:nvContentPartPr>
            <p14:xfrm>
              <a:off x="1444435" y="5975830"/>
              <a:ext cx="1522800" cy="29880"/>
            </p14:xfrm>
          </p:contentPart>
        </mc:Choice>
        <mc:Fallback>
          <p:pic>
            <p:nvPicPr>
              <p:cNvPr id="116" name="Ink 115">
                <a:extLst>
                  <a:ext uri="{FF2B5EF4-FFF2-40B4-BE49-F238E27FC236}">
                    <a16:creationId xmlns:a16="http://schemas.microsoft.com/office/drawing/2014/main" id="{62655955-89AB-9473-6E42-D01ACF3DA74C}"/>
                  </a:ext>
                </a:extLst>
              </p:cNvPr>
              <p:cNvPicPr/>
              <p:nvPr/>
            </p:nvPicPr>
            <p:blipFill>
              <a:blip r:embed="rId196"/>
              <a:stretch>
                <a:fillRect/>
              </a:stretch>
            </p:blipFill>
            <p:spPr>
              <a:xfrm>
                <a:off x="1438315" y="5969710"/>
                <a:ext cx="153504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7" name="Ink 116">
                <a:extLst>
                  <a:ext uri="{FF2B5EF4-FFF2-40B4-BE49-F238E27FC236}">
                    <a16:creationId xmlns:a16="http://schemas.microsoft.com/office/drawing/2014/main" id="{FEB05DAE-FC2A-0E94-C403-09D43E315D15}"/>
                  </a:ext>
                </a:extLst>
              </p14:cNvPr>
              <p14:cNvContentPartPr/>
              <p14:nvPr/>
            </p14:nvContentPartPr>
            <p14:xfrm>
              <a:off x="3668515" y="5907070"/>
              <a:ext cx="1082520" cy="24120"/>
            </p14:xfrm>
          </p:contentPart>
        </mc:Choice>
        <mc:Fallback>
          <p:pic>
            <p:nvPicPr>
              <p:cNvPr id="117" name="Ink 116">
                <a:extLst>
                  <a:ext uri="{FF2B5EF4-FFF2-40B4-BE49-F238E27FC236}">
                    <a16:creationId xmlns:a16="http://schemas.microsoft.com/office/drawing/2014/main" id="{FEB05DAE-FC2A-0E94-C403-09D43E315D15}"/>
                  </a:ext>
                </a:extLst>
              </p:cNvPr>
              <p:cNvPicPr/>
              <p:nvPr/>
            </p:nvPicPr>
            <p:blipFill>
              <a:blip r:embed="rId198"/>
              <a:stretch>
                <a:fillRect/>
              </a:stretch>
            </p:blipFill>
            <p:spPr>
              <a:xfrm>
                <a:off x="3662395" y="5900950"/>
                <a:ext cx="109476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18" name="Ink 117">
                <a:extLst>
                  <a:ext uri="{FF2B5EF4-FFF2-40B4-BE49-F238E27FC236}">
                    <a16:creationId xmlns:a16="http://schemas.microsoft.com/office/drawing/2014/main" id="{0D4CC684-41F7-7965-E388-3A088D830338}"/>
                  </a:ext>
                </a:extLst>
              </p14:cNvPr>
              <p14:cNvContentPartPr/>
              <p14:nvPr/>
            </p14:nvContentPartPr>
            <p14:xfrm>
              <a:off x="2691115" y="6430870"/>
              <a:ext cx="1619280" cy="51840"/>
            </p14:xfrm>
          </p:contentPart>
        </mc:Choice>
        <mc:Fallback>
          <p:pic>
            <p:nvPicPr>
              <p:cNvPr id="118" name="Ink 117">
                <a:extLst>
                  <a:ext uri="{FF2B5EF4-FFF2-40B4-BE49-F238E27FC236}">
                    <a16:creationId xmlns:a16="http://schemas.microsoft.com/office/drawing/2014/main" id="{0D4CC684-41F7-7965-E388-3A088D830338}"/>
                  </a:ext>
                </a:extLst>
              </p:cNvPr>
              <p:cNvPicPr/>
              <p:nvPr/>
            </p:nvPicPr>
            <p:blipFill>
              <a:blip r:embed="rId200"/>
              <a:stretch>
                <a:fillRect/>
              </a:stretch>
            </p:blipFill>
            <p:spPr>
              <a:xfrm>
                <a:off x="2684995" y="6424750"/>
                <a:ext cx="1631520" cy="64080"/>
              </a:xfrm>
              <a:prstGeom prst="rect">
                <a:avLst/>
              </a:prstGeom>
            </p:spPr>
          </p:pic>
        </mc:Fallback>
      </mc:AlternateContent>
      <p:grpSp>
        <p:nvGrpSpPr>
          <p:cNvPr id="121" name="Group 120">
            <a:extLst>
              <a:ext uri="{FF2B5EF4-FFF2-40B4-BE49-F238E27FC236}">
                <a16:creationId xmlns:a16="http://schemas.microsoft.com/office/drawing/2014/main" id="{8E9F5630-222B-F8A3-B4F2-9404B0762B6C}"/>
              </a:ext>
            </a:extLst>
          </p:cNvPr>
          <p:cNvGrpSpPr/>
          <p:nvPr/>
        </p:nvGrpSpPr>
        <p:grpSpPr>
          <a:xfrm>
            <a:off x="5247115" y="6330430"/>
            <a:ext cx="742680" cy="58320"/>
            <a:chOff x="5247115" y="6330430"/>
            <a:chExt cx="742680" cy="58320"/>
          </a:xfrm>
        </p:grpSpPr>
        <mc:AlternateContent xmlns:mc="http://schemas.openxmlformats.org/markup-compatibility/2006">
          <mc:Choice xmlns:p14="http://schemas.microsoft.com/office/powerpoint/2010/main" Requires="p14">
            <p:contentPart p14:bwMode="auto" r:id="rId201">
              <p14:nvContentPartPr>
                <p14:cNvPr id="119" name="Ink 118">
                  <a:extLst>
                    <a:ext uri="{FF2B5EF4-FFF2-40B4-BE49-F238E27FC236}">
                      <a16:creationId xmlns:a16="http://schemas.microsoft.com/office/drawing/2014/main" id="{10AE3B96-DB16-4D81-35D9-16DB9180CDCB}"/>
                    </a:ext>
                  </a:extLst>
                </p14:cNvPr>
                <p14:cNvContentPartPr/>
                <p14:nvPr/>
              </p14:nvContentPartPr>
              <p14:xfrm>
                <a:off x="5247115" y="6351310"/>
                <a:ext cx="275760" cy="35640"/>
              </p14:xfrm>
            </p:contentPart>
          </mc:Choice>
          <mc:Fallback>
            <p:pic>
              <p:nvPicPr>
                <p:cNvPr id="119" name="Ink 118">
                  <a:extLst>
                    <a:ext uri="{FF2B5EF4-FFF2-40B4-BE49-F238E27FC236}">
                      <a16:creationId xmlns:a16="http://schemas.microsoft.com/office/drawing/2014/main" id="{10AE3B96-DB16-4D81-35D9-16DB9180CDCB}"/>
                    </a:ext>
                  </a:extLst>
                </p:cNvPr>
                <p:cNvPicPr/>
                <p:nvPr/>
              </p:nvPicPr>
              <p:blipFill>
                <a:blip r:embed="rId202"/>
                <a:stretch>
                  <a:fillRect/>
                </a:stretch>
              </p:blipFill>
              <p:spPr>
                <a:xfrm>
                  <a:off x="5240995" y="6345190"/>
                  <a:ext cx="2880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20" name="Ink 119">
                  <a:extLst>
                    <a:ext uri="{FF2B5EF4-FFF2-40B4-BE49-F238E27FC236}">
                      <a16:creationId xmlns:a16="http://schemas.microsoft.com/office/drawing/2014/main" id="{6C279566-470B-D0F1-2C7A-8914EDD738CB}"/>
                    </a:ext>
                  </a:extLst>
                </p14:cNvPr>
                <p14:cNvContentPartPr/>
                <p14:nvPr/>
              </p14:nvContentPartPr>
              <p14:xfrm>
                <a:off x="5796835" y="6330430"/>
                <a:ext cx="192960" cy="58320"/>
              </p14:xfrm>
            </p:contentPart>
          </mc:Choice>
          <mc:Fallback>
            <p:pic>
              <p:nvPicPr>
                <p:cNvPr id="120" name="Ink 119">
                  <a:extLst>
                    <a:ext uri="{FF2B5EF4-FFF2-40B4-BE49-F238E27FC236}">
                      <a16:creationId xmlns:a16="http://schemas.microsoft.com/office/drawing/2014/main" id="{6C279566-470B-D0F1-2C7A-8914EDD738CB}"/>
                    </a:ext>
                  </a:extLst>
                </p:cNvPr>
                <p:cNvPicPr/>
                <p:nvPr/>
              </p:nvPicPr>
              <p:blipFill>
                <a:blip r:embed="rId204"/>
                <a:stretch>
                  <a:fillRect/>
                </a:stretch>
              </p:blipFill>
              <p:spPr>
                <a:xfrm>
                  <a:off x="5790715" y="6324310"/>
                  <a:ext cx="205200" cy="70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5">
            <p14:nvContentPartPr>
              <p14:cNvPr id="122" name="Ink 121">
                <a:extLst>
                  <a:ext uri="{FF2B5EF4-FFF2-40B4-BE49-F238E27FC236}">
                    <a16:creationId xmlns:a16="http://schemas.microsoft.com/office/drawing/2014/main" id="{DC0BD715-5513-2E48-DE2A-F0D654D8650E}"/>
                  </a:ext>
                </a:extLst>
              </p14:cNvPr>
              <p14:cNvContentPartPr/>
              <p14:nvPr/>
            </p14:nvContentPartPr>
            <p14:xfrm>
              <a:off x="6529075" y="6333670"/>
              <a:ext cx="765000" cy="43560"/>
            </p14:xfrm>
          </p:contentPart>
        </mc:Choice>
        <mc:Fallback>
          <p:pic>
            <p:nvPicPr>
              <p:cNvPr id="122" name="Ink 121">
                <a:extLst>
                  <a:ext uri="{FF2B5EF4-FFF2-40B4-BE49-F238E27FC236}">
                    <a16:creationId xmlns:a16="http://schemas.microsoft.com/office/drawing/2014/main" id="{DC0BD715-5513-2E48-DE2A-F0D654D8650E}"/>
                  </a:ext>
                </a:extLst>
              </p:cNvPr>
              <p:cNvPicPr/>
              <p:nvPr/>
            </p:nvPicPr>
            <p:blipFill>
              <a:blip r:embed="rId206"/>
              <a:stretch>
                <a:fillRect/>
              </a:stretch>
            </p:blipFill>
            <p:spPr>
              <a:xfrm>
                <a:off x="6522955" y="6327550"/>
                <a:ext cx="777240" cy="55800"/>
              </a:xfrm>
              <a:prstGeom prst="rect">
                <a:avLst/>
              </a:prstGeom>
            </p:spPr>
          </p:pic>
        </mc:Fallback>
      </mc:AlternateContent>
      <p:grpSp>
        <p:nvGrpSpPr>
          <p:cNvPr id="164" name="Group 163">
            <a:extLst>
              <a:ext uri="{FF2B5EF4-FFF2-40B4-BE49-F238E27FC236}">
                <a16:creationId xmlns:a16="http://schemas.microsoft.com/office/drawing/2014/main" id="{64F07331-5F2C-42C8-E9ED-E86207CB0A8F}"/>
              </a:ext>
            </a:extLst>
          </p:cNvPr>
          <p:cNvGrpSpPr/>
          <p:nvPr/>
        </p:nvGrpSpPr>
        <p:grpSpPr>
          <a:xfrm>
            <a:off x="8312155" y="4755070"/>
            <a:ext cx="3601800" cy="1387440"/>
            <a:chOff x="8312155" y="4755070"/>
            <a:chExt cx="3601800" cy="1387440"/>
          </a:xfrm>
        </p:grpSpPr>
        <mc:AlternateContent xmlns:mc="http://schemas.openxmlformats.org/markup-compatibility/2006">
          <mc:Choice xmlns:p14="http://schemas.microsoft.com/office/powerpoint/2010/main" Requires="p14">
            <p:contentPart p14:bwMode="auto" r:id="rId207">
              <p14:nvContentPartPr>
                <p14:cNvPr id="123" name="Ink 122">
                  <a:extLst>
                    <a:ext uri="{FF2B5EF4-FFF2-40B4-BE49-F238E27FC236}">
                      <a16:creationId xmlns:a16="http://schemas.microsoft.com/office/drawing/2014/main" id="{0F25937C-EB19-5093-9F3B-CCCDACF56AF8}"/>
                    </a:ext>
                  </a:extLst>
                </p14:cNvPr>
                <p14:cNvContentPartPr/>
                <p14:nvPr/>
              </p14:nvContentPartPr>
              <p14:xfrm>
                <a:off x="8312155" y="5139910"/>
                <a:ext cx="180360" cy="248040"/>
              </p14:xfrm>
            </p:contentPart>
          </mc:Choice>
          <mc:Fallback>
            <p:pic>
              <p:nvPicPr>
                <p:cNvPr id="123" name="Ink 122">
                  <a:extLst>
                    <a:ext uri="{FF2B5EF4-FFF2-40B4-BE49-F238E27FC236}">
                      <a16:creationId xmlns:a16="http://schemas.microsoft.com/office/drawing/2014/main" id="{0F25937C-EB19-5093-9F3B-CCCDACF56AF8}"/>
                    </a:ext>
                  </a:extLst>
                </p:cNvPr>
                <p:cNvPicPr/>
                <p:nvPr/>
              </p:nvPicPr>
              <p:blipFill>
                <a:blip r:embed="rId208"/>
                <a:stretch>
                  <a:fillRect/>
                </a:stretch>
              </p:blipFill>
              <p:spPr>
                <a:xfrm>
                  <a:off x="8306035" y="5133790"/>
                  <a:ext cx="19260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4" name="Ink 123">
                  <a:extLst>
                    <a:ext uri="{FF2B5EF4-FFF2-40B4-BE49-F238E27FC236}">
                      <a16:creationId xmlns:a16="http://schemas.microsoft.com/office/drawing/2014/main" id="{90C2398E-EA73-6DB1-0EA6-DCC93708CA2C}"/>
                    </a:ext>
                  </a:extLst>
                </p14:cNvPr>
                <p14:cNvContentPartPr/>
                <p14:nvPr/>
              </p14:nvContentPartPr>
              <p14:xfrm>
                <a:off x="8329795" y="5223070"/>
                <a:ext cx="181080" cy="74880"/>
              </p14:xfrm>
            </p:contentPart>
          </mc:Choice>
          <mc:Fallback>
            <p:pic>
              <p:nvPicPr>
                <p:cNvPr id="124" name="Ink 123">
                  <a:extLst>
                    <a:ext uri="{FF2B5EF4-FFF2-40B4-BE49-F238E27FC236}">
                      <a16:creationId xmlns:a16="http://schemas.microsoft.com/office/drawing/2014/main" id="{90C2398E-EA73-6DB1-0EA6-DCC93708CA2C}"/>
                    </a:ext>
                  </a:extLst>
                </p:cNvPr>
                <p:cNvPicPr/>
                <p:nvPr/>
              </p:nvPicPr>
              <p:blipFill>
                <a:blip r:embed="rId210"/>
                <a:stretch>
                  <a:fillRect/>
                </a:stretch>
              </p:blipFill>
              <p:spPr>
                <a:xfrm>
                  <a:off x="8323675" y="5216950"/>
                  <a:ext cx="1933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5" name="Ink 124">
                  <a:extLst>
                    <a:ext uri="{FF2B5EF4-FFF2-40B4-BE49-F238E27FC236}">
                      <a16:creationId xmlns:a16="http://schemas.microsoft.com/office/drawing/2014/main" id="{2C576DDE-4C17-88EF-36AE-63BE647E45EA}"/>
                    </a:ext>
                  </a:extLst>
                </p14:cNvPr>
                <p14:cNvContentPartPr/>
                <p14:nvPr/>
              </p14:nvContentPartPr>
              <p14:xfrm>
                <a:off x="8325835" y="5161870"/>
                <a:ext cx="146160" cy="35640"/>
              </p14:xfrm>
            </p:contentPart>
          </mc:Choice>
          <mc:Fallback>
            <p:pic>
              <p:nvPicPr>
                <p:cNvPr id="125" name="Ink 124">
                  <a:extLst>
                    <a:ext uri="{FF2B5EF4-FFF2-40B4-BE49-F238E27FC236}">
                      <a16:creationId xmlns:a16="http://schemas.microsoft.com/office/drawing/2014/main" id="{2C576DDE-4C17-88EF-36AE-63BE647E45EA}"/>
                    </a:ext>
                  </a:extLst>
                </p:cNvPr>
                <p:cNvPicPr/>
                <p:nvPr/>
              </p:nvPicPr>
              <p:blipFill>
                <a:blip r:embed="rId212"/>
                <a:stretch>
                  <a:fillRect/>
                </a:stretch>
              </p:blipFill>
              <p:spPr>
                <a:xfrm>
                  <a:off x="8319715" y="5155750"/>
                  <a:ext cx="1584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6" name="Ink 125">
                  <a:extLst>
                    <a:ext uri="{FF2B5EF4-FFF2-40B4-BE49-F238E27FC236}">
                      <a16:creationId xmlns:a16="http://schemas.microsoft.com/office/drawing/2014/main" id="{218D56AE-2068-EA5B-584F-3939EE5C49B4}"/>
                    </a:ext>
                  </a:extLst>
                </p14:cNvPr>
                <p14:cNvContentPartPr/>
                <p14:nvPr/>
              </p14:nvContentPartPr>
              <p14:xfrm>
                <a:off x="8641915" y="4953790"/>
                <a:ext cx="215280" cy="518040"/>
              </p14:xfrm>
            </p:contentPart>
          </mc:Choice>
          <mc:Fallback>
            <p:pic>
              <p:nvPicPr>
                <p:cNvPr id="126" name="Ink 125">
                  <a:extLst>
                    <a:ext uri="{FF2B5EF4-FFF2-40B4-BE49-F238E27FC236}">
                      <a16:creationId xmlns:a16="http://schemas.microsoft.com/office/drawing/2014/main" id="{218D56AE-2068-EA5B-584F-3939EE5C49B4}"/>
                    </a:ext>
                  </a:extLst>
                </p:cNvPr>
                <p:cNvPicPr/>
                <p:nvPr/>
              </p:nvPicPr>
              <p:blipFill>
                <a:blip r:embed="rId214"/>
                <a:stretch>
                  <a:fillRect/>
                </a:stretch>
              </p:blipFill>
              <p:spPr>
                <a:xfrm>
                  <a:off x="8635795" y="4947670"/>
                  <a:ext cx="22752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7" name="Ink 126">
                  <a:extLst>
                    <a:ext uri="{FF2B5EF4-FFF2-40B4-BE49-F238E27FC236}">
                      <a16:creationId xmlns:a16="http://schemas.microsoft.com/office/drawing/2014/main" id="{E2613F9B-BD42-BEF3-8569-9DA8294AAA9D}"/>
                    </a:ext>
                  </a:extLst>
                </p14:cNvPr>
                <p14:cNvContentPartPr/>
                <p14:nvPr/>
              </p14:nvContentPartPr>
              <p14:xfrm>
                <a:off x="8849635" y="5065750"/>
                <a:ext cx="94680" cy="96480"/>
              </p14:xfrm>
            </p:contentPart>
          </mc:Choice>
          <mc:Fallback>
            <p:pic>
              <p:nvPicPr>
                <p:cNvPr id="127" name="Ink 126">
                  <a:extLst>
                    <a:ext uri="{FF2B5EF4-FFF2-40B4-BE49-F238E27FC236}">
                      <a16:creationId xmlns:a16="http://schemas.microsoft.com/office/drawing/2014/main" id="{E2613F9B-BD42-BEF3-8569-9DA8294AAA9D}"/>
                    </a:ext>
                  </a:extLst>
                </p:cNvPr>
                <p:cNvPicPr/>
                <p:nvPr/>
              </p:nvPicPr>
              <p:blipFill>
                <a:blip r:embed="rId216"/>
                <a:stretch>
                  <a:fillRect/>
                </a:stretch>
              </p:blipFill>
              <p:spPr>
                <a:xfrm>
                  <a:off x="8843515" y="5059630"/>
                  <a:ext cx="1069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8" name="Ink 127">
                  <a:extLst>
                    <a:ext uri="{FF2B5EF4-FFF2-40B4-BE49-F238E27FC236}">
                      <a16:creationId xmlns:a16="http://schemas.microsoft.com/office/drawing/2014/main" id="{813836BF-DD60-CB1A-5DB3-A6D889678600}"/>
                    </a:ext>
                  </a:extLst>
                </p14:cNvPr>
                <p14:cNvContentPartPr/>
                <p14:nvPr/>
              </p14:nvContentPartPr>
              <p14:xfrm>
                <a:off x="8921995" y="4998430"/>
                <a:ext cx="113040" cy="344160"/>
              </p14:xfrm>
            </p:contentPart>
          </mc:Choice>
          <mc:Fallback>
            <p:pic>
              <p:nvPicPr>
                <p:cNvPr id="128" name="Ink 127">
                  <a:extLst>
                    <a:ext uri="{FF2B5EF4-FFF2-40B4-BE49-F238E27FC236}">
                      <a16:creationId xmlns:a16="http://schemas.microsoft.com/office/drawing/2014/main" id="{813836BF-DD60-CB1A-5DB3-A6D889678600}"/>
                    </a:ext>
                  </a:extLst>
                </p:cNvPr>
                <p:cNvPicPr/>
                <p:nvPr/>
              </p:nvPicPr>
              <p:blipFill>
                <a:blip r:embed="rId218"/>
                <a:stretch>
                  <a:fillRect/>
                </a:stretch>
              </p:blipFill>
              <p:spPr>
                <a:xfrm>
                  <a:off x="8915875" y="4992310"/>
                  <a:ext cx="12528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29" name="Ink 128">
                  <a:extLst>
                    <a:ext uri="{FF2B5EF4-FFF2-40B4-BE49-F238E27FC236}">
                      <a16:creationId xmlns:a16="http://schemas.microsoft.com/office/drawing/2014/main" id="{E80B1BDB-82F8-22DF-1F40-62C764A0D428}"/>
                    </a:ext>
                  </a:extLst>
                </p14:cNvPr>
                <p14:cNvContentPartPr/>
                <p14:nvPr/>
              </p14:nvContentPartPr>
              <p14:xfrm>
                <a:off x="9023515" y="4784950"/>
                <a:ext cx="113040" cy="876240"/>
              </p14:xfrm>
            </p:contentPart>
          </mc:Choice>
          <mc:Fallback>
            <p:pic>
              <p:nvPicPr>
                <p:cNvPr id="129" name="Ink 128">
                  <a:extLst>
                    <a:ext uri="{FF2B5EF4-FFF2-40B4-BE49-F238E27FC236}">
                      <a16:creationId xmlns:a16="http://schemas.microsoft.com/office/drawing/2014/main" id="{E80B1BDB-82F8-22DF-1F40-62C764A0D428}"/>
                    </a:ext>
                  </a:extLst>
                </p:cNvPr>
                <p:cNvPicPr/>
                <p:nvPr/>
              </p:nvPicPr>
              <p:blipFill>
                <a:blip r:embed="rId220"/>
                <a:stretch>
                  <a:fillRect/>
                </a:stretch>
              </p:blipFill>
              <p:spPr>
                <a:xfrm>
                  <a:off x="9017395" y="4778830"/>
                  <a:ext cx="125280" cy="88848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30" name="Ink 129">
                  <a:extLst>
                    <a:ext uri="{FF2B5EF4-FFF2-40B4-BE49-F238E27FC236}">
                      <a16:creationId xmlns:a16="http://schemas.microsoft.com/office/drawing/2014/main" id="{F0BA62F1-BB01-C7D6-21C0-DFDBBAC6FEAC}"/>
                    </a:ext>
                  </a:extLst>
                </p14:cNvPr>
                <p14:cNvContentPartPr/>
                <p14:nvPr/>
              </p14:nvContentPartPr>
              <p14:xfrm>
                <a:off x="9328795" y="5204350"/>
                <a:ext cx="163800" cy="25200"/>
              </p14:xfrm>
            </p:contentPart>
          </mc:Choice>
          <mc:Fallback>
            <p:pic>
              <p:nvPicPr>
                <p:cNvPr id="130" name="Ink 129">
                  <a:extLst>
                    <a:ext uri="{FF2B5EF4-FFF2-40B4-BE49-F238E27FC236}">
                      <a16:creationId xmlns:a16="http://schemas.microsoft.com/office/drawing/2014/main" id="{F0BA62F1-BB01-C7D6-21C0-DFDBBAC6FEAC}"/>
                    </a:ext>
                  </a:extLst>
                </p:cNvPr>
                <p:cNvPicPr/>
                <p:nvPr/>
              </p:nvPicPr>
              <p:blipFill>
                <a:blip r:embed="rId222"/>
                <a:stretch>
                  <a:fillRect/>
                </a:stretch>
              </p:blipFill>
              <p:spPr>
                <a:xfrm>
                  <a:off x="9322675" y="5198230"/>
                  <a:ext cx="1760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1" name="Ink 130">
                  <a:extLst>
                    <a:ext uri="{FF2B5EF4-FFF2-40B4-BE49-F238E27FC236}">
                      <a16:creationId xmlns:a16="http://schemas.microsoft.com/office/drawing/2014/main" id="{79B9828E-A806-CB2F-ABD3-1F08B2FC68EF}"/>
                    </a:ext>
                  </a:extLst>
                </p14:cNvPr>
                <p14:cNvContentPartPr/>
                <p14:nvPr/>
              </p14:nvContentPartPr>
              <p14:xfrm>
                <a:off x="9357595" y="5278870"/>
                <a:ext cx="178560" cy="33480"/>
              </p14:xfrm>
            </p:contentPart>
          </mc:Choice>
          <mc:Fallback>
            <p:pic>
              <p:nvPicPr>
                <p:cNvPr id="131" name="Ink 130">
                  <a:extLst>
                    <a:ext uri="{FF2B5EF4-FFF2-40B4-BE49-F238E27FC236}">
                      <a16:creationId xmlns:a16="http://schemas.microsoft.com/office/drawing/2014/main" id="{79B9828E-A806-CB2F-ABD3-1F08B2FC68EF}"/>
                    </a:ext>
                  </a:extLst>
                </p:cNvPr>
                <p:cNvPicPr/>
                <p:nvPr/>
              </p:nvPicPr>
              <p:blipFill>
                <a:blip r:embed="rId224"/>
                <a:stretch>
                  <a:fillRect/>
                </a:stretch>
              </p:blipFill>
              <p:spPr>
                <a:xfrm>
                  <a:off x="9351475" y="5272750"/>
                  <a:ext cx="19080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2" name="Ink 131">
                  <a:extLst>
                    <a:ext uri="{FF2B5EF4-FFF2-40B4-BE49-F238E27FC236}">
                      <a16:creationId xmlns:a16="http://schemas.microsoft.com/office/drawing/2014/main" id="{2F24F9D4-2D93-AA44-0DDC-1695FF09B257}"/>
                    </a:ext>
                  </a:extLst>
                </p14:cNvPr>
                <p14:cNvContentPartPr/>
                <p14:nvPr/>
              </p14:nvContentPartPr>
              <p14:xfrm>
                <a:off x="9816595" y="5005630"/>
                <a:ext cx="214200" cy="267480"/>
              </p14:xfrm>
            </p:contentPart>
          </mc:Choice>
          <mc:Fallback>
            <p:pic>
              <p:nvPicPr>
                <p:cNvPr id="132" name="Ink 131">
                  <a:extLst>
                    <a:ext uri="{FF2B5EF4-FFF2-40B4-BE49-F238E27FC236}">
                      <a16:creationId xmlns:a16="http://schemas.microsoft.com/office/drawing/2014/main" id="{2F24F9D4-2D93-AA44-0DDC-1695FF09B257}"/>
                    </a:ext>
                  </a:extLst>
                </p:cNvPr>
                <p:cNvPicPr/>
                <p:nvPr/>
              </p:nvPicPr>
              <p:blipFill>
                <a:blip r:embed="rId226"/>
                <a:stretch>
                  <a:fillRect/>
                </a:stretch>
              </p:blipFill>
              <p:spPr>
                <a:xfrm>
                  <a:off x="9810475" y="4999510"/>
                  <a:ext cx="2264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3" name="Ink 132">
                  <a:extLst>
                    <a:ext uri="{FF2B5EF4-FFF2-40B4-BE49-F238E27FC236}">
                      <a16:creationId xmlns:a16="http://schemas.microsoft.com/office/drawing/2014/main" id="{42F95546-93D6-84F4-5686-57CA7D5F29BB}"/>
                    </a:ext>
                  </a:extLst>
                </p14:cNvPr>
                <p14:cNvContentPartPr/>
                <p14:nvPr/>
              </p14:nvContentPartPr>
              <p14:xfrm>
                <a:off x="9828835" y="5118310"/>
                <a:ext cx="187560" cy="41760"/>
              </p14:xfrm>
            </p:contentPart>
          </mc:Choice>
          <mc:Fallback>
            <p:pic>
              <p:nvPicPr>
                <p:cNvPr id="133" name="Ink 132">
                  <a:extLst>
                    <a:ext uri="{FF2B5EF4-FFF2-40B4-BE49-F238E27FC236}">
                      <a16:creationId xmlns:a16="http://schemas.microsoft.com/office/drawing/2014/main" id="{42F95546-93D6-84F4-5686-57CA7D5F29BB}"/>
                    </a:ext>
                  </a:extLst>
                </p:cNvPr>
                <p:cNvPicPr/>
                <p:nvPr/>
              </p:nvPicPr>
              <p:blipFill>
                <a:blip r:embed="rId228"/>
                <a:stretch>
                  <a:fillRect/>
                </a:stretch>
              </p:blipFill>
              <p:spPr>
                <a:xfrm>
                  <a:off x="9822715" y="5112190"/>
                  <a:ext cx="1998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4" name="Ink 133">
                  <a:extLst>
                    <a:ext uri="{FF2B5EF4-FFF2-40B4-BE49-F238E27FC236}">
                      <a16:creationId xmlns:a16="http://schemas.microsoft.com/office/drawing/2014/main" id="{10FB3754-B195-09DA-9FBD-4E68DF010102}"/>
                    </a:ext>
                  </a:extLst>
                </p14:cNvPr>
                <p14:cNvContentPartPr/>
                <p14:nvPr/>
              </p14:nvContentPartPr>
              <p14:xfrm>
                <a:off x="9850435" y="5018230"/>
                <a:ext cx="118440" cy="14400"/>
              </p14:xfrm>
            </p:contentPart>
          </mc:Choice>
          <mc:Fallback>
            <p:pic>
              <p:nvPicPr>
                <p:cNvPr id="134" name="Ink 133">
                  <a:extLst>
                    <a:ext uri="{FF2B5EF4-FFF2-40B4-BE49-F238E27FC236}">
                      <a16:creationId xmlns:a16="http://schemas.microsoft.com/office/drawing/2014/main" id="{10FB3754-B195-09DA-9FBD-4E68DF010102}"/>
                    </a:ext>
                  </a:extLst>
                </p:cNvPr>
                <p:cNvPicPr/>
                <p:nvPr/>
              </p:nvPicPr>
              <p:blipFill>
                <a:blip r:embed="rId230"/>
                <a:stretch>
                  <a:fillRect/>
                </a:stretch>
              </p:blipFill>
              <p:spPr>
                <a:xfrm>
                  <a:off x="9844315" y="5012110"/>
                  <a:ext cx="1306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5" name="Ink 134">
                  <a:extLst>
                    <a:ext uri="{FF2B5EF4-FFF2-40B4-BE49-F238E27FC236}">
                      <a16:creationId xmlns:a16="http://schemas.microsoft.com/office/drawing/2014/main" id="{A7F143FD-E810-DE76-398A-AF60ED56E9F6}"/>
                    </a:ext>
                  </a:extLst>
                </p14:cNvPr>
                <p14:cNvContentPartPr/>
                <p14:nvPr/>
              </p14:nvContentPartPr>
              <p14:xfrm>
                <a:off x="10102435" y="4784590"/>
                <a:ext cx="344520" cy="702720"/>
              </p14:xfrm>
            </p:contentPart>
          </mc:Choice>
          <mc:Fallback>
            <p:pic>
              <p:nvPicPr>
                <p:cNvPr id="135" name="Ink 134">
                  <a:extLst>
                    <a:ext uri="{FF2B5EF4-FFF2-40B4-BE49-F238E27FC236}">
                      <a16:creationId xmlns:a16="http://schemas.microsoft.com/office/drawing/2014/main" id="{A7F143FD-E810-DE76-398A-AF60ED56E9F6}"/>
                    </a:ext>
                  </a:extLst>
                </p:cNvPr>
                <p:cNvPicPr/>
                <p:nvPr/>
              </p:nvPicPr>
              <p:blipFill>
                <a:blip r:embed="rId232"/>
                <a:stretch>
                  <a:fillRect/>
                </a:stretch>
              </p:blipFill>
              <p:spPr>
                <a:xfrm>
                  <a:off x="10096315" y="4778470"/>
                  <a:ext cx="356760" cy="71496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6" name="Ink 135">
                  <a:extLst>
                    <a:ext uri="{FF2B5EF4-FFF2-40B4-BE49-F238E27FC236}">
                      <a16:creationId xmlns:a16="http://schemas.microsoft.com/office/drawing/2014/main" id="{0E9326DD-B1D7-AD77-EC86-A814E1907B08}"/>
                    </a:ext>
                  </a:extLst>
                </p14:cNvPr>
                <p14:cNvContentPartPr/>
                <p14:nvPr/>
              </p14:nvContentPartPr>
              <p14:xfrm>
                <a:off x="10420315" y="5093470"/>
                <a:ext cx="260640" cy="140040"/>
              </p14:xfrm>
            </p:contentPart>
          </mc:Choice>
          <mc:Fallback>
            <p:pic>
              <p:nvPicPr>
                <p:cNvPr id="136" name="Ink 135">
                  <a:extLst>
                    <a:ext uri="{FF2B5EF4-FFF2-40B4-BE49-F238E27FC236}">
                      <a16:creationId xmlns:a16="http://schemas.microsoft.com/office/drawing/2014/main" id="{0E9326DD-B1D7-AD77-EC86-A814E1907B08}"/>
                    </a:ext>
                  </a:extLst>
                </p:cNvPr>
                <p:cNvPicPr/>
                <p:nvPr/>
              </p:nvPicPr>
              <p:blipFill>
                <a:blip r:embed="rId234"/>
                <a:stretch>
                  <a:fillRect/>
                </a:stretch>
              </p:blipFill>
              <p:spPr>
                <a:xfrm>
                  <a:off x="10414195" y="5087350"/>
                  <a:ext cx="2728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7" name="Ink 136">
                  <a:extLst>
                    <a:ext uri="{FF2B5EF4-FFF2-40B4-BE49-F238E27FC236}">
                      <a16:creationId xmlns:a16="http://schemas.microsoft.com/office/drawing/2014/main" id="{BC2CFACA-3789-3BD9-ECA9-2CEB3236A80F}"/>
                    </a:ext>
                  </a:extLst>
                </p14:cNvPr>
                <p14:cNvContentPartPr/>
                <p14:nvPr/>
              </p14:nvContentPartPr>
              <p14:xfrm>
                <a:off x="10789315" y="5017870"/>
                <a:ext cx="156600" cy="284040"/>
              </p14:xfrm>
            </p:contentPart>
          </mc:Choice>
          <mc:Fallback>
            <p:pic>
              <p:nvPicPr>
                <p:cNvPr id="137" name="Ink 136">
                  <a:extLst>
                    <a:ext uri="{FF2B5EF4-FFF2-40B4-BE49-F238E27FC236}">
                      <a16:creationId xmlns:a16="http://schemas.microsoft.com/office/drawing/2014/main" id="{BC2CFACA-3789-3BD9-ECA9-2CEB3236A80F}"/>
                    </a:ext>
                  </a:extLst>
                </p:cNvPr>
                <p:cNvPicPr/>
                <p:nvPr/>
              </p:nvPicPr>
              <p:blipFill>
                <a:blip r:embed="rId236"/>
                <a:stretch>
                  <a:fillRect/>
                </a:stretch>
              </p:blipFill>
              <p:spPr>
                <a:xfrm>
                  <a:off x="10783195" y="5011750"/>
                  <a:ext cx="16884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8" name="Ink 137">
                  <a:extLst>
                    <a:ext uri="{FF2B5EF4-FFF2-40B4-BE49-F238E27FC236}">
                      <a16:creationId xmlns:a16="http://schemas.microsoft.com/office/drawing/2014/main" id="{4EB4E8AF-7BE5-AFBF-41CA-9059E590089D}"/>
                    </a:ext>
                  </a:extLst>
                </p14:cNvPr>
                <p14:cNvContentPartPr/>
                <p14:nvPr/>
              </p14:nvContentPartPr>
              <p14:xfrm>
                <a:off x="10757275" y="5085190"/>
                <a:ext cx="203400" cy="190800"/>
              </p14:xfrm>
            </p:contentPart>
          </mc:Choice>
          <mc:Fallback>
            <p:pic>
              <p:nvPicPr>
                <p:cNvPr id="138" name="Ink 137">
                  <a:extLst>
                    <a:ext uri="{FF2B5EF4-FFF2-40B4-BE49-F238E27FC236}">
                      <a16:creationId xmlns:a16="http://schemas.microsoft.com/office/drawing/2014/main" id="{4EB4E8AF-7BE5-AFBF-41CA-9059E590089D}"/>
                    </a:ext>
                  </a:extLst>
                </p:cNvPr>
                <p:cNvPicPr/>
                <p:nvPr/>
              </p:nvPicPr>
              <p:blipFill>
                <a:blip r:embed="rId238"/>
                <a:stretch>
                  <a:fillRect/>
                </a:stretch>
              </p:blipFill>
              <p:spPr>
                <a:xfrm>
                  <a:off x="10751155" y="5079070"/>
                  <a:ext cx="2156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39" name="Ink 138">
                  <a:extLst>
                    <a:ext uri="{FF2B5EF4-FFF2-40B4-BE49-F238E27FC236}">
                      <a16:creationId xmlns:a16="http://schemas.microsoft.com/office/drawing/2014/main" id="{288D1E68-4CC5-2884-3183-0F8EDF5E8165}"/>
                    </a:ext>
                  </a:extLst>
                </p14:cNvPr>
                <p14:cNvContentPartPr/>
                <p14:nvPr/>
              </p14:nvContentPartPr>
              <p14:xfrm>
                <a:off x="11035915" y="5156830"/>
                <a:ext cx="204120" cy="25200"/>
              </p14:xfrm>
            </p:contentPart>
          </mc:Choice>
          <mc:Fallback>
            <p:pic>
              <p:nvPicPr>
                <p:cNvPr id="139" name="Ink 138">
                  <a:extLst>
                    <a:ext uri="{FF2B5EF4-FFF2-40B4-BE49-F238E27FC236}">
                      <a16:creationId xmlns:a16="http://schemas.microsoft.com/office/drawing/2014/main" id="{288D1E68-4CC5-2884-3183-0F8EDF5E8165}"/>
                    </a:ext>
                  </a:extLst>
                </p:cNvPr>
                <p:cNvPicPr/>
                <p:nvPr/>
              </p:nvPicPr>
              <p:blipFill>
                <a:blip r:embed="rId240"/>
                <a:stretch>
                  <a:fillRect/>
                </a:stretch>
              </p:blipFill>
              <p:spPr>
                <a:xfrm>
                  <a:off x="11029795" y="5150710"/>
                  <a:ext cx="2163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40" name="Ink 139">
                  <a:extLst>
                    <a:ext uri="{FF2B5EF4-FFF2-40B4-BE49-F238E27FC236}">
                      <a16:creationId xmlns:a16="http://schemas.microsoft.com/office/drawing/2014/main" id="{1881FF1D-CE93-FDEF-EEAD-4DD007961B36}"/>
                    </a:ext>
                  </a:extLst>
                </p14:cNvPr>
                <p14:cNvContentPartPr/>
                <p14:nvPr/>
              </p14:nvContentPartPr>
              <p14:xfrm>
                <a:off x="11065075" y="5053150"/>
                <a:ext cx="39240" cy="213480"/>
              </p14:xfrm>
            </p:contentPart>
          </mc:Choice>
          <mc:Fallback>
            <p:pic>
              <p:nvPicPr>
                <p:cNvPr id="140" name="Ink 139">
                  <a:extLst>
                    <a:ext uri="{FF2B5EF4-FFF2-40B4-BE49-F238E27FC236}">
                      <a16:creationId xmlns:a16="http://schemas.microsoft.com/office/drawing/2014/main" id="{1881FF1D-CE93-FDEF-EEAD-4DD007961B36}"/>
                    </a:ext>
                  </a:extLst>
                </p:cNvPr>
                <p:cNvPicPr/>
                <p:nvPr/>
              </p:nvPicPr>
              <p:blipFill>
                <a:blip r:embed="rId242"/>
                <a:stretch>
                  <a:fillRect/>
                </a:stretch>
              </p:blipFill>
              <p:spPr>
                <a:xfrm>
                  <a:off x="11058955" y="5047030"/>
                  <a:ext cx="514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41" name="Ink 140">
                  <a:extLst>
                    <a:ext uri="{FF2B5EF4-FFF2-40B4-BE49-F238E27FC236}">
                      <a16:creationId xmlns:a16="http://schemas.microsoft.com/office/drawing/2014/main" id="{E4CCF9CD-FF63-2B75-5740-0B26A1BB61EE}"/>
                    </a:ext>
                  </a:extLst>
                </p14:cNvPr>
                <p14:cNvContentPartPr/>
                <p14:nvPr/>
              </p14:nvContentPartPr>
              <p14:xfrm>
                <a:off x="11412475" y="4983670"/>
                <a:ext cx="183240" cy="316080"/>
              </p14:xfrm>
            </p:contentPart>
          </mc:Choice>
          <mc:Fallback>
            <p:pic>
              <p:nvPicPr>
                <p:cNvPr id="141" name="Ink 140">
                  <a:extLst>
                    <a:ext uri="{FF2B5EF4-FFF2-40B4-BE49-F238E27FC236}">
                      <a16:creationId xmlns:a16="http://schemas.microsoft.com/office/drawing/2014/main" id="{E4CCF9CD-FF63-2B75-5740-0B26A1BB61EE}"/>
                    </a:ext>
                  </a:extLst>
                </p:cNvPr>
                <p:cNvPicPr/>
                <p:nvPr/>
              </p:nvPicPr>
              <p:blipFill>
                <a:blip r:embed="rId244"/>
                <a:stretch>
                  <a:fillRect/>
                </a:stretch>
              </p:blipFill>
              <p:spPr>
                <a:xfrm>
                  <a:off x="11406355" y="4977550"/>
                  <a:ext cx="19548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42" name="Ink 141">
                  <a:extLst>
                    <a:ext uri="{FF2B5EF4-FFF2-40B4-BE49-F238E27FC236}">
                      <a16:creationId xmlns:a16="http://schemas.microsoft.com/office/drawing/2014/main" id="{00C38D84-80B2-6837-FF90-EB77231F70F4}"/>
                    </a:ext>
                  </a:extLst>
                </p14:cNvPr>
                <p14:cNvContentPartPr/>
                <p14:nvPr/>
              </p14:nvContentPartPr>
              <p14:xfrm>
                <a:off x="11608315" y="4755070"/>
                <a:ext cx="126720" cy="767520"/>
              </p14:xfrm>
            </p:contentPart>
          </mc:Choice>
          <mc:Fallback>
            <p:pic>
              <p:nvPicPr>
                <p:cNvPr id="142" name="Ink 141">
                  <a:extLst>
                    <a:ext uri="{FF2B5EF4-FFF2-40B4-BE49-F238E27FC236}">
                      <a16:creationId xmlns:a16="http://schemas.microsoft.com/office/drawing/2014/main" id="{00C38D84-80B2-6837-FF90-EB77231F70F4}"/>
                    </a:ext>
                  </a:extLst>
                </p:cNvPr>
                <p:cNvPicPr/>
                <p:nvPr/>
              </p:nvPicPr>
              <p:blipFill>
                <a:blip r:embed="rId246"/>
                <a:stretch>
                  <a:fillRect/>
                </a:stretch>
              </p:blipFill>
              <p:spPr>
                <a:xfrm>
                  <a:off x="11602195" y="4748950"/>
                  <a:ext cx="138960" cy="77976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43" name="Ink 142">
                  <a:extLst>
                    <a:ext uri="{FF2B5EF4-FFF2-40B4-BE49-F238E27FC236}">
                      <a16:creationId xmlns:a16="http://schemas.microsoft.com/office/drawing/2014/main" id="{903DB2E6-75D1-309A-80F0-24D73E4185BD}"/>
                    </a:ext>
                  </a:extLst>
                </p14:cNvPr>
                <p14:cNvContentPartPr/>
                <p14:nvPr/>
              </p14:nvContentPartPr>
              <p14:xfrm>
                <a:off x="11012875" y="5148550"/>
                <a:ext cx="153720" cy="30240"/>
              </p14:xfrm>
            </p:contentPart>
          </mc:Choice>
          <mc:Fallback>
            <p:pic>
              <p:nvPicPr>
                <p:cNvPr id="143" name="Ink 142">
                  <a:extLst>
                    <a:ext uri="{FF2B5EF4-FFF2-40B4-BE49-F238E27FC236}">
                      <a16:creationId xmlns:a16="http://schemas.microsoft.com/office/drawing/2014/main" id="{903DB2E6-75D1-309A-80F0-24D73E4185BD}"/>
                    </a:ext>
                  </a:extLst>
                </p:cNvPr>
                <p:cNvPicPr/>
                <p:nvPr/>
              </p:nvPicPr>
              <p:blipFill>
                <a:blip r:embed="rId248"/>
                <a:stretch>
                  <a:fillRect/>
                </a:stretch>
              </p:blipFill>
              <p:spPr>
                <a:xfrm>
                  <a:off x="11006755" y="5142430"/>
                  <a:ext cx="16596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45" name="Ink 144">
                  <a:extLst>
                    <a:ext uri="{FF2B5EF4-FFF2-40B4-BE49-F238E27FC236}">
                      <a16:creationId xmlns:a16="http://schemas.microsoft.com/office/drawing/2014/main" id="{5E9864C5-AEF2-4747-6A1C-E951B4B10753}"/>
                    </a:ext>
                  </a:extLst>
                </p14:cNvPr>
                <p14:cNvContentPartPr/>
                <p14:nvPr/>
              </p14:nvContentPartPr>
              <p14:xfrm>
                <a:off x="9315475" y="5838310"/>
                <a:ext cx="136800" cy="19800"/>
              </p14:xfrm>
            </p:contentPart>
          </mc:Choice>
          <mc:Fallback>
            <p:pic>
              <p:nvPicPr>
                <p:cNvPr id="145" name="Ink 144">
                  <a:extLst>
                    <a:ext uri="{FF2B5EF4-FFF2-40B4-BE49-F238E27FC236}">
                      <a16:creationId xmlns:a16="http://schemas.microsoft.com/office/drawing/2014/main" id="{5E9864C5-AEF2-4747-6A1C-E951B4B10753}"/>
                    </a:ext>
                  </a:extLst>
                </p:cNvPr>
                <p:cNvPicPr/>
                <p:nvPr/>
              </p:nvPicPr>
              <p:blipFill>
                <a:blip r:embed="rId250"/>
                <a:stretch>
                  <a:fillRect/>
                </a:stretch>
              </p:blipFill>
              <p:spPr>
                <a:xfrm>
                  <a:off x="9309355" y="5832190"/>
                  <a:ext cx="1490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46" name="Ink 145">
                  <a:extLst>
                    <a:ext uri="{FF2B5EF4-FFF2-40B4-BE49-F238E27FC236}">
                      <a16:creationId xmlns:a16="http://schemas.microsoft.com/office/drawing/2014/main" id="{6FAFB0E6-C3BF-39DE-2AD9-015589F36636}"/>
                    </a:ext>
                  </a:extLst>
                </p14:cNvPr>
                <p14:cNvContentPartPr/>
                <p14:nvPr/>
              </p14:nvContentPartPr>
              <p14:xfrm>
                <a:off x="9370195" y="5884390"/>
                <a:ext cx="116280" cy="52200"/>
              </p14:xfrm>
            </p:contentPart>
          </mc:Choice>
          <mc:Fallback>
            <p:pic>
              <p:nvPicPr>
                <p:cNvPr id="146" name="Ink 145">
                  <a:extLst>
                    <a:ext uri="{FF2B5EF4-FFF2-40B4-BE49-F238E27FC236}">
                      <a16:creationId xmlns:a16="http://schemas.microsoft.com/office/drawing/2014/main" id="{6FAFB0E6-C3BF-39DE-2AD9-015589F36636}"/>
                    </a:ext>
                  </a:extLst>
                </p:cNvPr>
                <p:cNvPicPr/>
                <p:nvPr/>
              </p:nvPicPr>
              <p:blipFill>
                <a:blip r:embed="rId252"/>
                <a:stretch>
                  <a:fillRect/>
                </a:stretch>
              </p:blipFill>
              <p:spPr>
                <a:xfrm>
                  <a:off x="9364075" y="5878270"/>
                  <a:ext cx="1285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47" name="Ink 146">
                  <a:extLst>
                    <a:ext uri="{FF2B5EF4-FFF2-40B4-BE49-F238E27FC236}">
                      <a16:creationId xmlns:a16="http://schemas.microsoft.com/office/drawing/2014/main" id="{F9079B51-C3E6-3A31-624A-67234EBCA5A1}"/>
                    </a:ext>
                  </a:extLst>
                </p14:cNvPr>
                <p14:cNvContentPartPr/>
                <p14:nvPr/>
              </p14:nvContentPartPr>
              <p14:xfrm>
                <a:off x="9645595" y="5778910"/>
                <a:ext cx="233280" cy="162720"/>
              </p14:xfrm>
            </p:contentPart>
          </mc:Choice>
          <mc:Fallback>
            <p:pic>
              <p:nvPicPr>
                <p:cNvPr id="147" name="Ink 146">
                  <a:extLst>
                    <a:ext uri="{FF2B5EF4-FFF2-40B4-BE49-F238E27FC236}">
                      <a16:creationId xmlns:a16="http://schemas.microsoft.com/office/drawing/2014/main" id="{F9079B51-C3E6-3A31-624A-67234EBCA5A1}"/>
                    </a:ext>
                  </a:extLst>
                </p:cNvPr>
                <p:cNvPicPr/>
                <p:nvPr/>
              </p:nvPicPr>
              <p:blipFill>
                <a:blip r:embed="rId254"/>
                <a:stretch>
                  <a:fillRect/>
                </a:stretch>
              </p:blipFill>
              <p:spPr>
                <a:xfrm>
                  <a:off x="9639475" y="5772790"/>
                  <a:ext cx="24552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48" name="Ink 147">
                  <a:extLst>
                    <a:ext uri="{FF2B5EF4-FFF2-40B4-BE49-F238E27FC236}">
                      <a16:creationId xmlns:a16="http://schemas.microsoft.com/office/drawing/2014/main" id="{0506FB6B-DD3B-0AB2-56B0-54232D58CE5A}"/>
                    </a:ext>
                  </a:extLst>
                </p14:cNvPr>
                <p14:cNvContentPartPr/>
                <p14:nvPr/>
              </p14:nvContentPartPr>
              <p14:xfrm>
                <a:off x="9928555" y="5676310"/>
                <a:ext cx="213840" cy="264240"/>
              </p14:xfrm>
            </p:contentPart>
          </mc:Choice>
          <mc:Fallback>
            <p:pic>
              <p:nvPicPr>
                <p:cNvPr id="148" name="Ink 147">
                  <a:extLst>
                    <a:ext uri="{FF2B5EF4-FFF2-40B4-BE49-F238E27FC236}">
                      <a16:creationId xmlns:a16="http://schemas.microsoft.com/office/drawing/2014/main" id="{0506FB6B-DD3B-0AB2-56B0-54232D58CE5A}"/>
                    </a:ext>
                  </a:extLst>
                </p:cNvPr>
                <p:cNvPicPr/>
                <p:nvPr/>
              </p:nvPicPr>
              <p:blipFill>
                <a:blip r:embed="rId256"/>
                <a:stretch>
                  <a:fillRect/>
                </a:stretch>
              </p:blipFill>
              <p:spPr>
                <a:xfrm>
                  <a:off x="9922435" y="5670190"/>
                  <a:ext cx="22608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49" name="Ink 148">
                  <a:extLst>
                    <a:ext uri="{FF2B5EF4-FFF2-40B4-BE49-F238E27FC236}">
                      <a16:creationId xmlns:a16="http://schemas.microsoft.com/office/drawing/2014/main" id="{BA2CFCCB-9CEB-B069-701D-3C7039851F53}"/>
                    </a:ext>
                  </a:extLst>
                </p14:cNvPr>
                <p14:cNvContentPartPr/>
                <p14:nvPr/>
              </p14:nvContentPartPr>
              <p14:xfrm>
                <a:off x="9944755" y="5789350"/>
                <a:ext cx="201240" cy="36720"/>
              </p14:xfrm>
            </p:contentPart>
          </mc:Choice>
          <mc:Fallback>
            <p:pic>
              <p:nvPicPr>
                <p:cNvPr id="149" name="Ink 148">
                  <a:extLst>
                    <a:ext uri="{FF2B5EF4-FFF2-40B4-BE49-F238E27FC236}">
                      <a16:creationId xmlns:a16="http://schemas.microsoft.com/office/drawing/2014/main" id="{BA2CFCCB-9CEB-B069-701D-3C7039851F53}"/>
                    </a:ext>
                  </a:extLst>
                </p:cNvPr>
                <p:cNvPicPr/>
                <p:nvPr/>
              </p:nvPicPr>
              <p:blipFill>
                <a:blip r:embed="rId258"/>
                <a:stretch>
                  <a:fillRect/>
                </a:stretch>
              </p:blipFill>
              <p:spPr>
                <a:xfrm>
                  <a:off x="9938635" y="5783230"/>
                  <a:ext cx="21348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50" name="Ink 149">
                  <a:extLst>
                    <a:ext uri="{FF2B5EF4-FFF2-40B4-BE49-F238E27FC236}">
                      <a16:creationId xmlns:a16="http://schemas.microsoft.com/office/drawing/2014/main" id="{E46351E5-5F11-B4A8-2D99-3DBB3DE0FE71}"/>
                    </a:ext>
                  </a:extLst>
                </p14:cNvPr>
                <p14:cNvContentPartPr/>
                <p14:nvPr/>
              </p14:nvContentPartPr>
              <p14:xfrm>
                <a:off x="9965275" y="5689990"/>
                <a:ext cx="148320" cy="23040"/>
              </p14:xfrm>
            </p:contentPart>
          </mc:Choice>
          <mc:Fallback>
            <p:pic>
              <p:nvPicPr>
                <p:cNvPr id="150" name="Ink 149">
                  <a:extLst>
                    <a:ext uri="{FF2B5EF4-FFF2-40B4-BE49-F238E27FC236}">
                      <a16:creationId xmlns:a16="http://schemas.microsoft.com/office/drawing/2014/main" id="{E46351E5-5F11-B4A8-2D99-3DBB3DE0FE71}"/>
                    </a:ext>
                  </a:extLst>
                </p:cNvPr>
                <p:cNvPicPr/>
                <p:nvPr/>
              </p:nvPicPr>
              <p:blipFill>
                <a:blip r:embed="rId260"/>
                <a:stretch>
                  <a:fillRect/>
                </a:stretch>
              </p:blipFill>
              <p:spPr>
                <a:xfrm>
                  <a:off x="9959155" y="5683870"/>
                  <a:ext cx="1605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51" name="Ink 150">
                  <a:extLst>
                    <a:ext uri="{FF2B5EF4-FFF2-40B4-BE49-F238E27FC236}">
                      <a16:creationId xmlns:a16="http://schemas.microsoft.com/office/drawing/2014/main" id="{D416CACE-782E-372C-DC4C-A505AC1EBC83}"/>
                    </a:ext>
                  </a:extLst>
                </p14:cNvPr>
                <p14:cNvContentPartPr/>
                <p14:nvPr/>
              </p14:nvContentPartPr>
              <p14:xfrm>
                <a:off x="10256515" y="5552110"/>
                <a:ext cx="215280" cy="531720"/>
              </p14:xfrm>
            </p:contentPart>
          </mc:Choice>
          <mc:Fallback>
            <p:pic>
              <p:nvPicPr>
                <p:cNvPr id="151" name="Ink 150">
                  <a:extLst>
                    <a:ext uri="{FF2B5EF4-FFF2-40B4-BE49-F238E27FC236}">
                      <a16:creationId xmlns:a16="http://schemas.microsoft.com/office/drawing/2014/main" id="{D416CACE-782E-372C-DC4C-A505AC1EBC83}"/>
                    </a:ext>
                  </a:extLst>
                </p:cNvPr>
                <p:cNvPicPr/>
                <p:nvPr/>
              </p:nvPicPr>
              <p:blipFill>
                <a:blip r:embed="rId262"/>
                <a:stretch>
                  <a:fillRect/>
                </a:stretch>
              </p:blipFill>
              <p:spPr>
                <a:xfrm>
                  <a:off x="10250395" y="5545990"/>
                  <a:ext cx="227520" cy="54396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52" name="Ink 151">
                  <a:extLst>
                    <a:ext uri="{FF2B5EF4-FFF2-40B4-BE49-F238E27FC236}">
                      <a16:creationId xmlns:a16="http://schemas.microsoft.com/office/drawing/2014/main" id="{80AC0594-4805-3E80-CDAD-BE4F30DF041F}"/>
                    </a:ext>
                  </a:extLst>
                </p14:cNvPr>
                <p14:cNvContentPartPr/>
                <p14:nvPr/>
              </p14:nvContentPartPr>
              <p14:xfrm>
                <a:off x="10423915" y="5704390"/>
                <a:ext cx="108360" cy="196920"/>
              </p14:xfrm>
            </p:contentPart>
          </mc:Choice>
          <mc:Fallback>
            <p:pic>
              <p:nvPicPr>
                <p:cNvPr id="152" name="Ink 151">
                  <a:extLst>
                    <a:ext uri="{FF2B5EF4-FFF2-40B4-BE49-F238E27FC236}">
                      <a16:creationId xmlns:a16="http://schemas.microsoft.com/office/drawing/2014/main" id="{80AC0594-4805-3E80-CDAD-BE4F30DF041F}"/>
                    </a:ext>
                  </a:extLst>
                </p:cNvPr>
                <p:cNvPicPr/>
                <p:nvPr/>
              </p:nvPicPr>
              <p:blipFill>
                <a:blip r:embed="rId264"/>
                <a:stretch>
                  <a:fillRect/>
                </a:stretch>
              </p:blipFill>
              <p:spPr>
                <a:xfrm>
                  <a:off x="10417795" y="5698270"/>
                  <a:ext cx="1206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53" name="Ink 152">
                  <a:extLst>
                    <a:ext uri="{FF2B5EF4-FFF2-40B4-BE49-F238E27FC236}">
                      <a16:creationId xmlns:a16="http://schemas.microsoft.com/office/drawing/2014/main" id="{06F9E8FE-1058-D82D-5FDC-BAEE02248700}"/>
                    </a:ext>
                  </a:extLst>
                </p14:cNvPr>
                <p14:cNvContentPartPr/>
                <p14:nvPr/>
              </p14:nvContentPartPr>
              <p14:xfrm>
                <a:off x="10407715" y="5731390"/>
                <a:ext cx="150120" cy="123480"/>
              </p14:xfrm>
            </p:contentPart>
          </mc:Choice>
          <mc:Fallback>
            <p:pic>
              <p:nvPicPr>
                <p:cNvPr id="153" name="Ink 152">
                  <a:extLst>
                    <a:ext uri="{FF2B5EF4-FFF2-40B4-BE49-F238E27FC236}">
                      <a16:creationId xmlns:a16="http://schemas.microsoft.com/office/drawing/2014/main" id="{06F9E8FE-1058-D82D-5FDC-BAEE02248700}"/>
                    </a:ext>
                  </a:extLst>
                </p:cNvPr>
                <p:cNvPicPr/>
                <p:nvPr/>
              </p:nvPicPr>
              <p:blipFill>
                <a:blip r:embed="rId266"/>
                <a:stretch>
                  <a:fillRect/>
                </a:stretch>
              </p:blipFill>
              <p:spPr>
                <a:xfrm>
                  <a:off x="10401595" y="5725270"/>
                  <a:ext cx="1623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54" name="Ink 153">
                  <a:extLst>
                    <a:ext uri="{FF2B5EF4-FFF2-40B4-BE49-F238E27FC236}">
                      <a16:creationId xmlns:a16="http://schemas.microsoft.com/office/drawing/2014/main" id="{12EFD8F8-24B2-5812-54EE-7AD54CCD4088}"/>
                    </a:ext>
                  </a:extLst>
                </p14:cNvPr>
                <p14:cNvContentPartPr/>
                <p14:nvPr/>
              </p14:nvContentPartPr>
              <p14:xfrm>
                <a:off x="10511035" y="5537710"/>
                <a:ext cx="76680" cy="604800"/>
              </p14:xfrm>
            </p:contentPart>
          </mc:Choice>
          <mc:Fallback>
            <p:pic>
              <p:nvPicPr>
                <p:cNvPr id="154" name="Ink 153">
                  <a:extLst>
                    <a:ext uri="{FF2B5EF4-FFF2-40B4-BE49-F238E27FC236}">
                      <a16:creationId xmlns:a16="http://schemas.microsoft.com/office/drawing/2014/main" id="{12EFD8F8-24B2-5812-54EE-7AD54CCD4088}"/>
                    </a:ext>
                  </a:extLst>
                </p:cNvPr>
                <p:cNvPicPr/>
                <p:nvPr/>
              </p:nvPicPr>
              <p:blipFill>
                <a:blip r:embed="rId268"/>
                <a:stretch>
                  <a:fillRect/>
                </a:stretch>
              </p:blipFill>
              <p:spPr>
                <a:xfrm>
                  <a:off x="10504915" y="5531590"/>
                  <a:ext cx="88920" cy="6170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55" name="Ink 154">
                  <a:extLst>
                    <a:ext uri="{FF2B5EF4-FFF2-40B4-BE49-F238E27FC236}">
                      <a16:creationId xmlns:a16="http://schemas.microsoft.com/office/drawing/2014/main" id="{CDF30D2A-31D5-944D-02EB-51744E5EAFBC}"/>
                    </a:ext>
                  </a:extLst>
                </p14:cNvPr>
                <p14:cNvContentPartPr/>
                <p14:nvPr/>
              </p14:nvContentPartPr>
              <p14:xfrm>
                <a:off x="10804795" y="5759110"/>
                <a:ext cx="191160" cy="52200"/>
              </p14:xfrm>
            </p:contentPart>
          </mc:Choice>
          <mc:Fallback>
            <p:pic>
              <p:nvPicPr>
                <p:cNvPr id="155" name="Ink 154">
                  <a:extLst>
                    <a:ext uri="{FF2B5EF4-FFF2-40B4-BE49-F238E27FC236}">
                      <a16:creationId xmlns:a16="http://schemas.microsoft.com/office/drawing/2014/main" id="{CDF30D2A-31D5-944D-02EB-51744E5EAFBC}"/>
                    </a:ext>
                  </a:extLst>
                </p:cNvPr>
                <p:cNvPicPr/>
                <p:nvPr/>
              </p:nvPicPr>
              <p:blipFill>
                <a:blip r:embed="rId270"/>
                <a:stretch>
                  <a:fillRect/>
                </a:stretch>
              </p:blipFill>
              <p:spPr>
                <a:xfrm>
                  <a:off x="10798675" y="5752990"/>
                  <a:ext cx="20340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56" name="Ink 155">
                  <a:extLst>
                    <a:ext uri="{FF2B5EF4-FFF2-40B4-BE49-F238E27FC236}">
                      <a16:creationId xmlns:a16="http://schemas.microsoft.com/office/drawing/2014/main" id="{E4D1AF7D-5CB4-D8EB-7B9C-5014E790B49B}"/>
                    </a:ext>
                  </a:extLst>
                </p14:cNvPr>
                <p14:cNvContentPartPr/>
                <p14:nvPr/>
              </p14:nvContentPartPr>
              <p14:xfrm>
                <a:off x="10950595" y="5689630"/>
                <a:ext cx="11160" cy="262440"/>
              </p14:xfrm>
            </p:contentPart>
          </mc:Choice>
          <mc:Fallback>
            <p:pic>
              <p:nvPicPr>
                <p:cNvPr id="156" name="Ink 155">
                  <a:extLst>
                    <a:ext uri="{FF2B5EF4-FFF2-40B4-BE49-F238E27FC236}">
                      <a16:creationId xmlns:a16="http://schemas.microsoft.com/office/drawing/2014/main" id="{E4D1AF7D-5CB4-D8EB-7B9C-5014E790B49B}"/>
                    </a:ext>
                  </a:extLst>
                </p:cNvPr>
                <p:cNvPicPr/>
                <p:nvPr/>
              </p:nvPicPr>
              <p:blipFill>
                <a:blip r:embed="rId272"/>
                <a:stretch>
                  <a:fillRect/>
                </a:stretch>
              </p:blipFill>
              <p:spPr>
                <a:xfrm>
                  <a:off x="10944475" y="5683510"/>
                  <a:ext cx="234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57" name="Ink 156">
                  <a:extLst>
                    <a:ext uri="{FF2B5EF4-FFF2-40B4-BE49-F238E27FC236}">
                      <a16:creationId xmlns:a16="http://schemas.microsoft.com/office/drawing/2014/main" id="{7E99D99D-EAE0-E8F3-67DF-15774AFFA921}"/>
                    </a:ext>
                  </a:extLst>
                </p14:cNvPr>
                <p14:cNvContentPartPr/>
                <p14:nvPr/>
              </p14:nvContentPartPr>
              <p14:xfrm>
                <a:off x="11210515" y="5616190"/>
                <a:ext cx="209160" cy="223200"/>
              </p14:xfrm>
            </p:contentPart>
          </mc:Choice>
          <mc:Fallback>
            <p:pic>
              <p:nvPicPr>
                <p:cNvPr id="157" name="Ink 156">
                  <a:extLst>
                    <a:ext uri="{FF2B5EF4-FFF2-40B4-BE49-F238E27FC236}">
                      <a16:creationId xmlns:a16="http://schemas.microsoft.com/office/drawing/2014/main" id="{7E99D99D-EAE0-E8F3-67DF-15774AFFA921}"/>
                    </a:ext>
                  </a:extLst>
                </p:cNvPr>
                <p:cNvPicPr/>
                <p:nvPr/>
              </p:nvPicPr>
              <p:blipFill>
                <a:blip r:embed="rId274"/>
                <a:stretch>
                  <a:fillRect/>
                </a:stretch>
              </p:blipFill>
              <p:spPr>
                <a:xfrm>
                  <a:off x="11204395" y="5610070"/>
                  <a:ext cx="2214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58" name="Ink 157">
                  <a:extLst>
                    <a:ext uri="{FF2B5EF4-FFF2-40B4-BE49-F238E27FC236}">
                      <a16:creationId xmlns:a16="http://schemas.microsoft.com/office/drawing/2014/main" id="{C6EB7987-813D-AECF-CFD9-A367CD579F34}"/>
                    </a:ext>
                  </a:extLst>
                </p14:cNvPr>
                <p14:cNvContentPartPr/>
                <p14:nvPr/>
              </p14:nvContentPartPr>
              <p14:xfrm>
                <a:off x="11240755" y="5727070"/>
                <a:ext cx="146160" cy="40320"/>
              </p14:xfrm>
            </p:contentPart>
          </mc:Choice>
          <mc:Fallback>
            <p:pic>
              <p:nvPicPr>
                <p:cNvPr id="158" name="Ink 157">
                  <a:extLst>
                    <a:ext uri="{FF2B5EF4-FFF2-40B4-BE49-F238E27FC236}">
                      <a16:creationId xmlns:a16="http://schemas.microsoft.com/office/drawing/2014/main" id="{C6EB7987-813D-AECF-CFD9-A367CD579F34}"/>
                    </a:ext>
                  </a:extLst>
                </p:cNvPr>
                <p:cNvPicPr/>
                <p:nvPr/>
              </p:nvPicPr>
              <p:blipFill>
                <a:blip r:embed="rId276"/>
                <a:stretch>
                  <a:fillRect/>
                </a:stretch>
              </p:blipFill>
              <p:spPr>
                <a:xfrm>
                  <a:off x="11234635" y="5720950"/>
                  <a:ext cx="1584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59" name="Ink 158">
                  <a:extLst>
                    <a:ext uri="{FF2B5EF4-FFF2-40B4-BE49-F238E27FC236}">
                      <a16:creationId xmlns:a16="http://schemas.microsoft.com/office/drawing/2014/main" id="{83DEA3C8-24C7-F92E-3D41-55F1FD58AEEF}"/>
                    </a:ext>
                  </a:extLst>
                </p14:cNvPr>
                <p14:cNvContentPartPr/>
                <p14:nvPr/>
              </p14:nvContentPartPr>
              <p14:xfrm>
                <a:off x="11219875" y="5639230"/>
                <a:ext cx="135000" cy="33480"/>
              </p14:xfrm>
            </p:contentPart>
          </mc:Choice>
          <mc:Fallback>
            <p:pic>
              <p:nvPicPr>
                <p:cNvPr id="159" name="Ink 158">
                  <a:extLst>
                    <a:ext uri="{FF2B5EF4-FFF2-40B4-BE49-F238E27FC236}">
                      <a16:creationId xmlns:a16="http://schemas.microsoft.com/office/drawing/2014/main" id="{83DEA3C8-24C7-F92E-3D41-55F1FD58AEEF}"/>
                    </a:ext>
                  </a:extLst>
                </p:cNvPr>
                <p:cNvPicPr/>
                <p:nvPr/>
              </p:nvPicPr>
              <p:blipFill>
                <a:blip r:embed="rId278"/>
                <a:stretch>
                  <a:fillRect/>
                </a:stretch>
              </p:blipFill>
              <p:spPr>
                <a:xfrm>
                  <a:off x="11213755" y="5633110"/>
                  <a:ext cx="1472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60" name="Ink 159">
                  <a:extLst>
                    <a:ext uri="{FF2B5EF4-FFF2-40B4-BE49-F238E27FC236}">
                      <a16:creationId xmlns:a16="http://schemas.microsoft.com/office/drawing/2014/main" id="{FA0B222D-3D4B-ACEF-5ADE-E953C8D81A5F}"/>
                    </a:ext>
                  </a:extLst>
                </p14:cNvPr>
                <p14:cNvContentPartPr/>
                <p14:nvPr/>
              </p14:nvContentPartPr>
              <p14:xfrm>
                <a:off x="11500675" y="5474710"/>
                <a:ext cx="192600" cy="506520"/>
              </p14:xfrm>
            </p:contentPart>
          </mc:Choice>
          <mc:Fallback>
            <p:pic>
              <p:nvPicPr>
                <p:cNvPr id="160" name="Ink 159">
                  <a:extLst>
                    <a:ext uri="{FF2B5EF4-FFF2-40B4-BE49-F238E27FC236}">
                      <a16:creationId xmlns:a16="http://schemas.microsoft.com/office/drawing/2014/main" id="{FA0B222D-3D4B-ACEF-5ADE-E953C8D81A5F}"/>
                    </a:ext>
                  </a:extLst>
                </p:cNvPr>
                <p:cNvPicPr/>
                <p:nvPr/>
              </p:nvPicPr>
              <p:blipFill>
                <a:blip r:embed="rId280"/>
                <a:stretch>
                  <a:fillRect/>
                </a:stretch>
              </p:blipFill>
              <p:spPr>
                <a:xfrm>
                  <a:off x="11494555" y="5468590"/>
                  <a:ext cx="204840" cy="51876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61" name="Ink 160">
                  <a:extLst>
                    <a:ext uri="{FF2B5EF4-FFF2-40B4-BE49-F238E27FC236}">
                      <a16:creationId xmlns:a16="http://schemas.microsoft.com/office/drawing/2014/main" id="{C9614AD5-B270-365E-0D3C-608382D5DF24}"/>
                    </a:ext>
                  </a:extLst>
                </p14:cNvPr>
                <p14:cNvContentPartPr/>
                <p14:nvPr/>
              </p14:nvContentPartPr>
              <p14:xfrm>
                <a:off x="11675275" y="5575870"/>
                <a:ext cx="136080" cy="266400"/>
              </p14:xfrm>
            </p:contentPart>
          </mc:Choice>
          <mc:Fallback>
            <p:pic>
              <p:nvPicPr>
                <p:cNvPr id="161" name="Ink 160">
                  <a:extLst>
                    <a:ext uri="{FF2B5EF4-FFF2-40B4-BE49-F238E27FC236}">
                      <a16:creationId xmlns:a16="http://schemas.microsoft.com/office/drawing/2014/main" id="{C9614AD5-B270-365E-0D3C-608382D5DF24}"/>
                    </a:ext>
                  </a:extLst>
                </p:cNvPr>
                <p:cNvPicPr/>
                <p:nvPr/>
              </p:nvPicPr>
              <p:blipFill>
                <a:blip r:embed="rId282"/>
                <a:stretch>
                  <a:fillRect/>
                </a:stretch>
              </p:blipFill>
              <p:spPr>
                <a:xfrm>
                  <a:off x="11669155" y="5569750"/>
                  <a:ext cx="14832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62" name="Ink 161">
                  <a:extLst>
                    <a:ext uri="{FF2B5EF4-FFF2-40B4-BE49-F238E27FC236}">
                      <a16:creationId xmlns:a16="http://schemas.microsoft.com/office/drawing/2014/main" id="{C4C60B2D-1C5A-C65A-8F30-9CA8F025BCF0}"/>
                    </a:ext>
                  </a:extLst>
                </p14:cNvPr>
                <p14:cNvContentPartPr/>
                <p14:nvPr/>
              </p14:nvContentPartPr>
              <p14:xfrm>
                <a:off x="11719915" y="5335750"/>
                <a:ext cx="194040" cy="690840"/>
              </p14:xfrm>
            </p:contentPart>
          </mc:Choice>
          <mc:Fallback>
            <p:pic>
              <p:nvPicPr>
                <p:cNvPr id="162" name="Ink 161">
                  <a:extLst>
                    <a:ext uri="{FF2B5EF4-FFF2-40B4-BE49-F238E27FC236}">
                      <a16:creationId xmlns:a16="http://schemas.microsoft.com/office/drawing/2014/main" id="{C4C60B2D-1C5A-C65A-8F30-9CA8F025BCF0}"/>
                    </a:ext>
                  </a:extLst>
                </p:cNvPr>
                <p:cNvPicPr/>
                <p:nvPr/>
              </p:nvPicPr>
              <p:blipFill>
                <a:blip r:embed="rId284"/>
                <a:stretch>
                  <a:fillRect/>
                </a:stretch>
              </p:blipFill>
              <p:spPr>
                <a:xfrm>
                  <a:off x="11713795" y="5329630"/>
                  <a:ext cx="206280" cy="70308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63" name="Ink 162">
                  <a:extLst>
                    <a:ext uri="{FF2B5EF4-FFF2-40B4-BE49-F238E27FC236}">
                      <a16:creationId xmlns:a16="http://schemas.microsoft.com/office/drawing/2014/main" id="{2290C9B3-6C95-BD66-C5DC-8EC6BF6C6106}"/>
                    </a:ext>
                  </a:extLst>
                </p14:cNvPr>
                <p14:cNvContentPartPr/>
                <p14:nvPr/>
              </p14:nvContentPartPr>
              <p14:xfrm>
                <a:off x="10904155" y="5781790"/>
                <a:ext cx="164880" cy="20160"/>
              </p14:xfrm>
            </p:contentPart>
          </mc:Choice>
          <mc:Fallback>
            <p:pic>
              <p:nvPicPr>
                <p:cNvPr id="163" name="Ink 162">
                  <a:extLst>
                    <a:ext uri="{FF2B5EF4-FFF2-40B4-BE49-F238E27FC236}">
                      <a16:creationId xmlns:a16="http://schemas.microsoft.com/office/drawing/2014/main" id="{2290C9B3-6C95-BD66-C5DC-8EC6BF6C6106}"/>
                    </a:ext>
                  </a:extLst>
                </p:cNvPr>
                <p:cNvPicPr/>
                <p:nvPr/>
              </p:nvPicPr>
              <p:blipFill>
                <a:blip r:embed="rId286"/>
                <a:stretch>
                  <a:fillRect/>
                </a:stretch>
              </p:blipFill>
              <p:spPr>
                <a:xfrm>
                  <a:off x="10898035" y="5775670"/>
                  <a:ext cx="177120" cy="32400"/>
                </a:xfrm>
                <a:prstGeom prst="rect">
                  <a:avLst/>
                </a:prstGeom>
              </p:spPr>
            </p:pic>
          </mc:Fallback>
        </mc:AlternateContent>
      </p:grpSp>
      <p:grpSp>
        <p:nvGrpSpPr>
          <p:cNvPr id="173" name="Group 172">
            <a:extLst>
              <a:ext uri="{FF2B5EF4-FFF2-40B4-BE49-F238E27FC236}">
                <a16:creationId xmlns:a16="http://schemas.microsoft.com/office/drawing/2014/main" id="{381FEBE6-9B5B-85FB-C18E-733AFCCD1E24}"/>
              </a:ext>
            </a:extLst>
          </p:cNvPr>
          <p:cNvGrpSpPr/>
          <p:nvPr/>
        </p:nvGrpSpPr>
        <p:grpSpPr>
          <a:xfrm>
            <a:off x="9847555" y="6289030"/>
            <a:ext cx="2075400" cy="460080"/>
            <a:chOff x="9847555" y="6289030"/>
            <a:chExt cx="2075400" cy="460080"/>
          </a:xfrm>
        </p:grpSpPr>
        <mc:AlternateContent xmlns:mc="http://schemas.openxmlformats.org/markup-compatibility/2006">
          <mc:Choice xmlns:p14="http://schemas.microsoft.com/office/powerpoint/2010/main" Requires="p14">
            <p:contentPart p14:bwMode="auto" r:id="rId287">
              <p14:nvContentPartPr>
                <p14:cNvPr id="165" name="Ink 164">
                  <a:extLst>
                    <a:ext uri="{FF2B5EF4-FFF2-40B4-BE49-F238E27FC236}">
                      <a16:creationId xmlns:a16="http://schemas.microsoft.com/office/drawing/2014/main" id="{BDCCB46F-8DAB-C35D-829A-450D24360568}"/>
                    </a:ext>
                  </a:extLst>
                </p14:cNvPr>
                <p14:cNvContentPartPr/>
                <p14:nvPr/>
              </p14:nvContentPartPr>
              <p14:xfrm>
                <a:off x="9849355" y="6481630"/>
                <a:ext cx="109080" cy="21240"/>
              </p14:xfrm>
            </p:contentPart>
          </mc:Choice>
          <mc:Fallback>
            <p:pic>
              <p:nvPicPr>
                <p:cNvPr id="165" name="Ink 164">
                  <a:extLst>
                    <a:ext uri="{FF2B5EF4-FFF2-40B4-BE49-F238E27FC236}">
                      <a16:creationId xmlns:a16="http://schemas.microsoft.com/office/drawing/2014/main" id="{BDCCB46F-8DAB-C35D-829A-450D24360568}"/>
                    </a:ext>
                  </a:extLst>
                </p:cNvPr>
                <p:cNvPicPr/>
                <p:nvPr/>
              </p:nvPicPr>
              <p:blipFill>
                <a:blip r:embed="rId288"/>
                <a:stretch>
                  <a:fillRect/>
                </a:stretch>
              </p:blipFill>
              <p:spPr>
                <a:xfrm>
                  <a:off x="9843235" y="6475510"/>
                  <a:ext cx="1213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66" name="Ink 165">
                  <a:extLst>
                    <a:ext uri="{FF2B5EF4-FFF2-40B4-BE49-F238E27FC236}">
                      <a16:creationId xmlns:a16="http://schemas.microsoft.com/office/drawing/2014/main" id="{C260CFF2-2D48-3C23-2582-FC04E0E0F873}"/>
                    </a:ext>
                  </a:extLst>
                </p14:cNvPr>
                <p14:cNvContentPartPr/>
                <p14:nvPr/>
              </p14:nvContentPartPr>
              <p14:xfrm>
                <a:off x="9847555" y="6536710"/>
                <a:ext cx="136080" cy="43920"/>
              </p14:xfrm>
            </p:contentPart>
          </mc:Choice>
          <mc:Fallback>
            <p:pic>
              <p:nvPicPr>
                <p:cNvPr id="166" name="Ink 165">
                  <a:extLst>
                    <a:ext uri="{FF2B5EF4-FFF2-40B4-BE49-F238E27FC236}">
                      <a16:creationId xmlns:a16="http://schemas.microsoft.com/office/drawing/2014/main" id="{C260CFF2-2D48-3C23-2582-FC04E0E0F873}"/>
                    </a:ext>
                  </a:extLst>
                </p:cNvPr>
                <p:cNvPicPr/>
                <p:nvPr/>
              </p:nvPicPr>
              <p:blipFill>
                <a:blip r:embed="rId290"/>
                <a:stretch>
                  <a:fillRect/>
                </a:stretch>
              </p:blipFill>
              <p:spPr>
                <a:xfrm>
                  <a:off x="9841435" y="6530590"/>
                  <a:ext cx="1483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67" name="Ink 166">
                  <a:extLst>
                    <a:ext uri="{FF2B5EF4-FFF2-40B4-BE49-F238E27FC236}">
                      <a16:creationId xmlns:a16="http://schemas.microsoft.com/office/drawing/2014/main" id="{7C8DCBEF-4A30-E615-311F-A1E3A8D6C4FF}"/>
                    </a:ext>
                  </a:extLst>
                </p14:cNvPr>
                <p14:cNvContentPartPr/>
                <p14:nvPr/>
              </p14:nvContentPartPr>
              <p14:xfrm>
                <a:off x="10175155" y="6452830"/>
                <a:ext cx="307080" cy="174240"/>
              </p14:xfrm>
            </p:contentPart>
          </mc:Choice>
          <mc:Fallback>
            <p:pic>
              <p:nvPicPr>
                <p:cNvPr id="167" name="Ink 166">
                  <a:extLst>
                    <a:ext uri="{FF2B5EF4-FFF2-40B4-BE49-F238E27FC236}">
                      <a16:creationId xmlns:a16="http://schemas.microsoft.com/office/drawing/2014/main" id="{7C8DCBEF-4A30-E615-311F-A1E3A8D6C4FF}"/>
                    </a:ext>
                  </a:extLst>
                </p:cNvPr>
                <p:cNvPicPr/>
                <p:nvPr/>
              </p:nvPicPr>
              <p:blipFill>
                <a:blip r:embed="rId292"/>
                <a:stretch>
                  <a:fillRect/>
                </a:stretch>
              </p:blipFill>
              <p:spPr>
                <a:xfrm>
                  <a:off x="10169035" y="6446710"/>
                  <a:ext cx="3193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68" name="Ink 167">
                  <a:extLst>
                    <a:ext uri="{FF2B5EF4-FFF2-40B4-BE49-F238E27FC236}">
                      <a16:creationId xmlns:a16="http://schemas.microsoft.com/office/drawing/2014/main" id="{E63D2773-0C05-9AC6-C2A1-ADA0CFDBC442}"/>
                    </a:ext>
                  </a:extLst>
                </p14:cNvPr>
                <p14:cNvContentPartPr/>
                <p14:nvPr/>
              </p14:nvContentPartPr>
              <p14:xfrm>
                <a:off x="10549195" y="6426550"/>
                <a:ext cx="292320" cy="181080"/>
              </p14:xfrm>
            </p:contentPart>
          </mc:Choice>
          <mc:Fallback>
            <p:pic>
              <p:nvPicPr>
                <p:cNvPr id="168" name="Ink 167">
                  <a:extLst>
                    <a:ext uri="{FF2B5EF4-FFF2-40B4-BE49-F238E27FC236}">
                      <a16:creationId xmlns:a16="http://schemas.microsoft.com/office/drawing/2014/main" id="{E63D2773-0C05-9AC6-C2A1-ADA0CFDBC442}"/>
                    </a:ext>
                  </a:extLst>
                </p:cNvPr>
                <p:cNvPicPr/>
                <p:nvPr/>
              </p:nvPicPr>
              <p:blipFill>
                <a:blip r:embed="rId294"/>
                <a:stretch>
                  <a:fillRect/>
                </a:stretch>
              </p:blipFill>
              <p:spPr>
                <a:xfrm>
                  <a:off x="10543075" y="6420430"/>
                  <a:ext cx="3045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69" name="Ink 168">
                  <a:extLst>
                    <a:ext uri="{FF2B5EF4-FFF2-40B4-BE49-F238E27FC236}">
                      <a16:creationId xmlns:a16="http://schemas.microsoft.com/office/drawing/2014/main" id="{BE21BEE6-5209-1C5E-A32B-16AFBFAF2283}"/>
                    </a:ext>
                  </a:extLst>
                </p14:cNvPr>
                <p14:cNvContentPartPr/>
                <p14:nvPr/>
              </p14:nvContentPartPr>
              <p14:xfrm>
                <a:off x="10979755" y="6524110"/>
                <a:ext cx="167040" cy="33480"/>
              </p14:xfrm>
            </p:contentPart>
          </mc:Choice>
          <mc:Fallback>
            <p:pic>
              <p:nvPicPr>
                <p:cNvPr id="169" name="Ink 168">
                  <a:extLst>
                    <a:ext uri="{FF2B5EF4-FFF2-40B4-BE49-F238E27FC236}">
                      <a16:creationId xmlns:a16="http://schemas.microsoft.com/office/drawing/2014/main" id="{BE21BEE6-5209-1C5E-A32B-16AFBFAF2283}"/>
                    </a:ext>
                  </a:extLst>
                </p:cNvPr>
                <p:cNvPicPr/>
                <p:nvPr/>
              </p:nvPicPr>
              <p:blipFill>
                <a:blip r:embed="rId296"/>
                <a:stretch>
                  <a:fillRect/>
                </a:stretch>
              </p:blipFill>
              <p:spPr>
                <a:xfrm>
                  <a:off x="10973635" y="6517990"/>
                  <a:ext cx="1792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70" name="Ink 169">
                  <a:extLst>
                    <a:ext uri="{FF2B5EF4-FFF2-40B4-BE49-F238E27FC236}">
                      <a16:creationId xmlns:a16="http://schemas.microsoft.com/office/drawing/2014/main" id="{DECB7E64-031B-1520-FD18-6DC1AD1A2A75}"/>
                    </a:ext>
                  </a:extLst>
                </p14:cNvPr>
                <p14:cNvContentPartPr/>
                <p14:nvPr/>
              </p14:nvContentPartPr>
              <p14:xfrm>
                <a:off x="11029795" y="6453910"/>
                <a:ext cx="61200" cy="221760"/>
              </p14:xfrm>
            </p:contentPart>
          </mc:Choice>
          <mc:Fallback>
            <p:pic>
              <p:nvPicPr>
                <p:cNvPr id="170" name="Ink 169">
                  <a:extLst>
                    <a:ext uri="{FF2B5EF4-FFF2-40B4-BE49-F238E27FC236}">
                      <a16:creationId xmlns:a16="http://schemas.microsoft.com/office/drawing/2014/main" id="{DECB7E64-031B-1520-FD18-6DC1AD1A2A75}"/>
                    </a:ext>
                  </a:extLst>
                </p:cNvPr>
                <p:cNvPicPr/>
                <p:nvPr/>
              </p:nvPicPr>
              <p:blipFill>
                <a:blip r:embed="rId298"/>
                <a:stretch>
                  <a:fillRect/>
                </a:stretch>
              </p:blipFill>
              <p:spPr>
                <a:xfrm>
                  <a:off x="11023675" y="6447790"/>
                  <a:ext cx="734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71" name="Ink 170">
                  <a:extLst>
                    <a:ext uri="{FF2B5EF4-FFF2-40B4-BE49-F238E27FC236}">
                      <a16:creationId xmlns:a16="http://schemas.microsoft.com/office/drawing/2014/main" id="{D35F7C8E-4C5E-4653-9B6F-4F80EEDDA875}"/>
                    </a:ext>
                  </a:extLst>
                </p14:cNvPr>
                <p14:cNvContentPartPr/>
                <p14:nvPr/>
              </p14:nvContentPartPr>
              <p14:xfrm>
                <a:off x="11324635" y="6289030"/>
                <a:ext cx="181800" cy="307440"/>
              </p14:xfrm>
            </p:contentPart>
          </mc:Choice>
          <mc:Fallback>
            <p:pic>
              <p:nvPicPr>
                <p:cNvPr id="171" name="Ink 170">
                  <a:extLst>
                    <a:ext uri="{FF2B5EF4-FFF2-40B4-BE49-F238E27FC236}">
                      <a16:creationId xmlns:a16="http://schemas.microsoft.com/office/drawing/2014/main" id="{D35F7C8E-4C5E-4653-9B6F-4F80EEDDA875}"/>
                    </a:ext>
                  </a:extLst>
                </p:cNvPr>
                <p:cNvPicPr/>
                <p:nvPr/>
              </p:nvPicPr>
              <p:blipFill>
                <a:blip r:embed="rId300"/>
                <a:stretch>
                  <a:fillRect/>
                </a:stretch>
              </p:blipFill>
              <p:spPr>
                <a:xfrm>
                  <a:off x="11318515" y="6282910"/>
                  <a:ext cx="19404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72" name="Ink 171">
                  <a:extLst>
                    <a:ext uri="{FF2B5EF4-FFF2-40B4-BE49-F238E27FC236}">
                      <a16:creationId xmlns:a16="http://schemas.microsoft.com/office/drawing/2014/main" id="{25D27997-D185-B48E-9687-D76EB08C3C31}"/>
                    </a:ext>
                  </a:extLst>
                </p14:cNvPr>
                <p14:cNvContentPartPr/>
                <p14:nvPr/>
              </p14:nvContentPartPr>
              <p14:xfrm>
                <a:off x="10343275" y="6632830"/>
                <a:ext cx="1579680" cy="116280"/>
              </p14:xfrm>
            </p:contentPart>
          </mc:Choice>
          <mc:Fallback>
            <p:pic>
              <p:nvPicPr>
                <p:cNvPr id="172" name="Ink 171">
                  <a:extLst>
                    <a:ext uri="{FF2B5EF4-FFF2-40B4-BE49-F238E27FC236}">
                      <a16:creationId xmlns:a16="http://schemas.microsoft.com/office/drawing/2014/main" id="{25D27997-D185-B48E-9687-D76EB08C3C31}"/>
                    </a:ext>
                  </a:extLst>
                </p:cNvPr>
                <p:cNvPicPr/>
                <p:nvPr/>
              </p:nvPicPr>
              <p:blipFill>
                <a:blip r:embed="rId302"/>
                <a:stretch>
                  <a:fillRect/>
                </a:stretch>
              </p:blipFill>
              <p:spPr>
                <a:xfrm>
                  <a:off x="10337155" y="6626710"/>
                  <a:ext cx="1591920" cy="12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3">
            <p14:nvContentPartPr>
              <p14:cNvPr id="174" name="Ink 173">
                <a:extLst>
                  <a:ext uri="{FF2B5EF4-FFF2-40B4-BE49-F238E27FC236}">
                    <a16:creationId xmlns:a16="http://schemas.microsoft.com/office/drawing/2014/main" id="{DBF61525-B3DA-DD59-318F-6C3ABF14600E}"/>
                  </a:ext>
                </a:extLst>
              </p14:cNvPr>
              <p14:cNvContentPartPr/>
              <p14:nvPr/>
            </p14:nvContentPartPr>
            <p14:xfrm>
              <a:off x="7443835" y="6310990"/>
              <a:ext cx="461520" cy="60480"/>
            </p14:xfrm>
          </p:contentPart>
        </mc:Choice>
        <mc:Fallback>
          <p:pic>
            <p:nvPicPr>
              <p:cNvPr id="174" name="Ink 173">
                <a:extLst>
                  <a:ext uri="{FF2B5EF4-FFF2-40B4-BE49-F238E27FC236}">
                    <a16:creationId xmlns:a16="http://schemas.microsoft.com/office/drawing/2014/main" id="{DBF61525-B3DA-DD59-318F-6C3ABF14600E}"/>
                  </a:ext>
                </a:extLst>
              </p:cNvPr>
              <p:cNvPicPr/>
              <p:nvPr/>
            </p:nvPicPr>
            <p:blipFill>
              <a:blip r:embed="rId304"/>
              <a:stretch>
                <a:fillRect/>
              </a:stretch>
            </p:blipFill>
            <p:spPr>
              <a:xfrm>
                <a:off x="7437715" y="6304870"/>
                <a:ext cx="473760" cy="72720"/>
              </a:xfrm>
              <a:prstGeom prst="rect">
                <a:avLst/>
              </a:prstGeom>
            </p:spPr>
          </p:pic>
        </mc:Fallback>
      </mc:AlternateContent>
    </p:spTree>
    <p:extLst>
      <p:ext uri="{BB962C8B-B14F-4D97-AF65-F5344CB8AC3E}">
        <p14:creationId xmlns:p14="http://schemas.microsoft.com/office/powerpoint/2010/main" val="13676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Standard Normal Distribution</a:t>
            </a:r>
            <a:endParaRPr lang="en-IN" dirty="0"/>
          </a:p>
        </p:txBody>
      </p:sp>
      <p:sp>
        <p:nvSpPr>
          <p:cNvPr id="5" name="Rectangle 3"/>
          <p:cNvSpPr txBox="1">
            <a:spLocks noChangeArrowheads="1"/>
          </p:cNvSpPr>
          <p:nvPr/>
        </p:nvSpPr>
        <p:spPr>
          <a:xfrm>
            <a:off x="838200" y="5050630"/>
            <a:ext cx="10363200" cy="1232833"/>
          </a:xfrm>
          <a:prstGeom prst="rect">
            <a:avLst/>
          </a:prstGeom>
        </p:spPr>
        <p:txBody>
          <a:bodyPr vert="horz" lIns="68580" tIns="34290" rIns="68580" bIns="3429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70000"/>
              </a:lnSpc>
              <a:spcBef>
                <a:spcPts val="0"/>
              </a:spcBef>
              <a:buFont typeface="Wingdings" charset="0"/>
              <a:buNone/>
            </a:pPr>
            <a:r>
              <a:rPr lang="en-US" sz="1800" dirty="0">
                <a:solidFill>
                  <a:prstClr val="black"/>
                </a:solidFill>
                <a:latin typeface="Times New Roman" charset="0"/>
                <a:cs typeface="Times New Roman" charset="0"/>
              </a:rPr>
              <a:t> 	</a:t>
            </a:r>
            <a:r>
              <a:rPr lang="en-US" sz="2000" dirty="0">
                <a:solidFill>
                  <a:prstClr val="black"/>
                </a:solidFill>
                <a:latin typeface="+mn-lt"/>
                <a:cs typeface="Times New Roman" charset="0"/>
              </a:rPr>
              <a:t>All normal distributions can be converted into the standard normal curve by subtracting the mean and dividing by the standard deviation.</a:t>
            </a:r>
            <a:endParaRPr lang="en-US" sz="2000" dirty="0">
              <a:solidFill>
                <a:prstClr val="black"/>
              </a:solidFill>
              <a:latin typeface="Times New Roman" charset="0"/>
            </a:endParaRPr>
          </a:p>
        </p:txBody>
      </p:sp>
      <p:grpSp>
        <p:nvGrpSpPr>
          <p:cNvPr id="6" name="Group 5"/>
          <p:cNvGrpSpPr>
            <a:grpSpLocks/>
          </p:cNvGrpSpPr>
          <p:nvPr/>
        </p:nvGrpSpPr>
        <p:grpSpPr bwMode="auto">
          <a:xfrm>
            <a:off x="4762626" y="4362450"/>
            <a:ext cx="1771650" cy="914400"/>
            <a:chOff x="2160" y="1776"/>
            <a:chExt cx="1488" cy="768"/>
          </a:xfrm>
          <a:noFill/>
        </p:grpSpPr>
        <p:sp>
          <p:nvSpPr>
            <p:cNvPr id="7" name="Rectangle 6"/>
            <p:cNvSpPr>
              <a:spLocks noChangeArrowheads="1"/>
            </p:cNvSpPr>
            <p:nvPr/>
          </p:nvSpPr>
          <p:spPr bwMode="auto">
            <a:xfrm>
              <a:off x="2160" y="1776"/>
              <a:ext cx="1488" cy="768"/>
            </a:xfrm>
            <a:prstGeom prst="rect">
              <a:avLst/>
            </a:prstGeom>
            <a:grpFill/>
            <a:ln w="9525">
              <a:no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bIns="0" anchor="ctr"/>
            <a:lstStyle/>
            <a:p>
              <a:endParaRPr lang="en-US" sz="1350">
                <a:solidFill>
                  <a:prstClr val="black"/>
                </a:solidFill>
              </a:endParaRPr>
            </a:p>
          </p:txBody>
        </p:sp>
        <p:graphicFrame>
          <p:nvGraphicFramePr>
            <p:cNvPr id="8" name="Object 7"/>
            <p:cNvGraphicFramePr>
              <a:graphicFrameLocks noChangeAspect="1"/>
            </p:cNvGraphicFramePr>
            <p:nvPr/>
          </p:nvGraphicFramePr>
          <p:xfrm>
            <a:off x="2352" y="1854"/>
            <a:ext cx="927" cy="537"/>
          </p:xfrm>
          <a:graphic>
            <a:graphicData uri="http://schemas.openxmlformats.org/presentationml/2006/ole">
              <mc:AlternateContent xmlns:mc="http://schemas.openxmlformats.org/markup-compatibility/2006">
                <mc:Choice xmlns:v="urn:schemas-microsoft-com:vml" Requires="v">
                  <p:oleObj r:id="rId2" imgW="647700" imgH="368300" progId="Equation.3">
                    <p:embed/>
                  </p:oleObj>
                </mc:Choice>
                <mc:Fallback>
                  <p:oleObj r:id="rId2" imgW="647700" imgH="368300" progId="Equation.3">
                    <p:embed/>
                    <p:pic>
                      <p:nvPicPr>
                        <p:cNvPr id="9"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 y="1854"/>
                          <a:ext cx="927" cy="5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sp>
        <p:nvSpPr>
          <p:cNvPr id="9" name="Text Box 22"/>
          <p:cNvSpPr txBox="1">
            <a:spLocks noChangeArrowheads="1"/>
          </p:cNvSpPr>
          <p:nvPr/>
        </p:nvSpPr>
        <p:spPr bwMode="auto">
          <a:xfrm>
            <a:off x="914400" y="990600"/>
            <a:ext cx="10058400"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solidFill>
                  <a:prstClr val="black"/>
                </a:solidFill>
                <a:latin typeface="+mn-lt"/>
              </a:rPr>
              <a:t>The </a:t>
            </a:r>
            <a:r>
              <a:rPr lang="en-US" sz="2000" b="1" dirty="0">
                <a:solidFill>
                  <a:srgbClr val="800080"/>
                </a:solidFill>
                <a:latin typeface="+mn-lt"/>
              </a:rPr>
              <a:t>standard normal distribution</a:t>
            </a:r>
            <a:r>
              <a:rPr lang="en-US" sz="2000" dirty="0">
                <a:solidFill>
                  <a:prstClr val="black"/>
                </a:solidFill>
                <a:latin typeface="+mn-lt"/>
              </a:rPr>
              <a:t> is a normal distribution with a mean of 0 and a standard deviation of 1.</a:t>
            </a:r>
          </a:p>
        </p:txBody>
      </p:sp>
      <p:sp>
        <p:nvSpPr>
          <p:cNvPr id="10" name="Freeform 2"/>
          <p:cNvSpPr>
            <a:spLocks/>
          </p:cNvSpPr>
          <p:nvPr/>
        </p:nvSpPr>
        <p:spPr bwMode="auto">
          <a:xfrm>
            <a:off x="2874295" y="2286001"/>
            <a:ext cx="5360194" cy="1856185"/>
          </a:xfrm>
          <a:custGeom>
            <a:avLst/>
            <a:gdLst>
              <a:gd name="T0" fmla="*/ 0 w 4502"/>
              <a:gd name="T1" fmla="*/ 1559 h 1559"/>
              <a:gd name="T2" fmla="*/ 93 w 4502"/>
              <a:gd name="T3" fmla="*/ 1548 h 1559"/>
              <a:gd name="T4" fmla="*/ 175 w 4502"/>
              <a:gd name="T5" fmla="*/ 1542 h 1559"/>
              <a:gd name="T6" fmla="*/ 536 w 4502"/>
              <a:gd name="T7" fmla="*/ 1508 h 1559"/>
              <a:gd name="T8" fmla="*/ 798 w 4502"/>
              <a:gd name="T9" fmla="*/ 1435 h 1559"/>
              <a:gd name="T10" fmla="*/ 1089 w 4502"/>
              <a:gd name="T11" fmla="*/ 1301 h 1559"/>
              <a:gd name="T12" fmla="*/ 1261 w 4502"/>
              <a:gd name="T13" fmla="*/ 1186 h 1559"/>
              <a:gd name="T14" fmla="*/ 1383 w 4502"/>
              <a:gd name="T15" fmla="*/ 1073 h 1559"/>
              <a:gd name="T16" fmla="*/ 1456 w 4502"/>
              <a:gd name="T17" fmla="*/ 986 h 1559"/>
              <a:gd name="T18" fmla="*/ 1575 w 4502"/>
              <a:gd name="T19" fmla="*/ 818 h 1559"/>
              <a:gd name="T20" fmla="*/ 1648 w 4502"/>
              <a:gd name="T21" fmla="*/ 694 h 1559"/>
              <a:gd name="T22" fmla="*/ 1718 w 4502"/>
              <a:gd name="T23" fmla="*/ 559 h 1559"/>
              <a:gd name="T24" fmla="*/ 1788 w 4502"/>
              <a:gd name="T25" fmla="*/ 425 h 1559"/>
              <a:gd name="T26" fmla="*/ 1875 w 4502"/>
              <a:gd name="T27" fmla="*/ 273 h 1559"/>
              <a:gd name="T28" fmla="*/ 1993 w 4502"/>
              <a:gd name="T29" fmla="*/ 117 h 1559"/>
              <a:gd name="T30" fmla="*/ 2125 w 4502"/>
              <a:gd name="T31" fmla="*/ 27 h 1559"/>
              <a:gd name="T32" fmla="*/ 2245 w 4502"/>
              <a:gd name="T33" fmla="*/ 3 h 1559"/>
              <a:gd name="T34" fmla="*/ 2371 w 4502"/>
              <a:gd name="T35" fmla="*/ 15 h 1559"/>
              <a:gd name="T36" fmla="*/ 2515 w 4502"/>
              <a:gd name="T37" fmla="*/ 93 h 1559"/>
              <a:gd name="T38" fmla="*/ 2644 w 4502"/>
              <a:gd name="T39" fmla="*/ 279 h 1559"/>
              <a:gd name="T40" fmla="*/ 2784 w 4502"/>
              <a:gd name="T41" fmla="*/ 543 h 1559"/>
              <a:gd name="T42" fmla="*/ 2854 w 4502"/>
              <a:gd name="T43" fmla="*/ 689 h 1559"/>
              <a:gd name="T44" fmla="*/ 2976 w 4502"/>
              <a:gd name="T45" fmla="*/ 896 h 1559"/>
              <a:gd name="T46" fmla="*/ 3081 w 4502"/>
              <a:gd name="T47" fmla="*/ 1037 h 1559"/>
              <a:gd name="T48" fmla="*/ 3157 w 4502"/>
              <a:gd name="T49" fmla="*/ 1118 h 1559"/>
              <a:gd name="T50" fmla="*/ 3244 w 4502"/>
              <a:gd name="T51" fmla="*/ 1194 h 1559"/>
              <a:gd name="T52" fmla="*/ 3398 w 4502"/>
              <a:gd name="T53" fmla="*/ 1301 h 1559"/>
              <a:gd name="T54" fmla="*/ 3535 w 4502"/>
              <a:gd name="T55" fmla="*/ 1368 h 1559"/>
              <a:gd name="T56" fmla="*/ 3675 w 4502"/>
              <a:gd name="T57" fmla="*/ 1424 h 1559"/>
              <a:gd name="T58" fmla="*/ 3815 w 4502"/>
              <a:gd name="T59" fmla="*/ 1464 h 1559"/>
              <a:gd name="T60" fmla="*/ 4051 w 4502"/>
              <a:gd name="T61" fmla="*/ 1521 h 1559"/>
              <a:gd name="T62" fmla="*/ 4304 w 4502"/>
              <a:gd name="T63" fmla="*/ 1542 h 1559"/>
              <a:gd name="T64" fmla="*/ 4502 w 4502"/>
              <a:gd name="T65" fmla="*/ 1553 h 1559"/>
              <a:gd name="T66" fmla="*/ 0 w 4502"/>
              <a:gd name="T67" fmla="*/ 1559 h 1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02" h="1559">
                <a:moveTo>
                  <a:pt x="0" y="1559"/>
                </a:moveTo>
                <a:lnTo>
                  <a:pt x="93" y="1548"/>
                </a:lnTo>
                <a:lnTo>
                  <a:pt x="175" y="1542"/>
                </a:lnTo>
                <a:cubicBezTo>
                  <a:pt x="249" y="1535"/>
                  <a:pt x="432" y="1526"/>
                  <a:pt x="536" y="1508"/>
                </a:cubicBezTo>
                <a:cubicBezTo>
                  <a:pt x="640" y="1490"/>
                  <a:pt x="706" y="1469"/>
                  <a:pt x="798" y="1435"/>
                </a:cubicBezTo>
                <a:cubicBezTo>
                  <a:pt x="890" y="1401"/>
                  <a:pt x="1012" y="1342"/>
                  <a:pt x="1089" y="1301"/>
                </a:cubicBezTo>
                <a:cubicBezTo>
                  <a:pt x="1166" y="1260"/>
                  <a:pt x="1212" y="1224"/>
                  <a:pt x="1261" y="1186"/>
                </a:cubicBezTo>
                <a:cubicBezTo>
                  <a:pt x="1310" y="1148"/>
                  <a:pt x="1351" y="1106"/>
                  <a:pt x="1383" y="1073"/>
                </a:cubicBezTo>
                <a:cubicBezTo>
                  <a:pt x="1415" y="1040"/>
                  <a:pt x="1424" y="1028"/>
                  <a:pt x="1456" y="986"/>
                </a:cubicBezTo>
                <a:lnTo>
                  <a:pt x="1575" y="818"/>
                </a:lnTo>
                <a:lnTo>
                  <a:pt x="1648" y="694"/>
                </a:lnTo>
                <a:lnTo>
                  <a:pt x="1718" y="559"/>
                </a:lnTo>
                <a:lnTo>
                  <a:pt x="1788" y="425"/>
                </a:lnTo>
                <a:lnTo>
                  <a:pt x="1875" y="273"/>
                </a:lnTo>
                <a:cubicBezTo>
                  <a:pt x="1909" y="222"/>
                  <a:pt x="1951" y="158"/>
                  <a:pt x="1993" y="117"/>
                </a:cubicBezTo>
                <a:cubicBezTo>
                  <a:pt x="2035" y="76"/>
                  <a:pt x="2083" y="46"/>
                  <a:pt x="2125" y="27"/>
                </a:cubicBezTo>
                <a:cubicBezTo>
                  <a:pt x="2167" y="8"/>
                  <a:pt x="2204" y="5"/>
                  <a:pt x="2245" y="3"/>
                </a:cubicBezTo>
                <a:cubicBezTo>
                  <a:pt x="2286" y="1"/>
                  <a:pt x="2326" y="0"/>
                  <a:pt x="2371" y="15"/>
                </a:cubicBezTo>
                <a:cubicBezTo>
                  <a:pt x="2416" y="30"/>
                  <a:pt x="2470" y="49"/>
                  <a:pt x="2515" y="93"/>
                </a:cubicBezTo>
                <a:cubicBezTo>
                  <a:pt x="2560" y="137"/>
                  <a:pt x="2599" y="204"/>
                  <a:pt x="2644" y="279"/>
                </a:cubicBezTo>
                <a:cubicBezTo>
                  <a:pt x="2689" y="354"/>
                  <a:pt x="2749" y="475"/>
                  <a:pt x="2784" y="543"/>
                </a:cubicBezTo>
                <a:cubicBezTo>
                  <a:pt x="2819" y="611"/>
                  <a:pt x="2822" y="630"/>
                  <a:pt x="2854" y="689"/>
                </a:cubicBezTo>
                <a:cubicBezTo>
                  <a:pt x="2886" y="748"/>
                  <a:pt x="2938" y="838"/>
                  <a:pt x="2976" y="896"/>
                </a:cubicBezTo>
                <a:lnTo>
                  <a:pt x="3081" y="1037"/>
                </a:lnTo>
                <a:cubicBezTo>
                  <a:pt x="3111" y="1074"/>
                  <a:pt x="3130" y="1092"/>
                  <a:pt x="3157" y="1118"/>
                </a:cubicBezTo>
                <a:cubicBezTo>
                  <a:pt x="3184" y="1144"/>
                  <a:pt x="3204" y="1164"/>
                  <a:pt x="3244" y="1194"/>
                </a:cubicBezTo>
                <a:cubicBezTo>
                  <a:pt x="3284" y="1224"/>
                  <a:pt x="3349" y="1272"/>
                  <a:pt x="3398" y="1301"/>
                </a:cubicBezTo>
                <a:lnTo>
                  <a:pt x="3535" y="1368"/>
                </a:lnTo>
                <a:lnTo>
                  <a:pt x="3675" y="1424"/>
                </a:lnTo>
                <a:lnTo>
                  <a:pt x="3815" y="1464"/>
                </a:lnTo>
                <a:cubicBezTo>
                  <a:pt x="3878" y="1480"/>
                  <a:pt x="3970" y="1508"/>
                  <a:pt x="4051" y="1521"/>
                </a:cubicBezTo>
                <a:cubicBezTo>
                  <a:pt x="4132" y="1534"/>
                  <a:pt x="4229" y="1537"/>
                  <a:pt x="4304" y="1542"/>
                </a:cubicBezTo>
                <a:lnTo>
                  <a:pt x="4502" y="1553"/>
                </a:lnTo>
                <a:lnTo>
                  <a:pt x="0" y="1559"/>
                </a:lnTo>
                <a:close/>
              </a:path>
            </a:pathLst>
          </a:custGeom>
          <a:solidFill>
            <a:schemeClr val="accent2">
              <a:alpha val="60001"/>
            </a:schemeClr>
          </a:solidFill>
          <a:ln w="222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sz="1350">
              <a:solidFill>
                <a:prstClr val="black"/>
              </a:solidFill>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489155982"/>
              </p:ext>
            </p:extLst>
          </p:nvPr>
        </p:nvGraphicFramePr>
        <p:xfrm>
          <a:off x="6324600" y="2286000"/>
          <a:ext cx="2836194" cy="695325"/>
        </p:xfrm>
        <a:graphic>
          <a:graphicData uri="http://schemas.openxmlformats.org/presentationml/2006/ole">
            <mc:AlternateContent xmlns:mc="http://schemas.openxmlformats.org/markup-compatibility/2006">
              <mc:Choice xmlns:v="urn:schemas-microsoft-com:vml" Requires="v">
                <p:oleObj name="Equation" r:id="rId4" imgW="1968500" imgH="482600" progId="Equation.3">
                  <p:embed/>
                </p:oleObj>
              </mc:Choice>
              <mc:Fallback>
                <p:oleObj name="Equation" r:id="rId4" imgW="1968500" imgH="482600" progId="Equation.3">
                  <p:embed/>
                  <p:pic>
                    <p:nvPicPr>
                      <p:cNvPr id="2" name="Object 1"/>
                      <p:cNvPicPr/>
                      <p:nvPr/>
                    </p:nvPicPr>
                    <p:blipFill>
                      <a:blip r:embed="rId5"/>
                      <a:stretch>
                        <a:fillRect/>
                      </a:stretch>
                    </p:blipFill>
                    <p:spPr>
                      <a:xfrm>
                        <a:off x="6324600" y="2286000"/>
                        <a:ext cx="2836194" cy="695325"/>
                      </a:xfrm>
                      <a:prstGeom prst="rect">
                        <a:avLst/>
                      </a:prstGeom>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100" name="Ink 99">
                <a:extLst>
                  <a:ext uri="{FF2B5EF4-FFF2-40B4-BE49-F238E27FC236}">
                    <a16:creationId xmlns:a16="http://schemas.microsoft.com/office/drawing/2014/main" id="{9AA72EF5-034C-BB81-0C31-D56D86459B95}"/>
                  </a:ext>
                </a:extLst>
              </p14:cNvPr>
              <p14:cNvContentPartPr/>
              <p14:nvPr/>
            </p14:nvContentPartPr>
            <p14:xfrm>
              <a:off x="2248315" y="4360510"/>
              <a:ext cx="65520" cy="18000"/>
            </p14:xfrm>
          </p:contentPart>
        </mc:Choice>
        <mc:Fallback>
          <p:pic>
            <p:nvPicPr>
              <p:cNvPr id="100" name="Ink 99">
                <a:extLst>
                  <a:ext uri="{FF2B5EF4-FFF2-40B4-BE49-F238E27FC236}">
                    <a16:creationId xmlns:a16="http://schemas.microsoft.com/office/drawing/2014/main" id="{9AA72EF5-034C-BB81-0C31-D56D86459B95}"/>
                  </a:ext>
                </a:extLst>
              </p:cNvPr>
              <p:cNvPicPr/>
              <p:nvPr/>
            </p:nvPicPr>
            <p:blipFill>
              <a:blip r:embed="rId7"/>
              <a:stretch>
                <a:fillRect/>
              </a:stretch>
            </p:blipFill>
            <p:spPr>
              <a:xfrm>
                <a:off x="2242195" y="4354390"/>
                <a:ext cx="777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1" name="Ink 100">
                <a:extLst>
                  <a:ext uri="{FF2B5EF4-FFF2-40B4-BE49-F238E27FC236}">
                    <a16:creationId xmlns:a16="http://schemas.microsoft.com/office/drawing/2014/main" id="{8476CED1-0D14-DF79-846C-9B8F4CFE060C}"/>
                  </a:ext>
                </a:extLst>
              </p14:cNvPr>
              <p14:cNvContentPartPr/>
              <p14:nvPr/>
            </p14:nvContentPartPr>
            <p14:xfrm>
              <a:off x="2619835" y="4217230"/>
              <a:ext cx="267120" cy="205200"/>
            </p14:xfrm>
          </p:contentPart>
        </mc:Choice>
        <mc:Fallback>
          <p:pic>
            <p:nvPicPr>
              <p:cNvPr id="101" name="Ink 100">
                <a:extLst>
                  <a:ext uri="{FF2B5EF4-FFF2-40B4-BE49-F238E27FC236}">
                    <a16:creationId xmlns:a16="http://schemas.microsoft.com/office/drawing/2014/main" id="{8476CED1-0D14-DF79-846C-9B8F4CFE060C}"/>
                  </a:ext>
                </a:extLst>
              </p:cNvPr>
              <p:cNvPicPr/>
              <p:nvPr/>
            </p:nvPicPr>
            <p:blipFill>
              <a:blip r:embed="rId9"/>
              <a:stretch>
                <a:fillRect/>
              </a:stretch>
            </p:blipFill>
            <p:spPr>
              <a:xfrm>
                <a:off x="2613715" y="4211110"/>
                <a:ext cx="279360" cy="217440"/>
              </a:xfrm>
              <a:prstGeom prst="rect">
                <a:avLst/>
              </a:prstGeom>
            </p:spPr>
          </p:pic>
        </mc:Fallback>
      </mc:AlternateContent>
      <p:grpSp>
        <p:nvGrpSpPr>
          <p:cNvPr id="109" name="Group 108">
            <a:extLst>
              <a:ext uri="{FF2B5EF4-FFF2-40B4-BE49-F238E27FC236}">
                <a16:creationId xmlns:a16="http://schemas.microsoft.com/office/drawing/2014/main" id="{96A1D322-2E3D-CABA-7317-F75BB0352E44}"/>
              </a:ext>
            </a:extLst>
          </p:cNvPr>
          <p:cNvGrpSpPr/>
          <p:nvPr/>
        </p:nvGrpSpPr>
        <p:grpSpPr>
          <a:xfrm>
            <a:off x="3698395" y="1057870"/>
            <a:ext cx="8032320" cy="4682880"/>
            <a:chOff x="3698395" y="1057870"/>
            <a:chExt cx="8032320" cy="4682880"/>
          </a:xfrm>
        </p:grpSpPr>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AC74D22F-E3CA-F4E6-0C90-563B37BADC4B}"/>
                    </a:ext>
                  </a:extLst>
                </p14:cNvPr>
                <p14:cNvContentPartPr/>
                <p14:nvPr/>
              </p14:nvContentPartPr>
              <p14:xfrm>
                <a:off x="8134315" y="3173950"/>
                <a:ext cx="96120" cy="405720"/>
              </p14:xfrm>
            </p:contentPart>
          </mc:Choice>
          <mc:Fallback>
            <p:pic>
              <p:nvPicPr>
                <p:cNvPr id="13" name="Ink 12">
                  <a:extLst>
                    <a:ext uri="{FF2B5EF4-FFF2-40B4-BE49-F238E27FC236}">
                      <a16:creationId xmlns:a16="http://schemas.microsoft.com/office/drawing/2014/main" id="{AC74D22F-E3CA-F4E6-0C90-563B37BADC4B}"/>
                    </a:ext>
                  </a:extLst>
                </p:cNvPr>
                <p:cNvPicPr/>
                <p:nvPr/>
              </p:nvPicPr>
              <p:blipFill>
                <a:blip r:embed="rId11"/>
                <a:stretch>
                  <a:fillRect/>
                </a:stretch>
              </p:blipFill>
              <p:spPr>
                <a:xfrm>
                  <a:off x="8128195" y="3167830"/>
                  <a:ext cx="10836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A62DB0DC-669C-26C4-AE07-2A1E1539BFD6}"/>
                    </a:ext>
                  </a:extLst>
                </p14:cNvPr>
                <p14:cNvContentPartPr/>
                <p14:nvPr/>
              </p14:nvContentPartPr>
              <p14:xfrm>
                <a:off x="8315395" y="2984590"/>
                <a:ext cx="378000" cy="737640"/>
              </p14:xfrm>
            </p:contentPart>
          </mc:Choice>
          <mc:Fallback>
            <p:pic>
              <p:nvPicPr>
                <p:cNvPr id="14" name="Ink 13">
                  <a:extLst>
                    <a:ext uri="{FF2B5EF4-FFF2-40B4-BE49-F238E27FC236}">
                      <a16:creationId xmlns:a16="http://schemas.microsoft.com/office/drawing/2014/main" id="{A62DB0DC-669C-26C4-AE07-2A1E1539BFD6}"/>
                    </a:ext>
                  </a:extLst>
                </p:cNvPr>
                <p:cNvPicPr/>
                <p:nvPr/>
              </p:nvPicPr>
              <p:blipFill>
                <a:blip r:embed="rId13"/>
                <a:stretch>
                  <a:fillRect/>
                </a:stretch>
              </p:blipFill>
              <p:spPr>
                <a:xfrm>
                  <a:off x="8309275" y="2978470"/>
                  <a:ext cx="390240" cy="749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E69E5CB3-9008-C557-563E-545C8FA58780}"/>
                    </a:ext>
                  </a:extLst>
                </p14:cNvPr>
                <p14:cNvContentPartPr/>
                <p14:nvPr/>
              </p14:nvContentPartPr>
              <p14:xfrm>
                <a:off x="8535715" y="3334870"/>
                <a:ext cx="14760" cy="14400"/>
              </p14:xfrm>
            </p:contentPart>
          </mc:Choice>
          <mc:Fallback>
            <p:pic>
              <p:nvPicPr>
                <p:cNvPr id="16" name="Ink 15">
                  <a:extLst>
                    <a:ext uri="{FF2B5EF4-FFF2-40B4-BE49-F238E27FC236}">
                      <a16:creationId xmlns:a16="http://schemas.microsoft.com/office/drawing/2014/main" id="{E69E5CB3-9008-C557-563E-545C8FA58780}"/>
                    </a:ext>
                  </a:extLst>
                </p:cNvPr>
                <p:cNvPicPr/>
                <p:nvPr/>
              </p:nvPicPr>
              <p:blipFill>
                <a:blip r:embed="rId15"/>
                <a:stretch>
                  <a:fillRect/>
                </a:stretch>
              </p:blipFill>
              <p:spPr>
                <a:xfrm>
                  <a:off x="8529595" y="3328750"/>
                  <a:ext cx="270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148B340C-5EEF-C69B-D686-0266D2A559FE}"/>
                    </a:ext>
                  </a:extLst>
                </p14:cNvPr>
                <p14:cNvContentPartPr/>
                <p14:nvPr/>
              </p14:nvContentPartPr>
              <p14:xfrm>
                <a:off x="8464075" y="3217870"/>
                <a:ext cx="362880" cy="402840"/>
              </p14:xfrm>
            </p:contentPart>
          </mc:Choice>
          <mc:Fallback>
            <p:pic>
              <p:nvPicPr>
                <p:cNvPr id="17" name="Ink 16">
                  <a:extLst>
                    <a:ext uri="{FF2B5EF4-FFF2-40B4-BE49-F238E27FC236}">
                      <a16:creationId xmlns:a16="http://schemas.microsoft.com/office/drawing/2014/main" id="{148B340C-5EEF-C69B-D686-0266D2A559FE}"/>
                    </a:ext>
                  </a:extLst>
                </p:cNvPr>
                <p:cNvPicPr/>
                <p:nvPr/>
              </p:nvPicPr>
              <p:blipFill>
                <a:blip r:embed="rId17"/>
                <a:stretch>
                  <a:fillRect/>
                </a:stretch>
              </p:blipFill>
              <p:spPr>
                <a:xfrm>
                  <a:off x="8457955" y="3211750"/>
                  <a:ext cx="37512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03DC58B0-2899-374D-6F0E-5DC7FB6792A0}"/>
                    </a:ext>
                  </a:extLst>
                </p14:cNvPr>
                <p14:cNvContentPartPr/>
                <p14:nvPr/>
              </p14:nvContentPartPr>
              <p14:xfrm>
                <a:off x="8517355" y="3400030"/>
                <a:ext cx="301320" cy="58320"/>
              </p14:xfrm>
            </p:contentPart>
          </mc:Choice>
          <mc:Fallback>
            <p:pic>
              <p:nvPicPr>
                <p:cNvPr id="18" name="Ink 17">
                  <a:extLst>
                    <a:ext uri="{FF2B5EF4-FFF2-40B4-BE49-F238E27FC236}">
                      <a16:creationId xmlns:a16="http://schemas.microsoft.com/office/drawing/2014/main" id="{03DC58B0-2899-374D-6F0E-5DC7FB6792A0}"/>
                    </a:ext>
                  </a:extLst>
                </p:cNvPr>
                <p:cNvPicPr/>
                <p:nvPr/>
              </p:nvPicPr>
              <p:blipFill>
                <a:blip r:embed="rId19"/>
                <a:stretch>
                  <a:fillRect/>
                </a:stretch>
              </p:blipFill>
              <p:spPr>
                <a:xfrm>
                  <a:off x="8511235" y="3393910"/>
                  <a:ext cx="3135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378C1F1C-8549-F40B-782B-32901B2BC407}"/>
                    </a:ext>
                  </a:extLst>
                </p14:cNvPr>
                <p14:cNvContentPartPr/>
                <p14:nvPr/>
              </p14:nvContentPartPr>
              <p14:xfrm>
                <a:off x="9039715" y="3318310"/>
                <a:ext cx="212760" cy="135000"/>
              </p14:xfrm>
            </p:contentPart>
          </mc:Choice>
          <mc:Fallback>
            <p:pic>
              <p:nvPicPr>
                <p:cNvPr id="19" name="Ink 18">
                  <a:extLst>
                    <a:ext uri="{FF2B5EF4-FFF2-40B4-BE49-F238E27FC236}">
                      <a16:creationId xmlns:a16="http://schemas.microsoft.com/office/drawing/2014/main" id="{378C1F1C-8549-F40B-782B-32901B2BC407}"/>
                    </a:ext>
                  </a:extLst>
                </p:cNvPr>
                <p:cNvPicPr/>
                <p:nvPr/>
              </p:nvPicPr>
              <p:blipFill>
                <a:blip r:embed="rId21"/>
                <a:stretch>
                  <a:fillRect/>
                </a:stretch>
              </p:blipFill>
              <p:spPr>
                <a:xfrm>
                  <a:off x="9033595" y="3312190"/>
                  <a:ext cx="2250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7E1C8270-264D-771A-E861-47541BDB68F7}"/>
                    </a:ext>
                  </a:extLst>
                </p14:cNvPr>
                <p14:cNvContentPartPr/>
                <p14:nvPr/>
              </p14:nvContentPartPr>
              <p14:xfrm>
                <a:off x="9001555" y="3461590"/>
                <a:ext cx="244800" cy="42120"/>
              </p14:xfrm>
            </p:contentPart>
          </mc:Choice>
          <mc:Fallback>
            <p:pic>
              <p:nvPicPr>
                <p:cNvPr id="20" name="Ink 19">
                  <a:extLst>
                    <a:ext uri="{FF2B5EF4-FFF2-40B4-BE49-F238E27FC236}">
                      <a16:creationId xmlns:a16="http://schemas.microsoft.com/office/drawing/2014/main" id="{7E1C8270-264D-771A-E861-47541BDB68F7}"/>
                    </a:ext>
                  </a:extLst>
                </p:cNvPr>
                <p:cNvPicPr/>
                <p:nvPr/>
              </p:nvPicPr>
              <p:blipFill>
                <a:blip r:embed="rId23"/>
                <a:stretch>
                  <a:fillRect/>
                </a:stretch>
              </p:blipFill>
              <p:spPr>
                <a:xfrm>
                  <a:off x="8995435" y="3455470"/>
                  <a:ext cx="25704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2" name="Ink 21">
                  <a:extLst>
                    <a:ext uri="{FF2B5EF4-FFF2-40B4-BE49-F238E27FC236}">
                      <a16:creationId xmlns:a16="http://schemas.microsoft.com/office/drawing/2014/main" id="{1B3C397E-D53C-E304-BC09-C8D12985C378}"/>
                    </a:ext>
                  </a:extLst>
                </p14:cNvPr>
                <p14:cNvContentPartPr/>
                <p14:nvPr/>
              </p14:nvContentPartPr>
              <p14:xfrm>
                <a:off x="9081475" y="3502630"/>
                <a:ext cx="207360" cy="27360"/>
              </p14:xfrm>
            </p:contentPart>
          </mc:Choice>
          <mc:Fallback>
            <p:pic>
              <p:nvPicPr>
                <p:cNvPr id="22" name="Ink 21">
                  <a:extLst>
                    <a:ext uri="{FF2B5EF4-FFF2-40B4-BE49-F238E27FC236}">
                      <a16:creationId xmlns:a16="http://schemas.microsoft.com/office/drawing/2014/main" id="{1B3C397E-D53C-E304-BC09-C8D12985C378}"/>
                    </a:ext>
                  </a:extLst>
                </p:cNvPr>
                <p:cNvPicPr/>
                <p:nvPr/>
              </p:nvPicPr>
              <p:blipFill>
                <a:blip r:embed="rId25"/>
                <a:stretch>
                  <a:fillRect/>
                </a:stretch>
              </p:blipFill>
              <p:spPr>
                <a:xfrm>
                  <a:off x="9075355" y="3496510"/>
                  <a:ext cx="2196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B9ED949E-9764-232D-40CB-5A061ACC21E1}"/>
                    </a:ext>
                  </a:extLst>
                </p14:cNvPr>
                <p14:cNvContentPartPr/>
                <p14:nvPr/>
              </p14:nvContentPartPr>
              <p14:xfrm>
                <a:off x="9482155" y="3328390"/>
                <a:ext cx="271440" cy="390960"/>
              </p14:xfrm>
            </p:contentPart>
          </mc:Choice>
          <mc:Fallback>
            <p:pic>
              <p:nvPicPr>
                <p:cNvPr id="23" name="Ink 22">
                  <a:extLst>
                    <a:ext uri="{FF2B5EF4-FFF2-40B4-BE49-F238E27FC236}">
                      <a16:creationId xmlns:a16="http://schemas.microsoft.com/office/drawing/2014/main" id="{B9ED949E-9764-232D-40CB-5A061ACC21E1}"/>
                    </a:ext>
                  </a:extLst>
                </p:cNvPr>
                <p:cNvPicPr/>
                <p:nvPr/>
              </p:nvPicPr>
              <p:blipFill>
                <a:blip r:embed="rId27"/>
                <a:stretch>
                  <a:fillRect/>
                </a:stretch>
              </p:blipFill>
              <p:spPr>
                <a:xfrm>
                  <a:off x="9476035" y="3322270"/>
                  <a:ext cx="28368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4" name="Ink 23">
                  <a:extLst>
                    <a:ext uri="{FF2B5EF4-FFF2-40B4-BE49-F238E27FC236}">
                      <a16:creationId xmlns:a16="http://schemas.microsoft.com/office/drawing/2014/main" id="{13E3726E-97C0-52AA-89F4-CC77E4EC2A33}"/>
                    </a:ext>
                  </a:extLst>
                </p14:cNvPr>
                <p14:cNvContentPartPr/>
                <p14:nvPr/>
              </p14:nvContentPartPr>
              <p14:xfrm>
                <a:off x="9643435" y="3128950"/>
                <a:ext cx="200160" cy="736200"/>
              </p14:xfrm>
            </p:contentPart>
          </mc:Choice>
          <mc:Fallback>
            <p:pic>
              <p:nvPicPr>
                <p:cNvPr id="24" name="Ink 23">
                  <a:extLst>
                    <a:ext uri="{FF2B5EF4-FFF2-40B4-BE49-F238E27FC236}">
                      <a16:creationId xmlns:a16="http://schemas.microsoft.com/office/drawing/2014/main" id="{13E3726E-97C0-52AA-89F4-CC77E4EC2A33}"/>
                    </a:ext>
                  </a:extLst>
                </p:cNvPr>
                <p:cNvPicPr/>
                <p:nvPr/>
              </p:nvPicPr>
              <p:blipFill>
                <a:blip r:embed="rId29"/>
                <a:stretch>
                  <a:fillRect/>
                </a:stretch>
              </p:blipFill>
              <p:spPr>
                <a:xfrm>
                  <a:off x="9637315" y="3122830"/>
                  <a:ext cx="212400" cy="748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8" name="Ink 27">
                  <a:extLst>
                    <a:ext uri="{FF2B5EF4-FFF2-40B4-BE49-F238E27FC236}">
                      <a16:creationId xmlns:a16="http://schemas.microsoft.com/office/drawing/2014/main" id="{538284F8-CA14-C923-2E3A-A521AE7A7B52}"/>
                    </a:ext>
                  </a:extLst>
                </p14:cNvPr>
                <p14:cNvContentPartPr/>
                <p14:nvPr/>
              </p14:nvContentPartPr>
              <p14:xfrm>
                <a:off x="8919835" y="4545910"/>
                <a:ext cx="46800" cy="151560"/>
              </p14:xfrm>
            </p:contentPart>
          </mc:Choice>
          <mc:Fallback>
            <p:pic>
              <p:nvPicPr>
                <p:cNvPr id="28" name="Ink 27">
                  <a:extLst>
                    <a:ext uri="{FF2B5EF4-FFF2-40B4-BE49-F238E27FC236}">
                      <a16:creationId xmlns:a16="http://schemas.microsoft.com/office/drawing/2014/main" id="{538284F8-CA14-C923-2E3A-A521AE7A7B52}"/>
                    </a:ext>
                  </a:extLst>
                </p:cNvPr>
                <p:cNvPicPr/>
                <p:nvPr/>
              </p:nvPicPr>
              <p:blipFill>
                <a:blip r:embed="rId31"/>
                <a:stretch>
                  <a:fillRect/>
                </a:stretch>
              </p:blipFill>
              <p:spPr>
                <a:xfrm>
                  <a:off x="8913715" y="4539790"/>
                  <a:ext cx="590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BED0DB25-C118-5064-D5BB-76328051492A}"/>
                    </a:ext>
                  </a:extLst>
                </p14:cNvPr>
                <p14:cNvContentPartPr/>
                <p14:nvPr/>
              </p14:nvContentPartPr>
              <p14:xfrm>
                <a:off x="8272555" y="4841110"/>
                <a:ext cx="119520" cy="20880"/>
              </p14:xfrm>
            </p:contentPart>
          </mc:Choice>
          <mc:Fallback>
            <p:pic>
              <p:nvPicPr>
                <p:cNvPr id="26" name="Ink 25">
                  <a:extLst>
                    <a:ext uri="{FF2B5EF4-FFF2-40B4-BE49-F238E27FC236}">
                      <a16:creationId xmlns:a16="http://schemas.microsoft.com/office/drawing/2014/main" id="{BED0DB25-C118-5064-D5BB-76328051492A}"/>
                    </a:ext>
                  </a:extLst>
                </p:cNvPr>
                <p:cNvPicPr/>
                <p:nvPr/>
              </p:nvPicPr>
              <p:blipFill>
                <a:blip r:embed="rId33"/>
                <a:stretch>
                  <a:fillRect/>
                </a:stretch>
              </p:blipFill>
              <p:spPr>
                <a:xfrm>
                  <a:off x="8266435" y="4834990"/>
                  <a:ext cx="1317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Ink 26">
                  <a:extLst>
                    <a:ext uri="{FF2B5EF4-FFF2-40B4-BE49-F238E27FC236}">
                      <a16:creationId xmlns:a16="http://schemas.microsoft.com/office/drawing/2014/main" id="{E648547C-E053-E82C-4E87-55340D3BA2ED}"/>
                    </a:ext>
                  </a:extLst>
                </p14:cNvPr>
                <p14:cNvContentPartPr/>
                <p14:nvPr/>
              </p14:nvContentPartPr>
              <p14:xfrm>
                <a:off x="8338075" y="4897990"/>
                <a:ext cx="109080" cy="43920"/>
              </p14:xfrm>
            </p:contentPart>
          </mc:Choice>
          <mc:Fallback>
            <p:pic>
              <p:nvPicPr>
                <p:cNvPr id="27" name="Ink 26">
                  <a:extLst>
                    <a:ext uri="{FF2B5EF4-FFF2-40B4-BE49-F238E27FC236}">
                      <a16:creationId xmlns:a16="http://schemas.microsoft.com/office/drawing/2014/main" id="{E648547C-E053-E82C-4E87-55340D3BA2ED}"/>
                    </a:ext>
                  </a:extLst>
                </p:cNvPr>
                <p:cNvPicPr/>
                <p:nvPr/>
              </p:nvPicPr>
              <p:blipFill>
                <a:blip r:embed="rId35"/>
                <a:stretch>
                  <a:fillRect/>
                </a:stretch>
              </p:blipFill>
              <p:spPr>
                <a:xfrm>
                  <a:off x="8331955" y="4891870"/>
                  <a:ext cx="1213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9" name="Ink 28">
                  <a:extLst>
                    <a:ext uri="{FF2B5EF4-FFF2-40B4-BE49-F238E27FC236}">
                      <a16:creationId xmlns:a16="http://schemas.microsoft.com/office/drawing/2014/main" id="{2130914D-8646-9181-9453-280F41EB3417}"/>
                    </a:ext>
                  </a:extLst>
                </p14:cNvPr>
                <p14:cNvContentPartPr/>
                <p14:nvPr/>
              </p14:nvContentPartPr>
              <p14:xfrm>
                <a:off x="8572075" y="4860550"/>
                <a:ext cx="879480" cy="27360"/>
              </p14:xfrm>
            </p:contentPart>
          </mc:Choice>
          <mc:Fallback>
            <p:pic>
              <p:nvPicPr>
                <p:cNvPr id="29" name="Ink 28">
                  <a:extLst>
                    <a:ext uri="{FF2B5EF4-FFF2-40B4-BE49-F238E27FC236}">
                      <a16:creationId xmlns:a16="http://schemas.microsoft.com/office/drawing/2014/main" id="{2130914D-8646-9181-9453-280F41EB3417}"/>
                    </a:ext>
                  </a:extLst>
                </p:cNvPr>
                <p:cNvPicPr/>
                <p:nvPr/>
              </p:nvPicPr>
              <p:blipFill>
                <a:blip r:embed="rId37"/>
                <a:stretch>
                  <a:fillRect/>
                </a:stretch>
              </p:blipFill>
              <p:spPr>
                <a:xfrm>
                  <a:off x="8565955" y="4854430"/>
                  <a:ext cx="8917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0" name="Ink 29">
                  <a:extLst>
                    <a:ext uri="{FF2B5EF4-FFF2-40B4-BE49-F238E27FC236}">
                      <a16:creationId xmlns:a16="http://schemas.microsoft.com/office/drawing/2014/main" id="{7EADC891-41C3-7763-165B-7428D8139C79}"/>
                    </a:ext>
                  </a:extLst>
                </p14:cNvPr>
                <p14:cNvContentPartPr/>
                <p14:nvPr/>
              </p14:nvContentPartPr>
              <p14:xfrm>
                <a:off x="8630035" y="4916710"/>
                <a:ext cx="727920" cy="507600"/>
              </p14:xfrm>
            </p:contentPart>
          </mc:Choice>
          <mc:Fallback>
            <p:pic>
              <p:nvPicPr>
                <p:cNvPr id="30" name="Ink 29">
                  <a:extLst>
                    <a:ext uri="{FF2B5EF4-FFF2-40B4-BE49-F238E27FC236}">
                      <a16:creationId xmlns:a16="http://schemas.microsoft.com/office/drawing/2014/main" id="{7EADC891-41C3-7763-165B-7428D8139C79}"/>
                    </a:ext>
                  </a:extLst>
                </p:cNvPr>
                <p:cNvPicPr/>
                <p:nvPr/>
              </p:nvPicPr>
              <p:blipFill>
                <a:blip r:embed="rId39"/>
                <a:stretch>
                  <a:fillRect/>
                </a:stretch>
              </p:blipFill>
              <p:spPr>
                <a:xfrm>
                  <a:off x="8623915" y="4910590"/>
                  <a:ext cx="740160" cy="519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Ink 30">
                  <a:extLst>
                    <a:ext uri="{FF2B5EF4-FFF2-40B4-BE49-F238E27FC236}">
                      <a16:creationId xmlns:a16="http://schemas.microsoft.com/office/drawing/2014/main" id="{28BA3A2E-5097-6CC1-CD0D-3C790F71F845}"/>
                    </a:ext>
                  </a:extLst>
                </p14:cNvPr>
                <p14:cNvContentPartPr/>
                <p14:nvPr/>
              </p14:nvContentPartPr>
              <p14:xfrm>
                <a:off x="8967355" y="5149270"/>
                <a:ext cx="177120" cy="182880"/>
              </p14:xfrm>
            </p:contentPart>
          </mc:Choice>
          <mc:Fallback>
            <p:pic>
              <p:nvPicPr>
                <p:cNvPr id="31" name="Ink 30">
                  <a:extLst>
                    <a:ext uri="{FF2B5EF4-FFF2-40B4-BE49-F238E27FC236}">
                      <a16:creationId xmlns:a16="http://schemas.microsoft.com/office/drawing/2014/main" id="{28BA3A2E-5097-6CC1-CD0D-3C790F71F845}"/>
                    </a:ext>
                  </a:extLst>
                </p:cNvPr>
                <p:cNvPicPr/>
                <p:nvPr/>
              </p:nvPicPr>
              <p:blipFill>
                <a:blip r:embed="rId41"/>
                <a:stretch>
                  <a:fillRect/>
                </a:stretch>
              </p:blipFill>
              <p:spPr>
                <a:xfrm>
                  <a:off x="8961235" y="5143150"/>
                  <a:ext cx="1893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2" name="Ink 31">
                  <a:extLst>
                    <a:ext uri="{FF2B5EF4-FFF2-40B4-BE49-F238E27FC236}">
                      <a16:creationId xmlns:a16="http://schemas.microsoft.com/office/drawing/2014/main" id="{0BD02F18-DFF3-98BB-FF1B-F0F1E53166C3}"/>
                    </a:ext>
                  </a:extLst>
                </p14:cNvPr>
                <p14:cNvContentPartPr/>
                <p14:nvPr/>
              </p14:nvContentPartPr>
              <p14:xfrm>
                <a:off x="9273715" y="5140990"/>
                <a:ext cx="15840" cy="104760"/>
              </p14:xfrm>
            </p:contentPart>
          </mc:Choice>
          <mc:Fallback>
            <p:pic>
              <p:nvPicPr>
                <p:cNvPr id="32" name="Ink 31">
                  <a:extLst>
                    <a:ext uri="{FF2B5EF4-FFF2-40B4-BE49-F238E27FC236}">
                      <a16:creationId xmlns:a16="http://schemas.microsoft.com/office/drawing/2014/main" id="{0BD02F18-DFF3-98BB-FF1B-F0F1E53166C3}"/>
                    </a:ext>
                  </a:extLst>
                </p:cNvPr>
                <p:cNvPicPr/>
                <p:nvPr/>
              </p:nvPicPr>
              <p:blipFill>
                <a:blip r:embed="rId43"/>
                <a:stretch>
                  <a:fillRect/>
                </a:stretch>
              </p:blipFill>
              <p:spPr>
                <a:xfrm>
                  <a:off x="9267595" y="5134870"/>
                  <a:ext cx="2808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 name="Ink 32">
                  <a:extLst>
                    <a:ext uri="{FF2B5EF4-FFF2-40B4-BE49-F238E27FC236}">
                      <a16:creationId xmlns:a16="http://schemas.microsoft.com/office/drawing/2014/main" id="{E8C0755E-39CC-F42C-949C-6ABADB4B5A73}"/>
                    </a:ext>
                  </a:extLst>
                </p14:cNvPr>
                <p14:cNvContentPartPr/>
                <p14:nvPr/>
              </p14:nvContentPartPr>
              <p14:xfrm>
                <a:off x="9356875" y="5109670"/>
                <a:ext cx="37800" cy="141480"/>
              </p14:xfrm>
            </p:contentPart>
          </mc:Choice>
          <mc:Fallback>
            <p:pic>
              <p:nvPicPr>
                <p:cNvPr id="33" name="Ink 32">
                  <a:extLst>
                    <a:ext uri="{FF2B5EF4-FFF2-40B4-BE49-F238E27FC236}">
                      <a16:creationId xmlns:a16="http://schemas.microsoft.com/office/drawing/2014/main" id="{E8C0755E-39CC-F42C-949C-6ABADB4B5A73}"/>
                    </a:ext>
                  </a:extLst>
                </p:cNvPr>
                <p:cNvPicPr/>
                <p:nvPr/>
              </p:nvPicPr>
              <p:blipFill>
                <a:blip r:embed="rId45"/>
                <a:stretch>
                  <a:fillRect/>
                </a:stretch>
              </p:blipFill>
              <p:spPr>
                <a:xfrm>
                  <a:off x="9350755" y="5103550"/>
                  <a:ext cx="5004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4" name="Ink 33">
                  <a:extLst>
                    <a:ext uri="{FF2B5EF4-FFF2-40B4-BE49-F238E27FC236}">
                      <a16:creationId xmlns:a16="http://schemas.microsoft.com/office/drawing/2014/main" id="{F72F80F5-D4BA-2D3F-CC7D-F7FD57735F77}"/>
                    </a:ext>
                  </a:extLst>
                </p14:cNvPr>
                <p14:cNvContentPartPr/>
                <p14:nvPr/>
              </p14:nvContentPartPr>
              <p14:xfrm>
                <a:off x="9128995" y="5069710"/>
                <a:ext cx="432360" cy="79200"/>
              </p14:xfrm>
            </p:contentPart>
          </mc:Choice>
          <mc:Fallback>
            <p:pic>
              <p:nvPicPr>
                <p:cNvPr id="34" name="Ink 33">
                  <a:extLst>
                    <a:ext uri="{FF2B5EF4-FFF2-40B4-BE49-F238E27FC236}">
                      <a16:creationId xmlns:a16="http://schemas.microsoft.com/office/drawing/2014/main" id="{F72F80F5-D4BA-2D3F-CC7D-F7FD57735F77}"/>
                    </a:ext>
                  </a:extLst>
                </p:cNvPr>
                <p:cNvPicPr/>
                <p:nvPr/>
              </p:nvPicPr>
              <p:blipFill>
                <a:blip r:embed="rId47"/>
                <a:stretch>
                  <a:fillRect/>
                </a:stretch>
              </p:blipFill>
              <p:spPr>
                <a:xfrm>
                  <a:off x="9122875" y="5063590"/>
                  <a:ext cx="4446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Ink 34">
                  <a:extLst>
                    <a:ext uri="{FF2B5EF4-FFF2-40B4-BE49-F238E27FC236}">
                      <a16:creationId xmlns:a16="http://schemas.microsoft.com/office/drawing/2014/main" id="{C6A8EFE8-9C17-2E58-193D-7EDED11400E4}"/>
                    </a:ext>
                  </a:extLst>
                </p14:cNvPr>
                <p14:cNvContentPartPr/>
                <p14:nvPr/>
              </p14:nvContentPartPr>
              <p14:xfrm>
                <a:off x="9185875" y="4935070"/>
                <a:ext cx="345240" cy="73800"/>
              </p14:xfrm>
            </p:contentPart>
          </mc:Choice>
          <mc:Fallback>
            <p:pic>
              <p:nvPicPr>
                <p:cNvPr id="35" name="Ink 34">
                  <a:extLst>
                    <a:ext uri="{FF2B5EF4-FFF2-40B4-BE49-F238E27FC236}">
                      <a16:creationId xmlns:a16="http://schemas.microsoft.com/office/drawing/2014/main" id="{C6A8EFE8-9C17-2E58-193D-7EDED11400E4}"/>
                    </a:ext>
                  </a:extLst>
                </p:cNvPr>
                <p:cNvPicPr/>
                <p:nvPr/>
              </p:nvPicPr>
              <p:blipFill>
                <a:blip r:embed="rId49"/>
                <a:stretch>
                  <a:fillRect/>
                </a:stretch>
              </p:blipFill>
              <p:spPr>
                <a:xfrm>
                  <a:off x="9179755" y="4928950"/>
                  <a:ext cx="35748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7" name="Ink 36">
                  <a:extLst>
                    <a:ext uri="{FF2B5EF4-FFF2-40B4-BE49-F238E27FC236}">
                      <a16:creationId xmlns:a16="http://schemas.microsoft.com/office/drawing/2014/main" id="{5CD4BA4F-9ED8-2EBE-5E7F-4D7817CDD736}"/>
                    </a:ext>
                  </a:extLst>
                </p14:cNvPr>
                <p14:cNvContentPartPr/>
                <p14:nvPr/>
              </p14:nvContentPartPr>
              <p14:xfrm>
                <a:off x="9738835" y="4206070"/>
                <a:ext cx="269280" cy="1053000"/>
              </p14:xfrm>
            </p:contentPart>
          </mc:Choice>
          <mc:Fallback>
            <p:pic>
              <p:nvPicPr>
                <p:cNvPr id="37" name="Ink 36">
                  <a:extLst>
                    <a:ext uri="{FF2B5EF4-FFF2-40B4-BE49-F238E27FC236}">
                      <a16:creationId xmlns:a16="http://schemas.microsoft.com/office/drawing/2014/main" id="{5CD4BA4F-9ED8-2EBE-5E7F-4D7817CDD736}"/>
                    </a:ext>
                  </a:extLst>
                </p:cNvPr>
                <p:cNvPicPr/>
                <p:nvPr/>
              </p:nvPicPr>
              <p:blipFill>
                <a:blip r:embed="rId51"/>
                <a:stretch>
                  <a:fillRect/>
                </a:stretch>
              </p:blipFill>
              <p:spPr>
                <a:xfrm>
                  <a:off x="9732715" y="4199950"/>
                  <a:ext cx="281520" cy="1065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8" name="Ink 37">
                  <a:extLst>
                    <a:ext uri="{FF2B5EF4-FFF2-40B4-BE49-F238E27FC236}">
                      <a16:creationId xmlns:a16="http://schemas.microsoft.com/office/drawing/2014/main" id="{C6F6ECE4-710C-7141-0D53-CF56D603F101}"/>
                    </a:ext>
                  </a:extLst>
                </p14:cNvPr>
                <p14:cNvContentPartPr/>
                <p14:nvPr/>
              </p14:nvContentPartPr>
              <p14:xfrm>
                <a:off x="9632995" y="5689630"/>
                <a:ext cx="163800" cy="51120"/>
              </p14:xfrm>
            </p:contentPart>
          </mc:Choice>
          <mc:Fallback>
            <p:pic>
              <p:nvPicPr>
                <p:cNvPr id="38" name="Ink 37">
                  <a:extLst>
                    <a:ext uri="{FF2B5EF4-FFF2-40B4-BE49-F238E27FC236}">
                      <a16:creationId xmlns:a16="http://schemas.microsoft.com/office/drawing/2014/main" id="{C6F6ECE4-710C-7141-0D53-CF56D603F101}"/>
                    </a:ext>
                  </a:extLst>
                </p:cNvPr>
                <p:cNvPicPr/>
                <p:nvPr/>
              </p:nvPicPr>
              <p:blipFill>
                <a:blip r:embed="rId53"/>
                <a:stretch>
                  <a:fillRect/>
                </a:stretch>
              </p:blipFill>
              <p:spPr>
                <a:xfrm>
                  <a:off x="9626875" y="5683510"/>
                  <a:ext cx="1760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9" name="Ink 38">
                  <a:extLst>
                    <a:ext uri="{FF2B5EF4-FFF2-40B4-BE49-F238E27FC236}">
                      <a16:creationId xmlns:a16="http://schemas.microsoft.com/office/drawing/2014/main" id="{8B0A59C0-9BCB-F50A-4E08-FA50587BF18B}"/>
                    </a:ext>
                  </a:extLst>
                </p14:cNvPr>
                <p14:cNvContentPartPr/>
                <p14:nvPr/>
              </p14:nvContentPartPr>
              <p14:xfrm>
                <a:off x="10007395" y="5495230"/>
                <a:ext cx="367560" cy="169560"/>
              </p14:xfrm>
            </p:contentPart>
          </mc:Choice>
          <mc:Fallback>
            <p:pic>
              <p:nvPicPr>
                <p:cNvPr id="39" name="Ink 38">
                  <a:extLst>
                    <a:ext uri="{FF2B5EF4-FFF2-40B4-BE49-F238E27FC236}">
                      <a16:creationId xmlns:a16="http://schemas.microsoft.com/office/drawing/2014/main" id="{8B0A59C0-9BCB-F50A-4E08-FA50587BF18B}"/>
                    </a:ext>
                  </a:extLst>
                </p:cNvPr>
                <p:cNvPicPr/>
                <p:nvPr/>
              </p:nvPicPr>
              <p:blipFill>
                <a:blip r:embed="rId55"/>
                <a:stretch>
                  <a:fillRect/>
                </a:stretch>
              </p:blipFill>
              <p:spPr>
                <a:xfrm>
                  <a:off x="10001275" y="5489110"/>
                  <a:ext cx="3798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2" name="Ink 41">
                  <a:extLst>
                    <a:ext uri="{FF2B5EF4-FFF2-40B4-BE49-F238E27FC236}">
                      <a16:creationId xmlns:a16="http://schemas.microsoft.com/office/drawing/2014/main" id="{20D26E86-A69B-0F68-91B9-9F3B64F81374}"/>
                    </a:ext>
                  </a:extLst>
                </p14:cNvPr>
                <p14:cNvContentPartPr/>
                <p14:nvPr/>
              </p14:nvContentPartPr>
              <p14:xfrm>
                <a:off x="9838555" y="3897910"/>
                <a:ext cx="219240" cy="344520"/>
              </p14:xfrm>
            </p:contentPart>
          </mc:Choice>
          <mc:Fallback>
            <p:pic>
              <p:nvPicPr>
                <p:cNvPr id="42" name="Ink 41">
                  <a:extLst>
                    <a:ext uri="{FF2B5EF4-FFF2-40B4-BE49-F238E27FC236}">
                      <a16:creationId xmlns:a16="http://schemas.microsoft.com/office/drawing/2014/main" id="{20D26E86-A69B-0F68-91B9-9F3B64F81374}"/>
                    </a:ext>
                  </a:extLst>
                </p:cNvPr>
                <p:cNvPicPr/>
                <p:nvPr/>
              </p:nvPicPr>
              <p:blipFill>
                <a:blip r:embed="rId57"/>
                <a:stretch>
                  <a:fillRect/>
                </a:stretch>
              </p:blipFill>
              <p:spPr>
                <a:xfrm>
                  <a:off x="9832435" y="3891790"/>
                  <a:ext cx="231480" cy="356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3" name="Ink 42">
                  <a:extLst>
                    <a:ext uri="{FF2B5EF4-FFF2-40B4-BE49-F238E27FC236}">
                      <a16:creationId xmlns:a16="http://schemas.microsoft.com/office/drawing/2014/main" id="{694661C9-24C9-771E-E0F9-6917B30CC993}"/>
                    </a:ext>
                  </a:extLst>
                </p14:cNvPr>
                <p14:cNvContentPartPr/>
                <p14:nvPr/>
              </p14:nvContentPartPr>
              <p14:xfrm>
                <a:off x="10157875" y="4687750"/>
                <a:ext cx="7560" cy="7560"/>
              </p14:xfrm>
            </p:contentPart>
          </mc:Choice>
          <mc:Fallback>
            <p:pic>
              <p:nvPicPr>
                <p:cNvPr id="43" name="Ink 42">
                  <a:extLst>
                    <a:ext uri="{FF2B5EF4-FFF2-40B4-BE49-F238E27FC236}">
                      <a16:creationId xmlns:a16="http://schemas.microsoft.com/office/drawing/2014/main" id="{694661C9-24C9-771E-E0F9-6917B30CC993}"/>
                    </a:ext>
                  </a:extLst>
                </p:cNvPr>
                <p:cNvPicPr/>
                <p:nvPr/>
              </p:nvPicPr>
              <p:blipFill>
                <a:blip r:embed="rId59"/>
                <a:stretch>
                  <a:fillRect/>
                </a:stretch>
              </p:blipFill>
              <p:spPr>
                <a:xfrm>
                  <a:off x="10151755" y="4681630"/>
                  <a:ext cx="198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4" name="Ink 43">
                  <a:extLst>
                    <a:ext uri="{FF2B5EF4-FFF2-40B4-BE49-F238E27FC236}">
                      <a16:creationId xmlns:a16="http://schemas.microsoft.com/office/drawing/2014/main" id="{13147CAF-3C5D-7351-2CA2-800CD1C02AB6}"/>
                    </a:ext>
                  </a:extLst>
                </p14:cNvPr>
                <p14:cNvContentPartPr/>
                <p14:nvPr/>
              </p14:nvContentPartPr>
              <p14:xfrm>
                <a:off x="10053475" y="4612510"/>
                <a:ext cx="238680" cy="146520"/>
              </p14:xfrm>
            </p:contentPart>
          </mc:Choice>
          <mc:Fallback>
            <p:pic>
              <p:nvPicPr>
                <p:cNvPr id="44" name="Ink 43">
                  <a:extLst>
                    <a:ext uri="{FF2B5EF4-FFF2-40B4-BE49-F238E27FC236}">
                      <a16:creationId xmlns:a16="http://schemas.microsoft.com/office/drawing/2014/main" id="{13147CAF-3C5D-7351-2CA2-800CD1C02AB6}"/>
                    </a:ext>
                  </a:extLst>
                </p:cNvPr>
                <p:cNvPicPr/>
                <p:nvPr/>
              </p:nvPicPr>
              <p:blipFill>
                <a:blip r:embed="rId61"/>
                <a:stretch>
                  <a:fillRect/>
                </a:stretch>
              </p:blipFill>
              <p:spPr>
                <a:xfrm>
                  <a:off x="10047355" y="4606390"/>
                  <a:ext cx="2509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6" name="Ink 45">
                  <a:extLst>
                    <a:ext uri="{FF2B5EF4-FFF2-40B4-BE49-F238E27FC236}">
                      <a16:creationId xmlns:a16="http://schemas.microsoft.com/office/drawing/2014/main" id="{61C1D00C-901E-4098-783A-668F3E4CC740}"/>
                    </a:ext>
                  </a:extLst>
                </p14:cNvPr>
                <p14:cNvContentPartPr/>
                <p14:nvPr/>
              </p14:nvContentPartPr>
              <p14:xfrm>
                <a:off x="10341835" y="4291390"/>
                <a:ext cx="122040" cy="27000"/>
              </p14:xfrm>
            </p:contentPart>
          </mc:Choice>
          <mc:Fallback>
            <p:pic>
              <p:nvPicPr>
                <p:cNvPr id="46" name="Ink 45">
                  <a:extLst>
                    <a:ext uri="{FF2B5EF4-FFF2-40B4-BE49-F238E27FC236}">
                      <a16:creationId xmlns:a16="http://schemas.microsoft.com/office/drawing/2014/main" id="{61C1D00C-901E-4098-783A-668F3E4CC740}"/>
                    </a:ext>
                  </a:extLst>
                </p:cNvPr>
                <p:cNvPicPr/>
                <p:nvPr/>
              </p:nvPicPr>
              <p:blipFill>
                <a:blip r:embed="rId63"/>
                <a:stretch>
                  <a:fillRect/>
                </a:stretch>
              </p:blipFill>
              <p:spPr>
                <a:xfrm>
                  <a:off x="10335715" y="4285270"/>
                  <a:ext cx="1342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7" name="Ink 46">
                  <a:extLst>
                    <a:ext uri="{FF2B5EF4-FFF2-40B4-BE49-F238E27FC236}">
                      <a16:creationId xmlns:a16="http://schemas.microsoft.com/office/drawing/2014/main" id="{66395F27-14B7-CD81-51B8-E73E14A0646B}"/>
                    </a:ext>
                  </a:extLst>
                </p14:cNvPr>
                <p14:cNvContentPartPr/>
                <p14:nvPr/>
              </p14:nvContentPartPr>
              <p14:xfrm>
                <a:off x="10693915" y="4044790"/>
                <a:ext cx="164520" cy="212400"/>
              </p14:xfrm>
            </p:contentPart>
          </mc:Choice>
          <mc:Fallback>
            <p:pic>
              <p:nvPicPr>
                <p:cNvPr id="47" name="Ink 46">
                  <a:extLst>
                    <a:ext uri="{FF2B5EF4-FFF2-40B4-BE49-F238E27FC236}">
                      <a16:creationId xmlns:a16="http://schemas.microsoft.com/office/drawing/2014/main" id="{66395F27-14B7-CD81-51B8-E73E14A0646B}"/>
                    </a:ext>
                  </a:extLst>
                </p:cNvPr>
                <p:cNvPicPr/>
                <p:nvPr/>
              </p:nvPicPr>
              <p:blipFill>
                <a:blip r:embed="rId65"/>
                <a:stretch>
                  <a:fillRect/>
                </a:stretch>
              </p:blipFill>
              <p:spPr>
                <a:xfrm>
                  <a:off x="10687795" y="4038670"/>
                  <a:ext cx="1767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8" name="Ink 47">
                  <a:extLst>
                    <a:ext uri="{FF2B5EF4-FFF2-40B4-BE49-F238E27FC236}">
                      <a16:creationId xmlns:a16="http://schemas.microsoft.com/office/drawing/2014/main" id="{3E982947-971C-4E12-538F-F748BD7BDF40}"/>
                    </a:ext>
                  </a:extLst>
                </p14:cNvPr>
                <p14:cNvContentPartPr/>
                <p14:nvPr/>
              </p14:nvContentPartPr>
              <p14:xfrm>
                <a:off x="10752235" y="4108150"/>
                <a:ext cx="360" cy="13680"/>
              </p14:xfrm>
            </p:contentPart>
          </mc:Choice>
          <mc:Fallback>
            <p:pic>
              <p:nvPicPr>
                <p:cNvPr id="48" name="Ink 47">
                  <a:extLst>
                    <a:ext uri="{FF2B5EF4-FFF2-40B4-BE49-F238E27FC236}">
                      <a16:creationId xmlns:a16="http://schemas.microsoft.com/office/drawing/2014/main" id="{3E982947-971C-4E12-538F-F748BD7BDF40}"/>
                    </a:ext>
                  </a:extLst>
                </p:cNvPr>
                <p:cNvPicPr/>
                <p:nvPr/>
              </p:nvPicPr>
              <p:blipFill>
                <a:blip r:embed="rId67"/>
                <a:stretch>
                  <a:fillRect/>
                </a:stretch>
              </p:blipFill>
              <p:spPr>
                <a:xfrm>
                  <a:off x="10746115" y="4102030"/>
                  <a:ext cx="1260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9" name="Ink 48">
                  <a:extLst>
                    <a:ext uri="{FF2B5EF4-FFF2-40B4-BE49-F238E27FC236}">
                      <a16:creationId xmlns:a16="http://schemas.microsoft.com/office/drawing/2014/main" id="{C6C9675F-83BE-7D95-2106-E2DE4F5EBBFF}"/>
                    </a:ext>
                  </a:extLst>
                </p14:cNvPr>
                <p14:cNvContentPartPr/>
                <p14:nvPr/>
              </p14:nvContentPartPr>
              <p14:xfrm>
                <a:off x="10817395" y="4135150"/>
                <a:ext cx="21960" cy="30240"/>
              </p14:xfrm>
            </p:contentPart>
          </mc:Choice>
          <mc:Fallback>
            <p:pic>
              <p:nvPicPr>
                <p:cNvPr id="49" name="Ink 48">
                  <a:extLst>
                    <a:ext uri="{FF2B5EF4-FFF2-40B4-BE49-F238E27FC236}">
                      <a16:creationId xmlns:a16="http://schemas.microsoft.com/office/drawing/2014/main" id="{C6C9675F-83BE-7D95-2106-E2DE4F5EBBFF}"/>
                    </a:ext>
                  </a:extLst>
                </p:cNvPr>
                <p:cNvPicPr/>
                <p:nvPr/>
              </p:nvPicPr>
              <p:blipFill>
                <a:blip r:embed="rId69"/>
                <a:stretch>
                  <a:fillRect/>
                </a:stretch>
              </p:blipFill>
              <p:spPr>
                <a:xfrm>
                  <a:off x="10811275" y="4129030"/>
                  <a:ext cx="342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0" name="Ink 49">
                  <a:extLst>
                    <a:ext uri="{FF2B5EF4-FFF2-40B4-BE49-F238E27FC236}">
                      <a16:creationId xmlns:a16="http://schemas.microsoft.com/office/drawing/2014/main" id="{14153F23-A561-911F-E99A-8D509C4A13BD}"/>
                    </a:ext>
                  </a:extLst>
                </p14:cNvPr>
                <p14:cNvContentPartPr/>
                <p14:nvPr/>
              </p14:nvContentPartPr>
              <p14:xfrm>
                <a:off x="10638115" y="4132990"/>
                <a:ext cx="149040" cy="32400"/>
              </p14:xfrm>
            </p:contentPart>
          </mc:Choice>
          <mc:Fallback>
            <p:pic>
              <p:nvPicPr>
                <p:cNvPr id="50" name="Ink 49">
                  <a:extLst>
                    <a:ext uri="{FF2B5EF4-FFF2-40B4-BE49-F238E27FC236}">
                      <a16:creationId xmlns:a16="http://schemas.microsoft.com/office/drawing/2014/main" id="{14153F23-A561-911F-E99A-8D509C4A13BD}"/>
                    </a:ext>
                  </a:extLst>
                </p:cNvPr>
                <p:cNvPicPr/>
                <p:nvPr/>
              </p:nvPicPr>
              <p:blipFill>
                <a:blip r:embed="rId71"/>
                <a:stretch>
                  <a:fillRect/>
                </a:stretch>
              </p:blipFill>
              <p:spPr>
                <a:xfrm>
                  <a:off x="10631995" y="4126870"/>
                  <a:ext cx="1612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1" name="Ink 50">
                  <a:extLst>
                    <a:ext uri="{FF2B5EF4-FFF2-40B4-BE49-F238E27FC236}">
                      <a16:creationId xmlns:a16="http://schemas.microsoft.com/office/drawing/2014/main" id="{E8231040-412D-7CAB-F501-1F8B03422691}"/>
                    </a:ext>
                  </a:extLst>
                </p14:cNvPr>
                <p14:cNvContentPartPr/>
                <p14:nvPr/>
              </p14:nvContentPartPr>
              <p14:xfrm>
                <a:off x="10832515" y="3918790"/>
                <a:ext cx="229680" cy="95760"/>
              </p14:xfrm>
            </p:contentPart>
          </mc:Choice>
          <mc:Fallback>
            <p:pic>
              <p:nvPicPr>
                <p:cNvPr id="51" name="Ink 50">
                  <a:extLst>
                    <a:ext uri="{FF2B5EF4-FFF2-40B4-BE49-F238E27FC236}">
                      <a16:creationId xmlns:a16="http://schemas.microsoft.com/office/drawing/2014/main" id="{E8231040-412D-7CAB-F501-1F8B03422691}"/>
                    </a:ext>
                  </a:extLst>
                </p:cNvPr>
                <p:cNvPicPr/>
                <p:nvPr/>
              </p:nvPicPr>
              <p:blipFill>
                <a:blip r:embed="rId73"/>
                <a:stretch>
                  <a:fillRect/>
                </a:stretch>
              </p:blipFill>
              <p:spPr>
                <a:xfrm>
                  <a:off x="10826395" y="3912670"/>
                  <a:ext cx="2419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39EDFAEC-2D8D-56CC-7A2C-33196492B346}"/>
                    </a:ext>
                  </a:extLst>
                </p14:cNvPr>
                <p14:cNvContentPartPr/>
                <p14:nvPr/>
              </p14:nvContentPartPr>
              <p14:xfrm>
                <a:off x="10576195" y="4287070"/>
                <a:ext cx="546840" cy="54360"/>
              </p14:xfrm>
            </p:contentPart>
          </mc:Choice>
          <mc:Fallback>
            <p:pic>
              <p:nvPicPr>
                <p:cNvPr id="52" name="Ink 51">
                  <a:extLst>
                    <a:ext uri="{FF2B5EF4-FFF2-40B4-BE49-F238E27FC236}">
                      <a16:creationId xmlns:a16="http://schemas.microsoft.com/office/drawing/2014/main" id="{39EDFAEC-2D8D-56CC-7A2C-33196492B346}"/>
                    </a:ext>
                  </a:extLst>
                </p:cNvPr>
                <p:cNvPicPr/>
                <p:nvPr/>
              </p:nvPicPr>
              <p:blipFill>
                <a:blip r:embed="rId75"/>
                <a:stretch>
                  <a:fillRect/>
                </a:stretch>
              </p:blipFill>
              <p:spPr>
                <a:xfrm>
                  <a:off x="10570075" y="4280950"/>
                  <a:ext cx="55908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D869D12B-3C96-B94E-3539-8C3274E0323E}"/>
                    </a:ext>
                  </a:extLst>
                </p14:cNvPr>
                <p14:cNvContentPartPr/>
                <p14:nvPr/>
              </p14:nvContentPartPr>
              <p14:xfrm>
                <a:off x="10796515" y="4410550"/>
                <a:ext cx="266400" cy="90360"/>
              </p14:xfrm>
            </p:contentPart>
          </mc:Choice>
          <mc:Fallback>
            <p:pic>
              <p:nvPicPr>
                <p:cNvPr id="53" name="Ink 52">
                  <a:extLst>
                    <a:ext uri="{FF2B5EF4-FFF2-40B4-BE49-F238E27FC236}">
                      <a16:creationId xmlns:a16="http://schemas.microsoft.com/office/drawing/2014/main" id="{D869D12B-3C96-B94E-3539-8C3274E0323E}"/>
                    </a:ext>
                  </a:extLst>
                </p:cNvPr>
                <p:cNvPicPr/>
                <p:nvPr/>
              </p:nvPicPr>
              <p:blipFill>
                <a:blip r:embed="rId77"/>
                <a:stretch>
                  <a:fillRect/>
                </a:stretch>
              </p:blipFill>
              <p:spPr>
                <a:xfrm>
                  <a:off x="10790395" y="4404430"/>
                  <a:ext cx="27864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A4B2EFB3-858F-DBF2-1406-0737DD4BB248}"/>
                    </a:ext>
                  </a:extLst>
                </p14:cNvPr>
                <p14:cNvContentPartPr/>
                <p14:nvPr/>
              </p14:nvContentPartPr>
              <p14:xfrm>
                <a:off x="11072995" y="4557430"/>
                <a:ext cx="153720" cy="274320"/>
              </p14:xfrm>
            </p:contentPart>
          </mc:Choice>
          <mc:Fallback>
            <p:pic>
              <p:nvPicPr>
                <p:cNvPr id="54" name="Ink 53">
                  <a:extLst>
                    <a:ext uri="{FF2B5EF4-FFF2-40B4-BE49-F238E27FC236}">
                      <a16:creationId xmlns:a16="http://schemas.microsoft.com/office/drawing/2014/main" id="{A4B2EFB3-858F-DBF2-1406-0737DD4BB248}"/>
                    </a:ext>
                  </a:extLst>
                </p:cNvPr>
                <p:cNvPicPr/>
                <p:nvPr/>
              </p:nvPicPr>
              <p:blipFill>
                <a:blip r:embed="rId79"/>
                <a:stretch>
                  <a:fillRect/>
                </a:stretch>
              </p:blipFill>
              <p:spPr>
                <a:xfrm>
                  <a:off x="11066875" y="4551310"/>
                  <a:ext cx="16596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354CB07D-BD87-D578-304F-4C094BF8AB61}"/>
                    </a:ext>
                  </a:extLst>
                </p14:cNvPr>
                <p14:cNvContentPartPr/>
                <p14:nvPr/>
              </p14:nvContentPartPr>
              <p14:xfrm>
                <a:off x="11331475" y="4516030"/>
                <a:ext cx="132120" cy="307080"/>
              </p14:xfrm>
            </p:contentPart>
          </mc:Choice>
          <mc:Fallback>
            <p:pic>
              <p:nvPicPr>
                <p:cNvPr id="55" name="Ink 54">
                  <a:extLst>
                    <a:ext uri="{FF2B5EF4-FFF2-40B4-BE49-F238E27FC236}">
                      <a16:creationId xmlns:a16="http://schemas.microsoft.com/office/drawing/2014/main" id="{354CB07D-BD87-D578-304F-4C094BF8AB61}"/>
                    </a:ext>
                  </a:extLst>
                </p:cNvPr>
                <p:cNvPicPr/>
                <p:nvPr/>
              </p:nvPicPr>
              <p:blipFill>
                <a:blip r:embed="rId81"/>
                <a:stretch>
                  <a:fillRect/>
                </a:stretch>
              </p:blipFill>
              <p:spPr>
                <a:xfrm>
                  <a:off x="11325355" y="4509910"/>
                  <a:ext cx="14436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01C8B350-D241-ED38-07CF-2BCA2C48219B}"/>
                    </a:ext>
                  </a:extLst>
                </p14:cNvPr>
                <p14:cNvContentPartPr/>
                <p14:nvPr/>
              </p14:nvContentPartPr>
              <p14:xfrm>
                <a:off x="11359915" y="4594510"/>
                <a:ext cx="137880" cy="46800"/>
              </p14:xfrm>
            </p:contentPart>
          </mc:Choice>
          <mc:Fallback>
            <p:pic>
              <p:nvPicPr>
                <p:cNvPr id="56" name="Ink 55">
                  <a:extLst>
                    <a:ext uri="{FF2B5EF4-FFF2-40B4-BE49-F238E27FC236}">
                      <a16:creationId xmlns:a16="http://schemas.microsoft.com/office/drawing/2014/main" id="{01C8B350-D241-ED38-07CF-2BCA2C48219B}"/>
                    </a:ext>
                  </a:extLst>
                </p:cNvPr>
                <p:cNvPicPr/>
                <p:nvPr/>
              </p:nvPicPr>
              <p:blipFill>
                <a:blip r:embed="rId83"/>
                <a:stretch>
                  <a:fillRect/>
                </a:stretch>
              </p:blipFill>
              <p:spPr>
                <a:xfrm>
                  <a:off x="11353795" y="4588390"/>
                  <a:ext cx="15012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8" name="Ink 57">
                  <a:extLst>
                    <a:ext uri="{FF2B5EF4-FFF2-40B4-BE49-F238E27FC236}">
                      <a16:creationId xmlns:a16="http://schemas.microsoft.com/office/drawing/2014/main" id="{F042BA8F-A20F-FB00-3E27-A6E06D076870}"/>
                    </a:ext>
                  </a:extLst>
                </p14:cNvPr>
                <p14:cNvContentPartPr/>
                <p14:nvPr/>
              </p14:nvContentPartPr>
              <p14:xfrm>
                <a:off x="9612115" y="1970830"/>
                <a:ext cx="225000" cy="213120"/>
              </p14:xfrm>
            </p:contentPart>
          </mc:Choice>
          <mc:Fallback>
            <p:pic>
              <p:nvPicPr>
                <p:cNvPr id="58" name="Ink 57">
                  <a:extLst>
                    <a:ext uri="{FF2B5EF4-FFF2-40B4-BE49-F238E27FC236}">
                      <a16:creationId xmlns:a16="http://schemas.microsoft.com/office/drawing/2014/main" id="{F042BA8F-A20F-FB00-3E27-A6E06D076870}"/>
                    </a:ext>
                  </a:extLst>
                </p:cNvPr>
                <p:cNvPicPr/>
                <p:nvPr/>
              </p:nvPicPr>
              <p:blipFill>
                <a:blip r:embed="rId85"/>
                <a:stretch>
                  <a:fillRect/>
                </a:stretch>
              </p:blipFill>
              <p:spPr>
                <a:xfrm>
                  <a:off x="9605995" y="1964710"/>
                  <a:ext cx="2372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EAB11F8E-85FB-5868-416F-0F1239BABFE6}"/>
                    </a:ext>
                  </a:extLst>
                </p14:cNvPr>
                <p14:cNvContentPartPr/>
                <p14:nvPr/>
              </p14:nvContentPartPr>
              <p14:xfrm>
                <a:off x="9756475" y="1573390"/>
                <a:ext cx="110160" cy="18720"/>
              </p14:xfrm>
            </p:contentPart>
          </mc:Choice>
          <mc:Fallback>
            <p:pic>
              <p:nvPicPr>
                <p:cNvPr id="59" name="Ink 58">
                  <a:extLst>
                    <a:ext uri="{FF2B5EF4-FFF2-40B4-BE49-F238E27FC236}">
                      <a16:creationId xmlns:a16="http://schemas.microsoft.com/office/drawing/2014/main" id="{EAB11F8E-85FB-5868-416F-0F1239BABFE6}"/>
                    </a:ext>
                  </a:extLst>
                </p:cNvPr>
                <p:cNvPicPr/>
                <p:nvPr/>
              </p:nvPicPr>
              <p:blipFill>
                <a:blip r:embed="rId87"/>
                <a:stretch>
                  <a:fillRect/>
                </a:stretch>
              </p:blipFill>
              <p:spPr>
                <a:xfrm>
                  <a:off x="9750355" y="1567270"/>
                  <a:ext cx="1224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93FECB1A-49D0-A34B-45C9-3D4B339AD1C0}"/>
                    </a:ext>
                  </a:extLst>
                </p14:cNvPr>
                <p14:cNvContentPartPr/>
                <p14:nvPr/>
              </p14:nvContentPartPr>
              <p14:xfrm>
                <a:off x="10110355" y="1285030"/>
                <a:ext cx="19080" cy="114120"/>
              </p14:xfrm>
            </p:contentPart>
          </mc:Choice>
          <mc:Fallback>
            <p:pic>
              <p:nvPicPr>
                <p:cNvPr id="60" name="Ink 59">
                  <a:extLst>
                    <a:ext uri="{FF2B5EF4-FFF2-40B4-BE49-F238E27FC236}">
                      <a16:creationId xmlns:a16="http://schemas.microsoft.com/office/drawing/2014/main" id="{93FECB1A-49D0-A34B-45C9-3D4B339AD1C0}"/>
                    </a:ext>
                  </a:extLst>
                </p:cNvPr>
                <p:cNvPicPr/>
                <p:nvPr/>
              </p:nvPicPr>
              <p:blipFill>
                <a:blip r:embed="rId89"/>
                <a:stretch>
                  <a:fillRect/>
                </a:stretch>
              </p:blipFill>
              <p:spPr>
                <a:xfrm>
                  <a:off x="10104235" y="1278910"/>
                  <a:ext cx="313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C3012E6E-40B8-9775-E4B2-4BBD5A120E24}"/>
                    </a:ext>
                  </a:extLst>
                </p14:cNvPr>
                <p14:cNvContentPartPr/>
                <p14:nvPr/>
              </p14:nvContentPartPr>
              <p14:xfrm>
                <a:off x="9994435" y="1465750"/>
                <a:ext cx="287280" cy="44640"/>
              </p14:xfrm>
            </p:contentPart>
          </mc:Choice>
          <mc:Fallback>
            <p:pic>
              <p:nvPicPr>
                <p:cNvPr id="61" name="Ink 60">
                  <a:extLst>
                    <a:ext uri="{FF2B5EF4-FFF2-40B4-BE49-F238E27FC236}">
                      <a16:creationId xmlns:a16="http://schemas.microsoft.com/office/drawing/2014/main" id="{C3012E6E-40B8-9775-E4B2-4BBD5A120E24}"/>
                    </a:ext>
                  </a:extLst>
                </p:cNvPr>
                <p:cNvPicPr/>
                <p:nvPr/>
              </p:nvPicPr>
              <p:blipFill>
                <a:blip r:embed="rId91"/>
                <a:stretch>
                  <a:fillRect/>
                </a:stretch>
              </p:blipFill>
              <p:spPr>
                <a:xfrm>
                  <a:off x="9988315" y="1459630"/>
                  <a:ext cx="2995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D13C6C87-B9C5-BBBC-BBE3-B0DE18320D07}"/>
                    </a:ext>
                  </a:extLst>
                </p14:cNvPr>
                <p14:cNvContentPartPr/>
                <p14:nvPr/>
              </p14:nvContentPartPr>
              <p14:xfrm>
                <a:off x="10082995" y="1598230"/>
                <a:ext cx="230040" cy="140040"/>
              </p14:xfrm>
            </p:contentPart>
          </mc:Choice>
          <mc:Fallback>
            <p:pic>
              <p:nvPicPr>
                <p:cNvPr id="62" name="Ink 61">
                  <a:extLst>
                    <a:ext uri="{FF2B5EF4-FFF2-40B4-BE49-F238E27FC236}">
                      <a16:creationId xmlns:a16="http://schemas.microsoft.com/office/drawing/2014/main" id="{D13C6C87-B9C5-BBBC-BBE3-B0DE18320D07}"/>
                    </a:ext>
                  </a:extLst>
                </p:cNvPr>
                <p:cNvPicPr/>
                <p:nvPr/>
              </p:nvPicPr>
              <p:blipFill>
                <a:blip r:embed="rId93"/>
                <a:stretch>
                  <a:fillRect/>
                </a:stretch>
              </p:blipFill>
              <p:spPr>
                <a:xfrm>
                  <a:off x="10076875" y="1592110"/>
                  <a:ext cx="2422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3F44920B-7A56-0D0C-EA08-E43EA898C6FA}"/>
                    </a:ext>
                  </a:extLst>
                </p14:cNvPr>
                <p14:cNvContentPartPr/>
                <p14:nvPr/>
              </p14:nvContentPartPr>
              <p14:xfrm>
                <a:off x="10332115" y="1133110"/>
                <a:ext cx="268200" cy="771840"/>
              </p14:xfrm>
            </p:contentPart>
          </mc:Choice>
          <mc:Fallback>
            <p:pic>
              <p:nvPicPr>
                <p:cNvPr id="63" name="Ink 62">
                  <a:extLst>
                    <a:ext uri="{FF2B5EF4-FFF2-40B4-BE49-F238E27FC236}">
                      <a16:creationId xmlns:a16="http://schemas.microsoft.com/office/drawing/2014/main" id="{3F44920B-7A56-0D0C-EA08-E43EA898C6FA}"/>
                    </a:ext>
                  </a:extLst>
                </p:cNvPr>
                <p:cNvPicPr/>
                <p:nvPr/>
              </p:nvPicPr>
              <p:blipFill>
                <a:blip r:embed="rId95"/>
                <a:stretch>
                  <a:fillRect/>
                </a:stretch>
              </p:blipFill>
              <p:spPr>
                <a:xfrm>
                  <a:off x="10325995" y="1126990"/>
                  <a:ext cx="280440" cy="7840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4" name="Ink 63">
                  <a:extLst>
                    <a:ext uri="{FF2B5EF4-FFF2-40B4-BE49-F238E27FC236}">
                      <a16:creationId xmlns:a16="http://schemas.microsoft.com/office/drawing/2014/main" id="{E458CFB2-1B4A-C9D3-16D4-FB01CAFE47B8}"/>
                    </a:ext>
                  </a:extLst>
                </p14:cNvPr>
                <p14:cNvContentPartPr/>
                <p14:nvPr/>
              </p14:nvContentPartPr>
              <p14:xfrm>
                <a:off x="10470355" y="1250830"/>
                <a:ext cx="166320" cy="362880"/>
              </p14:xfrm>
            </p:contentPart>
          </mc:Choice>
          <mc:Fallback>
            <p:pic>
              <p:nvPicPr>
                <p:cNvPr id="64" name="Ink 63">
                  <a:extLst>
                    <a:ext uri="{FF2B5EF4-FFF2-40B4-BE49-F238E27FC236}">
                      <a16:creationId xmlns:a16="http://schemas.microsoft.com/office/drawing/2014/main" id="{E458CFB2-1B4A-C9D3-16D4-FB01CAFE47B8}"/>
                    </a:ext>
                  </a:extLst>
                </p:cNvPr>
                <p:cNvPicPr/>
                <p:nvPr/>
              </p:nvPicPr>
              <p:blipFill>
                <a:blip r:embed="rId97"/>
                <a:stretch>
                  <a:fillRect/>
                </a:stretch>
              </p:blipFill>
              <p:spPr>
                <a:xfrm>
                  <a:off x="10464235" y="1244710"/>
                  <a:ext cx="17856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Ink 64">
                  <a:extLst>
                    <a:ext uri="{FF2B5EF4-FFF2-40B4-BE49-F238E27FC236}">
                      <a16:creationId xmlns:a16="http://schemas.microsoft.com/office/drawing/2014/main" id="{2F67B9B3-E8B3-083F-1E58-AD0A95FFCC4A}"/>
                    </a:ext>
                  </a:extLst>
                </p14:cNvPr>
                <p14:cNvContentPartPr/>
                <p14:nvPr/>
              </p14:nvContentPartPr>
              <p14:xfrm>
                <a:off x="10418875" y="1443790"/>
                <a:ext cx="214920" cy="44640"/>
              </p14:xfrm>
            </p:contentPart>
          </mc:Choice>
          <mc:Fallback>
            <p:pic>
              <p:nvPicPr>
                <p:cNvPr id="65" name="Ink 64">
                  <a:extLst>
                    <a:ext uri="{FF2B5EF4-FFF2-40B4-BE49-F238E27FC236}">
                      <a16:creationId xmlns:a16="http://schemas.microsoft.com/office/drawing/2014/main" id="{2F67B9B3-E8B3-083F-1E58-AD0A95FFCC4A}"/>
                    </a:ext>
                  </a:extLst>
                </p:cNvPr>
                <p:cNvPicPr/>
                <p:nvPr/>
              </p:nvPicPr>
              <p:blipFill>
                <a:blip r:embed="rId99"/>
                <a:stretch>
                  <a:fillRect/>
                </a:stretch>
              </p:blipFill>
              <p:spPr>
                <a:xfrm>
                  <a:off x="10412755" y="1437670"/>
                  <a:ext cx="2271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6" name="Ink 65">
                  <a:extLst>
                    <a:ext uri="{FF2B5EF4-FFF2-40B4-BE49-F238E27FC236}">
                      <a16:creationId xmlns:a16="http://schemas.microsoft.com/office/drawing/2014/main" id="{8F7CB05A-DB14-2336-6177-E99E44F1DA54}"/>
                    </a:ext>
                  </a:extLst>
                </p14:cNvPr>
                <p14:cNvContentPartPr/>
                <p14:nvPr/>
              </p14:nvContentPartPr>
              <p14:xfrm>
                <a:off x="10815235" y="1483030"/>
                <a:ext cx="177120" cy="30960"/>
              </p14:xfrm>
            </p:contentPart>
          </mc:Choice>
          <mc:Fallback>
            <p:pic>
              <p:nvPicPr>
                <p:cNvPr id="66" name="Ink 65">
                  <a:extLst>
                    <a:ext uri="{FF2B5EF4-FFF2-40B4-BE49-F238E27FC236}">
                      <a16:creationId xmlns:a16="http://schemas.microsoft.com/office/drawing/2014/main" id="{8F7CB05A-DB14-2336-6177-E99E44F1DA54}"/>
                    </a:ext>
                  </a:extLst>
                </p:cNvPr>
                <p:cNvPicPr/>
                <p:nvPr/>
              </p:nvPicPr>
              <p:blipFill>
                <a:blip r:embed="rId101"/>
                <a:stretch>
                  <a:fillRect/>
                </a:stretch>
              </p:blipFill>
              <p:spPr>
                <a:xfrm>
                  <a:off x="10809115" y="1476910"/>
                  <a:ext cx="1893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7" name="Ink 66">
                  <a:extLst>
                    <a:ext uri="{FF2B5EF4-FFF2-40B4-BE49-F238E27FC236}">
                      <a16:creationId xmlns:a16="http://schemas.microsoft.com/office/drawing/2014/main" id="{75D1DCB2-19A7-714A-783F-2A2AFF88A2FD}"/>
                    </a:ext>
                  </a:extLst>
                </p14:cNvPr>
                <p14:cNvContentPartPr/>
                <p14:nvPr/>
              </p14:nvContentPartPr>
              <p14:xfrm>
                <a:off x="11086315" y="1367110"/>
                <a:ext cx="271440" cy="214560"/>
              </p14:xfrm>
            </p:contentPart>
          </mc:Choice>
          <mc:Fallback>
            <p:pic>
              <p:nvPicPr>
                <p:cNvPr id="67" name="Ink 66">
                  <a:extLst>
                    <a:ext uri="{FF2B5EF4-FFF2-40B4-BE49-F238E27FC236}">
                      <a16:creationId xmlns:a16="http://schemas.microsoft.com/office/drawing/2014/main" id="{75D1DCB2-19A7-714A-783F-2A2AFF88A2FD}"/>
                    </a:ext>
                  </a:extLst>
                </p:cNvPr>
                <p:cNvPicPr/>
                <p:nvPr/>
              </p:nvPicPr>
              <p:blipFill>
                <a:blip r:embed="rId103"/>
                <a:stretch>
                  <a:fillRect/>
                </a:stretch>
              </p:blipFill>
              <p:spPr>
                <a:xfrm>
                  <a:off x="11080195" y="1360990"/>
                  <a:ext cx="28368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8" name="Ink 67">
                  <a:extLst>
                    <a:ext uri="{FF2B5EF4-FFF2-40B4-BE49-F238E27FC236}">
                      <a16:creationId xmlns:a16="http://schemas.microsoft.com/office/drawing/2014/main" id="{60EF4ADA-AC98-C92A-7FE9-E3EB04E63053}"/>
                    </a:ext>
                  </a:extLst>
                </p14:cNvPr>
                <p14:cNvContentPartPr/>
                <p14:nvPr/>
              </p14:nvContentPartPr>
              <p14:xfrm>
                <a:off x="10520395" y="1632070"/>
                <a:ext cx="886680" cy="71640"/>
              </p14:xfrm>
            </p:contentPart>
          </mc:Choice>
          <mc:Fallback>
            <p:pic>
              <p:nvPicPr>
                <p:cNvPr id="68" name="Ink 67">
                  <a:extLst>
                    <a:ext uri="{FF2B5EF4-FFF2-40B4-BE49-F238E27FC236}">
                      <a16:creationId xmlns:a16="http://schemas.microsoft.com/office/drawing/2014/main" id="{60EF4ADA-AC98-C92A-7FE9-E3EB04E63053}"/>
                    </a:ext>
                  </a:extLst>
                </p:cNvPr>
                <p:cNvPicPr/>
                <p:nvPr/>
              </p:nvPicPr>
              <p:blipFill>
                <a:blip r:embed="rId105"/>
                <a:stretch>
                  <a:fillRect/>
                </a:stretch>
              </p:blipFill>
              <p:spPr>
                <a:xfrm>
                  <a:off x="10514275" y="1625950"/>
                  <a:ext cx="8989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9" name="Ink 68">
                  <a:extLst>
                    <a:ext uri="{FF2B5EF4-FFF2-40B4-BE49-F238E27FC236}">
                      <a16:creationId xmlns:a16="http://schemas.microsoft.com/office/drawing/2014/main" id="{3363677C-EA08-7C4F-AB76-21ED4D2C3975}"/>
                    </a:ext>
                  </a:extLst>
                </p14:cNvPr>
                <p14:cNvContentPartPr/>
                <p14:nvPr/>
              </p14:nvContentPartPr>
              <p14:xfrm>
                <a:off x="10863115" y="1781110"/>
                <a:ext cx="279720" cy="159120"/>
              </p14:xfrm>
            </p:contentPart>
          </mc:Choice>
          <mc:Fallback>
            <p:pic>
              <p:nvPicPr>
                <p:cNvPr id="69" name="Ink 68">
                  <a:extLst>
                    <a:ext uri="{FF2B5EF4-FFF2-40B4-BE49-F238E27FC236}">
                      <a16:creationId xmlns:a16="http://schemas.microsoft.com/office/drawing/2014/main" id="{3363677C-EA08-7C4F-AB76-21ED4D2C3975}"/>
                    </a:ext>
                  </a:extLst>
                </p:cNvPr>
                <p:cNvPicPr/>
                <p:nvPr/>
              </p:nvPicPr>
              <p:blipFill>
                <a:blip r:embed="rId107"/>
                <a:stretch>
                  <a:fillRect/>
                </a:stretch>
              </p:blipFill>
              <p:spPr>
                <a:xfrm>
                  <a:off x="10856995" y="1774990"/>
                  <a:ext cx="2919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0" name="Ink 69">
                  <a:extLst>
                    <a:ext uri="{FF2B5EF4-FFF2-40B4-BE49-F238E27FC236}">
                      <a16:creationId xmlns:a16="http://schemas.microsoft.com/office/drawing/2014/main" id="{67476E53-BD86-B4F7-04E0-BEEE7B51AC19}"/>
                    </a:ext>
                  </a:extLst>
                </p14:cNvPr>
                <p14:cNvContentPartPr/>
                <p14:nvPr/>
              </p14:nvContentPartPr>
              <p14:xfrm>
                <a:off x="11214835" y="1122670"/>
                <a:ext cx="169920" cy="1118520"/>
              </p14:xfrm>
            </p:contentPart>
          </mc:Choice>
          <mc:Fallback>
            <p:pic>
              <p:nvPicPr>
                <p:cNvPr id="70" name="Ink 69">
                  <a:extLst>
                    <a:ext uri="{FF2B5EF4-FFF2-40B4-BE49-F238E27FC236}">
                      <a16:creationId xmlns:a16="http://schemas.microsoft.com/office/drawing/2014/main" id="{67476E53-BD86-B4F7-04E0-BEEE7B51AC19}"/>
                    </a:ext>
                  </a:extLst>
                </p:cNvPr>
                <p:cNvPicPr/>
                <p:nvPr/>
              </p:nvPicPr>
              <p:blipFill>
                <a:blip r:embed="rId109"/>
                <a:stretch>
                  <a:fillRect/>
                </a:stretch>
              </p:blipFill>
              <p:spPr>
                <a:xfrm>
                  <a:off x="11208715" y="1116550"/>
                  <a:ext cx="182160" cy="11307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1" name="Ink 70">
                  <a:extLst>
                    <a:ext uri="{FF2B5EF4-FFF2-40B4-BE49-F238E27FC236}">
                      <a16:creationId xmlns:a16="http://schemas.microsoft.com/office/drawing/2014/main" id="{D44E0A0E-22B2-A9D5-6E20-CF95DAD4D7D3}"/>
                    </a:ext>
                  </a:extLst>
                </p14:cNvPr>
                <p14:cNvContentPartPr/>
                <p14:nvPr/>
              </p14:nvContentPartPr>
              <p14:xfrm>
                <a:off x="11316355" y="1057870"/>
                <a:ext cx="266400" cy="84600"/>
              </p14:xfrm>
            </p:contentPart>
          </mc:Choice>
          <mc:Fallback>
            <p:pic>
              <p:nvPicPr>
                <p:cNvPr id="71" name="Ink 70">
                  <a:extLst>
                    <a:ext uri="{FF2B5EF4-FFF2-40B4-BE49-F238E27FC236}">
                      <a16:creationId xmlns:a16="http://schemas.microsoft.com/office/drawing/2014/main" id="{D44E0A0E-22B2-A9D5-6E20-CF95DAD4D7D3}"/>
                    </a:ext>
                  </a:extLst>
                </p:cNvPr>
                <p:cNvPicPr/>
                <p:nvPr/>
              </p:nvPicPr>
              <p:blipFill>
                <a:blip r:embed="rId111"/>
                <a:stretch>
                  <a:fillRect/>
                </a:stretch>
              </p:blipFill>
              <p:spPr>
                <a:xfrm>
                  <a:off x="11310235" y="1051750"/>
                  <a:ext cx="27864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3" name="Ink 72">
                  <a:extLst>
                    <a:ext uri="{FF2B5EF4-FFF2-40B4-BE49-F238E27FC236}">
                      <a16:creationId xmlns:a16="http://schemas.microsoft.com/office/drawing/2014/main" id="{9E2A632D-2B94-989C-BB12-B5BE82AB5439}"/>
                    </a:ext>
                  </a:extLst>
                </p14:cNvPr>
                <p14:cNvContentPartPr/>
                <p14:nvPr/>
              </p14:nvContentPartPr>
              <p14:xfrm>
                <a:off x="10433275" y="2436670"/>
                <a:ext cx="258480" cy="142560"/>
              </p14:xfrm>
            </p:contentPart>
          </mc:Choice>
          <mc:Fallback>
            <p:pic>
              <p:nvPicPr>
                <p:cNvPr id="73" name="Ink 72">
                  <a:extLst>
                    <a:ext uri="{FF2B5EF4-FFF2-40B4-BE49-F238E27FC236}">
                      <a16:creationId xmlns:a16="http://schemas.microsoft.com/office/drawing/2014/main" id="{9E2A632D-2B94-989C-BB12-B5BE82AB5439}"/>
                    </a:ext>
                  </a:extLst>
                </p:cNvPr>
                <p:cNvPicPr/>
                <p:nvPr/>
              </p:nvPicPr>
              <p:blipFill>
                <a:blip r:embed="rId113"/>
                <a:stretch>
                  <a:fillRect/>
                </a:stretch>
              </p:blipFill>
              <p:spPr>
                <a:xfrm>
                  <a:off x="10427155" y="2430550"/>
                  <a:ext cx="2707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4" name="Ink 73">
                  <a:extLst>
                    <a:ext uri="{FF2B5EF4-FFF2-40B4-BE49-F238E27FC236}">
                      <a16:creationId xmlns:a16="http://schemas.microsoft.com/office/drawing/2014/main" id="{3826395E-FE2A-5D9E-387C-A135818C473A}"/>
                    </a:ext>
                  </a:extLst>
                </p14:cNvPr>
                <p14:cNvContentPartPr/>
                <p14:nvPr/>
              </p14:nvContentPartPr>
              <p14:xfrm>
                <a:off x="10734595" y="2503630"/>
                <a:ext cx="155520" cy="15840"/>
              </p14:xfrm>
            </p:contentPart>
          </mc:Choice>
          <mc:Fallback>
            <p:pic>
              <p:nvPicPr>
                <p:cNvPr id="74" name="Ink 73">
                  <a:extLst>
                    <a:ext uri="{FF2B5EF4-FFF2-40B4-BE49-F238E27FC236}">
                      <a16:creationId xmlns:a16="http://schemas.microsoft.com/office/drawing/2014/main" id="{3826395E-FE2A-5D9E-387C-A135818C473A}"/>
                    </a:ext>
                  </a:extLst>
                </p:cNvPr>
                <p:cNvPicPr/>
                <p:nvPr/>
              </p:nvPicPr>
              <p:blipFill>
                <a:blip r:embed="rId115"/>
                <a:stretch>
                  <a:fillRect/>
                </a:stretch>
              </p:blipFill>
              <p:spPr>
                <a:xfrm>
                  <a:off x="10728475" y="2497510"/>
                  <a:ext cx="1677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5" name="Ink 74">
                  <a:extLst>
                    <a:ext uri="{FF2B5EF4-FFF2-40B4-BE49-F238E27FC236}">
                      <a16:creationId xmlns:a16="http://schemas.microsoft.com/office/drawing/2014/main" id="{9D7E35AE-1577-AF0A-1400-D00D316DCE3A}"/>
                    </a:ext>
                  </a:extLst>
                </p14:cNvPr>
                <p14:cNvContentPartPr/>
                <p14:nvPr/>
              </p14:nvContentPartPr>
              <p14:xfrm>
                <a:off x="10794715" y="2553310"/>
                <a:ext cx="173160" cy="27360"/>
              </p14:xfrm>
            </p:contentPart>
          </mc:Choice>
          <mc:Fallback>
            <p:pic>
              <p:nvPicPr>
                <p:cNvPr id="75" name="Ink 74">
                  <a:extLst>
                    <a:ext uri="{FF2B5EF4-FFF2-40B4-BE49-F238E27FC236}">
                      <a16:creationId xmlns:a16="http://schemas.microsoft.com/office/drawing/2014/main" id="{9D7E35AE-1577-AF0A-1400-D00D316DCE3A}"/>
                    </a:ext>
                  </a:extLst>
                </p:cNvPr>
                <p:cNvPicPr/>
                <p:nvPr/>
              </p:nvPicPr>
              <p:blipFill>
                <a:blip r:embed="rId117"/>
                <a:stretch>
                  <a:fillRect/>
                </a:stretch>
              </p:blipFill>
              <p:spPr>
                <a:xfrm>
                  <a:off x="10788595" y="2547190"/>
                  <a:ext cx="1854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6" name="Ink 75">
                  <a:extLst>
                    <a:ext uri="{FF2B5EF4-FFF2-40B4-BE49-F238E27FC236}">
                      <a16:creationId xmlns:a16="http://schemas.microsoft.com/office/drawing/2014/main" id="{6CCDB458-E4B4-38B6-E669-3D335F9AEF38}"/>
                    </a:ext>
                  </a:extLst>
                </p14:cNvPr>
                <p14:cNvContentPartPr/>
                <p14:nvPr/>
              </p14:nvContentPartPr>
              <p14:xfrm>
                <a:off x="11119795" y="2354590"/>
                <a:ext cx="32400" cy="288360"/>
              </p14:xfrm>
            </p:contentPart>
          </mc:Choice>
          <mc:Fallback>
            <p:pic>
              <p:nvPicPr>
                <p:cNvPr id="76" name="Ink 75">
                  <a:extLst>
                    <a:ext uri="{FF2B5EF4-FFF2-40B4-BE49-F238E27FC236}">
                      <a16:creationId xmlns:a16="http://schemas.microsoft.com/office/drawing/2014/main" id="{6CCDB458-E4B4-38B6-E669-3D335F9AEF38}"/>
                    </a:ext>
                  </a:extLst>
                </p:cNvPr>
                <p:cNvPicPr/>
                <p:nvPr/>
              </p:nvPicPr>
              <p:blipFill>
                <a:blip r:embed="rId119"/>
                <a:stretch>
                  <a:fillRect/>
                </a:stretch>
              </p:blipFill>
              <p:spPr>
                <a:xfrm>
                  <a:off x="11113675" y="2348470"/>
                  <a:ext cx="4464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7" name="Ink 76">
                  <a:extLst>
                    <a:ext uri="{FF2B5EF4-FFF2-40B4-BE49-F238E27FC236}">
                      <a16:creationId xmlns:a16="http://schemas.microsoft.com/office/drawing/2014/main" id="{887E0CA6-A9FD-C96C-DDFB-2D832F528999}"/>
                    </a:ext>
                  </a:extLst>
                </p14:cNvPr>
                <p14:cNvContentPartPr/>
                <p14:nvPr/>
              </p14:nvContentPartPr>
              <p14:xfrm>
                <a:off x="10458115" y="2917630"/>
                <a:ext cx="383400" cy="238320"/>
              </p14:xfrm>
            </p:contentPart>
          </mc:Choice>
          <mc:Fallback>
            <p:pic>
              <p:nvPicPr>
                <p:cNvPr id="77" name="Ink 76">
                  <a:extLst>
                    <a:ext uri="{FF2B5EF4-FFF2-40B4-BE49-F238E27FC236}">
                      <a16:creationId xmlns:a16="http://schemas.microsoft.com/office/drawing/2014/main" id="{887E0CA6-A9FD-C96C-DDFB-2D832F528999}"/>
                    </a:ext>
                  </a:extLst>
                </p:cNvPr>
                <p:cNvPicPr/>
                <p:nvPr/>
              </p:nvPicPr>
              <p:blipFill>
                <a:blip r:embed="rId121"/>
                <a:stretch>
                  <a:fillRect/>
                </a:stretch>
              </p:blipFill>
              <p:spPr>
                <a:xfrm>
                  <a:off x="10451995" y="2911510"/>
                  <a:ext cx="39564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8" name="Ink 77">
                  <a:extLst>
                    <a:ext uri="{FF2B5EF4-FFF2-40B4-BE49-F238E27FC236}">
                      <a16:creationId xmlns:a16="http://schemas.microsoft.com/office/drawing/2014/main" id="{19B08B90-F9E4-532A-8400-38D9616537DC}"/>
                    </a:ext>
                  </a:extLst>
                </p14:cNvPr>
                <p14:cNvContentPartPr/>
                <p14:nvPr/>
              </p14:nvContentPartPr>
              <p14:xfrm>
                <a:off x="10855555" y="3014830"/>
                <a:ext cx="142200" cy="14760"/>
              </p14:xfrm>
            </p:contentPart>
          </mc:Choice>
          <mc:Fallback>
            <p:pic>
              <p:nvPicPr>
                <p:cNvPr id="78" name="Ink 77">
                  <a:extLst>
                    <a:ext uri="{FF2B5EF4-FFF2-40B4-BE49-F238E27FC236}">
                      <a16:creationId xmlns:a16="http://schemas.microsoft.com/office/drawing/2014/main" id="{19B08B90-F9E4-532A-8400-38D9616537DC}"/>
                    </a:ext>
                  </a:extLst>
                </p:cNvPr>
                <p:cNvPicPr/>
                <p:nvPr/>
              </p:nvPicPr>
              <p:blipFill>
                <a:blip r:embed="rId123"/>
                <a:stretch>
                  <a:fillRect/>
                </a:stretch>
              </p:blipFill>
              <p:spPr>
                <a:xfrm>
                  <a:off x="10849435" y="3008710"/>
                  <a:ext cx="15444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9" name="Ink 78">
                  <a:extLst>
                    <a:ext uri="{FF2B5EF4-FFF2-40B4-BE49-F238E27FC236}">
                      <a16:creationId xmlns:a16="http://schemas.microsoft.com/office/drawing/2014/main" id="{0A8C54D1-C321-EAD3-FBAF-EC3E157A043C}"/>
                    </a:ext>
                  </a:extLst>
                </p14:cNvPr>
                <p14:cNvContentPartPr/>
                <p14:nvPr/>
              </p14:nvContentPartPr>
              <p14:xfrm>
                <a:off x="10881475" y="3068830"/>
                <a:ext cx="122400" cy="26280"/>
              </p14:xfrm>
            </p:contentPart>
          </mc:Choice>
          <mc:Fallback>
            <p:pic>
              <p:nvPicPr>
                <p:cNvPr id="79" name="Ink 78">
                  <a:extLst>
                    <a:ext uri="{FF2B5EF4-FFF2-40B4-BE49-F238E27FC236}">
                      <a16:creationId xmlns:a16="http://schemas.microsoft.com/office/drawing/2014/main" id="{0A8C54D1-C321-EAD3-FBAF-EC3E157A043C}"/>
                    </a:ext>
                  </a:extLst>
                </p:cNvPr>
                <p:cNvPicPr/>
                <p:nvPr/>
              </p:nvPicPr>
              <p:blipFill>
                <a:blip r:embed="rId125"/>
                <a:stretch>
                  <a:fillRect/>
                </a:stretch>
              </p:blipFill>
              <p:spPr>
                <a:xfrm>
                  <a:off x="10875355" y="3062710"/>
                  <a:ext cx="1346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0" name="Ink 79">
                  <a:extLst>
                    <a:ext uri="{FF2B5EF4-FFF2-40B4-BE49-F238E27FC236}">
                      <a16:creationId xmlns:a16="http://schemas.microsoft.com/office/drawing/2014/main" id="{68F21EF2-2066-9CBE-FEC2-B75CE011FB86}"/>
                    </a:ext>
                  </a:extLst>
                </p14:cNvPr>
                <p14:cNvContentPartPr/>
                <p14:nvPr/>
              </p14:nvContentPartPr>
              <p14:xfrm>
                <a:off x="11101075" y="2857510"/>
                <a:ext cx="200880" cy="159840"/>
              </p14:xfrm>
            </p:contentPart>
          </mc:Choice>
          <mc:Fallback>
            <p:pic>
              <p:nvPicPr>
                <p:cNvPr id="80" name="Ink 79">
                  <a:extLst>
                    <a:ext uri="{FF2B5EF4-FFF2-40B4-BE49-F238E27FC236}">
                      <a16:creationId xmlns:a16="http://schemas.microsoft.com/office/drawing/2014/main" id="{68F21EF2-2066-9CBE-FEC2-B75CE011FB86}"/>
                    </a:ext>
                  </a:extLst>
                </p:cNvPr>
                <p:cNvPicPr/>
                <p:nvPr/>
              </p:nvPicPr>
              <p:blipFill>
                <a:blip r:embed="rId127"/>
                <a:stretch>
                  <a:fillRect/>
                </a:stretch>
              </p:blipFill>
              <p:spPr>
                <a:xfrm>
                  <a:off x="11094955" y="2851390"/>
                  <a:ext cx="2131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1" name="Ink 80">
                  <a:extLst>
                    <a:ext uri="{FF2B5EF4-FFF2-40B4-BE49-F238E27FC236}">
                      <a16:creationId xmlns:a16="http://schemas.microsoft.com/office/drawing/2014/main" id="{1A2E269D-F3E5-B829-4FFC-7029A1A99CED}"/>
                    </a:ext>
                  </a:extLst>
                </p14:cNvPr>
                <p14:cNvContentPartPr/>
                <p14:nvPr/>
              </p14:nvContentPartPr>
              <p14:xfrm>
                <a:off x="9948715" y="2141830"/>
                <a:ext cx="1614240" cy="1230840"/>
              </p14:xfrm>
            </p:contentPart>
          </mc:Choice>
          <mc:Fallback>
            <p:pic>
              <p:nvPicPr>
                <p:cNvPr id="81" name="Ink 80">
                  <a:extLst>
                    <a:ext uri="{FF2B5EF4-FFF2-40B4-BE49-F238E27FC236}">
                      <a16:creationId xmlns:a16="http://schemas.microsoft.com/office/drawing/2014/main" id="{1A2E269D-F3E5-B829-4FFC-7029A1A99CED}"/>
                    </a:ext>
                  </a:extLst>
                </p:cNvPr>
                <p:cNvPicPr/>
                <p:nvPr/>
              </p:nvPicPr>
              <p:blipFill>
                <a:blip r:embed="rId129"/>
                <a:stretch>
                  <a:fillRect/>
                </a:stretch>
              </p:blipFill>
              <p:spPr>
                <a:xfrm>
                  <a:off x="9942595" y="2135710"/>
                  <a:ext cx="1626480" cy="12430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2" name="Ink 81">
                  <a:extLst>
                    <a:ext uri="{FF2B5EF4-FFF2-40B4-BE49-F238E27FC236}">
                      <a16:creationId xmlns:a16="http://schemas.microsoft.com/office/drawing/2014/main" id="{6D31DC9D-36FE-561A-8CD0-4A018E96320E}"/>
                    </a:ext>
                  </a:extLst>
                </p14:cNvPr>
                <p14:cNvContentPartPr/>
                <p14:nvPr/>
              </p14:nvContentPartPr>
              <p14:xfrm>
                <a:off x="11094595" y="1752310"/>
                <a:ext cx="636120" cy="2565000"/>
              </p14:xfrm>
            </p:contentPart>
          </mc:Choice>
          <mc:Fallback>
            <p:pic>
              <p:nvPicPr>
                <p:cNvPr id="82" name="Ink 81">
                  <a:extLst>
                    <a:ext uri="{FF2B5EF4-FFF2-40B4-BE49-F238E27FC236}">
                      <a16:creationId xmlns:a16="http://schemas.microsoft.com/office/drawing/2014/main" id="{6D31DC9D-36FE-561A-8CD0-4A018E96320E}"/>
                    </a:ext>
                  </a:extLst>
                </p:cNvPr>
                <p:cNvPicPr/>
                <p:nvPr/>
              </p:nvPicPr>
              <p:blipFill>
                <a:blip r:embed="rId131"/>
                <a:stretch>
                  <a:fillRect/>
                </a:stretch>
              </p:blipFill>
              <p:spPr>
                <a:xfrm>
                  <a:off x="11088475" y="1746190"/>
                  <a:ext cx="648360" cy="2577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3" name="Ink 2">
                  <a:extLst>
                    <a:ext uri="{FF2B5EF4-FFF2-40B4-BE49-F238E27FC236}">
                      <a16:creationId xmlns:a16="http://schemas.microsoft.com/office/drawing/2014/main" id="{CA98999F-59B2-2578-B6E6-C323682DAA3A}"/>
                    </a:ext>
                  </a:extLst>
                </p14:cNvPr>
                <p14:cNvContentPartPr/>
                <p14:nvPr/>
              </p14:nvContentPartPr>
              <p14:xfrm>
                <a:off x="6224875" y="2451430"/>
                <a:ext cx="617040" cy="489960"/>
              </p14:xfrm>
            </p:contentPart>
          </mc:Choice>
          <mc:Fallback>
            <p:pic>
              <p:nvPicPr>
                <p:cNvPr id="3" name="Ink 2">
                  <a:extLst>
                    <a:ext uri="{FF2B5EF4-FFF2-40B4-BE49-F238E27FC236}">
                      <a16:creationId xmlns:a16="http://schemas.microsoft.com/office/drawing/2014/main" id="{CA98999F-59B2-2578-B6E6-C323682DAA3A}"/>
                    </a:ext>
                  </a:extLst>
                </p:cNvPr>
                <p:cNvPicPr/>
                <p:nvPr/>
              </p:nvPicPr>
              <p:blipFill>
                <a:blip r:embed="rId133"/>
                <a:stretch>
                  <a:fillRect/>
                </a:stretch>
              </p:blipFill>
              <p:spPr>
                <a:xfrm>
                  <a:off x="6218755" y="2445310"/>
                  <a:ext cx="629280" cy="5022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4" name="Ink 3">
                  <a:extLst>
                    <a:ext uri="{FF2B5EF4-FFF2-40B4-BE49-F238E27FC236}">
                      <a16:creationId xmlns:a16="http://schemas.microsoft.com/office/drawing/2014/main" id="{CC8E5DBB-53A6-9D3A-4B4E-0E1B3BCE60B8}"/>
                    </a:ext>
                  </a:extLst>
                </p14:cNvPr>
                <p14:cNvContentPartPr/>
                <p14:nvPr/>
              </p14:nvContentPartPr>
              <p14:xfrm>
                <a:off x="6652915" y="2991070"/>
                <a:ext cx="997200" cy="423000"/>
              </p14:xfrm>
            </p:contentPart>
          </mc:Choice>
          <mc:Fallback>
            <p:pic>
              <p:nvPicPr>
                <p:cNvPr id="4" name="Ink 3">
                  <a:extLst>
                    <a:ext uri="{FF2B5EF4-FFF2-40B4-BE49-F238E27FC236}">
                      <a16:creationId xmlns:a16="http://schemas.microsoft.com/office/drawing/2014/main" id="{CC8E5DBB-53A6-9D3A-4B4E-0E1B3BCE60B8}"/>
                    </a:ext>
                  </a:extLst>
                </p:cNvPr>
                <p:cNvPicPr/>
                <p:nvPr/>
              </p:nvPicPr>
              <p:blipFill>
                <a:blip r:embed="rId135"/>
                <a:stretch>
                  <a:fillRect/>
                </a:stretch>
              </p:blipFill>
              <p:spPr>
                <a:xfrm>
                  <a:off x="6646795" y="2984950"/>
                  <a:ext cx="1009440" cy="4352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2" name="Ink 11">
                  <a:extLst>
                    <a:ext uri="{FF2B5EF4-FFF2-40B4-BE49-F238E27FC236}">
                      <a16:creationId xmlns:a16="http://schemas.microsoft.com/office/drawing/2014/main" id="{A111A13B-B46C-8688-9F7B-BA2AFD32707D}"/>
                    </a:ext>
                  </a:extLst>
                </p14:cNvPr>
                <p14:cNvContentPartPr/>
                <p14:nvPr/>
              </p14:nvContentPartPr>
              <p14:xfrm>
                <a:off x="7651915" y="3259270"/>
                <a:ext cx="167040" cy="315000"/>
              </p14:xfrm>
            </p:contentPart>
          </mc:Choice>
          <mc:Fallback>
            <p:pic>
              <p:nvPicPr>
                <p:cNvPr id="12" name="Ink 11">
                  <a:extLst>
                    <a:ext uri="{FF2B5EF4-FFF2-40B4-BE49-F238E27FC236}">
                      <a16:creationId xmlns:a16="http://schemas.microsoft.com/office/drawing/2014/main" id="{A111A13B-B46C-8688-9F7B-BA2AFD32707D}"/>
                    </a:ext>
                  </a:extLst>
                </p:cNvPr>
                <p:cNvPicPr/>
                <p:nvPr/>
              </p:nvPicPr>
              <p:blipFill>
                <a:blip r:embed="rId137"/>
                <a:stretch>
                  <a:fillRect/>
                </a:stretch>
              </p:blipFill>
              <p:spPr>
                <a:xfrm>
                  <a:off x="7645795" y="3253150"/>
                  <a:ext cx="17928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4" name="Ink 83">
                  <a:extLst>
                    <a:ext uri="{FF2B5EF4-FFF2-40B4-BE49-F238E27FC236}">
                      <a16:creationId xmlns:a16="http://schemas.microsoft.com/office/drawing/2014/main" id="{0E358C75-F727-285F-5D67-87D9139D26F9}"/>
                    </a:ext>
                  </a:extLst>
                </p14:cNvPr>
                <p14:cNvContentPartPr/>
                <p14:nvPr/>
              </p14:nvContentPartPr>
              <p14:xfrm>
                <a:off x="6470395" y="3211750"/>
                <a:ext cx="44640" cy="1018440"/>
              </p14:xfrm>
            </p:contentPart>
          </mc:Choice>
          <mc:Fallback>
            <p:pic>
              <p:nvPicPr>
                <p:cNvPr id="84" name="Ink 83">
                  <a:extLst>
                    <a:ext uri="{FF2B5EF4-FFF2-40B4-BE49-F238E27FC236}">
                      <a16:creationId xmlns:a16="http://schemas.microsoft.com/office/drawing/2014/main" id="{0E358C75-F727-285F-5D67-87D9139D26F9}"/>
                    </a:ext>
                  </a:extLst>
                </p:cNvPr>
                <p:cNvPicPr/>
                <p:nvPr/>
              </p:nvPicPr>
              <p:blipFill>
                <a:blip r:embed="rId139"/>
                <a:stretch>
                  <a:fillRect/>
                </a:stretch>
              </p:blipFill>
              <p:spPr>
                <a:xfrm>
                  <a:off x="6464275" y="3205630"/>
                  <a:ext cx="56880" cy="10306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ACC60EB4-E87E-0EE6-B17D-95D923AFFAAF}"/>
                    </a:ext>
                  </a:extLst>
                </p14:cNvPr>
                <p14:cNvContentPartPr/>
                <p14:nvPr/>
              </p14:nvContentPartPr>
              <p14:xfrm>
                <a:off x="6458155" y="4315150"/>
                <a:ext cx="265320" cy="334440"/>
              </p14:xfrm>
            </p:contentPart>
          </mc:Choice>
          <mc:Fallback>
            <p:pic>
              <p:nvPicPr>
                <p:cNvPr id="85" name="Ink 84">
                  <a:extLst>
                    <a:ext uri="{FF2B5EF4-FFF2-40B4-BE49-F238E27FC236}">
                      <a16:creationId xmlns:a16="http://schemas.microsoft.com/office/drawing/2014/main" id="{ACC60EB4-E87E-0EE6-B17D-95D923AFFAAF}"/>
                    </a:ext>
                  </a:extLst>
                </p:cNvPr>
                <p:cNvPicPr/>
                <p:nvPr/>
              </p:nvPicPr>
              <p:blipFill>
                <a:blip r:embed="rId141"/>
                <a:stretch>
                  <a:fillRect/>
                </a:stretch>
              </p:blipFill>
              <p:spPr>
                <a:xfrm>
                  <a:off x="6452035" y="4309030"/>
                  <a:ext cx="27756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9BC5C82A-55BA-DDAA-2500-9DA258C89BFA}"/>
                    </a:ext>
                  </a:extLst>
                </p14:cNvPr>
                <p14:cNvContentPartPr/>
                <p14:nvPr/>
              </p14:nvContentPartPr>
              <p14:xfrm>
                <a:off x="6422155" y="4435030"/>
                <a:ext cx="279000" cy="106920"/>
              </p14:xfrm>
            </p:contentPart>
          </mc:Choice>
          <mc:Fallback>
            <p:pic>
              <p:nvPicPr>
                <p:cNvPr id="86" name="Ink 85">
                  <a:extLst>
                    <a:ext uri="{FF2B5EF4-FFF2-40B4-BE49-F238E27FC236}">
                      <a16:creationId xmlns:a16="http://schemas.microsoft.com/office/drawing/2014/main" id="{9BC5C82A-55BA-DDAA-2500-9DA258C89BFA}"/>
                    </a:ext>
                  </a:extLst>
                </p:cNvPr>
                <p:cNvPicPr/>
                <p:nvPr/>
              </p:nvPicPr>
              <p:blipFill>
                <a:blip r:embed="rId143"/>
                <a:stretch>
                  <a:fillRect/>
                </a:stretch>
              </p:blipFill>
              <p:spPr>
                <a:xfrm>
                  <a:off x="6416035" y="4428910"/>
                  <a:ext cx="29124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1E0D5C73-DC82-0116-B96B-CBA60E5D3ED4}"/>
                    </a:ext>
                  </a:extLst>
                </p14:cNvPr>
                <p14:cNvContentPartPr/>
                <p14:nvPr/>
              </p14:nvContentPartPr>
              <p14:xfrm>
                <a:off x="4053355" y="3855430"/>
                <a:ext cx="179640" cy="422280"/>
              </p14:xfrm>
            </p:contentPart>
          </mc:Choice>
          <mc:Fallback>
            <p:pic>
              <p:nvPicPr>
                <p:cNvPr id="88" name="Ink 87">
                  <a:extLst>
                    <a:ext uri="{FF2B5EF4-FFF2-40B4-BE49-F238E27FC236}">
                      <a16:creationId xmlns:a16="http://schemas.microsoft.com/office/drawing/2014/main" id="{1E0D5C73-DC82-0116-B96B-CBA60E5D3ED4}"/>
                    </a:ext>
                  </a:extLst>
                </p:cNvPr>
                <p:cNvPicPr/>
                <p:nvPr/>
              </p:nvPicPr>
              <p:blipFill>
                <a:blip r:embed="rId145"/>
                <a:stretch>
                  <a:fillRect/>
                </a:stretch>
              </p:blipFill>
              <p:spPr>
                <a:xfrm>
                  <a:off x="4047235" y="3849310"/>
                  <a:ext cx="191880" cy="434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ED2832BB-EB63-27F9-AB61-B98E00D14B2E}"/>
                    </a:ext>
                  </a:extLst>
                </p14:cNvPr>
                <p14:cNvContentPartPr/>
                <p14:nvPr/>
              </p14:nvContentPartPr>
              <p14:xfrm>
                <a:off x="4296715" y="3551230"/>
                <a:ext cx="217080" cy="618480"/>
              </p14:xfrm>
            </p:contentPart>
          </mc:Choice>
          <mc:Fallback>
            <p:pic>
              <p:nvPicPr>
                <p:cNvPr id="89" name="Ink 88">
                  <a:extLst>
                    <a:ext uri="{FF2B5EF4-FFF2-40B4-BE49-F238E27FC236}">
                      <a16:creationId xmlns:a16="http://schemas.microsoft.com/office/drawing/2014/main" id="{ED2832BB-EB63-27F9-AB61-B98E00D14B2E}"/>
                    </a:ext>
                  </a:extLst>
                </p:cNvPr>
                <p:cNvPicPr/>
                <p:nvPr/>
              </p:nvPicPr>
              <p:blipFill>
                <a:blip r:embed="rId147"/>
                <a:stretch>
                  <a:fillRect/>
                </a:stretch>
              </p:blipFill>
              <p:spPr>
                <a:xfrm>
                  <a:off x="4290595" y="3545110"/>
                  <a:ext cx="229320" cy="6307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Ink 89">
                  <a:extLst>
                    <a:ext uri="{FF2B5EF4-FFF2-40B4-BE49-F238E27FC236}">
                      <a16:creationId xmlns:a16="http://schemas.microsoft.com/office/drawing/2014/main" id="{2A30241C-DADD-3B66-DEF2-7CD349197CAF}"/>
                    </a:ext>
                  </a:extLst>
                </p14:cNvPr>
                <p14:cNvContentPartPr/>
                <p14:nvPr/>
              </p14:nvContentPartPr>
              <p14:xfrm>
                <a:off x="4564195" y="3168190"/>
                <a:ext cx="182520" cy="988200"/>
              </p14:xfrm>
            </p:contentPart>
          </mc:Choice>
          <mc:Fallback>
            <p:pic>
              <p:nvPicPr>
                <p:cNvPr id="90" name="Ink 89">
                  <a:extLst>
                    <a:ext uri="{FF2B5EF4-FFF2-40B4-BE49-F238E27FC236}">
                      <a16:creationId xmlns:a16="http://schemas.microsoft.com/office/drawing/2014/main" id="{2A30241C-DADD-3B66-DEF2-7CD349197CAF}"/>
                    </a:ext>
                  </a:extLst>
                </p:cNvPr>
                <p:cNvPicPr/>
                <p:nvPr/>
              </p:nvPicPr>
              <p:blipFill>
                <a:blip r:embed="rId149"/>
                <a:stretch>
                  <a:fillRect/>
                </a:stretch>
              </p:blipFill>
              <p:spPr>
                <a:xfrm>
                  <a:off x="4558075" y="3162070"/>
                  <a:ext cx="194760" cy="10004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1" name="Ink 90">
                  <a:extLst>
                    <a:ext uri="{FF2B5EF4-FFF2-40B4-BE49-F238E27FC236}">
                      <a16:creationId xmlns:a16="http://schemas.microsoft.com/office/drawing/2014/main" id="{A20C142E-57E4-1022-E3B5-F82E1353C70E}"/>
                    </a:ext>
                  </a:extLst>
                </p14:cNvPr>
                <p14:cNvContentPartPr/>
                <p14:nvPr/>
              </p14:nvContentPartPr>
              <p14:xfrm>
                <a:off x="4785595" y="2949670"/>
                <a:ext cx="181800" cy="1179360"/>
              </p14:xfrm>
            </p:contentPart>
          </mc:Choice>
          <mc:Fallback>
            <p:pic>
              <p:nvPicPr>
                <p:cNvPr id="91" name="Ink 90">
                  <a:extLst>
                    <a:ext uri="{FF2B5EF4-FFF2-40B4-BE49-F238E27FC236}">
                      <a16:creationId xmlns:a16="http://schemas.microsoft.com/office/drawing/2014/main" id="{A20C142E-57E4-1022-E3B5-F82E1353C70E}"/>
                    </a:ext>
                  </a:extLst>
                </p:cNvPr>
                <p:cNvPicPr/>
                <p:nvPr/>
              </p:nvPicPr>
              <p:blipFill>
                <a:blip r:embed="rId151"/>
                <a:stretch>
                  <a:fillRect/>
                </a:stretch>
              </p:blipFill>
              <p:spPr>
                <a:xfrm>
                  <a:off x="4779475" y="2943550"/>
                  <a:ext cx="194040" cy="11916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Ink 91">
                  <a:extLst>
                    <a:ext uri="{FF2B5EF4-FFF2-40B4-BE49-F238E27FC236}">
                      <a16:creationId xmlns:a16="http://schemas.microsoft.com/office/drawing/2014/main" id="{D99D58DF-DE02-15B3-69DA-A73A56CD0D71}"/>
                    </a:ext>
                  </a:extLst>
                </p14:cNvPr>
                <p14:cNvContentPartPr/>
                <p14:nvPr/>
              </p14:nvContentPartPr>
              <p14:xfrm>
                <a:off x="4924195" y="2415070"/>
                <a:ext cx="358200" cy="1718280"/>
              </p14:xfrm>
            </p:contentPart>
          </mc:Choice>
          <mc:Fallback>
            <p:pic>
              <p:nvPicPr>
                <p:cNvPr id="92" name="Ink 91">
                  <a:extLst>
                    <a:ext uri="{FF2B5EF4-FFF2-40B4-BE49-F238E27FC236}">
                      <a16:creationId xmlns:a16="http://schemas.microsoft.com/office/drawing/2014/main" id="{D99D58DF-DE02-15B3-69DA-A73A56CD0D71}"/>
                    </a:ext>
                  </a:extLst>
                </p:cNvPr>
                <p:cNvPicPr/>
                <p:nvPr/>
              </p:nvPicPr>
              <p:blipFill>
                <a:blip r:embed="rId153"/>
                <a:stretch>
                  <a:fillRect/>
                </a:stretch>
              </p:blipFill>
              <p:spPr>
                <a:xfrm>
                  <a:off x="4918075" y="2408950"/>
                  <a:ext cx="370440" cy="1730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3" name="Ink 92">
                  <a:extLst>
                    <a:ext uri="{FF2B5EF4-FFF2-40B4-BE49-F238E27FC236}">
                      <a16:creationId xmlns:a16="http://schemas.microsoft.com/office/drawing/2014/main" id="{EC7F0111-F56C-35FF-0F1C-DEEFF03B6607}"/>
                    </a:ext>
                  </a:extLst>
                </p14:cNvPr>
                <p14:cNvContentPartPr/>
                <p14:nvPr/>
              </p14:nvContentPartPr>
              <p14:xfrm>
                <a:off x="5158195" y="2382310"/>
                <a:ext cx="350280" cy="1689120"/>
              </p14:xfrm>
            </p:contentPart>
          </mc:Choice>
          <mc:Fallback>
            <p:pic>
              <p:nvPicPr>
                <p:cNvPr id="93" name="Ink 92">
                  <a:extLst>
                    <a:ext uri="{FF2B5EF4-FFF2-40B4-BE49-F238E27FC236}">
                      <a16:creationId xmlns:a16="http://schemas.microsoft.com/office/drawing/2014/main" id="{EC7F0111-F56C-35FF-0F1C-DEEFF03B6607}"/>
                    </a:ext>
                  </a:extLst>
                </p:cNvPr>
                <p:cNvPicPr/>
                <p:nvPr/>
              </p:nvPicPr>
              <p:blipFill>
                <a:blip r:embed="rId155"/>
                <a:stretch>
                  <a:fillRect/>
                </a:stretch>
              </p:blipFill>
              <p:spPr>
                <a:xfrm>
                  <a:off x="5152075" y="2376190"/>
                  <a:ext cx="362520" cy="17013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Ink 93">
                  <a:extLst>
                    <a:ext uri="{FF2B5EF4-FFF2-40B4-BE49-F238E27FC236}">
                      <a16:creationId xmlns:a16="http://schemas.microsoft.com/office/drawing/2014/main" id="{6B7CE306-FD26-FFDA-EA46-110B5367C261}"/>
                    </a:ext>
                  </a:extLst>
                </p14:cNvPr>
                <p14:cNvContentPartPr/>
                <p14:nvPr/>
              </p14:nvContentPartPr>
              <p14:xfrm>
                <a:off x="5436475" y="2389510"/>
                <a:ext cx="269640" cy="1575720"/>
              </p14:xfrm>
            </p:contentPart>
          </mc:Choice>
          <mc:Fallback>
            <p:pic>
              <p:nvPicPr>
                <p:cNvPr id="94" name="Ink 93">
                  <a:extLst>
                    <a:ext uri="{FF2B5EF4-FFF2-40B4-BE49-F238E27FC236}">
                      <a16:creationId xmlns:a16="http://schemas.microsoft.com/office/drawing/2014/main" id="{6B7CE306-FD26-FFDA-EA46-110B5367C261}"/>
                    </a:ext>
                  </a:extLst>
                </p:cNvPr>
                <p:cNvPicPr/>
                <p:nvPr/>
              </p:nvPicPr>
              <p:blipFill>
                <a:blip r:embed="rId157"/>
                <a:stretch>
                  <a:fillRect/>
                </a:stretch>
              </p:blipFill>
              <p:spPr>
                <a:xfrm>
                  <a:off x="5430355" y="2383390"/>
                  <a:ext cx="281880" cy="15879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5" name="Ink 94">
                  <a:extLst>
                    <a:ext uri="{FF2B5EF4-FFF2-40B4-BE49-F238E27FC236}">
                      <a16:creationId xmlns:a16="http://schemas.microsoft.com/office/drawing/2014/main" id="{C725C786-406A-0124-0E0F-E3927BEC4822}"/>
                    </a:ext>
                  </a:extLst>
                </p14:cNvPr>
                <p14:cNvContentPartPr/>
                <p14:nvPr/>
              </p14:nvContentPartPr>
              <p14:xfrm>
                <a:off x="5627995" y="2557270"/>
                <a:ext cx="407160" cy="1735200"/>
              </p14:xfrm>
            </p:contentPart>
          </mc:Choice>
          <mc:Fallback>
            <p:pic>
              <p:nvPicPr>
                <p:cNvPr id="95" name="Ink 94">
                  <a:extLst>
                    <a:ext uri="{FF2B5EF4-FFF2-40B4-BE49-F238E27FC236}">
                      <a16:creationId xmlns:a16="http://schemas.microsoft.com/office/drawing/2014/main" id="{C725C786-406A-0124-0E0F-E3927BEC4822}"/>
                    </a:ext>
                  </a:extLst>
                </p:cNvPr>
                <p:cNvPicPr/>
                <p:nvPr/>
              </p:nvPicPr>
              <p:blipFill>
                <a:blip r:embed="rId159"/>
                <a:stretch>
                  <a:fillRect/>
                </a:stretch>
              </p:blipFill>
              <p:spPr>
                <a:xfrm>
                  <a:off x="5621875" y="2551150"/>
                  <a:ext cx="419400" cy="17474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6" name="Ink 95">
                  <a:extLst>
                    <a:ext uri="{FF2B5EF4-FFF2-40B4-BE49-F238E27FC236}">
                      <a16:creationId xmlns:a16="http://schemas.microsoft.com/office/drawing/2014/main" id="{550AFD28-E9CD-DA12-AFFD-2A8257232D17}"/>
                    </a:ext>
                  </a:extLst>
                </p14:cNvPr>
                <p14:cNvContentPartPr/>
                <p14:nvPr/>
              </p14:nvContentPartPr>
              <p14:xfrm>
                <a:off x="5887195" y="3013030"/>
                <a:ext cx="326880" cy="1226880"/>
              </p14:xfrm>
            </p:contentPart>
          </mc:Choice>
          <mc:Fallback>
            <p:pic>
              <p:nvPicPr>
                <p:cNvPr id="96" name="Ink 95">
                  <a:extLst>
                    <a:ext uri="{FF2B5EF4-FFF2-40B4-BE49-F238E27FC236}">
                      <a16:creationId xmlns:a16="http://schemas.microsoft.com/office/drawing/2014/main" id="{550AFD28-E9CD-DA12-AFFD-2A8257232D17}"/>
                    </a:ext>
                  </a:extLst>
                </p:cNvPr>
                <p:cNvPicPr/>
                <p:nvPr/>
              </p:nvPicPr>
              <p:blipFill>
                <a:blip r:embed="rId161"/>
                <a:stretch>
                  <a:fillRect/>
                </a:stretch>
              </p:blipFill>
              <p:spPr>
                <a:xfrm>
                  <a:off x="5881075" y="3006910"/>
                  <a:ext cx="339120" cy="12391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7" name="Ink 96">
                  <a:extLst>
                    <a:ext uri="{FF2B5EF4-FFF2-40B4-BE49-F238E27FC236}">
                      <a16:creationId xmlns:a16="http://schemas.microsoft.com/office/drawing/2014/main" id="{FAC69243-7D18-D518-1968-6ED4CD7E08EF}"/>
                    </a:ext>
                  </a:extLst>
                </p14:cNvPr>
                <p14:cNvContentPartPr/>
                <p14:nvPr/>
              </p14:nvContentPartPr>
              <p14:xfrm>
                <a:off x="6156835" y="3312550"/>
                <a:ext cx="222120" cy="725400"/>
              </p14:xfrm>
            </p:contentPart>
          </mc:Choice>
          <mc:Fallback>
            <p:pic>
              <p:nvPicPr>
                <p:cNvPr id="97" name="Ink 96">
                  <a:extLst>
                    <a:ext uri="{FF2B5EF4-FFF2-40B4-BE49-F238E27FC236}">
                      <a16:creationId xmlns:a16="http://schemas.microsoft.com/office/drawing/2014/main" id="{FAC69243-7D18-D518-1968-6ED4CD7E08EF}"/>
                    </a:ext>
                  </a:extLst>
                </p:cNvPr>
                <p:cNvPicPr/>
                <p:nvPr/>
              </p:nvPicPr>
              <p:blipFill>
                <a:blip r:embed="rId163"/>
                <a:stretch>
                  <a:fillRect/>
                </a:stretch>
              </p:blipFill>
              <p:spPr>
                <a:xfrm>
                  <a:off x="6150715" y="3306430"/>
                  <a:ext cx="234360" cy="7376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8" name="Ink 97">
                  <a:extLst>
                    <a:ext uri="{FF2B5EF4-FFF2-40B4-BE49-F238E27FC236}">
                      <a16:creationId xmlns:a16="http://schemas.microsoft.com/office/drawing/2014/main" id="{800E30CD-8F5B-FE85-B978-DBE1266D583D}"/>
                    </a:ext>
                  </a:extLst>
                </p14:cNvPr>
                <p14:cNvContentPartPr/>
                <p14:nvPr/>
              </p14:nvContentPartPr>
              <p14:xfrm>
                <a:off x="6289675" y="3569950"/>
                <a:ext cx="176400" cy="557280"/>
              </p14:xfrm>
            </p:contentPart>
          </mc:Choice>
          <mc:Fallback>
            <p:pic>
              <p:nvPicPr>
                <p:cNvPr id="98" name="Ink 97">
                  <a:extLst>
                    <a:ext uri="{FF2B5EF4-FFF2-40B4-BE49-F238E27FC236}">
                      <a16:creationId xmlns:a16="http://schemas.microsoft.com/office/drawing/2014/main" id="{800E30CD-8F5B-FE85-B978-DBE1266D583D}"/>
                    </a:ext>
                  </a:extLst>
                </p:cNvPr>
                <p:cNvPicPr/>
                <p:nvPr/>
              </p:nvPicPr>
              <p:blipFill>
                <a:blip r:embed="rId165"/>
                <a:stretch>
                  <a:fillRect/>
                </a:stretch>
              </p:blipFill>
              <p:spPr>
                <a:xfrm>
                  <a:off x="6283555" y="3563830"/>
                  <a:ext cx="18864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2" name="Ink 101">
                  <a:extLst>
                    <a:ext uri="{FF2B5EF4-FFF2-40B4-BE49-F238E27FC236}">
                      <a16:creationId xmlns:a16="http://schemas.microsoft.com/office/drawing/2014/main" id="{A00FF6D6-B188-3A31-BB05-47772ACEE894}"/>
                    </a:ext>
                  </a:extLst>
                </p14:cNvPr>
                <p14:cNvContentPartPr/>
                <p14:nvPr/>
              </p14:nvContentPartPr>
              <p14:xfrm>
                <a:off x="3921955" y="3883510"/>
                <a:ext cx="163800" cy="369720"/>
              </p14:xfrm>
            </p:contentPart>
          </mc:Choice>
          <mc:Fallback>
            <p:pic>
              <p:nvPicPr>
                <p:cNvPr id="102" name="Ink 101">
                  <a:extLst>
                    <a:ext uri="{FF2B5EF4-FFF2-40B4-BE49-F238E27FC236}">
                      <a16:creationId xmlns:a16="http://schemas.microsoft.com/office/drawing/2014/main" id="{A00FF6D6-B188-3A31-BB05-47772ACEE894}"/>
                    </a:ext>
                  </a:extLst>
                </p:cNvPr>
                <p:cNvPicPr/>
                <p:nvPr/>
              </p:nvPicPr>
              <p:blipFill>
                <a:blip r:embed="rId167"/>
                <a:stretch>
                  <a:fillRect/>
                </a:stretch>
              </p:blipFill>
              <p:spPr>
                <a:xfrm>
                  <a:off x="3915835" y="3877390"/>
                  <a:ext cx="17604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3" name="Ink 102">
                  <a:extLst>
                    <a:ext uri="{FF2B5EF4-FFF2-40B4-BE49-F238E27FC236}">
                      <a16:creationId xmlns:a16="http://schemas.microsoft.com/office/drawing/2014/main" id="{49A205CA-7162-C6E3-682B-11DB94EE843C}"/>
                    </a:ext>
                  </a:extLst>
                </p14:cNvPr>
                <p14:cNvContentPartPr/>
                <p14:nvPr/>
              </p14:nvContentPartPr>
              <p14:xfrm>
                <a:off x="3698395" y="3908350"/>
                <a:ext cx="125640" cy="294480"/>
              </p14:xfrm>
            </p:contentPart>
          </mc:Choice>
          <mc:Fallback>
            <p:pic>
              <p:nvPicPr>
                <p:cNvPr id="103" name="Ink 102">
                  <a:extLst>
                    <a:ext uri="{FF2B5EF4-FFF2-40B4-BE49-F238E27FC236}">
                      <a16:creationId xmlns:a16="http://schemas.microsoft.com/office/drawing/2014/main" id="{49A205CA-7162-C6E3-682B-11DB94EE843C}"/>
                    </a:ext>
                  </a:extLst>
                </p:cNvPr>
                <p:cNvPicPr/>
                <p:nvPr/>
              </p:nvPicPr>
              <p:blipFill>
                <a:blip r:embed="rId169"/>
                <a:stretch>
                  <a:fillRect/>
                </a:stretch>
              </p:blipFill>
              <p:spPr>
                <a:xfrm>
                  <a:off x="3692275" y="3902230"/>
                  <a:ext cx="13788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5" name="Ink 104">
                  <a:extLst>
                    <a:ext uri="{FF2B5EF4-FFF2-40B4-BE49-F238E27FC236}">
                      <a16:creationId xmlns:a16="http://schemas.microsoft.com/office/drawing/2014/main" id="{D0A84A17-3AA8-AE4A-E348-3C880FE0701A}"/>
                    </a:ext>
                  </a:extLst>
                </p14:cNvPr>
                <p14:cNvContentPartPr/>
                <p14:nvPr/>
              </p14:nvContentPartPr>
              <p14:xfrm>
                <a:off x="5339275" y="3632950"/>
                <a:ext cx="106920" cy="594720"/>
              </p14:xfrm>
            </p:contentPart>
          </mc:Choice>
          <mc:Fallback>
            <p:pic>
              <p:nvPicPr>
                <p:cNvPr id="105" name="Ink 104">
                  <a:extLst>
                    <a:ext uri="{FF2B5EF4-FFF2-40B4-BE49-F238E27FC236}">
                      <a16:creationId xmlns:a16="http://schemas.microsoft.com/office/drawing/2014/main" id="{D0A84A17-3AA8-AE4A-E348-3C880FE0701A}"/>
                    </a:ext>
                  </a:extLst>
                </p:cNvPr>
                <p:cNvPicPr/>
                <p:nvPr/>
              </p:nvPicPr>
              <p:blipFill>
                <a:blip r:embed="rId171"/>
                <a:stretch>
                  <a:fillRect/>
                </a:stretch>
              </p:blipFill>
              <p:spPr>
                <a:xfrm>
                  <a:off x="5333155" y="3626830"/>
                  <a:ext cx="119160" cy="6069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6" name="Ink 105">
                  <a:extLst>
                    <a:ext uri="{FF2B5EF4-FFF2-40B4-BE49-F238E27FC236}">
                      <a16:creationId xmlns:a16="http://schemas.microsoft.com/office/drawing/2014/main" id="{693BD896-0D6D-3FC2-F191-1039794FDB54}"/>
                    </a:ext>
                  </a:extLst>
                </p14:cNvPr>
                <p14:cNvContentPartPr/>
                <p14:nvPr/>
              </p14:nvContentPartPr>
              <p14:xfrm>
                <a:off x="5144875" y="3775870"/>
                <a:ext cx="136800" cy="552240"/>
              </p14:xfrm>
            </p:contentPart>
          </mc:Choice>
          <mc:Fallback>
            <p:pic>
              <p:nvPicPr>
                <p:cNvPr id="106" name="Ink 105">
                  <a:extLst>
                    <a:ext uri="{FF2B5EF4-FFF2-40B4-BE49-F238E27FC236}">
                      <a16:creationId xmlns:a16="http://schemas.microsoft.com/office/drawing/2014/main" id="{693BD896-0D6D-3FC2-F191-1039794FDB54}"/>
                    </a:ext>
                  </a:extLst>
                </p:cNvPr>
                <p:cNvPicPr/>
                <p:nvPr/>
              </p:nvPicPr>
              <p:blipFill>
                <a:blip r:embed="rId173"/>
                <a:stretch>
                  <a:fillRect/>
                </a:stretch>
              </p:blipFill>
              <p:spPr>
                <a:xfrm>
                  <a:off x="5138755" y="3769750"/>
                  <a:ext cx="149040" cy="564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8" name="Ink 107">
                  <a:extLst>
                    <a:ext uri="{FF2B5EF4-FFF2-40B4-BE49-F238E27FC236}">
                      <a16:creationId xmlns:a16="http://schemas.microsoft.com/office/drawing/2014/main" id="{284AD88C-D67E-366C-3D73-9B424FDB7B5F}"/>
                    </a:ext>
                  </a:extLst>
                </p14:cNvPr>
                <p14:cNvContentPartPr/>
                <p14:nvPr/>
              </p14:nvContentPartPr>
              <p14:xfrm>
                <a:off x="6026875" y="1995310"/>
                <a:ext cx="3128760" cy="1209240"/>
              </p14:xfrm>
            </p:contentPart>
          </mc:Choice>
          <mc:Fallback>
            <p:pic>
              <p:nvPicPr>
                <p:cNvPr id="108" name="Ink 107">
                  <a:extLst>
                    <a:ext uri="{FF2B5EF4-FFF2-40B4-BE49-F238E27FC236}">
                      <a16:creationId xmlns:a16="http://schemas.microsoft.com/office/drawing/2014/main" id="{284AD88C-D67E-366C-3D73-9B424FDB7B5F}"/>
                    </a:ext>
                  </a:extLst>
                </p:cNvPr>
                <p:cNvPicPr/>
                <p:nvPr/>
              </p:nvPicPr>
              <p:blipFill>
                <a:blip r:embed="rId175"/>
                <a:stretch>
                  <a:fillRect/>
                </a:stretch>
              </p:blipFill>
              <p:spPr>
                <a:xfrm>
                  <a:off x="6020755" y="1989190"/>
                  <a:ext cx="3141000" cy="1221480"/>
                </a:xfrm>
                <a:prstGeom prst="rect">
                  <a:avLst/>
                </a:prstGeom>
              </p:spPr>
            </p:pic>
          </mc:Fallback>
        </mc:AlternateContent>
      </p:grpSp>
    </p:spTree>
    <p:extLst>
      <p:ext uri="{BB962C8B-B14F-4D97-AF65-F5344CB8AC3E}">
        <p14:creationId xmlns:p14="http://schemas.microsoft.com/office/powerpoint/2010/main" val="3661330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Picture 9" descr="normal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15800" cy="67548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FF2D954-69C7-39CA-EF64-B04A7F204C32}"/>
                  </a:ext>
                </a:extLst>
              </p14:cNvPr>
              <p14:cNvContentPartPr/>
              <p14:nvPr/>
            </p14:nvContentPartPr>
            <p14:xfrm>
              <a:off x="6740395" y="4388590"/>
              <a:ext cx="801000" cy="151560"/>
            </p14:xfrm>
          </p:contentPart>
        </mc:Choice>
        <mc:Fallback>
          <p:pic>
            <p:nvPicPr>
              <p:cNvPr id="3" name="Ink 2">
                <a:extLst>
                  <a:ext uri="{FF2B5EF4-FFF2-40B4-BE49-F238E27FC236}">
                    <a16:creationId xmlns:a16="http://schemas.microsoft.com/office/drawing/2014/main" id="{2FF2D954-69C7-39CA-EF64-B04A7F204C32}"/>
                  </a:ext>
                </a:extLst>
              </p:cNvPr>
              <p:cNvPicPr/>
              <p:nvPr/>
            </p:nvPicPr>
            <p:blipFill>
              <a:blip r:embed="rId4"/>
              <a:stretch>
                <a:fillRect/>
              </a:stretch>
            </p:blipFill>
            <p:spPr>
              <a:xfrm>
                <a:off x="6734275" y="4382470"/>
                <a:ext cx="813240" cy="163800"/>
              </a:xfrm>
              <a:prstGeom prst="rect">
                <a:avLst/>
              </a:prstGeom>
            </p:spPr>
          </p:pic>
        </mc:Fallback>
      </mc:AlternateContent>
      <p:grpSp>
        <p:nvGrpSpPr>
          <p:cNvPr id="22" name="Group 21">
            <a:extLst>
              <a:ext uri="{FF2B5EF4-FFF2-40B4-BE49-F238E27FC236}">
                <a16:creationId xmlns:a16="http://schemas.microsoft.com/office/drawing/2014/main" id="{1E05F421-0578-8CC5-8F12-76DC1D564C15}"/>
              </a:ext>
            </a:extLst>
          </p:cNvPr>
          <p:cNvGrpSpPr/>
          <p:nvPr/>
        </p:nvGrpSpPr>
        <p:grpSpPr>
          <a:xfrm>
            <a:off x="7473715" y="4123630"/>
            <a:ext cx="369000" cy="310680"/>
            <a:chOff x="7473715" y="4123630"/>
            <a:chExt cx="369000" cy="3106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38F505E8-DCBE-EA47-CF16-1A1A4AC73782}"/>
                    </a:ext>
                  </a:extLst>
                </p14:cNvPr>
                <p14:cNvContentPartPr/>
                <p14:nvPr/>
              </p14:nvContentPartPr>
              <p14:xfrm>
                <a:off x="7473715" y="4151710"/>
                <a:ext cx="369000" cy="282600"/>
              </p14:xfrm>
            </p:contentPart>
          </mc:Choice>
          <mc:Fallback>
            <p:pic>
              <p:nvPicPr>
                <p:cNvPr id="4" name="Ink 3">
                  <a:extLst>
                    <a:ext uri="{FF2B5EF4-FFF2-40B4-BE49-F238E27FC236}">
                      <a16:creationId xmlns:a16="http://schemas.microsoft.com/office/drawing/2014/main" id="{38F505E8-DCBE-EA47-CF16-1A1A4AC73782}"/>
                    </a:ext>
                  </a:extLst>
                </p:cNvPr>
                <p:cNvPicPr/>
                <p:nvPr/>
              </p:nvPicPr>
              <p:blipFill>
                <a:blip r:embed="rId6"/>
                <a:stretch>
                  <a:fillRect/>
                </a:stretch>
              </p:blipFill>
              <p:spPr>
                <a:xfrm>
                  <a:off x="7467595" y="4145590"/>
                  <a:ext cx="38124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02FEDCF3-AA9C-8475-8280-3BAF18A0EC41}"/>
                    </a:ext>
                  </a:extLst>
                </p14:cNvPr>
                <p14:cNvContentPartPr/>
                <p14:nvPr/>
              </p14:nvContentPartPr>
              <p14:xfrm>
                <a:off x="7704475" y="4123630"/>
                <a:ext cx="91080" cy="173160"/>
              </p14:xfrm>
            </p:contentPart>
          </mc:Choice>
          <mc:Fallback>
            <p:pic>
              <p:nvPicPr>
                <p:cNvPr id="6" name="Ink 5">
                  <a:extLst>
                    <a:ext uri="{FF2B5EF4-FFF2-40B4-BE49-F238E27FC236}">
                      <a16:creationId xmlns:a16="http://schemas.microsoft.com/office/drawing/2014/main" id="{02FEDCF3-AA9C-8475-8280-3BAF18A0EC41}"/>
                    </a:ext>
                  </a:extLst>
                </p:cNvPr>
                <p:cNvPicPr/>
                <p:nvPr/>
              </p:nvPicPr>
              <p:blipFill>
                <a:blip r:embed="rId8"/>
                <a:stretch>
                  <a:fillRect/>
                </a:stretch>
              </p:blipFill>
              <p:spPr>
                <a:xfrm>
                  <a:off x="7698355" y="4117510"/>
                  <a:ext cx="103320" cy="185400"/>
                </a:xfrm>
                <a:prstGeom prst="rect">
                  <a:avLst/>
                </a:prstGeom>
              </p:spPr>
            </p:pic>
          </mc:Fallback>
        </mc:AlternateContent>
      </p:grpSp>
      <p:grpSp>
        <p:nvGrpSpPr>
          <p:cNvPr id="21" name="Group 20">
            <a:extLst>
              <a:ext uri="{FF2B5EF4-FFF2-40B4-BE49-F238E27FC236}">
                <a16:creationId xmlns:a16="http://schemas.microsoft.com/office/drawing/2014/main" id="{72ED313F-F900-C414-5F49-15E1AB6C55CD}"/>
              </a:ext>
            </a:extLst>
          </p:cNvPr>
          <p:cNvGrpSpPr/>
          <p:nvPr/>
        </p:nvGrpSpPr>
        <p:grpSpPr>
          <a:xfrm>
            <a:off x="8085715" y="3830590"/>
            <a:ext cx="1655640" cy="771480"/>
            <a:chOff x="8085715" y="3830590"/>
            <a:chExt cx="1655640" cy="771480"/>
          </a:xfrm>
        </p:grpSpPr>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FB131378-23F6-0734-C5AB-682D4D832D34}"/>
                    </a:ext>
                  </a:extLst>
                </p14:cNvPr>
                <p14:cNvContentPartPr/>
                <p14:nvPr/>
              </p14:nvContentPartPr>
              <p14:xfrm>
                <a:off x="8085715" y="3922750"/>
                <a:ext cx="65520" cy="275760"/>
              </p14:xfrm>
            </p:contentPart>
          </mc:Choice>
          <mc:Fallback>
            <p:pic>
              <p:nvPicPr>
                <p:cNvPr id="7" name="Ink 6">
                  <a:extLst>
                    <a:ext uri="{FF2B5EF4-FFF2-40B4-BE49-F238E27FC236}">
                      <a16:creationId xmlns:a16="http://schemas.microsoft.com/office/drawing/2014/main" id="{FB131378-23F6-0734-C5AB-682D4D832D34}"/>
                    </a:ext>
                  </a:extLst>
                </p:cNvPr>
                <p:cNvPicPr/>
                <p:nvPr/>
              </p:nvPicPr>
              <p:blipFill>
                <a:blip r:embed="rId10"/>
                <a:stretch>
                  <a:fillRect/>
                </a:stretch>
              </p:blipFill>
              <p:spPr>
                <a:xfrm>
                  <a:off x="8079595" y="3916630"/>
                  <a:ext cx="7776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EBF7448A-2E8F-75F0-0003-EBAEACFDE22D}"/>
                    </a:ext>
                  </a:extLst>
                </p14:cNvPr>
                <p14:cNvContentPartPr/>
                <p14:nvPr/>
              </p14:nvContentPartPr>
              <p14:xfrm>
                <a:off x="8165995" y="3830590"/>
                <a:ext cx="186840" cy="457920"/>
              </p14:xfrm>
            </p:contentPart>
          </mc:Choice>
          <mc:Fallback>
            <p:pic>
              <p:nvPicPr>
                <p:cNvPr id="8" name="Ink 7">
                  <a:extLst>
                    <a:ext uri="{FF2B5EF4-FFF2-40B4-BE49-F238E27FC236}">
                      <a16:creationId xmlns:a16="http://schemas.microsoft.com/office/drawing/2014/main" id="{EBF7448A-2E8F-75F0-0003-EBAEACFDE22D}"/>
                    </a:ext>
                  </a:extLst>
                </p:cNvPr>
                <p:cNvPicPr/>
                <p:nvPr/>
              </p:nvPicPr>
              <p:blipFill>
                <a:blip r:embed="rId12"/>
                <a:stretch>
                  <a:fillRect/>
                </a:stretch>
              </p:blipFill>
              <p:spPr>
                <a:xfrm>
                  <a:off x="8159875" y="3824470"/>
                  <a:ext cx="199080" cy="470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65A1FBCD-B1D0-785F-105E-AFFBDEA3AC15}"/>
                    </a:ext>
                  </a:extLst>
                </p14:cNvPr>
                <p14:cNvContentPartPr/>
                <p14:nvPr/>
              </p14:nvContentPartPr>
              <p14:xfrm>
                <a:off x="8246995" y="4022110"/>
                <a:ext cx="241920" cy="246960"/>
              </p14:xfrm>
            </p:contentPart>
          </mc:Choice>
          <mc:Fallback>
            <p:pic>
              <p:nvPicPr>
                <p:cNvPr id="9" name="Ink 8">
                  <a:extLst>
                    <a:ext uri="{FF2B5EF4-FFF2-40B4-BE49-F238E27FC236}">
                      <a16:creationId xmlns:a16="http://schemas.microsoft.com/office/drawing/2014/main" id="{65A1FBCD-B1D0-785F-105E-AFFBDEA3AC15}"/>
                    </a:ext>
                  </a:extLst>
                </p:cNvPr>
                <p:cNvPicPr/>
                <p:nvPr/>
              </p:nvPicPr>
              <p:blipFill>
                <a:blip r:embed="rId14"/>
                <a:stretch>
                  <a:fillRect/>
                </a:stretch>
              </p:blipFill>
              <p:spPr>
                <a:xfrm>
                  <a:off x="8240875" y="4015990"/>
                  <a:ext cx="2541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09BA661F-FBB7-C786-372F-368082629F7F}"/>
                    </a:ext>
                  </a:extLst>
                </p14:cNvPr>
                <p14:cNvContentPartPr/>
                <p14:nvPr/>
              </p14:nvContentPartPr>
              <p14:xfrm>
                <a:off x="8223235" y="4150270"/>
                <a:ext cx="251640" cy="71640"/>
              </p14:xfrm>
            </p:contentPart>
          </mc:Choice>
          <mc:Fallback>
            <p:pic>
              <p:nvPicPr>
                <p:cNvPr id="10" name="Ink 9">
                  <a:extLst>
                    <a:ext uri="{FF2B5EF4-FFF2-40B4-BE49-F238E27FC236}">
                      <a16:creationId xmlns:a16="http://schemas.microsoft.com/office/drawing/2014/main" id="{09BA661F-FBB7-C786-372F-368082629F7F}"/>
                    </a:ext>
                  </a:extLst>
                </p:cNvPr>
                <p:cNvPicPr/>
                <p:nvPr/>
              </p:nvPicPr>
              <p:blipFill>
                <a:blip r:embed="rId16"/>
                <a:stretch>
                  <a:fillRect/>
                </a:stretch>
              </p:blipFill>
              <p:spPr>
                <a:xfrm>
                  <a:off x="8217115" y="4144150"/>
                  <a:ext cx="26388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090CF257-F885-D6D0-DDE1-A8EDFFFAAB0E}"/>
                    </a:ext>
                  </a:extLst>
                </p14:cNvPr>
                <p14:cNvContentPartPr/>
                <p14:nvPr/>
              </p14:nvContentPartPr>
              <p14:xfrm>
                <a:off x="8600875" y="4009870"/>
                <a:ext cx="209520" cy="117360"/>
              </p14:xfrm>
            </p:contentPart>
          </mc:Choice>
          <mc:Fallback>
            <p:pic>
              <p:nvPicPr>
                <p:cNvPr id="11" name="Ink 10">
                  <a:extLst>
                    <a:ext uri="{FF2B5EF4-FFF2-40B4-BE49-F238E27FC236}">
                      <a16:creationId xmlns:a16="http://schemas.microsoft.com/office/drawing/2014/main" id="{090CF257-F885-D6D0-DDE1-A8EDFFFAAB0E}"/>
                    </a:ext>
                  </a:extLst>
                </p:cNvPr>
                <p:cNvPicPr/>
                <p:nvPr/>
              </p:nvPicPr>
              <p:blipFill>
                <a:blip r:embed="rId18"/>
                <a:stretch>
                  <a:fillRect/>
                </a:stretch>
              </p:blipFill>
              <p:spPr>
                <a:xfrm>
                  <a:off x="8594755" y="4003750"/>
                  <a:ext cx="2217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D1AC1D37-3515-2FAE-2BDF-1F0677CBA3D5}"/>
                    </a:ext>
                  </a:extLst>
                </p14:cNvPr>
                <p14:cNvContentPartPr/>
                <p14:nvPr/>
              </p14:nvContentPartPr>
              <p14:xfrm>
                <a:off x="8609515" y="4199590"/>
                <a:ext cx="180720" cy="10080"/>
              </p14:xfrm>
            </p:contentPart>
          </mc:Choice>
          <mc:Fallback>
            <p:pic>
              <p:nvPicPr>
                <p:cNvPr id="12" name="Ink 11">
                  <a:extLst>
                    <a:ext uri="{FF2B5EF4-FFF2-40B4-BE49-F238E27FC236}">
                      <a16:creationId xmlns:a16="http://schemas.microsoft.com/office/drawing/2014/main" id="{D1AC1D37-3515-2FAE-2BDF-1F0677CBA3D5}"/>
                    </a:ext>
                  </a:extLst>
                </p:cNvPr>
                <p:cNvPicPr/>
                <p:nvPr/>
              </p:nvPicPr>
              <p:blipFill>
                <a:blip r:embed="rId20"/>
                <a:stretch>
                  <a:fillRect/>
                </a:stretch>
              </p:blipFill>
              <p:spPr>
                <a:xfrm>
                  <a:off x="8603395" y="4193470"/>
                  <a:ext cx="1929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2601151E-3BC2-3CD3-A859-9759CF390242}"/>
                    </a:ext>
                  </a:extLst>
                </p14:cNvPr>
                <p14:cNvContentPartPr/>
                <p14:nvPr/>
              </p14:nvContentPartPr>
              <p14:xfrm>
                <a:off x="8938195" y="4018870"/>
                <a:ext cx="29520" cy="287640"/>
              </p14:xfrm>
            </p:contentPart>
          </mc:Choice>
          <mc:Fallback>
            <p:pic>
              <p:nvPicPr>
                <p:cNvPr id="13" name="Ink 12">
                  <a:extLst>
                    <a:ext uri="{FF2B5EF4-FFF2-40B4-BE49-F238E27FC236}">
                      <a16:creationId xmlns:a16="http://schemas.microsoft.com/office/drawing/2014/main" id="{2601151E-3BC2-3CD3-A859-9759CF390242}"/>
                    </a:ext>
                  </a:extLst>
                </p:cNvPr>
                <p:cNvPicPr/>
                <p:nvPr/>
              </p:nvPicPr>
              <p:blipFill>
                <a:blip r:embed="rId22"/>
                <a:stretch>
                  <a:fillRect/>
                </a:stretch>
              </p:blipFill>
              <p:spPr>
                <a:xfrm>
                  <a:off x="8932075" y="4012750"/>
                  <a:ext cx="4176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609B7485-AF0A-021D-C58B-E036DB39967B}"/>
                    </a:ext>
                  </a:extLst>
                </p14:cNvPr>
                <p14:cNvContentPartPr/>
                <p14:nvPr/>
              </p14:nvContentPartPr>
              <p14:xfrm>
                <a:off x="9117475" y="4078990"/>
                <a:ext cx="8640" cy="20160"/>
              </p14:xfrm>
            </p:contentPart>
          </mc:Choice>
          <mc:Fallback>
            <p:pic>
              <p:nvPicPr>
                <p:cNvPr id="14" name="Ink 13">
                  <a:extLst>
                    <a:ext uri="{FF2B5EF4-FFF2-40B4-BE49-F238E27FC236}">
                      <a16:creationId xmlns:a16="http://schemas.microsoft.com/office/drawing/2014/main" id="{609B7485-AF0A-021D-C58B-E036DB39967B}"/>
                    </a:ext>
                  </a:extLst>
                </p:cNvPr>
                <p:cNvPicPr/>
                <p:nvPr/>
              </p:nvPicPr>
              <p:blipFill>
                <a:blip r:embed="rId24"/>
                <a:stretch>
                  <a:fillRect/>
                </a:stretch>
              </p:blipFill>
              <p:spPr>
                <a:xfrm>
                  <a:off x="9111355" y="4072870"/>
                  <a:ext cx="208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F49D5CB4-AF04-B756-7AAA-D570ED5E437D}"/>
                    </a:ext>
                  </a:extLst>
                </p14:cNvPr>
                <p14:cNvContentPartPr/>
                <p14:nvPr/>
              </p14:nvContentPartPr>
              <p14:xfrm>
                <a:off x="9201355" y="4051990"/>
                <a:ext cx="165600" cy="217440"/>
              </p14:xfrm>
            </p:contentPart>
          </mc:Choice>
          <mc:Fallback>
            <p:pic>
              <p:nvPicPr>
                <p:cNvPr id="15" name="Ink 14">
                  <a:extLst>
                    <a:ext uri="{FF2B5EF4-FFF2-40B4-BE49-F238E27FC236}">
                      <a16:creationId xmlns:a16="http://schemas.microsoft.com/office/drawing/2014/main" id="{F49D5CB4-AF04-B756-7AAA-D570ED5E437D}"/>
                    </a:ext>
                  </a:extLst>
                </p:cNvPr>
                <p:cNvPicPr/>
                <p:nvPr/>
              </p:nvPicPr>
              <p:blipFill>
                <a:blip r:embed="rId26"/>
                <a:stretch>
                  <a:fillRect/>
                </a:stretch>
              </p:blipFill>
              <p:spPr>
                <a:xfrm>
                  <a:off x="9195235" y="4045870"/>
                  <a:ext cx="17784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846A6EC3-3DFE-F563-B1FE-53E39CFC151F}"/>
                    </a:ext>
                  </a:extLst>
                </p14:cNvPr>
                <p14:cNvContentPartPr/>
                <p14:nvPr/>
              </p14:nvContentPartPr>
              <p14:xfrm>
                <a:off x="9209635" y="4148470"/>
                <a:ext cx="247680" cy="39600"/>
              </p14:xfrm>
            </p:contentPart>
          </mc:Choice>
          <mc:Fallback>
            <p:pic>
              <p:nvPicPr>
                <p:cNvPr id="16" name="Ink 15">
                  <a:extLst>
                    <a:ext uri="{FF2B5EF4-FFF2-40B4-BE49-F238E27FC236}">
                      <a16:creationId xmlns:a16="http://schemas.microsoft.com/office/drawing/2014/main" id="{846A6EC3-3DFE-F563-B1FE-53E39CFC151F}"/>
                    </a:ext>
                  </a:extLst>
                </p:cNvPr>
                <p:cNvPicPr/>
                <p:nvPr/>
              </p:nvPicPr>
              <p:blipFill>
                <a:blip r:embed="rId28"/>
                <a:stretch>
                  <a:fillRect/>
                </a:stretch>
              </p:blipFill>
              <p:spPr>
                <a:xfrm>
                  <a:off x="9203515" y="4142350"/>
                  <a:ext cx="2599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D411B16F-00D6-998F-F0F6-81050D34E3D5}"/>
                    </a:ext>
                  </a:extLst>
                </p14:cNvPr>
                <p14:cNvContentPartPr/>
                <p14:nvPr/>
              </p14:nvContentPartPr>
              <p14:xfrm>
                <a:off x="9496195" y="4018150"/>
                <a:ext cx="147600" cy="28080"/>
              </p14:xfrm>
            </p:contentPart>
          </mc:Choice>
          <mc:Fallback>
            <p:pic>
              <p:nvPicPr>
                <p:cNvPr id="17" name="Ink 16">
                  <a:extLst>
                    <a:ext uri="{FF2B5EF4-FFF2-40B4-BE49-F238E27FC236}">
                      <a16:creationId xmlns:a16="http://schemas.microsoft.com/office/drawing/2014/main" id="{D411B16F-00D6-998F-F0F6-81050D34E3D5}"/>
                    </a:ext>
                  </a:extLst>
                </p:cNvPr>
                <p:cNvPicPr/>
                <p:nvPr/>
              </p:nvPicPr>
              <p:blipFill>
                <a:blip r:embed="rId30"/>
                <a:stretch>
                  <a:fillRect/>
                </a:stretch>
              </p:blipFill>
              <p:spPr>
                <a:xfrm>
                  <a:off x="9490075" y="4012030"/>
                  <a:ext cx="15984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Ink 17">
                  <a:extLst>
                    <a:ext uri="{FF2B5EF4-FFF2-40B4-BE49-F238E27FC236}">
                      <a16:creationId xmlns:a16="http://schemas.microsoft.com/office/drawing/2014/main" id="{DE20F6BF-875A-7CFD-D582-0DADFB2AB82C}"/>
                    </a:ext>
                  </a:extLst>
                </p14:cNvPr>
                <p14:cNvContentPartPr/>
                <p14:nvPr/>
              </p14:nvContentPartPr>
              <p14:xfrm>
                <a:off x="9480715" y="4015990"/>
                <a:ext cx="149040" cy="208440"/>
              </p14:xfrm>
            </p:contentPart>
          </mc:Choice>
          <mc:Fallback>
            <p:pic>
              <p:nvPicPr>
                <p:cNvPr id="18" name="Ink 17">
                  <a:extLst>
                    <a:ext uri="{FF2B5EF4-FFF2-40B4-BE49-F238E27FC236}">
                      <a16:creationId xmlns:a16="http://schemas.microsoft.com/office/drawing/2014/main" id="{DE20F6BF-875A-7CFD-D582-0DADFB2AB82C}"/>
                    </a:ext>
                  </a:extLst>
                </p:cNvPr>
                <p:cNvPicPr/>
                <p:nvPr/>
              </p:nvPicPr>
              <p:blipFill>
                <a:blip r:embed="rId32"/>
                <a:stretch>
                  <a:fillRect/>
                </a:stretch>
              </p:blipFill>
              <p:spPr>
                <a:xfrm>
                  <a:off x="9474595" y="4009870"/>
                  <a:ext cx="1612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214A1F27-4AA4-4755-CF90-E168457B00F8}"/>
                    </a:ext>
                  </a:extLst>
                </p14:cNvPr>
                <p14:cNvContentPartPr/>
                <p14:nvPr/>
              </p14:nvContentPartPr>
              <p14:xfrm>
                <a:off x="9495475" y="3831670"/>
                <a:ext cx="245880" cy="770400"/>
              </p14:xfrm>
            </p:contentPart>
          </mc:Choice>
          <mc:Fallback>
            <p:pic>
              <p:nvPicPr>
                <p:cNvPr id="19" name="Ink 18">
                  <a:extLst>
                    <a:ext uri="{FF2B5EF4-FFF2-40B4-BE49-F238E27FC236}">
                      <a16:creationId xmlns:a16="http://schemas.microsoft.com/office/drawing/2014/main" id="{214A1F27-4AA4-4755-CF90-E168457B00F8}"/>
                    </a:ext>
                  </a:extLst>
                </p:cNvPr>
                <p:cNvPicPr/>
                <p:nvPr/>
              </p:nvPicPr>
              <p:blipFill>
                <a:blip r:embed="rId34"/>
                <a:stretch>
                  <a:fillRect/>
                </a:stretch>
              </p:blipFill>
              <p:spPr>
                <a:xfrm>
                  <a:off x="9489355" y="3825550"/>
                  <a:ext cx="258120" cy="782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Ink 19">
                  <a:extLst>
                    <a:ext uri="{FF2B5EF4-FFF2-40B4-BE49-F238E27FC236}">
                      <a16:creationId xmlns:a16="http://schemas.microsoft.com/office/drawing/2014/main" id="{6B3E2912-9B4C-E6C1-3C09-85BF615A6B98}"/>
                    </a:ext>
                  </a:extLst>
                </p14:cNvPr>
                <p14:cNvContentPartPr/>
                <p14:nvPr/>
              </p14:nvContentPartPr>
              <p14:xfrm>
                <a:off x="9114955" y="4090510"/>
                <a:ext cx="13320" cy="8640"/>
              </p14:xfrm>
            </p:contentPart>
          </mc:Choice>
          <mc:Fallback>
            <p:pic>
              <p:nvPicPr>
                <p:cNvPr id="20" name="Ink 19">
                  <a:extLst>
                    <a:ext uri="{FF2B5EF4-FFF2-40B4-BE49-F238E27FC236}">
                      <a16:creationId xmlns:a16="http://schemas.microsoft.com/office/drawing/2014/main" id="{6B3E2912-9B4C-E6C1-3C09-85BF615A6B98}"/>
                    </a:ext>
                  </a:extLst>
                </p:cNvPr>
                <p:cNvPicPr/>
                <p:nvPr/>
              </p:nvPicPr>
              <p:blipFill>
                <a:blip r:embed="rId36"/>
                <a:stretch>
                  <a:fillRect/>
                </a:stretch>
              </p:blipFill>
              <p:spPr>
                <a:xfrm>
                  <a:off x="9108835" y="4084390"/>
                  <a:ext cx="25560" cy="20880"/>
                </a:xfrm>
                <a:prstGeom prst="rect">
                  <a:avLst/>
                </a:prstGeom>
              </p:spPr>
            </p:pic>
          </mc:Fallback>
        </mc:AlternateContent>
      </p:grpSp>
    </p:spTree>
    <p:extLst>
      <p:ext uri="{BB962C8B-B14F-4D97-AF65-F5344CB8AC3E}">
        <p14:creationId xmlns:p14="http://schemas.microsoft.com/office/powerpoint/2010/main" val="2333351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9</a:t>
            </a:r>
            <a:endParaRPr lang="en-IN" dirty="0"/>
          </a:p>
        </p:txBody>
      </p:sp>
      <p:sp>
        <p:nvSpPr>
          <p:cNvPr id="5" name="Content Placeholder 1"/>
          <p:cNvSpPr txBox="1">
            <a:spLocks/>
          </p:cNvSpPr>
          <p:nvPr/>
        </p:nvSpPr>
        <p:spPr>
          <a:xfrm>
            <a:off x="533400" y="1295400"/>
            <a:ext cx="10515600" cy="362307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2200" dirty="0"/>
              <a:t>If a random variable has the standard normal distribution, find the probability that it will take on a value</a:t>
            </a:r>
          </a:p>
          <a:p>
            <a:pPr marL="0" indent="0">
              <a:lnSpc>
                <a:spcPct val="150000"/>
              </a:lnSpc>
              <a:spcBef>
                <a:spcPts val="0"/>
              </a:spcBef>
              <a:buNone/>
            </a:pPr>
            <a:r>
              <a:rPr lang="en-US" sz="2200" dirty="0"/>
              <a:t>a)less than 1.75 = P(Z &lt; 1.75) = F(1.75) = 0.9599</a:t>
            </a:r>
          </a:p>
          <a:p>
            <a:pPr marL="0" indent="0">
              <a:lnSpc>
                <a:spcPct val="150000"/>
              </a:lnSpc>
              <a:spcBef>
                <a:spcPts val="0"/>
              </a:spcBef>
              <a:buNone/>
            </a:pPr>
            <a:r>
              <a:rPr lang="en-US" sz="2200" dirty="0"/>
              <a:t>b)less than -1.25 = P(Z &lt; -1.25) = F(-1.25) = 1 </a:t>
            </a:r>
            <a:r>
              <a:rPr lang="mr-IN" sz="2200" dirty="0"/>
              <a:t>–</a:t>
            </a:r>
            <a:r>
              <a:rPr lang="en-US" sz="2200" dirty="0"/>
              <a:t>F(1.25) = 0.1056</a:t>
            </a:r>
          </a:p>
          <a:p>
            <a:pPr marL="0" indent="0">
              <a:lnSpc>
                <a:spcPct val="150000"/>
              </a:lnSpc>
              <a:spcBef>
                <a:spcPts val="0"/>
              </a:spcBef>
              <a:buNone/>
            </a:pPr>
            <a:r>
              <a:rPr lang="en-US" sz="2200" dirty="0"/>
              <a:t>c)greater than 2.06 = P(Z &gt;2.06) = 1 </a:t>
            </a:r>
            <a:r>
              <a:rPr lang="mr-IN" sz="2200" dirty="0"/>
              <a:t>–</a:t>
            </a:r>
            <a:r>
              <a:rPr lang="en-US" sz="2200" dirty="0"/>
              <a:t> F(2.06) =1-0.9803= 0.0197</a:t>
            </a:r>
          </a:p>
          <a:p>
            <a:pPr marL="0" indent="0">
              <a:lnSpc>
                <a:spcPct val="150000"/>
              </a:lnSpc>
              <a:spcBef>
                <a:spcPts val="0"/>
              </a:spcBef>
              <a:buNone/>
            </a:pPr>
            <a:r>
              <a:rPr lang="en-US" sz="2200" dirty="0"/>
              <a:t>d)greater than -1.82 = P(Z &gt; -1.82) = 1- F(-1.82) =1-0.0344=0.9656</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D88775A-2137-EFE0-7AC4-6A0B57626FBA}"/>
                  </a:ext>
                </a:extLst>
              </p14:cNvPr>
              <p14:cNvContentPartPr/>
              <p14:nvPr/>
            </p14:nvContentPartPr>
            <p14:xfrm>
              <a:off x="411955" y="2399950"/>
              <a:ext cx="83880" cy="515880"/>
            </p14:xfrm>
          </p:contentPart>
        </mc:Choice>
        <mc:Fallback>
          <p:pic>
            <p:nvPicPr>
              <p:cNvPr id="3" name="Ink 2">
                <a:extLst>
                  <a:ext uri="{FF2B5EF4-FFF2-40B4-BE49-F238E27FC236}">
                    <a16:creationId xmlns:a16="http://schemas.microsoft.com/office/drawing/2014/main" id="{6D88775A-2137-EFE0-7AC4-6A0B57626FBA}"/>
                  </a:ext>
                </a:extLst>
              </p:cNvPr>
              <p:cNvPicPr/>
              <p:nvPr/>
            </p:nvPicPr>
            <p:blipFill>
              <a:blip r:embed="rId3"/>
              <a:stretch>
                <a:fillRect/>
              </a:stretch>
            </p:blipFill>
            <p:spPr>
              <a:xfrm>
                <a:off x="405835" y="2393830"/>
                <a:ext cx="96120" cy="528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E42903F-DAF2-BA41-5FAA-6F328C0FFE4A}"/>
                  </a:ext>
                </a:extLst>
              </p14:cNvPr>
              <p14:cNvContentPartPr/>
              <p14:nvPr/>
            </p14:nvContentPartPr>
            <p14:xfrm>
              <a:off x="394315" y="2260990"/>
              <a:ext cx="5704560" cy="753120"/>
            </p14:xfrm>
          </p:contentPart>
        </mc:Choice>
        <mc:Fallback>
          <p:pic>
            <p:nvPicPr>
              <p:cNvPr id="4" name="Ink 3">
                <a:extLst>
                  <a:ext uri="{FF2B5EF4-FFF2-40B4-BE49-F238E27FC236}">
                    <a16:creationId xmlns:a16="http://schemas.microsoft.com/office/drawing/2014/main" id="{5E42903F-DAF2-BA41-5FAA-6F328C0FFE4A}"/>
                  </a:ext>
                </a:extLst>
              </p:cNvPr>
              <p:cNvPicPr/>
              <p:nvPr/>
            </p:nvPicPr>
            <p:blipFill>
              <a:blip r:embed="rId5"/>
              <a:stretch>
                <a:fillRect/>
              </a:stretch>
            </p:blipFill>
            <p:spPr>
              <a:xfrm>
                <a:off x="388195" y="2254870"/>
                <a:ext cx="5716800" cy="765360"/>
              </a:xfrm>
              <a:prstGeom prst="rect">
                <a:avLst/>
              </a:prstGeom>
            </p:spPr>
          </p:pic>
        </mc:Fallback>
      </mc:AlternateContent>
    </p:spTree>
    <p:extLst>
      <p:ext uri="{BB962C8B-B14F-4D97-AF65-F5344CB8AC3E}">
        <p14:creationId xmlns:p14="http://schemas.microsoft.com/office/powerpoint/2010/main" val="2075426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a:t>
            </a:r>
            <a:endParaRPr lang="en-IN" dirty="0"/>
          </a:p>
        </p:txBody>
      </p:sp>
      <p:sp>
        <p:nvSpPr>
          <p:cNvPr id="5" name="Text Box 2"/>
          <p:cNvSpPr txBox="1">
            <a:spLocks noChangeArrowheads="1"/>
          </p:cNvSpPr>
          <p:nvPr/>
        </p:nvSpPr>
        <p:spPr bwMode="auto">
          <a:xfrm>
            <a:off x="384572" y="1044714"/>
            <a:ext cx="11121628"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latin typeface="+mn-lt"/>
              </a:rPr>
              <a:t>Scores on a particular test are normally distributed with a mean of 30 and standard deviation of 4. What is the probability of anyone scoring less than 40?</a:t>
            </a:r>
            <a:endParaRPr lang="en-US" sz="2000" dirty="0">
              <a:latin typeface="+mn-lt"/>
              <a:sym typeface="Symbol" charset="0"/>
            </a:endParaRPr>
          </a:p>
        </p:txBody>
      </p:sp>
      <p:sp>
        <p:nvSpPr>
          <p:cNvPr id="6" name="Rectangle 4"/>
          <p:cNvSpPr>
            <a:spLocks noChangeArrowheads="1"/>
          </p:cNvSpPr>
          <p:nvPr/>
        </p:nvSpPr>
        <p:spPr bwMode="auto">
          <a:xfrm>
            <a:off x="2312807" y="5435180"/>
            <a:ext cx="321764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a:t>
            </a:r>
            <a:r>
              <a:rPr lang="en-US" sz="2000" i="1" dirty="0"/>
              <a:t>x</a:t>
            </a:r>
            <a:r>
              <a:rPr lang="en-US" sz="2000" dirty="0"/>
              <a:t> &lt; 40) = </a:t>
            </a:r>
            <a:r>
              <a:rPr lang="en-US" sz="2000" i="1" dirty="0"/>
              <a:t>P</a:t>
            </a:r>
            <a:r>
              <a:rPr lang="en-US" sz="2000" dirty="0"/>
              <a:t>(</a:t>
            </a:r>
            <a:r>
              <a:rPr lang="en-US" sz="2000" i="1" dirty="0"/>
              <a:t>z</a:t>
            </a:r>
            <a:r>
              <a:rPr lang="en-US" sz="2000" dirty="0"/>
              <a:t> &lt; 2.5) = 0.9938  </a:t>
            </a:r>
          </a:p>
        </p:txBody>
      </p:sp>
      <mc:AlternateContent xmlns:mc="http://schemas.openxmlformats.org/markup-compatibility/2006" xmlns:a14="http://schemas.microsoft.com/office/drawing/2010/main">
        <mc:Choice Requires="a14">
          <p:sp>
            <p:nvSpPr>
              <p:cNvPr id="7" name="Object 19"/>
              <p:cNvSpPr txBox="1"/>
              <p:nvPr/>
            </p:nvSpPr>
            <p:spPr bwMode="auto">
              <a:xfrm>
                <a:off x="4835617" y="2841427"/>
                <a:ext cx="1931189" cy="617538"/>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IN" i="1" smtClean="0">
                          <a:solidFill>
                            <a:srgbClr val="242985"/>
                          </a:solidFill>
                          <a:latin typeface="Cambria Math" panose="02040503050406030204" pitchFamily="18" charset="0"/>
                        </a:rPr>
                        <m:t>z</m:t>
                      </m:r>
                      <m:r>
                        <a:rPr lang="en-IN" i="1" smtClean="0">
                          <a:solidFill>
                            <a:srgbClr val="242985"/>
                          </a:solidFill>
                          <a:latin typeface="Cambria Math" panose="02040503050406030204" pitchFamily="18" charset="0"/>
                        </a:rPr>
                        <m:t>=</m:t>
                      </m:r>
                      <m:f>
                        <m:fPr>
                          <m:ctrlPr>
                            <a:rPr lang="en-IN" i="1">
                              <a:solidFill>
                                <a:srgbClr val="242985"/>
                              </a:solidFill>
                              <a:latin typeface="Cambria Math" panose="02040503050406030204" pitchFamily="18" charset="0"/>
                            </a:rPr>
                          </m:ctrlPr>
                        </m:fPr>
                        <m:num>
                          <m:r>
                            <m:rPr>
                              <m:sty m:val="p"/>
                            </m:rPr>
                            <a:rPr lang="en-IN" i="1">
                              <a:solidFill>
                                <a:srgbClr val="242985"/>
                              </a:solidFill>
                              <a:latin typeface="Cambria Math" panose="02040503050406030204" pitchFamily="18" charset="0"/>
                            </a:rPr>
                            <m:t>x</m:t>
                          </m:r>
                          <m:r>
                            <a:rPr lang="en-IN" i="1">
                              <a:solidFill>
                                <a:srgbClr val="242985"/>
                              </a:solidFill>
                              <a:latin typeface="Cambria Math" panose="02040503050406030204" pitchFamily="18" charset="0"/>
                            </a:rPr>
                            <m:t>−</m:t>
                          </m:r>
                          <m:r>
                            <m:rPr>
                              <m:sty m:val="p"/>
                            </m:rPr>
                            <a:rPr lang="en-IN" i="1">
                              <a:solidFill>
                                <a:srgbClr val="242985"/>
                              </a:solidFill>
                              <a:latin typeface="Cambria Math" panose="02040503050406030204" pitchFamily="18" charset="0"/>
                            </a:rPr>
                            <m:t>μ</m:t>
                          </m:r>
                        </m:num>
                        <m:den>
                          <m:r>
                            <m:rPr>
                              <m:sty m:val="p"/>
                            </m:rPr>
                            <a:rPr lang="en-IN" i="1">
                              <a:solidFill>
                                <a:srgbClr val="242985"/>
                              </a:solidFill>
                              <a:latin typeface="Cambria Math" panose="02040503050406030204" pitchFamily="18" charset="0"/>
                            </a:rPr>
                            <m:t>σ</m:t>
                          </m:r>
                        </m:den>
                      </m:f>
                      <m:r>
                        <a:rPr lang="en-IN" i="1">
                          <a:solidFill>
                            <a:srgbClr val="242985"/>
                          </a:solidFill>
                          <a:latin typeface="Cambria Math" panose="02040503050406030204" pitchFamily="18" charset="0"/>
                        </a:rPr>
                        <m:t>=</m:t>
                      </m:r>
                      <m:f>
                        <m:fPr>
                          <m:ctrlPr>
                            <a:rPr lang="en-IN" i="1">
                              <a:solidFill>
                                <a:srgbClr val="242985"/>
                              </a:solidFill>
                              <a:latin typeface="Cambria Math" panose="02040503050406030204" pitchFamily="18" charset="0"/>
                            </a:rPr>
                          </m:ctrlPr>
                        </m:fPr>
                        <m:num>
                          <m:r>
                            <a:rPr lang="en-IN" b="0" i="1" smtClean="0">
                              <a:solidFill>
                                <a:srgbClr val="242985"/>
                              </a:solidFill>
                              <a:latin typeface="Cambria Math" panose="02040503050406030204" pitchFamily="18" charset="0"/>
                            </a:rPr>
                            <m:t>4</m:t>
                          </m:r>
                          <m:r>
                            <a:rPr lang="en-IN" i="1">
                              <a:solidFill>
                                <a:srgbClr val="242985"/>
                              </a:solidFill>
                              <a:latin typeface="Cambria Math" panose="02040503050406030204" pitchFamily="18" charset="0"/>
                            </a:rPr>
                            <m:t>0−</m:t>
                          </m:r>
                          <m:r>
                            <a:rPr lang="en-IN" b="0" i="1" smtClean="0">
                              <a:solidFill>
                                <a:srgbClr val="242985"/>
                              </a:solidFill>
                              <a:latin typeface="Cambria Math" panose="02040503050406030204" pitchFamily="18" charset="0"/>
                            </a:rPr>
                            <m:t>30</m:t>
                          </m:r>
                        </m:num>
                        <m:den>
                          <m:r>
                            <a:rPr lang="en-IN" b="0" i="1" smtClean="0">
                              <a:solidFill>
                                <a:srgbClr val="242985"/>
                              </a:solidFill>
                              <a:latin typeface="Cambria Math" panose="02040503050406030204" pitchFamily="18" charset="0"/>
                            </a:rPr>
                            <m:t>4</m:t>
                          </m:r>
                        </m:den>
                      </m:f>
                    </m:oMath>
                  </m:oMathPara>
                </a14:m>
                <a:endParaRPr lang="en-IN" dirty="0"/>
              </a:p>
            </p:txBody>
          </p:sp>
        </mc:Choice>
        <mc:Fallback xmlns="">
          <p:sp>
            <p:nvSpPr>
              <p:cNvPr id="7" name="Object 19"/>
              <p:cNvSpPr txBox="1">
                <a:spLocks noRot="1" noChangeAspect="1" noMove="1" noResize="1" noEditPoints="1" noAdjustHandles="1" noChangeArrowheads="1" noChangeShapeType="1" noTextEdit="1"/>
              </p:cNvSpPr>
              <p:nvPr/>
            </p:nvSpPr>
            <p:spPr bwMode="auto">
              <a:xfrm>
                <a:off x="4835617" y="2841427"/>
                <a:ext cx="1931189" cy="617538"/>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20"/>
              <p:cNvSpPr txBox="1"/>
              <p:nvPr/>
            </p:nvSpPr>
            <p:spPr bwMode="auto">
              <a:xfrm>
                <a:off x="6560144" y="2934692"/>
                <a:ext cx="903685" cy="36869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a:bodyPr>
              <a:lstStyle/>
              <a:p>
                <a:pPr/>
                <a14:m>
                  <m:oMathPara xmlns:m="http://schemas.openxmlformats.org/officeDocument/2006/math">
                    <m:oMathParaPr>
                      <m:jc m:val="left"/>
                    </m:oMathParaPr>
                    <m:oMath xmlns:m="http://schemas.openxmlformats.org/officeDocument/2006/math">
                      <m:r>
                        <a:rPr lang="en-IN" i="1" smtClean="0">
                          <a:solidFill>
                            <a:srgbClr val="242985"/>
                          </a:solidFill>
                          <a:latin typeface="Cambria Math" panose="02040503050406030204" pitchFamily="18" charset="0"/>
                        </a:rPr>
                        <m:t>=</m:t>
                      </m:r>
                      <m:r>
                        <a:rPr lang="en-IN" b="0" i="1" smtClean="0">
                          <a:solidFill>
                            <a:srgbClr val="242985"/>
                          </a:solidFill>
                          <a:latin typeface="Cambria Math" panose="02040503050406030204" pitchFamily="18" charset="0"/>
                        </a:rPr>
                        <m:t>2</m:t>
                      </m:r>
                      <m:r>
                        <a:rPr lang="en-IN" i="1">
                          <a:solidFill>
                            <a:srgbClr val="242985"/>
                          </a:solidFill>
                          <a:latin typeface="Cambria Math" panose="02040503050406030204" pitchFamily="18" charset="0"/>
                        </a:rPr>
                        <m:t>.5</m:t>
                      </m:r>
                    </m:oMath>
                  </m:oMathPara>
                </a14:m>
                <a:endParaRPr lang="en-IN" dirty="0"/>
              </a:p>
            </p:txBody>
          </p:sp>
        </mc:Choice>
        <mc:Fallback xmlns="">
          <p:sp>
            <p:nvSpPr>
              <p:cNvPr id="8" name="Object 20"/>
              <p:cNvSpPr txBox="1">
                <a:spLocks noRot="1" noChangeAspect="1" noMove="1" noResize="1" noEditPoints="1" noAdjustHandles="1" noChangeArrowheads="1" noChangeShapeType="1" noTextEdit="1"/>
              </p:cNvSpPr>
              <p:nvPr/>
            </p:nvSpPr>
            <p:spPr bwMode="auto">
              <a:xfrm>
                <a:off x="6560144" y="2934692"/>
                <a:ext cx="903685" cy="368696"/>
              </a:xfrm>
              <a:prstGeom prst="rect">
                <a:avLst/>
              </a:prstGeom>
              <a:blipFill>
                <a:blip r:embed="rId3"/>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21"/>
          <p:cNvSpPr>
            <a:spLocks noChangeArrowheads="1"/>
          </p:cNvSpPr>
          <p:nvPr/>
        </p:nvSpPr>
        <p:spPr bwMode="auto">
          <a:xfrm>
            <a:off x="685800" y="6010617"/>
            <a:ext cx="777239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The probability that a student receives a test score less </a:t>
            </a:r>
            <a:r>
              <a:rPr lang="en-US" sz="2000"/>
              <a:t>than 40 </a:t>
            </a:r>
            <a:r>
              <a:rPr lang="en-US" sz="2000" dirty="0"/>
              <a:t>is </a:t>
            </a:r>
            <a:r>
              <a:rPr lang="en-US" sz="2000" dirty="0">
                <a:solidFill>
                  <a:srgbClr val="FF0000"/>
                </a:solidFill>
              </a:rPr>
              <a:t>0.9938.</a:t>
            </a:r>
          </a:p>
        </p:txBody>
      </p:sp>
      <p:grpSp>
        <p:nvGrpSpPr>
          <p:cNvPr id="10" name="Group 22"/>
          <p:cNvGrpSpPr>
            <a:grpSpLocks/>
          </p:cNvGrpSpPr>
          <p:nvPr/>
        </p:nvGrpSpPr>
        <p:grpSpPr bwMode="auto">
          <a:xfrm>
            <a:off x="2228851" y="4643439"/>
            <a:ext cx="3209925" cy="488156"/>
            <a:chOff x="912" y="3180"/>
            <a:chExt cx="2696" cy="410"/>
          </a:xfrm>
        </p:grpSpPr>
        <p:sp>
          <p:nvSpPr>
            <p:cNvPr id="11" name="Text Box 23"/>
            <p:cNvSpPr txBox="1">
              <a:spLocks noChangeArrowheads="1"/>
            </p:cNvSpPr>
            <p:nvPr/>
          </p:nvSpPr>
          <p:spPr bwMode="auto">
            <a:xfrm>
              <a:off x="1945" y="3331"/>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2" name="Group 24"/>
            <p:cNvGrpSpPr>
              <a:grpSpLocks/>
            </p:cNvGrpSpPr>
            <p:nvPr/>
          </p:nvGrpSpPr>
          <p:grpSpPr bwMode="auto">
            <a:xfrm>
              <a:off x="912" y="3180"/>
              <a:ext cx="2696" cy="252"/>
              <a:chOff x="912" y="3180"/>
              <a:chExt cx="2696" cy="252"/>
            </a:xfrm>
          </p:grpSpPr>
          <p:grpSp>
            <p:nvGrpSpPr>
              <p:cNvPr id="14" name="Group 25"/>
              <p:cNvGrpSpPr>
                <a:grpSpLocks/>
              </p:cNvGrpSpPr>
              <p:nvPr/>
            </p:nvGrpSpPr>
            <p:grpSpPr bwMode="auto">
              <a:xfrm>
                <a:off x="912" y="3247"/>
                <a:ext cx="2496" cy="90"/>
                <a:chOff x="912" y="3247"/>
                <a:chExt cx="2496" cy="90"/>
              </a:xfrm>
            </p:grpSpPr>
            <p:sp>
              <p:nvSpPr>
                <p:cNvPr id="16" name="Freeform 26"/>
                <p:cNvSpPr>
                  <a:spLocks/>
                </p:cNvSpPr>
                <p:nvPr/>
              </p:nvSpPr>
              <p:spPr bwMode="auto">
                <a:xfrm>
                  <a:off x="912"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7" name="Line 27"/>
                <p:cNvSpPr>
                  <a:spLocks noChangeShapeType="1"/>
                </p:cNvSpPr>
                <p:nvPr/>
              </p:nvSpPr>
              <p:spPr bwMode="auto">
                <a:xfrm>
                  <a:off x="2596"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8" name="Line 28"/>
                <p:cNvSpPr>
                  <a:spLocks noChangeShapeType="1"/>
                </p:cNvSpPr>
                <p:nvPr/>
              </p:nvSpPr>
              <p:spPr bwMode="auto">
                <a:xfrm>
                  <a:off x="216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15" name="Rectangle 29"/>
              <p:cNvSpPr>
                <a:spLocks noChangeArrowheads="1"/>
              </p:cNvSpPr>
              <p:nvPr/>
            </p:nvSpPr>
            <p:spPr bwMode="auto">
              <a:xfrm>
                <a:off x="3395"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3" name="Text Box 30"/>
            <p:cNvSpPr txBox="1">
              <a:spLocks noChangeArrowheads="1"/>
            </p:cNvSpPr>
            <p:nvPr/>
          </p:nvSpPr>
          <p:spPr bwMode="auto">
            <a:xfrm>
              <a:off x="2501"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grpSp>
        <p:nvGrpSpPr>
          <p:cNvPr id="19" name="Group 32"/>
          <p:cNvGrpSpPr>
            <a:grpSpLocks/>
          </p:cNvGrpSpPr>
          <p:nvPr/>
        </p:nvGrpSpPr>
        <p:grpSpPr bwMode="auto">
          <a:xfrm>
            <a:off x="2171700" y="3026568"/>
            <a:ext cx="3253979" cy="1749029"/>
            <a:chOff x="864" y="1822"/>
            <a:chExt cx="2733" cy="1469"/>
          </a:xfrm>
        </p:grpSpPr>
        <p:sp>
          <p:nvSpPr>
            <p:cNvPr id="20" name="Line 6"/>
            <p:cNvSpPr>
              <a:spLocks noChangeShapeType="1"/>
            </p:cNvSpPr>
            <p:nvPr/>
          </p:nvSpPr>
          <p:spPr bwMode="auto">
            <a:xfrm>
              <a:off x="2155"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1" name="Text Box 7"/>
            <p:cNvSpPr txBox="1">
              <a:spLocks noChangeArrowheads="1"/>
            </p:cNvSpPr>
            <p:nvPr/>
          </p:nvSpPr>
          <p:spPr bwMode="auto">
            <a:xfrm>
              <a:off x="2495"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40</a:t>
              </a:r>
            </a:p>
          </p:txBody>
        </p:sp>
        <p:sp>
          <p:nvSpPr>
            <p:cNvPr id="22" name="Line 8"/>
            <p:cNvSpPr>
              <a:spLocks noChangeShapeType="1"/>
            </p:cNvSpPr>
            <p:nvPr/>
          </p:nvSpPr>
          <p:spPr bwMode="auto">
            <a:xfrm>
              <a:off x="2595"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3" name="Freeform 9"/>
            <p:cNvSpPr>
              <a:spLocks/>
            </p:cNvSpPr>
            <p:nvPr/>
          </p:nvSpPr>
          <p:spPr bwMode="auto">
            <a:xfrm>
              <a:off x="907"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Freeform 10"/>
            <p:cNvSpPr>
              <a:spLocks/>
            </p:cNvSpPr>
            <p:nvPr/>
          </p:nvSpPr>
          <p:spPr bwMode="auto">
            <a:xfrm>
              <a:off x="983"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5" name="Line 11"/>
            <p:cNvSpPr>
              <a:spLocks noChangeShapeType="1"/>
            </p:cNvSpPr>
            <p:nvPr/>
          </p:nvSpPr>
          <p:spPr bwMode="auto">
            <a:xfrm>
              <a:off x="2155"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6" name="Text Box 12"/>
            <p:cNvSpPr txBox="1">
              <a:spLocks noChangeArrowheads="1"/>
            </p:cNvSpPr>
            <p:nvPr/>
          </p:nvSpPr>
          <p:spPr bwMode="auto">
            <a:xfrm>
              <a:off x="1940"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=30</a:t>
              </a:r>
              <a:endParaRPr lang="en-US" sz="1350" dirty="0"/>
            </a:p>
          </p:txBody>
        </p:sp>
        <p:sp>
          <p:nvSpPr>
            <p:cNvPr id="27" name="Line 13"/>
            <p:cNvSpPr>
              <a:spLocks noChangeShapeType="1"/>
            </p:cNvSpPr>
            <p:nvPr/>
          </p:nvSpPr>
          <p:spPr bwMode="auto">
            <a:xfrm>
              <a:off x="2155"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 name="Rectangle 14"/>
            <p:cNvSpPr>
              <a:spLocks noChangeArrowheads="1"/>
            </p:cNvSpPr>
            <p:nvPr/>
          </p:nvSpPr>
          <p:spPr bwMode="auto">
            <a:xfrm>
              <a:off x="864" y="2339"/>
              <a:ext cx="66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a:t>
              </a:r>
              <a:r>
                <a:rPr lang="en-US" sz="1350" i="1" dirty="0"/>
                <a:t>x</a:t>
              </a:r>
              <a:r>
                <a:rPr lang="en-US" sz="1350" dirty="0"/>
                <a:t> &lt; 40)</a:t>
              </a:r>
            </a:p>
          </p:txBody>
        </p:sp>
        <p:sp>
          <p:nvSpPr>
            <p:cNvPr id="29" name="Rectangle 16"/>
            <p:cNvSpPr>
              <a:spLocks noChangeArrowheads="1"/>
            </p:cNvSpPr>
            <p:nvPr/>
          </p:nvSpPr>
          <p:spPr bwMode="auto">
            <a:xfrm>
              <a:off x="1387" y="1822"/>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30</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30" name="Rectangle 17"/>
            <p:cNvSpPr>
              <a:spLocks noChangeArrowheads="1"/>
            </p:cNvSpPr>
            <p:nvPr/>
          </p:nvSpPr>
          <p:spPr bwMode="auto">
            <a:xfrm>
              <a:off x="3379"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sp>
          <p:nvSpPr>
            <p:cNvPr id="31" name="Freeform 18"/>
            <p:cNvSpPr>
              <a:spLocks/>
            </p:cNvSpPr>
            <p:nvPr/>
          </p:nvSpPr>
          <p:spPr bwMode="auto">
            <a:xfrm>
              <a:off x="974" y="2018"/>
              <a:ext cx="1622" cy="996"/>
            </a:xfrm>
            <a:custGeom>
              <a:avLst/>
              <a:gdLst>
                <a:gd name="T0" fmla="*/ 0 w 1622"/>
                <a:gd name="T1" fmla="*/ 996 h 996"/>
                <a:gd name="T2" fmla="*/ 267 w 1622"/>
                <a:gd name="T3" fmla="*/ 949 h 996"/>
                <a:gd name="T4" fmla="*/ 497 w 1622"/>
                <a:gd name="T5" fmla="*/ 866 h 996"/>
                <a:gd name="T6" fmla="*/ 718 w 1622"/>
                <a:gd name="T7" fmla="*/ 672 h 996"/>
                <a:gd name="T8" fmla="*/ 839 w 1622"/>
                <a:gd name="T9" fmla="*/ 478 h 996"/>
                <a:gd name="T10" fmla="*/ 929 w 1622"/>
                <a:gd name="T11" fmla="*/ 264 h 996"/>
                <a:gd name="T12" fmla="*/ 989 w 1622"/>
                <a:gd name="T13" fmla="*/ 134 h 996"/>
                <a:gd name="T14" fmla="*/ 1067 w 1622"/>
                <a:gd name="T15" fmla="*/ 40 h 996"/>
                <a:gd name="T16" fmla="*/ 1181 w 1622"/>
                <a:gd name="T17" fmla="*/ 1 h 996"/>
                <a:gd name="T18" fmla="*/ 1288 w 1622"/>
                <a:gd name="T19" fmla="*/ 35 h 996"/>
                <a:gd name="T20" fmla="*/ 1371 w 1622"/>
                <a:gd name="T21" fmla="*/ 126 h 996"/>
                <a:gd name="T22" fmla="*/ 1454 w 1622"/>
                <a:gd name="T23" fmla="*/ 337 h 996"/>
                <a:gd name="T24" fmla="*/ 1618 w 1622"/>
                <a:gd name="T25" fmla="*/ 670 h 996"/>
                <a:gd name="T26" fmla="*/ 1622 w 1622"/>
                <a:gd name="T27" fmla="*/ 990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22" h="996">
                  <a:moveTo>
                    <a:pt x="0" y="996"/>
                  </a:moveTo>
                  <a:cubicBezTo>
                    <a:pt x="44" y="989"/>
                    <a:pt x="184" y="971"/>
                    <a:pt x="267" y="949"/>
                  </a:cubicBezTo>
                  <a:cubicBezTo>
                    <a:pt x="349" y="930"/>
                    <a:pt x="426" y="912"/>
                    <a:pt x="497" y="866"/>
                  </a:cubicBezTo>
                  <a:cubicBezTo>
                    <a:pt x="572" y="820"/>
                    <a:pt x="661" y="736"/>
                    <a:pt x="718" y="672"/>
                  </a:cubicBezTo>
                  <a:cubicBezTo>
                    <a:pt x="775" y="607"/>
                    <a:pt x="804" y="546"/>
                    <a:pt x="839" y="478"/>
                  </a:cubicBezTo>
                  <a:cubicBezTo>
                    <a:pt x="874" y="410"/>
                    <a:pt x="904" y="321"/>
                    <a:pt x="929" y="264"/>
                  </a:cubicBezTo>
                  <a:cubicBezTo>
                    <a:pt x="955" y="206"/>
                    <a:pt x="966" y="170"/>
                    <a:pt x="989" y="134"/>
                  </a:cubicBezTo>
                  <a:cubicBezTo>
                    <a:pt x="1012" y="97"/>
                    <a:pt x="1035" y="62"/>
                    <a:pt x="1067" y="40"/>
                  </a:cubicBezTo>
                  <a:cubicBezTo>
                    <a:pt x="1099" y="18"/>
                    <a:pt x="1145" y="2"/>
                    <a:pt x="1181" y="1"/>
                  </a:cubicBezTo>
                  <a:cubicBezTo>
                    <a:pt x="1217" y="0"/>
                    <a:pt x="1256" y="15"/>
                    <a:pt x="1288" y="35"/>
                  </a:cubicBezTo>
                  <a:cubicBezTo>
                    <a:pt x="1319" y="56"/>
                    <a:pt x="1343" y="76"/>
                    <a:pt x="1371" y="126"/>
                  </a:cubicBezTo>
                  <a:cubicBezTo>
                    <a:pt x="1399" y="176"/>
                    <a:pt x="1433" y="283"/>
                    <a:pt x="1454" y="337"/>
                  </a:cubicBezTo>
                  <a:lnTo>
                    <a:pt x="1618" y="670"/>
                  </a:lnTo>
                  <a:lnTo>
                    <a:pt x="1622" y="990"/>
                  </a:lnTo>
                </a:path>
              </a:pathLst>
            </a:custGeom>
            <a:solidFill>
              <a:schemeClr val="accent2">
                <a:alpha val="80000"/>
              </a:schemeClr>
            </a:solidFill>
            <a:ln>
              <a:noFill/>
            </a:ln>
            <a:effectLst/>
            <a:extLst>
              <a:ext uri="{91240B29-F687-4f45-9708-019B960494DF}">
                <a14:hiddenLine xmlns:a14="http://schemas.microsoft.com/office/drawing/2010/main" xmlns="" w="12700" cmpd="sng">
                  <a:solidFill>
                    <a:schemeClr val="accent2"/>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2" name="Line 15"/>
            <p:cNvSpPr>
              <a:spLocks noChangeShapeType="1"/>
            </p:cNvSpPr>
            <p:nvPr/>
          </p:nvSpPr>
          <p:spPr bwMode="auto">
            <a:xfrm>
              <a:off x="1536" y="2485"/>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sp useBgFill="1">
        <p:nvSpPr>
          <p:cNvPr id="64" name="Text Box 31"/>
          <p:cNvSpPr txBox="1">
            <a:spLocks noChangeArrowheads="1"/>
          </p:cNvSpPr>
          <p:nvPr/>
        </p:nvSpPr>
        <p:spPr bwMode="auto">
          <a:xfrm>
            <a:off x="3977589" y="4867205"/>
            <a:ext cx="407484"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b="1" dirty="0">
                <a:solidFill>
                  <a:schemeClr val="folHlink"/>
                </a:solidFill>
                <a:cs typeface="Times New Roman" charset="0"/>
              </a:rPr>
              <a:t>2.5</a:t>
            </a:r>
          </a:p>
        </p:txBody>
      </p:sp>
      <p:grpSp>
        <p:nvGrpSpPr>
          <p:cNvPr id="36" name="Group 35">
            <a:extLst>
              <a:ext uri="{FF2B5EF4-FFF2-40B4-BE49-F238E27FC236}">
                <a16:creationId xmlns:a16="http://schemas.microsoft.com/office/drawing/2014/main" id="{4AB8338A-37AC-E6CF-9F94-6DE131F71B9F}"/>
              </a:ext>
            </a:extLst>
          </p:cNvPr>
          <p:cNvGrpSpPr/>
          <p:nvPr/>
        </p:nvGrpSpPr>
        <p:grpSpPr>
          <a:xfrm>
            <a:off x="382795" y="958510"/>
            <a:ext cx="10860480" cy="895320"/>
            <a:chOff x="382795" y="958510"/>
            <a:chExt cx="10860480" cy="89532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572AC1D-74C0-1F85-EF35-5DA5E4B522E3}"/>
                    </a:ext>
                  </a:extLst>
                </p14:cNvPr>
                <p14:cNvContentPartPr/>
                <p14:nvPr/>
              </p14:nvContentPartPr>
              <p14:xfrm>
                <a:off x="6262675" y="1391950"/>
                <a:ext cx="4980600" cy="172080"/>
              </p14:xfrm>
            </p:contentPart>
          </mc:Choice>
          <mc:Fallback>
            <p:pic>
              <p:nvPicPr>
                <p:cNvPr id="3" name="Ink 2">
                  <a:extLst>
                    <a:ext uri="{FF2B5EF4-FFF2-40B4-BE49-F238E27FC236}">
                      <a16:creationId xmlns:a16="http://schemas.microsoft.com/office/drawing/2014/main" id="{2572AC1D-74C0-1F85-EF35-5DA5E4B522E3}"/>
                    </a:ext>
                  </a:extLst>
                </p:cNvPr>
                <p:cNvPicPr/>
                <p:nvPr/>
              </p:nvPicPr>
              <p:blipFill>
                <a:blip r:embed="rId5"/>
                <a:stretch>
                  <a:fillRect/>
                </a:stretch>
              </p:blipFill>
              <p:spPr>
                <a:xfrm>
                  <a:off x="6256555" y="1385830"/>
                  <a:ext cx="49928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3B77E3C5-85EC-7EE3-8D23-82CB2E7C42B2}"/>
                    </a:ext>
                  </a:extLst>
                </p14:cNvPr>
                <p14:cNvContentPartPr/>
                <p14:nvPr/>
              </p14:nvContentPartPr>
              <p14:xfrm>
                <a:off x="382795" y="1636030"/>
                <a:ext cx="5300280" cy="217800"/>
              </p14:xfrm>
            </p:contentPart>
          </mc:Choice>
          <mc:Fallback>
            <p:pic>
              <p:nvPicPr>
                <p:cNvPr id="4" name="Ink 3">
                  <a:extLst>
                    <a:ext uri="{FF2B5EF4-FFF2-40B4-BE49-F238E27FC236}">
                      <a16:creationId xmlns:a16="http://schemas.microsoft.com/office/drawing/2014/main" id="{3B77E3C5-85EC-7EE3-8D23-82CB2E7C42B2}"/>
                    </a:ext>
                  </a:extLst>
                </p:cNvPr>
                <p:cNvPicPr/>
                <p:nvPr/>
              </p:nvPicPr>
              <p:blipFill>
                <a:blip r:embed="rId7"/>
                <a:stretch>
                  <a:fillRect/>
                </a:stretch>
              </p:blipFill>
              <p:spPr>
                <a:xfrm>
                  <a:off x="376675" y="1629910"/>
                  <a:ext cx="531252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4" name="Ink 33">
                  <a:extLst>
                    <a:ext uri="{FF2B5EF4-FFF2-40B4-BE49-F238E27FC236}">
                      <a16:creationId xmlns:a16="http://schemas.microsoft.com/office/drawing/2014/main" id="{6F2250A4-D197-7085-CA61-AB5861A39DA1}"/>
                    </a:ext>
                  </a:extLst>
                </p14:cNvPr>
                <p14:cNvContentPartPr/>
                <p14:nvPr/>
              </p14:nvContentPartPr>
              <p14:xfrm>
                <a:off x="6421075" y="1017190"/>
                <a:ext cx="1255680" cy="510480"/>
              </p14:xfrm>
            </p:contentPart>
          </mc:Choice>
          <mc:Fallback>
            <p:pic>
              <p:nvPicPr>
                <p:cNvPr id="34" name="Ink 33">
                  <a:extLst>
                    <a:ext uri="{FF2B5EF4-FFF2-40B4-BE49-F238E27FC236}">
                      <a16:creationId xmlns:a16="http://schemas.microsoft.com/office/drawing/2014/main" id="{6F2250A4-D197-7085-CA61-AB5861A39DA1}"/>
                    </a:ext>
                  </a:extLst>
                </p:cNvPr>
                <p:cNvPicPr/>
                <p:nvPr/>
              </p:nvPicPr>
              <p:blipFill>
                <a:blip r:embed="rId9"/>
                <a:stretch>
                  <a:fillRect/>
                </a:stretch>
              </p:blipFill>
              <p:spPr>
                <a:xfrm>
                  <a:off x="6414955" y="1011070"/>
                  <a:ext cx="1267920" cy="522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5" name="Ink 34">
                  <a:extLst>
                    <a:ext uri="{FF2B5EF4-FFF2-40B4-BE49-F238E27FC236}">
                      <a16:creationId xmlns:a16="http://schemas.microsoft.com/office/drawing/2014/main" id="{2B71E2EE-29FD-33F9-BB59-20741E04EF50}"/>
                    </a:ext>
                  </a:extLst>
                </p14:cNvPr>
                <p14:cNvContentPartPr/>
                <p14:nvPr/>
              </p14:nvContentPartPr>
              <p14:xfrm>
                <a:off x="8015155" y="958510"/>
                <a:ext cx="2458800" cy="568080"/>
              </p14:xfrm>
            </p:contentPart>
          </mc:Choice>
          <mc:Fallback>
            <p:pic>
              <p:nvPicPr>
                <p:cNvPr id="35" name="Ink 34">
                  <a:extLst>
                    <a:ext uri="{FF2B5EF4-FFF2-40B4-BE49-F238E27FC236}">
                      <a16:creationId xmlns:a16="http://schemas.microsoft.com/office/drawing/2014/main" id="{2B71E2EE-29FD-33F9-BB59-20741E04EF50}"/>
                    </a:ext>
                  </a:extLst>
                </p:cNvPr>
                <p:cNvPicPr/>
                <p:nvPr/>
              </p:nvPicPr>
              <p:blipFill>
                <a:blip r:embed="rId11"/>
                <a:stretch>
                  <a:fillRect/>
                </a:stretch>
              </p:blipFill>
              <p:spPr>
                <a:xfrm>
                  <a:off x="8009035" y="952390"/>
                  <a:ext cx="2471040" cy="580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38" name="Ink 37">
                <a:extLst>
                  <a:ext uri="{FF2B5EF4-FFF2-40B4-BE49-F238E27FC236}">
                    <a16:creationId xmlns:a16="http://schemas.microsoft.com/office/drawing/2014/main" id="{5C0F6F4A-DA33-2E26-3849-0299C4DFF70F}"/>
                  </a:ext>
                </a:extLst>
              </p14:cNvPr>
              <p14:cNvContentPartPr/>
              <p14:nvPr/>
            </p14:nvContentPartPr>
            <p14:xfrm>
              <a:off x="7036315" y="4180510"/>
              <a:ext cx="4098960" cy="298440"/>
            </p14:xfrm>
          </p:contentPart>
        </mc:Choice>
        <mc:Fallback>
          <p:pic>
            <p:nvPicPr>
              <p:cNvPr id="38" name="Ink 37">
                <a:extLst>
                  <a:ext uri="{FF2B5EF4-FFF2-40B4-BE49-F238E27FC236}">
                    <a16:creationId xmlns:a16="http://schemas.microsoft.com/office/drawing/2014/main" id="{5C0F6F4A-DA33-2E26-3849-0299C4DFF70F}"/>
                  </a:ext>
                </a:extLst>
              </p:cNvPr>
              <p:cNvPicPr/>
              <p:nvPr/>
            </p:nvPicPr>
            <p:blipFill>
              <a:blip r:embed="rId13"/>
              <a:stretch>
                <a:fillRect/>
              </a:stretch>
            </p:blipFill>
            <p:spPr>
              <a:xfrm>
                <a:off x="7030195" y="4174390"/>
                <a:ext cx="4111200" cy="310680"/>
              </a:xfrm>
              <a:prstGeom prst="rect">
                <a:avLst/>
              </a:prstGeom>
            </p:spPr>
          </p:pic>
        </mc:Fallback>
      </mc:AlternateContent>
      <p:grpSp>
        <p:nvGrpSpPr>
          <p:cNvPr id="49" name="Group 48">
            <a:extLst>
              <a:ext uri="{FF2B5EF4-FFF2-40B4-BE49-F238E27FC236}">
                <a16:creationId xmlns:a16="http://schemas.microsoft.com/office/drawing/2014/main" id="{F9F96CA0-55DA-FD28-EFF0-822A9F59D89B}"/>
              </a:ext>
            </a:extLst>
          </p:cNvPr>
          <p:cNvGrpSpPr/>
          <p:nvPr/>
        </p:nvGrpSpPr>
        <p:grpSpPr>
          <a:xfrm>
            <a:off x="8976715" y="4680910"/>
            <a:ext cx="2169000" cy="1159200"/>
            <a:chOff x="8976715" y="4680910"/>
            <a:chExt cx="2169000" cy="1159200"/>
          </a:xfrm>
        </p:grpSpPr>
        <mc:AlternateContent xmlns:mc="http://schemas.openxmlformats.org/markup-compatibility/2006">
          <mc:Choice xmlns:p14="http://schemas.microsoft.com/office/powerpoint/2010/main" Requires="p14">
            <p:contentPart p14:bwMode="auto" r:id="rId14">
              <p14:nvContentPartPr>
                <p14:cNvPr id="39" name="Ink 38">
                  <a:extLst>
                    <a:ext uri="{FF2B5EF4-FFF2-40B4-BE49-F238E27FC236}">
                      <a16:creationId xmlns:a16="http://schemas.microsoft.com/office/drawing/2014/main" id="{A9D0FA90-4A6C-0F45-3CF3-05D5490F04BD}"/>
                    </a:ext>
                  </a:extLst>
                </p14:cNvPr>
                <p14:cNvContentPartPr/>
                <p14:nvPr/>
              </p14:nvContentPartPr>
              <p14:xfrm>
                <a:off x="9093355" y="4742470"/>
                <a:ext cx="234360" cy="211320"/>
              </p14:xfrm>
            </p:contentPart>
          </mc:Choice>
          <mc:Fallback>
            <p:pic>
              <p:nvPicPr>
                <p:cNvPr id="39" name="Ink 38">
                  <a:extLst>
                    <a:ext uri="{FF2B5EF4-FFF2-40B4-BE49-F238E27FC236}">
                      <a16:creationId xmlns:a16="http://schemas.microsoft.com/office/drawing/2014/main" id="{A9D0FA90-4A6C-0F45-3CF3-05D5490F04BD}"/>
                    </a:ext>
                  </a:extLst>
                </p:cNvPr>
                <p:cNvPicPr/>
                <p:nvPr/>
              </p:nvPicPr>
              <p:blipFill>
                <a:blip r:embed="rId15"/>
                <a:stretch>
                  <a:fillRect/>
                </a:stretch>
              </p:blipFill>
              <p:spPr>
                <a:xfrm>
                  <a:off x="9087235" y="4736350"/>
                  <a:ext cx="24660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0" name="Ink 39">
                  <a:extLst>
                    <a:ext uri="{FF2B5EF4-FFF2-40B4-BE49-F238E27FC236}">
                      <a16:creationId xmlns:a16="http://schemas.microsoft.com/office/drawing/2014/main" id="{CA033E51-55F0-59FA-296F-E3CDD315557B}"/>
                    </a:ext>
                  </a:extLst>
                </p14:cNvPr>
                <p14:cNvContentPartPr/>
                <p14:nvPr/>
              </p14:nvContentPartPr>
              <p14:xfrm>
                <a:off x="9204235" y="4757230"/>
                <a:ext cx="46080" cy="375480"/>
              </p14:xfrm>
            </p:contentPart>
          </mc:Choice>
          <mc:Fallback>
            <p:pic>
              <p:nvPicPr>
                <p:cNvPr id="40" name="Ink 39">
                  <a:extLst>
                    <a:ext uri="{FF2B5EF4-FFF2-40B4-BE49-F238E27FC236}">
                      <a16:creationId xmlns:a16="http://schemas.microsoft.com/office/drawing/2014/main" id="{CA033E51-55F0-59FA-296F-E3CDD315557B}"/>
                    </a:ext>
                  </a:extLst>
                </p:cNvPr>
                <p:cNvPicPr/>
                <p:nvPr/>
              </p:nvPicPr>
              <p:blipFill>
                <a:blip r:embed="rId17"/>
                <a:stretch>
                  <a:fillRect/>
                </a:stretch>
              </p:blipFill>
              <p:spPr>
                <a:xfrm>
                  <a:off x="9198115" y="4751110"/>
                  <a:ext cx="58320" cy="387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1" name="Ink 40">
                  <a:extLst>
                    <a:ext uri="{FF2B5EF4-FFF2-40B4-BE49-F238E27FC236}">
                      <a16:creationId xmlns:a16="http://schemas.microsoft.com/office/drawing/2014/main" id="{895DBB5B-4939-4971-16EF-65EB04BDC711}"/>
                    </a:ext>
                  </a:extLst>
                </p14:cNvPr>
                <p14:cNvContentPartPr/>
                <p14:nvPr/>
              </p14:nvContentPartPr>
              <p14:xfrm>
                <a:off x="9406195" y="4818070"/>
                <a:ext cx="218880" cy="69120"/>
              </p14:xfrm>
            </p:contentPart>
          </mc:Choice>
          <mc:Fallback>
            <p:pic>
              <p:nvPicPr>
                <p:cNvPr id="41" name="Ink 40">
                  <a:extLst>
                    <a:ext uri="{FF2B5EF4-FFF2-40B4-BE49-F238E27FC236}">
                      <a16:creationId xmlns:a16="http://schemas.microsoft.com/office/drawing/2014/main" id="{895DBB5B-4939-4971-16EF-65EB04BDC711}"/>
                    </a:ext>
                  </a:extLst>
                </p:cNvPr>
                <p:cNvPicPr/>
                <p:nvPr/>
              </p:nvPicPr>
              <p:blipFill>
                <a:blip r:embed="rId19"/>
                <a:stretch>
                  <a:fillRect/>
                </a:stretch>
              </p:blipFill>
              <p:spPr>
                <a:xfrm>
                  <a:off x="9400075" y="4811950"/>
                  <a:ext cx="2311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2" name="Ink 41">
                  <a:extLst>
                    <a:ext uri="{FF2B5EF4-FFF2-40B4-BE49-F238E27FC236}">
                      <a16:creationId xmlns:a16="http://schemas.microsoft.com/office/drawing/2014/main" id="{6144E7DA-1CC0-1919-3DA3-25AADDBDDBAC}"/>
                    </a:ext>
                  </a:extLst>
                </p14:cNvPr>
                <p14:cNvContentPartPr/>
                <p14:nvPr/>
              </p14:nvContentPartPr>
              <p14:xfrm>
                <a:off x="9754315" y="4823110"/>
                <a:ext cx="151920" cy="35640"/>
              </p14:xfrm>
            </p:contentPart>
          </mc:Choice>
          <mc:Fallback>
            <p:pic>
              <p:nvPicPr>
                <p:cNvPr id="42" name="Ink 41">
                  <a:extLst>
                    <a:ext uri="{FF2B5EF4-FFF2-40B4-BE49-F238E27FC236}">
                      <a16:creationId xmlns:a16="http://schemas.microsoft.com/office/drawing/2014/main" id="{6144E7DA-1CC0-1919-3DA3-25AADDBDDBAC}"/>
                    </a:ext>
                  </a:extLst>
                </p:cNvPr>
                <p:cNvPicPr/>
                <p:nvPr/>
              </p:nvPicPr>
              <p:blipFill>
                <a:blip r:embed="rId21"/>
                <a:stretch>
                  <a:fillRect/>
                </a:stretch>
              </p:blipFill>
              <p:spPr>
                <a:xfrm>
                  <a:off x="9748195" y="4816990"/>
                  <a:ext cx="1641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43" name="Ink 42">
                  <a:extLst>
                    <a:ext uri="{FF2B5EF4-FFF2-40B4-BE49-F238E27FC236}">
                      <a16:creationId xmlns:a16="http://schemas.microsoft.com/office/drawing/2014/main" id="{F0592C14-1DFD-485E-31B1-8CF5BE16B4D6}"/>
                    </a:ext>
                  </a:extLst>
                </p14:cNvPr>
                <p14:cNvContentPartPr/>
                <p14:nvPr/>
              </p14:nvContentPartPr>
              <p14:xfrm>
                <a:off x="9945835" y="4680910"/>
                <a:ext cx="207000" cy="298080"/>
              </p14:xfrm>
            </p:contentPart>
          </mc:Choice>
          <mc:Fallback>
            <p:pic>
              <p:nvPicPr>
                <p:cNvPr id="43" name="Ink 42">
                  <a:extLst>
                    <a:ext uri="{FF2B5EF4-FFF2-40B4-BE49-F238E27FC236}">
                      <a16:creationId xmlns:a16="http://schemas.microsoft.com/office/drawing/2014/main" id="{F0592C14-1DFD-485E-31B1-8CF5BE16B4D6}"/>
                    </a:ext>
                  </a:extLst>
                </p:cNvPr>
                <p:cNvPicPr/>
                <p:nvPr/>
              </p:nvPicPr>
              <p:blipFill>
                <a:blip r:embed="rId23"/>
                <a:stretch>
                  <a:fillRect/>
                </a:stretch>
              </p:blipFill>
              <p:spPr>
                <a:xfrm>
                  <a:off x="9939715" y="4674790"/>
                  <a:ext cx="21924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44" name="Ink 43">
                  <a:extLst>
                    <a:ext uri="{FF2B5EF4-FFF2-40B4-BE49-F238E27FC236}">
                      <a16:creationId xmlns:a16="http://schemas.microsoft.com/office/drawing/2014/main" id="{AFFA57CB-2A96-DDB5-9FDB-95B469F5E9D7}"/>
                    </a:ext>
                  </a:extLst>
                </p14:cNvPr>
                <p14:cNvContentPartPr/>
                <p14:nvPr/>
              </p14:nvContentPartPr>
              <p14:xfrm>
                <a:off x="10208635" y="4707910"/>
                <a:ext cx="180000" cy="124200"/>
              </p14:xfrm>
            </p:contentPart>
          </mc:Choice>
          <mc:Fallback>
            <p:pic>
              <p:nvPicPr>
                <p:cNvPr id="44" name="Ink 43">
                  <a:extLst>
                    <a:ext uri="{FF2B5EF4-FFF2-40B4-BE49-F238E27FC236}">
                      <a16:creationId xmlns:a16="http://schemas.microsoft.com/office/drawing/2014/main" id="{AFFA57CB-2A96-DDB5-9FDB-95B469F5E9D7}"/>
                    </a:ext>
                  </a:extLst>
                </p:cNvPr>
                <p:cNvPicPr/>
                <p:nvPr/>
              </p:nvPicPr>
              <p:blipFill>
                <a:blip r:embed="rId25"/>
                <a:stretch>
                  <a:fillRect/>
                </a:stretch>
              </p:blipFill>
              <p:spPr>
                <a:xfrm>
                  <a:off x="10202515" y="4701790"/>
                  <a:ext cx="19224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45" name="Ink 44">
                  <a:extLst>
                    <a:ext uri="{FF2B5EF4-FFF2-40B4-BE49-F238E27FC236}">
                      <a16:creationId xmlns:a16="http://schemas.microsoft.com/office/drawing/2014/main" id="{A26A1208-4489-6E9F-F3B5-105796E82887}"/>
                    </a:ext>
                  </a:extLst>
                </p14:cNvPr>
                <p14:cNvContentPartPr/>
                <p14:nvPr/>
              </p14:nvContentPartPr>
              <p14:xfrm>
                <a:off x="8976715" y="5099590"/>
                <a:ext cx="2169000" cy="191880"/>
              </p14:xfrm>
            </p:contentPart>
          </mc:Choice>
          <mc:Fallback>
            <p:pic>
              <p:nvPicPr>
                <p:cNvPr id="45" name="Ink 44">
                  <a:extLst>
                    <a:ext uri="{FF2B5EF4-FFF2-40B4-BE49-F238E27FC236}">
                      <a16:creationId xmlns:a16="http://schemas.microsoft.com/office/drawing/2014/main" id="{A26A1208-4489-6E9F-F3B5-105796E82887}"/>
                    </a:ext>
                  </a:extLst>
                </p:cNvPr>
                <p:cNvPicPr/>
                <p:nvPr/>
              </p:nvPicPr>
              <p:blipFill>
                <a:blip r:embed="rId27"/>
                <a:stretch>
                  <a:fillRect/>
                </a:stretch>
              </p:blipFill>
              <p:spPr>
                <a:xfrm>
                  <a:off x="8970595" y="5093470"/>
                  <a:ext cx="21812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7" name="Ink 46">
                  <a:extLst>
                    <a:ext uri="{FF2B5EF4-FFF2-40B4-BE49-F238E27FC236}">
                      <a16:creationId xmlns:a16="http://schemas.microsoft.com/office/drawing/2014/main" id="{6D4EABF6-50C1-E636-8EC2-848356E62364}"/>
                    </a:ext>
                  </a:extLst>
                </p14:cNvPr>
                <p14:cNvContentPartPr/>
                <p14:nvPr/>
              </p14:nvContentPartPr>
              <p14:xfrm>
                <a:off x="9831715" y="5300470"/>
                <a:ext cx="356400" cy="284760"/>
              </p14:xfrm>
            </p:contentPart>
          </mc:Choice>
          <mc:Fallback>
            <p:pic>
              <p:nvPicPr>
                <p:cNvPr id="47" name="Ink 46">
                  <a:extLst>
                    <a:ext uri="{FF2B5EF4-FFF2-40B4-BE49-F238E27FC236}">
                      <a16:creationId xmlns:a16="http://schemas.microsoft.com/office/drawing/2014/main" id="{6D4EABF6-50C1-E636-8EC2-848356E62364}"/>
                    </a:ext>
                  </a:extLst>
                </p:cNvPr>
                <p:cNvPicPr/>
                <p:nvPr/>
              </p:nvPicPr>
              <p:blipFill>
                <a:blip r:embed="rId29"/>
                <a:stretch>
                  <a:fillRect/>
                </a:stretch>
              </p:blipFill>
              <p:spPr>
                <a:xfrm>
                  <a:off x="9825595" y="5294350"/>
                  <a:ext cx="36864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8" name="Ink 47">
                  <a:extLst>
                    <a:ext uri="{FF2B5EF4-FFF2-40B4-BE49-F238E27FC236}">
                      <a16:creationId xmlns:a16="http://schemas.microsoft.com/office/drawing/2014/main" id="{4035D9D7-8870-59F6-06C1-ADE123FC5071}"/>
                    </a:ext>
                  </a:extLst>
                </p14:cNvPr>
                <p14:cNvContentPartPr/>
                <p14:nvPr/>
              </p14:nvContentPartPr>
              <p14:xfrm>
                <a:off x="9973915" y="5360230"/>
                <a:ext cx="63360" cy="479880"/>
              </p14:xfrm>
            </p:contentPart>
          </mc:Choice>
          <mc:Fallback>
            <p:pic>
              <p:nvPicPr>
                <p:cNvPr id="48" name="Ink 47">
                  <a:extLst>
                    <a:ext uri="{FF2B5EF4-FFF2-40B4-BE49-F238E27FC236}">
                      <a16:creationId xmlns:a16="http://schemas.microsoft.com/office/drawing/2014/main" id="{4035D9D7-8870-59F6-06C1-ADE123FC5071}"/>
                    </a:ext>
                  </a:extLst>
                </p:cNvPr>
                <p:cNvPicPr/>
                <p:nvPr/>
              </p:nvPicPr>
              <p:blipFill>
                <a:blip r:embed="rId31"/>
                <a:stretch>
                  <a:fillRect/>
                </a:stretch>
              </p:blipFill>
              <p:spPr>
                <a:xfrm>
                  <a:off x="9967795" y="5354110"/>
                  <a:ext cx="75600" cy="492120"/>
                </a:xfrm>
                <a:prstGeom prst="rect">
                  <a:avLst/>
                </a:prstGeom>
              </p:spPr>
            </p:pic>
          </mc:Fallback>
        </mc:AlternateContent>
      </p:grpSp>
      <p:grpSp>
        <p:nvGrpSpPr>
          <p:cNvPr id="52" name="Group 51">
            <a:extLst>
              <a:ext uri="{FF2B5EF4-FFF2-40B4-BE49-F238E27FC236}">
                <a16:creationId xmlns:a16="http://schemas.microsoft.com/office/drawing/2014/main" id="{5AC312AB-DCB1-67B7-9A64-59629CA102F7}"/>
              </a:ext>
            </a:extLst>
          </p:cNvPr>
          <p:cNvGrpSpPr/>
          <p:nvPr/>
        </p:nvGrpSpPr>
        <p:grpSpPr>
          <a:xfrm>
            <a:off x="6846595" y="3253150"/>
            <a:ext cx="388440" cy="100800"/>
            <a:chOff x="6846595" y="3253150"/>
            <a:chExt cx="388440" cy="100800"/>
          </a:xfrm>
        </p:grpSpPr>
        <mc:AlternateContent xmlns:mc="http://schemas.openxmlformats.org/markup-compatibility/2006">
          <mc:Choice xmlns:p14="http://schemas.microsoft.com/office/powerpoint/2010/main" Requires="p14">
            <p:contentPart p14:bwMode="auto" r:id="rId32">
              <p14:nvContentPartPr>
                <p14:cNvPr id="50" name="Ink 49">
                  <a:extLst>
                    <a:ext uri="{FF2B5EF4-FFF2-40B4-BE49-F238E27FC236}">
                      <a16:creationId xmlns:a16="http://schemas.microsoft.com/office/drawing/2014/main" id="{389C302B-53C8-8D54-D091-7AE8A46B833E}"/>
                    </a:ext>
                  </a:extLst>
                </p14:cNvPr>
                <p14:cNvContentPartPr/>
                <p14:nvPr/>
              </p14:nvContentPartPr>
              <p14:xfrm>
                <a:off x="6847315" y="3253150"/>
                <a:ext cx="387360" cy="100800"/>
              </p14:xfrm>
            </p:contentPart>
          </mc:Choice>
          <mc:Fallback>
            <p:pic>
              <p:nvPicPr>
                <p:cNvPr id="50" name="Ink 49">
                  <a:extLst>
                    <a:ext uri="{FF2B5EF4-FFF2-40B4-BE49-F238E27FC236}">
                      <a16:creationId xmlns:a16="http://schemas.microsoft.com/office/drawing/2014/main" id="{389C302B-53C8-8D54-D091-7AE8A46B833E}"/>
                    </a:ext>
                  </a:extLst>
                </p:cNvPr>
                <p:cNvPicPr/>
                <p:nvPr/>
              </p:nvPicPr>
              <p:blipFill>
                <a:blip r:embed="rId33"/>
                <a:stretch>
                  <a:fillRect/>
                </a:stretch>
              </p:blipFill>
              <p:spPr>
                <a:xfrm>
                  <a:off x="6841195" y="3247030"/>
                  <a:ext cx="3996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1" name="Ink 50">
                  <a:extLst>
                    <a:ext uri="{FF2B5EF4-FFF2-40B4-BE49-F238E27FC236}">
                      <a16:creationId xmlns:a16="http://schemas.microsoft.com/office/drawing/2014/main" id="{98471BED-7753-BB83-25AE-051F9187F548}"/>
                    </a:ext>
                  </a:extLst>
                </p14:cNvPr>
                <p14:cNvContentPartPr/>
                <p14:nvPr/>
              </p14:nvContentPartPr>
              <p14:xfrm>
                <a:off x="6846595" y="3273670"/>
                <a:ext cx="388440" cy="72720"/>
              </p14:xfrm>
            </p:contentPart>
          </mc:Choice>
          <mc:Fallback>
            <p:pic>
              <p:nvPicPr>
                <p:cNvPr id="51" name="Ink 50">
                  <a:extLst>
                    <a:ext uri="{FF2B5EF4-FFF2-40B4-BE49-F238E27FC236}">
                      <a16:creationId xmlns:a16="http://schemas.microsoft.com/office/drawing/2014/main" id="{98471BED-7753-BB83-25AE-051F9187F548}"/>
                    </a:ext>
                  </a:extLst>
                </p:cNvPr>
                <p:cNvPicPr/>
                <p:nvPr/>
              </p:nvPicPr>
              <p:blipFill>
                <a:blip r:embed="rId35"/>
                <a:stretch>
                  <a:fillRect/>
                </a:stretch>
              </p:blipFill>
              <p:spPr>
                <a:xfrm>
                  <a:off x="6840475" y="3267550"/>
                  <a:ext cx="400680" cy="84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54" name="Ink 53">
                <a:extLst>
                  <a:ext uri="{FF2B5EF4-FFF2-40B4-BE49-F238E27FC236}">
                    <a16:creationId xmlns:a16="http://schemas.microsoft.com/office/drawing/2014/main" id="{E1D77152-A628-EF17-1682-36305B103570}"/>
                  </a:ext>
                </a:extLst>
              </p14:cNvPr>
              <p14:cNvContentPartPr/>
              <p14:nvPr/>
            </p14:nvContentPartPr>
            <p14:xfrm>
              <a:off x="2328955" y="5887630"/>
              <a:ext cx="996480" cy="55800"/>
            </p14:xfrm>
          </p:contentPart>
        </mc:Choice>
        <mc:Fallback>
          <p:pic>
            <p:nvPicPr>
              <p:cNvPr id="54" name="Ink 53">
                <a:extLst>
                  <a:ext uri="{FF2B5EF4-FFF2-40B4-BE49-F238E27FC236}">
                    <a16:creationId xmlns:a16="http://schemas.microsoft.com/office/drawing/2014/main" id="{E1D77152-A628-EF17-1682-36305B103570}"/>
                  </a:ext>
                </a:extLst>
              </p:cNvPr>
              <p:cNvPicPr/>
              <p:nvPr/>
            </p:nvPicPr>
            <p:blipFill>
              <a:blip r:embed="rId37"/>
              <a:stretch>
                <a:fillRect/>
              </a:stretch>
            </p:blipFill>
            <p:spPr>
              <a:xfrm>
                <a:off x="2322835" y="5881510"/>
                <a:ext cx="1008720" cy="68040"/>
              </a:xfrm>
              <a:prstGeom prst="rect">
                <a:avLst/>
              </a:prstGeom>
            </p:spPr>
          </p:pic>
        </mc:Fallback>
      </mc:AlternateContent>
      <p:grpSp>
        <p:nvGrpSpPr>
          <p:cNvPr id="57" name="Group 56">
            <a:extLst>
              <a:ext uri="{FF2B5EF4-FFF2-40B4-BE49-F238E27FC236}">
                <a16:creationId xmlns:a16="http://schemas.microsoft.com/office/drawing/2014/main" id="{B09E61CD-8534-AA27-78DC-E3BCBA42A06B}"/>
              </a:ext>
            </a:extLst>
          </p:cNvPr>
          <p:cNvGrpSpPr/>
          <p:nvPr/>
        </p:nvGrpSpPr>
        <p:grpSpPr>
          <a:xfrm>
            <a:off x="3528835" y="5758030"/>
            <a:ext cx="2304360" cy="152640"/>
            <a:chOff x="3528835" y="5758030"/>
            <a:chExt cx="2304360" cy="152640"/>
          </a:xfrm>
        </p:grpSpPr>
        <mc:AlternateContent xmlns:mc="http://schemas.openxmlformats.org/markup-compatibility/2006">
          <mc:Choice xmlns:p14="http://schemas.microsoft.com/office/powerpoint/2010/main" Requires="p14">
            <p:contentPart p14:bwMode="auto" r:id="rId38">
              <p14:nvContentPartPr>
                <p14:cNvPr id="55" name="Ink 54">
                  <a:extLst>
                    <a:ext uri="{FF2B5EF4-FFF2-40B4-BE49-F238E27FC236}">
                      <a16:creationId xmlns:a16="http://schemas.microsoft.com/office/drawing/2014/main" id="{220FA0E2-C889-D9AE-A470-0B12019F2B7A}"/>
                    </a:ext>
                  </a:extLst>
                </p14:cNvPr>
                <p14:cNvContentPartPr/>
                <p14:nvPr/>
              </p14:nvContentPartPr>
              <p14:xfrm>
                <a:off x="3528835" y="5806630"/>
                <a:ext cx="1030320" cy="86400"/>
              </p14:xfrm>
            </p:contentPart>
          </mc:Choice>
          <mc:Fallback>
            <p:pic>
              <p:nvPicPr>
                <p:cNvPr id="55" name="Ink 54">
                  <a:extLst>
                    <a:ext uri="{FF2B5EF4-FFF2-40B4-BE49-F238E27FC236}">
                      <a16:creationId xmlns:a16="http://schemas.microsoft.com/office/drawing/2014/main" id="{220FA0E2-C889-D9AE-A470-0B12019F2B7A}"/>
                    </a:ext>
                  </a:extLst>
                </p:cNvPr>
                <p:cNvPicPr/>
                <p:nvPr/>
              </p:nvPicPr>
              <p:blipFill>
                <a:blip r:embed="rId39"/>
                <a:stretch>
                  <a:fillRect/>
                </a:stretch>
              </p:blipFill>
              <p:spPr>
                <a:xfrm>
                  <a:off x="3522715" y="5800510"/>
                  <a:ext cx="10425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6" name="Ink 55">
                  <a:extLst>
                    <a:ext uri="{FF2B5EF4-FFF2-40B4-BE49-F238E27FC236}">
                      <a16:creationId xmlns:a16="http://schemas.microsoft.com/office/drawing/2014/main" id="{307E5094-DC72-0F76-31A5-ED5C1678EE58}"/>
                    </a:ext>
                  </a:extLst>
                </p14:cNvPr>
                <p14:cNvContentPartPr/>
                <p14:nvPr/>
              </p14:nvContentPartPr>
              <p14:xfrm>
                <a:off x="4690915" y="5758030"/>
                <a:ext cx="1142280" cy="152640"/>
              </p14:xfrm>
            </p:contentPart>
          </mc:Choice>
          <mc:Fallback>
            <p:pic>
              <p:nvPicPr>
                <p:cNvPr id="56" name="Ink 55">
                  <a:extLst>
                    <a:ext uri="{FF2B5EF4-FFF2-40B4-BE49-F238E27FC236}">
                      <a16:creationId xmlns:a16="http://schemas.microsoft.com/office/drawing/2014/main" id="{307E5094-DC72-0F76-31A5-ED5C1678EE58}"/>
                    </a:ext>
                  </a:extLst>
                </p:cNvPr>
                <p:cNvPicPr/>
                <p:nvPr/>
              </p:nvPicPr>
              <p:blipFill>
                <a:blip r:embed="rId41"/>
                <a:stretch>
                  <a:fillRect/>
                </a:stretch>
              </p:blipFill>
              <p:spPr>
                <a:xfrm>
                  <a:off x="4684795" y="5751910"/>
                  <a:ext cx="1154520" cy="164880"/>
                </a:xfrm>
                <a:prstGeom prst="rect">
                  <a:avLst/>
                </a:prstGeom>
              </p:spPr>
            </p:pic>
          </mc:Fallback>
        </mc:AlternateContent>
      </p:grpSp>
    </p:spTree>
    <p:extLst>
      <p:ext uri="{BB962C8B-B14F-4D97-AF65-F5344CB8AC3E}">
        <p14:creationId xmlns:p14="http://schemas.microsoft.com/office/powerpoint/2010/main" val="134607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11:</a:t>
            </a:r>
            <a:endParaRPr lang="en-IN" dirty="0"/>
          </a:p>
        </p:txBody>
      </p:sp>
      <p:sp>
        <p:nvSpPr>
          <p:cNvPr id="5" name="Text Box 2"/>
          <p:cNvSpPr txBox="1">
            <a:spLocks noChangeArrowheads="1"/>
          </p:cNvSpPr>
          <p:nvPr/>
        </p:nvSpPr>
        <p:spPr bwMode="auto">
          <a:xfrm>
            <a:off x="812800" y="1138057"/>
            <a:ext cx="101600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latin typeface="+mn-lt"/>
              </a:rPr>
              <a:t>Scores on a particular test are normally distributed with a mean of 30 and standard deviation of 4. What is the probability of anyone scoring greater than 38?</a:t>
            </a:r>
            <a:endParaRPr lang="en-US" sz="2000" dirty="0">
              <a:latin typeface="+mn-lt"/>
              <a:sym typeface="Symbol" charset="0"/>
            </a:endParaRPr>
          </a:p>
        </p:txBody>
      </p:sp>
      <p:sp>
        <p:nvSpPr>
          <p:cNvPr id="6" name="Rectangle 4"/>
          <p:cNvSpPr>
            <a:spLocks noChangeArrowheads="1"/>
          </p:cNvSpPr>
          <p:nvPr/>
        </p:nvSpPr>
        <p:spPr bwMode="auto">
          <a:xfrm>
            <a:off x="914400" y="4800600"/>
            <a:ext cx="591581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a:t>
            </a:r>
            <a:r>
              <a:rPr lang="en-US" sz="2000" i="1" dirty="0"/>
              <a:t>x</a:t>
            </a:r>
            <a:r>
              <a:rPr lang="en-US" sz="2000" dirty="0"/>
              <a:t> &gt; 38) = </a:t>
            </a:r>
            <a:r>
              <a:rPr lang="en-US" sz="2000" i="1" dirty="0"/>
              <a:t>P</a:t>
            </a:r>
            <a:r>
              <a:rPr lang="en-US" sz="2000" dirty="0"/>
              <a:t>(</a:t>
            </a:r>
            <a:r>
              <a:rPr lang="en-US" sz="2000" i="1" dirty="0"/>
              <a:t>z</a:t>
            </a:r>
            <a:r>
              <a:rPr lang="en-US" sz="2000" dirty="0"/>
              <a:t> &gt; 2) = 1 </a:t>
            </a:r>
            <a:r>
              <a:rPr lang="en-US" sz="2000" dirty="0">
                <a:sym typeface="Symbol" charset="0"/>
              </a:rPr>
              <a:t></a:t>
            </a:r>
            <a:r>
              <a:rPr lang="en-US" sz="2000" dirty="0"/>
              <a:t> </a:t>
            </a:r>
            <a:r>
              <a:rPr lang="en-US" sz="2000" i="1" dirty="0"/>
              <a:t>P</a:t>
            </a:r>
            <a:r>
              <a:rPr lang="en-US" sz="2000" dirty="0"/>
              <a:t>(</a:t>
            </a:r>
            <a:r>
              <a:rPr lang="en-US" sz="2000" i="1" dirty="0"/>
              <a:t>z</a:t>
            </a:r>
            <a:r>
              <a:rPr lang="en-US" sz="2000" dirty="0"/>
              <a:t> &lt; 2) = 1 </a:t>
            </a:r>
            <a:r>
              <a:rPr lang="en-US" sz="2000" dirty="0">
                <a:sym typeface="Symbol" charset="0"/>
              </a:rPr>
              <a:t></a:t>
            </a:r>
            <a:r>
              <a:rPr lang="en-US" sz="2000" dirty="0"/>
              <a:t> 0.9773 = </a:t>
            </a:r>
            <a:r>
              <a:rPr lang="en-US" sz="2000" dirty="0">
                <a:sym typeface="Symbol" charset="0"/>
              </a:rPr>
              <a:t>0.0227</a:t>
            </a:r>
          </a:p>
        </p:txBody>
      </p:sp>
      <mc:AlternateContent xmlns:mc="http://schemas.openxmlformats.org/markup-compatibility/2006" xmlns:a14="http://schemas.microsoft.com/office/drawing/2010/main">
        <mc:Choice Requires="a14">
          <p:sp>
            <p:nvSpPr>
              <p:cNvPr id="7" name="Object 5"/>
              <p:cNvSpPr txBox="1"/>
              <p:nvPr/>
            </p:nvSpPr>
            <p:spPr bwMode="auto">
              <a:xfrm>
                <a:off x="5518153" y="2286000"/>
                <a:ext cx="1873247" cy="652464"/>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IN" i="1" smtClean="0">
                          <a:solidFill>
                            <a:srgbClr val="392392"/>
                          </a:solidFill>
                          <a:latin typeface="Cambria Math" panose="02040503050406030204" pitchFamily="18" charset="0"/>
                        </a:rPr>
                        <m:t>z</m:t>
                      </m:r>
                      <m:r>
                        <a:rPr lang="en-IN" i="1" smtClean="0">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a:rPr lang="en-IN" b="0" i="1" smtClean="0">
                              <a:solidFill>
                                <a:srgbClr val="392392"/>
                              </a:solidFill>
                              <a:latin typeface="Cambria Math" panose="02040503050406030204" pitchFamily="18" charset="0"/>
                            </a:rPr>
                            <m:t>38</m:t>
                          </m:r>
                          <m:r>
                            <a:rPr lang="en-IN" i="1">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30</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7" name="Object 5"/>
              <p:cNvSpPr txBox="1">
                <a:spLocks noRot="1" noChangeAspect="1" noMove="1" noResize="1" noEditPoints="1" noAdjustHandles="1" noChangeArrowheads="1" noChangeShapeType="1" noTextEdit="1"/>
              </p:cNvSpPr>
              <p:nvPr/>
            </p:nvSpPr>
            <p:spPr bwMode="auto">
              <a:xfrm>
                <a:off x="5518153" y="2286000"/>
                <a:ext cx="1873247" cy="652464"/>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
              <p:cNvSpPr txBox="1"/>
              <p:nvPr/>
            </p:nvSpPr>
            <p:spPr bwMode="auto">
              <a:xfrm>
                <a:off x="7295356" y="2286000"/>
                <a:ext cx="1467644" cy="36988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a:bodyPr>
              <a:lstStyle/>
              <a:p>
                <a:pPr/>
                <a14:m>
                  <m:oMathPara xmlns:m="http://schemas.openxmlformats.org/officeDocument/2006/math">
                    <m:oMathParaPr>
                      <m:jc m:val="left"/>
                    </m:oMathParaPr>
                    <m:oMath xmlns:m="http://schemas.openxmlformats.org/officeDocument/2006/math">
                      <m:r>
                        <a:rPr lang="en-IN" i="1" smtClean="0">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2</m:t>
                      </m:r>
                    </m:oMath>
                  </m:oMathPara>
                </a14:m>
                <a:endParaRPr lang="en-IN" dirty="0"/>
              </a:p>
            </p:txBody>
          </p:sp>
        </mc:Choice>
        <mc:Fallback xmlns="">
          <p:sp>
            <p:nvSpPr>
              <p:cNvPr id="8" name="Object 6"/>
              <p:cNvSpPr txBox="1">
                <a:spLocks noRot="1" noChangeAspect="1" noMove="1" noResize="1" noEditPoints="1" noAdjustHandles="1" noChangeArrowheads="1" noChangeShapeType="1" noTextEdit="1"/>
              </p:cNvSpPr>
              <p:nvPr/>
            </p:nvSpPr>
            <p:spPr bwMode="auto">
              <a:xfrm>
                <a:off x="7295356" y="2286000"/>
                <a:ext cx="1467644" cy="369886"/>
              </a:xfrm>
              <a:prstGeom prst="rect">
                <a:avLst/>
              </a:prstGeom>
              <a:blipFill>
                <a:blip r:embed="rId3"/>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7"/>
          <p:cNvSpPr>
            <a:spLocks noChangeArrowheads="1"/>
          </p:cNvSpPr>
          <p:nvPr/>
        </p:nvSpPr>
        <p:spPr bwMode="auto">
          <a:xfrm>
            <a:off x="1001314" y="5486400"/>
            <a:ext cx="806648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The probability that a student receives a test score greater than 38 is 0.0227</a:t>
            </a:r>
          </a:p>
        </p:txBody>
      </p:sp>
      <p:grpSp>
        <p:nvGrpSpPr>
          <p:cNvPr id="10" name="Group 8"/>
          <p:cNvGrpSpPr>
            <a:grpSpLocks/>
          </p:cNvGrpSpPr>
          <p:nvPr/>
        </p:nvGrpSpPr>
        <p:grpSpPr bwMode="auto">
          <a:xfrm>
            <a:off x="2613427" y="4000502"/>
            <a:ext cx="3209925" cy="488156"/>
            <a:chOff x="912" y="3180"/>
            <a:chExt cx="2696" cy="410"/>
          </a:xfrm>
        </p:grpSpPr>
        <p:sp>
          <p:nvSpPr>
            <p:cNvPr id="11" name="Text Box 9"/>
            <p:cNvSpPr txBox="1">
              <a:spLocks noChangeArrowheads="1"/>
            </p:cNvSpPr>
            <p:nvPr/>
          </p:nvSpPr>
          <p:spPr bwMode="auto">
            <a:xfrm>
              <a:off x="1945" y="3331"/>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2" name="Group 10"/>
            <p:cNvGrpSpPr>
              <a:grpSpLocks/>
            </p:cNvGrpSpPr>
            <p:nvPr/>
          </p:nvGrpSpPr>
          <p:grpSpPr bwMode="auto">
            <a:xfrm>
              <a:off x="912" y="3180"/>
              <a:ext cx="2696" cy="252"/>
              <a:chOff x="912" y="3180"/>
              <a:chExt cx="2696" cy="252"/>
            </a:xfrm>
          </p:grpSpPr>
          <p:grpSp>
            <p:nvGrpSpPr>
              <p:cNvPr id="14" name="Group 11"/>
              <p:cNvGrpSpPr>
                <a:grpSpLocks/>
              </p:cNvGrpSpPr>
              <p:nvPr/>
            </p:nvGrpSpPr>
            <p:grpSpPr bwMode="auto">
              <a:xfrm>
                <a:off x="912" y="3247"/>
                <a:ext cx="2496" cy="90"/>
                <a:chOff x="912" y="3247"/>
                <a:chExt cx="2496" cy="90"/>
              </a:xfrm>
            </p:grpSpPr>
            <p:sp>
              <p:nvSpPr>
                <p:cNvPr id="16" name="Freeform 12"/>
                <p:cNvSpPr>
                  <a:spLocks/>
                </p:cNvSpPr>
                <p:nvPr/>
              </p:nvSpPr>
              <p:spPr bwMode="auto">
                <a:xfrm>
                  <a:off x="912"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7" name="Line 13"/>
                <p:cNvSpPr>
                  <a:spLocks noChangeShapeType="1"/>
                </p:cNvSpPr>
                <p:nvPr/>
              </p:nvSpPr>
              <p:spPr bwMode="auto">
                <a:xfrm>
                  <a:off x="2425"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8" name="Line 14"/>
                <p:cNvSpPr>
                  <a:spLocks noChangeShapeType="1"/>
                </p:cNvSpPr>
                <p:nvPr/>
              </p:nvSpPr>
              <p:spPr bwMode="auto">
                <a:xfrm>
                  <a:off x="216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15" name="Rectangle 15"/>
              <p:cNvSpPr>
                <a:spLocks noChangeArrowheads="1"/>
              </p:cNvSpPr>
              <p:nvPr/>
            </p:nvSpPr>
            <p:spPr bwMode="auto">
              <a:xfrm>
                <a:off x="3395"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3" name="Text Box 16"/>
            <p:cNvSpPr txBox="1">
              <a:spLocks noChangeArrowheads="1"/>
            </p:cNvSpPr>
            <p:nvPr/>
          </p:nvSpPr>
          <p:spPr bwMode="auto">
            <a:xfrm>
              <a:off x="2330"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sp useBgFill="1">
        <p:nvSpPr>
          <p:cNvPr id="19" name="Text Box 17"/>
          <p:cNvSpPr txBox="1">
            <a:spLocks noChangeArrowheads="1"/>
          </p:cNvSpPr>
          <p:nvPr/>
        </p:nvSpPr>
        <p:spPr bwMode="auto">
          <a:xfrm>
            <a:off x="4238630" y="4175523"/>
            <a:ext cx="407484"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b="1" dirty="0">
                <a:solidFill>
                  <a:schemeClr val="folHlink"/>
                </a:solidFill>
                <a:cs typeface="Times New Roman" charset="0"/>
              </a:rPr>
              <a:t>2.0</a:t>
            </a:r>
          </a:p>
        </p:txBody>
      </p:sp>
      <p:grpSp>
        <p:nvGrpSpPr>
          <p:cNvPr id="20" name="Group 18"/>
          <p:cNvGrpSpPr>
            <a:grpSpLocks/>
          </p:cNvGrpSpPr>
          <p:nvPr/>
        </p:nvGrpSpPr>
        <p:grpSpPr bwMode="auto">
          <a:xfrm>
            <a:off x="2556277" y="2555081"/>
            <a:ext cx="3253979" cy="1577579"/>
            <a:chOff x="611" y="1966"/>
            <a:chExt cx="2733" cy="1325"/>
          </a:xfrm>
        </p:grpSpPr>
        <p:grpSp>
          <p:nvGrpSpPr>
            <p:cNvPr id="21" name="Group 19"/>
            <p:cNvGrpSpPr>
              <a:grpSpLocks/>
            </p:cNvGrpSpPr>
            <p:nvPr/>
          </p:nvGrpSpPr>
          <p:grpSpPr bwMode="auto">
            <a:xfrm>
              <a:off x="611" y="1966"/>
              <a:ext cx="2733" cy="1325"/>
              <a:chOff x="611" y="1966"/>
              <a:chExt cx="2733" cy="1325"/>
            </a:xfrm>
          </p:grpSpPr>
          <p:sp>
            <p:nvSpPr>
              <p:cNvPr id="23" name="Line 20"/>
              <p:cNvSpPr>
                <a:spLocks noChangeShapeType="1"/>
              </p:cNvSpPr>
              <p:nvPr/>
            </p:nvSpPr>
            <p:spPr bwMode="auto">
              <a:xfrm>
                <a:off x="1902"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Text Box 21"/>
              <p:cNvSpPr txBox="1">
                <a:spLocks noChangeArrowheads="1"/>
              </p:cNvSpPr>
              <p:nvPr/>
            </p:nvSpPr>
            <p:spPr bwMode="auto">
              <a:xfrm>
                <a:off x="2035"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38</a:t>
                </a:r>
              </a:p>
            </p:txBody>
          </p:sp>
          <p:sp>
            <p:nvSpPr>
              <p:cNvPr id="25" name="Line 22"/>
              <p:cNvSpPr>
                <a:spLocks noChangeShapeType="1"/>
              </p:cNvSpPr>
              <p:nvPr/>
            </p:nvSpPr>
            <p:spPr bwMode="auto">
              <a:xfrm>
                <a:off x="2168" y="297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6" name="Line 23"/>
              <p:cNvSpPr>
                <a:spLocks noChangeShapeType="1"/>
              </p:cNvSpPr>
              <p:nvPr/>
            </p:nvSpPr>
            <p:spPr bwMode="auto">
              <a:xfrm flipV="1">
                <a:off x="2168" y="2333"/>
                <a:ext cx="0" cy="66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7" name="Freeform 24"/>
              <p:cNvSpPr>
                <a:spLocks/>
              </p:cNvSpPr>
              <p:nvPr/>
            </p:nvSpPr>
            <p:spPr bwMode="auto">
              <a:xfrm>
                <a:off x="654"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 name="Freeform 25"/>
              <p:cNvSpPr>
                <a:spLocks/>
              </p:cNvSpPr>
              <p:nvPr/>
            </p:nvSpPr>
            <p:spPr bwMode="auto">
              <a:xfrm>
                <a:off x="730"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9" name="Line 26"/>
              <p:cNvSpPr>
                <a:spLocks noChangeShapeType="1"/>
              </p:cNvSpPr>
              <p:nvPr/>
            </p:nvSpPr>
            <p:spPr bwMode="auto">
              <a:xfrm>
                <a:off x="1902"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0" name="Text Box 27"/>
              <p:cNvSpPr txBox="1">
                <a:spLocks noChangeArrowheads="1"/>
              </p:cNvSpPr>
              <p:nvPr/>
            </p:nvSpPr>
            <p:spPr bwMode="auto">
              <a:xfrm>
                <a:off x="1647"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=30</a:t>
                </a:r>
                <a:endParaRPr lang="en-US" sz="1350" dirty="0"/>
              </a:p>
            </p:txBody>
          </p:sp>
          <p:sp>
            <p:nvSpPr>
              <p:cNvPr id="31" name="Line 28"/>
              <p:cNvSpPr>
                <a:spLocks noChangeShapeType="1"/>
              </p:cNvSpPr>
              <p:nvPr/>
            </p:nvSpPr>
            <p:spPr bwMode="auto">
              <a:xfrm>
                <a:off x="1902"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2" name="Rectangle 29"/>
              <p:cNvSpPr>
                <a:spLocks noChangeArrowheads="1"/>
              </p:cNvSpPr>
              <p:nvPr/>
            </p:nvSpPr>
            <p:spPr bwMode="auto">
              <a:xfrm>
                <a:off x="2387" y="2398"/>
                <a:ext cx="66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a:t>
                </a:r>
                <a:r>
                  <a:rPr lang="en-US" sz="1350" i="1" dirty="0"/>
                  <a:t>x</a:t>
                </a:r>
                <a:r>
                  <a:rPr lang="en-US" sz="1350" dirty="0"/>
                  <a:t> &gt; 35)</a:t>
                </a:r>
              </a:p>
            </p:txBody>
          </p:sp>
          <p:sp>
            <p:nvSpPr>
              <p:cNvPr id="33" name="Line 30"/>
              <p:cNvSpPr>
                <a:spLocks noChangeShapeType="1"/>
              </p:cNvSpPr>
              <p:nvPr/>
            </p:nvSpPr>
            <p:spPr bwMode="auto">
              <a:xfrm flipH="1">
                <a:off x="2483" y="2640"/>
                <a:ext cx="192"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4" name="Rectangle 31"/>
              <p:cNvSpPr>
                <a:spLocks noChangeArrowheads="1"/>
              </p:cNvSpPr>
              <p:nvPr/>
            </p:nvSpPr>
            <p:spPr bwMode="auto">
              <a:xfrm>
                <a:off x="611" y="1966"/>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30</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35" name="Rectangle 32"/>
              <p:cNvSpPr>
                <a:spLocks noChangeArrowheads="1"/>
              </p:cNvSpPr>
              <p:nvPr/>
            </p:nvSpPr>
            <p:spPr bwMode="auto">
              <a:xfrm>
                <a:off x="3126"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grpSp>
        <p:sp>
          <p:nvSpPr>
            <p:cNvPr id="22" name="Freeform 33"/>
            <p:cNvSpPr>
              <a:spLocks/>
            </p:cNvSpPr>
            <p:nvPr/>
          </p:nvSpPr>
          <p:spPr bwMode="auto">
            <a:xfrm>
              <a:off x="2157" y="2348"/>
              <a:ext cx="914" cy="660"/>
            </a:xfrm>
            <a:custGeom>
              <a:avLst/>
              <a:gdLst>
                <a:gd name="T0" fmla="*/ 14 w 914"/>
                <a:gd name="T1" fmla="*/ 656 h 660"/>
                <a:gd name="T2" fmla="*/ 14 w 914"/>
                <a:gd name="T3" fmla="*/ 0 h 660"/>
                <a:gd name="T4" fmla="*/ 98 w 914"/>
                <a:gd name="T5" fmla="*/ 200 h 660"/>
                <a:gd name="T6" fmla="*/ 218 w 914"/>
                <a:gd name="T7" fmla="*/ 373 h 660"/>
                <a:gd name="T8" fmla="*/ 358 w 914"/>
                <a:gd name="T9" fmla="*/ 512 h 660"/>
                <a:gd name="T10" fmla="*/ 594 w 914"/>
                <a:gd name="T11" fmla="*/ 616 h 660"/>
                <a:gd name="T12" fmla="*/ 914 w 914"/>
                <a:gd name="T13" fmla="*/ 660 h 660"/>
              </a:gdLst>
              <a:ahLst/>
              <a:cxnLst>
                <a:cxn ang="0">
                  <a:pos x="T0" y="T1"/>
                </a:cxn>
                <a:cxn ang="0">
                  <a:pos x="T2" y="T3"/>
                </a:cxn>
                <a:cxn ang="0">
                  <a:pos x="T4" y="T5"/>
                </a:cxn>
                <a:cxn ang="0">
                  <a:pos x="T6" y="T7"/>
                </a:cxn>
                <a:cxn ang="0">
                  <a:pos x="T8" y="T9"/>
                </a:cxn>
                <a:cxn ang="0">
                  <a:pos x="T10" y="T11"/>
                </a:cxn>
                <a:cxn ang="0">
                  <a:pos x="T12" y="T13"/>
                </a:cxn>
              </a:cxnLst>
              <a:rect l="0" t="0" r="r" b="b"/>
              <a:pathLst>
                <a:path w="914" h="660">
                  <a:moveTo>
                    <a:pt x="14" y="656"/>
                  </a:moveTo>
                  <a:cubicBezTo>
                    <a:pt x="14" y="547"/>
                    <a:pt x="0" y="76"/>
                    <a:pt x="14" y="0"/>
                  </a:cubicBezTo>
                  <a:lnTo>
                    <a:pt x="98" y="200"/>
                  </a:lnTo>
                  <a:cubicBezTo>
                    <a:pt x="132" y="262"/>
                    <a:pt x="175" y="321"/>
                    <a:pt x="218" y="373"/>
                  </a:cubicBezTo>
                  <a:cubicBezTo>
                    <a:pt x="261" y="425"/>
                    <a:pt x="295" y="472"/>
                    <a:pt x="358" y="512"/>
                  </a:cubicBezTo>
                  <a:lnTo>
                    <a:pt x="594" y="616"/>
                  </a:lnTo>
                  <a:lnTo>
                    <a:pt x="914" y="660"/>
                  </a:lnTo>
                </a:path>
              </a:pathLst>
            </a:custGeom>
            <a:solidFill>
              <a:schemeClr val="accent2">
                <a:alpha val="80000"/>
              </a:schemeClr>
            </a:solidFill>
            <a:ln>
              <a:noFill/>
            </a:ln>
            <a:effectLst/>
            <a:extLst>
              <a:ext uri="{91240B29-F687-4f45-9708-019B960494DF}">
                <a14:hiddenLine xmlns:a14="http://schemas.microsoft.com/office/drawing/2010/main" xmlns="" w="12700" cmpd="sng">
                  <a:solidFill>
                    <a:schemeClr val="accent2"/>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spTree>
    <p:extLst>
      <p:ext uri="{BB962C8B-B14F-4D97-AF65-F5344CB8AC3E}">
        <p14:creationId xmlns:p14="http://schemas.microsoft.com/office/powerpoint/2010/main" val="223490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endParaRPr lang="en-IN" dirty="0"/>
          </a:p>
        </p:txBody>
      </p:sp>
      <p:sp>
        <p:nvSpPr>
          <p:cNvPr id="5" name="Text Box 2"/>
          <p:cNvSpPr txBox="1">
            <a:spLocks noChangeArrowheads="1"/>
          </p:cNvSpPr>
          <p:nvPr/>
        </p:nvSpPr>
        <p:spPr bwMode="auto">
          <a:xfrm>
            <a:off x="762000" y="1391870"/>
            <a:ext cx="103632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pPr algn="just"/>
            <a:r>
              <a:rPr lang="en-US" sz="2000" dirty="0">
                <a:latin typeface="+mn-lt"/>
              </a:rPr>
              <a:t>The average on a statistics test was 75 with a standard deviation of 4.  If the test scores are normally distributed, find the probability that a student receives a test score between 70 and 80.</a:t>
            </a:r>
            <a:endParaRPr lang="en-US" sz="2000" dirty="0">
              <a:latin typeface="+mn-lt"/>
              <a:sym typeface="Symbol" charset="0"/>
            </a:endParaRPr>
          </a:p>
        </p:txBody>
      </p:sp>
      <p:sp>
        <p:nvSpPr>
          <p:cNvPr id="6" name="Rectangle 4"/>
          <p:cNvSpPr>
            <a:spLocks noChangeArrowheads="1"/>
          </p:cNvSpPr>
          <p:nvPr/>
        </p:nvSpPr>
        <p:spPr bwMode="auto">
          <a:xfrm>
            <a:off x="536472" y="5500692"/>
            <a:ext cx="624582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(70 &lt; </a:t>
            </a:r>
            <a:r>
              <a:rPr lang="en-US" sz="2000" i="1" dirty="0"/>
              <a:t>x</a:t>
            </a:r>
            <a:r>
              <a:rPr lang="en-US" sz="2000" dirty="0"/>
              <a:t> &lt; 80) = </a:t>
            </a:r>
            <a:r>
              <a:rPr lang="en-US" sz="2000" i="1" dirty="0"/>
              <a:t>P</a:t>
            </a:r>
            <a:r>
              <a:rPr lang="en-US" sz="2000" dirty="0"/>
              <a:t>(</a:t>
            </a:r>
            <a:r>
              <a:rPr lang="en-US" sz="2000" dirty="0">
                <a:sym typeface="Symbol" charset="0"/>
              </a:rPr>
              <a:t>1</a:t>
            </a:r>
            <a:r>
              <a:rPr lang="en-US" sz="2000" dirty="0"/>
              <a:t>.25 &lt; </a:t>
            </a:r>
            <a:r>
              <a:rPr lang="en-US" sz="2000" i="1" dirty="0"/>
              <a:t>z &lt;</a:t>
            </a:r>
            <a:r>
              <a:rPr lang="en-US" sz="2000" dirty="0"/>
              <a:t> 1.25) = </a:t>
            </a:r>
            <a:r>
              <a:rPr lang="en-US" sz="2000" i="1" dirty="0"/>
              <a:t>F(</a:t>
            </a:r>
            <a:r>
              <a:rPr lang="en-US" sz="2000" dirty="0"/>
              <a:t>1.25) </a:t>
            </a:r>
            <a:r>
              <a:rPr lang="en-US" sz="2000" dirty="0">
                <a:sym typeface="Symbol" charset="0"/>
              </a:rPr>
              <a:t> </a:t>
            </a:r>
            <a:r>
              <a:rPr lang="en-US" sz="2000" i="1" dirty="0">
                <a:sym typeface="Symbol" charset="0"/>
              </a:rPr>
              <a:t>F</a:t>
            </a:r>
            <a:r>
              <a:rPr lang="en-US" sz="2000" dirty="0"/>
              <a:t>(</a:t>
            </a:r>
            <a:r>
              <a:rPr lang="en-US" sz="2000" i="1" dirty="0"/>
              <a:t> </a:t>
            </a:r>
            <a:r>
              <a:rPr lang="en-US" sz="2000" dirty="0">
                <a:sym typeface="Symbol" charset="0"/>
              </a:rPr>
              <a:t>1</a:t>
            </a:r>
            <a:r>
              <a:rPr lang="en-US" sz="2000" dirty="0"/>
              <a:t>.25) </a:t>
            </a:r>
          </a:p>
        </p:txBody>
      </p:sp>
      <mc:AlternateContent xmlns:mc="http://schemas.openxmlformats.org/markup-compatibility/2006" xmlns:a14="http://schemas.microsoft.com/office/drawing/2010/main">
        <mc:Choice Requires="a14">
          <p:sp>
            <p:nvSpPr>
              <p:cNvPr id="7" name="Object 5"/>
              <p:cNvSpPr txBox="1"/>
              <p:nvPr/>
            </p:nvSpPr>
            <p:spPr bwMode="auto">
              <a:xfrm>
                <a:off x="4312051" y="2555675"/>
                <a:ext cx="1916109" cy="683421"/>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IN" i="1" smtClean="0">
                              <a:solidFill>
                                <a:srgbClr val="392392"/>
                              </a:solidFill>
                              <a:latin typeface="Cambria Math" panose="02040503050406030204" pitchFamily="18" charset="0"/>
                            </a:rPr>
                          </m:ctrlPr>
                        </m:sSubPr>
                        <m:e>
                          <m:r>
                            <m:rPr>
                              <m:sty m:val="p"/>
                            </m:rPr>
                            <a:rPr lang="en-IN" i="1">
                              <a:solidFill>
                                <a:srgbClr val="392392"/>
                              </a:solidFill>
                              <a:latin typeface="Cambria Math" panose="02040503050406030204" pitchFamily="18" charset="0"/>
                            </a:rPr>
                            <m:t>z</m:t>
                          </m:r>
                        </m:e>
                        <m:sub>
                          <m:r>
                            <a:rPr lang="en-IN" i="1">
                              <a:solidFill>
                                <a:srgbClr val="392392"/>
                              </a:solidFill>
                              <a:latin typeface="Cambria Math" panose="02040503050406030204" pitchFamily="18" charset="0"/>
                            </a:rPr>
                            <m:t>1</m:t>
                          </m:r>
                        </m:sub>
                      </m:sSub>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a:rPr lang="en-IN" b="0" i="1" smtClean="0">
                              <a:solidFill>
                                <a:srgbClr val="392392"/>
                              </a:solidFill>
                              <a:latin typeface="Cambria Math" panose="02040503050406030204" pitchFamily="18" charset="0"/>
                            </a:rPr>
                            <m:t>7</m:t>
                          </m:r>
                          <m:r>
                            <a:rPr lang="en-IN" i="1">
                              <a:solidFill>
                                <a:srgbClr val="392392"/>
                              </a:solidFill>
                              <a:latin typeface="Cambria Math" panose="02040503050406030204" pitchFamily="18" charset="0"/>
                            </a:rPr>
                            <m:t>0−7</m:t>
                          </m:r>
                          <m:r>
                            <a:rPr lang="en-IN" b="0" i="1" smtClean="0">
                              <a:solidFill>
                                <a:srgbClr val="392392"/>
                              </a:solidFill>
                              <a:latin typeface="Cambria Math" panose="02040503050406030204" pitchFamily="18" charset="0"/>
                            </a:rPr>
                            <m:t>5</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7" name="Object 5"/>
              <p:cNvSpPr txBox="1">
                <a:spLocks noRot="1" noChangeAspect="1" noMove="1" noResize="1" noEditPoints="1" noAdjustHandles="1" noChangeArrowheads="1" noChangeShapeType="1" noTextEdit="1"/>
              </p:cNvSpPr>
              <p:nvPr/>
            </p:nvSpPr>
            <p:spPr bwMode="auto">
              <a:xfrm>
                <a:off x="4312051" y="2555675"/>
                <a:ext cx="1916109" cy="683421"/>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
              <p:cNvSpPr txBox="1"/>
              <p:nvPr/>
            </p:nvSpPr>
            <p:spPr bwMode="auto">
              <a:xfrm>
                <a:off x="6034201" y="2728018"/>
                <a:ext cx="888204" cy="286942"/>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20000"/>
              </a:bodyPr>
              <a:lstStyle/>
              <a:p>
                <a14:m>
                  <m:oMath xmlns:m="http://schemas.openxmlformats.org/officeDocument/2006/math">
                    <m:r>
                      <a:rPr lang="en-IN" i="1">
                        <a:solidFill>
                          <a:srgbClr val="392392"/>
                        </a:solidFill>
                        <a:latin typeface="Cambria Math" panose="02040503050406030204" pitchFamily="18" charset="0"/>
                      </a:rPr>
                      <m:t>=−</m:t>
                    </m:r>
                  </m:oMath>
                </a14:m>
                <a:r>
                  <a:rPr lang="en-IN" dirty="0"/>
                  <a:t>1.25</a:t>
                </a:r>
              </a:p>
            </p:txBody>
          </p:sp>
        </mc:Choice>
        <mc:Fallback xmlns="">
          <p:sp>
            <p:nvSpPr>
              <p:cNvPr id="8" name="Object 6"/>
              <p:cNvSpPr txBox="1">
                <a:spLocks noRot="1" noChangeAspect="1" noMove="1" noResize="1" noEditPoints="1" noAdjustHandles="1" noChangeArrowheads="1" noChangeShapeType="1" noTextEdit="1"/>
              </p:cNvSpPr>
              <p:nvPr/>
            </p:nvSpPr>
            <p:spPr bwMode="auto">
              <a:xfrm>
                <a:off x="6034201" y="2728018"/>
                <a:ext cx="888204" cy="286942"/>
              </a:xfrm>
              <a:prstGeom prst="rect">
                <a:avLst/>
              </a:prstGeom>
              <a:blipFill>
                <a:blip r:embed="rId3"/>
                <a:stretch>
                  <a:fillRect t="-19149" b="-21277"/>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7"/>
          <p:cNvSpPr>
            <a:spLocks noChangeArrowheads="1"/>
          </p:cNvSpPr>
          <p:nvPr/>
        </p:nvSpPr>
        <p:spPr bwMode="auto">
          <a:xfrm>
            <a:off x="5530452" y="4019551"/>
            <a:ext cx="3080147"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dirty="0"/>
              <a:t>The probability that a student receives a test score between 70 and 80 is 0.7888</a:t>
            </a:r>
          </a:p>
        </p:txBody>
      </p:sp>
      <mc:AlternateContent xmlns:mc="http://schemas.openxmlformats.org/markup-compatibility/2006" xmlns:a14="http://schemas.microsoft.com/office/drawing/2010/main">
        <mc:Choice Requires="a14">
          <p:sp>
            <p:nvSpPr>
              <p:cNvPr id="10" name="Object 8"/>
              <p:cNvSpPr txBox="1"/>
              <p:nvPr/>
            </p:nvSpPr>
            <p:spPr bwMode="auto">
              <a:xfrm>
                <a:off x="4410074" y="3314699"/>
                <a:ext cx="1818085" cy="536971"/>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IN" i="1" smtClean="0">
                              <a:solidFill>
                                <a:srgbClr val="392392"/>
                              </a:solidFill>
                              <a:latin typeface="Cambria Math" panose="02040503050406030204" pitchFamily="18" charset="0"/>
                            </a:rPr>
                          </m:ctrlPr>
                        </m:sSubPr>
                        <m:e>
                          <m:r>
                            <m:rPr>
                              <m:sty m:val="p"/>
                            </m:rPr>
                            <a:rPr lang="en-IN" i="1">
                              <a:solidFill>
                                <a:srgbClr val="392392"/>
                              </a:solidFill>
                              <a:latin typeface="Cambria Math" panose="02040503050406030204" pitchFamily="18" charset="0"/>
                            </a:rPr>
                            <m:t>z</m:t>
                          </m:r>
                        </m:e>
                        <m:sub>
                          <m:r>
                            <a:rPr lang="en-IN" i="1">
                              <a:solidFill>
                                <a:srgbClr val="392392"/>
                              </a:solidFill>
                              <a:latin typeface="Cambria Math" panose="02040503050406030204" pitchFamily="18" charset="0"/>
                            </a:rPr>
                            <m:t>2</m:t>
                          </m:r>
                        </m:sub>
                      </m:sSub>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a:rPr lang="en-IN" i="1">
                              <a:solidFill>
                                <a:srgbClr val="392392"/>
                              </a:solidFill>
                              <a:latin typeface="Cambria Math" panose="02040503050406030204" pitchFamily="18" charset="0"/>
                            </a:rPr>
                            <m:t>80−7</m:t>
                          </m:r>
                          <m:r>
                            <a:rPr lang="en-IN" b="0" i="1" smtClean="0">
                              <a:solidFill>
                                <a:srgbClr val="392392"/>
                              </a:solidFill>
                              <a:latin typeface="Cambria Math" panose="02040503050406030204" pitchFamily="18" charset="0"/>
                            </a:rPr>
                            <m:t>5</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10" name="Object 8"/>
              <p:cNvSpPr txBox="1">
                <a:spLocks noRot="1" noChangeAspect="1" noMove="1" noResize="1" noEditPoints="1" noAdjustHandles="1" noChangeArrowheads="1" noChangeShapeType="1" noTextEdit="1"/>
              </p:cNvSpPr>
              <p:nvPr/>
            </p:nvSpPr>
            <p:spPr bwMode="auto">
              <a:xfrm>
                <a:off x="4410074" y="3314699"/>
                <a:ext cx="1818085" cy="536971"/>
              </a:xfrm>
              <a:prstGeom prst="rect">
                <a:avLst/>
              </a:prstGeom>
              <a:blipFill>
                <a:blip r:embed="rId4"/>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bject 9"/>
              <p:cNvSpPr txBox="1"/>
              <p:nvPr/>
            </p:nvSpPr>
            <p:spPr bwMode="auto">
              <a:xfrm>
                <a:off x="6227762" y="3405188"/>
                <a:ext cx="1001711" cy="34319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IN" i="1" smtClean="0">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1</m:t>
                      </m:r>
                      <m:r>
                        <a:rPr lang="en-IN" i="1">
                          <a:solidFill>
                            <a:srgbClr val="392392"/>
                          </a:solidFill>
                          <a:latin typeface="Cambria Math" panose="02040503050406030204" pitchFamily="18" charset="0"/>
                        </a:rPr>
                        <m:t>.25</m:t>
                      </m:r>
                    </m:oMath>
                  </m:oMathPara>
                </a14:m>
                <a:endParaRPr lang="en-IN" dirty="0"/>
              </a:p>
            </p:txBody>
          </p:sp>
        </mc:Choice>
        <mc:Fallback xmlns="">
          <p:sp>
            <p:nvSpPr>
              <p:cNvPr id="11" name="Object 9"/>
              <p:cNvSpPr txBox="1">
                <a:spLocks noRot="1" noChangeAspect="1" noMove="1" noResize="1" noEditPoints="1" noAdjustHandles="1" noChangeArrowheads="1" noChangeShapeType="1" noTextEdit="1"/>
              </p:cNvSpPr>
              <p:nvPr/>
            </p:nvSpPr>
            <p:spPr bwMode="auto">
              <a:xfrm>
                <a:off x="6227762" y="3405188"/>
                <a:ext cx="1001711" cy="343196"/>
              </a:xfrm>
              <a:prstGeom prst="rect">
                <a:avLst/>
              </a:prstGeom>
              <a:blipFill>
                <a:blip r:embed="rId5"/>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grpSp>
        <p:nvGrpSpPr>
          <p:cNvPr id="12" name="Group 10"/>
          <p:cNvGrpSpPr>
            <a:grpSpLocks/>
          </p:cNvGrpSpPr>
          <p:nvPr/>
        </p:nvGrpSpPr>
        <p:grpSpPr bwMode="auto">
          <a:xfrm>
            <a:off x="1927623" y="4643447"/>
            <a:ext cx="3209925" cy="488157"/>
            <a:chOff x="659" y="3180"/>
            <a:chExt cx="2696" cy="410"/>
          </a:xfrm>
        </p:grpSpPr>
        <p:grpSp>
          <p:nvGrpSpPr>
            <p:cNvPr id="13" name="Group 11"/>
            <p:cNvGrpSpPr>
              <a:grpSpLocks/>
            </p:cNvGrpSpPr>
            <p:nvPr/>
          </p:nvGrpSpPr>
          <p:grpSpPr bwMode="auto">
            <a:xfrm>
              <a:off x="659" y="3180"/>
              <a:ext cx="2696" cy="410"/>
              <a:chOff x="659" y="3180"/>
              <a:chExt cx="2696" cy="410"/>
            </a:xfrm>
          </p:grpSpPr>
          <p:grpSp>
            <p:nvGrpSpPr>
              <p:cNvPr id="15" name="Group 12"/>
              <p:cNvGrpSpPr>
                <a:grpSpLocks/>
              </p:cNvGrpSpPr>
              <p:nvPr/>
            </p:nvGrpSpPr>
            <p:grpSpPr bwMode="auto">
              <a:xfrm>
                <a:off x="659" y="3180"/>
                <a:ext cx="2696" cy="410"/>
                <a:chOff x="659" y="3180"/>
                <a:chExt cx="2696" cy="410"/>
              </a:xfrm>
            </p:grpSpPr>
            <p:sp>
              <p:nvSpPr>
                <p:cNvPr id="17" name="Text Box 13"/>
                <p:cNvSpPr txBox="1">
                  <a:spLocks noChangeArrowheads="1"/>
                </p:cNvSpPr>
                <p:nvPr/>
              </p:nvSpPr>
              <p:spPr bwMode="auto">
                <a:xfrm>
                  <a:off x="1592" y="3337"/>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8" name="Group 14"/>
                <p:cNvGrpSpPr>
                  <a:grpSpLocks/>
                </p:cNvGrpSpPr>
                <p:nvPr/>
              </p:nvGrpSpPr>
              <p:grpSpPr bwMode="auto">
                <a:xfrm>
                  <a:off x="659" y="3180"/>
                  <a:ext cx="2696" cy="252"/>
                  <a:chOff x="659" y="3180"/>
                  <a:chExt cx="2696" cy="252"/>
                </a:xfrm>
              </p:grpSpPr>
              <p:grpSp>
                <p:nvGrpSpPr>
                  <p:cNvPr id="20" name="Group 15"/>
                  <p:cNvGrpSpPr>
                    <a:grpSpLocks/>
                  </p:cNvGrpSpPr>
                  <p:nvPr/>
                </p:nvGrpSpPr>
                <p:grpSpPr bwMode="auto">
                  <a:xfrm>
                    <a:off x="659" y="3247"/>
                    <a:ext cx="2496" cy="90"/>
                    <a:chOff x="659" y="3247"/>
                    <a:chExt cx="2496" cy="90"/>
                  </a:xfrm>
                </p:grpSpPr>
                <p:sp>
                  <p:nvSpPr>
                    <p:cNvPr id="22" name="Freeform 16"/>
                    <p:cNvSpPr>
                      <a:spLocks/>
                    </p:cNvSpPr>
                    <p:nvPr/>
                  </p:nvSpPr>
                  <p:spPr bwMode="auto">
                    <a:xfrm>
                      <a:off x="659"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3" name="Line 17"/>
                    <p:cNvSpPr>
                      <a:spLocks noChangeShapeType="1"/>
                    </p:cNvSpPr>
                    <p:nvPr/>
                  </p:nvSpPr>
                  <p:spPr bwMode="auto">
                    <a:xfrm>
                      <a:off x="204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Line 18"/>
                    <p:cNvSpPr>
                      <a:spLocks noChangeShapeType="1"/>
                    </p:cNvSpPr>
                    <p:nvPr/>
                  </p:nvSpPr>
                  <p:spPr bwMode="auto">
                    <a:xfrm>
                      <a:off x="1907"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21" name="Rectangle 19"/>
                  <p:cNvSpPr>
                    <a:spLocks noChangeArrowheads="1"/>
                  </p:cNvSpPr>
                  <p:nvPr/>
                </p:nvSpPr>
                <p:spPr bwMode="auto">
                  <a:xfrm>
                    <a:off x="3142"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9" name="Text Box 20"/>
                <p:cNvSpPr txBox="1">
                  <a:spLocks noChangeArrowheads="1"/>
                </p:cNvSpPr>
                <p:nvPr/>
              </p:nvSpPr>
              <p:spPr bwMode="auto">
                <a:xfrm>
                  <a:off x="1977"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sp>
            <p:nvSpPr>
              <p:cNvPr id="16" name="Rectangle 21"/>
              <p:cNvSpPr>
                <a:spLocks noChangeArrowheads="1"/>
              </p:cNvSpPr>
              <p:nvPr/>
            </p:nvSpPr>
            <p:spPr bwMode="auto">
              <a:xfrm>
                <a:off x="1304"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p>
            </p:txBody>
          </p:sp>
        </p:grpSp>
        <p:sp>
          <p:nvSpPr>
            <p:cNvPr id="14" name="Line 22"/>
            <p:cNvSpPr>
              <a:spLocks noChangeShapeType="1"/>
            </p:cNvSpPr>
            <p:nvPr/>
          </p:nvSpPr>
          <p:spPr bwMode="auto">
            <a:xfrm>
              <a:off x="1392" y="325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useBgFill="1">
        <p:nvSpPr>
          <p:cNvPr id="25" name="Text Box 23"/>
          <p:cNvSpPr txBox="1">
            <a:spLocks noChangeArrowheads="1"/>
          </p:cNvSpPr>
          <p:nvPr/>
        </p:nvSpPr>
        <p:spPr bwMode="auto">
          <a:xfrm>
            <a:off x="3462938" y="4818460"/>
            <a:ext cx="492443"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solidFill>
                  <a:schemeClr val="folHlink"/>
                </a:solidFill>
                <a:cs typeface="Times New Roman" charset="0"/>
              </a:rPr>
              <a:t>1.25</a:t>
            </a:r>
          </a:p>
        </p:txBody>
      </p:sp>
      <p:sp useBgFill="1">
        <p:nvSpPr>
          <p:cNvPr id="26" name="Text Box 24"/>
          <p:cNvSpPr txBox="1">
            <a:spLocks noChangeArrowheads="1"/>
          </p:cNvSpPr>
          <p:nvPr/>
        </p:nvSpPr>
        <p:spPr bwMode="auto">
          <a:xfrm>
            <a:off x="2530079" y="4826794"/>
            <a:ext cx="587020"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solidFill>
                  <a:schemeClr val="folHlink"/>
                </a:solidFill>
                <a:cs typeface="Times New Roman" charset="0"/>
                <a:sym typeface="Symbol" charset="0"/>
              </a:rPr>
              <a:t>1</a:t>
            </a:r>
            <a:r>
              <a:rPr lang="en-US" sz="1350" dirty="0">
                <a:solidFill>
                  <a:schemeClr val="folHlink"/>
                </a:solidFill>
                <a:cs typeface="Times New Roman" charset="0"/>
              </a:rPr>
              <a:t>.25</a:t>
            </a:r>
          </a:p>
        </p:txBody>
      </p:sp>
      <p:sp>
        <p:nvSpPr>
          <p:cNvPr id="27" name="Rectangle 25"/>
          <p:cNvSpPr>
            <a:spLocks noChangeArrowheads="1"/>
          </p:cNvSpPr>
          <p:nvPr/>
        </p:nvSpPr>
        <p:spPr bwMode="auto">
          <a:xfrm>
            <a:off x="6410774" y="5486400"/>
            <a:ext cx="319042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  0.8944 </a:t>
            </a:r>
            <a:r>
              <a:rPr lang="en-US" sz="2000" dirty="0">
                <a:sym typeface="Symbol" charset="0"/>
              </a:rPr>
              <a:t></a:t>
            </a:r>
            <a:r>
              <a:rPr lang="en-US" sz="2000" dirty="0"/>
              <a:t> 0.1056 = </a:t>
            </a:r>
            <a:r>
              <a:rPr lang="en-US" sz="2000" dirty="0">
                <a:sym typeface="Symbol" charset="0"/>
              </a:rPr>
              <a:t>0.7888</a:t>
            </a:r>
          </a:p>
        </p:txBody>
      </p:sp>
      <p:grpSp>
        <p:nvGrpSpPr>
          <p:cNvPr id="28" name="Group 26"/>
          <p:cNvGrpSpPr>
            <a:grpSpLocks/>
          </p:cNvGrpSpPr>
          <p:nvPr/>
        </p:nvGrpSpPr>
        <p:grpSpPr bwMode="auto">
          <a:xfrm>
            <a:off x="1485901" y="3258742"/>
            <a:ext cx="3638550" cy="1516856"/>
            <a:chOff x="288" y="2017"/>
            <a:chExt cx="3056" cy="1274"/>
          </a:xfrm>
        </p:grpSpPr>
        <p:sp>
          <p:nvSpPr>
            <p:cNvPr id="29" name="Text Box 27"/>
            <p:cNvSpPr txBox="1">
              <a:spLocks noChangeArrowheads="1"/>
            </p:cNvSpPr>
            <p:nvPr/>
          </p:nvSpPr>
          <p:spPr bwMode="auto">
            <a:xfrm>
              <a:off x="1281"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70</a:t>
              </a:r>
            </a:p>
          </p:txBody>
        </p:sp>
        <p:grpSp>
          <p:nvGrpSpPr>
            <p:cNvPr id="30" name="Group 28"/>
            <p:cNvGrpSpPr>
              <a:grpSpLocks/>
            </p:cNvGrpSpPr>
            <p:nvPr/>
          </p:nvGrpSpPr>
          <p:grpSpPr bwMode="auto">
            <a:xfrm>
              <a:off x="288" y="2017"/>
              <a:ext cx="3056" cy="1274"/>
              <a:chOff x="288" y="2017"/>
              <a:chExt cx="3056" cy="1274"/>
            </a:xfrm>
          </p:grpSpPr>
          <p:sp>
            <p:nvSpPr>
              <p:cNvPr id="31" name="Line 29"/>
              <p:cNvSpPr>
                <a:spLocks noChangeShapeType="1"/>
              </p:cNvSpPr>
              <p:nvPr/>
            </p:nvSpPr>
            <p:spPr bwMode="auto">
              <a:xfrm flipH="1" flipV="1">
                <a:off x="1652" y="2407"/>
                <a:ext cx="6" cy="59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nvGrpSpPr>
              <p:cNvPr id="32" name="Group 32"/>
              <p:cNvGrpSpPr>
                <a:grpSpLocks/>
              </p:cNvGrpSpPr>
              <p:nvPr/>
            </p:nvGrpSpPr>
            <p:grpSpPr bwMode="auto">
              <a:xfrm>
                <a:off x="288" y="2017"/>
                <a:ext cx="3056" cy="1274"/>
                <a:chOff x="288" y="2017"/>
                <a:chExt cx="3056" cy="1274"/>
              </a:xfrm>
            </p:grpSpPr>
            <p:sp>
              <p:nvSpPr>
                <p:cNvPr id="33" name="Line 33"/>
                <p:cNvSpPr>
                  <a:spLocks noChangeShapeType="1"/>
                </p:cNvSpPr>
                <p:nvPr/>
              </p:nvSpPr>
              <p:spPr bwMode="auto">
                <a:xfrm flipV="1">
                  <a:off x="2032" y="2064"/>
                  <a:ext cx="0" cy="9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4" name="Line 34"/>
                <p:cNvSpPr>
                  <a:spLocks noChangeShapeType="1"/>
                </p:cNvSpPr>
                <p:nvPr/>
              </p:nvSpPr>
              <p:spPr bwMode="auto">
                <a:xfrm>
                  <a:off x="1902"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5" name="Text Box 35"/>
                <p:cNvSpPr txBox="1">
                  <a:spLocks noChangeArrowheads="1"/>
                </p:cNvSpPr>
                <p:nvPr/>
              </p:nvSpPr>
              <p:spPr bwMode="auto">
                <a:xfrm>
                  <a:off x="1962"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t>80</a:t>
                  </a:r>
                </a:p>
              </p:txBody>
            </p:sp>
            <p:sp>
              <p:nvSpPr>
                <p:cNvPr id="36" name="Line 36"/>
                <p:cNvSpPr>
                  <a:spLocks noChangeShapeType="1"/>
                </p:cNvSpPr>
                <p:nvPr/>
              </p:nvSpPr>
              <p:spPr bwMode="auto">
                <a:xfrm>
                  <a:off x="2030" y="297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7" name="Freeform 37"/>
                <p:cNvSpPr>
                  <a:spLocks/>
                </p:cNvSpPr>
                <p:nvPr/>
              </p:nvSpPr>
              <p:spPr bwMode="auto">
                <a:xfrm>
                  <a:off x="654"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dirty="0"/>
                </a:p>
              </p:txBody>
            </p:sp>
            <p:sp>
              <p:nvSpPr>
                <p:cNvPr id="38" name="Freeform 38"/>
                <p:cNvSpPr>
                  <a:spLocks/>
                </p:cNvSpPr>
                <p:nvPr/>
              </p:nvSpPr>
              <p:spPr bwMode="auto">
                <a:xfrm>
                  <a:off x="770"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dirty="0"/>
                </a:p>
              </p:txBody>
            </p:sp>
            <p:sp>
              <p:nvSpPr>
                <p:cNvPr id="39" name="Line 39"/>
                <p:cNvSpPr>
                  <a:spLocks noChangeShapeType="1"/>
                </p:cNvSpPr>
                <p:nvPr/>
              </p:nvSpPr>
              <p:spPr bwMode="auto">
                <a:xfrm>
                  <a:off x="1902"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40" name="Text Box 40"/>
                <p:cNvSpPr txBox="1">
                  <a:spLocks noChangeArrowheads="1"/>
                </p:cNvSpPr>
                <p:nvPr/>
              </p:nvSpPr>
              <p:spPr bwMode="auto">
                <a:xfrm>
                  <a:off x="1596"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a:t>
                  </a:r>
                  <a:r>
                    <a:rPr lang="en-US" sz="1350" dirty="0"/>
                    <a:t>75</a:t>
                  </a:r>
                </a:p>
              </p:txBody>
            </p:sp>
            <p:sp>
              <p:nvSpPr>
                <p:cNvPr id="41" name="Line 41"/>
                <p:cNvSpPr>
                  <a:spLocks noChangeShapeType="1"/>
                </p:cNvSpPr>
                <p:nvPr/>
              </p:nvSpPr>
              <p:spPr bwMode="auto">
                <a:xfrm>
                  <a:off x="1902"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42" name="Rectangle 42"/>
                <p:cNvSpPr>
                  <a:spLocks noChangeArrowheads="1"/>
                </p:cNvSpPr>
                <p:nvPr/>
              </p:nvSpPr>
              <p:spPr bwMode="auto">
                <a:xfrm>
                  <a:off x="648" y="2078"/>
                  <a:ext cx="95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(70 &lt; </a:t>
                  </a:r>
                  <a:r>
                    <a:rPr lang="en-US" sz="1350" i="1" dirty="0"/>
                    <a:t>x</a:t>
                  </a:r>
                  <a:r>
                    <a:rPr lang="en-US" sz="1350" dirty="0"/>
                    <a:t> &lt; 80)</a:t>
                  </a:r>
                </a:p>
              </p:txBody>
            </p:sp>
            <p:sp>
              <p:nvSpPr>
                <p:cNvPr id="43" name="Rectangle 43"/>
                <p:cNvSpPr>
                  <a:spLocks noChangeArrowheads="1"/>
                </p:cNvSpPr>
                <p:nvPr/>
              </p:nvSpPr>
              <p:spPr bwMode="auto">
                <a:xfrm>
                  <a:off x="288" y="2302"/>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75</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44" name="Rectangle 44"/>
                <p:cNvSpPr>
                  <a:spLocks noChangeArrowheads="1"/>
                </p:cNvSpPr>
                <p:nvPr/>
              </p:nvSpPr>
              <p:spPr bwMode="auto">
                <a:xfrm>
                  <a:off x="3126"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sp>
              <p:nvSpPr>
                <p:cNvPr id="45" name="Line 45"/>
                <p:cNvSpPr>
                  <a:spLocks noChangeShapeType="1"/>
                </p:cNvSpPr>
                <p:nvPr/>
              </p:nvSpPr>
              <p:spPr bwMode="auto">
                <a:xfrm>
                  <a:off x="1440" y="2304"/>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grpSp>
      </p:grpSp>
    </p:spTree>
    <p:extLst>
      <p:ext uri="{BB962C8B-B14F-4D97-AF65-F5344CB8AC3E}">
        <p14:creationId xmlns:p14="http://schemas.microsoft.com/office/powerpoint/2010/main" val="302782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endParaRPr lang="en-IN" dirty="0"/>
          </a:p>
        </p:txBody>
      </p:sp>
      <p:sp>
        <p:nvSpPr>
          <p:cNvPr id="5" name="Content Placeholder 1">
            <a:extLst>
              <a:ext uri="{FF2B5EF4-FFF2-40B4-BE49-F238E27FC236}">
                <a16:creationId xmlns:a16="http://schemas.microsoft.com/office/drawing/2014/main" id="{6652D320-1F33-9955-8B7A-D607623889D9}"/>
              </a:ext>
            </a:extLst>
          </p:cNvPr>
          <p:cNvSpPr txBox="1">
            <a:spLocks/>
          </p:cNvSpPr>
          <p:nvPr/>
        </p:nvSpPr>
        <p:spPr>
          <a:xfrm>
            <a:off x="990600" y="1493839"/>
            <a:ext cx="10134600" cy="4525963"/>
          </a:xfrm>
          <a:prstGeom prst="rect">
            <a:avLst/>
          </a:prstGeo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txBody>
          <a:bodyPr vert="horz" lIns="72000" tIns="36000" rIns="72000" bIns="3600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20000"/>
              </a:spcBef>
              <a:buFont typeface="Arial" pitchFamily="34" charset="0"/>
              <a:buChar char="–"/>
              <a:defRPr sz="2000" kern="1200" baseline="0">
                <a:solidFill>
                  <a:schemeClr val="tx1"/>
                </a:solidFill>
                <a:latin typeface="+mn-lt"/>
                <a:ea typeface="+mn-ea"/>
                <a:cs typeface="+mn-cs"/>
              </a:defRPr>
            </a:lvl4pPr>
            <a:lvl5pPr marL="20574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9pPr>
          </a:lstStyle>
          <a:p>
            <a:r>
              <a:rPr lang="en-US" sz="2000" dirty="0">
                <a:latin typeface="+mn-lt"/>
              </a:rPr>
              <a:t>If X is a normal variate with mean 30 and SD 5. Find the probabilities that (</a:t>
            </a:r>
            <a:r>
              <a:rPr lang="en-US" sz="2000" dirty="0" err="1">
                <a:latin typeface="+mn-lt"/>
              </a:rPr>
              <a:t>i</a:t>
            </a:r>
            <a:r>
              <a:rPr lang="en-US" sz="2000" dirty="0">
                <a:latin typeface="+mn-lt"/>
              </a:rPr>
              <a:t>) 26≤ X ≤ 40 (ii) X &gt; 45 </a:t>
            </a:r>
          </a:p>
          <a:p>
            <a:r>
              <a:rPr lang="en-US" sz="2000" dirty="0">
                <a:solidFill>
                  <a:srgbClr val="FF0000"/>
                </a:solidFill>
                <a:latin typeface="+mn-lt"/>
              </a:rPr>
              <a:t>Solution : </a:t>
            </a:r>
          </a:p>
          <a:p>
            <a:r>
              <a:rPr lang="en-US" sz="2000" dirty="0">
                <a:latin typeface="+mn-lt"/>
              </a:rPr>
              <a:t>Here, mean μ= 30 and standard deviation σ = 5 </a:t>
            </a:r>
          </a:p>
          <a:p>
            <a:r>
              <a:rPr lang="en-US" sz="2000" dirty="0">
                <a:latin typeface="+mn-lt"/>
              </a:rPr>
              <a:t>(</a:t>
            </a:r>
            <a:r>
              <a:rPr lang="en-US" sz="2000" dirty="0" err="1">
                <a:latin typeface="+mn-lt"/>
              </a:rPr>
              <a:t>i</a:t>
            </a:r>
            <a:r>
              <a:rPr lang="en-US" sz="2000" dirty="0">
                <a:latin typeface="+mn-lt"/>
              </a:rPr>
              <a:t>) When X = 26 </a:t>
            </a:r>
          </a:p>
          <a:p>
            <a:r>
              <a:rPr lang="en-US" sz="2000" dirty="0">
                <a:latin typeface="+mn-lt"/>
              </a:rPr>
              <a:t>     Z= (X - µ)/ σ= (26 – 30)/5 = –0.8 and </a:t>
            </a:r>
          </a:p>
          <a:p>
            <a:r>
              <a:rPr lang="en-US" sz="2000" dirty="0">
                <a:latin typeface="+mn-lt"/>
              </a:rPr>
              <a:t>      when X = 40 , Z = (40-30)/ 5= 2</a:t>
            </a:r>
          </a:p>
          <a:p>
            <a:r>
              <a:rPr lang="en-IN" sz="2000" dirty="0">
                <a:latin typeface="+mn-lt"/>
              </a:rPr>
              <a:t>    Therefore, P(26</a:t>
            </a:r>
            <a:r>
              <a:rPr lang="en-US" sz="2000" dirty="0">
                <a:latin typeface="+mn-lt"/>
              </a:rPr>
              <a:t> ≤ </a:t>
            </a:r>
            <a:r>
              <a:rPr lang="en-IN" sz="2000" dirty="0">
                <a:latin typeface="+mn-lt"/>
              </a:rPr>
              <a:t>X</a:t>
            </a:r>
            <a:r>
              <a:rPr lang="en-US" sz="2000" dirty="0">
                <a:latin typeface="+mn-lt"/>
              </a:rPr>
              <a:t> ≤</a:t>
            </a:r>
            <a:r>
              <a:rPr lang="en-IN" sz="2000" dirty="0">
                <a:latin typeface="+mn-lt"/>
              </a:rPr>
              <a:t> 40) = F(2)-F(-0.8)=F(2)-(1-F(0.8))</a:t>
            </a:r>
          </a:p>
          <a:p>
            <a:r>
              <a:rPr lang="en-IN" sz="2000" dirty="0">
                <a:latin typeface="+mn-lt"/>
              </a:rPr>
              <a:t>                                                  =0.9773-1+0.7881=0.7654</a:t>
            </a:r>
            <a:endParaRPr lang="en-US" sz="2000" dirty="0">
              <a:latin typeface="+mn-lt"/>
            </a:endParaRPr>
          </a:p>
          <a:p>
            <a:endParaRPr lang="en-US" sz="2000" dirty="0">
              <a:latin typeface="+mn-lt"/>
            </a:endParaRPr>
          </a:p>
          <a:p>
            <a:r>
              <a:rPr lang="en-US" sz="2000" dirty="0">
                <a:latin typeface="+mn-lt"/>
              </a:rPr>
              <a:t>(ii) </a:t>
            </a:r>
            <a:r>
              <a:rPr lang="pl-PL" sz="2000" dirty="0">
                <a:latin typeface="+mn-lt"/>
              </a:rPr>
              <a:t>P( X ≥ 45) = P(Z ≥ 3) = </a:t>
            </a:r>
            <a:r>
              <a:rPr lang="en-IN" sz="2000" dirty="0">
                <a:latin typeface="+mn-lt"/>
              </a:rPr>
              <a:t>1-F(3)=1-0.9986</a:t>
            </a:r>
            <a:r>
              <a:rPr lang="pl-PL" sz="2000" dirty="0">
                <a:latin typeface="+mn-lt"/>
              </a:rPr>
              <a:t> = 0.</a:t>
            </a:r>
            <a:r>
              <a:rPr lang="en-IN" sz="2000" dirty="0">
                <a:latin typeface="+mn-lt"/>
              </a:rPr>
              <a:t>0014</a:t>
            </a:r>
          </a:p>
          <a:p>
            <a:endParaRPr lang="en-IN" dirty="0"/>
          </a:p>
        </p:txBody>
      </p:sp>
    </p:spTree>
    <p:extLst>
      <p:ext uri="{BB962C8B-B14F-4D97-AF65-F5344CB8AC3E}">
        <p14:creationId xmlns:p14="http://schemas.microsoft.com/office/powerpoint/2010/main" val="37484546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Normal Approximation to a Binomial Distribution</a:t>
            </a:r>
            <a:endParaRPr lang="en-IN" dirty="0"/>
          </a:p>
        </p:txBody>
      </p:sp>
      <p:sp>
        <p:nvSpPr>
          <p:cNvPr id="5" name="Text Box 4"/>
          <p:cNvSpPr txBox="1">
            <a:spLocks noChangeArrowheads="1"/>
          </p:cNvSpPr>
          <p:nvPr/>
        </p:nvSpPr>
        <p:spPr bwMode="auto">
          <a:xfrm>
            <a:off x="857250" y="2133600"/>
            <a:ext cx="10191750" cy="2139047"/>
          </a:xfrm>
          <a:prstGeom prst="rect">
            <a:avLst/>
          </a:prstGeom>
          <a:noFill/>
          <a:ln w="9525">
            <a:solidFill>
              <a:schemeClr val="tx1"/>
            </a:solidFill>
            <a:miter lim="800000"/>
            <a:headEnd/>
            <a:tailEnd/>
          </a:ln>
        </p:spPr>
        <p:txBody>
          <a:bodyPr wrap="square" rIns="205740">
            <a:spAutoFit/>
          </a:bodyPr>
          <a:lstStyle/>
          <a:p>
            <a:pPr>
              <a:spcBef>
                <a:spcPct val="25000"/>
              </a:spcBef>
            </a:pPr>
            <a:r>
              <a:rPr lang="en-US" b="1" dirty="0">
                <a:solidFill>
                  <a:srgbClr val="FF0000"/>
                </a:solidFill>
                <a:latin typeface="Times New Roman" pitchFamily="18" charset="0"/>
                <a:cs typeface="Times New Roman" pitchFamily="18" charset="0"/>
              </a:rPr>
              <a:t>Normal Approximation to a Binomial Distribution</a:t>
            </a:r>
          </a:p>
          <a:p>
            <a:pPr>
              <a:spcBef>
                <a:spcPct val="25000"/>
              </a:spcBef>
            </a:pPr>
            <a:r>
              <a:rPr lang="en-US" sz="2000" dirty="0">
                <a:cs typeface="Times New Roman" pitchFamily="18" charset="0"/>
              </a:rPr>
              <a:t>If </a:t>
            </a:r>
            <a:r>
              <a:rPr lang="en-US" sz="2000" i="1" dirty="0" err="1">
                <a:cs typeface="Times New Roman" pitchFamily="18" charset="0"/>
              </a:rPr>
              <a:t>np</a:t>
            </a:r>
            <a:r>
              <a:rPr lang="en-US" sz="2000" dirty="0">
                <a:cs typeface="Times New Roman" pitchFamily="18" charset="0"/>
              </a:rPr>
              <a:t> </a:t>
            </a:r>
            <a:r>
              <a:rPr lang="en-US" sz="2000" dirty="0">
                <a:cs typeface="Times New Roman" pitchFamily="18" charset="0"/>
                <a:sym typeface="Symbol" pitchFamily="18" charset="2"/>
              </a:rPr>
              <a:t> 15 and </a:t>
            </a:r>
            <a:r>
              <a:rPr lang="en-US" sz="2000" i="1" dirty="0" err="1">
                <a:cs typeface="Times New Roman" pitchFamily="18" charset="0"/>
                <a:sym typeface="Symbol" pitchFamily="18" charset="2"/>
              </a:rPr>
              <a:t>nq</a:t>
            </a:r>
            <a:r>
              <a:rPr lang="en-US" sz="2000" dirty="0">
                <a:cs typeface="Times New Roman" pitchFamily="18" charset="0"/>
                <a:sym typeface="Symbol" pitchFamily="18" charset="2"/>
              </a:rPr>
              <a:t> 15, then the binomial random variable </a:t>
            </a:r>
            <a:r>
              <a:rPr lang="en-US" sz="2000" i="1" dirty="0">
                <a:cs typeface="Times New Roman" pitchFamily="18" charset="0"/>
                <a:sym typeface="Symbol" pitchFamily="18" charset="2"/>
              </a:rPr>
              <a:t>x</a:t>
            </a:r>
            <a:r>
              <a:rPr lang="en-US" sz="2000" dirty="0">
                <a:cs typeface="Times New Roman" pitchFamily="18" charset="0"/>
                <a:sym typeface="Symbol" pitchFamily="18" charset="2"/>
              </a:rPr>
              <a:t> is approximately normally distributed with mean</a:t>
            </a:r>
          </a:p>
          <a:p>
            <a:pPr>
              <a:spcBef>
                <a:spcPct val="25000"/>
              </a:spcBef>
            </a:pPr>
            <a:r>
              <a:rPr lang="en-US" sz="2000" dirty="0">
                <a:cs typeface="Times New Roman" pitchFamily="18" charset="0"/>
                <a:sym typeface="Symbol" pitchFamily="18" charset="2"/>
              </a:rPr>
              <a:t>and standard deviation </a:t>
            </a:r>
          </a:p>
          <a:p>
            <a:pPr>
              <a:spcBef>
                <a:spcPct val="25000"/>
              </a:spcBef>
            </a:pPr>
            <a:endParaRPr lang="en-US" dirty="0">
              <a:latin typeface="Times New Roman" pitchFamily="18" charset="0"/>
              <a:cs typeface="Times New Roman" pitchFamily="18" charset="0"/>
              <a:sym typeface="Symbol" pitchFamily="18" charset="2"/>
            </a:endParaRPr>
          </a:p>
          <a:p>
            <a:pPr>
              <a:spcBef>
                <a:spcPct val="25000"/>
              </a:spcBef>
            </a:pPr>
            <a:endParaRPr lang="el-GR" i="1" dirty="0">
              <a:latin typeface="Times New Roman" pitchFamily="18" charset="0"/>
              <a:cs typeface="Times New Roman" pitchFamily="18" charset="0"/>
              <a:sym typeface="Symbol" pitchFamily="18" charset="2"/>
            </a:endParaRPr>
          </a:p>
        </p:txBody>
      </p:sp>
      <p:sp>
        <p:nvSpPr>
          <p:cNvPr id="6" name="Text Box 3"/>
          <p:cNvSpPr txBox="1">
            <a:spLocks noChangeArrowheads="1"/>
          </p:cNvSpPr>
          <p:nvPr/>
        </p:nvSpPr>
        <p:spPr bwMode="auto">
          <a:xfrm>
            <a:off x="857250" y="1143000"/>
            <a:ext cx="10420350" cy="707886"/>
          </a:xfrm>
          <a:prstGeom prst="rect">
            <a:avLst/>
          </a:prstGeom>
          <a:noFill/>
          <a:ln w="9525">
            <a:noFill/>
            <a:miter lim="800000"/>
            <a:headEnd/>
            <a:tailEnd/>
          </a:ln>
        </p:spPr>
        <p:txBody>
          <a:bodyPr wrap="square">
            <a:spAutoFit/>
          </a:bodyPr>
          <a:lstStyle/>
          <a:p>
            <a:pPr algn="just" eaLnBrk="0" hangingPunct="0">
              <a:spcBef>
                <a:spcPct val="0"/>
              </a:spcBef>
            </a:pPr>
            <a:r>
              <a:rPr lang="en-US" altLang="en-US" sz="2000" dirty="0">
                <a:cs typeface="Times New Roman" pitchFamily="18" charset="0"/>
              </a:rPr>
              <a:t>The normal distribution is used to approximate the binomial distribution </a:t>
            </a:r>
            <a:r>
              <a:rPr lang="en-US" altLang="en-US" sz="2000" b="1" dirty="0">
                <a:solidFill>
                  <a:schemeClr val="accent6">
                    <a:lumMod val="75000"/>
                  </a:schemeClr>
                </a:solidFill>
                <a:cs typeface="Times New Roman" pitchFamily="18" charset="0"/>
              </a:rPr>
              <a:t>when it would be impractical to use the binomial distribution </a:t>
            </a:r>
            <a:r>
              <a:rPr lang="en-US" altLang="en-US" sz="2000" dirty="0">
                <a:cs typeface="Times New Roman" pitchFamily="18" charset="0"/>
              </a:rPr>
              <a:t>to find a probability.  </a:t>
            </a:r>
          </a:p>
        </p:txBody>
      </p:sp>
      <p:graphicFrame>
        <p:nvGraphicFramePr>
          <p:cNvPr id="7" name="Object 5"/>
          <p:cNvGraphicFramePr>
            <a:graphicFrameLocks noChangeAspect="1"/>
          </p:cNvGraphicFramePr>
          <p:nvPr>
            <p:extLst>
              <p:ext uri="{D42A27DB-BD31-4B8C-83A1-F6EECF244321}">
                <p14:modId xmlns:p14="http://schemas.microsoft.com/office/powerpoint/2010/main" val="737997076"/>
              </p:ext>
            </p:extLst>
          </p:nvPr>
        </p:nvGraphicFramePr>
        <p:xfrm>
          <a:off x="3429000" y="3141134"/>
          <a:ext cx="1145381" cy="422672"/>
        </p:xfrm>
        <a:graphic>
          <a:graphicData uri="http://schemas.openxmlformats.org/presentationml/2006/ole">
            <mc:AlternateContent xmlns:mc="http://schemas.openxmlformats.org/markup-compatibility/2006">
              <mc:Choice xmlns:v="urn:schemas-microsoft-com:vml" Requires="v">
                <p:oleObj name="Equation" r:id="rId2" imgW="723600" imgH="266400" progId="">
                  <p:embed/>
                </p:oleObj>
              </mc:Choice>
              <mc:Fallback>
                <p:oleObj name="Equation" r:id="rId2" imgW="723600" imgH="266400" progId="">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41134"/>
                        <a:ext cx="1145381" cy="422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2147989903"/>
              </p:ext>
            </p:extLst>
          </p:nvPr>
        </p:nvGraphicFramePr>
        <p:xfrm>
          <a:off x="3505200" y="2895600"/>
          <a:ext cx="804863" cy="260747"/>
        </p:xfrm>
        <a:graphic>
          <a:graphicData uri="http://schemas.openxmlformats.org/presentationml/2006/ole">
            <mc:AlternateContent xmlns:mc="http://schemas.openxmlformats.org/markup-compatibility/2006">
              <mc:Choice xmlns:v="urn:schemas-microsoft-com:vml" Requires="v">
                <p:oleObj name="Equation" r:id="rId4" imgW="507960" imgH="164880" progId="">
                  <p:embed/>
                </p:oleObj>
              </mc:Choice>
              <mc:Fallback>
                <p:oleObj name="Equation" r:id="rId4" imgW="507960" imgH="164880" progId="">
                  <p:embed/>
                  <p:pic>
                    <p:nvPicPr>
                      <p:cNvPr id="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2895600"/>
                        <a:ext cx="804863" cy="2607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8">
            <a:extLst>
              <a:ext uri="{FF2B5EF4-FFF2-40B4-BE49-F238E27FC236}">
                <a16:creationId xmlns:a16="http://schemas.microsoft.com/office/drawing/2014/main" id="{594273F0-D1E4-0821-BDF6-2CBFB23A2297}"/>
              </a:ext>
            </a:extLst>
          </p:cNvPr>
          <p:cNvGrpSpPr/>
          <p:nvPr/>
        </p:nvGrpSpPr>
        <p:grpSpPr>
          <a:xfrm>
            <a:off x="4120315" y="1377190"/>
            <a:ext cx="7343640" cy="196200"/>
            <a:chOff x="4120315" y="1377190"/>
            <a:chExt cx="7343640" cy="196200"/>
          </a:xfrm>
        </p:grpSpPr>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E9BFBA31-8567-2424-A54E-4081B42605A6}"/>
                    </a:ext>
                  </a:extLst>
                </p14:cNvPr>
                <p14:cNvContentPartPr/>
                <p14:nvPr/>
              </p14:nvContentPartPr>
              <p14:xfrm>
                <a:off x="4207795" y="1509670"/>
                <a:ext cx="360" cy="360"/>
              </p14:xfrm>
            </p:contentPart>
          </mc:Choice>
          <mc:Fallback>
            <p:pic>
              <p:nvPicPr>
                <p:cNvPr id="3" name="Ink 2">
                  <a:extLst>
                    <a:ext uri="{FF2B5EF4-FFF2-40B4-BE49-F238E27FC236}">
                      <a16:creationId xmlns:a16="http://schemas.microsoft.com/office/drawing/2014/main" id="{E9BFBA31-8567-2424-A54E-4081B42605A6}"/>
                    </a:ext>
                  </a:extLst>
                </p:cNvPr>
                <p:cNvPicPr/>
                <p:nvPr/>
              </p:nvPicPr>
              <p:blipFill>
                <a:blip r:embed="rId7"/>
                <a:stretch>
                  <a:fillRect/>
                </a:stretch>
              </p:blipFill>
              <p:spPr>
                <a:xfrm>
                  <a:off x="4201675" y="150355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7CEFECB7-F0FC-CE99-3D37-5CBA1A9121DC}"/>
                    </a:ext>
                  </a:extLst>
                </p14:cNvPr>
                <p14:cNvContentPartPr/>
                <p14:nvPr/>
              </p14:nvContentPartPr>
              <p14:xfrm>
                <a:off x="4120315" y="1377190"/>
                <a:ext cx="7343640" cy="196200"/>
              </p14:xfrm>
            </p:contentPart>
          </mc:Choice>
          <mc:Fallback>
            <p:pic>
              <p:nvPicPr>
                <p:cNvPr id="4" name="Ink 3">
                  <a:extLst>
                    <a:ext uri="{FF2B5EF4-FFF2-40B4-BE49-F238E27FC236}">
                      <a16:creationId xmlns:a16="http://schemas.microsoft.com/office/drawing/2014/main" id="{7CEFECB7-F0FC-CE99-3D37-5CBA1A9121DC}"/>
                    </a:ext>
                  </a:extLst>
                </p:cNvPr>
                <p:cNvPicPr/>
                <p:nvPr/>
              </p:nvPicPr>
              <p:blipFill>
                <a:blip r:embed="rId9"/>
                <a:stretch>
                  <a:fillRect/>
                </a:stretch>
              </p:blipFill>
              <p:spPr>
                <a:xfrm>
                  <a:off x="4114195" y="1371070"/>
                  <a:ext cx="7355880" cy="208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C647CF8B-DD3A-CECA-5698-A053F2039A53}"/>
                  </a:ext>
                </a:extLst>
              </p14:cNvPr>
              <p14:cNvContentPartPr/>
              <p14:nvPr/>
            </p14:nvContentPartPr>
            <p14:xfrm>
              <a:off x="873475" y="1902070"/>
              <a:ext cx="7002360" cy="214200"/>
            </p14:xfrm>
          </p:contentPart>
        </mc:Choice>
        <mc:Fallback>
          <p:pic>
            <p:nvPicPr>
              <p:cNvPr id="10" name="Ink 9">
                <a:extLst>
                  <a:ext uri="{FF2B5EF4-FFF2-40B4-BE49-F238E27FC236}">
                    <a16:creationId xmlns:a16="http://schemas.microsoft.com/office/drawing/2014/main" id="{C647CF8B-DD3A-CECA-5698-A053F2039A53}"/>
                  </a:ext>
                </a:extLst>
              </p:cNvPr>
              <p:cNvPicPr/>
              <p:nvPr/>
            </p:nvPicPr>
            <p:blipFill>
              <a:blip r:embed="rId11"/>
              <a:stretch>
                <a:fillRect/>
              </a:stretch>
            </p:blipFill>
            <p:spPr>
              <a:xfrm>
                <a:off x="867355" y="1895950"/>
                <a:ext cx="7014600" cy="226440"/>
              </a:xfrm>
              <a:prstGeom prst="rect">
                <a:avLst/>
              </a:prstGeom>
            </p:spPr>
          </p:pic>
        </mc:Fallback>
      </mc:AlternateContent>
      <p:grpSp>
        <p:nvGrpSpPr>
          <p:cNvPr id="40" name="Group 39">
            <a:extLst>
              <a:ext uri="{FF2B5EF4-FFF2-40B4-BE49-F238E27FC236}">
                <a16:creationId xmlns:a16="http://schemas.microsoft.com/office/drawing/2014/main" id="{44209DC6-8368-990E-F3FB-25CEC247A1FF}"/>
              </a:ext>
            </a:extLst>
          </p:cNvPr>
          <p:cNvGrpSpPr/>
          <p:nvPr/>
        </p:nvGrpSpPr>
        <p:grpSpPr>
          <a:xfrm>
            <a:off x="2267755" y="4804390"/>
            <a:ext cx="4657320" cy="1571040"/>
            <a:chOff x="2267755" y="4804390"/>
            <a:chExt cx="4657320" cy="1571040"/>
          </a:xfrm>
        </p:grpSpPr>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41D6E8A9-DDD1-AB3C-FBBE-D8786FC1ABBB}"/>
                    </a:ext>
                  </a:extLst>
                </p14:cNvPr>
                <p14:cNvContentPartPr/>
                <p14:nvPr/>
              </p14:nvContentPartPr>
              <p14:xfrm>
                <a:off x="2418955" y="6044950"/>
                <a:ext cx="4506120" cy="284040"/>
              </p14:xfrm>
            </p:contentPart>
          </mc:Choice>
          <mc:Fallback>
            <p:pic>
              <p:nvPicPr>
                <p:cNvPr id="11" name="Ink 10">
                  <a:extLst>
                    <a:ext uri="{FF2B5EF4-FFF2-40B4-BE49-F238E27FC236}">
                      <a16:creationId xmlns:a16="http://schemas.microsoft.com/office/drawing/2014/main" id="{41D6E8A9-DDD1-AB3C-FBBE-D8786FC1ABBB}"/>
                    </a:ext>
                  </a:extLst>
                </p:cNvPr>
                <p:cNvPicPr/>
                <p:nvPr/>
              </p:nvPicPr>
              <p:blipFill>
                <a:blip r:embed="rId13"/>
                <a:stretch>
                  <a:fillRect/>
                </a:stretch>
              </p:blipFill>
              <p:spPr>
                <a:xfrm>
                  <a:off x="2412835" y="6038830"/>
                  <a:ext cx="451836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3B9426DF-C44E-8CF3-E41D-A0A329AD4047}"/>
                    </a:ext>
                  </a:extLst>
                </p14:cNvPr>
                <p14:cNvContentPartPr/>
                <p14:nvPr/>
              </p14:nvContentPartPr>
              <p14:xfrm>
                <a:off x="2852035" y="6054310"/>
                <a:ext cx="24120" cy="301680"/>
              </p14:xfrm>
            </p:contentPart>
          </mc:Choice>
          <mc:Fallback>
            <p:pic>
              <p:nvPicPr>
                <p:cNvPr id="12" name="Ink 11">
                  <a:extLst>
                    <a:ext uri="{FF2B5EF4-FFF2-40B4-BE49-F238E27FC236}">
                      <a16:creationId xmlns:a16="http://schemas.microsoft.com/office/drawing/2014/main" id="{3B9426DF-C44E-8CF3-E41D-A0A329AD4047}"/>
                    </a:ext>
                  </a:extLst>
                </p:cNvPr>
                <p:cNvPicPr/>
                <p:nvPr/>
              </p:nvPicPr>
              <p:blipFill>
                <a:blip r:embed="rId15"/>
                <a:stretch>
                  <a:fillRect/>
                </a:stretch>
              </p:blipFill>
              <p:spPr>
                <a:xfrm>
                  <a:off x="2845915" y="6048190"/>
                  <a:ext cx="3636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37221DAC-C67D-40EC-7AB4-4EC0971EFF5E}"/>
                    </a:ext>
                  </a:extLst>
                </p14:cNvPr>
                <p14:cNvContentPartPr/>
                <p14:nvPr/>
              </p14:nvContentPartPr>
              <p14:xfrm>
                <a:off x="3149755" y="5762350"/>
                <a:ext cx="100800" cy="518760"/>
              </p14:xfrm>
            </p:contentPart>
          </mc:Choice>
          <mc:Fallback>
            <p:pic>
              <p:nvPicPr>
                <p:cNvPr id="13" name="Ink 12">
                  <a:extLst>
                    <a:ext uri="{FF2B5EF4-FFF2-40B4-BE49-F238E27FC236}">
                      <a16:creationId xmlns:a16="http://schemas.microsoft.com/office/drawing/2014/main" id="{37221DAC-C67D-40EC-7AB4-4EC0971EFF5E}"/>
                    </a:ext>
                  </a:extLst>
                </p:cNvPr>
                <p:cNvPicPr/>
                <p:nvPr/>
              </p:nvPicPr>
              <p:blipFill>
                <a:blip r:embed="rId17"/>
                <a:stretch>
                  <a:fillRect/>
                </a:stretch>
              </p:blipFill>
              <p:spPr>
                <a:xfrm>
                  <a:off x="3143635" y="5756230"/>
                  <a:ext cx="113040" cy="531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2A67F657-876A-4C27-FAC6-9EB73D9FA541}"/>
                    </a:ext>
                  </a:extLst>
                </p14:cNvPr>
                <p14:cNvContentPartPr/>
                <p14:nvPr/>
              </p14:nvContentPartPr>
              <p14:xfrm>
                <a:off x="3226435" y="6111550"/>
                <a:ext cx="39600" cy="217080"/>
              </p14:xfrm>
            </p:contentPart>
          </mc:Choice>
          <mc:Fallback>
            <p:pic>
              <p:nvPicPr>
                <p:cNvPr id="14" name="Ink 13">
                  <a:extLst>
                    <a:ext uri="{FF2B5EF4-FFF2-40B4-BE49-F238E27FC236}">
                      <a16:creationId xmlns:a16="http://schemas.microsoft.com/office/drawing/2014/main" id="{2A67F657-876A-4C27-FAC6-9EB73D9FA541}"/>
                    </a:ext>
                  </a:extLst>
                </p:cNvPr>
                <p:cNvPicPr/>
                <p:nvPr/>
              </p:nvPicPr>
              <p:blipFill>
                <a:blip r:embed="rId19"/>
                <a:stretch>
                  <a:fillRect/>
                </a:stretch>
              </p:blipFill>
              <p:spPr>
                <a:xfrm>
                  <a:off x="3220315" y="6105430"/>
                  <a:ext cx="5184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BB8A258F-E049-0A23-F967-E031B731258B}"/>
                    </a:ext>
                  </a:extLst>
                </p14:cNvPr>
                <p14:cNvContentPartPr/>
                <p14:nvPr/>
              </p14:nvContentPartPr>
              <p14:xfrm>
                <a:off x="3452155" y="5297950"/>
                <a:ext cx="147240" cy="1077480"/>
              </p14:xfrm>
            </p:contentPart>
          </mc:Choice>
          <mc:Fallback>
            <p:pic>
              <p:nvPicPr>
                <p:cNvPr id="15" name="Ink 14">
                  <a:extLst>
                    <a:ext uri="{FF2B5EF4-FFF2-40B4-BE49-F238E27FC236}">
                      <a16:creationId xmlns:a16="http://schemas.microsoft.com/office/drawing/2014/main" id="{BB8A258F-E049-0A23-F967-E031B731258B}"/>
                    </a:ext>
                  </a:extLst>
                </p:cNvPr>
                <p:cNvPicPr/>
                <p:nvPr/>
              </p:nvPicPr>
              <p:blipFill>
                <a:blip r:embed="rId21"/>
                <a:stretch>
                  <a:fillRect/>
                </a:stretch>
              </p:blipFill>
              <p:spPr>
                <a:xfrm>
                  <a:off x="3446035" y="5291830"/>
                  <a:ext cx="159480" cy="1089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70A396A3-5A4D-FE0F-BE55-5FD8794F126D}"/>
                    </a:ext>
                  </a:extLst>
                </p14:cNvPr>
                <p14:cNvContentPartPr/>
                <p14:nvPr/>
              </p14:nvContentPartPr>
              <p14:xfrm>
                <a:off x="3889915" y="4922830"/>
                <a:ext cx="168480" cy="1351080"/>
              </p14:xfrm>
            </p:contentPart>
          </mc:Choice>
          <mc:Fallback>
            <p:pic>
              <p:nvPicPr>
                <p:cNvPr id="16" name="Ink 15">
                  <a:extLst>
                    <a:ext uri="{FF2B5EF4-FFF2-40B4-BE49-F238E27FC236}">
                      <a16:creationId xmlns:a16="http://schemas.microsoft.com/office/drawing/2014/main" id="{70A396A3-5A4D-FE0F-BE55-5FD8794F126D}"/>
                    </a:ext>
                  </a:extLst>
                </p:cNvPr>
                <p:cNvPicPr/>
                <p:nvPr/>
              </p:nvPicPr>
              <p:blipFill>
                <a:blip r:embed="rId23"/>
                <a:stretch>
                  <a:fillRect/>
                </a:stretch>
              </p:blipFill>
              <p:spPr>
                <a:xfrm>
                  <a:off x="3883795" y="4916710"/>
                  <a:ext cx="180720" cy="1363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5D798EED-787D-63AC-204C-5136E2B44098}"/>
                    </a:ext>
                  </a:extLst>
                </p14:cNvPr>
                <p14:cNvContentPartPr/>
                <p14:nvPr/>
              </p14:nvContentPartPr>
              <p14:xfrm>
                <a:off x="4264675" y="5192110"/>
                <a:ext cx="156600" cy="1030680"/>
              </p14:xfrm>
            </p:contentPart>
          </mc:Choice>
          <mc:Fallback>
            <p:pic>
              <p:nvPicPr>
                <p:cNvPr id="17" name="Ink 16">
                  <a:extLst>
                    <a:ext uri="{FF2B5EF4-FFF2-40B4-BE49-F238E27FC236}">
                      <a16:creationId xmlns:a16="http://schemas.microsoft.com/office/drawing/2014/main" id="{5D798EED-787D-63AC-204C-5136E2B44098}"/>
                    </a:ext>
                  </a:extLst>
                </p:cNvPr>
                <p:cNvPicPr/>
                <p:nvPr/>
              </p:nvPicPr>
              <p:blipFill>
                <a:blip r:embed="rId25"/>
                <a:stretch>
                  <a:fillRect/>
                </a:stretch>
              </p:blipFill>
              <p:spPr>
                <a:xfrm>
                  <a:off x="4258555" y="5185990"/>
                  <a:ext cx="168840" cy="1042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82111C76-FF24-DA4A-6C55-E1F5F5DC3B6E}"/>
                    </a:ext>
                  </a:extLst>
                </p14:cNvPr>
                <p14:cNvContentPartPr/>
                <p14:nvPr/>
              </p14:nvContentPartPr>
              <p14:xfrm>
                <a:off x="4757515" y="5405230"/>
                <a:ext cx="90720" cy="937800"/>
              </p14:xfrm>
            </p:contentPart>
          </mc:Choice>
          <mc:Fallback>
            <p:pic>
              <p:nvPicPr>
                <p:cNvPr id="18" name="Ink 17">
                  <a:extLst>
                    <a:ext uri="{FF2B5EF4-FFF2-40B4-BE49-F238E27FC236}">
                      <a16:creationId xmlns:a16="http://schemas.microsoft.com/office/drawing/2014/main" id="{82111C76-FF24-DA4A-6C55-E1F5F5DC3B6E}"/>
                    </a:ext>
                  </a:extLst>
                </p:cNvPr>
                <p:cNvPicPr/>
                <p:nvPr/>
              </p:nvPicPr>
              <p:blipFill>
                <a:blip r:embed="rId27"/>
                <a:stretch>
                  <a:fillRect/>
                </a:stretch>
              </p:blipFill>
              <p:spPr>
                <a:xfrm>
                  <a:off x="4751395" y="5399110"/>
                  <a:ext cx="102960" cy="950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FF166203-EB00-802B-444E-2D7F3486EF89}"/>
                    </a:ext>
                  </a:extLst>
                </p14:cNvPr>
                <p14:cNvContentPartPr/>
                <p14:nvPr/>
              </p14:nvContentPartPr>
              <p14:xfrm>
                <a:off x="5183035" y="5754070"/>
                <a:ext cx="50760" cy="505440"/>
              </p14:xfrm>
            </p:contentPart>
          </mc:Choice>
          <mc:Fallback>
            <p:pic>
              <p:nvPicPr>
                <p:cNvPr id="19" name="Ink 18">
                  <a:extLst>
                    <a:ext uri="{FF2B5EF4-FFF2-40B4-BE49-F238E27FC236}">
                      <a16:creationId xmlns:a16="http://schemas.microsoft.com/office/drawing/2014/main" id="{FF166203-EB00-802B-444E-2D7F3486EF89}"/>
                    </a:ext>
                  </a:extLst>
                </p:cNvPr>
                <p:cNvPicPr/>
                <p:nvPr/>
              </p:nvPicPr>
              <p:blipFill>
                <a:blip r:embed="rId29"/>
                <a:stretch>
                  <a:fillRect/>
                </a:stretch>
              </p:blipFill>
              <p:spPr>
                <a:xfrm>
                  <a:off x="5176915" y="5747950"/>
                  <a:ext cx="63000" cy="517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0369F29B-A571-8D76-65A0-279F612EF915}"/>
                    </a:ext>
                  </a:extLst>
                </p14:cNvPr>
                <p14:cNvContentPartPr/>
                <p14:nvPr/>
              </p14:nvContentPartPr>
              <p14:xfrm>
                <a:off x="2267755" y="4804390"/>
                <a:ext cx="3834720" cy="1410480"/>
              </p14:xfrm>
            </p:contentPart>
          </mc:Choice>
          <mc:Fallback>
            <p:pic>
              <p:nvPicPr>
                <p:cNvPr id="20" name="Ink 19">
                  <a:extLst>
                    <a:ext uri="{FF2B5EF4-FFF2-40B4-BE49-F238E27FC236}">
                      <a16:creationId xmlns:a16="http://schemas.microsoft.com/office/drawing/2014/main" id="{0369F29B-A571-8D76-65A0-279F612EF915}"/>
                    </a:ext>
                  </a:extLst>
                </p:cNvPr>
                <p:cNvPicPr/>
                <p:nvPr/>
              </p:nvPicPr>
              <p:blipFill>
                <a:blip r:embed="rId31"/>
                <a:stretch>
                  <a:fillRect/>
                </a:stretch>
              </p:blipFill>
              <p:spPr>
                <a:xfrm>
                  <a:off x="2261635" y="4798270"/>
                  <a:ext cx="3846960" cy="1422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B1582C39-B7E2-A976-5D24-721A6BDA14BF}"/>
                    </a:ext>
                  </a:extLst>
                </p14:cNvPr>
                <p14:cNvContentPartPr/>
                <p14:nvPr/>
              </p14:nvContentPartPr>
              <p14:xfrm>
                <a:off x="4276195" y="4952710"/>
                <a:ext cx="30240" cy="9720"/>
              </p14:xfrm>
            </p:contentPart>
          </mc:Choice>
          <mc:Fallback>
            <p:pic>
              <p:nvPicPr>
                <p:cNvPr id="22" name="Ink 21">
                  <a:extLst>
                    <a:ext uri="{FF2B5EF4-FFF2-40B4-BE49-F238E27FC236}">
                      <a16:creationId xmlns:a16="http://schemas.microsoft.com/office/drawing/2014/main" id="{B1582C39-B7E2-A976-5D24-721A6BDA14BF}"/>
                    </a:ext>
                  </a:extLst>
                </p:cNvPr>
                <p:cNvPicPr/>
                <p:nvPr/>
              </p:nvPicPr>
              <p:blipFill>
                <a:blip r:embed="rId33"/>
                <a:stretch>
                  <a:fillRect/>
                </a:stretch>
              </p:blipFill>
              <p:spPr>
                <a:xfrm>
                  <a:off x="4270075" y="4946590"/>
                  <a:ext cx="424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0DDED8EC-258B-9E06-2747-487579A71DAD}"/>
                    </a:ext>
                  </a:extLst>
                </p14:cNvPr>
                <p14:cNvContentPartPr/>
                <p14:nvPr/>
              </p14:nvContentPartPr>
              <p14:xfrm>
                <a:off x="4287715" y="4917790"/>
                <a:ext cx="72360" cy="454680"/>
              </p14:xfrm>
            </p:contentPart>
          </mc:Choice>
          <mc:Fallback>
            <p:pic>
              <p:nvPicPr>
                <p:cNvPr id="23" name="Ink 22">
                  <a:extLst>
                    <a:ext uri="{FF2B5EF4-FFF2-40B4-BE49-F238E27FC236}">
                      <a16:creationId xmlns:a16="http://schemas.microsoft.com/office/drawing/2014/main" id="{0DDED8EC-258B-9E06-2747-487579A71DAD}"/>
                    </a:ext>
                  </a:extLst>
                </p:cNvPr>
                <p:cNvPicPr/>
                <p:nvPr/>
              </p:nvPicPr>
              <p:blipFill>
                <a:blip r:embed="rId35"/>
                <a:stretch>
                  <a:fillRect/>
                </a:stretch>
              </p:blipFill>
              <p:spPr>
                <a:xfrm>
                  <a:off x="4281595" y="4911670"/>
                  <a:ext cx="84600" cy="4669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86079E90-1811-2D8F-D7CA-B69EBBF78B83}"/>
                    </a:ext>
                  </a:extLst>
                </p14:cNvPr>
                <p14:cNvContentPartPr/>
                <p14:nvPr/>
              </p14:nvContentPartPr>
              <p14:xfrm>
                <a:off x="4284475" y="4933990"/>
                <a:ext cx="8640" cy="460080"/>
              </p14:xfrm>
            </p:contentPart>
          </mc:Choice>
          <mc:Fallback>
            <p:pic>
              <p:nvPicPr>
                <p:cNvPr id="24" name="Ink 23">
                  <a:extLst>
                    <a:ext uri="{FF2B5EF4-FFF2-40B4-BE49-F238E27FC236}">
                      <a16:creationId xmlns:a16="http://schemas.microsoft.com/office/drawing/2014/main" id="{86079E90-1811-2D8F-D7CA-B69EBBF78B83}"/>
                    </a:ext>
                  </a:extLst>
                </p:cNvPr>
                <p:cNvPicPr/>
                <p:nvPr/>
              </p:nvPicPr>
              <p:blipFill>
                <a:blip r:embed="rId37"/>
                <a:stretch>
                  <a:fillRect/>
                </a:stretch>
              </p:blipFill>
              <p:spPr>
                <a:xfrm>
                  <a:off x="4278355" y="4927870"/>
                  <a:ext cx="2088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0D5E4B85-9199-5C2A-1055-52A6009911F0}"/>
                    </a:ext>
                  </a:extLst>
                </p14:cNvPr>
                <p14:cNvContentPartPr/>
                <p14:nvPr/>
              </p14:nvContentPartPr>
              <p14:xfrm>
                <a:off x="3459355" y="5135230"/>
                <a:ext cx="20160" cy="379080"/>
              </p14:xfrm>
            </p:contentPart>
          </mc:Choice>
          <mc:Fallback>
            <p:pic>
              <p:nvPicPr>
                <p:cNvPr id="26" name="Ink 25">
                  <a:extLst>
                    <a:ext uri="{FF2B5EF4-FFF2-40B4-BE49-F238E27FC236}">
                      <a16:creationId xmlns:a16="http://schemas.microsoft.com/office/drawing/2014/main" id="{0D5E4B85-9199-5C2A-1055-52A6009911F0}"/>
                    </a:ext>
                  </a:extLst>
                </p:cNvPr>
                <p:cNvPicPr/>
                <p:nvPr/>
              </p:nvPicPr>
              <p:blipFill>
                <a:blip r:embed="rId39"/>
                <a:stretch>
                  <a:fillRect/>
                </a:stretch>
              </p:blipFill>
              <p:spPr>
                <a:xfrm>
                  <a:off x="3453235" y="5129110"/>
                  <a:ext cx="3240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2DBEB890-32C5-7CBC-88C7-777FEB965BBC}"/>
                    </a:ext>
                  </a:extLst>
                </p14:cNvPr>
                <p14:cNvContentPartPr/>
                <p14:nvPr/>
              </p14:nvContentPartPr>
              <p14:xfrm>
                <a:off x="4299955" y="4993030"/>
                <a:ext cx="9720" cy="68760"/>
              </p14:xfrm>
            </p:contentPart>
          </mc:Choice>
          <mc:Fallback>
            <p:pic>
              <p:nvPicPr>
                <p:cNvPr id="28" name="Ink 27">
                  <a:extLst>
                    <a:ext uri="{FF2B5EF4-FFF2-40B4-BE49-F238E27FC236}">
                      <a16:creationId xmlns:a16="http://schemas.microsoft.com/office/drawing/2014/main" id="{2DBEB890-32C5-7CBC-88C7-777FEB965BBC}"/>
                    </a:ext>
                  </a:extLst>
                </p:cNvPr>
                <p:cNvPicPr/>
                <p:nvPr/>
              </p:nvPicPr>
              <p:blipFill>
                <a:blip r:embed="rId41"/>
                <a:stretch>
                  <a:fillRect/>
                </a:stretch>
              </p:blipFill>
              <p:spPr>
                <a:xfrm>
                  <a:off x="4293835" y="4986910"/>
                  <a:ext cx="2196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49CCEE98-8430-8004-E74B-120C3C3653DA}"/>
                    </a:ext>
                  </a:extLst>
                </p14:cNvPr>
                <p14:cNvContentPartPr/>
                <p14:nvPr/>
              </p14:nvContentPartPr>
              <p14:xfrm>
                <a:off x="3915835" y="4882510"/>
                <a:ext cx="26280" cy="249840"/>
              </p14:xfrm>
            </p:contentPart>
          </mc:Choice>
          <mc:Fallback>
            <p:pic>
              <p:nvPicPr>
                <p:cNvPr id="29" name="Ink 28">
                  <a:extLst>
                    <a:ext uri="{FF2B5EF4-FFF2-40B4-BE49-F238E27FC236}">
                      <a16:creationId xmlns:a16="http://schemas.microsoft.com/office/drawing/2014/main" id="{49CCEE98-8430-8004-E74B-120C3C3653DA}"/>
                    </a:ext>
                  </a:extLst>
                </p:cNvPr>
                <p:cNvPicPr/>
                <p:nvPr/>
              </p:nvPicPr>
              <p:blipFill>
                <a:blip r:embed="rId43"/>
                <a:stretch>
                  <a:fillRect/>
                </a:stretch>
              </p:blipFill>
              <p:spPr>
                <a:xfrm>
                  <a:off x="3909715" y="4876390"/>
                  <a:ext cx="385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838546D5-AE30-30D9-C1B3-76BE803AE4E9}"/>
                    </a:ext>
                  </a:extLst>
                </p14:cNvPr>
                <p14:cNvContentPartPr/>
                <p14:nvPr/>
              </p14:nvContentPartPr>
              <p14:xfrm>
                <a:off x="3123835" y="5651110"/>
                <a:ext cx="122400" cy="672480"/>
              </p14:xfrm>
            </p:contentPart>
          </mc:Choice>
          <mc:Fallback>
            <p:pic>
              <p:nvPicPr>
                <p:cNvPr id="31" name="Ink 30">
                  <a:extLst>
                    <a:ext uri="{FF2B5EF4-FFF2-40B4-BE49-F238E27FC236}">
                      <a16:creationId xmlns:a16="http://schemas.microsoft.com/office/drawing/2014/main" id="{838546D5-AE30-30D9-C1B3-76BE803AE4E9}"/>
                    </a:ext>
                  </a:extLst>
                </p:cNvPr>
                <p:cNvPicPr/>
                <p:nvPr/>
              </p:nvPicPr>
              <p:blipFill>
                <a:blip r:embed="rId45"/>
                <a:stretch>
                  <a:fillRect/>
                </a:stretch>
              </p:blipFill>
              <p:spPr>
                <a:xfrm>
                  <a:off x="3117715" y="5644990"/>
                  <a:ext cx="134640" cy="684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2DEE3FA0-D7BD-A765-F4FA-0D48AE804E99}"/>
                    </a:ext>
                  </a:extLst>
                </p14:cNvPr>
                <p14:cNvContentPartPr/>
                <p14:nvPr/>
              </p14:nvContentPartPr>
              <p14:xfrm>
                <a:off x="3067675" y="5581270"/>
                <a:ext cx="250200" cy="214920"/>
              </p14:xfrm>
            </p:contentPart>
          </mc:Choice>
          <mc:Fallback>
            <p:pic>
              <p:nvPicPr>
                <p:cNvPr id="32" name="Ink 31">
                  <a:extLst>
                    <a:ext uri="{FF2B5EF4-FFF2-40B4-BE49-F238E27FC236}">
                      <a16:creationId xmlns:a16="http://schemas.microsoft.com/office/drawing/2014/main" id="{2DEE3FA0-D7BD-A765-F4FA-0D48AE804E99}"/>
                    </a:ext>
                  </a:extLst>
                </p:cNvPr>
                <p:cNvPicPr/>
                <p:nvPr/>
              </p:nvPicPr>
              <p:blipFill>
                <a:blip r:embed="rId47"/>
                <a:stretch>
                  <a:fillRect/>
                </a:stretch>
              </p:blipFill>
              <p:spPr>
                <a:xfrm>
                  <a:off x="3061555" y="5575150"/>
                  <a:ext cx="2624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D1531E2A-6B86-9F97-BB18-B1EB3CAD9C5A}"/>
                    </a:ext>
                  </a:extLst>
                </p14:cNvPr>
                <p14:cNvContentPartPr/>
                <p14:nvPr/>
              </p14:nvContentPartPr>
              <p14:xfrm>
                <a:off x="3435235" y="5065750"/>
                <a:ext cx="201600" cy="271440"/>
              </p14:xfrm>
            </p:contentPart>
          </mc:Choice>
          <mc:Fallback>
            <p:pic>
              <p:nvPicPr>
                <p:cNvPr id="33" name="Ink 32">
                  <a:extLst>
                    <a:ext uri="{FF2B5EF4-FFF2-40B4-BE49-F238E27FC236}">
                      <a16:creationId xmlns:a16="http://schemas.microsoft.com/office/drawing/2014/main" id="{D1531E2A-6B86-9F97-BB18-B1EB3CAD9C5A}"/>
                    </a:ext>
                  </a:extLst>
                </p:cNvPr>
                <p:cNvPicPr/>
                <p:nvPr/>
              </p:nvPicPr>
              <p:blipFill>
                <a:blip r:embed="rId49"/>
                <a:stretch>
                  <a:fillRect/>
                </a:stretch>
              </p:blipFill>
              <p:spPr>
                <a:xfrm>
                  <a:off x="3429115" y="5059630"/>
                  <a:ext cx="21384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D67632F8-7C7A-0E68-F46F-9BF27729311A}"/>
                    </a:ext>
                  </a:extLst>
                </p14:cNvPr>
                <p14:cNvContentPartPr/>
                <p14:nvPr/>
              </p14:nvContentPartPr>
              <p14:xfrm>
                <a:off x="3818995" y="4855510"/>
                <a:ext cx="245160" cy="329760"/>
              </p14:xfrm>
            </p:contentPart>
          </mc:Choice>
          <mc:Fallback>
            <p:pic>
              <p:nvPicPr>
                <p:cNvPr id="34" name="Ink 33">
                  <a:extLst>
                    <a:ext uri="{FF2B5EF4-FFF2-40B4-BE49-F238E27FC236}">
                      <a16:creationId xmlns:a16="http://schemas.microsoft.com/office/drawing/2014/main" id="{D67632F8-7C7A-0E68-F46F-9BF27729311A}"/>
                    </a:ext>
                  </a:extLst>
                </p:cNvPr>
                <p:cNvPicPr/>
                <p:nvPr/>
              </p:nvPicPr>
              <p:blipFill>
                <a:blip r:embed="rId51"/>
                <a:stretch>
                  <a:fillRect/>
                </a:stretch>
              </p:blipFill>
              <p:spPr>
                <a:xfrm>
                  <a:off x="3812875" y="4849390"/>
                  <a:ext cx="25740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3F399EF7-9B97-28BB-2221-EC0B60CBF62E}"/>
                    </a:ext>
                  </a:extLst>
                </p14:cNvPr>
                <p14:cNvContentPartPr/>
                <p14:nvPr/>
              </p14:nvContentPartPr>
              <p14:xfrm>
                <a:off x="4155955" y="4851190"/>
                <a:ext cx="309960" cy="339840"/>
              </p14:xfrm>
            </p:contentPart>
          </mc:Choice>
          <mc:Fallback>
            <p:pic>
              <p:nvPicPr>
                <p:cNvPr id="35" name="Ink 34">
                  <a:extLst>
                    <a:ext uri="{FF2B5EF4-FFF2-40B4-BE49-F238E27FC236}">
                      <a16:creationId xmlns:a16="http://schemas.microsoft.com/office/drawing/2014/main" id="{3F399EF7-9B97-28BB-2221-EC0B60CBF62E}"/>
                    </a:ext>
                  </a:extLst>
                </p:cNvPr>
                <p:cNvPicPr/>
                <p:nvPr/>
              </p:nvPicPr>
              <p:blipFill>
                <a:blip r:embed="rId53"/>
                <a:stretch>
                  <a:fillRect/>
                </a:stretch>
              </p:blipFill>
              <p:spPr>
                <a:xfrm>
                  <a:off x="4149835" y="4845070"/>
                  <a:ext cx="32220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97172C3D-516E-CEBF-780A-29D7D5740F9F}"/>
                    </a:ext>
                  </a:extLst>
                </p14:cNvPr>
                <p14:cNvContentPartPr/>
                <p14:nvPr/>
              </p14:nvContentPartPr>
              <p14:xfrm>
                <a:off x="4773355" y="5187790"/>
                <a:ext cx="43200" cy="521280"/>
              </p14:xfrm>
            </p:contentPart>
          </mc:Choice>
          <mc:Fallback>
            <p:pic>
              <p:nvPicPr>
                <p:cNvPr id="36" name="Ink 35">
                  <a:extLst>
                    <a:ext uri="{FF2B5EF4-FFF2-40B4-BE49-F238E27FC236}">
                      <a16:creationId xmlns:a16="http://schemas.microsoft.com/office/drawing/2014/main" id="{97172C3D-516E-CEBF-780A-29D7D5740F9F}"/>
                    </a:ext>
                  </a:extLst>
                </p:cNvPr>
                <p:cNvPicPr/>
                <p:nvPr/>
              </p:nvPicPr>
              <p:blipFill>
                <a:blip r:embed="rId55"/>
                <a:stretch>
                  <a:fillRect/>
                </a:stretch>
              </p:blipFill>
              <p:spPr>
                <a:xfrm>
                  <a:off x="4767235" y="5181670"/>
                  <a:ext cx="55440" cy="533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539ABD78-FDF1-58CB-BCBB-690E9207D31E}"/>
                    </a:ext>
                  </a:extLst>
                </p14:cNvPr>
                <p14:cNvContentPartPr/>
                <p14:nvPr/>
              </p14:nvContentPartPr>
              <p14:xfrm>
                <a:off x="4650955" y="5172310"/>
                <a:ext cx="301680" cy="313920"/>
              </p14:xfrm>
            </p:contentPart>
          </mc:Choice>
          <mc:Fallback>
            <p:pic>
              <p:nvPicPr>
                <p:cNvPr id="37" name="Ink 36">
                  <a:extLst>
                    <a:ext uri="{FF2B5EF4-FFF2-40B4-BE49-F238E27FC236}">
                      <a16:creationId xmlns:a16="http://schemas.microsoft.com/office/drawing/2014/main" id="{539ABD78-FDF1-58CB-BCBB-690E9207D31E}"/>
                    </a:ext>
                  </a:extLst>
                </p:cNvPr>
                <p:cNvPicPr/>
                <p:nvPr/>
              </p:nvPicPr>
              <p:blipFill>
                <a:blip r:embed="rId57"/>
                <a:stretch>
                  <a:fillRect/>
                </a:stretch>
              </p:blipFill>
              <p:spPr>
                <a:xfrm>
                  <a:off x="4644835" y="5166190"/>
                  <a:ext cx="31392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C7E008D2-E235-4BB5-717A-89E413D34FA0}"/>
                    </a:ext>
                  </a:extLst>
                </p14:cNvPr>
                <p14:cNvContentPartPr/>
                <p14:nvPr/>
              </p14:nvContentPartPr>
              <p14:xfrm>
                <a:off x="5067475" y="5638150"/>
                <a:ext cx="261720" cy="277560"/>
              </p14:xfrm>
            </p:contentPart>
          </mc:Choice>
          <mc:Fallback>
            <p:pic>
              <p:nvPicPr>
                <p:cNvPr id="38" name="Ink 37">
                  <a:extLst>
                    <a:ext uri="{FF2B5EF4-FFF2-40B4-BE49-F238E27FC236}">
                      <a16:creationId xmlns:a16="http://schemas.microsoft.com/office/drawing/2014/main" id="{C7E008D2-E235-4BB5-717A-89E413D34FA0}"/>
                    </a:ext>
                  </a:extLst>
                </p:cNvPr>
                <p:cNvPicPr/>
                <p:nvPr/>
              </p:nvPicPr>
              <p:blipFill>
                <a:blip r:embed="rId59"/>
                <a:stretch>
                  <a:fillRect/>
                </a:stretch>
              </p:blipFill>
              <p:spPr>
                <a:xfrm>
                  <a:off x="5061355" y="5632030"/>
                  <a:ext cx="27396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514828FF-3FD9-6F59-C7C2-15566B09327D}"/>
                    </a:ext>
                  </a:extLst>
                </p14:cNvPr>
                <p14:cNvContentPartPr/>
                <p14:nvPr/>
              </p14:nvContentPartPr>
              <p14:xfrm>
                <a:off x="2715235" y="5981590"/>
                <a:ext cx="386280" cy="335520"/>
              </p14:xfrm>
            </p:contentPart>
          </mc:Choice>
          <mc:Fallback>
            <p:pic>
              <p:nvPicPr>
                <p:cNvPr id="39" name="Ink 38">
                  <a:extLst>
                    <a:ext uri="{FF2B5EF4-FFF2-40B4-BE49-F238E27FC236}">
                      <a16:creationId xmlns:a16="http://schemas.microsoft.com/office/drawing/2014/main" id="{514828FF-3FD9-6F59-C7C2-15566B09327D}"/>
                    </a:ext>
                  </a:extLst>
                </p:cNvPr>
                <p:cNvPicPr/>
                <p:nvPr/>
              </p:nvPicPr>
              <p:blipFill>
                <a:blip r:embed="rId61"/>
                <a:stretch>
                  <a:fillRect/>
                </a:stretch>
              </p:blipFill>
              <p:spPr>
                <a:xfrm>
                  <a:off x="2709115" y="5975470"/>
                  <a:ext cx="398520" cy="347760"/>
                </a:xfrm>
                <a:prstGeom prst="rect">
                  <a:avLst/>
                </a:prstGeom>
              </p:spPr>
            </p:pic>
          </mc:Fallback>
        </mc:AlternateContent>
      </p:grpSp>
      <p:grpSp>
        <p:nvGrpSpPr>
          <p:cNvPr id="43" name="Group 42">
            <a:extLst>
              <a:ext uri="{FF2B5EF4-FFF2-40B4-BE49-F238E27FC236}">
                <a16:creationId xmlns:a16="http://schemas.microsoft.com/office/drawing/2014/main" id="{F18691FA-7C83-C664-A476-A31D1533E9D5}"/>
              </a:ext>
            </a:extLst>
          </p:cNvPr>
          <p:cNvGrpSpPr/>
          <p:nvPr/>
        </p:nvGrpSpPr>
        <p:grpSpPr>
          <a:xfrm>
            <a:off x="1018555" y="2477710"/>
            <a:ext cx="2166480" cy="500400"/>
            <a:chOff x="1018555" y="2477710"/>
            <a:chExt cx="2166480" cy="500400"/>
          </a:xfrm>
        </p:grpSpPr>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D7FEE056-BDDC-0451-1E20-D1FA933264EB}"/>
                    </a:ext>
                  </a:extLst>
                </p14:cNvPr>
                <p14:cNvContentPartPr/>
                <p14:nvPr/>
              </p14:nvContentPartPr>
              <p14:xfrm>
                <a:off x="1018555" y="2477710"/>
                <a:ext cx="977760" cy="489960"/>
              </p14:xfrm>
            </p:contentPart>
          </mc:Choice>
          <mc:Fallback>
            <p:pic>
              <p:nvPicPr>
                <p:cNvPr id="41" name="Ink 40">
                  <a:extLst>
                    <a:ext uri="{FF2B5EF4-FFF2-40B4-BE49-F238E27FC236}">
                      <a16:creationId xmlns:a16="http://schemas.microsoft.com/office/drawing/2014/main" id="{D7FEE056-BDDC-0451-1E20-D1FA933264EB}"/>
                    </a:ext>
                  </a:extLst>
                </p:cNvPr>
                <p:cNvPicPr/>
                <p:nvPr/>
              </p:nvPicPr>
              <p:blipFill>
                <a:blip r:embed="rId63"/>
                <a:stretch>
                  <a:fillRect/>
                </a:stretch>
              </p:blipFill>
              <p:spPr>
                <a:xfrm>
                  <a:off x="1012435" y="2471590"/>
                  <a:ext cx="990000" cy="502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06A18BF8-4440-783C-C7C3-CE5C1A2585DA}"/>
                    </a:ext>
                  </a:extLst>
                </p14:cNvPr>
                <p14:cNvContentPartPr/>
                <p14:nvPr/>
              </p14:nvContentPartPr>
              <p14:xfrm>
                <a:off x="2299075" y="2478070"/>
                <a:ext cx="885960" cy="500040"/>
              </p14:xfrm>
            </p:contentPart>
          </mc:Choice>
          <mc:Fallback>
            <p:pic>
              <p:nvPicPr>
                <p:cNvPr id="42" name="Ink 41">
                  <a:extLst>
                    <a:ext uri="{FF2B5EF4-FFF2-40B4-BE49-F238E27FC236}">
                      <a16:creationId xmlns:a16="http://schemas.microsoft.com/office/drawing/2014/main" id="{06A18BF8-4440-783C-C7C3-CE5C1A2585DA}"/>
                    </a:ext>
                  </a:extLst>
                </p:cNvPr>
                <p:cNvPicPr/>
                <p:nvPr/>
              </p:nvPicPr>
              <p:blipFill>
                <a:blip r:embed="rId65"/>
                <a:stretch>
                  <a:fillRect/>
                </a:stretch>
              </p:blipFill>
              <p:spPr>
                <a:xfrm>
                  <a:off x="2292955" y="2471950"/>
                  <a:ext cx="898200" cy="512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44" name="Ink 43">
                <a:extLst>
                  <a:ext uri="{FF2B5EF4-FFF2-40B4-BE49-F238E27FC236}">
                    <a16:creationId xmlns:a16="http://schemas.microsoft.com/office/drawing/2014/main" id="{92631B27-2256-AC69-3183-7AF16B07608A}"/>
                  </a:ext>
                </a:extLst>
              </p14:cNvPr>
              <p14:cNvContentPartPr/>
              <p14:nvPr/>
            </p14:nvContentPartPr>
            <p14:xfrm>
              <a:off x="4976755" y="2774710"/>
              <a:ext cx="4844880" cy="223920"/>
            </p14:xfrm>
          </p:contentPart>
        </mc:Choice>
        <mc:Fallback>
          <p:pic>
            <p:nvPicPr>
              <p:cNvPr id="44" name="Ink 43">
                <a:extLst>
                  <a:ext uri="{FF2B5EF4-FFF2-40B4-BE49-F238E27FC236}">
                    <a16:creationId xmlns:a16="http://schemas.microsoft.com/office/drawing/2014/main" id="{92631B27-2256-AC69-3183-7AF16B07608A}"/>
                  </a:ext>
                </a:extLst>
              </p:cNvPr>
              <p:cNvPicPr/>
              <p:nvPr/>
            </p:nvPicPr>
            <p:blipFill>
              <a:blip r:embed="rId67"/>
              <a:stretch>
                <a:fillRect/>
              </a:stretch>
            </p:blipFill>
            <p:spPr>
              <a:xfrm>
                <a:off x="4970635" y="2768590"/>
                <a:ext cx="48571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5" name="Ink 44">
                <a:extLst>
                  <a:ext uri="{FF2B5EF4-FFF2-40B4-BE49-F238E27FC236}">
                    <a16:creationId xmlns:a16="http://schemas.microsoft.com/office/drawing/2014/main" id="{3A48FA91-F222-A661-84EF-548D9A71ABF7}"/>
                  </a:ext>
                </a:extLst>
              </p14:cNvPr>
              <p14:cNvContentPartPr/>
              <p14:nvPr/>
            </p14:nvContentPartPr>
            <p14:xfrm>
              <a:off x="3458275" y="3143350"/>
              <a:ext cx="1104840" cy="73800"/>
            </p14:xfrm>
          </p:contentPart>
        </mc:Choice>
        <mc:Fallback>
          <p:pic>
            <p:nvPicPr>
              <p:cNvPr id="45" name="Ink 44">
                <a:extLst>
                  <a:ext uri="{FF2B5EF4-FFF2-40B4-BE49-F238E27FC236}">
                    <a16:creationId xmlns:a16="http://schemas.microsoft.com/office/drawing/2014/main" id="{3A48FA91-F222-A661-84EF-548D9A71ABF7}"/>
                  </a:ext>
                </a:extLst>
              </p:cNvPr>
              <p:cNvPicPr/>
              <p:nvPr/>
            </p:nvPicPr>
            <p:blipFill>
              <a:blip r:embed="rId69"/>
              <a:stretch>
                <a:fillRect/>
              </a:stretch>
            </p:blipFill>
            <p:spPr>
              <a:xfrm>
                <a:off x="3452155" y="3137230"/>
                <a:ext cx="111708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6" name="Ink 45">
                <a:extLst>
                  <a:ext uri="{FF2B5EF4-FFF2-40B4-BE49-F238E27FC236}">
                    <a16:creationId xmlns:a16="http://schemas.microsoft.com/office/drawing/2014/main" id="{880FD190-1F13-9F6E-9A4A-CD1F69A12871}"/>
                  </a:ext>
                </a:extLst>
              </p14:cNvPr>
              <p14:cNvContentPartPr/>
              <p14:nvPr/>
            </p14:nvContentPartPr>
            <p14:xfrm>
              <a:off x="3394195" y="3510910"/>
              <a:ext cx="1311840" cy="163080"/>
            </p14:xfrm>
          </p:contentPart>
        </mc:Choice>
        <mc:Fallback>
          <p:pic>
            <p:nvPicPr>
              <p:cNvPr id="46" name="Ink 45">
                <a:extLst>
                  <a:ext uri="{FF2B5EF4-FFF2-40B4-BE49-F238E27FC236}">
                    <a16:creationId xmlns:a16="http://schemas.microsoft.com/office/drawing/2014/main" id="{880FD190-1F13-9F6E-9A4A-CD1F69A12871}"/>
                  </a:ext>
                </a:extLst>
              </p:cNvPr>
              <p:cNvPicPr/>
              <p:nvPr/>
            </p:nvPicPr>
            <p:blipFill>
              <a:blip r:embed="rId71"/>
              <a:stretch>
                <a:fillRect/>
              </a:stretch>
            </p:blipFill>
            <p:spPr>
              <a:xfrm>
                <a:off x="3388075" y="3504790"/>
                <a:ext cx="1324080" cy="175320"/>
              </a:xfrm>
              <a:prstGeom prst="rect">
                <a:avLst/>
              </a:prstGeom>
            </p:spPr>
          </p:pic>
        </mc:Fallback>
      </mc:AlternateContent>
    </p:spTree>
    <p:extLst>
      <p:ext uri="{BB962C8B-B14F-4D97-AF65-F5344CB8AC3E}">
        <p14:creationId xmlns:p14="http://schemas.microsoft.com/office/powerpoint/2010/main" val="323954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10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left)">
                                      <p:cBhvr>
                                        <p:cTn id="15" dur="10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wipe(left)">
                                      <p:cBhvr>
                                        <p:cTn id="20" dur="1000"/>
                                        <p:tgtEl>
                                          <p:spTgt spid="5">
                                            <p:txEl>
                                              <p:pRg st="2" end="2"/>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1000"/>
                                        <p:tgtEl>
                                          <p:spTgt spid="8"/>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Normal Approximation to a Binomial Distribution</a:t>
            </a:r>
            <a:endParaRPr lang="en-IN" dirty="0"/>
          </a:p>
        </p:txBody>
      </p:sp>
      <p:sp>
        <p:nvSpPr>
          <p:cNvPr id="5" name="Text Box 3"/>
          <p:cNvSpPr txBox="1">
            <a:spLocks noChangeArrowheads="1"/>
          </p:cNvSpPr>
          <p:nvPr/>
        </p:nvSpPr>
        <p:spPr bwMode="auto">
          <a:xfrm>
            <a:off x="228600" y="1143000"/>
            <a:ext cx="11277600" cy="3000821"/>
          </a:xfrm>
          <a:prstGeom prst="rect">
            <a:avLst/>
          </a:prstGeom>
          <a:noFill/>
          <a:ln w="9525">
            <a:noFill/>
            <a:miter lim="800000"/>
            <a:headEnd/>
            <a:tailEnd/>
          </a:ln>
        </p:spPr>
        <p:txBody>
          <a:bodyPr wrap="square">
            <a:spAutoFit/>
          </a:bodyPr>
          <a:lstStyle/>
          <a:p>
            <a:pPr algn="just" eaLnBrk="0" hangingPunct="0">
              <a:spcBef>
                <a:spcPct val="0"/>
              </a:spcBef>
            </a:pPr>
            <a:r>
              <a:rPr lang="en-US" sz="2100" b="1" dirty="0"/>
              <a:t>Correction for Continuity:</a:t>
            </a:r>
            <a:r>
              <a:rPr lang="en-US" sz="2100" dirty="0"/>
              <a:t> Since the binomial distribution is discrete and the normal distribution is continuous, a continuity correction is applied. This involves adjusting the discrete binomial probability by 0.5 in either direction to account for the continuous nature of the normal distribution.</a:t>
            </a:r>
          </a:p>
          <a:p>
            <a:pPr algn="just" eaLnBrk="0" hangingPunct="0">
              <a:spcBef>
                <a:spcPct val="0"/>
              </a:spcBef>
            </a:pPr>
            <a:endParaRPr lang="en-US" altLang="en-US" sz="2100" dirty="0">
              <a:latin typeface="Times New Roman" pitchFamily="18" charset="0"/>
              <a:cs typeface="Times New Roman"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 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&lt;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&lt;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&gt;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&gt;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pPr algn="just" eaLnBrk="0" hangingPunct="0">
              <a:spcBef>
                <a:spcPct val="0"/>
              </a:spcBef>
            </a:pPr>
            <a:endParaRPr lang="en-US" altLang="en-US" sz="2100" dirty="0">
              <a:latin typeface="Times New Roman" pitchFamily="18" charset="0"/>
              <a:cs typeface="Times New Roman" pitchFamily="18" charset="0"/>
            </a:endParaRPr>
          </a:p>
        </p:txBody>
      </p:sp>
      <p:pic>
        <p:nvPicPr>
          <p:cNvPr id="6" name="Picture 5"/>
          <p:cNvPicPr>
            <a:picLocks noChangeAspect="1"/>
          </p:cNvPicPr>
          <p:nvPr/>
        </p:nvPicPr>
        <p:blipFill>
          <a:blip r:embed="rId2"/>
          <a:stretch>
            <a:fillRect/>
          </a:stretch>
        </p:blipFill>
        <p:spPr>
          <a:xfrm>
            <a:off x="397329" y="4246163"/>
            <a:ext cx="1752690" cy="2419474"/>
          </a:xfrm>
          <a:prstGeom prst="rect">
            <a:avLst/>
          </a:prstGeom>
        </p:spPr>
      </p:pic>
      <p:pic>
        <p:nvPicPr>
          <p:cNvPr id="7" name="Picture 6"/>
          <p:cNvPicPr>
            <a:picLocks noChangeAspect="1"/>
          </p:cNvPicPr>
          <p:nvPr/>
        </p:nvPicPr>
        <p:blipFill>
          <a:blip r:embed="rId3"/>
          <a:stretch>
            <a:fillRect/>
          </a:stretch>
        </p:blipFill>
        <p:spPr>
          <a:xfrm>
            <a:off x="1981200" y="4254441"/>
            <a:ext cx="1663786" cy="863644"/>
          </a:xfrm>
          <a:prstGeom prst="rect">
            <a:avLst/>
          </a:prstGeom>
        </p:spPr>
      </p:pic>
      <p:pic>
        <p:nvPicPr>
          <p:cNvPr id="8" name="Picture 7"/>
          <p:cNvPicPr>
            <a:picLocks noChangeAspect="1"/>
          </p:cNvPicPr>
          <p:nvPr/>
        </p:nvPicPr>
        <p:blipFill>
          <a:blip r:embed="rId4"/>
          <a:stretch>
            <a:fillRect/>
          </a:stretch>
        </p:blipFill>
        <p:spPr>
          <a:xfrm>
            <a:off x="1981200" y="5104156"/>
            <a:ext cx="1701887" cy="425472"/>
          </a:xfrm>
          <a:prstGeom prst="rect">
            <a:avLst/>
          </a:prstGeom>
        </p:spPr>
      </p:pic>
      <p:pic>
        <p:nvPicPr>
          <p:cNvPr id="9" name="Picture 8"/>
          <p:cNvPicPr>
            <a:picLocks noChangeAspect="1"/>
          </p:cNvPicPr>
          <p:nvPr/>
        </p:nvPicPr>
        <p:blipFill>
          <a:blip r:embed="rId5"/>
          <a:stretch>
            <a:fillRect/>
          </a:stretch>
        </p:blipFill>
        <p:spPr>
          <a:xfrm>
            <a:off x="2013858" y="5458065"/>
            <a:ext cx="1644735" cy="406421"/>
          </a:xfrm>
          <a:prstGeom prst="rect">
            <a:avLst/>
          </a:prstGeom>
        </p:spPr>
      </p:pic>
      <p:pic>
        <p:nvPicPr>
          <p:cNvPr id="10" name="Picture 9"/>
          <p:cNvPicPr>
            <a:picLocks noChangeAspect="1"/>
          </p:cNvPicPr>
          <p:nvPr/>
        </p:nvPicPr>
        <p:blipFill>
          <a:blip r:embed="rId6"/>
          <a:stretch>
            <a:fillRect/>
          </a:stretch>
        </p:blipFill>
        <p:spPr>
          <a:xfrm>
            <a:off x="2000250" y="5801487"/>
            <a:ext cx="1663786" cy="463574"/>
          </a:xfrm>
          <a:prstGeom prst="rect">
            <a:avLst/>
          </a:prstGeom>
        </p:spPr>
      </p:pic>
      <p:pic>
        <p:nvPicPr>
          <p:cNvPr id="11" name="Picture 10"/>
          <p:cNvPicPr>
            <a:picLocks noChangeAspect="1"/>
          </p:cNvPicPr>
          <p:nvPr/>
        </p:nvPicPr>
        <p:blipFill>
          <a:blip r:embed="rId7"/>
          <a:stretch>
            <a:fillRect/>
          </a:stretch>
        </p:blipFill>
        <p:spPr>
          <a:xfrm>
            <a:off x="2001158" y="6166797"/>
            <a:ext cx="1657435" cy="482625"/>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BF4A45C3-2080-9318-2BC5-B24C9D2680C2}"/>
                  </a:ext>
                </a:extLst>
              </p14:cNvPr>
              <p14:cNvContentPartPr/>
              <p14:nvPr/>
            </p14:nvContentPartPr>
            <p14:xfrm>
              <a:off x="302155" y="1458190"/>
              <a:ext cx="3025080" cy="132840"/>
            </p14:xfrm>
          </p:contentPart>
        </mc:Choice>
        <mc:Fallback>
          <p:pic>
            <p:nvPicPr>
              <p:cNvPr id="3" name="Ink 2">
                <a:extLst>
                  <a:ext uri="{FF2B5EF4-FFF2-40B4-BE49-F238E27FC236}">
                    <a16:creationId xmlns:a16="http://schemas.microsoft.com/office/drawing/2014/main" id="{BF4A45C3-2080-9318-2BC5-B24C9D2680C2}"/>
                  </a:ext>
                </a:extLst>
              </p:cNvPr>
              <p:cNvPicPr/>
              <p:nvPr/>
            </p:nvPicPr>
            <p:blipFill>
              <a:blip r:embed="rId9"/>
              <a:stretch>
                <a:fillRect/>
              </a:stretch>
            </p:blipFill>
            <p:spPr>
              <a:xfrm>
                <a:off x="296035" y="1452070"/>
                <a:ext cx="30373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0C146769-13BD-0923-192F-963B0CDFC4B9}"/>
                  </a:ext>
                </a:extLst>
              </p14:cNvPr>
              <p14:cNvContentPartPr/>
              <p14:nvPr/>
            </p14:nvContentPartPr>
            <p14:xfrm>
              <a:off x="4397155" y="1394830"/>
              <a:ext cx="6985440" cy="160920"/>
            </p14:xfrm>
          </p:contentPart>
        </mc:Choice>
        <mc:Fallback>
          <p:pic>
            <p:nvPicPr>
              <p:cNvPr id="4" name="Ink 3">
                <a:extLst>
                  <a:ext uri="{FF2B5EF4-FFF2-40B4-BE49-F238E27FC236}">
                    <a16:creationId xmlns:a16="http://schemas.microsoft.com/office/drawing/2014/main" id="{0C146769-13BD-0923-192F-963B0CDFC4B9}"/>
                  </a:ext>
                </a:extLst>
              </p:cNvPr>
              <p:cNvPicPr/>
              <p:nvPr/>
            </p:nvPicPr>
            <p:blipFill>
              <a:blip r:embed="rId11"/>
              <a:stretch>
                <a:fillRect/>
              </a:stretch>
            </p:blipFill>
            <p:spPr>
              <a:xfrm>
                <a:off x="4391035" y="1388710"/>
                <a:ext cx="699768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A55B12C8-6019-2FAB-A61B-4E838B5820AD}"/>
                  </a:ext>
                </a:extLst>
              </p14:cNvPr>
              <p14:cNvContentPartPr/>
              <p14:nvPr/>
            </p14:nvContentPartPr>
            <p14:xfrm>
              <a:off x="308275" y="1708390"/>
              <a:ext cx="5097600" cy="126720"/>
            </p14:xfrm>
          </p:contentPart>
        </mc:Choice>
        <mc:Fallback>
          <p:pic>
            <p:nvPicPr>
              <p:cNvPr id="12" name="Ink 11">
                <a:extLst>
                  <a:ext uri="{FF2B5EF4-FFF2-40B4-BE49-F238E27FC236}">
                    <a16:creationId xmlns:a16="http://schemas.microsoft.com/office/drawing/2014/main" id="{A55B12C8-6019-2FAB-A61B-4E838B5820AD}"/>
                  </a:ext>
                </a:extLst>
              </p:cNvPr>
              <p:cNvPicPr/>
              <p:nvPr/>
            </p:nvPicPr>
            <p:blipFill>
              <a:blip r:embed="rId13"/>
              <a:stretch>
                <a:fillRect/>
              </a:stretch>
            </p:blipFill>
            <p:spPr>
              <a:xfrm>
                <a:off x="302155" y="1702270"/>
                <a:ext cx="51098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293B7ADA-45A6-AE64-B5D0-BBC58F01F781}"/>
                  </a:ext>
                </a:extLst>
              </p14:cNvPr>
              <p14:cNvContentPartPr/>
              <p14:nvPr/>
            </p14:nvContentPartPr>
            <p14:xfrm>
              <a:off x="2613715" y="2407510"/>
              <a:ext cx="978480" cy="457560"/>
            </p14:xfrm>
          </p:contentPart>
        </mc:Choice>
        <mc:Fallback>
          <p:pic>
            <p:nvPicPr>
              <p:cNvPr id="13" name="Ink 12">
                <a:extLst>
                  <a:ext uri="{FF2B5EF4-FFF2-40B4-BE49-F238E27FC236}">
                    <a16:creationId xmlns:a16="http://schemas.microsoft.com/office/drawing/2014/main" id="{293B7ADA-45A6-AE64-B5D0-BBC58F01F781}"/>
                  </a:ext>
                </a:extLst>
              </p:cNvPr>
              <p:cNvPicPr/>
              <p:nvPr/>
            </p:nvPicPr>
            <p:blipFill>
              <a:blip r:embed="rId15"/>
              <a:stretch>
                <a:fillRect/>
              </a:stretch>
            </p:blipFill>
            <p:spPr>
              <a:xfrm>
                <a:off x="2607595" y="2401390"/>
                <a:ext cx="990720" cy="469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A76919CD-DAE9-C388-0182-703D52020A1C}"/>
                  </a:ext>
                </a:extLst>
              </p14:cNvPr>
              <p14:cNvContentPartPr/>
              <p14:nvPr/>
            </p14:nvContentPartPr>
            <p14:xfrm>
              <a:off x="4337035" y="2738710"/>
              <a:ext cx="163800" cy="73440"/>
            </p14:xfrm>
          </p:contentPart>
        </mc:Choice>
        <mc:Fallback>
          <p:pic>
            <p:nvPicPr>
              <p:cNvPr id="14" name="Ink 13">
                <a:extLst>
                  <a:ext uri="{FF2B5EF4-FFF2-40B4-BE49-F238E27FC236}">
                    <a16:creationId xmlns:a16="http://schemas.microsoft.com/office/drawing/2014/main" id="{A76919CD-DAE9-C388-0182-703D52020A1C}"/>
                  </a:ext>
                </a:extLst>
              </p:cNvPr>
              <p:cNvPicPr/>
              <p:nvPr/>
            </p:nvPicPr>
            <p:blipFill>
              <a:blip r:embed="rId17"/>
              <a:stretch>
                <a:fillRect/>
              </a:stretch>
            </p:blipFill>
            <p:spPr>
              <a:xfrm>
                <a:off x="4330915" y="2732590"/>
                <a:ext cx="1760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BB752816-5636-ABDE-C920-0BBF8499CE3E}"/>
                  </a:ext>
                </a:extLst>
              </p14:cNvPr>
              <p14:cNvContentPartPr/>
              <p14:nvPr/>
            </p14:nvContentPartPr>
            <p14:xfrm>
              <a:off x="4429195" y="2231470"/>
              <a:ext cx="781920" cy="260280"/>
            </p14:xfrm>
          </p:contentPart>
        </mc:Choice>
        <mc:Fallback>
          <p:pic>
            <p:nvPicPr>
              <p:cNvPr id="15" name="Ink 14">
                <a:extLst>
                  <a:ext uri="{FF2B5EF4-FFF2-40B4-BE49-F238E27FC236}">
                    <a16:creationId xmlns:a16="http://schemas.microsoft.com/office/drawing/2014/main" id="{BB752816-5636-ABDE-C920-0BBF8499CE3E}"/>
                  </a:ext>
                </a:extLst>
              </p:cNvPr>
              <p:cNvPicPr/>
              <p:nvPr/>
            </p:nvPicPr>
            <p:blipFill>
              <a:blip r:embed="rId19"/>
              <a:stretch>
                <a:fillRect/>
              </a:stretch>
            </p:blipFill>
            <p:spPr>
              <a:xfrm>
                <a:off x="4423075" y="2225350"/>
                <a:ext cx="79416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5FFDB4A1-D7E2-CA70-02F1-188AABDA5DF0}"/>
                  </a:ext>
                </a:extLst>
              </p14:cNvPr>
              <p14:cNvContentPartPr/>
              <p14:nvPr/>
            </p14:nvContentPartPr>
            <p14:xfrm>
              <a:off x="5024635" y="2099710"/>
              <a:ext cx="246240" cy="306000"/>
            </p14:xfrm>
          </p:contentPart>
        </mc:Choice>
        <mc:Fallback>
          <p:pic>
            <p:nvPicPr>
              <p:cNvPr id="16" name="Ink 15">
                <a:extLst>
                  <a:ext uri="{FF2B5EF4-FFF2-40B4-BE49-F238E27FC236}">
                    <a16:creationId xmlns:a16="http://schemas.microsoft.com/office/drawing/2014/main" id="{5FFDB4A1-D7E2-CA70-02F1-188AABDA5DF0}"/>
                  </a:ext>
                </a:extLst>
              </p:cNvPr>
              <p:cNvPicPr/>
              <p:nvPr/>
            </p:nvPicPr>
            <p:blipFill>
              <a:blip r:embed="rId21"/>
              <a:stretch>
                <a:fillRect/>
              </a:stretch>
            </p:blipFill>
            <p:spPr>
              <a:xfrm>
                <a:off x="5018515" y="2093590"/>
                <a:ext cx="25848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3437218A-DEB0-8231-36FF-CA62B8F8D869}"/>
                  </a:ext>
                </a:extLst>
              </p14:cNvPr>
              <p14:cNvContentPartPr/>
              <p14:nvPr/>
            </p14:nvContentPartPr>
            <p14:xfrm>
              <a:off x="5481835" y="2239390"/>
              <a:ext cx="417600" cy="166320"/>
            </p14:xfrm>
          </p:contentPart>
        </mc:Choice>
        <mc:Fallback>
          <p:pic>
            <p:nvPicPr>
              <p:cNvPr id="18" name="Ink 17">
                <a:extLst>
                  <a:ext uri="{FF2B5EF4-FFF2-40B4-BE49-F238E27FC236}">
                    <a16:creationId xmlns:a16="http://schemas.microsoft.com/office/drawing/2014/main" id="{3437218A-DEB0-8231-36FF-CA62B8F8D869}"/>
                  </a:ext>
                </a:extLst>
              </p:cNvPr>
              <p:cNvPicPr/>
              <p:nvPr/>
            </p:nvPicPr>
            <p:blipFill>
              <a:blip r:embed="rId23"/>
              <a:stretch>
                <a:fillRect/>
              </a:stretch>
            </p:blipFill>
            <p:spPr>
              <a:xfrm>
                <a:off x="5475715" y="2233270"/>
                <a:ext cx="4298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F3D84FB0-C308-0AFE-867D-CA2A72B3D81B}"/>
                  </a:ext>
                </a:extLst>
              </p14:cNvPr>
              <p14:cNvContentPartPr/>
              <p14:nvPr/>
            </p14:nvContentPartPr>
            <p14:xfrm>
              <a:off x="5928235" y="2155870"/>
              <a:ext cx="141120" cy="137520"/>
            </p14:xfrm>
          </p:contentPart>
        </mc:Choice>
        <mc:Fallback>
          <p:pic>
            <p:nvPicPr>
              <p:cNvPr id="19" name="Ink 18">
                <a:extLst>
                  <a:ext uri="{FF2B5EF4-FFF2-40B4-BE49-F238E27FC236}">
                    <a16:creationId xmlns:a16="http://schemas.microsoft.com/office/drawing/2014/main" id="{F3D84FB0-C308-0AFE-867D-CA2A72B3D81B}"/>
                  </a:ext>
                </a:extLst>
              </p:cNvPr>
              <p:cNvPicPr/>
              <p:nvPr/>
            </p:nvPicPr>
            <p:blipFill>
              <a:blip r:embed="rId25"/>
              <a:stretch>
                <a:fillRect/>
              </a:stretch>
            </p:blipFill>
            <p:spPr>
              <a:xfrm>
                <a:off x="5922115" y="2149750"/>
                <a:ext cx="15336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A16F3F98-524B-80B9-6D79-AE80B7235BE9}"/>
                  </a:ext>
                </a:extLst>
              </p14:cNvPr>
              <p14:cNvContentPartPr/>
              <p14:nvPr/>
            </p14:nvContentPartPr>
            <p14:xfrm>
              <a:off x="6117595" y="2176030"/>
              <a:ext cx="365040" cy="125640"/>
            </p14:xfrm>
          </p:contentPart>
        </mc:Choice>
        <mc:Fallback>
          <p:pic>
            <p:nvPicPr>
              <p:cNvPr id="20" name="Ink 19">
                <a:extLst>
                  <a:ext uri="{FF2B5EF4-FFF2-40B4-BE49-F238E27FC236}">
                    <a16:creationId xmlns:a16="http://schemas.microsoft.com/office/drawing/2014/main" id="{A16F3F98-524B-80B9-6D79-AE80B7235BE9}"/>
                  </a:ext>
                </a:extLst>
              </p:cNvPr>
              <p:cNvPicPr/>
              <p:nvPr/>
            </p:nvPicPr>
            <p:blipFill>
              <a:blip r:embed="rId27"/>
              <a:stretch>
                <a:fillRect/>
              </a:stretch>
            </p:blipFill>
            <p:spPr>
              <a:xfrm>
                <a:off x="6111475" y="2169910"/>
                <a:ext cx="37728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11890EB4-17CE-D877-8C70-56A925FE36EF}"/>
                  </a:ext>
                </a:extLst>
              </p14:cNvPr>
              <p14:cNvContentPartPr/>
              <p14:nvPr/>
            </p14:nvContentPartPr>
            <p14:xfrm>
              <a:off x="6488395" y="1936630"/>
              <a:ext cx="307800" cy="424440"/>
            </p14:xfrm>
          </p:contentPart>
        </mc:Choice>
        <mc:Fallback>
          <p:pic>
            <p:nvPicPr>
              <p:cNvPr id="21" name="Ink 20">
                <a:extLst>
                  <a:ext uri="{FF2B5EF4-FFF2-40B4-BE49-F238E27FC236}">
                    <a16:creationId xmlns:a16="http://schemas.microsoft.com/office/drawing/2014/main" id="{11890EB4-17CE-D877-8C70-56A925FE36EF}"/>
                  </a:ext>
                </a:extLst>
              </p:cNvPr>
              <p:cNvPicPr/>
              <p:nvPr/>
            </p:nvPicPr>
            <p:blipFill>
              <a:blip r:embed="rId29"/>
              <a:stretch>
                <a:fillRect/>
              </a:stretch>
            </p:blipFill>
            <p:spPr>
              <a:xfrm>
                <a:off x="6482275" y="1930510"/>
                <a:ext cx="320040" cy="436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01D54D24-EFA3-CC0C-3FC5-13B07FF3D373}"/>
                  </a:ext>
                </a:extLst>
              </p14:cNvPr>
              <p14:cNvContentPartPr/>
              <p14:nvPr/>
            </p14:nvContentPartPr>
            <p14:xfrm>
              <a:off x="6974755" y="2176030"/>
              <a:ext cx="182160" cy="164520"/>
            </p14:xfrm>
          </p:contentPart>
        </mc:Choice>
        <mc:Fallback>
          <p:pic>
            <p:nvPicPr>
              <p:cNvPr id="22" name="Ink 21">
                <a:extLst>
                  <a:ext uri="{FF2B5EF4-FFF2-40B4-BE49-F238E27FC236}">
                    <a16:creationId xmlns:a16="http://schemas.microsoft.com/office/drawing/2014/main" id="{01D54D24-EFA3-CC0C-3FC5-13B07FF3D373}"/>
                  </a:ext>
                </a:extLst>
              </p:cNvPr>
              <p:cNvPicPr/>
              <p:nvPr/>
            </p:nvPicPr>
            <p:blipFill>
              <a:blip r:embed="rId31"/>
              <a:stretch>
                <a:fillRect/>
              </a:stretch>
            </p:blipFill>
            <p:spPr>
              <a:xfrm>
                <a:off x="6968635" y="2169910"/>
                <a:ext cx="1944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4E9F0EE8-B1C1-7E95-A094-C2ABB645C3C6}"/>
                  </a:ext>
                </a:extLst>
              </p14:cNvPr>
              <p14:cNvContentPartPr/>
              <p14:nvPr/>
            </p14:nvContentPartPr>
            <p14:xfrm>
              <a:off x="7208395" y="2136790"/>
              <a:ext cx="457200" cy="178200"/>
            </p14:xfrm>
          </p:contentPart>
        </mc:Choice>
        <mc:Fallback>
          <p:pic>
            <p:nvPicPr>
              <p:cNvPr id="23" name="Ink 22">
                <a:extLst>
                  <a:ext uri="{FF2B5EF4-FFF2-40B4-BE49-F238E27FC236}">
                    <a16:creationId xmlns:a16="http://schemas.microsoft.com/office/drawing/2014/main" id="{4E9F0EE8-B1C1-7E95-A094-C2ABB645C3C6}"/>
                  </a:ext>
                </a:extLst>
              </p:cNvPr>
              <p:cNvPicPr/>
              <p:nvPr/>
            </p:nvPicPr>
            <p:blipFill>
              <a:blip r:embed="rId33"/>
              <a:stretch>
                <a:fillRect/>
              </a:stretch>
            </p:blipFill>
            <p:spPr>
              <a:xfrm>
                <a:off x="7202275" y="2130670"/>
                <a:ext cx="4694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8FD2AA9A-5484-50A9-ABCF-CDB133884936}"/>
                  </a:ext>
                </a:extLst>
              </p14:cNvPr>
              <p14:cNvContentPartPr/>
              <p14:nvPr/>
            </p14:nvContentPartPr>
            <p14:xfrm>
              <a:off x="7726075" y="2002870"/>
              <a:ext cx="658800" cy="322200"/>
            </p14:xfrm>
          </p:contentPart>
        </mc:Choice>
        <mc:Fallback>
          <p:pic>
            <p:nvPicPr>
              <p:cNvPr id="24" name="Ink 23">
                <a:extLst>
                  <a:ext uri="{FF2B5EF4-FFF2-40B4-BE49-F238E27FC236}">
                    <a16:creationId xmlns:a16="http://schemas.microsoft.com/office/drawing/2014/main" id="{8FD2AA9A-5484-50A9-ABCF-CDB133884936}"/>
                  </a:ext>
                </a:extLst>
              </p:cNvPr>
              <p:cNvPicPr/>
              <p:nvPr/>
            </p:nvPicPr>
            <p:blipFill>
              <a:blip r:embed="rId35"/>
              <a:stretch>
                <a:fillRect/>
              </a:stretch>
            </p:blipFill>
            <p:spPr>
              <a:xfrm>
                <a:off x="7719955" y="1996750"/>
                <a:ext cx="67104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FF6A69DD-D85C-DB65-96E3-234CA52FC739}"/>
                  </a:ext>
                </a:extLst>
              </p14:cNvPr>
              <p14:cNvContentPartPr/>
              <p14:nvPr/>
            </p14:nvContentPartPr>
            <p14:xfrm>
              <a:off x="8593675" y="2110150"/>
              <a:ext cx="121680" cy="224280"/>
            </p14:xfrm>
          </p:contentPart>
        </mc:Choice>
        <mc:Fallback>
          <p:pic>
            <p:nvPicPr>
              <p:cNvPr id="25" name="Ink 24">
                <a:extLst>
                  <a:ext uri="{FF2B5EF4-FFF2-40B4-BE49-F238E27FC236}">
                    <a16:creationId xmlns:a16="http://schemas.microsoft.com/office/drawing/2014/main" id="{FF6A69DD-D85C-DB65-96E3-234CA52FC739}"/>
                  </a:ext>
                </a:extLst>
              </p:cNvPr>
              <p:cNvPicPr/>
              <p:nvPr/>
            </p:nvPicPr>
            <p:blipFill>
              <a:blip r:embed="rId37"/>
              <a:stretch>
                <a:fillRect/>
              </a:stretch>
            </p:blipFill>
            <p:spPr>
              <a:xfrm>
                <a:off x="8587555" y="2104030"/>
                <a:ext cx="13392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A833E79A-C163-A453-2125-EF916FA3B928}"/>
                  </a:ext>
                </a:extLst>
              </p14:cNvPr>
              <p14:cNvContentPartPr/>
              <p14:nvPr/>
            </p14:nvContentPartPr>
            <p14:xfrm>
              <a:off x="8790235" y="2197630"/>
              <a:ext cx="351360" cy="112680"/>
            </p14:xfrm>
          </p:contentPart>
        </mc:Choice>
        <mc:Fallback>
          <p:pic>
            <p:nvPicPr>
              <p:cNvPr id="26" name="Ink 25">
                <a:extLst>
                  <a:ext uri="{FF2B5EF4-FFF2-40B4-BE49-F238E27FC236}">
                    <a16:creationId xmlns:a16="http://schemas.microsoft.com/office/drawing/2014/main" id="{A833E79A-C163-A453-2125-EF916FA3B928}"/>
                  </a:ext>
                </a:extLst>
              </p:cNvPr>
              <p:cNvPicPr/>
              <p:nvPr/>
            </p:nvPicPr>
            <p:blipFill>
              <a:blip r:embed="rId39"/>
              <a:stretch>
                <a:fillRect/>
              </a:stretch>
            </p:blipFill>
            <p:spPr>
              <a:xfrm>
                <a:off x="8784115" y="2191510"/>
                <a:ext cx="3636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C00BBA18-8120-C0CB-ADF9-EAECFB4C4831}"/>
                  </a:ext>
                </a:extLst>
              </p14:cNvPr>
              <p14:cNvContentPartPr/>
              <p14:nvPr/>
            </p14:nvContentPartPr>
            <p14:xfrm>
              <a:off x="9132235" y="2016910"/>
              <a:ext cx="38520" cy="15840"/>
            </p14:xfrm>
          </p:contentPart>
        </mc:Choice>
        <mc:Fallback>
          <p:pic>
            <p:nvPicPr>
              <p:cNvPr id="27" name="Ink 26">
                <a:extLst>
                  <a:ext uri="{FF2B5EF4-FFF2-40B4-BE49-F238E27FC236}">
                    <a16:creationId xmlns:a16="http://schemas.microsoft.com/office/drawing/2014/main" id="{C00BBA18-8120-C0CB-ADF9-EAECFB4C4831}"/>
                  </a:ext>
                </a:extLst>
              </p:cNvPr>
              <p:cNvPicPr/>
              <p:nvPr/>
            </p:nvPicPr>
            <p:blipFill>
              <a:blip r:embed="rId41"/>
              <a:stretch>
                <a:fillRect/>
              </a:stretch>
            </p:blipFill>
            <p:spPr>
              <a:xfrm>
                <a:off x="9126115" y="2010790"/>
                <a:ext cx="507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C6A330B2-BF89-2024-0077-8DE6899F9B5C}"/>
                  </a:ext>
                </a:extLst>
              </p14:cNvPr>
              <p14:cNvContentPartPr/>
              <p14:nvPr/>
            </p14:nvContentPartPr>
            <p14:xfrm>
              <a:off x="9200275" y="1905310"/>
              <a:ext cx="417240" cy="356400"/>
            </p14:xfrm>
          </p:contentPart>
        </mc:Choice>
        <mc:Fallback>
          <p:pic>
            <p:nvPicPr>
              <p:cNvPr id="28" name="Ink 27">
                <a:extLst>
                  <a:ext uri="{FF2B5EF4-FFF2-40B4-BE49-F238E27FC236}">
                    <a16:creationId xmlns:a16="http://schemas.microsoft.com/office/drawing/2014/main" id="{C6A330B2-BF89-2024-0077-8DE6899F9B5C}"/>
                  </a:ext>
                </a:extLst>
              </p:cNvPr>
              <p:cNvPicPr/>
              <p:nvPr/>
            </p:nvPicPr>
            <p:blipFill>
              <a:blip r:embed="rId43"/>
              <a:stretch>
                <a:fillRect/>
              </a:stretch>
            </p:blipFill>
            <p:spPr>
              <a:xfrm>
                <a:off x="9194155" y="1899190"/>
                <a:ext cx="429480" cy="368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20A7873B-1D2E-176A-ACC6-561533C556F2}"/>
                  </a:ext>
                </a:extLst>
              </p14:cNvPr>
              <p14:cNvContentPartPr/>
              <p14:nvPr/>
            </p14:nvContentPartPr>
            <p14:xfrm>
              <a:off x="9662155" y="1976590"/>
              <a:ext cx="89280" cy="350280"/>
            </p14:xfrm>
          </p:contentPart>
        </mc:Choice>
        <mc:Fallback>
          <p:pic>
            <p:nvPicPr>
              <p:cNvPr id="29" name="Ink 28">
                <a:extLst>
                  <a:ext uri="{FF2B5EF4-FFF2-40B4-BE49-F238E27FC236}">
                    <a16:creationId xmlns:a16="http://schemas.microsoft.com/office/drawing/2014/main" id="{20A7873B-1D2E-176A-ACC6-561533C556F2}"/>
                  </a:ext>
                </a:extLst>
              </p:cNvPr>
              <p:cNvPicPr/>
              <p:nvPr/>
            </p:nvPicPr>
            <p:blipFill>
              <a:blip r:embed="rId45"/>
              <a:stretch>
                <a:fillRect/>
              </a:stretch>
            </p:blipFill>
            <p:spPr>
              <a:xfrm>
                <a:off x="9656035" y="1970470"/>
                <a:ext cx="10152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7BC55044-9AAA-7980-46E1-32D9B56B85C0}"/>
                  </a:ext>
                </a:extLst>
              </p14:cNvPr>
              <p14:cNvContentPartPr/>
              <p14:nvPr/>
            </p14:nvContentPartPr>
            <p14:xfrm>
              <a:off x="9691675" y="2176390"/>
              <a:ext cx="267840" cy="137520"/>
            </p14:xfrm>
          </p:contentPart>
        </mc:Choice>
        <mc:Fallback>
          <p:pic>
            <p:nvPicPr>
              <p:cNvPr id="30" name="Ink 29">
                <a:extLst>
                  <a:ext uri="{FF2B5EF4-FFF2-40B4-BE49-F238E27FC236}">
                    <a16:creationId xmlns:a16="http://schemas.microsoft.com/office/drawing/2014/main" id="{7BC55044-9AAA-7980-46E1-32D9B56B85C0}"/>
                  </a:ext>
                </a:extLst>
              </p:cNvPr>
              <p:cNvPicPr/>
              <p:nvPr/>
            </p:nvPicPr>
            <p:blipFill>
              <a:blip r:embed="rId47"/>
              <a:stretch>
                <a:fillRect/>
              </a:stretch>
            </p:blipFill>
            <p:spPr>
              <a:xfrm>
                <a:off x="9685555" y="2170270"/>
                <a:ext cx="28008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7910E549-C343-4B99-F6E9-75AF5F4B8002}"/>
                  </a:ext>
                </a:extLst>
              </p14:cNvPr>
              <p14:cNvContentPartPr/>
              <p14:nvPr/>
            </p14:nvContentPartPr>
            <p14:xfrm>
              <a:off x="2963995" y="2473750"/>
              <a:ext cx="280800" cy="338760"/>
            </p14:xfrm>
          </p:contentPart>
        </mc:Choice>
        <mc:Fallback>
          <p:pic>
            <p:nvPicPr>
              <p:cNvPr id="32" name="Ink 31">
                <a:extLst>
                  <a:ext uri="{FF2B5EF4-FFF2-40B4-BE49-F238E27FC236}">
                    <a16:creationId xmlns:a16="http://schemas.microsoft.com/office/drawing/2014/main" id="{7910E549-C343-4B99-F6E9-75AF5F4B8002}"/>
                  </a:ext>
                </a:extLst>
              </p:cNvPr>
              <p:cNvPicPr/>
              <p:nvPr/>
            </p:nvPicPr>
            <p:blipFill>
              <a:blip r:embed="rId49"/>
              <a:stretch>
                <a:fillRect/>
              </a:stretch>
            </p:blipFill>
            <p:spPr>
              <a:xfrm>
                <a:off x="2957875" y="2467630"/>
                <a:ext cx="29304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D063E309-CB9A-52A6-908D-46147751D8A0}"/>
                  </a:ext>
                </a:extLst>
              </p14:cNvPr>
              <p14:cNvContentPartPr/>
              <p14:nvPr/>
            </p14:nvContentPartPr>
            <p14:xfrm>
              <a:off x="3154795" y="2842030"/>
              <a:ext cx="3043800" cy="126720"/>
            </p14:xfrm>
          </p:contentPart>
        </mc:Choice>
        <mc:Fallback>
          <p:pic>
            <p:nvPicPr>
              <p:cNvPr id="33" name="Ink 32">
                <a:extLst>
                  <a:ext uri="{FF2B5EF4-FFF2-40B4-BE49-F238E27FC236}">
                    <a16:creationId xmlns:a16="http://schemas.microsoft.com/office/drawing/2014/main" id="{D063E309-CB9A-52A6-908D-46147751D8A0}"/>
                  </a:ext>
                </a:extLst>
              </p:cNvPr>
              <p:cNvPicPr/>
              <p:nvPr/>
            </p:nvPicPr>
            <p:blipFill>
              <a:blip r:embed="rId51"/>
              <a:stretch>
                <a:fillRect/>
              </a:stretch>
            </p:blipFill>
            <p:spPr>
              <a:xfrm>
                <a:off x="3148675" y="2835910"/>
                <a:ext cx="30560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21CEFE86-103D-D98A-DDBF-DAB27FBB575A}"/>
                  </a:ext>
                </a:extLst>
              </p14:cNvPr>
              <p14:cNvContentPartPr/>
              <p14:nvPr/>
            </p14:nvContentPartPr>
            <p14:xfrm>
              <a:off x="6016075" y="2755990"/>
              <a:ext cx="188280" cy="339840"/>
            </p14:xfrm>
          </p:contentPart>
        </mc:Choice>
        <mc:Fallback>
          <p:pic>
            <p:nvPicPr>
              <p:cNvPr id="34" name="Ink 33">
                <a:extLst>
                  <a:ext uri="{FF2B5EF4-FFF2-40B4-BE49-F238E27FC236}">
                    <a16:creationId xmlns:a16="http://schemas.microsoft.com/office/drawing/2014/main" id="{21CEFE86-103D-D98A-DDBF-DAB27FBB575A}"/>
                  </a:ext>
                </a:extLst>
              </p:cNvPr>
              <p:cNvPicPr/>
              <p:nvPr/>
            </p:nvPicPr>
            <p:blipFill>
              <a:blip r:embed="rId53"/>
              <a:stretch>
                <a:fillRect/>
              </a:stretch>
            </p:blipFill>
            <p:spPr>
              <a:xfrm>
                <a:off x="6009955" y="2749870"/>
                <a:ext cx="200520" cy="352080"/>
              </a:xfrm>
              <a:prstGeom prst="rect">
                <a:avLst/>
              </a:prstGeom>
            </p:spPr>
          </p:pic>
        </mc:Fallback>
      </mc:AlternateContent>
      <p:grpSp>
        <p:nvGrpSpPr>
          <p:cNvPr id="52" name="Group 51">
            <a:extLst>
              <a:ext uri="{FF2B5EF4-FFF2-40B4-BE49-F238E27FC236}">
                <a16:creationId xmlns:a16="http://schemas.microsoft.com/office/drawing/2014/main" id="{BE260AC3-69EA-B45B-E7C4-8C9AB8034BDA}"/>
              </a:ext>
            </a:extLst>
          </p:cNvPr>
          <p:cNvGrpSpPr/>
          <p:nvPr/>
        </p:nvGrpSpPr>
        <p:grpSpPr>
          <a:xfrm>
            <a:off x="6502075" y="2471950"/>
            <a:ext cx="4896360" cy="746640"/>
            <a:chOff x="6502075" y="2471950"/>
            <a:chExt cx="4896360" cy="746640"/>
          </a:xfrm>
        </p:grpSpPr>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38C31272-732F-7B02-FEBE-EE8F4874AB88}"/>
                    </a:ext>
                  </a:extLst>
                </p14:cNvPr>
                <p14:cNvContentPartPr/>
                <p14:nvPr/>
              </p14:nvContentPartPr>
              <p14:xfrm>
                <a:off x="6502075" y="2755270"/>
                <a:ext cx="145440" cy="463320"/>
              </p14:xfrm>
            </p:contentPart>
          </mc:Choice>
          <mc:Fallback>
            <p:pic>
              <p:nvPicPr>
                <p:cNvPr id="36" name="Ink 35">
                  <a:extLst>
                    <a:ext uri="{FF2B5EF4-FFF2-40B4-BE49-F238E27FC236}">
                      <a16:creationId xmlns:a16="http://schemas.microsoft.com/office/drawing/2014/main" id="{38C31272-732F-7B02-FEBE-EE8F4874AB88}"/>
                    </a:ext>
                  </a:extLst>
                </p:cNvPr>
                <p:cNvPicPr/>
                <p:nvPr/>
              </p:nvPicPr>
              <p:blipFill>
                <a:blip r:embed="rId55"/>
                <a:stretch>
                  <a:fillRect/>
                </a:stretch>
              </p:blipFill>
              <p:spPr>
                <a:xfrm>
                  <a:off x="6495955" y="2749150"/>
                  <a:ext cx="15768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7713AA4A-C149-75D3-1037-2A9CEA2C0A7E}"/>
                    </a:ext>
                  </a:extLst>
                </p14:cNvPr>
                <p14:cNvContentPartPr/>
                <p14:nvPr/>
              </p14:nvContentPartPr>
              <p14:xfrm>
                <a:off x="6753355" y="3051190"/>
                <a:ext cx="25200" cy="89280"/>
              </p14:xfrm>
            </p:contentPart>
          </mc:Choice>
          <mc:Fallback>
            <p:pic>
              <p:nvPicPr>
                <p:cNvPr id="37" name="Ink 36">
                  <a:extLst>
                    <a:ext uri="{FF2B5EF4-FFF2-40B4-BE49-F238E27FC236}">
                      <a16:creationId xmlns:a16="http://schemas.microsoft.com/office/drawing/2014/main" id="{7713AA4A-C149-75D3-1037-2A9CEA2C0A7E}"/>
                    </a:ext>
                  </a:extLst>
                </p:cNvPr>
                <p:cNvPicPr/>
                <p:nvPr/>
              </p:nvPicPr>
              <p:blipFill>
                <a:blip r:embed="rId57"/>
                <a:stretch>
                  <a:fillRect/>
                </a:stretch>
              </p:blipFill>
              <p:spPr>
                <a:xfrm>
                  <a:off x="6747235" y="3045070"/>
                  <a:ext cx="374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D7E4C3BE-2C3B-816D-912F-3FCC29DBCAF5}"/>
                    </a:ext>
                  </a:extLst>
                </p14:cNvPr>
                <p14:cNvContentPartPr/>
                <p14:nvPr/>
              </p14:nvContentPartPr>
              <p14:xfrm>
                <a:off x="6684955" y="2795590"/>
                <a:ext cx="59400" cy="30240"/>
              </p14:xfrm>
            </p:contentPart>
          </mc:Choice>
          <mc:Fallback>
            <p:pic>
              <p:nvPicPr>
                <p:cNvPr id="38" name="Ink 37">
                  <a:extLst>
                    <a:ext uri="{FF2B5EF4-FFF2-40B4-BE49-F238E27FC236}">
                      <a16:creationId xmlns:a16="http://schemas.microsoft.com/office/drawing/2014/main" id="{D7E4C3BE-2C3B-816D-912F-3FCC29DBCAF5}"/>
                    </a:ext>
                  </a:extLst>
                </p:cNvPr>
                <p:cNvPicPr/>
                <p:nvPr/>
              </p:nvPicPr>
              <p:blipFill>
                <a:blip r:embed="rId59"/>
                <a:stretch>
                  <a:fillRect/>
                </a:stretch>
              </p:blipFill>
              <p:spPr>
                <a:xfrm>
                  <a:off x="6678835" y="2789470"/>
                  <a:ext cx="716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89E971FD-2CE7-B081-71C9-3B1403C01EBC}"/>
                    </a:ext>
                  </a:extLst>
                </p14:cNvPr>
                <p14:cNvContentPartPr/>
                <p14:nvPr/>
              </p14:nvContentPartPr>
              <p14:xfrm>
                <a:off x="6905275" y="2951830"/>
                <a:ext cx="898200" cy="175320"/>
              </p14:xfrm>
            </p:contentPart>
          </mc:Choice>
          <mc:Fallback>
            <p:pic>
              <p:nvPicPr>
                <p:cNvPr id="39" name="Ink 38">
                  <a:extLst>
                    <a:ext uri="{FF2B5EF4-FFF2-40B4-BE49-F238E27FC236}">
                      <a16:creationId xmlns:a16="http://schemas.microsoft.com/office/drawing/2014/main" id="{89E971FD-2CE7-B081-71C9-3B1403C01EBC}"/>
                    </a:ext>
                  </a:extLst>
                </p:cNvPr>
                <p:cNvPicPr/>
                <p:nvPr/>
              </p:nvPicPr>
              <p:blipFill>
                <a:blip r:embed="rId61"/>
                <a:stretch>
                  <a:fillRect/>
                </a:stretch>
              </p:blipFill>
              <p:spPr>
                <a:xfrm>
                  <a:off x="6899155" y="2945710"/>
                  <a:ext cx="91044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08E6257B-488F-B209-9FEF-784846E4E960}"/>
                    </a:ext>
                  </a:extLst>
                </p14:cNvPr>
                <p14:cNvContentPartPr/>
                <p14:nvPr/>
              </p14:nvContentPartPr>
              <p14:xfrm>
                <a:off x="7741915" y="2864710"/>
                <a:ext cx="9720" cy="3600"/>
              </p14:xfrm>
            </p:contentPart>
          </mc:Choice>
          <mc:Fallback>
            <p:pic>
              <p:nvPicPr>
                <p:cNvPr id="40" name="Ink 39">
                  <a:extLst>
                    <a:ext uri="{FF2B5EF4-FFF2-40B4-BE49-F238E27FC236}">
                      <a16:creationId xmlns:a16="http://schemas.microsoft.com/office/drawing/2014/main" id="{08E6257B-488F-B209-9FEF-784846E4E960}"/>
                    </a:ext>
                  </a:extLst>
                </p:cNvPr>
                <p:cNvPicPr/>
                <p:nvPr/>
              </p:nvPicPr>
              <p:blipFill>
                <a:blip r:embed="rId63"/>
                <a:stretch>
                  <a:fillRect/>
                </a:stretch>
              </p:blipFill>
              <p:spPr>
                <a:xfrm>
                  <a:off x="7735795" y="2858590"/>
                  <a:ext cx="219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4E371690-8803-46E9-E346-2AC397355814}"/>
                    </a:ext>
                  </a:extLst>
                </p14:cNvPr>
                <p14:cNvContentPartPr/>
                <p14:nvPr/>
              </p14:nvContentPartPr>
              <p14:xfrm>
                <a:off x="7858195" y="2537110"/>
                <a:ext cx="457560" cy="504720"/>
              </p14:xfrm>
            </p:contentPart>
          </mc:Choice>
          <mc:Fallback>
            <p:pic>
              <p:nvPicPr>
                <p:cNvPr id="41" name="Ink 40">
                  <a:extLst>
                    <a:ext uri="{FF2B5EF4-FFF2-40B4-BE49-F238E27FC236}">
                      <a16:creationId xmlns:a16="http://schemas.microsoft.com/office/drawing/2014/main" id="{4E371690-8803-46E9-E346-2AC397355814}"/>
                    </a:ext>
                  </a:extLst>
                </p:cNvPr>
                <p:cNvPicPr/>
                <p:nvPr/>
              </p:nvPicPr>
              <p:blipFill>
                <a:blip r:embed="rId65"/>
                <a:stretch>
                  <a:fillRect/>
                </a:stretch>
              </p:blipFill>
              <p:spPr>
                <a:xfrm>
                  <a:off x="7852075" y="2530990"/>
                  <a:ext cx="469800" cy="5169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BA95B4BE-3548-6D09-E5C9-A66D6DE6FD67}"/>
                    </a:ext>
                  </a:extLst>
                </p14:cNvPr>
                <p14:cNvContentPartPr/>
                <p14:nvPr/>
              </p14:nvContentPartPr>
              <p14:xfrm>
                <a:off x="8470555" y="2764270"/>
                <a:ext cx="201240" cy="275760"/>
              </p14:xfrm>
            </p:contentPart>
          </mc:Choice>
          <mc:Fallback>
            <p:pic>
              <p:nvPicPr>
                <p:cNvPr id="43" name="Ink 42">
                  <a:extLst>
                    <a:ext uri="{FF2B5EF4-FFF2-40B4-BE49-F238E27FC236}">
                      <a16:creationId xmlns:a16="http://schemas.microsoft.com/office/drawing/2014/main" id="{BA95B4BE-3548-6D09-E5C9-A66D6DE6FD67}"/>
                    </a:ext>
                  </a:extLst>
                </p:cNvPr>
                <p:cNvPicPr/>
                <p:nvPr/>
              </p:nvPicPr>
              <p:blipFill>
                <a:blip r:embed="rId67"/>
                <a:stretch>
                  <a:fillRect/>
                </a:stretch>
              </p:blipFill>
              <p:spPr>
                <a:xfrm>
                  <a:off x="8464435" y="2758150"/>
                  <a:ext cx="2134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F36668CB-9473-1B43-41BF-D46E4ACB58B1}"/>
                    </a:ext>
                  </a:extLst>
                </p14:cNvPr>
                <p14:cNvContentPartPr/>
                <p14:nvPr/>
              </p14:nvContentPartPr>
              <p14:xfrm>
                <a:off x="8736595" y="2818630"/>
                <a:ext cx="349560" cy="104040"/>
              </p14:xfrm>
            </p:contentPart>
          </mc:Choice>
          <mc:Fallback>
            <p:pic>
              <p:nvPicPr>
                <p:cNvPr id="44" name="Ink 43">
                  <a:extLst>
                    <a:ext uri="{FF2B5EF4-FFF2-40B4-BE49-F238E27FC236}">
                      <a16:creationId xmlns:a16="http://schemas.microsoft.com/office/drawing/2014/main" id="{F36668CB-9473-1B43-41BF-D46E4ACB58B1}"/>
                    </a:ext>
                  </a:extLst>
                </p:cNvPr>
                <p:cNvPicPr/>
                <p:nvPr/>
              </p:nvPicPr>
              <p:blipFill>
                <a:blip r:embed="rId69"/>
                <a:stretch>
                  <a:fillRect/>
                </a:stretch>
              </p:blipFill>
              <p:spPr>
                <a:xfrm>
                  <a:off x="8730475" y="2812510"/>
                  <a:ext cx="3618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D21AC3DE-2A51-D1F7-E30E-448A0AD19710}"/>
                    </a:ext>
                  </a:extLst>
                </p14:cNvPr>
                <p14:cNvContentPartPr/>
                <p14:nvPr/>
              </p14:nvContentPartPr>
              <p14:xfrm>
                <a:off x="9114955" y="2482030"/>
                <a:ext cx="729720" cy="433080"/>
              </p14:xfrm>
            </p:contentPart>
          </mc:Choice>
          <mc:Fallback>
            <p:pic>
              <p:nvPicPr>
                <p:cNvPr id="45" name="Ink 44">
                  <a:extLst>
                    <a:ext uri="{FF2B5EF4-FFF2-40B4-BE49-F238E27FC236}">
                      <a16:creationId xmlns:a16="http://schemas.microsoft.com/office/drawing/2014/main" id="{D21AC3DE-2A51-D1F7-E30E-448A0AD19710}"/>
                    </a:ext>
                  </a:extLst>
                </p:cNvPr>
                <p:cNvPicPr/>
                <p:nvPr/>
              </p:nvPicPr>
              <p:blipFill>
                <a:blip r:embed="rId71"/>
                <a:stretch>
                  <a:fillRect/>
                </a:stretch>
              </p:blipFill>
              <p:spPr>
                <a:xfrm>
                  <a:off x="9108835" y="2475910"/>
                  <a:ext cx="741960" cy="445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FE84457E-23C8-645C-0B0F-562AF67D604A}"/>
                    </a:ext>
                  </a:extLst>
                </p14:cNvPr>
                <p14:cNvContentPartPr/>
                <p14:nvPr/>
              </p14:nvContentPartPr>
              <p14:xfrm>
                <a:off x="10057795" y="2616310"/>
                <a:ext cx="126000" cy="238680"/>
              </p14:xfrm>
            </p:contentPart>
          </mc:Choice>
          <mc:Fallback>
            <p:pic>
              <p:nvPicPr>
                <p:cNvPr id="46" name="Ink 45">
                  <a:extLst>
                    <a:ext uri="{FF2B5EF4-FFF2-40B4-BE49-F238E27FC236}">
                      <a16:creationId xmlns:a16="http://schemas.microsoft.com/office/drawing/2014/main" id="{FE84457E-23C8-645C-0B0F-562AF67D604A}"/>
                    </a:ext>
                  </a:extLst>
                </p:cNvPr>
                <p:cNvPicPr/>
                <p:nvPr/>
              </p:nvPicPr>
              <p:blipFill>
                <a:blip r:embed="rId73"/>
                <a:stretch>
                  <a:fillRect/>
                </a:stretch>
              </p:blipFill>
              <p:spPr>
                <a:xfrm>
                  <a:off x="10051675" y="2610190"/>
                  <a:ext cx="13824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E2ED5275-8315-5C25-D1BA-06833E7F8490}"/>
                    </a:ext>
                  </a:extLst>
                </p14:cNvPr>
                <p14:cNvContentPartPr/>
                <p14:nvPr/>
              </p14:nvContentPartPr>
              <p14:xfrm>
                <a:off x="10261915" y="2717830"/>
                <a:ext cx="412920" cy="133200"/>
              </p14:xfrm>
            </p:contentPart>
          </mc:Choice>
          <mc:Fallback>
            <p:pic>
              <p:nvPicPr>
                <p:cNvPr id="47" name="Ink 46">
                  <a:extLst>
                    <a:ext uri="{FF2B5EF4-FFF2-40B4-BE49-F238E27FC236}">
                      <a16:creationId xmlns:a16="http://schemas.microsoft.com/office/drawing/2014/main" id="{E2ED5275-8315-5C25-D1BA-06833E7F8490}"/>
                    </a:ext>
                  </a:extLst>
                </p:cNvPr>
                <p:cNvPicPr/>
                <p:nvPr/>
              </p:nvPicPr>
              <p:blipFill>
                <a:blip r:embed="rId75"/>
                <a:stretch>
                  <a:fillRect/>
                </a:stretch>
              </p:blipFill>
              <p:spPr>
                <a:xfrm>
                  <a:off x="10255795" y="2711710"/>
                  <a:ext cx="4251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78369A3B-5798-5121-3D80-521A2FC689F9}"/>
                    </a:ext>
                  </a:extLst>
                </p14:cNvPr>
                <p14:cNvContentPartPr/>
                <p14:nvPr/>
              </p14:nvContentPartPr>
              <p14:xfrm>
                <a:off x="10631995" y="2665990"/>
                <a:ext cx="11880" cy="6480"/>
              </p14:xfrm>
            </p:contentPart>
          </mc:Choice>
          <mc:Fallback>
            <p:pic>
              <p:nvPicPr>
                <p:cNvPr id="48" name="Ink 47">
                  <a:extLst>
                    <a:ext uri="{FF2B5EF4-FFF2-40B4-BE49-F238E27FC236}">
                      <a16:creationId xmlns:a16="http://schemas.microsoft.com/office/drawing/2014/main" id="{78369A3B-5798-5121-3D80-521A2FC689F9}"/>
                    </a:ext>
                  </a:extLst>
                </p:cNvPr>
                <p:cNvPicPr/>
                <p:nvPr/>
              </p:nvPicPr>
              <p:blipFill>
                <a:blip r:embed="rId77"/>
                <a:stretch>
                  <a:fillRect/>
                </a:stretch>
              </p:blipFill>
              <p:spPr>
                <a:xfrm>
                  <a:off x="10625875" y="2659870"/>
                  <a:ext cx="2412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93853F61-5D7C-9F76-DC59-A31A974A351C}"/>
                    </a:ext>
                  </a:extLst>
                </p14:cNvPr>
                <p14:cNvContentPartPr/>
                <p14:nvPr/>
              </p14:nvContentPartPr>
              <p14:xfrm>
                <a:off x="10734955" y="2471950"/>
                <a:ext cx="385560" cy="423000"/>
              </p14:xfrm>
            </p:contentPart>
          </mc:Choice>
          <mc:Fallback>
            <p:pic>
              <p:nvPicPr>
                <p:cNvPr id="49" name="Ink 48">
                  <a:extLst>
                    <a:ext uri="{FF2B5EF4-FFF2-40B4-BE49-F238E27FC236}">
                      <a16:creationId xmlns:a16="http://schemas.microsoft.com/office/drawing/2014/main" id="{93853F61-5D7C-9F76-DC59-A31A974A351C}"/>
                    </a:ext>
                  </a:extLst>
                </p:cNvPr>
                <p:cNvPicPr/>
                <p:nvPr/>
              </p:nvPicPr>
              <p:blipFill>
                <a:blip r:embed="rId79"/>
                <a:stretch>
                  <a:fillRect/>
                </a:stretch>
              </p:blipFill>
              <p:spPr>
                <a:xfrm>
                  <a:off x="10728835" y="2465830"/>
                  <a:ext cx="397800" cy="435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543F911D-0633-A1A6-0CA4-9DC6383C265F}"/>
                    </a:ext>
                  </a:extLst>
                </p14:cNvPr>
                <p14:cNvContentPartPr/>
                <p14:nvPr/>
              </p14:nvContentPartPr>
              <p14:xfrm>
                <a:off x="11097115" y="2493190"/>
                <a:ext cx="64440" cy="402120"/>
              </p14:xfrm>
            </p:contentPart>
          </mc:Choice>
          <mc:Fallback>
            <p:pic>
              <p:nvPicPr>
                <p:cNvPr id="50" name="Ink 49">
                  <a:extLst>
                    <a:ext uri="{FF2B5EF4-FFF2-40B4-BE49-F238E27FC236}">
                      <a16:creationId xmlns:a16="http://schemas.microsoft.com/office/drawing/2014/main" id="{543F911D-0633-A1A6-0CA4-9DC6383C265F}"/>
                    </a:ext>
                  </a:extLst>
                </p:cNvPr>
                <p:cNvPicPr/>
                <p:nvPr/>
              </p:nvPicPr>
              <p:blipFill>
                <a:blip r:embed="rId81"/>
                <a:stretch>
                  <a:fillRect/>
                </a:stretch>
              </p:blipFill>
              <p:spPr>
                <a:xfrm>
                  <a:off x="11090995" y="2487070"/>
                  <a:ext cx="7668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ED0783DB-372B-E347-1B6A-CA9A723D8EFA}"/>
                    </a:ext>
                  </a:extLst>
                </p14:cNvPr>
                <p14:cNvContentPartPr/>
                <p14:nvPr/>
              </p14:nvContentPartPr>
              <p14:xfrm>
                <a:off x="11213755" y="2772910"/>
                <a:ext cx="184680" cy="125640"/>
              </p14:xfrm>
            </p:contentPart>
          </mc:Choice>
          <mc:Fallback>
            <p:pic>
              <p:nvPicPr>
                <p:cNvPr id="51" name="Ink 50">
                  <a:extLst>
                    <a:ext uri="{FF2B5EF4-FFF2-40B4-BE49-F238E27FC236}">
                      <a16:creationId xmlns:a16="http://schemas.microsoft.com/office/drawing/2014/main" id="{ED0783DB-372B-E347-1B6A-CA9A723D8EFA}"/>
                    </a:ext>
                  </a:extLst>
                </p:cNvPr>
                <p:cNvPicPr/>
                <p:nvPr/>
              </p:nvPicPr>
              <p:blipFill>
                <a:blip r:embed="rId83"/>
                <a:stretch>
                  <a:fillRect/>
                </a:stretch>
              </p:blipFill>
              <p:spPr>
                <a:xfrm>
                  <a:off x="11207635" y="2766790"/>
                  <a:ext cx="196920" cy="137880"/>
                </a:xfrm>
                <a:prstGeom prst="rect">
                  <a:avLst/>
                </a:prstGeom>
              </p:spPr>
            </p:pic>
          </mc:Fallback>
        </mc:AlternateContent>
      </p:grpSp>
    </p:spTree>
    <p:extLst>
      <p:ext uri="{BB962C8B-B14F-4D97-AF65-F5344CB8AC3E}">
        <p14:creationId xmlns:p14="http://schemas.microsoft.com/office/powerpoint/2010/main" val="258486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14:</a:t>
            </a:r>
            <a:endParaRPr lang="en-IN" dirty="0"/>
          </a:p>
        </p:txBody>
      </p:sp>
      <p:sp>
        <p:nvSpPr>
          <p:cNvPr id="5" name="Rectangle 4"/>
          <p:cNvSpPr/>
          <p:nvPr/>
        </p:nvSpPr>
        <p:spPr>
          <a:xfrm>
            <a:off x="609600" y="1066800"/>
            <a:ext cx="10668000" cy="3276282"/>
          </a:xfrm>
          <a:prstGeom prst="rect">
            <a:avLst/>
          </a:prstGeom>
        </p:spPr>
        <p:txBody>
          <a:bodyPr wrap="square">
            <a:spAutoFit/>
          </a:bodyPr>
          <a:lstStyle/>
          <a:p>
            <a:pPr>
              <a:lnSpc>
                <a:spcPct val="150000"/>
              </a:lnSpc>
              <a:spcBef>
                <a:spcPct val="20000"/>
              </a:spcBef>
            </a:pPr>
            <a:r>
              <a:rPr lang="en-US" sz="2000" dirty="0">
                <a:cs typeface="Times New Roman" pitchFamily="18" charset="0"/>
              </a:rPr>
              <a:t>Decide whether the normal distribution to approximate </a:t>
            </a:r>
            <a:r>
              <a:rPr lang="en-US" sz="2000" i="1" dirty="0">
                <a:cs typeface="Times New Roman" pitchFamily="18" charset="0"/>
              </a:rPr>
              <a:t>x</a:t>
            </a:r>
            <a:r>
              <a:rPr lang="en-US" sz="2000" dirty="0">
                <a:cs typeface="Times New Roman" pitchFamily="18" charset="0"/>
              </a:rPr>
              <a:t> may be used in the following examples:</a:t>
            </a:r>
          </a:p>
          <a:p>
            <a:pPr marL="457200" indent="-457200" algn="just">
              <a:lnSpc>
                <a:spcPct val="150000"/>
              </a:lnSpc>
              <a:buAutoNum type="arabicPeriod"/>
            </a:pPr>
            <a:r>
              <a:rPr lang="en-US" sz="2000" dirty="0">
                <a:cs typeface="Times New Roman" pitchFamily="18" charset="0"/>
              </a:rPr>
              <a:t>In a survey of 8 to 18-year-old heavy media users in the United States,47% said they get fair or poor grades (C’s or below). You randomly select forty-five 8 to 18-year-old heavy media users in the United States and ask them whether they get fair or poor grades. </a:t>
            </a:r>
          </a:p>
          <a:p>
            <a:pPr algn="just">
              <a:lnSpc>
                <a:spcPct val="150000"/>
              </a:lnSpc>
            </a:pPr>
            <a:r>
              <a:rPr lang="en-US" sz="2000" dirty="0">
                <a:solidFill>
                  <a:srgbClr val="FF0000"/>
                </a:solidFill>
                <a:cs typeface="Times New Roman" pitchFamily="18" charset="0"/>
                <a:sym typeface="Symbol" pitchFamily="18" charset="2"/>
              </a:rPr>
              <a:t>Solution:</a:t>
            </a:r>
          </a:p>
          <a:p>
            <a:pPr>
              <a:lnSpc>
                <a:spcPct val="150000"/>
              </a:lnSpc>
            </a:pPr>
            <a:r>
              <a:rPr lang="en-US" sz="2000" dirty="0">
                <a:cs typeface="Times New Roman" pitchFamily="18" charset="0"/>
              </a:rPr>
              <a:t>	</a:t>
            </a:r>
            <a:r>
              <a:rPr lang="en-US" sz="2000" dirty="0" err="1">
                <a:cs typeface="Times New Roman" pitchFamily="18" charset="0"/>
              </a:rPr>
              <a:t>np</a:t>
            </a:r>
            <a:r>
              <a:rPr lang="en-US" sz="2000" dirty="0">
                <a:cs typeface="Times New Roman" pitchFamily="18" charset="0"/>
              </a:rPr>
              <a:t> = 45(0.47) = 21.15 </a:t>
            </a:r>
          </a:p>
          <a:p>
            <a:pPr>
              <a:lnSpc>
                <a:spcPct val="150000"/>
              </a:lnSpc>
            </a:pPr>
            <a:r>
              <a:rPr lang="en-US" sz="2000" dirty="0">
                <a:cs typeface="Times New Roman" pitchFamily="18" charset="0"/>
              </a:rPr>
              <a:t>	</a:t>
            </a:r>
            <a:r>
              <a:rPr lang="en-US" sz="2000" dirty="0" err="1">
                <a:cs typeface="Times New Roman" pitchFamily="18" charset="0"/>
              </a:rPr>
              <a:t>nq</a:t>
            </a:r>
            <a:r>
              <a:rPr lang="en-US" sz="2000" dirty="0">
                <a:cs typeface="Times New Roman" pitchFamily="18" charset="0"/>
              </a:rPr>
              <a:t> = 45(0.53) = 23.85.</a:t>
            </a:r>
            <a:endParaRPr lang="en-IN" sz="2000" dirty="0"/>
          </a:p>
        </p:txBody>
      </p:sp>
    </p:spTree>
    <p:extLst>
      <p:ext uri="{BB962C8B-B14F-4D97-AF65-F5344CB8AC3E}">
        <p14:creationId xmlns:p14="http://schemas.microsoft.com/office/powerpoint/2010/main" val="778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69371" y="1354072"/>
            <a:ext cx="11008229" cy="1586268"/>
          </a:xfrm>
          <a:prstGeom prst="rect">
            <a:avLst/>
          </a:prstGeom>
          <a:noFill/>
          <a:ln w="9525">
            <a:noFill/>
            <a:miter lim="800000"/>
            <a:headEnd/>
            <a:tailEnd/>
          </a:ln>
        </p:spPr>
        <p:txBody>
          <a:bodyPr wrap="square">
            <a:spAutoFit/>
          </a:bodyPr>
          <a:lstStyle/>
          <a:p>
            <a:pPr>
              <a:lnSpc>
                <a:spcPct val="150000"/>
              </a:lnSpc>
            </a:pPr>
            <a:r>
              <a:rPr lang="en-US" sz="2000" dirty="0">
                <a:cs typeface="Times New Roman" pitchFamily="18" charset="0"/>
                <a:sym typeface="Symbol" pitchFamily="18" charset="2"/>
              </a:rPr>
              <a:t>2. Thirty-six percent of people in the United States own a dog.  You randomly select 25 people in the United States and ask them if they own a dog.</a:t>
            </a:r>
          </a:p>
          <a:p>
            <a:pPr marL="598885" lvl="1" indent="-338138">
              <a:lnSpc>
                <a:spcPct val="150000"/>
              </a:lnSpc>
              <a:spcBef>
                <a:spcPct val="20000"/>
              </a:spcBef>
            </a:pPr>
            <a:r>
              <a:rPr lang="en-US" sz="2400" dirty="0">
                <a:solidFill>
                  <a:srgbClr val="FF0000"/>
                </a:solidFill>
                <a:cs typeface="Times New Roman" pitchFamily="18" charset="0"/>
                <a:sym typeface="Symbol" pitchFamily="18" charset="2"/>
              </a:rPr>
              <a:t>Solution:</a:t>
            </a:r>
          </a:p>
        </p:txBody>
      </p:sp>
      <p:graphicFrame>
        <p:nvGraphicFramePr>
          <p:cNvPr id="6" name="Object 5"/>
          <p:cNvGraphicFramePr>
            <a:graphicFrameLocks noChangeAspect="1"/>
          </p:cNvGraphicFramePr>
          <p:nvPr>
            <p:extLst>
              <p:ext uri="{D42A27DB-BD31-4B8C-83A1-F6EECF244321}">
                <p14:modId xmlns:p14="http://schemas.microsoft.com/office/powerpoint/2010/main" val="3022761461"/>
              </p:ext>
            </p:extLst>
          </p:nvPr>
        </p:nvGraphicFramePr>
        <p:xfrm>
          <a:off x="914400" y="3151451"/>
          <a:ext cx="2928008" cy="511609"/>
        </p:xfrm>
        <a:graphic>
          <a:graphicData uri="http://schemas.openxmlformats.org/presentationml/2006/ole">
            <mc:AlternateContent xmlns:mc="http://schemas.openxmlformats.org/markup-compatibility/2006">
              <mc:Choice xmlns:v="urn:schemas-microsoft-com:vml" Requires="v">
                <p:oleObj name="Equation" r:id="rId2" imgW="1307880" imgH="228600" progId="">
                  <p:embed/>
                </p:oleObj>
              </mc:Choice>
              <mc:Fallback>
                <p:oleObj name="Equation" r:id="rId2" imgW="1307880" imgH="228600" progId="">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151451"/>
                        <a:ext cx="2928008" cy="511609"/>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88960693"/>
              </p:ext>
            </p:extLst>
          </p:nvPr>
        </p:nvGraphicFramePr>
        <p:xfrm>
          <a:off x="941464" y="3505200"/>
          <a:ext cx="3097136" cy="511609"/>
        </p:xfrm>
        <a:graphic>
          <a:graphicData uri="http://schemas.openxmlformats.org/presentationml/2006/ole">
            <mc:AlternateContent xmlns:mc="http://schemas.openxmlformats.org/markup-compatibility/2006">
              <mc:Choice xmlns:v="urn:schemas-microsoft-com:vml" Requires="v">
                <p:oleObj name="Equation" r:id="rId4" imgW="1384200" imgH="228600" progId="">
                  <p:embed/>
                </p:oleObj>
              </mc:Choice>
              <mc:Fallback>
                <p:oleObj name="Equation" r:id="rId4" imgW="1384200" imgH="228600" progId="">
                  <p:embed/>
                  <p:pic>
                    <p:nvPicPr>
                      <p:cNvPr id="8"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464" y="3505200"/>
                        <a:ext cx="3097136" cy="511609"/>
                      </a:xfrm>
                      <a:prstGeom prst="rect">
                        <a:avLst/>
                      </a:prstGeom>
                      <a:noFill/>
                    </p:spPr>
                  </p:pic>
                </p:oleObj>
              </mc:Fallback>
            </mc:AlternateContent>
          </a:graphicData>
        </a:graphic>
      </p:graphicFrame>
      <p:sp>
        <p:nvSpPr>
          <p:cNvPr id="8" name="Text Box 9"/>
          <p:cNvSpPr txBox="1">
            <a:spLocks noChangeArrowheads="1"/>
          </p:cNvSpPr>
          <p:nvPr/>
        </p:nvSpPr>
        <p:spPr bwMode="auto">
          <a:xfrm>
            <a:off x="4127423" y="3124200"/>
            <a:ext cx="7378777" cy="830997"/>
          </a:xfrm>
          <a:prstGeom prst="rect">
            <a:avLst/>
          </a:prstGeom>
          <a:noFill/>
          <a:ln w="9525" algn="ctr">
            <a:noFill/>
            <a:miter lim="800000"/>
            <a:headEnd/>
            <a:tailEnd/>
          </a:ln>
        </p:spPr>
        <p:txBody>
          <a:bodyPr wrap="square">
            <a:spAutoFit/>
          </a:bodyPr>
          <a:lstStyle/>
          <a:p>
            <a:r>
              <a:rPr lang="en-US" sz="2400" dirty="0">
                <a:solidFill>
                  <a:schemeClr val="folHlink"/>
                </a:solidFill>
                <a:latin typeface="Times New Roman" pitchFamily="18" charset="0"/>
                <a:cs typeface="Times New Roman" pitchFamily="18" charset="0"/>
              </a:rPr>
              <a:t>Because </a:t>
            </a:r>
            <a:r>
              <a:rPr lang="en-US" sz="2400" i="1" dirty="0" err="1">
                <a:solidFill>
                  <a:schemeClr val="folHlink"/>
                </a:solidFill>
                <a:latin typeface="Times New Roman" pitchFamily="18" charset="0"/>
                <a:cs typeface="Times New Roman" pitchFamily="18" charset="0"/>
              </a:rPr>
              <a:t>np</a:t>
            </a:r>
            <a:r>
              <a:rPr lang="en-US" sz="2400" dirty="0">
                <a:solidFill>
                  <a:schemeClr val="folHlink"/>
                </a:solidFill>
                <a:latin typeface="Times New Roman" pitchFamily="18" charset="0"/>
                <a:cs typeface="Times New Roman" pitchFamily="18" charset="0"/>
              </a:rPr>
              <a:t> is </a:t>
            </a:r>
            <a:r>
              <a:rPr lang="en-US" sz="2400" u="sng" dirty="0">
                <a:solidFill>
                  <a:schemeClr val="folHlink"/>
                </a:solidFill>
                <a:latin typeface="Times New Roman" pitchFamily="18" charset="0"/>
                <a:cs typeface="Times New Roman" pitchFamily="18" charset="0"/>
              </a:rPr>
              <a:t>not</a:t>
            </a:r>
            <a:r>
              <a:rPr lang="en-US" sz="2400" dirty="0">
                <a:solidFill>
                  <a:schemeClr val="folHlink"/>
                </a:solidFill>
                <a:latin typeface="Times New Roman" pitchFamily="18" charset="0"/>
                <a:cs typeface="Times New Roman" pitchFamily="18" charset="0"/>
              </a:rPr>
              <a:t> greater than 15, the normal distribution may NOT be used.</a:t>
            </a:r>
          </a:p>
        </p:txBody>
      </p:sp>
    </p:spTree>
    <p:extLst>
      <p:ext uri="{BB962C8B-B14F-4D97-AF65-F5344CB8AC3E}">
        <p14:creationId xmlns:p14="http://schemas.microsoft.com/office/powerpoint/2010/main" val="266960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15:</a:t>
            </a:r>
            <a:endParaRPr lang="en-IN" dirty="0"/>
          </a:p>
        </p:txBody>
      </p:sp>
      <p:sp>
        <p:nvSpPr>
          <p:cNvPr id="5" name="Text Box 3"/>
          <p:cNvSpPr txBox="1">
            <a:spLocks noChangeArrowheads="1"/>
          </p:cNvSpPr>
          <p:nvPr/>
        </p:nvSpPr>
        <p:spPr bwMode="auto">
          <a:xfrm>
            <a:off x="569118" y="1066800"/>
            <a:ext cx="10860881" cy="1133387"/>
          </a:xfrm>
          <a:prstGeom prst="rect">
            <a:avLst/>
          </a:prstGeom>
          <a:noFill/>
          <a:ln w="9525">
            <a:noFill/>
            <a:miter lim="800000"/>
            <a:headEnd/>
            <a:tailEnd/>
          </a:ln>
        </p:spPr>
        <p:txBody>
          <a:bodyPr wrap="square">
            <a:spAutoFit/>
          </a:bodyPr>
          <a:lstStyle/>
          <a:p>
            <a:pPr algn="just">
              <a:lnSpc>
                <a:spcPct val="115000"/>
              </a:lnSpc>
              <a:spcBef>
                <a:spcPct val="0"/>
              </a:spcBef>
            </a:pPr>
            <a:r>
              <a:rPr lang="en-US" sz="2000" dirty="0">
                <a:solidFill>
                  <a:srgbClr val="C00000"/>
                </a:solidFill>
                <a:cs typeface="Times New Roman" pitchFamily="18" charset="0"/>
              </a:rPr>
              <a:t>Thirty-one percent of the seniors in a certain high school plan to attend college.  If 50 students are randomly selected, find the probability that less than 14 students plan to attend college by normal approximation.</a:t>
            </a:r>
          </a:p>
        </p:txBody>
      </p:sp>
      <p:sp>
        <p:nvSpPr>
          <p:cNvPr id="6" name="Text Box 4"/>
          <p:cNvSpPr txBox="1">
            <a:spLocks noChangeArrowheads="1"/>
          </p:cNvSpPr>
          <p:nvPr/>
        </p:nvSpPr>
        <p:spPr bwMode="auto">
          <a:xfrm>
            <a:off x="572146" y="2776810"/>
            <a:ext cx="2628900" cy="415498"/>
          </a:xfrm>
          <a:prstGeom prst="rect">
            <a:avLst/>
          </a:prstGeom>
          <a:noFill/>
          <a:ln w="9525" algn="ctr">
            <a:noFill/>
            <a:miter lim="800000"/>
            <a:headEnd/>
            <a:tailEnd/>
          </a:ln>
        </p:spPr>
        <p:txBody>
          <a:bodyPr>
            <a:spAutoFit/>
          </a:bodyPr>
          <a:lstStyle/>
          <a:p>
            <a:r>
              <a:rPr lang="en-US" sz="2100" i="1" dirty="0" err="1">
                <a:solidFill>
                  <a:schemeClr val="folHlink"/>
                </a:solidFill>
                <a:latin typeface="Times New Roman" pitchFamily="18" charset="0"/>
                <a:cs typeface="Times New Roman" pitchFamily="18" charset="0"/>
              </a:rPr>
              <a:t>np</a:t>
            </a:r>
            <a:r>
              <a:rPr lang="en-US" sz="2100" dirty="0">
                <a:solidFill>
                  <a:schemeClr val="folHlink"/>
                </a:solidFill>
                <a:latin typeface="Times New Roman" pitchFamily="18" charset="0"/>
                <a:cs typeface="Times New Roman" pitchFamily="18" charset="0"/>
              </a:rPr>
              <a:t> = (50)(0.31) = 15.5</a:t>
            </a:r>
            <a:endParaRPr lang="en-US" sz="2100" i="1" dirty="0">
              <a:solidFill>
                <a:schemeClr val="folHlink"/>
              </a:solidFill>
              <a:latin typeface="Times New Roman" pitchFamily="18" charset="0"/>
              <a:cs typeface="Times New Roman" pitchFamily="18" charset="0"/>
            </a:endParaRPr>
          </a:p>
        </p:txBody>
      </p:sp>
      <p:sp>
        <p:nvSpPr>
          <p:cNvPr id="7" name="Text Box 5"/>
          <p:cNvSpPr txBox="1">
            <a:spLocks noChangeArrowheads="1"/>
          </p:cNvSpPr>
          <p:nvPr/>
        </p:nvSpPr>
        <p:spPr bwMode="auto">
          <a:xfrm>
            <a:off x="572146" y="3119710"/>
            <a:ext cx="2628900" cy="415498"/>
          </a:xfrm>
          <a:prstGeom prst="rect">
            <a:avLst/>
          </a:prstGeom>
          <a:noFill/>
          <a:ln w="9525" algn="ctr">
            <a:noFill/>
            <a:miter lim="800000"/>
            <a:headEnd/>
            <a:tailEnd/>
          </a:ln>
        </p:spPr>
        <p:txBody>
          <a:bodyPr>
            <a:spAutoFit/>
          </a:bodyPr>
          <a:lstStyle/>
          <a:p>
            <a:r>
              <a:rPr lang="en-US" sz="2100" i="1" dirty="0" err="1">
                <a:solidFill>
                  <a:schemeClr val="folHlink"/>
                </a:solidFill>
                <a:latin typeface="Times New Roman" pitchFamily="18" charset="0"/>
                <a:cs typeface="Times New Roman" pitchFamily="18" charset="0"/>
              </a:rPr>
              <a:t>nq</a:t>
            </a:r>
            <a:r>
              <a:rPr lang="en-US" sz="2100" dirty="0">
                <a:solidFill>
                  <a:schemeClr val="folHlink"/>
                </a:solidFill>
                <a:latin typeface="Times New Roman" pitchFamily="18" charset="0"/>
                <a:cs typeface="Times New Roman" pitchFamily="18" charset="0"/>
              </a:rPr>
              <a:t> = (50)(0.69) = 34.5</a:t>
            </a:r>
            <a:endParaRPr lang="en-US" sz="2100" i="1" dirty="0">
              <a:solidFill>
                <a:schemeClr val="folHlink"/>
              </a:solidFill>
              <a:latin typeface="Times New Roman" pitchFamily="18" charset="0"/>
              <a:cs typeface="Times New Roman" pitchFamily="18" charset="0"/>
            </a:endParaRPr>
          </a:p>
        </p:txBody>
      </p:sp>
      <p:grpSp>
        <p:nvGrpSpPr>
          <p:cNvPr id="8" name="Group 7"/>
          <p:cNvGrpSpPr>
            <a:grpSpLocks/>
          </p:cNvGrpSpPr>
          <p:nvPr/>
        </p:nvGrpSpPr>
        <p:grpSpPr bwMode="auto">
          <a:xfrm>
            <a:off x="5551884" y="2209800"/>
            <a:ext cx="4125516" cy="1013848"/>
            <a:chOff x="2640" y="1920"/>
            <a:chExt cx="2880" cy="700"/>
          </a:xfrm>
        </p:grpSpPr>
        <p:sp>
          <p:nvSpPr>
            <p:cNvPr id="9" name="Text Box 8"/>
            <p:cNvSpPr txBox="1">
              <a:spLocks noChangeArrowheads="1"/>
            </p:cNvSpPr>
            <p:nvPr/>
          </p:nvSpPr>
          <p:spPr bwMode="auto">
            <a:xfrm>
              <a:off x="2640" y="1920"/>
              <a:ext cx="2880" cy="404"/>
            </a:xfrm>
            <a:prstGeom prst="rect">
              <a:avLst/>
            </a:prstGeom>
            <a:noFill/>
            <a:ln w="9525" algn="ctr">
              <a:noFill/>
              <a:miter lim="800000"/>
              <a:headEnd/>
              <a:tailEnd/>
            </a:ln>
          </p:spPr>
          <p:txBody>
            <a:bodyPr>
              <a:spAutoFit/>
            </a:bodyPr>
            <a:lstStyle/>
            <a:p>
              <a:r>
                <a:rPr lang="en-US" sz="1600" dirty="0">
                  <a:cs typeface="Times New Roman" pitchFamily="18" charset="0"/>
                </a:rPr>
                <a:t>The variable </a:t>
              </a:r>
              <a:r>
                <a:rPr lang="en-US" sz="1600" i="1" dirty="0">
                  <a:cs typeface="Times New Roman" pitchFamily="18" charset="0"/>
                </a:rPr>
                <a:t>x</a:t>
              </a:r>
              <a:r>
                <a:rPr lang="en-US" sz="1600" dirty="0">
                  <a:cs typeface="Times New Roman" pitchFamily="18" charset="0"/>
                </a:rPr>
                <a:t> is approximately normally distributed with </a:t>
              </a:r>
              <a:r>
                <a:rPr lang="en-US" sz="1600" i="1" dirty="0">
                  <a:cs typeface="Times New Roman" pitchFamily="18" charset="0"/>
                  <a:sym typeface="Symbol" pitchFamily="18" charset="2"/>
                </a:rPr>
                <a:t></a:t>
              </a:r>
              <a:r>
                <a:rPr lang="en-US" sz="1600" dirty="0">
                  <a:cs typeface="Times New Roman" pitchFamily="18" charset="0"/>
                </a:rPr>
                <a:t> = </a:t>
              </a:r>
              <a:r>
                <a:rPr lang="en-US" sz="1600" i="1" dirty="0" err="1">
                  <a:cs typeface="Times New Roman" pitchFamily="18" charset="0"/>
                </a:rPr>
                <a:t>np</a:t>
              </a:r>
              <a:r>
                <a:rPr lang="en-US" sz="1600" dirty="0">
                  <a:cs typeface="Times New Roman" pitchFamily="18" charset="0"/>
                </a:rPr>
                <a:t> = 15.5 and </a:t>
              </a:r>
              <a:endParaRPr lang="el-GR" sz="1600" dirty="0">
                <a:cs typeface="Times New Roman" pitchFamily="18" charset="0"/>
              </a:endParaRPr>
            </a:p>
          </p:txBody>
        </p:sp>
        <p:graphicFrame>
          <p:nvGraphicFramePr>
            <p:cNvPr id="10" name="Object 9"/>
            <p:cNvGraphicFramePr>
              <a:graphicFrameLocks noChangeAspect="1"/>
            </p:cNvGraphicFramePr>
            <p:nvPr/>
          </p:nvGraphicFramePr>
          <p:xfrm>
            <a:off x="2687" y="2377"/>
            <a:ext cx="2680" cy="243"/>
          </p:xfrm>
          <a:graphic>
            <a:graphicData uri="http://schemas.openxmlformats.org/presentationml/2006/ole">
              <mc:AlternateContent xmlns:mc="http://schemas.openxmlformats.org/markup-compatibility/2006">
                <mc:Choice xmlns:v="urn:schemas-microsoft-com:vml" Requires="v">
                  <p:oleObj name="Equation" r:id="rId2" imgW="2552400" imgH="266400" progId="">
                    <p:embed/>
                  </p:oleObj>
                </mc:Choice>
                <mc:Fallback>
                  <p:oleObj name="Equation" r:id="rId2" imgW="2552400" imgH="266400" progId="">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 y="2377"/>
                          <a:ext cx="2680"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 name="Rectangle 10"/>
          <p:cNvSpPr>
            <a:spLocks noChangeArrowheads="1"/>
          </p:cNvSpPr>
          <p:nvPr/>
        </p:nvSpPr>
        <p:spPr bwMode="auto">
          <a:xfrm>
            <a:off x="740569" y="3673204"/>
            <a:ext cx="1314784" cy="369332"/>
          </a:xfrm>
          <a:prstGeom prst="rect">
            <a:avLst/>
          </a:prstGeom>
          <a:noFill/>
          <a:ln w="9525" algn="ctr">
            <a:noFill/>
            <a:miter lim="800000"/>
            <a:headEnd/>
            <a:tailEnd/>
          </a:ln>
        </p:spPr>
        <p:txBody>
          <a:bodyPr wrap="none">
            <a:spAutoFit/>
          </a:bodyPr>
          <a:lstStyle/>
          <a:p>
            <a:r>
              <a:rPr lang="en-US" i="1">
                <a:latin typeface="Times New Roman" pitchFamily="18" charset="0"/>
                <a:cs typeface="Times New Roman" pitchFamily="18" charset="0"/>
              </a:rPr>
              <a:t>P</a:t>
            </a:r>
            <a:r>
              <a:rPr lang="en-US">
                <a:latin typeface="Times New Roman" pitchFamily="18" charset="0"/>
                <a:cs typeface="Times New Roman" pitchFamily="18" charset="0"/>
              </a:rPr>
              <a:t>(</a:t>
            </a:r>
            <a:r>
              <a:rPr lang="en-US" i="1">
                <a:latin typeface="Times New Roman" pitchFamily="18" charset="0"/>
                <a:cs typeface="Times New Roman" pitchFamily="18" charset="0"/>
              </a:rPr>
              <a:t>x &lt; </a:t>
            </a:r>
            <a:r>
              <a:rPr lang="en-US">
                <a:latin typeface="Times New Roman" pitchFamily="18" charset="0"/>
                <a:cs typeface="Times New Roman" pitchFamily="18" charset="0"/>
              </a:rPr>
              <a:t>13.5) </a:t>
            </a:r>
            <a:endParaRPr lang="en-US" i="1">
              <a:latin typeface="Times New Roman" pitchFamily="18" charset="0"/>
              <a:cs typeface="Times New Roman" pitchFamily="18" charset="0"/>
            </a:endParaRPr>
          </a:p>
        </p:txBody>
      </p:sp>
      <p:grpSp>
        <p:nvGrpSpPr>
          <p:cNvPr id="12" name="Group 11"/>
          <p:cNvGrpSpPr>
            <a:grpSpLocks/>
          </p:cNvGrpSpPr>
          <p:nvPr/>
        </p:nvGrpSpPr>
        <p:grpSpPr bwMode="auto">
          <a:xfrm>
            <a:off x="569119" y="3940136"/>
            <a:ext cx="1885950" cy="834272"/>
            <a:chOff x="144" y="2559"/>
            <a:chExt cx="1584" cy="637"/>
          </a:xfrm>
        </p:grpSpPr>
        <p:sp>
          <p:nvSpPr>
            <p:cNvPr id="13" name="Rectangle 12"/>
            <p:cNvSpPr>
              <a:spLocks noChangeArrowheads="1"/>
            </p:cNvSpPr>
            <p:nvPr/>
          </p:nvSpPr>
          <p:spPr bwMode="auto">
            <a:xfrm>
              <a:off x="144" y="2703"/>
              <a:ext cx="1584" cy="493"/>
            </a:xfrm>
            <a:prstGeom prst="rect">
              <a:avLst/>
            </a:prstGeom>
            <a:noFill/>
            <a:ln w="9525" algn="ctr">
              <a:noFill/>
              <a:miter lim="800000"/>
              <a:headEnd/>
              <a:tailEnd/>
            </a:ln>
          </p:spPr>
          <p:txBody>
            <a:bodyPr>
              <a:spAutoFit/>
            </a:bodyPr>
            <a:lstStyle/>
            <a:p>
              <a:r>
                <a:rPr lang="en-US" altLang="en-US" b="1" dirty="0">
                  <a:latin typeface="Times New Roman" pitchFamily="18" charset="0"/>
                  <a:cs typeface="Times New Roman" pitchFamily="18" charset="0"/>
                </a:rPr>
                <a:t>Correction for continuity</a:t>
              </a:r>
              <a:endParaRPr lang="en-US" b="1" dirty="0">
                <a:latin typeface="Times New Roman" pitchFamily="18" charset="0"/>
                <a:cs typeface="Times New Roman" pitchFamily="18" charset="0"/>
              </a:endParaRPr>
            </a:p>
          </p:txBody>
        </p:sp>
        <p:sp>
          <p:nvSpPr>
            <p:cNvPr id="14" name="Line 13"/>
            <p:cNvSpPr>
              <a:spLocks noChangeShapeType="1"/>
            </p:cNvSpPr>
            <p:nvPr/>
          </p:nvSpPr>
          <p:spPr bwMode="auto">
            <a:xfrm flipV="1">
              <a:off x="816" y="2559"/>
              <a:ext cx="240" cy="192"/>
            </a:xfrm>
            <a:prstGeom prst="line">
              <a:avLst/>
            </a:prstGeom>
            <a:noFill/>
            <a:ln w="9525">
              <a:solidFill>
                <a:schemeClr val="tx1"/>
              </a:solidFill>
              <a:round/>
              <a:headEnd/>
              <a:tailEnd type="triangle" w="med" len="med"/>
            </a:ln>
          </p:spPr>
          <p:txBody>
            <a:bodyPr>
              <a:spAutoFit/>
            </a:bodyPr>
            <a:lstStyle/>
            <a:p>
              <a:endParaRPr lang="en-US">
                <a:latin typeface="Times New Roman" pitchFamily="18" charset="0"/>
                <a:cs typeface="Times New Roman" pitchFamily="18" charset="0"/>
              </a:endParaRPr>
            </a:p>
          </p:txBody>
        </p:sp>
      </p:grpSp>
      <p:graphicFrame>
        <p:nvGraphicFramePr>
          <p:cNvPr id="15" name="Object 14"/>
          <p:cNvGraphicFramePr>
            <a:graphicFrameLocks noChangeAspect="1"/>
          </p:cNvGraphicFramePr>
          <p:nvPr/>
        </p:nvGraphicFramePr>
        <p:xfrm>
          <a:off x="529768" y="4663912"/>
          <a:ext cx="3144560" cy="483276"/>
        </p:xfrm>
        <a:graphic>
          <a:graphicData uri="http://schemas.openxmlformats.org/presentationml/2006/ole">
            <mc:AlternateContent xmlns:mc="http://schemas.openxmlformats.org/markup-compatibility/2006">
              <mc:Choice xmlns:v="urn:schemas-microsoft-com:vml" Requires="v">
                <p:oleObj name="Equation" r:id="rId4" imgW="2019240" imgH="355320" progId="">
                  <p:embed/>
                </p:oleObj>
              </mc:Choice>
              <mc:Fallback>
                <p:oleObj name="Equation" r:id="rId4" imgW="2019240" imgH="355320" progId="">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768" y="4663912"/>
                        <a:ext cx="3144560" cy="4832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p:cNvSpPr>
            <a:spLocks noChangeArrowheads="1"/>
          </p:cNvSpPr>
          <p:nvPr/>
        </p:nvSpPr>
        <p:spPr bwMode="auto">
          <a:xfrm>
            <a:off x="1940719" y="3673204"/>
            <a:ext cx="1616148" cy="369332"/>
          </a:xfrm>
          <a:prstGeom prst="rect">
            <a:avLst/>
          </a:prstGeom>
          <a:noFill/>
          <a:ln w="9525" algn="ctr">
            <a:noFill/>
            <a:miter lim="800000"/>
            <a:headEnd/>
            <a:tailEnd/>
          </a:ln>
        </p:spPr>
        <p:txBody>
          <a:bodyPr wrap="none">
            <a:spAutoFit/>
          </a:bodyPr>
          <a:lstStyle/>
          <a:p>
            <a:r>
              <a:rPr lang="en-US">
                <a:latin typeface="Times New Roman" pitchFamily="18" charset="0"/>
                <a:cs typeface="Times New Roman" pitchFamily="18" charset="0"/>
              </a:rPr>
              <a:t>=</a:t>
            </a:r>
            <a:r>
              <a:rPr lang="en-US" i="1">
                <a:latin typeface="Times New Roman" pitchFamily="18" charset="0"/>
                <a:cs typeface="Times New Roman" pitchFamily="18" charset="0"/>
              </a:rPr>
              <a:t> P</a:t>
            </a:r>
            <a:r>
              <a:rPr lang="en-US">
                <a:latin typeface="Times New Roman" pitchFamily="18" charset="0"/>
                <a:cs typeface="Times New Roman" pitchFamily="18" charset="0"/>
              </a:rPr>
              <a:t>(</a:t>
            </a:r>
            <a:r>
              <a:rPr lang="en-US" i="1">
                <a:latin typeface="Times New Roman" pitchFamily="18" charset="0"/>
                <a:cs typeface="Times New Roman" pitchFamily="18" charset="0"/>
              </a:rPr>
              <a:t>z &lt; </a:t>
            </a:r>
            <a:r>
              <a:rPr lang="en-US">
                <a:latin typeface="Times New Roman" pitchFamily="18" charset="0"/>
                <a:cs typeface="Times New Roman" pitchFamily="18" charset="0"/>
                <a:sym typeface="Symbol" pitchFamily="18" charset="2"/>
              </a:rPr>
              <a:t>0.61</a:t>
            </a:r>
            <a:r>
              <a:rPr lang="en-US">
                <a:latin typeface="Times New Roman" pitchFamily="18" charset="0"/>
                <a:cs typeface="Times New Roman" pitchFamily="18" charset="0"/>
              </a:rPr>
              <a:t>) </a:t>
            </a:r>
            <a:endParaRPr lang="en-US" i="1">
              <a:latin typeface="Times New Roman" pitchFamily="18" charset="0"/>
              <a:cs typeface="Times New Roman" pitchFamily="18" charset="0"/>
            </a:endParaRPr>
          </a:p>
        </p:txBody>
      </p:sp>
      <p:grpSp>
        <p:nvGrpSpPr>
          <p:cNvPr id="17" name="Group 16"/>
          <p:cNvGrpSpPr>
            <a:grpSpLocks/>
          </p:cNvGrpSpPr>
          <p:nvPr/>
        </p:nvGrpSpPr>
        <p:grpSpPr bwMode="auto">
          <a:xfrm>
            <a:off x="3683794" y="3655215"/>
            <a:ext cx="3243263" cy="1707834"/>
            <a:chOff x="2756" y="2352"/>
            <a:chExt cx="2724" cy="1304"/>
          </a:xfrm>
        </p:grpSpPr>
        <p:sp>
          <p:nvSpPr>
            <p:cNvPr id="18" name="Text Box 18"/>
            <p:cNvSpPr txBox="1">
              <a:spLocks noChangeArrowheads="1"/>
            </p:cNvSpPr>
            <p:nvPr/>
          </p:nvSpPr>
          <p:spPr bwMode="auto">
            <a:xfrm>
              <a:off x="3383" y="3374"/>
              <a:ext cx="349"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10</a:t>
              </a:r>
            </a:p>
          </p:txBody>
        </p:sp>
        <p:sp>
          <p:nvSpPr>
            <p:cNvPr id="19" name="Line 19"/>
            <p:cNvSpPr>
              <a:spLocks noChangeShapeType="1"/>
            </p:cNvSpPr>
            <p:nvPr/>
          </p:nvSpPr>
          <p:spPr bwMode="auto">
            <a:xfrm>
              <a:off x="4004" y="3119"/>
              <a:ext cx="0" cy="58"/>
            </a:xfrm>
            <a:prstGeom prst="line">
              <a:avLst/>
            </a:prstGeom>
            <a:noFill/>
            <a:ln w="9525">
              <a:noFill/>
              <a:round/>
              <a:headEnd/>
              <a:tailEnd/>
            </a:ln>
          </p:spPr>
          <p:txBody>
            <a:bodyPr wrap="none" anchor="ctr"/>
            <a:lstStyle/>
            <a:p>
              <a:endParaRPr lang="en-US">
                <a:latin typeface="Times New Roman" pitchFamily="18" charset="0"/>
                <a:cs typeface="Times New Roman" pitchFamily="18" charset="0"/>
              </a:endParaRPr>
            </a:p>
          </p:txBody>
        </p:sp>
        <p:sp>
          <p:nvSpPr>
            <p:cNvPr id="20" name="Line 20"/>
            <p:cNvSpPr>
              <a:spLocks noChangeShapeType="1"/>
            </p:cNvSpPr>
            <p:nvPr/>
          </p:nvSpPr>
          <p:spPr bwMode="auto">
            <a:xfrm>
              <a:off x="4376" y="3311"/>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1" name="Freeform 20"/>
            <p:cNvSpPr>
              <a:spLocks/>
            </p:cNvSpPr>
            <p:nvPr/>
          </p:nvSpPr>
          <p:spPr bwMode="auto">
            <a:xfrm>
              <a:off x="2756" y="3349"/>
              <a:ext cx="2496" cy="1"/>
            </a:xfrm>
            <a:custGeom>
              <a:avLst/>
              <a:gdLst>
                <a:gd name="T0" fmla="*/ 0 w 3152"/>
                <a:gd name="T1" fmla="*/ 0 h 1"/>
                <a:gd name="T2" fmla="*/ 1977 w 3152"/>
                <a:gd name="T3" fmla="*/ 0 h 1"/>
                <a:gd name="T4" fmla="*/ 0 60000 65536"/>
                <a:gd name="T5" fmla="*/ 0 60000 65536"/>
                <a:gd name="T6" fmla="*/ 0 w 3152"/>
                <a:gd name="T7" fmla="*/ 0 h 1"/>
                <a:gd name="T8" fmla="*/ 3152 w 3152"/>
                <a:gd name="T9" fmla="*/ 1 h 1"/>
              </a:gdLst>
              <a:ahLst/>
              <a:cxnLst>
                <a:cxn ang="T4">
                  <a:pos x="T0" y="T1"/>
                </a:cxn>
                <a:cxn ang="T5">
                  <a:pos x="T2" y="T3"/>
                </a:cxn>
              </a:cxnLst>
              <a:rect l="T6" t="T7" r="T8" b="T9"/>
              <a:pathLst>
                <a:path w="3152" h="1">
                  <a:moveTo>
                    <a:pt x="0" y="0"/>
                  </a:moveTo>
                  <a:lnTo>
                    <a:pt x="3152" y="0"/>
                  </a:lnTo>
                </a:path>
              </a:pathLst>
            </a:custGeom>
            <a:noFill/>
            <a:ln w="28575">
              <a:solidFill>
                <a:schemeClr val="tx1"/>
              </a:solidFill>
              <a:round/>
              <a:headEnd type="arrow" w="med" len="med"/>
              <a:tailEnd type="arrow" w="med" len="med"/>
            </a:ln>
          </p:spPr>
          <p:txBody>
            <a:bodyPr wrap="none" anchor="ctr"/>
            <a:lstStyle/>
            <a:p>
              <a:endParaRPr lang="en-US">
                <a:latin typeface="Times New Roman" pitchFamily="18" charset="0"/>
                <a:cs typeface="Times New Roman" pitchFamily="18" charset="0"/>
              </a:endParaRPr>
            </a:p>
          </p:txBody>
        </p:sp>
        <p:sp>
          <p:nvSpPr>
            <p:cNvPr id="22" name="Freeform 21"/>
            <p:cNvSpPr>
              <a:spLocks/>
            </p:cNvSpPr>
            <p:nvPr/>
          </p:nvSpPr>
          <p:spPr bwMode="auto">
            <a:xfrm>
              <a:off x="2832" y="2352"/>
              <a:ext cx="2372" cy="994"/>
            </a:xfrm>
            <a:custGeom>
              <a:avLst/>
              <a:gdLst>
                <a:gd name="T0" fmla="*/ 0 w 2996"/>
                <a:gd name="T1" fmla="*/ 815 h 1213"/>
                <a:gd name="T2" fmla="*/ 203 w 2996"/>
                <a:gd name="T3" fmla="*/ 778 h 1213"/>
                <a:gd name="T4" fmla="*/ 386 w 2996"/>
                <a:gd name="T5" fmla="*/ 710 h 1213"/>
                <a:gd name="T6" fmla="*/ 561 w 2996"/>
                <a:gd name="T7" fmla="*/ 551 h 1213"/>
                <a:gd name="T8" fmla="*/ 657 w 2996"/>
                <a:gd name="T9" fmla="*/ 392 h 1213"/>
                <a:gd name="T10" fmla="*/ 728 w 2996"/>
                <a:gd name="T11" fmla="*/ 216 h 1213"/>
                <a:gd name="T12" fmla="*/ 775 w 2996"/>
                <a:gd name="T13" fmla="*/ 110 h 1213"/>
                <a:gd name="T14" fmla="*/ 838 w 2996"/>
                <a:gd name="T15" fmla="*/ 33 h 1213"/>
                <a:gd name="T16" fmla="*/ 928 w 2996"/>
                <a:gd name="T17" fmla="*/ 1 h 1213"/>
                <a:gd name="T18" fmla="*/ 1013 w 2996"/>
                <a:gd name="T19" fmla="*/ 29 h 1213"/>
                <a:gd name="T20" fmla="*/ 1078 w 2996"/>
                <a:gd name="T21" fmla="*/ 103 h 1213"/>
                <a:gd name="T22" fmla="*/ 1144 w 2996"/>
                <a:gd name="T23" fmla="*/ 277 h 1213"/>
                <a:gd name="T24" fmla="*/ 1181 w 2996"/>
                <a:gd name="T25" fmla="*/ 370 h 1213"/>
                <a:gd name="T26" fmla="*/ 1263 w 2996"/>
                <a:gd name="T27" fmla="*/ 529 h 1213"/>
                <a:gd name="T28" fmla="*/ 1364 w 2996"/>
                <a:gd name="T29" fmla="*/ 651 h 1213"/>
                <a:gd name="T30" fmla="*/ 1503 w 2996"/>
                <a:gd name="T31" fmla="*/ 734 h 1213"/>
                <a:gd name="T32" fmla="*/ 1620 w 2996"/>
                <a:gd name="T33" fmla="*/ 774 h 1213"/>
                <a:gd name="T34" fmla="*/ 1878 w 2996"/>
                <a:gd name="T35" fmla="*/ 809 h 12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96"/>
                <a:gd name="T55" fmla="*/ 0 h 1213"/>
                <a:gd name="T56" fmla="*/ 2996 w 2996"/>
                <a:gd name="T57" fmla="*/ 1213 h 12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a:solidFill>
                <a:schemeClr val="tx1"/>
              </a:solidFill>
              <a:round/>
              <a:headEnd/>
              <a:tailEnd/>
            </a:ln>
          </p:spPr>
          <p:txBody>
            <a:bodyPr wrap="none"/>
            <a:lstStyle/>
            <a:p>
              <a:endParaRPr lang="en-US">
                <a:latin typeface="Times New Roman" pitchFamily="18" charset="0"/>
                <a:cs typeface="Times New Roman" pitchFamily="18" charset="0"/>
              </a:endParaRPr>
            </a:p>
          </p:txBody>
        </p:sp>
        <p:sp>
          <p:nvSpPr>
            <p:cNvPr id="23" name="Line 23"/>
            <p:cNvSpPr>
              <a:spLocks noChangeShapeType="1"/>
            </p:cNvSpPr>
            <p:nvPr/>
          </p:nvSpPr>
          <p:spPr bwMode="auto">
            <a:xfrm>
              <a:off x="4004" y="2353"/>
              <a:ext cx="0" cy="983"/>
            </a:xfrm>
            <a:prstGeom prst="line">
              <a:avLst/>
            </a:prstGeom>
            <a:noFill/>
            <a:ln w="9525">
              <a:solidFill>
                <a:schemeClr val="tx1"/>
              </a:solidFill>
              <a:prstDash val="dash"/>
              <a:round/>
              <a:headEnd/>
              <a:tailEnd/>
            </a:ln>
          </p:spPr>
          <p:txBody>
            <a:bodyPr wrap="none"/>
            <a:lstStyle/>
            <a:p>
              <a:endParaRPr lang="en-US">
                <a:latin typeface="Times New Roman" pitchFamily="18" charset="0"/>
                <a:cs typeface="Times New Roman" pitchFamily="18" charset="0"/>
              </a:endParaRPr>
            </a:p>
          </p:txBody>
        </p:sp>
        <p:sp>
          <p:nvSpPr>
            <p:cNvPr id="24" name="Text Box 24"/>
            <p:cNvSpPr txBox="1">
              <a:spLocks noChangeArrowheads="1"/>
            </p:cNvSpPr>
            <p:nvPr/>
          </p:nvSpPr>
          <p:spPr bwMode="auto">
            <a:xfrm>
              <a:off x="3643" y="3374"/>
              <a:ext cx="543"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    15</a:t>
              </a:r>
            </a:p>
          </p:txBody>
        </p:sp>
        <p:sp>
          <p:nvSpPr>
            <p:cNvPr id="25" name="Rectangle 24"/>
            <p:cNvSpPr>
              <a:spLocks noChangeArrowheads="1"/>
            </p:cNvSpPr>
            <p:nvPr/>
          </p:nvSpPr>
          <p:spPr bwMode="auto">
            <a:xfrm>
              <a:off x="5228" y="3222"/>
              <a:ext cx="252" cy="282"/>
            </a:xfrm>
            <a:prstGeom prst="rect">
              <a:avLst/>
            </a:prstGeom>
            <a:noFill/>
            <a:ln w="9525">
              <a:noFill/>
              <a:miter lim="800000"/>
              <a:headEnd/>
              <a:tailEnd/>
            </a:ln>
          </p:spPr>
          <p:txBody>
            <a:bodyPr wrap="none">
              <a:spAutoFit/>
            </a:bodyPr>
            <a:lstStyle/>
            <a:p>
              <a:r>
                <a:rPr lang="en-US">
                  <a:latin typeface="Times New Roman" pitchFamily="18" charset="0"/>
                  <a:cs typeface="Times New Roman" pitchFamily="18" charset="0"/>
                </a:rPr>
                <a:t>x</a:t>
              </a:r>
            </a:p>
          </p:txBody>
        </p:sp>
        <p:sp>
          <p:nvSpPr>
            <p:cNvPr id="26" name="Text Box 26"/>
            <p:cNvSpPr txBox="1">
              <a:spLocks noChangeArrowheads="1"/>
            </p:cNvSpPr>
            <p:nvPr/>
          </p:nvSpPr>
          <p:spPr bwMode="auto">
            <a:xfrm>
              <a:off x="4240" y="3374"/>
              <a:ext cx="349"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20</a:t>
              </a:r>
            </a:p>
          </p:txBody>
        </p:sp>
        <p:sp>
          <p:nvSpPr>
            <p:cNvPr id="27" name="Line 27"/>
            <p:cNvSpPr>
              <a:spLocks noChangeShapeType="1"/>
            </p:cNvSpPr>
            <p:nvPr/>
          </p:nvSpPr>
          <p:spPr bwMode="auto">
            <a:xfrm>
              <a:off x="3912" y="3312"/>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8" name="Rectangle 27"/>
            <p:cNvSpPr>
              <a:spLocks noChangeArrowheads="1"/>
            </p:cNvSpPr>
            <p:nvPr/>
          </p:nvSpPr>
          <p:spPr bwMode="auto">
            <a:xfrm>
              <a:off x="4416" y="2686"/>
              <a:ext cx="764" cy="282"/>
            </a:xfrm>
            <a:prstGeom prst="rect">
              <a:avLst/>
            </a:prstGeom>
            <a:noFill/>
            <a:ln w="9525" algn="ctr">
              <a:noFill/>
              <a:miter lim="800000"/>
              <a:headEnd/>
              <a:tailEnd/>
            </a:ln>
          </p:spPr>
          <p:txBody>
            <a:bodyPr wrap="none">
              <a:spAutoFit/>
            </a:bodyPr>
            <a:lstStyle/>
            <a:p>
              <a:r>
                <a:rPr lang="en-US" i="1">
                  <a:latin typeface="Times New Roman" pitchFamily="18" charset="0"/>
                  <a:cs typeface="Times New Roman" pitchFamily="18" charset="0"/>
                  <a:sym typeface="Symbol" pitchFamily="18" charset="2"/>
                </a:rPr>
                <a:t></a:t>
              </a:r>
              <a:r>
                <a:rPr lang="en-US">
                  <a:latin typeface="Times New Roman" pitchFamily="18" charset="0"/>
                  <a:cs typeface="Times New Roman" pitchFamily="18" charset="0"/>
                </a:rPr>
                <a:t>= 15.5</a:t>
              </a:r>
            </a:p>
          </p:txBody>
        </p:sp>
        <p:sp>
          <p:nvSpPr>
            <p:cNvPr id="29" name="Line 29"/>
            <p:cNvSpPr>
              <a:spLocks noChangeShapeType="1"/>
            </p:cNvSpPr>
            <p:nvPr/>
          </p:nvSpPr>
          <p:spPr bwMode="auto">
            <a:xfrm>
              <a:off x="3792" y="2544"/>
              <a:ext cx="0" cy="816"/>
            </a:xfrm>
            <a:prstGeom prst="line">
              <a:avLst/>
            </a:prstGeom>
            <a:noFill/>
            <a:ln w="9525">
              <a:solidFill>
                <a:schemeClr val="tx1"/>
              </a:solidFill>
              <a:round/>
              <a:headEnd/>
              <a:tailEnd/>
            </a:ln>
          </p:spPr>
          <p:txBody>
            <a:bodyPr>
              <a:spAutoFit/>
            </a:bodyPr>
            <a:lstStyle/>
            <a:p>
              <a:endParaRPr lang="en-US">
                <a:latin typeface="Times New Roman" pitchFamily="18" charset="0"/>
                <a:cs typeface="Times New Roman" pitchFamily="18" charset="0"/>
              </a:endParaRPr>
            </a:p>
          </p:txBody>
        </p:sp>
        <p:sp>
          <p:nvSpPr>
            <p:cNvPr id="30" name="Line 30"/>
            <p:cNvSpPr>
              <a:spLocks noChangeShapeType="1"/>
            </p:cNvSpPr>
            <p:nvPr/>
          </p:nvSpPr>
          <p:spPr bwMode="auto">
            <a:xfrm>
              <a:off x="3519" y="3312"/>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31" name="Rectangle 30"/>
            <p:cNvSpPr>
              <a:spLocks noChangeArrowheads="1"/>
            </p:cNvSpPr>
            <p:nvPr/>
          </p:nvSpPr>
          <p:spPr bwMode="auto">
            <a:xfrm>
              <a:off x="3021" y="2881"/>
              <a:ext cx="494" cy="28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13.5</a:t>
              </a:r>
            </a:p>
          </p:txBody>
        </p:sp>
        <p:sp>
          <p:nvSpPr>
            <p:cNvPr id="32" name="Line 32"/>
            <p:cNvSpPr>
              <a:spLocks noChangeShapeType="1"/>
            </p:cNvSpPr>
            <p:nvPr/>
          </p:nvSpPr>
          <p:spPr bwMode="auto">
            <a:xfrm>
              <a:off x="3408" y="3120"/>
              <a:ext cx="384" cy="96"/>
            </a:xfrm>
            <a:prstGeom prst="line">
              <a:avLst/>
            </a:prstGeom>
            <a:noFill/>
            <a:ln w="9525">
              <a:solidFill>
                <a:schemeClr val="tx1"/>
              </a:solidFill>
              <a:round/>
              <a:headEnd/>
              <a:tailEnd type="triangle" w="med" len="med"/>
            </a:ln>
          </p:spPr>
          <p:txBody>
            <a:bodyPr>
              <a:spAutoFit/>
            </a:bodyPr>
            <a:lstStyle/>
            <a:p>
              <a:endParaRPr lang="en-US">
                <a:latin typeface="Times New Roman" pitchFamily="18" charset="0"/>
                <a:cs typeface="Times New Roman" pitchFamily="18" charset="0"/>
              </a:endParaRPr>
            </a:p>
          </p:txBody>
        </p:sp>
      </p:grpSp>
      <p:sp>
        <p:nvSpPr>
          <p:cNvPr id="33" name="Rectangle 32"/>
          <p:cNvSpPr>
            <a:spLocks noChangeArrowheads="1"/>
          </p:cNvSpPr>
          <p:nvPr/>
        </p:nvSpPr>
        <p:spPr bwMode="auto">
          <a:xfrm>
            <a:off x="1959769" y="3962526"/>
            <a:ext cx="1064715" cy="369332"/>
          </a:xfrm>
          <a:prstGeom prst="rect">
            <a:avLst/>
          </a:prstGeom>
          <a:noFill/>
          <a:ln w="9525" algn="ctr">
            <a:noFill/>
            <a:miter lim="800000"/>
            <a:headEnd/>
            <a:tailEnd/>
          </a:ln>
        </p:spPr>
        <p:txBody>
          <a:bodyPr wrap="none">
            <a:spAutoFit/>
          </a:bodyPr>
          <a:lstStyle/>
          <a:p>
            <a:r>
              <a:rPr lang="en-US">
                <a:latin typeface="Times New Roman" pitchFamily="18" charset="0"/>
                <a:cs typeface="Times New Roman" pitchFamily="18" charset="0"/>
              </a:rPr>
              <a:t>= 0.2709 </a:t>
            </a:r>
          </a:p>
        </p:txBody>
      </p:sp>
      <p:sp>
        <p:nvSpPr>
          <p:cNvPr id="34" name="Rectangle 33"/>
          <p:cNvSpPr>
            <a:spLocks noChangeArrowheads="1"/>
          </p:cNvSpPr>
          <p:nvPr/>
        </p:nvSpPr>
        <p:spPr bwMode="auto">
          <a:xfrm>
            <a:off x="713184" y="5590935"/>
            <a:ext cx="7516415" cy="400110"/>
          </a:xfrm>
          <a:prstGeom prst="rect">
            <a:avLst/>
          </a:prstGeom>
          <a:noFill/>
          <a:ln w="9525" algn="ctr">
            <a:noFill/>
            <a:miter lim="800000"/>
            <a:headEnd/>
            <a:tailEnd/>
          </a:ln>
        </p:spPr>
        <p:txBody>
          <a:bodyPr wrap="square">
            <a:spAutoFit/>
          </a:bodyPr>
          <a:lstStyle/>
          <a:p>
            <a:r>
              <a:rPr lang="en-US" sz="2000" dirty="0">
                <a:cs typeface="Times New Roman" pitchFamily="18" charset="0"/>
              </a:rPr>
              <a:t>The probability that less than 14 plan to attend college is 0.2709.</a:t>
            </a:r>
          </a:p>
        </p:txBody>
      </p:sp>
      <p:sp>
        <p:nvSpPr>
          <p:cNvPr id="35" name="Freeform 34"/>
          <p:cNvSpPr>
            <a:spLocks/>
          </p:cNvSpPr>
          <p:nvPr/>
        </p:nvSpPr>
        <p:spPr bwMode="auto">
          <a:xfrm>
            <a:off x="3784757" y="3893392"/>
            <a:ext cx="1110854" cy="1096208"/>
          </a:xfrm>
          <a:custGeom>
            <a:avLst/>
            <a:gdLst>
              <a:gd name="T0" fmla="*/ 2147483647 w 933"/>
              <a:gd name="T1" fmla="*/ 2094248445 h 837"/>
              <a:gd name="T2" fmla="*/ 2147483647 w 933"/>
              <a:gd name="T3" fmla="*/ 0 h 837"/>
              <a:gd name="T4" fmla="*/ 2147483647 w 933"/>
              <a:gd name="T5" fmla="*/ 342741120 h 837"/>
              <a:gd name="T6" fmla="*/ 1935480941 w 933"/>
              <a:gd name="T7" fmla="*/ 947578514 h 837"/>
              <a:gd name="T8" fmla="*/ 1733868425 w 933"/>
              <a:gd name="T9" fmla="*/ 1270158298 h 837"/>
              <a:gd name="T10" fmla="*/ 1444050831 w 933"/>
              <a:gd name="T11" fmla="*/ 1572576846 h 837"/>
              <a:gd name="T12" fmla="*/ 922377654 w 933"/>
              <a:gd name="T13" fmla="*/ 1912797316 h 837"/>
              <a:gd name="T14" fmla="*/ 0 w 933"/>
              <a:gd name="T15" fmla="*/ 2109369372 h 837"/>
              <a:gd name="T16" fmla="*/ 0 60000 65536"/>
              <a:gd name="T17" fmla="*/ 0 60000 65536"/>
              <a:gd name="T18" fmla="*/ 0 60000 65536"/>
              <a:gd name="T19" fmla="*/ 0 60000 65536"/>
              <a:gd name="T20" fmla="*/ 0 60000 65536"/>
              <a:gd name="T21" fmla="*/ 0 60000 65536"/>
              <a:gd name="T22" fmla="*/ 0 60000 65536"/>
              <a:gd name="T23" fmla="*/ 0 60000 65536"/>
              <a:gd name="T24" fmla="*/ 0 w 933"/>
              <a:gd name="T25" fmla="*/ 0 h 837"/>
              <a:gd name="T26" fmla="*/ 933 w 933"/>
              <a:gd name="T27" fmla="*/ 837 h 8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3" h="837">
                <a:moveTo>
                  <a:pt x="927" y="831"/>
                </a:moveTo>
                <a:lnTo>
                  <a:pt x="933" y="0"/>
                </a:lnTo>
                <a:lnTo>
                  <a:pt x="876" y="136"/>
                </a:lnTo>
                <a:lnTo>
                  <a:pt x="768" y="376"/>
                </a:lnTo>
                <a:lnTo>
                  <a:pt x="688" y="504"/>
                </a:lnTo>
                <a:lnTo>
                  <a:pt x="573" y="624"/>
                </a:lnTo>
                <a:lnTo>
                  <a:pt x="366" y="759"/>
                </a:lnTo>
                <a:lnTo>
                  <a:pt x="0" y="837"/>
                </a:lnTo>
              </a:path>
            </a:pathLst>
          </a:custGeom>
          <a:solidFill>
            <a:schemeClr val="accent2">
              <a:alpha val="79999"/>
            </a:schemeClr>
          </a:solidFill>
          <a:ln w="12700">
            <a:noFill/>
            <a:round/>
            <a:headEnd/>
            <a:tailEnd/>
          </a:ln>
        </p:spPr>
        <p:txBody>
          <a:bodyPr wrap="none"/>
          <a:lstStyle/>
          <a:p>
            <a:endParaRPr lang="en-US">
              <a:latin typeface="Times New Roman" pitchFamily="18" charset="0"/>
              <a:cs typeface="Times New Roman" pitchFamily="18" charset="0"/>
            </a:endParaRPr>
          </a:p>
        </p:txBody>
      </p:sp>
      <p:sp>
        <p:nvSpPr>
          <p:cNvPr id="36" name="TextBox 35">
            <a:extLst>
              <a:ext uri="{FF2B5EF4-FFF2-40B4-BE49-F238E27FC236}">
                <a16:creationId xmlns:a16="http://schemas.microsoft.com/office/drawing/2014/main" id="{DC34279E-D14C-52F5-6FEF-8F51B99C5739}"/>
              </a:ext>
            </a:extLst>
          </p:cNvPr>
          <p:cNvSpPr txBox="1"/>
          <p:nvPr/>
        </p:nvSpPr>
        <p:spPr>
          <a:xfrm>
            <a:off x="15479" y="2300230"/>
            <a:ext cx="4572000" cy="506292"/>
          </a:xfrm>
          <a:prstGeom prst="rect">
            <a:avLst/>
          </a:prstGeom>
          <a:noFill/>
        </p:spPr>
        <p:txBody>
          <a:bodyPr wrap="square">
            <a:spAutoFit/>
          </a:bodyPr>
          <a:lstStyle/>
          <a:p>
            <a:pPr marL="598885" lvl="1" indent="-338138">
              <a:lnSpc>
                <a:spcPct val="150000"/>
              </a:lnSpc>
              <a:spcBef>
                <a:spcPct val="20000"/>
              </a:spcBef>
            </a:pPr>
            <a:r>
              <a:rPr lang="en-US" sz="2000" dirty="0">
                <a:solidFill>
                  <a:srgbClr val="FF0000"/>
                </a:solidFill>
                <a:cs typeface="Times New Roman" pitchFamily="18" charset="0"/>
                <a:sym typeface="Symbol" pitchFamily="18" charset="2"/>
              </a:rPr>
              <a:t>Solution:</a:t>
            </a:r>
          </a:p>
        </p:txBody>
      </p:sp>
    </p:spTree>
    <p:extLst>
      <p:ext uri="{BB962C8B-B14F-4D97-AF65-F5344CB8AC3E}">
        <p14:creationId xmlns:p14="http://schemas.microsoft.com/office/powerpoint/2010/main" val="117693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1000"/>
                                        <p:tgtEl>
                                          <p:spTgt spid="7"/>
                                        </p:tgtEl>
                                      </p:cBhvr>
                                    </p:animEffect>
                                  </p:childTnLst>
                                </p:cTn>
                              </p:par>
                            </p:childTnLst>
                          </p:cTn>
                        </p:par>
                        <p:par>
                          <p:cTn id="12" fill="hold">
                            <p:stCondLst>
                              <p:cond delay="2500"/>
                            </p:stCondLst>
                            <p:childTnLst>
                              <p:par>
                                <p:cTn id="13" presetID="1" presetClass="entr" presetSubtype="0" fill="hold" nodeType="afterEffect">
                                  <p:stCondLst>
                                    <p:cond delay="50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500"/>
                                  </p:stCondLst>
                                  <p:childTnLst>
                                    <p:set>
                                      <p:cBhvr>
                                        <p:cTn id="21" dur="1" fill="hold">
                                          <p:stCondLst>
                                            <p:cond delay="0"/>
                                          </p:stCondLst>
                                        </p:cTn>
                                        <p:tgtEl>
                                          <p:spTgt spid="12"/>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50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50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par>
                          <p:cTn id="40" fill="hold">
                            <p:stCondLst>
                              <p:cond delay="0"/>
                            </p:stCondLst>
                            <p:childTnLst>
                              <p:par>
                                <p:cTn id="41" presetID="22" presetClass="entr" presetSubtype="8" fill="hold" grpId="0" nodeType="afterEffect">
                                  <p:stCondLst>
                                    <p:cond delay="500"/>
                                  </p:stCondLst>
                                  <p:childTnLst>
                                    <p:set>
                                      <p:cBhvr>
                                        <p:cTn id="42" dur="1" fill="hold">
                                          <p:stCondLst>
                                            <p:cond delay="0"/>
                                          </p:stCondLst>
                                        </p:cTn>
                                        <p:tgtEl>
                                          <p:spTgt spid="35"/>
                                        </p:tgtEl>
                                        <p:attrNameLst>
                                          <p:attrName>style.visibility</p:attrName>
                                        </p:attrNameLst>
                                      </p:cBhvr>
                                      <p:to>
                                        <p:strVal val="visible"/>
                                      </p:to>
                                    </p:set>
                                    <p:animEffect transition="in" filter="wipe(left)">
                                      <p:cBhvr>
                                        <p:cTn id="4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6" grpId="0"/>
      <p:bldP spid="33" grpId="0"/>
      <p:bldP spid="34" grpId="0"/>
      <p:bldP spid="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Chi- Square distribution</a:t>
            </a:r>
          </a:p>
        </p:txBody>
      </p:sp>
      <p:sp>
        <p:nvSpPr>
          <p:cNvPr id="6" name="Content Placeholder 1">
            <a:extLst>
              <a:ext uri="{FF2B5EF4-FFF2-40B4-BE49-F238E27FC236}">
                <a16:creationId xmlns:a16="http://schemas.microsoft.com/office/drawing/2014/main" id="{6765B551-C0EC-4CB5-995D-B5FEEFB5D2EA}"/>
              </a:ext>
            </a:extLst>
          </p:cNvPr>
          <p:cNvSpPr txBox="1">
            <a:spLocks/>
          </p:cNvSpPr>
          <p:nvPr/>
        </p:nvSpPr>
        <p:spPr>
          <a:xfrm>
            <a:off x="228600" y="3200401"/>
            <a:ext cx="11125200" cy="2667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IN" sz="2400" dirty="0"/>
              <a:t>Chi-Square distribution pdf is given by</a:t>
            </a:r>
          </a:p>
          <a:p>
            <a:pPr marL="285750" indent="-285750"/>
            <a:endParaRPr lang="en-IN" sz="2400" dirty="0"/>
          </a:p>
          <a:p>
            <a:pPr marL="285750" indent="-285750"/>
            <a:endParaRPr lang="en-IN" sz="2400" dirty="0"/>
          </a:p>
          <a:p>
            <a:pPr marL="285750" indent="-285750"/>
            <a:endParaRPr lang="en-IN" sz="2400" dirty="0"/>
          </a:p>
          <a:p>
            <a:pPr marL="0" indent="0"/>
            <a:r>
              <a:rPr lang="en-IN" sz="2400" dirty="0"/>
              <a:t>where k is the parameter of distribution, also known as degrees of freedom</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EC6629-C8D8-4C63-9F17-E41BCF7FC8CA}"/>
                  </a:ext>
                </a:extLst>
              </p:cNvPr>
              <p:cNvSpPr txBox="1"/>
              <p:nvPr/>
            </p:nvSpPr>
            <p:spPr>
              <a:xfrm>
                <a:off x="533400" y="3702304"/>
                <a:ext cx="4335802" cy="10786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e>
                      </m:d>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eqArr>
                            <m:eqArrPr>
                              <m:ctrlPr>
                                <a:rPr lang="en-IN" b="0" i="1" smtClean="0">
                                  <a:latin typeface="Cambria Math" panose="02040503050406030204" pitchFamily="18" charset="0"/>
                                </a:rPr>
                              </m:ctrlPr>
                            </m:eqArrPr>
                            <m:e>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sSup>
                                    <m:sSupPr>
                                      <m:ctrlPr>
                                        <a:rPr lang="en-IN" b="0" i="1" smtClean="0">
                                          <a:latin typeface="Cambria Math" panose="02040503050406030204" pitchFamily="18" charset="0"/>
                                        </a:rPr>
                                      </m:ctrlPr>
                                    </m:sSupPr>
                                    <m:e>
                                      <m:r>
                                        <a:rPr lang="en-IN" b="0" i="1" smtClean="0">
                                          <a:latin typeface="Cambria Math" panose="02040503050406030204" pitchFamily="18" charset="0"/>
                                        </a:rPr>
                                        <m:t>2</m:t>
                                      </m:r>
                                    </m:e>
                                    <m:sup>
                                      <m:r>
                                        <a:rPr lang="en-US" b="0" i="1" smtClean="0">
                                          <a:latin typeface="Cambria Math" panose="02040503050406030204" pitchFamily="18" charset="0"/>
                                        </a:rPr>
                                        <m:t>𝑘</m:t>
                                      </m:r>
                                      <m:r>
                                        <a:rPr lang="en-IN" b="0" i="1" smtClean="0">
                                          <a:latin typeface="Cambria Math" panose="02040503050406030204" pitchFamily="18" charset="0"/>
                                          <a:ea typeface="Cambria Math" panose="02040503050406030204" pitchFamily="18" charset="0"/>
                                        </a:rPr>
                                        <m:t>/2</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m:t>
                                      </m:r>
                                      <m:f>
                                        <m:fPr>
                                          <m:ctrlPr>
                                            <a:rPr lang="en-IN"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IN" b="0" i="1" smtClean="0">
                                              <a:latin typeface="Cambria Math" panose="02040503050406030204" pitchFamily="18" charset="0"/>
                                              <a:ea typeface="Cambria Math" panose="02040503050406030204" pitchFamily="18" charset="0"/>
                                            </a:rPr>
                                            <m:t>2</m:t>
                                          </m:r>
                                        </m:den>
                                      </m:f>
                                      <m:r>
                                        <a:rPr lang="en-IN" b="0" i="1" smtClean="0">
                                          <a:latin typeface="Cambria Math" panose="02040503050406030204" pitchFamily="18" charset="0"/>
                                          <a:ea typeface="Cambria Math" panose="02040503050406030204" pitchFamily="18" charset="0"/>
                                        </a:rPr>
                                        <m:t>)</m:t>
                                      </m:r>
                                    </m:e>
                                  </m:d>
                                </m:den>
                              </m:f>
                              <m:sSup>
                                <m:sSupPr>
                                  <m:ctrlPr>
                                    <a:rPr lang="en-IN" b="0" i="1" smtClean="0">
                                      <a:latin typeface="Cambria Math" panose="02040503050406030204" pitchFamily="18" charset="0"/>
                                    </a:rPr>
                                  </m:ctrlPr>
                                </m:sSupPr>
                                <m:e>
                                  <m:r>
                                    <a:rPr lang="en-IN" b="0" i="1" smtClean="0">
                                      <a:latin typeface="Cambria Math" panose="02040503050406030204" pitchFamily="18" charset="0"/>
                                    </a:rPr>
                                    <m:t>𝑥</m:t>
                                  </m:r>
                                </m:e>
                                <m:sup>
                                  <m:f>
                                    <m:fPr>
                                      <m:ctrlPr>
                                        <a:rPr lang="en-IN"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IN" i="1">
                                          <a:latin typeface="Cambria Math" panose="02040503050406030204" pitchFamily="18" charset="0"/>
                                          <a:ea typeface="Cambria Math" panose="02040503050406030204" pitchFamily="18" charset="0"/>
                                        </a:rPr>
                                        <m:t>2</m:t>
                                      </m:r>
                                    </m:den>
                                  </m:f>
                                  <m:r>
                                    <a:rPr lang="en-IN" b="0" i="1" smtClean="0">
                                      <a:latin typeface="Cambria Math" panose="02040503050406030204" pitchFamily="18" charset="0"/>
                                      <a:ea typeface="Cambria Math" panose="02040503050406030204" pitchFamily="18" charset="0"/>
                                    </a:rPr>
                                    <m:t>−1</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𝑒</m:t>
                                  </m:r>
                                </m:e>
                                <m:sup>
                                  <m:r>
                                    <a:rPr lang="en-IN" b="0" i="1" smtClean="0">
                                      <a:latin typeface="Cambria Math" panose="02040503050406030204" pitchFamily="18" charset="0"/>
                                    </a:rPr>
                                    <m:t>−</m:t>
                                  </m:r>
                                  <m:f>
                                    <m:fPr>
                                      <m:ctrlPr>
                                        <a:rPr lang="en-IN" i="1">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𝑥</m:t>
                                      </m:r>
                                    </m:num>
                                    <m:den>
                                      <m:r>
                                        <a:rPr lang="en-IN" i="1">
                                          <a:latin typeface="Cambria Math" panose="02040503050406030204" pitchFamily="18" charset="0"/>
                                          <a:ea typeface="Cambria Math" panose="02040503050406030204" pitchFamily="18" charset="0"/>
                                        </a:rPr>
                                        <m:t>2</m:t>
                                      </m:r>
                                    </m:den>
                                  </m:f>
                                </m:sup>
                              </m:sSup>
                              <m:r>
                                <a:rPr lang="en-IN" b="0" i="1" smtClean="0">
                                  <a:latin typeface="Cambria Math" panose="02040503050406030204" pitchFamily="18" charset="0"/>
                                </a:rPr>
                                <m:t>          </m:t>
                              </m:r>
                              <m:r>
                                <a:rPr lang="en-IN" b="0" i="1" smtClean="0">
                                  <a:latin typeface="Cambria Math" panose="02040503050406030204" pitchFamily="18" charset="0"/>
                                </a:rPr>
                                <m:t>𝑓𝑜𝑟</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&gt;0</m:t>
                              </m:r>
                            </m:e>
                            <m:e>
                              <m:r>
                                <a:rPr lang="en-IN" b="0" i="1" smtClean="0">
                                  <a:latin typeface="Cambria Math" panose="02040503050406030204" pitchFamily="18" charset="0"/>
                                </a:rPr>
                                <m:t>0                                </m:t>
                              </m:r>
                              <m:r>
                                <a:rPr lang="en-IN" b="0" i="1" smtClean="0">
                                  <a:latin typeface="Cambria Math" panose="02040503050406030204" pitchFamily="18" charset="0"/>
                                </a:rPr>
                                <m:t>𝑜𝑡h𝑒𝑟𝑤𝑖𝑠𝑒</m:t>
                              </m:r>
                            </m:e>
                          </m:eqArr>
                        </m:e>
                      </m:d>
                    </m:oMath>
                  </m:oMathPara>
                </a14:m>
                <a:endParaRPr lang="en-IN" dirty="0"/>
              </a:p>
            </p:txBody>
          </p:sp>
        </mc:Choice>
        <mc:Fallback xmlns="">
          <p:sp>
            <p:nvSpPr>
              <p:cNvPr id="7" name="TextBox 6">
                <a:extLst>
                  <a:ext uri="{FF2B5EF4-FFF2-40B4-BE49-F238E27FC236}">
                    <a16:creationId xmlns:a16="http://schemas.microsoft.com/office/drawing/2014/main" id="{69EC6629-C8D8-4C63-9F17-E41BCF7FC8CA}"/>
                  </a:ext>
                </a:extLst>
              </p:cNvPr>
              <p:cNvSpPr txBox="1">
                <a:spLocks noRot="1" noChangeAspect="1" noMove="1" noResize="1" noEditPoints="1" noAdjustHandles="1" noChangeArrowheads="1" noChangeShapeType="1" noTextEdit="1"/>
              </p:cNvSpPr>
              <p:nvPr/>
            </p:nvSpPr>
            <p:spPr>
              <a:xfrm>
                <a:off x="533400" y="3702304"/>
                <a:ext cx="4335802" cy="107869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7162" y="1420584"/>
                <a:ext cx="3341838"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IN" sz="2000"/>
                        <m:t>If</m:t>
                      </m:r>
                      <m:r>
                        <m:rPr>
                          <m:nor/>
                        </m:rPr>
                        <a:rPr lang="en-IN" sz="2000"/>
                        <m:t> </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0">
                              <a:latin typeface="Cambria Math" panose="02040503050406030204" pitchFamily="18" charset="0"/>
                            </a:rPr>
                            <m:t>1</m:t>
                          </m:r>
                        </m:sub>
                      </m:sSub>
                      <m:r>
                        <a:rPr lang="en-IN" sz="2000" i="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0">
                              <a:latin typeface="Cambria Math" panose="02040503050406030204" pitchFamily="18" charset="0"/>
                            </a:rPr>
                            <m:t>2</m:t>
                          </m:r>
                        </m:sub>
                      </m:sSub>
                      <m:r>
                        <a:rPr lang="en-IN" sz="2000" i="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𝑘</m:t>
                          </m:r>
                        </m:sub>
                      </m:sSub>
                      <m:r>
                        <m:rPr>
                          <m:nor/>
                        </m:rPr>
                        <a:rPr lang="en-IN" sz="2000" i="1">
                          <a:latin typeface="Cambria Math" panose="02040503050406030204" pitchFamily="18" charset="0"/>
                        </a:rPr>
                        <m:t> </m:t>
                      </m:r>
                      <m:r>
                        <m:rPr>
                          <m:nor/>
                        </m:rPr>
                        <a:rPr lang="en-IN" sz="2000" i="1">
                          <a:latin typeface="Cambria Math" panose="02040503050406030204" pitchFamily="18" charset="0"/>
                        </a:rPr>
                        <m:t>are</m:t>
                      </m:r>
                      <m:r>
                        <m:rPr>
                          <m:nor/>
                        </m:rPr>
                        <a:rPr lang="en-IN" sz="2000" i="1">
                          <a:latin typeface="Cambria Math" panose="02040503050406030204" pitchFamily="18" charset="0"/>
                        </a:rPr>
                        <m:t> </m:t>
                      </m:r>
                      <m:r>
                        <a:rPr lang="en-IN" sz="2000" i="1">
                          <a:latin typeface="Cambria Math" panose="02040503050406030204" pitchFamily="18" charset="0"/>
                        </a:rPr>
                        <m:t>𝑁</m:t>
                      </m:r>
                      <m:r>
                        <a:rPr lang="en-IN" sz="2000" i="0">
                          <a:latin typeface="Cambria Math" panose="02040503050406030204" pitchFamily="18" charset="0"/>
                        </a:rPr>
                        <m:t>(0,1)</m:t>
                      </m:r>
                      <m:r>
                        <m:rPr>
                          <m:nor/>
                        </m:rPr>
                        <a:rPr lang="en-IN" sz="2000" i="1">
                          <a:latin typeface="Cambria Math" panose="02040503050406030204" pitchFamily="18" charset="0"/>
                        </a:rPr>
                        <m:t> </m:t>
                      </m:r>
                    </m:oMath>
                  </m:oMathPara>
                </a14:m>
                <a:endParaRPr lang="en-IN" sz="2000" dirty="0"/>
              </a:p>
            </p:txBody>
          </p:sp>
        </mc:Choice>
        <mc:Fallback xmlns="">
          <p:sp>
            <p:nvSpPr>
              <p:cNvPr id="8" name="Rectangle 7"/>
              <p:cNvSpPr>
                <a:spLocks noRot="1" noChangeAspect="1" noMove="1" noResize="1" noEditPoints="1" noAdjustHandles="1" noChangeArrowheads="1" noChangeShapeType="1" noTextEdit="1"/>
              </p:cNvSpPr>
              <p:nvPr/>
            </p:nvSpPr>
            <p:spPr>
              <a:xfrm>
                <a:off x="87162" y="1420584"/>
                <a:ext cx="3341838" cy="400110"/>
              </a:xfrm>
              <a:prstGeom prst="rect">
                <a:avLst/>
              </a:prstGeom>
              <a:blipFill>
                <a:blip r:embed="rId3"/>
                <a:stretch>
                  <a:fillRect b="-151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3412868" y="1428748"/>
                <a:ext cx="2725426" cy="380297"/>
              </a:xfrm>
              <a:prstGeom prst="rect">
                <a:avLst/>
              </a:prstGeom>
            </p:spPr>
            <p:txBody>
              <a:bodyPr wrap="none">
                <a:spAutoFit/>
              </a:bodyPr>
              <a:lstStyle/>
              <a:p>
                <a:r>
                  <a:rPr lang="en-IN" dirty="0"/>
                  <a:t>and y </a:t>
                </a:r>
                <a14:m>
                  <m:oMath xmlns:m="http://schemas.openxmlformats.org/officeDocument/2006/math">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a:latin typeface="Cambria Math" panose="02040503050406030204" pitchFamily="18" charset="0"/>
                          </a:rPr>
                          <m:t>1</m:t>
                        </m:r>
                      </m:sub>
                      <m:sup>
                        <m:r>
                          <a:rPr lang="en-IN">
                            <a:latin typeface="Cambria Math" panose="02040503050406030204" pitchFamily="18" charset="0"/>
                          </a:rPr>
                          <m:t>2</m:t>
                        </m:r>
                      </m:sup>
                    </m:sSubSup>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a:latin typeface="Cambria Math" panose="02040503050406030204" pitchFamily="18" charset="0"/>
                          </a:rPr>
                          <m:t>2</m:t>
                        </m:r>
                      </m:sub>
                      <m:sup>
                        <m:r>
                          <a:rPr lang="en-IN">
                            <a:latin typeface="Cambria Math" panose="02040503050406030204" pitchFamily="18" charset="0"/>
                          </a:rPr>
                          <m:t>2</m:t>
                        </m:r>
                      </m:sup>
                    </m:sSubSup>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i="1">
                            <a:latin typeface="Cambria Math" panose="02040503050406030204" pitchFamily="18" charset="0"/>
                          </a:rPr>
                          <m:t>𝑘</m:t>
                        </m:r>
                      </m:sub>
                      <m:sup>
                        <m:r>
                          <a:rPr lang="en-IN">
                            <a:latin typeface="Cambria Math" panose="02040503050406030204" pitchFamily="18" charset="0"/>
                          </a:rPr>
                          <m:t>2</m:t>
                        </m:r>
                      </m:sup>
                    </m:sSubSup>
                  </m:oMath>
                </a14:m>
                <a:endParaRPr lang="en-IN" dirty="0"/>
              </a:p>
            </p:txBody>
          </p:sp>
        </mc:Choice>
        <mc:Fallback xmlns="">
          <p:sp>
            <p:nvSpPr>
              <p:cNvPr id="9" name="Rectangle 8"/>
              <p:cNvSpPr>
                <a:spLocks noRot="1" noChangeAspect="1" noMove="1" noResize="1" noEditPoints="1" noAdjustHandles="1" noChangeArrowheads="1" noChangeShapeType="1" noTextEdit="1"/>
              </p:cNvSpPr>
              <p:nvPr/>
            </p:nvSpPr>
            <p:spPr>
              <a:xfrm>
                <a:off x="3412868" y="1428748"/>
                <a:ext cx="2725426" cy="380297"/>
              </a:xfrm>
              <a:prstGeom prst="rect">
                <a:avLst/>
              </a:prstGeom>
              <a:blipFill>
                <a:blip r:embed="rId4"/>
                <a:stretch>
                  <a:fillRect l="-2013" t="-4762" b="-2381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66004" y="1856073"/>
                <a:ext cx="30170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IN" i="1">
                          <a:latin typeface="Cambria Math" panose="02040503050406030204" pitchFamily="18" charset="0"/>
                        </a:rPr>
                        <m:t>then</m:t>
                      </m:r>
                      <m:r>
                        <m:rPr>
                          <m:nor/>
                        </m:rPr>
                        <a:rPr lang="en-IN" i="1">
                          <a:latin typeface="Cambria Math" panose="02040503050406030204" pitchFamily="18" charset="0"/>
                        </a:rPr>
                        <m:t> </m:t>
                      </m:r>
                      <m:r>
                        <m:rPr>
                          <m:nor/>
                        </m:rPr>
                        <a:rPr lang="en-IN" i="1">
                          <a:latin typeface="Cambria Math" panose="02040503050406030204" pitchFamily="18" charset="0"/>
                        </a:rPr>
                        <m:t>y</m:t>
                      </m:r>
                      <m:r>
                        <m:rPr>
                          <m:nor/>
                        </m:rPr>
                        <a:rPr lang="en-IN" i="1">
                          <a:latin typeface="Cambria Math" panose="02040503050406030204" pitchFamily="18" charset="0"/>
                        </a:rPr>
                        <m:t> </m:t>
                      </m:r>
                      <m:r>
                        <m:rPr>
                          <m:nor/>
                        </m:rPr>
                        <a:rPr lang="en-IN" i="1">
                          <a:latin typeface="Cambria Math" panose="02040503050406030204" pitchFamily="18" charset="0"/>
                        </a:rPr>
                        <m:t>follows</m:t>
                      </m:r>
                      <m:r>
                        <m:rPr>
                          <m:nor/>
                        </m:rPr>
                        <a:rPr lang="en-IN" i="1">
                          <a:latin typeface="Cambria Math" panose="02040503050406030204" pitchFamily="18" charset="0"/>
                        </a:rPr>
                        <m:t> </m:t>
                      </m:r>
                      <m:sSup>
                        <m:sSupPr>
                          <m:ctrlPr>
                            <a:rPr lang="en-IN" i="1">
                              <a:latin typeface="Cambria Math" panose="02040503050406030204" pitchFamily="18" charset="0"/>
                            </a:rPr>
                          </m:ctrlPr>
                        </m:sSupPr>
                        <m:e>
                          <m:r>
                            <a:rPr lang="en-IN" i="1">
                              <a:latin typeface="Cambria Math" panose="02040503050406030204" pitchFamily="18" charset="0"/>
                            </a:rPr>
                            <m:t>𝜒</m:t>
                          </m:r>
                        </m:e>
                        <m:sup>
                          <m:r>
                            <a:rPr lang="en-IN">
                              <a:latin typeface="Cambria Math" panose="02040503050406030204" pitchFamily="18" charset="0"/>
                            </a:rPr>
                            <m:t>2</m:t>
                          </m:r>
                        </m:sup>
                      </m:sSup>
                      <m:r>
                        <m:rPr>
                          <m:nor/>
                        </m:rPr>
                        <a:rPr lang="en-IN" i="1">
                          <a:latin typeface="Cambria Math" panose="02040503050406030204" pitchFamily="18" charset="0"/>
                        </a:rPr>
                        <m:t> </m:t>
                      </m:r>
                      <m:r>
                        <m:rPr>
                          <m:nor/>
                        </m:rPr>
                        <a:rPr lang="en-IN" i="1">
                          <a:latin typeface="Cambria Math" panose="02040503050406030204" pitchFamily="18" charset="0"/>
                        </a:rPr>
                        <m:t>with</m:t>
                      </m:r>
                      <m:r>
                        <m:rPr>
                          <m:nor/>
                        </m:rPr>
                        <a:rPr lang="en-IN" i="1">
                          <a:latin typeface="Cambria Math" panose="02040503050406030204" pitchFamily="18" charset="0"/>
                        </a:rPr>
                        <m:t> </m:t>
                      </m:r>
                      <m:r>
                        <m:rPr>
                          <m:nor/>
                        </m:rPr>
                        <a:rPr lang="en-IN" i="1">
                          <a:latin typeface="Cambria Math" panose="02040503050406030204" pitchFamily="18" charset="0"/>
                        </a:rPr>
                        <m:t>k</m:t>
                      </m:r>
                      <m:r>
                        <m:rPr>
                          <m:nor/>
                        </m:rPr>
                        <a:rPr lang="en-IN" i="1">
                          <a:latin typeface="Cambria Math" panose="02040503050406030204" pitchFamily="18" charset="0"/>
                        </a:rPr>
                        <m:t> </m:t>
                      </m:r>
                      <m:r>
                        <m:rPr>
                          <m:nor/>
                        </m:rPr>
                        <a:rPr lang="en-IN" i="1">
                          <a:latin typeface="Cambria Math" panose="02040503050406030204" pitchFamily="18" charset="0"/>
                        </a:rPr>
                        <m:t>dof</m:t>
                      </m:r>
                      <m:r>
                        <m:rPr>
                          <m:nor/>
                        </m:rPr>
                        <a:rPr lang="en-IN" i="1">
                          <a:latin typeface="Cambria Math" panose="02040503050406030204" pitchFamily="18" charset="0"/>
                        </a:rPr>
                        <m:t>.</m:t>
                      </m:r>
                    </m:oMath>
                  </m:oMathPara>
                </a14:m>
                <a:endParaRPr lang="en-IN" dirty="0"/>
              </a:p>
            </p:txBody>
          </p:sp>
        </mc:Choice>
        <mc:Fallback xmlns="">
          <p:sp>
            <p:nvSpPr>
              <p:cNvPr id="10" name="Rectangle 9"/>
              <p:cNvSpPr>
                <a:spLocks noRot="1" noChangeAspect="1" noMove="1" noResize="1" noEditPoints="1" noAdjustHandles="1" noChangeArrowheads="1" noChangeShapeType="1" noTextEdit="1"/>
              </p:cNvSpPr>
              <p:nvPr/>
            </p:nvSpPr>
            <p:spPr>
              <a:xfrm>
                <a:off x="366004" y="1856073"/>
                <a:ext cx="3017044" cy="369332"/>
              </a:xfrm>
              <a:prstGeom prst="rect">
                <a:avLst/>
              </a:prstGeom>
              <a:blipFill>
                <a:blip r:embed="rId5"/>
                <a:stretch>
                  <a:fillRect b="-6557"/>
                </a:stretch>
              </a:blipFill>
            </p:spPr>
            <p:txBody>
              <a:bodyPr/>
              <a:lstStyle/>
              <a:p>
                <a:r>
                  <a:rPr lang="en-IN">
                    <a:noFill/>
                  </a:rPr>
                  <a:t> </a:t>
                </a:r>
              </a:p>
            </p:txBody>
          </p:sp>
        </mc:Fallback>
      </mc:AlternateContent>
      <p:pic>
        <p:nvPicPr>
          <p:cNvPr id="11" name="Picture 10"/>
          <p:cNvPicPr>
            <a:picLocks noChangeAspect="1"/>
          </p:cNvPicPr>
          <p:nvPr/>
        </p:nvPicPr>
        <p:blipFill>
          <a:blip r:embed="rId6"/>
          <a:stretch>
            <a:fillRect/>
          </a:stretch>
        </p:blipFill>
        <p:spPr>
          <a:xfrm>
            <a:off x="6708754" y="1147511"/>
            <a:ext cx="5110656" cy="2545268"/>
          </a:xfrm>
          <a:prstGeom prst="rect">
            <a:avLst/>
          </a:prstGeom>
        </p:spPr>
      </p:pic>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2BE32DCD-CF60-71CB-44DD-4EC63CD4A09F}"/>
                  </a:ext>
                </a:extLst>
              </p14:cNvPr>
              <p14:cNvContentPartPr/>
              <p14:nvPr/>
            </p14:nvContentPartPr>
            <p14:xfrm>
              <a:off x="3730435" y="180910"/>
              <a:ext cx="1016280" cy="711000"/>
            </p14:xfrm>
          </p:contentPart>
        </mc:Choice>
        <mc:Fallback>
          <p:pic>
            <p:nvPicPr>
              <p:cNvPr id="3" name="Ink 2">
                <a:extLst>
                  <a:ext uri="{FF2B5EF4-FFF2-40B4-BE49-F238E27FC236}">
                    <a16:creationId xmlns:a16="http://schemas.microsoft.com/office/drawing/2014/main" id="{2BE32DCD-CF60-71CB-44DD-4EC63CD4A09F}"/>
                  </a:ext>
                </a:extLst>
              </p:cNvPr>
              <p:cNvPicPr/>
              <p:nvPr/>
            </p:nvPicPr>
            <p:blipFill>
              <a:blip r:embed="rId8"/>
              <a:stretch>
                <a:fillRect/>
              </a:stretch>
            </p:blipFill>
            <p:spPr>
              <a:xfrm>
                <a:off x="3724315" y="174790"/>
                <a:ext cx="1028520" cy="723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693EEE9B-459F-E361-FD67-994E966DF4C5}"/>
                  </a:ext>
                </a:extLst>
              </p14:cNvPr>
              <p14:cNvContentPartPr/>
              <p14:nvPr/>
            </p14:nvContentPartPr>
            <p14:xfrm>
              <a:off x="445075" y="1835470"/>
              <a:ext cx="2610000" cy="76320"/>
            </p14:xfrm>
          </p:contentPart>
        </mc:Choice>
        <mc:Fallback>
          <p:pic>
            <p:nvPicPr>
              <p:cNvPr id="4" name="Ink 3">
                <a:extLst>
                  <a:ext uri="{FF2B5EF4-FFF2-40B4-BE49-F238E27FC236}">
                    <a16:creationId xmlns:a16="http://schemas.microsoft.com/office/drawing/2014/main" id="{693EEE9B-459F-E361-FD67-994E966DF4C5}"/>
                  </a:ext>
                </a:extLst>
              </p:cNvPr>
              <p:cNvPicPr/>
              <p:nvPr/>
            </p:nvPicPr>
            <p:blipFill>
              <a:blip r:embed="rId10"/>
              <a:stretch>
                <a:fillRect/>
              </a:stretch>
            </p:blipFill>
            <p:spPr>
              <a:xfrm>
                <a:off x="438955" y="1829350"/>
                <a:ext cx="262224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B8FA0BBC-93EA-A1FB-9AF5-6ADDFE5ADFDE}"/>
                  </a:ext>
                </a:extLst>
              </p14:cNvPr>
              <p14:cNvContentPartPr/>
              <p14:nvPr/>
            </p14:nvContentPartPr>
            <p14:xfrm>
              <a:off x="4207435" y="1834750"/>
              <a:ext cx="2035440" cy="46080"/>
            </p14:xfrm>
          </p:contentPart>
        </mc:Choice>
        <mc:Fallback>
          <p:pic>
            <p:nvPicPr>
              <p:cNvPr id="14" name="Ink 13">
                <a:extLst>
                  <a:ext uri="{FF2B5EF4-FFF2-40B4-BE49-F238E27FC236}">
                    <a16:creationId xmlns:a16="http://schemas.microsoft.com/office/drawing/2014/main" id="{B8FA0BBC-93EA-A1FB-9AF5-6ADDFE5ADFDE}"/>
                  </a:ext>
                </a:extLst>
              </p:cNvPr>
              <p:cNvPicPr/>
              <p:nvPr/>
            </p:nvPicPr>
            <p:blipFill>
              <a:blip r:embed="rId12"/>
              <a:stretch>
                <a:fillRect/>
              </a:stretch>
            </p:blipFill>
            <p:spPr>
              <a:xfrm>
                <a:off x="4201315" y="1828630"/>
                <a:ext cx="20476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33B2810E-050F-6E1F-B9F6-95BB279B320A}"/>
                  </a:ext>
                </a:extLst>
              </p14:cNvPr>
              <p14:cNvContentPartPr/>
              <p14:nvPr/>
            </p14:nvContentPartPr>
            <p14:xfrm>
              <a:off x="3758875" y="1464670"/>
              <a:ext cx="341280" cy="403920"/>
            </p14:xfrm>
          </p:contentPart>
        </mc:Choice>
        <mc:Fallback>
          <p:pic>
            <p:nvPicPr>
              <p:cNvPr id="15" name="Ink 14">
                <a:extLst>
                  <a:ext uri="{FF2B5EF4-FFF2-40B4-BE49-F238E27FC236}">
                    <a16:creationId xmlns:a16="http://schemas.microsoft.com/office/drawing/2014/main" id="{33B2810E-050F-6E1F-B9F6-95BB279B320A}"/>
                  </a:ext>
                </a:extLst>
              </p:cNvPr>
              <p:cNvPicPr/>
              <p:nvPr/>
            </p:nvPicPr>
            <p:blipFill>
              <a:blip r:embed="rId14"/>
              <a:stretch>
                <a:fillRect/>
              </a:stretch>
            </p:blipFill>
            <p:spPr>
              <a:xfrm>
                <a:off x="3752755" y="1458550"/>
                <a:ext cx="35352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 name="Ink 16">
                <a:extLst>
                  <a:ext uri="{FF2B5EF4-FFF2-40B4-BE49-F238E27FC236}">
                    <a16:creationId xmlns:a16="http://schemas.microsoft.com/office/drawing/2014/main" id="{F71434B6-A689-2CFA-F4F3-B419A15EC2B7}"/>
                  </a:ext>
                </a:extLst>
              </p14:cNvPr>
              <p14:cNvContentPartPr/>
              <p14:nvPr/>
            </p14:nvContentPartPr>
            <p14:xfrm>
              <a:off x="1701115" y="2240470"/>
              <a:ext cx="1825920" cy="69840"/>
            </p14:xfrm>
          </p:contentPart>
        </mc:Choice>
        <mc:Fallback>
          <p:pic>
            <p:nvPicPr>
              <p:cNvPr id="17" name="Ink 16">
                <a:extLst>
                  <a:ext uri="{FF2B5EF4-FFF2-40B4-BE49-F238E27FC236}">
                    <a16:creationId xmlns:a16="http://schemas.microsoft.com/office/drawing/2014/main" id="{F71434B6-A689-2CFA-F4F3-B419A15EC2B7}"/>
                  </a:ext>
                </a:extLst>
              </p:cNvPr>
              <p:cNvPicPr/>
              <p:nvPr/>
            </p:nvPicPr>
            <p:blipFill>
              <a:blip r:embed="rId16"/>
              <a:stretch>
                <a:fillRect/>
              </a:stretch>
            </p:blipFill>
            <p:spPr>
              <a:xfrm>
                <a:off x="1694995" y="2234350"/>
                <a:ext cx="1838160" cy="82080"/>
              </a:xfrm>
              <a:prstGeom prst="rect">
                <a:avLst/>
              </a:prstGeom>
            </p:spPr>
          </p:pic>
        </mc:Fallback>
      </mc:AlternateContent>
      <p:grpSp>
        <p:nvGrpSpPr>
          <p:cNvPr id="45" name="Group 44">
            <a:extLst>
              <a:ext uri="{FF2B5EF4-FFF2-40B4-BE49-F238E27FC236}">
                <a16:creationId xmlns:a16="http://schemas.microsoft.com/office/drawing/2014/main" id="{706BDE97-8FCC-22CC-9D68-2B19F9AD1036}"/>
              </a:ext>
            </a:extLst>
          </p:cNvPr>
          <p:cNvGrpSpPr/>
          <p:nvPr/>
        </p:nvGrpSpPr>
        <p:grpSpPr>
          <a:xfrm>
            <a:off x="2598955" y="1739710"/>
            <a:ext cx="956880" cy="501480"/>
            <a:chOff x="2598955" y="1739710"/>
            <a:chExt cx="956880" cy="501480"/>
          </a:xfrm>
        </p:grpSpPr>
        <mc:AlternateContent xmlns:mc="http://schemas.openxmlformats.org/markup-compatibility/2006">
          <mc:Choice xmlns:p14="http://schemas.microsoft.com/office/powerpoint/2010/main" Requires="p14">
            <p:contentPart p14:bwMode="auto" r:id="rId17">
              <p14:nvContentPartPr>
                <p14:cNvPr id="5" name="Ink 4">
                  <a:extLst>
                    <a:ext uri="{FF2B5EF4-FFF2-40B4-BE49-F238E27FC236}">
                      <a16:creationId xmlns:a16="http://schemas.microsoft.com/office/drawing/2014/main" id="{555F6C67-1352-187C-462D-F5CE1BB26ABB}"/>
                    </a:ext>
                  </a:extLst>
                </p14:cNvPr>
                <p14:cNvContentPartPr/>
                <p14:nvPr/>
              </p14:nvContentPartPr>
              <p14:xfrm>
                <a:off x="2714155" y="1739710"/>
                <a:ext cx="123480" cy="18000"/>
              </p14:xfrm>
            </p:contentPart>
          </mc:Choice>
          <mc:Fallback>
            <p:pic>
              <p:nvPicPr>
                <p:cNvPr id="5" name="Ink 4">
                  <a:extLst>
                    <a:ext uri="{FF2B5EF4-FFF2-40B4-BE49-F238E27FC236}">
                      <a16:creationId xmlns:a16="http://schemas.microsoft.com/office/drawing/2014/main" id="{555F6C67-1352-187C-462D-F5CE1BB26ABB}"/>
                    </a:ext>
                  </a:extLst>
                </p:cNvPr>
                <p:cNvPicPr/>
                <p:nvPr/>
              </p:nvPicPr>
              <p:blipFill>
                <a:blip r:embed="rId18"/>
                <a:stretch>
                  <a:fillRect/>
                </a:stretch>
              </p:blipFill>
              <p:spPr>
                <a:xfrm>
                  <a:off x="2708035" y="1733590"/>
                  <a:ext cx="1357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D69108E4-70BC-4CA8-A7EB-E6E52C71D6EE}"/>
                    </a:ext>
                  </a:extLst>
                </p14:cNvPr>
                <p14:cNvContentPartPr/>
                <p14:nvPr/>
              </p14:nvContentPartPr>
              <p14:xfrm>
                <a:off x="2939875" y="1760230"/>
                <a:ext cx="175320" cy="37800"/>
              </p14:xfrm>
            </p:contentPart>
          </mc:Choice>
          <mc:Fallback>
            <p:pic>
              <p:nvPicPr>
                <p:cNvPr id="12" name="Ink 11">
                  <a:extLst>
                    <a:ext uri="{FF2B5EF4-FFF2-40B4-BE49-F238E27FC236}">
                      <a16:creationId xmlns:a16="http://schemas.microsoft.com/office/drawing/2014/main" id="{D69108E4-70BC-4CA8-A7EB-E6E52C71D6EE}"/>
                    </a:ext>
                  </a:extLst>
                </p:cNvPr>
                <p:cNvPicPr/>
                <p:nvPr/>
              </p:nvPicPr>
              <p:blipFill>
                <a:blip r:embed="rId20"/>
                <a:stretch>
                  <a:fillRect/>
                </a:stretch>
              </p:blipFill>
              <p:spPr>
                <a:xfrm>
                  <a:off x="2933755" y="1754110"/>
                  <a:ext cx="1875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8" name="Ink 17">
                  <a:extLst>
                    <a:ext uri="{FF2B5EF4-FFF2-40B4-BE49-F238E27FC236}">
                      <a16:creationId xmlns:a16="http://schemas.microsoft.com/office/drawing/2014/main" id="{BBDC45BC-576F-2627-5DEC-C322831A1E40}"/>
                    </a:ext>
                  </a:extLst>
                </p14:cNvPr>
                <p14:cNvContentPartPr/>
                <p14:nvPr/>
              </p14:nvContentPartPr>
              <p14:xfrm>
                <a:off x="2598955" y="1839070"/>
                <a:ext cx="956880" cy="402120"/>
              </p14:xfrm>
            </p:contentPart>
          </mc:Choice>
          <mc:Fallback>
            <p:pic>
              <p:nvPicPr>
                <p:cNvPr id="18" name="Ink 17">
                  <a:extLst>
                    <a:ext uri="{FF2B5EF4-FFF2-40B4-BE49-F238E27FC236}">
                      <a16:creationId xmlns:a16="http://schemas.microsoft.com/office/drawing/2014/main" id="{BBDC45BC-576F-2627-5DEC-C322831A1E40}"/>
                    </a:ext>
                  </a:extLst>
                </p:cNvPr>
                <p:cNvPicPr/>
                <p:nvPr/>
              </p:nvPicPr>
              <p:blipFill>
                <a:blip r:embed="rId22"/>
                <a:stretch>
                  <a:fillRect/>
                </a:stretch>
              </p:blipFill>
              <p:spPr>
                <a:xfrm>
                  <a:off x="2592835" y="1832950"/>
                  <a:ext cx="969120" cy="414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46" name="Ink 45">
                <a:extLst>
                  <a:ext uri="{FF2B5EF4-FFF2-40B4-BE49-F238E27FC236}">
                    <a16:creationId xmlns:a16="http://schemas.microsoft.com/office/drawing/2014/main" id="{E3C8F933-F783-3B77-6144-BCC99C83C281}"/>
                  </a:ext>
                </a:extLst>
              </p14:cNvPr>
              <p14:cNvContentPartPr/>
              <p14:nvPr/>
            </p14:nvContentPartPr>
            <p14:xfrm>
              <a:off x="7267795" y="3766510"/>
              <a:ext cx="5400" cy="4680"/>
            </p14:xfrm>
          </p:contentPart>
        </mc:Choice>
        <mc:Fallback>
          <p:pic>
            <p:nvPicPr>
              <p:cNvPr id="46" name="Ink 45">
                <a:extLst>
                  <a:ext uri="{FF2B5EF4-FFF2-40B4-BE49-F238E27FC236}">
                    <a16:creationId xmlns:a16="http://schemas.microsoft.com/office/drawing/2014/main" id="{E3C8F933-F783-3B77-6144-BCC99C83C281}"/>
                  </a:ext>
                </a:extLst>
              </p:cNvPr>
              <p:cNvPicPr/>
              <p:nvPr/>
            </p:nvPicPr>
            <p:blipFill>
              <a:blip r:embed="rId24"/>
              <a:stretch>
                <a:fillRect/>
              </a:stretch>
            </p:blipFill>
            <p:spPr>
              <a:xfrm>
                <a:off x="7261675" y="3760390"/>
                <a:ext cx="176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50" name="Ink 49">
                <a:extLst>
                  <a:ext uri="{FF2B5EF4-FFF2-40B4-BE49-F238E27FC236}">
                    <a16:creationId xmlns:a16="http://schemas.microsoft.com/office/drawing/2014/main" id="{7A71E8EB-9A39-B09B-D730-E3C3A0476BCB}"/>
                  </a:ext>
                </a:extLst>
              </p14:cNvPr>
              <p14:cNvContentPartPr/>
              <p14:nvPr/>
            </p14:nvContentPartPr>
            <p14:xfrm>
              <a:off x="10738555" y="1372870"/>
              <a:ext cx="976320" cy="324360"/>
            </p14:xfrm>
          </p:contentPart>
        </mc:Choice>
        <mc:Fallback>
          <p:pic>
            <p:nvPicPr>
              <p:cNvPr id="50" name="Ink 49">
                <a:extLst>
                  <a:ext uri="{FF2B5EF4-FFF2-40B4-BE49-F238E27FC236}">
                    <a16:creationId xmlns:a16="http://schemas.microsoft.com/office/drawing/2014/main" id="{7A71E8EB-9A39-B09B-D730-E3C3A0476BCB}"/>
                  </a:ext>
                </a:extLst>
              </p:cNvPr>
              <p:cNvPicPr/>
              <p:nvPr/>
            </p:nvPicPr>
            <p:blipFill>
              <a:blip r:embed="rId26"/>
              <a:stretch>
                <a:fillRect/>
              </a:stretch>
            </p:blipFill>
            <p:spPr>
              <a:xfrm>
                <a:off x="10732435" y="1366750"/>
                <a:ext cx="98856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1" name="Ink 50">
                <a:extLst>
                  <a:ext uri="{FF2B5EF4-FFF2-40B4-BE49-F238E27FC236}">
                    <a16:creationId xmlns:a16="http://schemas.microsoft.com/office/drawing/2014/main" id="{08EC1722-5661-E577-3587-C29C449488E1}"/>
                  </a:ext>
                </a:extLst>
              </p14:cNvPr>
              <p14:cNvContentPartPr/>
              <p14:nvPr/>
            </p14:nvContentPartPr>
            <p14:xfrm>
              <a:off x="457675" y="3550150"/>
              <a:ext cx="3116160" cy="1355400"/>
            </p14:xfrm>
          </p:contentPart>
        </mc:Choice>
        <mc:Fallback>
          <p:pic>
            <p:nvPicPr>
              <p:cNvPr id="51" name="Ink 50">
                <a:extLst>
                  <a:ext uri="{FF2B5EF4-FFF2-40B4-BE49-F238E27FC236}">
                    <a16:creationId xmlns:a16="http://schemas.microsoft.com/office/drawing/2014/main" id="{08EC1722-5661-E577-3587-C29C449488E1}"/>
                  </a:ext>
                </a:extLst>
              </p:cNvPr>
              <p:cNvPicPr/>
              <p:nvPr/>
            </p:nvPicPr>
            <p:blipFill>
              <a:blip r:embed="rId28"/>
              <a:stretch>
                <a:fillRect/>
              </a:stretch>
            </p:blipFill>
            <p:spPr>
              <a:xfrm>
                <a:off x="451555" y="3544030"/>
                <a:ext cx="3128400" cy="13676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52" name="Ink 51">
                <a:extLst>
                  <a:ext uri="{FF2B5EF4-FFF2-40B4-BE49-F238E27FC236}">
                    <a16:creationId xmlns:a16="http://schemas.microsoft.com/office/drawing/2014/main" id="{C0C5CBCE-C0B9-EC51-0A63-AE6904250984}"/>
                  </a:ext>
                </a:extLst>
              </p14:cNvPr>
              <p14:cNvContentPartPr/>
              <p14:nvPr/>
            </p14:nvContentPartPr>
            <p14:xfrm>
              <a:off x="443275" y="5384350"/>
              <a:ext cx="9549000" cy="162720"/>
            </p14:xfrm>
          </p:contentPart>
        </mc:Choice>
        <mc:Fallback>
          <p:pic>
            <p:nvPicPr>
              <p:cNvPr id="52" name="Ink 51">
                <a:extLst>
                  <a:ext uri="{FF2B5EF4-FFF2-40B4-BE49-F238E27FC236}">
                    <a16:creationId xmlns:a16="http://schemas.microsoft.com/office/drawing/2014/main" id="{C0C5CBCE-C0B9-EC51-0A63-AE6904250984}"/>
                  </a:ext>
                </a:extLst>
              </p:cNvPr>
              <p:cNvPicPr/>
              <p:nvPr/>
            </p:nvPicPr>
            <p:blipFill>
              <a:blip r:embed="rId30"/>
              <a:stretch>
                <a:fillRect/>
              </a:stretch>
            </p:blipFill>
            <p:spPr>
              <a:xfrm>
                <a:off x="437155" y="5378230"/>
                <a:ext cx="95612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3" name="Ink 52">
                <a:extLst>
                  <a:ext uri="{FF2B5EF4-FFF2-40B4-BE49-F238E27FC236}">
                    <a16:creationId xmlns:a16="http://schemas.microsoft.com/office/drawing/2014/main" id="{249958D8-4BD6-BAD2-04C0-AECCB924CDAF}"/>
                  </a:ext>
                </a:extLst>
              </p14:cNvPr>
              <p14:cNvContentPartPr/>
              <p14:nvPr/>
            </p14:nvContentPartPr>
            <p14:xfrm>
              <a:off x="694555" y="3998350"/>
              <a:ext cx="58320" cy="18000"/>
            </p14:xfrm>
          </p:contentPart>
        </mc:Choice>
        <mc:Fallback>
          <p:pic>
            <p:nvPicPr>
              <p:cNvPr id="53" name="Ink 52">
                <a:extLst>
                  <a:ext uri="{FF2B5EF4-FFF2-40B4-BE49-F238E27FC236}">
                    <a16:creationId xmlns:a16="http://schemas.microsoft.com/office/drawing/2014/main" id="{249958D8-4BD6-BAD2-04C0-AECCB924CDAF}"/>
                  </a:ext>
                </a:extLst>
              </p:cNvPr>
              <p:cNvPicPr/>
              <p:nvPr/>
            </p:nvPicPr>
            <p:blipFill>
              <a:blip r:embed="rId32"/>
              <a:stretch>
                <a:fillRect/>
              </a:stretch>
            </p:blipFill>
            <p:spPr>
              <a:xfrm>
                <a:off x="688435" y="3992230"/>
                <a:ext cx="70560" cy="30240"/>
              </a:xfrm>
              <a:prstGeom prst="rect">
                <a:avLst/>
              </a:prstGeom>
            </p:spPr>
          </p:pic>
        </mc:Fallback>
      </mc:AlternateContent>
      <p:grpSp>
        <p:nvGrpSpPr>
          <p:cNvPr id="99" name="Group 98">
            <a:extLst>
              <a:ext uri="{FF2B5EF4-FFF2-40B4-BE49-F238E27FC236}">
                <a16:creationId xmlns:a16="http://schemas.microsoft.com/office/drawing/2014/main" id="{F6B63079-C0D8-4222-89F1-B9E94E25F315}"/>
              </a:ext>
            </a:extLst>
          </p:cNvPr>
          <p:cNvGrpSpPr/>
          <p:nvPr/>
        </p:nvGrpSpPr>
        <p:grpSpPr>
          <a:xfrm>
            <a:off x="2007835" y="2505790"/>
            <a:ext cx="9882360" cy="4090320"/>
            <a:chOff x="2007835" y="2505790"/>
            <a:chExt cx="9882360" cy="4090320"/>
          </a:xfrm>
        </p:grpSpPr>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8A8DAE50-523F-9543-6A97-01EF0127F9EC}"/>
                    </a:ext>
                  </a:extLst>
                </p14:cNvPr>
                <p14:cNvContentPartPr/>
                <p14:nvPr/>
              </p14:nvContentPartPr>
              <p14:xfrm>
                <a:off x="2985235" y="2505790"/>
                <a:ext cx="52200" cy="447840"/>
              </p14:xfrm>
            </p:contentPart>
          </mc:Choice>
          <mc:Fallback>
            <p:pic>
              <p:nvPicPr>
                <p:cNvPr id="19" name="Ink 18">
                  <a:extLst>
                    <a:ext uri="{FF2B5EF4-FFF2-40B4-BE49-F238E27FC236}">
                      <a16:creationId xmlns:a16="http://schemas.microsoft.com/office/drawing/2014/main" id="{8A8DAE50-523F-9543-6A97-01EF0127F9EC}"/>
                    </a:ext>
                  </a:extLst>
                </p:cNvPr>
                <p:cNvPicPr/>
                <p:nvPr/>
              </p:nvPicPr>
              <p:blipFill>
                <a:blip r:embed="rId34"/>
                <a:stretch>
                  <a:fillRect/>
                </a:stretch>
              </p:blipFill>
              <p:spPr>
                <a:xfrm>
                  <a:off x="2979115" y="2499670"/>
                  <a:ext cx="64440" cy="4600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Ink 19">
                  <a:extLst>
                    <a:ext uri="{FF2B5EF4-FFF2-40B4-BE49-F238E27FC236}">
                      <a16:creationId xmlns:a16="http://schemas.microsoft.com/office/drawing/2014/main" id="{2DF7BC52-D9BB-104B-2641-BE3659CCFE58}"/>
                    </a:ext>
                  </a:extLst>
                </p14:cNvPr>
                <p14:cNvContentPartPr/>
                <p14:nvPr/>
              </p14:nvContentPartPr>
              <p14:xfrm>
                <a:off x="2995315" y="2632150"/>
                <a:ext cx="280080" cy="225720"/>
              </p14:xfrm>
            </p:contentPart>
          </mc:Choice>
          <mc:Fallback>
            <p:pic>
              <p:nvPicPr>
                <p:cNvPr id="20" name="Ink 19">
                  <a:extLst>
                    <a:ext uri="{FF2B5EF4-FFF2-40B4-BE49-F238E27FC236}">
                      <a16:creationId xmlns:a16="http://schemas.microsoft.com/office/drawing/2014/main" id="{2DF7BC52-D9BB-104B-2641-BE3659CCFE58}"/>
                    </a:ext>
                  </a:extLst>
                </p:cNvPr>
                <p:cNvPicPr/>
                <p:nvPr/>
              </p:nvPicPr>
              <p:blipFill>
                <a:blip r:embed="rId36"/>
                <a:stretch>
                  <a:fillRect/>
                </a:stretch>
              </p:blipFill>
              <p:spPr>
                <a:xfrm>
                  <a:off x="2989195" y="2626030"/>
                  <a:ext cx="2923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1" name="Ink 20">
                  <a:extLst>
                    <a:ext uri="{FF2B5EF4-FFF2-40B4-BE49-F238E27FC236}">
                      <a16:creationId xmlns:a16="http://schemas.microsoft.com/office/drawing/2014/main" id="{2D3292F7-C40B-0ADC-51BE-326E54354446}"/>
                    </a:ext>
                  </a:extLst>
                </p14:cNvPr>
                <p14:cNvContentPartPr/>
                <p14:nvPr/>
              </p14:nvContentPartPr>
              <p14:xfrm>
                <a:off x="3439915" y="2532790"/>
                <a:ext cx="147240" cy="360360"/>
              </p14:xfrm>
            </p:contentPart>
          </mc:Choice>
          <mc:Fallback>
            <p:pic>
              <p:nvPicPr>
                <p:cNvPr id="21" name="Ink 20">
                  <a:extLst>
                    <a:ext uri="{FF2B5EF4-FFF2-40B4-BE49-F238E27FC236}">
                      <a16:creationId xmlns:a16="http://schemas.microsoft.com/office/drawing/2014/main" id="{2D3292F7-C40B-0ADC-51BE-326E54354446}"/>
                    </a:ext>
                  </a:extLst>
                </p:cNvPr>
                <p:cNvPicPr/>
                <p:nvPr/>
              </p:nvPicPr>
              <p:blipFill>
                <a:blip r:embed="rId38"/>
                <a:stretch>
                  <a:fillRect/>
                </a:stretch>
              </p:blipFill>
              <p:spPr>
                <a:xfrm>
                  <a:off x="3433795" y="2526670"/>
                  <a:ext cx="15948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2" name="Ink 21">
                  <a:extLst>
                    <a:ext uri="{FF2B5EF4-FFF2-40B4-BE49-F238E27FC236}">
                      <a16:creationId xmlns:a16="http://schemas.microsoft.com/office/drawing/2014/main" id="{3C1C3E44-02CE-F609-2578-9946845883C9}"/>
                    </a:ext>
                  </a:extLst>
                </p14:cNvPr>
                <p14:cNvContentPartPr/>
                <p14:nvPr/>
              </p14:nvContentPartPr>
              <p14:xfrm>
                <a:off x="3629995" y="2833750"/>
                <a:ext cx="163080" cy="46080"/>
              </p14:xfrm>
            </p:contentPart>
          </mc:Choice>
          <mc:Fallback>
            <p:pic>
              <p:nvPicPr>
                <p:cNvPr id="22" name="Ink 21">
                  <a:extLst>
                    <a:ext uri="{FF2B5EF4-FFF2-40B4-BE49-F238E27FC236}">
                      <a16:creationId xmlns:a16="http://schemas.microsoft.com/office/drawing/2014/main" id="{3C1C3E44-02CE-F609-2578-9946845883C9}"/>
                    </a:ext>
                  </a:extLst>
                </p:cNvPr>
                <p:cNvPicPr/>
                <p:nvPr/>
              </p:nvPicPr>
              <p:blipFill>
                <a:blip r:embed="rId40"/>
                <a:stretch>
                  <a:fillRect/>
                </a:stretch>
              </p:blipFill>
              <p:spPr>
                <a:xfrm>
                  <a:off x="3623875" y="2827630"/>
                  <a:ext cx="17532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3" name="Ink 22">
                  <a:extLst>
                    <a:ext uri="{FF2B5EF4-FFF2-40B4-BE49-F238E27FC236}">
                      <a16:creationId xmlns:a16="http://schemas.microsoft.com/office/drawing/2014/main" id="{8EA6D1FC-1502-3D3B-2ED7-FBF5563E4A28}"/>
                    </a:ext>
                  </a:extLst>
                </p14:cNvPr>
                <p14:cNvContentPartPr/>
                <p14:nvPr/>
              </p14:nvContentPartPr>
              <p14:xfrm>
                <a:off x="3928075" y="2523790"/>
                <a:ext cx="152640" cy="487440"/>
              </p14:xfrm>
            </p:contentPart>
          </mc:Choice>
          <mc:Fallback>
            <p:pic>
              <p:nvPicPr>
                <p:cNvPr id="23" name="Ink 22">
                  <a:extLst>
                    <a:ext uri="{FF2B5EF4-FFF2-40B4-BE49-F238E27FC236}">
                      <a16:creationId xmlns:a16="http://schemas.microsoft.com/office/drawing/2014/main" id="{8EA6D1FC-1502-3D3B-2ED7-FBF5563E4A28}"/>
                    </a:ext>
                  </a:extLst>
                </p:cNvPr>
                <p:cNvPicPr/>
                <p:nvPr/>
              </p:nvPicPr>
              <p:blipFill>
                <a:blip r:embed="rId42"/>
                <a:stretch>
                  <a:fillRect/>
                </a:stretch>
              </p:blipFill>
              <p:spPr>
                <a:xfrm>
                  <a:off x="3921955" y="2517670"/>
                  <a:ext cx="164880" cy="499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4" name="Ink 23">
                  <a:extLst>
                    <a:ext uri="{FF2B5EF4-FFF2-40B4-BE49-F238E27FC236}">
                      <a16:creationId xmlns:a16="http://schemas.microsoft.com/office/drawing/2014/main" id="{97401F8B-2ACC-C219-2971-BBC726E9D8B5}"/>
                    </a:ext>
                  </a:extLst>
                </p14:cNvPr>
                <p14:cNvContentPartPr/>
                <p14:nvPr/>
              </p14:nvContentPartPr>
              <p14:xfrm>
                <a:off x="3927355" y="2741590"/>
                <a:ext cx="176400" cy="51120"/>
              </p14:xfrm>
            </p:contentPart>
          </mc:Choice>
          <mc:Fallback>
            <p:pic>
              <p:nvPicPr>
                <p:cNvPr id="24" name="Ink 23">
                  <a:extLst>
                    <a:ext uri="{FF2B5EF4-FFF2-40B4-BE49-F238E27FC236}">
                      <a16:creationId xmlns:a16="http://schemas.microsoft.com/office/drawing/2014/main" id="{97401F8B-2ACC-C219-2971-BBC726E9D8B5}"/>
                    </a:ext>
                  </a:extLst>
                </p:cNvPr>
                <p:cNvPicPr/>
                <p:nvPr/>
              </p:nvPicPr>
              <p:blipFill>
                <a:blip r:embed="rId44"/>
                <a:stretch>
                  <a:fillRect/>
                </a:stretch>
              </p:blipFill>
              <p:spPr>
                <a:xfrm>
                  <a:off x="3921235" y="2735470"/>
                  <a:ext cx="1886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5" name="Ink 24">
                  <a:extLst>
                    <a:ext uri="{FF2B5EF4-FFF2-40B4-BE49-F238E27FC236}">
                      <a16:creationId xmlns:a16="http://schemas.microsoft.com/office/drawing/2014/main" id="{3328A337-674D-E227-BE48-A3C16D5DCFEB}"/>
                    </a:ext>
                  </a:extLst>
                </p14:cNvPr>
                <p14:cNvContentPartPr/>
                <p14:nvPr/>
              </p14:nvContentPartPr>
              <p14:xfrm>
                <a:off x="4355035" y="2692990"/>
                <a:ext cx="354960" cy="187560"/>
              </p14:xfrm>
            </p:contentPart>
          </mc:Choice>
          <mc:Fallback>
            <p:pic>
              <p:nvPicPr>
                <p:cNvPr id="25" name="Ink 24">
                  <a:extLst>
                    <a:ext uri="{FF2B5EF4-FFF2-40B4-BE49-F238E27FC236}">
                      <a16:creationId xmlns:a16="http://schemas.microsoft.com/office/drawing/2014/main" id="{3328A337-674D-E227-BE48-A3C16D5DCFEB}"/>
                    </a:ext>
                  </a:extLst>
                </p:cNvPr>
                <p:cNvPicPr/>
                <p:nvPr/>
              </p:nvPicPr>
              <p:blipFill>
                <a:blip r:embed="rId46"/>
                <a:stretch>
                  <a:fillRect/>
                </a:stretch>
              </p:blipFill>
              <p:spPr>
                <a:xfrm>
                  <a:off x="4348915" y="2686870"/>
                  <a:ext cx="3672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6" name="Ink 25">
                  <a:extLst>
                    <a:ext uri="{FF2B5EF4-FFF2-40B4-BE49-F238E27FC236}">
                      <a16:creationId xmlns:a16="http://schemas.microsoft.com/office/drawing/2014/main" id="{B0208691-A7B3-30F9-CBB7-A9719F96E827}"/>
                    </a:ext>
                  </a:extLst>
                </p14:cNvPr>
                <p14:cNvContentPartPr/>
                <p14:nvPr/>
              </p14:nvContentPartPr>
              <p14:xfrm>
                <a:off x="4777675" y="2744470"/>
                <a:ext cx="131400" cy="99000"/>
              </p14:xfrm>
            </p:contentPart>
          </mc:Choice>
          <mc:Fallback>
            <p:pic>
              <p:nvPicPr>
                <p:cNvPr id="26" name="Ink 25">
                  <a:extLst>
                    <a:ext uri="{FF2B5EF4-FFF2-40B4-BE49-F238E27FC236}">
                      <a16:creationId xmlns:a16="http://schemas.microsoft.com/office/drawing/2014/main" id="{B0208691-A7B3-30F9-CBB7-A9719F96E827}"/>
                    </a:ext>
                  </a:extLst>
                </p:cNvPr>
                <p:cNvPicPr/>
                <p:nvPr/>
              </p:nvPicPr>
              <p:blipFill>
                <a:blip r:embed="rId48"/>
                <a:stretch>
                  <a:fillRect/>
                </a:stretch>
              </p:blipFill>
              <p:spPr>
                <a:xfrm>
                  <a:off x="4771555" y="2738350"/>
                  <a:ext cx="1436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7" name="Ink 26">
                  <a:extLst>
                    <a:ext uri="{FF2B5EF4-FFF2-40B4-BE49-F238E27FC236}">
                      <a16:creationId xmlns:a16="http://schemas.microsoft.com/office/drawing/2014/main" id="{536555AC-6F00-70CC-C4A3-CD3A9E49F02B}"/>
                    </a:ext>
                  </a:extLst>
                </p14:cNvPr>
                <p14:cNvContentPartPr/>
                <p14:nvPr/>
              </p14:nvContentPartPr>
              <p14:xfrm>
                <a:off x="4961635" y="2681830"/>
                <a:ext cx="572760" cy="227880"/>
              </p14:xfrm>
            </p:contentPart>
          </mc:Choice>
          <mc:Fallback>
            <p:pic>
              <p:nvPicPr>
                <p:cNvPr id="27" name="Ink 26">
                  <a:extLst>
                    <a:ext uri="{FF2B5EF4-FFF2-40B4-BE49-F238E27FC236}">
                      <a16:creationId xmlns:a16="http://schemas.microsoft.com/office/drawing/2014/main" id="{536555AC-6F00-70CC-C4A3-CD3A9E49F02B}"/>
                    </a:ext>
                  </a:extLst>
                </p:cNvPr>
                <p:cNvPicPr/>
                <p:nvPr/>
              </p:nvPicPr>
              <p:blipFill>
                <a:blip r:embed="rId50"/>
                <a:stretch>
                  <a:fillRect/>
                </a:stretch>
              </p:blipFill>
              <p:spPr>
                <a:xfrm>
                  <a:off x="4955515" y="2675710"/>
                  <a:ext cx="58500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8" name="Ink 27">
                  <a:extLst>
                    <a:ext uri="{FF2B5EF4-FFF2-40B4-BE49-F238E27FC236}">
                      <a16:creationId xmlns:a16="http://schemas.microsoft.com/office/drawing/2014/main" id="{A5FAD751-AE07-BDF8-06F3-27A3BDBD5E0C}"/>
                    </a:ext>
                  </a:extLst>
                </p14:cNvPr>
                <p14:cNvContentPartPr/>
                <p14:nvPr/>
              </p14:nvContentPartPr>
              <p14:xfrm>
                <a:off x="3964795" y="3128950"/>
                <a:ext cx="32040" cy="326880"/>
              </p14:xfrm>
            </p:contentPart>
          </mc:Choice>
          <mc:Fallback>
            <p:pic>
              <p:nvPicPr>
                <p:cNvPr id="28" name="Ink 27">
                  <a:extLst>
                    <a:ext uri="{FF2B5EF4-FFF2-40B4-BE49-F238E27FC236}">
                      <a16:creationId xmlns:a16="http://schemas.microsoft.com/office/drawing/2014/main" id="{A5FAD751-AE07-BDF8-06F3-27A3BDBD5E0C}"/>
                    </a:ext>
                  </a:extLst>
                </p:cNvPr>
                <p:cNvPicPr/>
                <p:nvPr/>
              </p:nvPicPr>
              <p:blipFill>
                <a:blip r:embed="rId52"/>
                <a:stretch>
                  <a:fillRect/>
                </a:stretch>
              </p:blipFill>
              <p:spPr>
                <a:xfrm>
                  <a:off x="3958675" y="3122830"/>
                  <a:ext cx="4428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9" name="Ink 28">
                  <a:extLst>
                    <a:ext uri="{FF2B5EF4-FFF2-40B4-BE49-F238E27FC236}">
                      <a16:creationId xmlns:a16="http://schemas.microsoft.com/office/drawing/2014/main" id="{3B1BC338-8C11-782D-B574-6A441B522E6F}"/>
                    </a:ext>
                  </a:extLst>
                </p14:cNvPr>
                <p14:cNvContentPartPr/>
                <p14:nvPr/>
              </p14:nvContentPartPr>
              <p14:xfrm>
                <a:off x="4018075" y="3184750"/>
                <a:ext cx="229320" cy="178200"/>
              </p14:xfrm>
            </p:contentPart>
          </mc:Choice>
          <mc:Fallback>
            <p:pic>
              <p:nvPicPr>
                <p:cNvPr id="29" name="Ink 28">
                  <a:extLst>
                    <a:ext uri="{FF2B5EF4-FFF2-40B4-BE49-F238E27FC236}">
                      <a16:creationId xmlns:a16="http://schemas.microsoft.com/office/drawing/2014/main" id="{3B1BC338-8C11-782D-B574-6A441B522E6F}"/>
                    </a:ext>
                  </a:extLst>
                </p:cNvPr>
                <p:cNvPicPr/>
                <p:nvPr/>
              </p:nvPicPr>
              <p:blipFill>
                <a:blip r:embed="rId54"/>
                <a:stretch>
                  <a:fillRect/>
                </a:stretch>
              </p:blipFill>
              <p:spPr>
                <a:xfrm>
                  <a:off x="4011955" y="3178630"/>
                  <a:ext cx="2415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0" name="Ink 29">
                  <a:extLst>
                    <a:ext uri="{FF2B5EF4-FFF2-40B4-BE49-F238E27FC236}">
                      <a16:creationId xmlns:a16="http://schemas.microsoft.com/office/drawing/2014/main" id="{2051B71B-D6EE-66C6-9A35-F9052ADB9414}"/>
                    </a:ext>
                  </a:extLst>
                </p14:cNvPr>
                <p14:cNvContentPartPr/>
                <p14:nvPr/>
              </p14:nvContentPartPr>
              <p14:xfrm>
                <a:off x="4429915" y="2986030"/>
                <a:ext cx="223200" cy="355680"/>
              </p14:xfrm>
            </p:contentPart>
          </mc:Choice>
          <mc:Fallback>
            <p:pic>
              <p:nvPicPr>
                <p:cNvPr id="30" name="Ink 29">
                  <a:extLst>
                    <a:ext uri="{FF2B5EF4-FFF2-40B4-BE49-F238E27FC236}">
                      <a16:creationId xmlns:a16="http://schemas.microsoft.com/office/drawing/2014/main" id="{2051B71B-D6EE-66C6-9A35-F9052ADB9414}"/>
                    </a:ext>
                  </a:extLst>
                </p:cNvPr>
                <p:cNvPicPr/>
                <p:nvPr/>
              </p:nvPicPr>
              <p:blipFill>
                <a:blip r:embed="rId56"/>
                <a:stretch>
                  <a:fillRect/>
                </a:stretch>
              </p:blipFill>
              <p:spPr>
                <a:xfrm>
                  <a:off x="4423795" y="2979910"/>
                  <a:ext cx="235440" cy="3679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1" name="Ink 30">
                  <a:extLst>
                    <a:ext uri="{FF2B5EF4-FFF2-40B4-BE49-F238E27FC236}">
                      <a16:creationId xmlns:a16="http://schemas.microsoft.com/office/drawing/2014/main" id="{E51B78F9-4490-02B9-38F6-039D987DA406}"/>
                    </a:ext>
                  </a:extLst>
                </p14:cNvPr>
                <p14:cNvContentPartPr/>
                <p14:nvPr/>
              </p14:nvContentPartPr>
              <p14:xfrm>
                <a:off x="4669675" y="3157030"/>
                <a:ext cx="179280" cy="142200"/>
              </p14:xfrm>
            </p:contentPart>
          </mc:Choice>
          <mc:Fallback>
            <p:pic>
              <p:nvPicPr>
                <p:cNvPr id="31" name="Ink 30">
                  <a:extLst>
                    <a:ext uri="{FF2B5EF4-FFF2-40B4-BE49-F238E27FC236}">
                      <a16:creationId xmlns:a16="http://schemas.microsoft.com/office/drawing/2014/main" id="{E51B78F9-4490-02B9-38F6-039D987DA406}"/>
                    </a:ext>
                  </a:extLst>
                </p:cNvPr>
                <p:cNvPicPr/>
                <p:nvPr/>
              </p:nvPicPr>
              <p:blipFill>
                <a:blip r:embed="rId58"/>
                <a:stretch>
                  <a:fillRect/>
                </a:stretch>
              </p:blipFill>
              <p:spPr>
                <a:xfrm>
                  <a:off x="4663555" y="3150910"/>
                  <a:ext cx="1915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2" name="Ink 31">
                  <a:extLst>
                    <a:ext uri="{FF2B5EF4-FFF2-40B4-BE49-F238E27FC236}">
                      <a16:creationId xmlns:a16="http://schemas.microsoft.com/office/drawing/2014/main" id="{EE70E88D-FA79-485C-5EB3-D3B8C6F8A187}"/>
                    </a:ext>
                  </a:extLst>
                </p14:cNvPr>
                <p14:cNvContentPartPr/>
                <p14:nvPr/>
              </p14:nvContentPartPr>
              <p14:xfrm>
                <a:off x="4791715" y="3122830"/>
                <a:ext cx="217440" cy="600120"/>
              </p14:xfrm>
            </p:contentPart>
          </mc:Choice>
          <mc:Fallback>
            <p:pic>
              <p:nvPicPr>
                <p:cNvPr id="32" name="Ink 31">
                  <a:extLst>
                    <a:ext uri="{FF2B5EF4-FFF2-40B4-BE49-F238E27FC236}">
                      <a16:creationId xmlns:a16="http://schemas.microsoft.com/office/drawing/2014/main" id="{EE70E88D-FA79-485C-5EB3-D3B8C6F8A187}"/>
                    </a:ext>
                  </a:extLst>
                </p:cNvPr>
                <p:cNvPicPr/>
                <p:nvPr/>
              </p:nvPicPr>
              <p:blipFill>
                <a:blip r:embed="rId60"/>
                <a:stretch>
                  <a:fillRect/>
                </a:stretch>
              </p:blipFill>
              <p:spPr>
                <a:xfrm>
                  <a:off x="4785595" y="3116710"/>
                  <a:ext cx="229680" cy="6123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3" name="Ink 32">
                  <a:extLst>
                    <a:ext uri="{FF2B5EF4-FFF2-40B4-BE49-F238E27FC236}">
                      <a16:creationId xmlns:a16="http://schemas.microsoft.com/office/drawing/2014/main" id="{250CCC48-2CF8-377E-2DDE-5CA37F8E6F9D}"/>
                    </a:ext>
                  </a:extLst>
                </p14:cNvPr>
                <p14:cNvContentPartPr/>
                <p14:nvPr/>
              </p14:nvContentPartPr>
              <p14:xfrm>
                <a:off x="5018155" y="3154510"/>
                <a:ext cx="199080" cy="100800"/>
              </p14:xfrm>
            </p:contentPart>
          </mc:Choice>
          <mc:Fallback>
            <p:pic>
              <p:nvPicPr>
                <p:cNvPr id="33" name="Ink 32">
                  <a:extLst>
                    <a:ext uri="{FF2B5EF4-FFF2-40B4-BE49-F238E27FC236}">
                      <a16:creationId xmlns:a16="http://schemas.microsoft.com/office/drawing/2014/main" id="{250CCC48-2CF8-377E-2DDE-5CA37F8E6F9D}"/>
                    </a:ext>
                  </a:extLst>
                </p:cNvPr>
                <p:cNvPicPr/>
                <p:nvPr/>
              </p:nvPicPr>
              <p:blipFill>
                <a:blip r:embed="rId62"/>
                <a:stretch>
                  <a:fillRect/>
                </a:stretch>
              </p:blipFill>
              <p:spPr>
                <a:xfrm>
                  <a:off x="5012035" y="3148390"/>
                  <a:ext cx="2113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4" name="Ink 33">
                  <a:extLst>
                    <a:ext uri="{FF2B5EF4-FFF2-40B4-BE49-F238E27FC236}">
                      <a16:creationId xmlns:a16="http://schemas.microsoft.com/office/drawing/2014/main" id="{58091F03-8140-9B5F-ED3F-37EA5C5307B2}"/>
                    </a:ext>
                  </a:extLst>
                </p14:cNvPr>
                <p14:cNvContentPartPr/>
                <p14:nvPr/>
              </p14:nvContentPartPr>
              <p14:xfrm>
                <a:off x="5195275" y="3151630"/>
                <a:ext cx="127800" cy="90360"/>
              </p14:xfrm>
            </p:contentPart>
          </mc:Choice>
          <mc:Fallback>
            <p:pic>
              <p:nvPicPr>
                <p:cNvPr id="34" name="Ink 33">
                  <a:extLst>
                    <a:ext uri="{FF2B5EF4-FFF2-40B4-BE49-F238E27FC236}">
                      <a16:creationId xmlns:a16="http://schemas.microsoft.com/office/drawing/2014/main" id="{58091F03-8140-9B5F-ED3F-37EA5C5307B2}"/>
                    </a:ext>
                  </a:extLst>
                </p:cNvPr>
                <p:cNvPicPr/>
                <p:nvPr/>
              </p:nvPicPr>
              <p:blipFill>
                <a:blip r:embed="rId64"/>
                <a:stretch>
                  <a:fillRect/>
                </a:stretch>
              </p:blipFill>
              <p:spPr>
                <a:xfrm>
                  <a:off x="5189155" y="3145510"/>
                  <a:ext cx="14004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5" name="Ink 34">
                  <a:extLst>
                    <a:ext uri="{FF2B5EF4-FFF2-40B4-BE49-F238E27FC236}">
                      <a16:creationId xmlns:a16="http://schemas.microsoft.com/office/drawing/2014/main" id="{D61DA627-25FB-5331-C830-795EEF4EFAE9}"/>
                    </a:ext>
                  </a:extLst>
                </p14:cNvPr>
                <p14:cNvContentPartPr/>
                <p14:nvPr/>
              </p14:nvContentPartPr>
              <p14:xfrm>
                <a:off x="5340355" y="3115270"/>
                <a:ext cx="101880" cy="122760"/>
              </p14:xfrm>
            </p:contentPart>
          </mc:Choice>
          <mc:Fallback>
            <p:pic>
              <p:nvPicPr>
                <p:cNvPr id="35" name="Ink 34">
                  <a:extLst>
                    <a:ext uri="{FF2B5EF4-FFF2-40B4-BE49-F238E27FC236}">
                      <a16:creationId xmlns:a16="http://schemas.microsoft.com/office/drawing/2014/main" id="{D61DA627-25FB-5331-C830-795EEF4EFAE9}"/>
                    </a:ext>
                  </a:extLst>
                </p:cNvPr>
                <p:cNvPicPr/>
                <p:nvPr/>
              </p:nvPicPr>
              <p:blipFill>
                <a:blip r:embed="rId66"/>
                <a:stretch>
                  <a:fillRect/>
                </a:stretch>
              </p:blipFill>
              <p:spPr>
                <a:xfrm>
                  <a:off x="5334235" y="3109150"/>
                  <a:ext cx="1141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36" name="Ink 35">
                  <a:extLst>
                    <a:ext uri="{FF2B5EF4-FFF2-40B4-BE49-F238E27FC236}">
                      <a16:creationId xmlns:a16="http://schemas.microsoft.com/office/drawing/2014/main" id="{9EA0DA8D-C6F9-E945-0F9F-CF984EA762CF}"/>
                    </a:ext>
                  </a:extLst>
                </p14:cNvPr>
                <p14:cNvContentPartPr/>
                <p14:nvPr/>
              </p14:nvContentPartPr>
              <p14:xfrm>
                <a:off x="5514955" y="3132910"/>
                <a:ext cx="106200" cy="153720"/>
              </p14:xfrm>
            </p:contentPart>
          </mc:Choice>
          <mc:Fallback>
            <p:pic>
              <p:nvPicPr>
                <p:cNvPr id="36" name="Ink 35">
                  <a:extLst>
                    <a:ext uri="{FF2B5EF4-FFF2-40B4-BE49-F238E27FC236}">
                      <a16:creationId xmlns:a16="http://schemas.microsoft.com/office/drawing/2014/main" id="{9EA0DA8D-C6F9-E945-0F9F-CF984EA762CF}"/>
                    </a:ext>
                  </a:extLst>
                </p:cNvPr>
                <p:cNvPicPr/>
                <p:nvPr/>
              </p:nvPicPr>
              <p:blipFill>
                <a:blip r:embed="rId68"/>
                <a:stretch>
                  <a:fillRect/>
                </a:stretch>
              </p:blipFill>
              <p:spPr>
                <a:xfrm>
                  <a:off x="5508835" y="3126790"/>
                  <a:ext cx="1184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37" name="Ink 36">
                  <a:extLst>
                    <a:ext uri="{FF2B5EF4-FFF2-40B4-BE49-F238E27FC236}">
                      <a16:creationId xmlns:a16="http://schemas.microsoft.com/office/drawing/2014/main" id="{0E433702-F292-AD51-D5C0-5F1AB05104BC}"/>
                    </a:ext>
                  </a:extLst>
                </p14:cNvPr>
                <p14:cNvContentPartPr/>
                <p14:nvPr/>
              </p14:nvContentPartPr>
              <p14:xfrm>
                <a:off x="5804035" y="2984590"/>
                <a:ext cx="175680" cy="495360"/>
              </p14:xfrm>
            </p:contentPart>
          </mc:Choice>
          <mc:Fallback>
            <p:pic>
              <p:nvPicPr>
                <p:cNvPr id="37" name="Ink 36">
                  <a:extLst>
                    <a:ext uri="{FF2B5EF4-FFF2-40B4-BE49-F238E27FC236}">
                      <a16:creationId xmlns:a16="http://schemas.microsoft.com/office/drawing/2014/main" id="{0E433702-F292-AD51-D5C0-5F1AB05104BC}"/>
                    </a:ext>
                  </a:extLst>
                </p:cNvPr>
                <p:cNvPicPr/>
                <p:nvPr/>
              </p:nvPicPr>
              <p:blipFill>
                <a:blip r:embed="rId70"/>
                <a:stretch>
                  <a:fillRect/>
                </a:stretch>
              </p:blipFill>
              <p:spPr>
                <a:xfrm>
                  <a:off x="5797915" y="2978470"/>
                  <a:ext cx="187920" cy="507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8" name="Ink 37">
                  <a:extLst>
                    <a:ext uri="{FF2B5EF4-FFF2-40B4-BE49-F238E27FC236}">
                      <a16:creationId xmlns:a16="http://schemas.microsoft.com/office/drawing/2014/main" id="{1227F8C9-2111-DD8A-A367-69CCAA2F6870}"/>
                    </a:ext>
                  </a:extLst>
                </p14:cNvPr>
                <p14:cNvContentPartPr/>
                <p14:nvPr/>
              </p14:nvContentPartPr>
              <p14:xfrm>
                <a:off x="5599915" y="3328390"/>
                <a:ext cx="108720" cy="471600"/>
              </p14:xfrm>
            </p:contentPart>
          </mc:Choice>
          <mc:Fallback>
            <p:pic>
              <p:nvPicPr>
                <p:cNvPr id="38" name="Ink 37">
                  <a:extLst>
                    <a:ext uri="{FF2B5EF4-FFF2-40B4-BE49-F238E27FC236}">
                      <a16:creationId xmlns:a16="http://schemas.microsoft.com/office/drawing/2014/main" id="{1227F8C9-2111-DD8A-A367-69CCAA2F6870}"/>
                    </a:ext>
                  </a:extLst>
                </p:cNvPr>
                <p:cNvPicPr/>
                <p:nvPr/>
              </p:nvPicPr>
              <p:blipFill>
                <a:blip r:embed="rId72"/>
                <a:stretch>
                  <a:fillRect/>
                </a:stretch>
              </p:blipFill>
              <p:spPr>
                <a:xfrm>
                  <a:off x="5593795" y="3322270"/>
                  <a:ext cx="120960" cy="4838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39" name="Ink 38">
                  <a:extLst>
                    <a:ext uri="{FF2B5EF4-FFF2-40B4-BE49-F238E27FC236}">
                      <a16:creationId xmlns:a16="http://schemas.microsoft.com/office/drawing/2014/main" id="{579DEC73-8826-1FED-0047-8C602240A8A6}"/>
                    </a:ext>
                  </a:extLst>
                </p14:cNvPr>
                <p14:cNvContentPartPr/>
                <p14:nvPr/>
              </p14:nvContentPartPr>
              <p14:xfrm>
                <a:off x="5516395" y="3589390"/>
                <a:ext cx="87480" cy="15840"/>
              </p14:xfrm>
            </p:contentPart>
          </mc:Choice>
          <mc:Fallback>
            <p:pic>
              <p:nvPicPr>
                <p:cNvPr id="39" name="Ink 38">
                  <a:extLst>
                    <a:ext uri="{FF2B5EF4-FFF2-40B4-BE49-F238E27FC236}">
                      <a16:creationId xmlns:a16="http://schemas.microsoft.com/office/drawing/2014/main" id="{579DEC73-8826-1FED-0047-8C602240A8A6}"/>
                    </a:ext>
                  </a:extLst>
                </p:cNvPr>
                <p:cNvPicPr/>
                <p:nvPr/>
              </p:nvPicPr>
              <p:blipFill>
                <a:blip r:embed="rId74"/>
                <a:stretch>
                  <a:fillRect/>
                </a:stretch>
              </p:blipFill>
              <p:spPr>
                <a:xfrm>
                  <a:off x="5510275" y="3583270"/>
                  <a:ext cx="9972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0" name="Ink 39">
                  <a:extLst>
                    <a:ext uri="{FF2B5EF4-FFF2-40B4-BE49-F238E27FC236}">
                      <a16:creationId xmlns:a16="http://schemas.microsoft.com/office/drawing/2014/main" id="{5657FDBC-EFFE-6E9F-045E-82B4F7956FFB}"/>
                    </a:ext>
                  </a:extLst>
                </p14:cNvPr>
                <p14:cNvContentPartPr/>
                <p14:nvPr/>
              </p14:nvContentPartPr>
              <p14:xfrm>
                <a:off x="5597035" y="3589390"/>
                <a:ext cx="168120" cy="145440"/>
              </p14:xfrm>
            </p:contentPart>
          </mc:Choice>
          <mc:Fallback>
            <p:pic>
              <p:nvPicPr>
                <p:cNvPr id="40" name="Ink 39">
                  <a:extLst>
                    <a:ext uri="{FF2B5EF4-FFF2-40B4-BE49-F238E27FC236}">
                      <a16:creationId xmlns:a16="http://schemas.microsoft.com/office/drawing/2014/main" id="{5657FDBC-EFFE-6E9F-045E-82B4F7956FFB}"/>
                    </a:ext>
                  </a:extLst>
                </p:cNvPr>
                <p:cNvPicPr/>
                <p:nvPr/>
              </p:nvPicPr>
              <p:blipFill>
                <a:blip r:embed="rId76"/>
                <a:stretch>
                  <a:fillRect/>
                </a:stretch>
              </p:blipFill>
              <p:spPr>
                <a:xfrm>
                  <a:off x="5590915" y="3583270"/>
                  <a:ext cx="1803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1" name="Ink 40">
                  <a:extLst>
                    <a:ext uri="{FF2B5EF4-FFF2-40B4-BE49-F238E27FC236}">
                      <a16:creationId xmlns:a16="http://schemas.microsoft.com/office/drawing/2014/main" id="{275BD214-990F-CA1C-ACA1-20D074BC2E30}"/>
                    </a:ext>
                  </a:extLst>
                </p14:cNvPr>
                <p14:cNvContentPartPr/>
                <p14:nvPr/>
              </p14:nvContentPartPr>
              <p14:xfrm>
                <a:off x="5783155" y="3578230"/>
                <a:ext cx="143280" cy="125280"/>
              </p14:xfrm>
            </p:contentPart>
          </mc:Choice>
          <mc:Fallback>
            <p:pic>
              <p:nvPicPr>
                <p:cNvPr id="41" name="Ink 40">
                  <a:extLst>
                    <a:ext uri="{FF2B5EF4-FFF2-40B4-BE49-F238E27FC236}">
                      <a16:creationId xmlns:a16="http://schemas.microsoft.com/office/drawing/2014/main" id="{275BD214-990F-CA1C-ACA1-20D074BC2E30}"/>
                    </a:ext>
                  </a:extLst>
                </p:cNvPr>
                <p:cNvPicPr/>
                <p:nvPr/>
              </p:nvPicPr>
              <p:blipFill>
                <a:blip r:embed="rId78"/>
                <a:stretch>
                  <a:fillRect/>
                </a:stretch>
              </p:blipFill>
              <p:spPr>
                <a:xfrm>
                  <a:off x="5777035" y="3572110"/>
                  <a:ext cx="1555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2" name="Ink 41">
                  <a:extLst>
                    <a:ext uri="{FF2B5EF4-FFF2-40B4-BE49-F238E27FC236}">
                      <a16:creationId xmlns:a16="http://schemas.microsoft.com/office/drawing/2014/main" id="{E1CC6971-B845-B0F6-0D70-135067464D0A}"/>
                    </a:ext>
                  </a:extLst>
                </p14:cNvPr>
                <p14:cNvContentPartPr/>
                <p14:nvPr/>
              </p14:nvContentPartPr>
              <p14:xfrm>
                <a:off x="5982955" y="3560230"/>
                <a:ext cx="115560" cy="117720"/>
              </p14:xfrm>
            </p:contentPart>
          </mc:Choice>
          <mc:Fallback>
            <p:pic>
              <p:nvPicPr>
                <p:cNvPr id="42" name="Ink 41">
                  <a:extLst>
                    <a:ext uri="{FF2B5EF4-FFF2-40B4-BE49-F238E27FC236}">
                      <a16:creationId xmlns:a16="http://schemas.microsoft.com/office/drawing/2014/main" id="{E1CC6971-B845-B0F6-0D70-135067464D0A}"/>
                    </a:ext>
                  </a:extLst>
                </p:cNvPr>
                <p:cNvPicPr/>
                <p:nvPr/>
              </p:nvPicPr>
              <p:blipFill>
                <a:blip r:embed="rId80"/>
                <a:stretch>
                  <a:fillRect/>
                </a:stretch>
              </p:blipFill>
              <p:spPr>
                <a:xfrm>
                  <a:off x="5976835" y="3554110"/>
                  <a:ext cx="1278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3" name="Ink 42">
                  <a:extLst>
                    <a:ext uri="{FF2B5EF4-FFF2-40B4-BE49-F238E27FC236}">
                      <a16:creationId xmlns:a16="http://schemas.microsoft.com/office/drawing/2014/main" id="{929A0A96-39F9-B2CB-5F0D-3442BC2C0FE2}"/>
                    </a:ext>
                  </a:extLst>
                </p14:cNvPr>
                <p14:cNvContentPartPr/>
                <p14:nvPr/>
              </p14:nvContentPartPr>
              <p14:xfrm>
                <a:off x="6126955" y="3256390"/>
                <a:ext cx="633960" cy="443880"/>
              </p14:xfrm>
            </p:contentPart>
          </mc:Choice>
          <mc:Fallback>
            <p:pic>
              <p:nvPicPr>
                <p:cNvPr id="43" name="Ink 42">
                  <a:extLst>
                    <a:ext uri="{FF2B5EF4-FFF2-40B4-BE49-F238E27FC236}">
                      <a16:creationId xmlns:a16="http://schemas.microsoft.com/office/drawing/2014/main" id="{929A0A96-39F9-B2CB-5F0D-3442BC2C0FE2}"/>
                    </a:ext>
                  </a:extLst>
                </p:cNvPr>
                <p:cNvPicPr/>
                <p:nvPr/>
              </p:nvPicPr>
              <p:blipFill>
                <a:blip r:embed="rId82"/>
                <a:stretch>
                  <a:fillRect/>
                </a:stretch>
              </p:blipFill>
              <p:spPr>
                <a:xfrm>
                  <a:off x="6120835" y="3250270"/>
                  <a:ext cx="646200" cy="4561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7" name="Ink 46">
                  <a:extLst>
                    <a:ext uri="{FF2B5EF4-FFF2-40B4-BE49-F238E27FC236}">
                      <a16:creationId xmlns:a16="http://schemas.microsoft.com/office/drawing/2014/main" id="{11B84420-64E2-7ECC-9421-4B1BFA656202}"/>
                    </a:ext>
                  </a:extLst>
                </p14:cNvPr>
                <p14:cNvContentPartPr/>
                <p14:nvPr/>
              </p14:nvContentPartPr>
              <p14:xfrm>
                <a:off x="7264555" y="3774790"/>
                <a:ext cx="4592160" cy="43920"/>
              </p14:xfrm>
            </p:contentPart>
          </mc:Choice>
          <mc:Fallback>
            <p:pic>
              <p:nvPicPr>
                <p:cNvPr id="47" name="Ink 46">
                  <a:extLst>
                    <a:ext uri="{FF2B5EF4-FFF2-40B4-BE49-F238E27FC236}">
                      <a16:creationId xmlns:a16="http://schemas.microsoft.com/office/drawing/2014/main" id="{11B84420-64E2-7ECC-9421-4B1BFA656202}"/>
                    </a:ext>
                  </a:extLst>
                </p:cNvPr>
                <p:cNvPicPr/>
                <p:nvPr/>
              </p:nvPicPr>
              <p:blipFill>
                <a:blip r:embed="rId84"/>
                <a:stretch>
                  <a:fillRect/>
                </a:stretch>
              </p:blipFill>
              <p:spPr>
                <a:xfrm>
                  <a:off x="7258435" y="3768670"/>
                  <a:ext cx="46044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8" name="Ink 47">
                  <a:extLst>
                    <a:ext uri="{FF2B5EF4-FFF2-40B4-BE49-F238E27FC236}">
                      <a16:creationId xmlns:a16="http://schemas.microsoft.com/office/drawing/2014/main" id="{D05DD759-D88D-FCC7-665E-BFD0C85657FA}"/>
                    </a:ext>
                  </a:extLst>
                </p14:cNvPr>
                <p14:cNvContentPartPr/>
                <p14:nvPr/>
              </p14:nvContentPartPr>
              <p14:xfrm>
                <a:off x="11692555" y="3703150"/>
                <a:ext cx="197640" cy="223920"/>
              </p14:xfrm>
            </p:contentPart>
          </mc:Choice>
          <mc:Fallback>
            <p:pic>
              <p:nvPicPr>
                <p:cNvPr id="48" name="Ink 47">
                  <a:extLst>
                    <a:ext uri="{FF2B5EF4-FFF2-40B4-BE49-F238E27FC236}">
                      <a16:creationId xmlns:a16="http://schemas.microsoft.com/office/drawing/2014/main" id="{D05DD759-D88D-FCC7-665E-BFD0C85657FA}"/>
                    </a:ext>
                  </a:extLst>
                </p:cNvPr>
                <p:cNvPicPr/>
                <p:nvPr/>
              </p:nvPicPr>
              <p:blipFill>
                <a:blip r:embed="rId86"/>
                <a:stretch>
                  <a:fillRect/>
                </a:stretch>
              </p:blipFill>
              <p:spPr>
                <a:xfrm>
                  <a:off x="11686435" y="3697030"/>
                  <a:ext cx="2098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4" name="Ink 53">
                  <a:extLst>
                    <a:ext uri="{FF2B5EF4-FFF2-40B4-BE49-F238E27FC236}">
                      <a16:creationId xmlns:a16="http://schemas.microsoft.com/office/drawing/2014/main" id="{D70F55E3-981F-8EAA-7DD8-7071E5519BF5}"/>
                    </a:ext>
                  </a:extLst>
                </p14:cNvPr>
                <p14:cNvContentPartPr/>
                <p14:nvPr/>
              </p14:nvContentPartPr>
              <p14:xfrm>
                <a:off x="2007835" y="3884590"/>
                <a:ext cx="570600" cy="822240"/>
              </p14:xfrm>
            </p:contentPart>
          </mc:Choice>
          <mc:Fallback>
            <p:pic>
              <p:nvPicPr>
                <p:cNvPr id="54" name="Ink 53">
                  <a:extLst>
                    <a:ext uri="{FF2B5EF4-FFF2-40B4-BE49-F238E27FC236}">
                      <a16:creationId xmlns:a16="http://schemas.microsoft.com/office/drawing/2014/main" id="{D70F55E3-981F-8EAA-7DD8-7071E5519BF5}"/>
                    </a:ext>
                  </a:extLst>
                </p:cNvPr>
                <p:cNvPicPr/>
                <p:nvPr/>
              </p:nvPicPr>
              <p:blipFill>
                <a:blip r:embed="rId88"/>
                <a:stretch>
                  <a:fillRect/>
                </a:stretch>
              </p:blipFill>
              <p:spPr>
                <a:xfrm>
                  <a:off x="2001715" y="3878470"/>
                  <a:ext cx="582840" cy="8344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5" name="Ink 54">
                  <a:extLst>
                    <a:ext uri="{FF2B5EF4-FFF2-40B4-BE49-F238E27FC236}">
                      <a16:creationId xmlns:a16="http://schemas.microsoft.com/office/drawing/2014/main" id="{9573099E-64F0-F26A-DA05-3439BAB49268}"/>
                    </a:ext>
                  </a:extLst>
                </p14:cNvPr>
                <p14:cNvContentPartPr/>
                <p14:nvPr/>
              </p14:nvContentPartPr>
              <p14:xfrm>
                <a:off x="2499595" y="4149550"/>
                <a:ext cx="3027240" cy="420120"/>
              </p14:xfrm>
            </p:contentPart>
          </mc:Choice>
          <mc:Fallback>
            <p:pic>
              <p:nvPicPr>
                <p:cNvPr id="55" name="Ink 54">
                  <a:extLst>
                    <a:ext uri="{FF2B5EF4-FFF2-40B4-BE49-F238E27FC236}">
                      <a16:creationId xmlns:a16="http://schemas.microsoft.com/office/drawing/2014/main" id="{9573099E-64F0-F26A-DA05-3439BAB49268}"/>
                    </a:ext>
                  </a:extLst>
                </p:cNvPr>
                <p:cNvPicPr/>
                <p:nvPr/>
              </p:nvPicPr>
              <p:blipFill>
                <a:blip r:embed="rId90"/>
                <a:stretch>
                  <a:fillRect/>
                </a:stretch>
              </p:blipFill>
              <p:spPr>
                <a:xfrm>
                  <a:off x="2493475" y="4143430"/>
                  <a:ext cx="303948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6" name="Ink 55">
                  <a:extLst>
                    <a:ext uri="{FF2B5EF4-FFF2-40B4-BE49-F238E27FC236}">
                      <a16:creationId xmlns:a16="http://schemas.microsoft.com/office/drawing/2014/main" id="{34A7363F-BC76-82F4-BEC3-672B80DA3B13}"/>
                    </a:ext>
                  </a:extLst>
                </p14:cNvPr>
                <p14:cNvContentPartPr/>
                <p14:nvPr/>
              </p14:nvContentPartPr>
              <p14:xfrm>
                <a:off x="5382835" y="4042990"/>
                <a:ext cx="270360" cy="291240"/>
              </p14:xfrm>
            </p:contentPart>
          </mc:Choice>
          <mc:Fallback>
            <p:pic>
              <p:nvPicPr>
                <p:cNvPr id="56" name="Ink 55">
                  <a:extLst>
                    <a:ext uri="{FF2B5EF4-FFF2-40B4-BE49-F238E27FC236}">
                      <a16:creationId xmlns:a16="http://schemas.microsoft.com/office/drawing/2014/main" id="{34A7363F-BC76-82F4-BEC3-672B80DA3B13}"/>
                    </a:ext>
                  </a:extLst>
                </p:cNvPr>
                <p:cNvPicPr/>
                <p:nvPr/>
              </p:nvPicPr>
              <p:blipFill>
                <a:blip r:embed="rId92"/>
                <a:stretch>
                  <a:fillRect/>
                </a:stretch>
              </p:blipFill>
              <p:spPr>
                <a:xfrm>
                  <a:off x="5376715" y="4036870"/>
                  <a:ext cx="28260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7" name="Ink 56">
                  <a:extLst>
                    <a:ext uri="{FF2B5EF4-FFF2-40B4-BE49-F238E27FC236}">
                      <a16:creationId xmlns:a16="http://schemas.microsoft.com/office/drawing/2014/main" id="{9FDEEBDA-C995-56A6-70C6-329C769241D6}"/>
                    </a:ext>
                  </a:extLst>
                </p14:cNvPr>
                <p14:cNvContentPartPr/>
                <p14:nvPr/>
              </p14:nvContentPartPr>
              <p14:xfrm>
                <a:off x="5721955" y="3942550"/>
                <a:ext cx="364320" cy="494280"/>
              </p14:xfrm>
            </p:contentPart>
          </mc:Choice>
          <mc:Fallback>
            <p:pic>
              <p:nvPicPr>
                <p:cNvPr id="57" name="Ink 56">
                  <a:extLst>
                    <a:ext uri="{FF2B5EF4-FFF2-40B4-BE49-F238E27FC236}">
                      <a16:creationId xmlns:a16="http://schemas.microsoft.com/office/drawing/2014/main" id="{9FDEEBDA-C995-56A6-70C6-329C769241D6}"/>
                    </a:ext>
                  </a:extLst>
                </p:cNvPr>
                <p:cNvPicPr/>
                <p:nvPr/>
              </p:nvPicPr>
              <p:blipFill>
                <a:blip r:embed="rId94"/>
                <a:stretch>
                  <a:fillRect/>
                </a:stretch>
              </p:blipFill>
              <p:spPr>
                <a:xfrm>
                  <a:off x="5715835" y="3936430"/>
                  <a:ext cx="37656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8" name="Ink 57">
                  <a:extLst>
                    <a:ext uri="{FF2B5EF4-FFF2-40B4-BE49-F238E27FC236}">
                      <a16:creationId xmlns:a16="http://schemas.microsoft.com/office/drawing/2014/main" id="{ABA8D47A-D68C-627B-8375-EF842E019DA9}"/>
                    </a:ext>
                  </a:extLst>
                </p14:cNvPr>
                <p14:cNvContentPartPr/>
                <p14:nvPr/>
              </p14:nvContentPartPr>
              <p14:xfrm>
                <a:off x="6138475" y="4186990"/>
                <a:ext cx="980640" cy="229680"/>
              </p14:xfrm>
            </p:contentPart>
          </mc:Choice>
          <mc:Fallback>
            <p:pic>
              <p:nvPicPr>
                <p:cNvPr id="58" name="Ink 57">
                  <a:extLst>
                    <a:ext uri="{FF2B5EF4-FFF2-40B4-BE49-F238E27FC236}">
                      <a16:creationId xmlns:a16="http://schemas.microsoft.com/office/drawing/2014/main" id="{ABA8D47A-D68C-627B-8375-EF842E019DA9}"/>
                    </a:ext>
                  </a:extLst>
                </p:cNvPr>
                <p:cNvPicPr/>
                <p:nvPr/>
              </p:nvPicPr>
              <p:blipFill>
                <a:blip r:embed="rId96"/>
                <a:stretch>
                  <a:fillRect/>
                </a:stretch>
              </p:blipFill>
              <p:spPr>
                <a:xfrm>
                  <a:off x="6132355" y="4180870"/>
                  <a:ext cx="9928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9" name="Ink 58">
                  <a:extLst>
                    <a:ext uri="{FF2B5EF4-FFF2-40B4-BE49-F238E27FC236}">
                      <a16:creationId xmlns:a16="http://schemas.microsoft.com/office/drawing/2014/main" id="{AEEA0442-99E8-D962-8623-BDC0E532DD42}"/>
                    </a:ext>
                  </a:extLst>
                </p14:cNvPr>
                <p14:cNvContentPartPr/>
                <p14:nvPr/>
              </p14:nvContentPartPr>
              <p14:xfrm>
                <a:off x="7143235" y="4186630"/>
                <a:ext cx="230400" cy="142920"/>
              </p14:xfrm>
            </p:contentPart>
          </mc:Choice>
          <mc:Fallback>
            <p:pic>
              <p:nvPicPr>
                <p:cNvPr id="59" name="Ink 58">
                  <a:extLst>
                    <a:ext uri="{FF2B5EF4-FFF2-40B4-BE49-F238E27FC236}">
                      <a16:creationId xmlns:a16="http://schemas.microsoft.com/office/drawing/2014/main" id="{AEEA0442-99E8-D962-8623-BDC0E532DD42}"/>
                    </a:ext>
                  </a:extLst>
                </p:cNvPr>
                <p:cNvPicPr/>
                <p:nvPr/>
              </p:nvPicPr>
              <p:blipFill>
                <a:blip r:embed="rId98"/>
                <a:stretch>
                  <a:fillRect/>
                </a:stretch>
              </p:blipFill>
              <p:spPr>
                <a:xfrm>
                  <a:off x="7137115" y="4180510"/>
                  <a:ext cx="24264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0" name="Ink 59">
                  <a:extLst>
                    <a:ext uri="{FF2B5EF4-FFF2-40B4-BE49-F238E27FC236}">
                      <a16:creationId xmlns:a16="http://schemas.microsoft.com/office/drawing/2014/main" id="{9A11D4EE-6F89-3ED0-459F-24059F14C657}"/>
                    </a:ext>
                  </a:extLst>
                </p14:cNvPr>
                <p14:cNvContentPartPr/>
                <p14:nvPr/>
              </p14:nvContentPartPr>
              <p14:xfrm>
                <a:off x="7625995" y="3815830"/>
                <a:ext cx="137880" cy="621720"/>
              </p14:xfrm>
            </p:contentPart>
          </mc:Choice>
          <mc:Fallback>
            <p:pic>
              <p:nvPicPr>
                <p:cNvPr id="60" name="Ink 59">
                  <a:extLst>
                    <a:ext uri="{FF2B5EF4-FFF2-40B4-BE49-F238E27FC236}">
                      <a16:creationId xmlns:a16="http://schemas.microsoft.com/office/drawing/2014/main" id="{9A11D4EE-6F89-3ED0-459F-24059F14C657}"/>
                    </a:ext>
                  </a:extLst>
                </p:cNvPr>
                <p:cNvPicPr/>
                <p:nvPr/>
              </p:nvPicPr>
              <p:blipFill>
                <a:blip r:embed="rId100"/>
                <a:stretch>
                  <a:fillRect/>
                </a:stretch>
              </p:blipFill>
              <p:spPr>
                <a:xfrm>
                  <a:off x="7619875" y="3809710"/>
                  <a:ext cx="150120" cy="6339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1" name="Ink 60">
                  <a:extLst>
                    <a:ext uri="{FF2B5EF4-FFF2-40B4-BE49-F238E27FC236}">
                      <a16:creationId xmlns:a16="http://schemas.microsoft.com/office/drawing/2014/main" id="{47458483-0239-0CC5-3451-CBC4DB3CA420}"/>
                    </a:ext>
                  </a:extLst>
                </p14:cNvPr>
                <p14:cNvContentPartPr/>
                <p14:nvPr/>
              </p14:nvContentPartPr>
              <p14:xfrm>
                <a:off x="7595755" y="4190950"/>
                <a:ext cx="127800" cy="37800"/>
              </p14:xfrm>
            </p:contentPart>
          </mc:Choice>
          <mc:Fallback>
            <p:pic>
              <p:nvPicPr>
                <p:cNvPr id="61" name="Ink 60">
                  <a:extLst>
                    <a:ext uri="{FF2B5EF4-FFF2-40B4-BE49-F238E27FC236}">
                      <a16:creationId xmlns:a16="http://schemas.microsoft.com/office/drawing/2014/main" id="{47458483-0239-0CC5-3451-CBC4DB3CA420}"/>
                    </a:ext>
                  </a:extLst>
                </p:cNvPr>
                <p:cNvPicPr/>
                <p:nvPr/>
              </p:nvPicPr>
              <p:blipFill>
                <a:blip r:embed="rId102"/>
                <a:stretch>
                  <a:fillRect/>
                </a:stretch>
              </p:blipFill>
              <p:spPr>
                <a:xfrm>
                  <a:off x="7589635" y="4184830"/>
                  <a:ext cx="1400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2" name="Ink 61">
                  <a:extLst>
                    <a:ext uri="{FF2B5EF4-FFF2-40B4-BE49-F238E27FC236}">
                      <a16:creationId xmlns:a16="http://schemas.microsoft.com/office/drawing/2014/main" id="{8CFDC83F-45DE-8354-75FF-1285F3A90FF2}"/>
                    </a:ext>
                  </a:extLst>
                </p14:cNvPr>
                <p14:cNvContentPartPr/>
                <p14:nvPr/>
              </p14:nvContentPartPr>
              <p14:xfrm>
                <a:off x="7781875" y="4228750"/>
                <a:ext cx="460440" cy="116280"/>
              </p14:xfrm>
            </p:contentPart>
          </mc:Choice>
          <mc:Fallback>
            <p:pic>
              <p:nvPicPr>
                <p:cNvPr id="62" name="Ink 61">
                  <a:extLst>
                    <a:ext uri="{FF2B5EF4-FFF2-40B4-BE49-F238E27FC236}">
                      <a16:creationId xmlns:a16="http://schemas.microsoft.com/office/drawing/2014/main" id="{8CFDC83F-45DE-8354-75FF-1285F3A90FF2}"/>
                    </a:ext>
                  </a:extLst>
                </p:cNvPr>
                <p:cNvPicPr/>
                <p:nvPr/>
              </p:nvPicPr>
              <p:blipFill>
                <a:blip r:embed="rId104"/>
                <a:stretch>
                  <a:fillRect/>
                </a:stretch>
              </p:blipFill>
              <p:spPr>
                <a:xfrm>
                  <a:off x="7775755" y="4222630"/>
                  <a:ext cx="47268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3" name="Ink 62">
                  <a:extLst>
                    <a:ext uri="{FF2B5EF4-FFF2-40B4-BE49-F238E27FC236}">
                      <a16:creationId xmlns:a16="http://schemas.microsoft.com/office/drawing/2014/main" id="{57DA0C8B-DDE5-3840-A495-30EB6CC749E6}"/>
                    </a:ext>
                  </a:extLst>
                </p14:cNvPr>
                <p14:cNvContentPartPr/>
                <p14:nvPr/>
              </p14:nvContentPartPr>
              <p14:xfrm>
                <a:off x="8309275" y="3802150"/>
                <a:ext cx="963360" cy="645120"/>
              </p14:xfrm>
            </p:contentPart>
          </mc:Choice>
          <mc:Fallback>
            <p:pic>
              <p:nvPicPr>
                <p:cNvPr id="63" name="Ink 62">
                  <a:extLst>
                    <a:ext uri="{FF2B5EF4-FFF2-40B4-BE49-F238E27FC236}">
                      <a16:creationId xmlns:a16="http://schemas.microsoft.com/office/drawing/2014/main" id="{57DA0C8B-DDE5-3840-A495-30EB6CC749E6}"/>
                    </a:ext>
                  </a:extLst>
                </p:cNvPr>
                <p:cNvPicPr/>
                <p:nvPr/>
              </p:nvPicPr>
              <p:blipFill>
                <a:blip r:embed="rId106"/>
                <a:stretch>
                  <a:fillRect/>
                </a:stretch>
              </p:blipFill>
              <p:spPr>
                <a:xfrm>
                  <a:off x="8303155" y="3796030"/>
                  <a:ext cx="975600" cy="65736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4" name="Ink 63">
                  <a:extLst>
                    <a:ext uri="{FF2B5EF4-FFF2-40B4-BE49-F238E27FC236}">
                      <a16:creationId xmlns:a16="http://schemas.microsoft.com/office/drawing/2014/main" id="{67CA84C0-CF98-9A27-C1E4-ED1C35B770D4}"/>
                    </a:ext>
                  </a:extLst>
                </p14:cNvPr>
                <p14:cNvContentPartPr/>
                <p14:nvPr/>
              </p14:nvContentPartPr>
              <p14:xfrm>
                <a:off x="8636155" y="4034710"/>
                <a:ext cx="63360" cy="11880"/>
              </p14:xfrm>
            </p:contentPart>
          </mc:Choice>
          <mc:Fallback>
            <p:pic>
              <p:nvPicPr>
                <p:cNvPr id="64" name="Ink 63">
                  <a:extLst>
                    <a:ext uri="{FF2B5EF4-FFF2-40B4-BE49-F238E27FC236}">
                      <a16:creationId xmlns:a16="http://schemas.microsoft.com/office/drawing/2014/main" id="{67CA84C0-CF98-9A27-C1E4-ED1C35B770D4}"/>
                    </a:ext>
                  </a:extLst>
                </p:cNvPr>
                <p:cNvPicPr/>
                <p:nvPr/>
              </p:nvPicPr>
              <p:blipFill>
                <a:blip r:embed="rId108"/>
                <a:stretch>
                  <a:fillRect/>
                </a:stretch>
              </p:blipFill>
              <p:spPr>
                <a:xfrm>
                  <a:off x="8630035" y="4028590"/>
                  <a:ext cx="756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5" name="Ink 64">
                  <a:extLst>
                    <a:ext uri="{FF2B5EF4-FFF2-40B4-BE49-F238E27FC236}">
                      <a16:creationId xmlns:a16="http://schemas.microsoft.com/office/drawing/2014/main" id="{3E6841E5-DE12-55DF-DAD1-5EF5233CE037}"/>
                    </a:ext>
                  </a:extLst>
                </p14:cNvPr>
                <p14:cNvContentPartPr/>
                <p14:nvPr/>
              </p14:nvContentPartPr>
              <p14:xfrm>
                <a:off x="8499715" y="3971350"/>
                <a:ext cx="282960" cy="70920"/>
              </p14:xfrm>
            </p:contentPart>
          </mc:Choice>
          <mc:Fallback>
            <p:pic>
              <p:nvPicPr>
                <p:cNvPr id="65" name="Ink 64">
                  <a:extLst>
                    <a:ext uri="{FF2B5EF4-FFF2-40B4-BE49-F238E27FC236}">
                      <a16:creationId xmlns:a16="http://schemas.microsoft.com/office/drawing/2014/main" id="{3E6841E5-DE12-55DF-DAD1-5EF5233CE037}"/>
                    </a:ext>
                  </a:extLst>
                </p:cNvPr>
                <p:cNvPicPr/>
                <p:nvPr/>
              </p:nvPicPr>
              <p:blipFill>
                <a:blip r:embed="rId110"/>
                <a:stretch>
                  <a:fillRect/>
                </a:stretch>
              </p:blipFill>
              <p:spPr>
                <a:xfrm>
                  <a:off x="8493595" y="3965230"/>
                  <a:ext cx="2952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6" name="Ink 65">
                  <a:extLst>
                    <a:ext uri="{FF2B5EF4-FFF2-40B4-BE49-F238E27FC236}">
                      <a16:creationId xmlns:a16="http://schemas.microsoft.com/office/drawing/2014/main" id="{187C8F94-161F-B1AF-1C24-E0899D8B068F}"/>
                    </a:ext>
                  </a:extLst>
                </p14:cNvPr>
                <p14:cNvContentPartPr/>
                <p14:nvPr/>
              </p14:nvContentPartPr>
              <p14:xfrm>
                <a:off x="7177435" y="4704310"/>
                <a:ext cx="195120" cy="276120"/>
              </p14:xfrm>
            </p:contentPart>
          </mc:Choice>
          <mc:Fallback>
            <p:pic>
              <p:nvPicPr>
                <p:cNvPr id="66" name="Ink 65">
                  <a:extLst>
                    <a:ext uri="{FF2B5EF4-FFF2-40B4-BE49-F238E27FC236}">
                      <a16:creationId xmlns:a16="http://schemas.microsoft.com/office/drawing/2014/main" id="{187C8F94-161F-B1AF-1C24-E0899D8B068F}"/>
                    </a:ext>
                  </a:extLst>
                </p:cNvPr>
                <p:cNvPicPr/>
                <p:nvPr/>
              </p:nvPicPr>
              <p:blipFill>
                <a:blip r:embed="rId112"/>
                <a:stretch>
                  <a:fillRect/>
                </a:stretch>
              </p:blipFill>
              <p:spPr>
                <a:xfrm>
                  <a:off x="7171315" y="4698190"/>
                  <a:ext cx="20736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7" name="Ink 66">
                  <a:extLst>
                    <a:ext uri="{FF2B5EF4-FFF2-40B4-BE49-F238E27FC236}">
                      <a16:creationId xmlns:a16="http://schemas.microsoft.com/office/drawing/2014/main" id="{3ECEA833-9A13-D40E-1EDF-828EF5E4F033}"/>
                    </a:ext>
                  </a:extLst>
                </p14:cNvPr>
                <p14:cNvContentPartPr/>
                <p14:nvPr/>
              </p14:nvContentPartPr>
              <p14:xfrm>
                <a:off x="7053595" y="4663270"/>
                <a:ext cx="370080" cy="63000"/>
              </p14:xfrm>
            </p:contentPart>
          </mc:Choice>
          <mc:Fallback>
            <p:pic>
              <p:nvPicPr>
                <p:cNvPr id="67" name="Ink 66">
                  <a:extLst>
                    <a:ext uri="{FF2B5EF4-FFF2-40B4-BE49-F238E27FC236}">
                      <a16:creationId xmlns:a16="http://schemas.microsoft.com/office/drawing/2014/main" id="{3ECEA833-9A13-D40E-1EDF-828EF5E4F033}"/>
                    </a:ext>
                  </a:extLst>
                </p:cNvPr>
                <p:cNvPicPr/>
                <p:nvPr/>
              </p:nvPicPr>
              <p:blipFill>
                <a:blip r:embed="rId114"/>
                <a:stretch>
                  <a:fillRect/>
                </a:stretch>
              </p:blipFill>
              <p:spPr>
                <a:xfrm>
                  <a:off x="7047475" y="4657150"/>
                  <a:ext cx="38232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8" name="Ink 67">
                  <a:extLst>
                    <a:ext uri="{FF2B5EF4-FFF2-40B4-BE49-F238E27FC236}">
                      <a16:creationId xmlns:a16="http://schemas.microsoft.com/office/drawing/2014/main" id="{D9C8D19A-D1B6-E9BC-13A6-ADD3A4FF27FC}"/>
                    </a:ext>
                  </a:extLst>
                </p14:cNvPr>
                <p14:cNvContentPartPr/>
                <p14:nvPr/>
              </p14:nvContentPartPr>
              <p14:xfrm>
                <a:off x="7567315" y="4497310"/>
                <a:ext cx="295920" cy="832680"/>
              </p14:xfrm>
            </p:contentPart>
          </mc:Choice>
          <mc:Fallback>
            <p:pic>
              <p:nvPicPr>
                <p:cNvPr id="68" name="Ink 67">
                  <a:extLst>
                    <a:ext uri="{FF2B5EF4-FFF2-40B4-BE49-F238E27FC236}">
                      <a16:creationId xmlns:a16="http://schemas.microsoft.com/office/drawing/2014/main" id="{D9C8D19A-D1B6-E9BC-13A6-ADD3A4FF27FC}"/>
                    </a:ext>
                  </a:extLst>
                </p:cNvPr>
                <p:cNvPicPr/>
                <p:nvPr/>
              </p:nvPicPr>
              <p:blipFill>
                <a:blip r:embed="rId116"/>
                <a:stretch>
                  <a:fillRect/>
                </a:stretch>
              </p:blipFill>
              <p:spPr>
                <a:xfrm>
                  <a:off x="7561195" y="4491190"/>
                  <a:ext cx="308160" cy="8449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9" name="Ink 68">
                  <a:extLst>
                    <a:ext uri="{FF2B5EF4-FFF2-40B4-BE49-F238E27FC236}">
                      <a16:creationId xmlns:a16="http://schemas.microsoft.com/office/drawing/2014/main" id="{0813A2E6-E4DC-218E-46BA-FB9CDAB44E09}"/>
                    </a:ext>
                  </a:extLst>
                </p14:cNvPr>
                <p14:cNvContentPartPr/>
                <p14:nvPr/>
              </p14:nvContentPartPr>
              <p14:xfrm>
                <a:off x="7792675" y="4623670"/>
                <a:ext cx="40680" cy="281880"/>
              </p14:xfrm>
            </p:contentPart>
          </mc:Choice>
          <mc:Fallback>
            <p:pic>
              <p:nvPicPr>
                <p:cNvPr id="69" name="Ink 68">
                  <a:extLst>
                    <a:ext uri="{FF2B5EF4-FFF2-40B4-BE49-F238E27FC236}">
                      <a16:creationId xmlns:a16="http://schemas.microsoft.com/office/drawing/2014/main" id="{0813A2E6-E4DC-218E-46BA-FB9CDAB44E09}"/>
                    </a:ext>
                  </a:extLst>
                </p:cNvPr>
                <p:cNvPicPr/>
                <p:nvPr/>
              </p:nvPicPr>
              <p:blipFill>
                <a:blip r:embed="rId118"/>
                <a:stretch>
                  <a:fillRect/>
                </a:stretch>
              </p:blipFill>
              <p:spPr>
                <a:xfrm>
                  <a:off x="7786555" y="4617550"/>
                  <a:ext cx="5292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0" name="Ink 69">
                  <a:extLst>
                    <a:ext uri="{FF2B5EF4-FFF2-40B4-BE49-F238E27FC236}">
                      <a16:creationId xmlns:a16="http://schemas.microsoft.com/office/drawing/2014/main" id="{8DAC7CEA-DAB6-4ACB-FE31-56946640BADC}"/>
                    </a:ext>
                  </a:extLst>
                </p14:cNvPr>
                <p14:cNvContentPartPr/>
                <p14:nvPr/>
              </p14:nvContentPartPr>
              <p14:xfrm>
                <a:off x="7867915" y="4653550"/>
                <a:ext cx="185040" cy="165960"/>
              </p14:xfrm>
            </p:contentPart>
          </mc:Choice>
          <mc:Fallback>
            <p:pic>
              <p:nvPicPr>
                <p:cNvPr id="70" name="Ink 69">
                  <a:extLst>
                    <a:ext uri="{FF2B5EF4-FFF2-40B4-BE49-F238E27FC236}">
                      <a16:creationId xmlns:a16="http://schemas.microsoft.com/office/drawing/2014/main" id="{8DAC7CEA-DAB6-4ACB-FE31-56946640BADC}"/>
                    </a:ext>
                  </a:extLst>
                </p:cNvPr>
                <p:cNvPicPr/>
                <p:nvPr/>
              </p:nvPicPr>
              <p:blipFill>
                <a:blip r:embed="rId120"/>
                <a:stretch>
                  <a:fillRect/>
                </a:stretch>
              </p:blipFill>
              <p:spPr>
                <a:xfrm>
                  <a:off x="7861795" y="4647430"/>
                  <a:ext cx="1972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1" name="Ink 70">
                  <a:extLst>
                    <a:ext uri="{FF2B5EF4-FFF2-40B4-BE49-F238E27FC236}">
                      <a16:creationId xmlns:a16="http://schemas.microsoft.com/office/drawing/2014/main" id="{35D66ABD-38CE-27E1-BC34-DE8BA2B29205}"/>
                    </a:ext>
                  </a:extLst>
                </p14:cNvPr>
                <p14:cNvContentPartPr/>
                <p14:nvPr/>
              </p14:nvContentPartPr>
              <p14:xfrm>
                <a:off x="7730395" y="4972510"/>
                <a:ext cx="450360" cy="37080"/>
              </p14:xfrm>
            </p:contentPart>
          </mc:Choice>
          <mc:Fallback>
            <p:pic>
              <p:nvPicPr>
                <p:cNvPr id="71" name="Ink 70">
                  <a:extLst>
                    <a:ext uri="{FF2B5EF4-FFF2-40B4-BE49-F238E27FC236}">
                      <a16:creationId xmlns:a16="http://schemas.microsoft.com/office/drawing/2014/main" id="{35D66ABD-38CE-27E1-BC34-DE8BA2B29205}"/>
                    </a:ext>
                  </a:extLst>
                </p:cNvPr>
                <p:cNvPicPr/>
                <p:nvPr/>
              </p:nvPicPr>
              <p:blipFill>
                <a:blip r:embed="rId122"/>
                <a:stretch>
                  <a:fillRect/>
                </a:stretch>
              </p:blipFill>
              <p:spPr>
                <a:xfrm>
                  <a:off x="7724275" y="4966390"/>
                  <a:ext cx="46260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2" name="Ink 71">
                  <a:extLst>
                    <a:ext uri="{FF2B5EF4-FFF2-40B4-BE49-F238E27FC236}">
                      <a16:creationId xmlns:a16="http://schemas.microsoft.com/office/drawing/2014/main" id="{72775FA0-3A29-CF7B-46FD-AB0992E416E9}"/>
                    </a:ext>
                  </a:extLst>
                </p14:cNvPr>
                <p14:cNvContentPartPr/>
                <p14:nvPr/>
              </p14:nvContentPartPr>
              <p14:xfrm>
                <a:off x="7920835" y="5131630"/>
                <a:ext cx="315000" cy="92880"/>
              </p14:xfrm>
            </p:contentPart>
          </mc:Choice>
          <mc:Fallback>
            <p:pic>
              <p:nvPicPr>
                <p:cNvPr id="72" name="Ink 71">
                  <a:extLst>
                    <a:ext uri="{FF2B5EF4-FFF2-40B4-BE49-F238E27FC236}">
                      <a16:creationId xmlns:a16="http://schemas.microsoft.com/office/drawing/2014/main" id="{72775FA0-3A29-CF7B-46FD-AB0992E416E9}"/>
                    </a:ext>
                  </a:extLst>
                </p:cNvPr>
                <p:cNvPicPr/>
                <p:nvPr/>
              </p:nvPicPr>
              <p:blipFill>
                <a:blip r:embed="rId124"/>
                <a:stretch>
                  <a:fillRect/>
                </a:stretch>
              </p:blipFill>
              <p:spPr>
                <a:xfrm>
                  <a:off x="7914715" y="5125510"/>
                  <a:ext cx="32724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3" name="Ink 72">
                  <a:extLst>
                    <a:ext uri="{FF2B5EF4-FFF2-40B4-BE49-F238E27FC236}">
                      <a16:creationId xmlns:a16="http://schemas.microsoft.com/office/drawing/2014/main" id="{4EF962DC-6105-B7B8-AAE4-3A9A739D8A1D}"/>
                    </a:ext>
                  </a:extLst>
                </p14:cNvPr>
                <p14:cNvContentPartPr/>
                <p14:nvPr/>
              </p14:nvContentPartPr>
              <p14:xfrm>
                <a:off x="8136835" y="4544470"/>
                <a:ext cx="168120" cy="924480"/>
              </p14:xfrm>
            </p:contentPart>
          </mc:Choice>
          <mc:Fallback>
            <p:pic>
              <p:nvPicPr>
                <p:cNvPr id="73" name="Ink 72">
                  <a:extLst>
                    <a:ext uri="{FF2B5EF4-FFF2-40B4-BE49-F238E27FC236}">
                      <a16:creationId xmlns:a16="http://schemas.microsoft.com/office/drawing/2014/main" id="{4EF962DC-6105-B7B8-AAE4-3A9A739D8A1D}"/>
                    </a:ext>
                  </a:extLst>
                </p:cNvPr>
                <p:cNvPicPr/>
                <p:nvPr/>
              </p:nvPicPr>
              <p:blipFill>
                <a:blip r:embed="rId126"/>
                <a:stretch>
                  <a:fillRect/>
                </a:stretch>
              </p:blipFill>
              <p:spPr>
                <a:xfrm>
                  <a:off x="8130715" y="4538350"/>
                  <a:ext cx="180360" cy="93672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4" name="Ink 73">
                  <a:extLst>
                    <a:ext uri="{FF2B5EF4-FFF2-40B4-BE49-F238E27FC236}">
                      <a16:creationId xmlns:a16="http://schemas.microsoft.com/office/drawing/2014/main" id="{038BFB2E-B772-903D-A6AB-D7AC901AB42C}"/>
                    </a:ext>
                  </a:extLst>
                </p14:cNvPr>
                <p14:cNvContentPartPr/>
                <p14:nvPr/>
              </p14:nvContentPartPr>
              <p14:xfrm>
                <a:off x="8668195" y="4804750"/>
                <a:ext cx="62280" cy="5760"/>
              </p14:xfrm>
            </p:contentPart>
          </mc:Choice>
          <mc:Fallback>
            <p:pic>
              <p:nvPicPr>
                <p:cNvPr id="74" name="Ink 73">
                  <a:extLst>
                    <a:ext uri="{FF2B5EF4-FFF2-40B4-BE49-F238E27FC236}">
                      <a16:creationId xmlns:a16="http://schemas.microsoft.com/office/drawing/2014/main" id="{038BFB2E-B772-903D-A6AB-D7AC901AB42C}"/>
                    </a:ext>
                  </a:extLst>
                </p:cNvPr>
                <p:cNvPicPr/>
                <p:nvPr/>
              </p:nvPicPr>
              <p:blipFill>
                <a:blip r:embed="rId128"/>
                <a:stretch>
                  <a:fillRect/>
                </a:stretch>
              </p:blipFill>
              <p:spPr>
                <a:xfrm>
                  <a:off x="8662075" y="4798630"/>
                  <a:ext cx="745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5" name="Ink 74">
                  <a:extLst>
                    <a:ext uri="{FF2B5EF4-FFF2-40B4-BE49-F238E27FC236}">
                      <a16:creationId xmlns:a16="http://schemas.microsoft.com/office/drawing/2014/main" id="{3CE6EB97-9B59-C6F5-BF71-6E99DACA9AB6}"/>
                    </a:ext>
                  </a:extLst>
                </p14:cNvPr>
                <p14:cNvContentPartPr/>
                <p14:nvPr/>
              </p14:nvContentPartPr>
              <p14:xfrm>
                <a:off x="8640475" y="4867750"/>
                <a:ext cx="153720" cy="53280"/>
              </p14:xfrm>
            </p:contentPart>
          </mc:Choice>
          <mc:Fallback>
            <p:pic>
              <p:nvPicPr>
                <p:cNvPr id="75" name="Ink 74">
                  <a:extLst>
                    <a:ext uri="{FF2B5EF4-FFF2-40B4-BE49-F238E27FC236}">
                      <a16:creationId xmlns:a16="http://schemas.microsoft.com/office/drawing/2014/main" id="{3CE6EB97-9B59-C6F5-BF71-6E99DACA9AB6}"/>
                    </a:ext>
                  </a:extLst>
                </p:cNvPr>
                <p:cNvPicPr/>
                <p:nvPr/>
              </p:nvPicPr>
              <p:blipFill>
                <a:blip r:embed="rId130"/>
                <a:stretch>
                  <a:fillRect/>
                </a:stretch>
              </p:blipFill>
              <p:spPr>
                <a:xfrm>
                  <a:off x="8634355" y="4861630"/>
                  <a:ext cx="1659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6" name="Ink 75">
                  <a:extLst>
                    <a:ext uri="{FF2B5EF4-FFF2-40B4-BE49-F238E27FC236}">
                      <a16:creationId xmlns:a16="http://schemas.microsoft.com/office/drawing/2014/main" id="{BEC763F0-C8A5-F29A-6803-56BD06ABB550}"/>
                    </a:ext>
                  </a:extLst>
                </p14:cNvPr>
                <p14:cNvContentPartPr/>
                <p14:nvPr/>
              </p14:nvContentPartPr>
              <p14:xfrm>
                <a:off x="9159955" y="4592350"/>
                <a:ext cx="26280" cy="343080"/>
              </p14:xfrm>
            </p:contentPart>
          </mc:Choice>
          <mc:Fallback>
            <p:pic>
              <p:nvPicPr>
                <p:cNvPr id="76" name="Ink 75">
                  <a:extLst>
                    <a:ext uri="{FF2B5EF4-FFF2-40B4-BE49-F238E27FC236}">
                      <a16:creationId xmlns:a16="http://schemas.microsoft.com/office/drawing/2014/main" id="{BEC763F0-C8A5-F29A-6803-56BD06ABB550}"/>
                    </a:ext>
                  </a:extLst>
                </p:cNvPr>
                <p:cNvPicPr/>
                <p:nvPr/>
              </p:nvPicPr>
              <p:blipFill>
                <a:blip r:embed="rId132"/>
                <a:stretch>
                  <a:fillRect/>
                </a:stretch>
              </p:blipFill>
              <p:spPr>
                <a:xfrm>
                  <a:off x="9153835" y="4586230"/>
                  <a:ext cx="3852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7" name="Ink 76">
                  <a:extLst>
                    <a:ext uri="{FF2B5EF4-FFF2-40B4-BE49-F238E27FC236}">
                      <a16:creationId xmlns:a16="http://schemas.microsoft.com/office/drawing/2014/main" id="{53D75C58-D851-D372-C895-5AA27332DAD4}"/>
                    </a:ext>
                  </a:extLst>
                </p14:cNvPr>
                <p14:cNvContentPartPr/>
                <p14:nvPr/>
              </p14:nvContentPartPr>
              <p14:xfrm>
                <a:off x="9215395" y="4663990"/>
                <a:ext cx="169560" cy="158760"/>
              </p14:xfrm>
            </p:contentPart>
          </mc:Choice>
          <mc:Fallback>
            <p:pic>
              <p:nvPicPr>
                <p:cNvPr id="77" name="Ink 76">
                  <a:extLst>
                    <a:ext uri="{FF2B5EF4-FFF2-40B4-BE49-F238E27FC236}">
                      <a16:creationId xmlns:a16="http://schemas.microsoft.com/office/drawing/2014/main" id="{53D75C58-D851-D372-C895-5AA27332DAD4}"/>
                    </a:ext>
                  </a:extLst>
                </p:cNvPr>
                <p:cNvPicPr/>
                <p:nvPr/>
              </p:nvPicPr>
              <p:blipFill>
                <a:blip r:embed="rId134"/>
                <a:stretch>
                  <a:fillRect/>
                </a:stretch>
              </p:blipFill>
              <p:spPr>
                <a:xfrm>
                  <a:off x="9209275" y="4657870"/>
                  <a:ext cx="1818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8" name="Ink 77">
                  <a:extLst>
                    <a:ext uri="{FF2B5EF4-FFF2-40B4-BE49-F238E27FC236}">
                      <a16:creationId xmlns:a16="http://schemas.microsoft.com/office/drawing/2014/main" id="{DC8E5211-DE60-C5C1-291A-4D08EC380868}"/>
                    </a:ext>
                  </a:extLst>
                </p14:cNvPr>
                <p14:cNvContentPartPr/>
                <p14:nvPr/>
              </p14:nvContentPartPr>
              <p14:xfrm>
                <a:off x="9505915" y="4770550"/>
                <a:ext cx="97560" cy="40680"/>
              </p14:xfrm>
            </p:contentPart>
          </mc:Choice>
          <mc:Fallback>
            <p:pic>
              <p:nvPicPr>
                <p:cNvPr id="78" name="Ink 77">
                  <a:extLst>
                    <a:ext uri="{FF2B5EF4-FFF2-40B4-BE49-F238E27FC236}">
                      <a16:creationId xmlns:a16="http://schemas.microsoft.com/office/drawing/2014/main" id="{DC8E5211-DE60-C5C1-291A-4D08EC380868}"/>
                    </a:ext>
                  </a:extLst>
                </p:cNvPr>
                <p:cNvPicPr/>
                <p:nvPr/>
              </p:nvPicPr>
              <p:blipFill>
                <a:blip r:embed="rId136"/>
                <a:stretch>
                  <a:fillRect/>
                </a:stretch>
              </p:blipFill>
              <p:spPr>
                <a:xfrm>
                  <a:off x="9499795" y="4764430"/>
                  <a:ext cx="1098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9" name="Ink 78">
                  <a:extLst>
                    <a:ext uri="{FF2B5EF4-FFF2-40B4-BE49-F238E27FC236}">
                      <a16:creationId xmlns:a16="http://schemas.microsoft.com/office/drawing/2014/main" id="{294FBE73-1B66-6F9E-A23F-FE47F2A15CBD}"/>
                    </a:ext>
                  </a:extLst>
                </p14:cNvPr>
                <p14:cNvContentPartPr/>
                <p14:nvPr/>
              </p14:nvContentPartPr>
              <p14:xfrm>
                <a:off x="9740635" y="4686670"/>
                <a:ext cx="26640" cy="136800"/>
              </p14:xfrm>
            </p:contentPart>
          </mc:Choice>
          <mc:Fallback>
            <p:pic>
              <p:nvPicPr>
                <p:cNvPr id="79" name="Ink 78">
                  <a:extLst>
                    <a:ext uri="{FF2B5EF4-FFF2-40B4-BE49-F238E27FC236}">
                      <a16:creationId xmlns:a16="http://schemas.microsoft.com/office/drawing/2014/main" id="{294FBE73-1B66-6F9E-A23F-FE47F2A15CBD}"/>
                    </a:ext>
                  </a:extLst>
                </p:cNvPr>
                <p:cNvPicPr/>
                <p:nvPr/>
              </p:nvPicPr>
              <p:blipFill>
                <a:blip r:embed="rId138"/>
                <a:stretch>
                  <a:fillRect/>
                </a:stretch>
              </p:blipFill>
              <p:spPr>
                <a:xfrm>
                  <a:off x="9734515" y="4680550"/>
                  <a:ext cx="388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0" name="Ink 79">
                  <a:extLst>
                    <a:ext uri="{FF2B5EF4-FFF2-40B4-BE49-F238E27FC236}">
                      <a16:creationId xmlns:a16="http://schemas.microsoft.com/office/drawing/2014/main" id="{303887EB-9898-BE7F-D69C-10F15E738A29}"/>
                    </a:ext>
                  </a:extLst>
                </p14:cNvPr>
                <p14:cNvContentPartPr/>
                <p14:nvPr/>
              </p14:nvContentPartPr>
              <p14:xfrm>
                <a:off x="9069955" y="4965310"/>
                <a:ext cx="891360" cy="100800"/>
              </p14:xfrm>
            </p:contentPart>
          </mc:Choice>
          <mc:Fallback>
            <p:pic>
              <p:nvPicPr>
                <p:cNvPr id="80" name="Ink 79">
                  <a:extLst>
                    <a:ext uri="{FF2B5EF4-FFF2-40B4-BE49-F238E27FC236}">
                      <a16:creationId xmlns:a16="http://schemas.microsoft.com/office/drawing/2014/main" id="{303887EB-9898-BE7F-D69C-10F15E738A29}"/>
                    </a:ext>
                  </a:extLst>
                </p:cNvPr>
                <p:cNvPicPr/>
                <p:nvPr/>
              </p:nvPicPr>
              <p:blipFill>
                <a:blip r:embed="rId140"/>
                <a:stretch>
                  <a:fillRect/>
                </a:stretch>
              </p:blipFill>
              <p:spPr>
                <a:xfrm>
                  <a:off x="9063835" y="4959190"/>
                  <a:ext cx="9036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1" name="Ink 80">
                  <a:extLst>
                    <a:ext uri="{FF2B5EF4-FFF2-40B4-BE49-F238E27FC236}">
                      <a16:creationId xmlns:a16="http://schemas.microsoft.com/office/drawing/2014/main" id="{528A4370-5250-DA13-E694-01991616E080}"/>
                    </a:ext>
                  </a:extLst>
                </p14:cNvPr>
                <p14:cNvContentPartPr/>
                <p14:nvPr/>
              </p14:nvContentPartPr>
              <p14:xfrm>
                <a:off x="9528595" y="5166190"/>
                <a:ext cx="298440" cy="157320"/>
              </p14:xfrm>
            </p:contentPart>
          </mc:Choice>
          <mc:Fallback>
            <p:pic>
              <p:nvPicPr>
                <p:cNvPr id="81" name="Ink 80">
                  <a:extLst>
                    <a:ext uri="{FF2B5EF4-FFF2-40B4-BE49-F238E27FC236}">
                      <a16:creationId xmlns:a16="http://schemas.microsoft.com/office/drawing/2014/main" id="{528A4370-5250-DA13-E694-01991616E080}"/>
                    </a:ext>
                  </a:extLst>
                </p:cNvPr>
                <p:cNvPicPr/>
                <p:nvPr/>
              </p:nvPicPr>
              <p:blipFill>
                <a:blip r:embed="rId142"/>
                <a:stretch>
                  <a:fillRect/>
                </a:stretch>
              </p:blipFill>
              <p:spPr>
                <a:xfrm>
                  <a:off x="9522475" y="5160070"/>
                  <a:ext cx="31068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2" name="Ink 81">
                  <a:extLst>
                    <a:ext uri="{FF2B5EF4-FFF2-40B4-BE49-F238E27FC236}">
                      <a16:creationId xmlns:a16="http://schemas.microsoft.com/office/drawing/2014/main" id="{999D2209-74EC-8121-60CB-C5F2419DAFEB}"/>
                    </a:ext>
                  </a:extLst>
                </p14:cNvPr>
                <p14:cNvContentPartPr/>
                <p14:nvPr/>
              </p14:nvContentPartPr>
              <p14:xfrm>
                <a:off x="10125835" y="4769470"/>
                <a:ext cx="205200" cy="196920"/>
              </p14:xfrm>
            </p:contentPart>
          </mc:Choice>
          <mc:Fallback>
            <p:pic>
              <p:nvPicPr>
                <p:cNvPr id="82" name="Ink 81">
                  <a:extLst>
                    <a:ext uri="{FF2B5EF4-FFF2-40B4-BE49-F238E27FC236}">
                      <a16:creationId xmlns:a16="http://schemas.microsoft.com/office/drawing/2014/main" id="{999D2209-74EC-8121-60CB-C5F2419DAFEB}"/>
                    </a:ext>
                  </a:extLst>
                </p:cNvPr>
                <p:cNvPicPr/>
                <p:nvPr/>
              </p:nvPicPr>
              <p:blipFill>
                <a:blip r:embed="rId144"/>
                <a:stretch>
                  <a:fillRect/>
                </a:stretch>
              </p:blipFill>
              <p:spPr>
                <a:xfrm>
                  <a:off x="10119715" y="4763350"/>
                  <a:ext cx="21744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3" name="Ink 82">
                  <a:extLst>
                    <a:ext uri="{FF2B5EF4-FFF2-40B4-BE49-F238E27FC236}">
                      <a16:creationId xmlns:a16="http://schemas.microsoft.com/office/drawing/2014/main" id="{5F493A7B-7DFF-AA1C-B6D7-F35592FD93F7}"/>
                    </a:ext>
                  </a:extLst>
                </p14:cNvPr>
                <p14:cNvContentPartPr/>
                <p14:nvPr/>
              </p14:nvContentPartPr>
              <p14:xfrm>
                <a:off x="9972115" y="4703230"/>
                <a:ext cx="342720" cy="51120"/>
              </p14:xfrm>
            </p:contentPart>
          </mc:Choice>
          <mc:Fallback>
            <p:pic>
              <p:nvPicPr>
                <p:cNvPr id="83" name="Ink 82">
                  <a:extLst>
                    <a:ext uri="{FF2B5EF4-FFF2-40B4-BE49-F238E27FC236}">
                      <a16:creationId xmlns:a16="http://schemas.microsoft.com/office/drawing/2014/main" id="{5F493A7B-7DFF-AA1C-B6D7-F35592FD93F7}"/>
                    </a:ext>
                  </a:extLst>
                </p:cNvPr>
                <p:cNvPicPr/>
                <p:nvPr/>
              </p:nvPicPr>
              <p:blipFill>
                <a:blip r:embed="rId146"/>
                <a:stretch>
                  <a:fillRect/>
                </a:stretch>
              </p:blipFill>
              <p:spPr>
                <a:xfrm>
                  <a:off x="9965995" y="4697110"/>
                  <a:ext cx="35496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84" name="Ink 83">
                  <a:extLst>
                    <a:ext uri="{FF2B5EF4-FFF2-40B4-BE49-F238E27FC236}">
                      <a16:creationId xmlns:a16="http://schemas.microsoft.com/office/drawing/2014/main" id="{A87E6807-D803-5981-9AAC-22DD46F5AC5A}"/>
                    </a:ext>
                  </a:extLst>
                </p14:cNvPr>
                <p14:cNvContentPartPr/>
                <p14:nvPr/>
              </p14:nvContentPartPr>
              <p14:xfrm>
                <a:off x="10446235" y="4420630"/>
                <a:ext cx="317520" cy="942120"/>
              </p14:xfrm>
            </p:contentPart>
          </mc:Choice>
          <mc:Fallback>
            <p:pic>
              <p:nvPicPr>
                <p:cNvPr id="84" name="Ink 83">
                  <a:extLst>
                    <a:ext uri="{FF2B5EF4-FFF2-40B4-BE49-F238E27FC236}">
                      <a16:creationId xmlns:a16="http://schemas.microsoft.com/office/drawing/2014/main" id="{A87E6807-D803-5981-9AAC-22DD46F5AC5A}"/>
                    </a:ext>
                  </a:extLst>
                </p:cNvPr>
                <p:cNvPicPr/>
                <p:nvPr/>
              </p:nvPicPr>
              <p:blipFill>
                <a:blip r:embed="rId148"/>
                <a:stretch>
                  <a:fillRect/>
                </a:stretch>
              </p:blipFill>
              <p:spPr>
                <a:xfrm>
                  <a:off x="10440115" y="4414510"/>
                  <a:ext cx="329760" cy="95436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85" name="Ink 84">
                  <a:extLst>
                    <a:ext uri="{FF2B5EF4-FFF2-40B4-BE49-F238E27FC236}">
                      <a16:creationId xmlns:a16="http://schemas.microsoft.com/office/drawing/2014/main" id="{67AE3AE1-41F7-563B-D14F-A97FFE6C7E3D}"/>
                    </a:ext>
                  </a:extLst>
                </p14:cNvPr>
                <p14:cNvContentPartPr/>
                <p14:nvPr/>
              </p14:nvContentPartPr>
              <p14:xfrm>
                <a:off x="10674115" y="4634830"/>
                <a:ext cx="43200" cy="352080"/>
              </p14:xfrm>
            </p:contentPart>
          </mc:Choice>
          <mc:Fallback>
            <p:pic>
              <p:nvPicPr>
                <p:cNvPr id="85" name="Ink 84">
                  <a:extLst>
                    <a:ext uri="{FF2B5EF4-FFF2-40B4-BE49-F238E27FC236}">
                      <a16:creationId xmlns:a16="http://schemas.microsoft.com/office/drawing/2014/main" id="{67AE3AE1-41F7-563B-D14F-A97FFE6C7E3D}"/>
                    </a:ext>
                  </a:extLst>
                </p:cNvPr>
                <p:cNvPicPr/>
                <p:nvPr/>
              </p:nvPicPr>
              <p:blipFill>
                <a:blip r:embed="rId150"/>
                <a:stretch>
                  <a:fillRect/>
                </a:stretch>
              </p:blipFill>
              <p:spPr>
                <a:xfrm>
                  <a:off x="10667995" y="4628710"/>
                  <a:ext cx="5544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86" name="Ink 85">
                  <a:extLst>
                    <a:ext uri="{FF2B5EF4-FFF2-40B4-BE49-F238E27FC236}">
                      <a16:creationId xmlns:a16="http://schemas.microsoft.com/office/drawing/2014/main" id="{8E197369-5A7F-D996-064D-471C21DADF28}"/>
                    </a:ext>
                  </a:extLst>
                </p14:cNvPr>
                <p14:cNvContentPartPr/>
                <p14:nvPr/>
              </p14:nvContentPartPr>
              <p14:xfrm>
                <a:off x="10717315" y="4695670"/>
                <a:ext cx="162720" cy="195480"/>
              </p14:xfrm>
            </p:contentPart>
          </mc:Choice>
          <mc:Fallback>
            <p:pic>
              <p:nvPicPr>
                <p:cNvPr id="86" name="Ink 85">
                  <a:extLst>
                    <a:ext uri="{FF2B5EF4-FFF2-40B4-BE49-F238E27FC236}">
                      <a16:creationId xmlns:a16="http://schemas.microsoft.com/office/drawing/2014/main" id="{8E197369-5A7F-D996-064D-471C21DADF28}"/>
                    </a:ext>
                  </a:extLst>
                </p:cNvPr>
                <p:cNvPicPr/>
                <p:nvPr/>
              </p:nvPicPr>
              <p:blipFill>
                <a:blip r:embed="rId152"/>
                <a:stretch>
                  <a:fillRect/>
                </a:stretch>
              </p:blipFill>
              <p:spPr>
                <a:xfrm>
                  <a:off x="10711195" y="4689550"/>
                  <a:ext cx="1749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7" name="Ink 86">
                  <a:extLst>
                    <a:ext uri="{FF2B5EF4-FFF2-40B4-BE49-F238E27FC236}">
                      <a16:creationId xmlns:a16="http://schemas.microsoft.com/office/drawing/2014/main" id="{664943AB-F6BB-3E3F-A889-996351352C57}"/>
                    </a:ext>
                  </a:extLst>
                </p14:cNvPr>
                <p14:cNvContentPartPr/>
                <p14:nvPr/>
              </p14:nvContentPartPr>
              <p14:xfrm>
                <a:off x="11004595" y="4846150"/>
                <a:ext cx="162720" cy="56160"/>
              </p14:xfrm>
            </p:contentPart>
          </mc:Choice>
          <mc:Fallback>
            <p:pic>
              <p:nvPicPr>
                <p:cNvPr id="87" name="Ink 86">
                  <a:extLst>
                    <a:ext uri="{FF2B5EF4-FFF2-40B4-BE49-F238E27FC236}">
                      <a16:creationId xmlns:a16="http://schemas.microsoft.com/office/drawing/2014/main" id="{664943AB-F6BB-3E3F-A889-996351352C57}"/>
                    </a:ext>
                  </a:extLst>
                </p:cNvPr>
                <p:cNvPicPr/>
                <p:nvPr/>
              </p:nvPicPr>
              <p:blipFill>
                <a:blip r:embed="rId154"/>
                <a:stretch>
                  <a:fillRect/>
                </a:stretch>
              </p:blipFill>
              <p:spPr>
                <a:xfrm>
                  <a:off x="10998475" y="4840030"/>
                  <a:ext cx="17496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88" name="Ink 87">
                  <a:extLst>
                    <a:ext uri="{FF2B5EF4-FFF2-40B4-BE49-F238E27FC236}">
                      <a16:creationId xmlns:a16="http://schemas.microsoft.com/office/drawing/2014/main" id="{605D574B-CBAE-E0EB-3E46-619D9206FBD5}"/>
                    </a:ext>
                  </a:extLst>
                </p14:cNvPr>
                <p14:cNvContentPartPr/>
                <p14:nvPr/>
              </p14:nvContentPartPr>
              <p14:xfrm>
                <a:off x="11360275" y="4739950"/>
                <a:ext cx="33840" cy="198720"/>
              </p14:xfrm>
            </p:contentPart>
          </mc:Choice>
          <mc:Fallback>
            <p:pic>
              <p:nvPicPr>
                <p:cNvPr id="88" name="Ink 87">
                  <a:extLst>
                    <a:ext uri="{FF2B5EF4-FFF2-40B4-BE49-F238E27FC236}">
                      <a16:creationId xmlns:a16="http://schemas.microsoft.com/office/drawing/2014/main" id="{605D574B-CBAE-E0EB-3E46-619D9206FBD5}"/>
                    </a:ext>
                  </a:extLst>
                </p:cNvPr>
                <p:cNvPicPr/>
                <p:nvPr/>
              </p:nvPicPr>
              <p:blipFill>
                <a:blip r:embed="rId156"/>
                <a:stretch>
                  <a:fillRect/>
                </a:stretch>
              </p:blipFill>
              <p:spPr>
                <a:xfrm>
                  <a:off x="11354155" y="4733830"/>
                  <a:ext cx="460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89" name="Ink 88">
                  <a:extLst>
                    <a:ext uri="{FF2B5EF4-FFF2-40B4-BE49-F238E27FC236}">
                      <a16:creationId xmlns:a16="http://schemas.microsoft.com/office/drawing/2014/main" id="{FCDCE6C2-6643-B1A9-C809-A4B6581294B3}"/>
                    </a:ext>
                  </a:extLst>
                </p14:cNvPr>
                <p14:cNvContentPartPr/>
                <p14:nvPr/>
              </p14:nvContentPartPr>
              <p14:xfrm>
                <a:off x="10530115" y="4968190"/>
                <a:ext cx="959400" cy="73800"/>
              </p14:xfrm>
            </p:contentPart>
          </mc:Choice>
          <mc:Fallback>
            <p:pic>
              <p:nvPicPr>
                <p:cNvPr id="89" name="Ink 88">
                  <a:extLst>
                    <a:ext uri="{FF2B5EF4-FFF2-40B4-BE49-F238E27FC236}">
                      <a16:creationId xmlns:a16="http://schemas.microsoft.com/office/drawing/2014/main" id="{FCDCE6C2-6643-B1A9-C809-A4B6581294B3}"/>
                    </a:ext>
                  </a:extLst>
                </p:cNvPr>
                <p:cNvPicPr/>
                <p:nvPr/>
              </p:nvPicPr>
              <p:blipFill>
                <a:blip r:embed="rId158"/>
                <a:stretch>
                  <a:fillRect/>
                </a:stretch>
              </p:blipFill>
              <p:spPr>
                <a:xfrm>
                  <a:off x="10523995" y="4962070"/>
                  <a:ext cx="97164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0" name="Ink 89">
                  <a:extLst>
                    <a:ext uri="{FF2B5EF4-FFF2-40B4-BE49-F238E27FC236}">
                      <a16:creationId xmlns:a16="http://schemas.microsoft.com/office/drawing/2014/main" id="{4EEBAAFF-F8F5-5B95-629E-51DDC24FED39}"/>
                    </a:ext>
                  </a:extLst>
                </p14:cNvPr>
                <p14:cNvContentPartPr/>
                <p14:nvPr/>
              </p14:nvContentPartPr>
              <p14:xfrm>
                <a:off x="10972555" y="5240350"/>
                <a:ext cx="332640" cy="134640"/>
              </p14:xfrm>
            </p:contentPart>
          </mc:Choice>
          <mc:Fallback>
            <p:pic>
              <p:nvPicPr>
                <p:cNvPr id="90" name="Ink 89">
                  <a:extLst>
                    <a:ext uri="{FF2B5EF4-FFF2-40B4-BE49-F238E27FC236}">
                      <a16:creationId xmlns:a16="http://schemas.microsoft.com/office/drawing/2014/main" id="{4EEBAAFF-F8F5-5B95-629E-51DDC24FED39}"/>
                    </a:ext>
                  </a:extLst>
                </p:cNvPr>
                <p:cNvPicPr/>
                <p:nvPr/>
              </p:nvPicPr>
              <p:blipFill>
                <a:blip r:embed="rId160"/>
                <a:stretch>
                  <a:fillRect/>
                </a:stretch>
              </p:blipFill>
              <p:spPr>
                <a:xfrm>
                  <a:off x="10966435" y="5234230"/>
                  <a:ext cx="34488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1" name="Ink 90">
                  <a:extLst>
                    <a:ext uri="{FF2B5EF4-FFF2-40B4-BE49-F238E27FC236}">
                      <a16:creationId xmlns:a16="http://schemas.microsoft.com/office/drawing/2014/main" id="{54C3B267-2521-7DB7-5139-0FCC18D084DF}"/>
                    </a:ext>
                  </a:extLst>
                </p14:cNvPr>
                <p14:cNvContentPartPr/>
                <p14:nvPr/>
              </p14:nvContentPartPr>
              <p14:xfrm>
                <a:off x="11317435" y="4471390"/>
                <a:ext cx="235800" cy="1107000"/>
              </p14:xfrm>
            </p:contentPart>
          </mc:Choice>
          <mc:Fallback>
            <p:pic>
              <p:nvPicPr>
                <p:cNvPr id="91" name="Ink 90">
                  <a:extLst>
                    <a:ext uri="{FF2B5EF4-FFF2-40B4-BE49-F238E27FC236}">
                      <a16:creationId xmlns:a16="http://schemas.microsoft.com/office/drawing/2014/main" id="{54C3B267-2521-7DB7-5139-0FCC18D084DF}"/>
                    </a:ext>
                  </a:extLst>
                </p:cNvPr>
                <p:cNvPicPr/>
                <p:nvPr/>
              </p:nvPicPr>
              <p:blipFill>
                <a:blip r:embed="rId162"/>
                <a:stretch>
                  <a:fillRect/>
                </a:stretch>
              </p:blipFill>
              <p:spPr>
                <a:xfrm>
                  <a:off x="11311315" y="4465270"/>
                  <a:ext cx="248040" cy="11192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4" name="Ink 93">
                  <a:extLst>
                    <a:ext uri="{FF2B5EF4-FFF2-40B4-BE49-F238E27FC236}">
                      <a16:creationId xmlns:a16="http://schemas.microsoft.com/office/drawing/2014/main" id="{D58198DB-F550-CDF3-EEB0-7B27740681A1}"/>
                    </a:ext>
                  </a:extLst>
                </p14:cNvPr>
                <p14:cNvContentPartPr/>
                <p14:nvPr/>
              </p14:nvContentPartPr>
              <p14:xfrm>
                <a:off x="6957115" y="5432230"/>
                <a:ext cx="4175640" cy="309600"/>
              </p14:xfrm>
            </p:contentPart>
          </mc:Choice>
          <mc:Fallback>
            <p:pic>
              <p:nvPicPr>
                <p:cNvPr id="94" name="Ink 93">
                  <a:extLst>
                    <a:ext uri="{FF2B5EF4-FFF2-40B4-BE49-F238E27FC236}">
                      <a16:creationId xmlns:a16="http://schemas.microsoft.com/office/drawing/2014/main" id="{D58198DB-F550-CDF3-EEB0-7B27740681A1}"/>
                    </a:ext>
                  </a:extLst>
                </p:cNvPr>
                <p:cNvPicPr/>
                <p:nvPr/>
              </p:nvPicPr>
              <p:blipFill>
                <a:blip r:embed="rId164"/>
                <a:stretch>
                  <a:fillRect/>
                </a:stretch>
              </p:blipFill>
              <p:spPr>
                <a:xfrm>
                  <a:off x="6950995" y="5426110"/>
                  <a:ext cx="418788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5" name="Ink 94">
                  <a:extLst>
                    <a:ext uri="{FF2B5EF4-FFF2-40B4-BE49-F238E27FC236}">
                      <a16:creationId xmlns:a16="http://schemas.microsoft.com/office/drawing/2014/main" id="{8A7057B9-C6EC-2DDF-2BC8-35C7F387D3E9}"/>
                    </a:ext>
                  </a:extLst>
                </p14:cNvPr>
                <p14:cNvContentPartPr/>
                <p14:nvPr/>
              </p14:nvContentPartPr>
              <p14:xfrm>
                <a:off x="8167795" y="5821390"/>
                <a:ext cx="858960" cy="466200"/>
              </p14:xfrm>
            </p:contentPart>
          </mc:Choice>
          <mc:Fallback>
            <p:pic>
              <p:nvPicPr>
                <p:cNvPr id="95" name="Ink 94">
                  <a:extLst>
                    <a:ext uri="{FF2B5EF4-FFF2-40B4-BE49-F238E27FC236}">
                      <a16:creationId xmlns:a16="http://schemas.microsoft.com/office/drawing/2014/main" id="{8A7057B9-C6EC-2DDF-2BC8-35C7F387D3E9}"/>
                    </a:ext>
                  </a:extLst>
                </p:cNvPr>
                <p:cNvPicPr/>
                <p:nvPr/>
              </p:nvPicPr>
              <p:blipFill>
                <a:blip r:embed="rId166"/>
                <a:stretch>
                  <a:fillRect/>
                </a:stretch>
              </p:blipFill>
              <p:spPr>
                <a:xfrm>
                  <a:off x="8161675" y="5815270"/>
                  <a:ext cx="87120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6" name="Ink 95">
                  <a:extLst>
                    <a:ext uri="{FF2B5EF4-FFF2-40B4-BE49-F238E27FC236}">
                      <a16:creationId xmlns:a16="http://schemas.microsoft.com/office/drawing/2014/main" id="{76C6CF2B-4E3C-A836-4AF7-EC8AD1797DED}"/>
                    </a:ext>
                  </a:extLst>
                </p14:cNvPr>
                <p14:cNvContentPartPr/>
                <p14:nvPr/>
              </p14:nvContentPartPr>
              <p14:xfrm>
                <a:off x="9075715" y="5820310"/>
                <a:ext cx="232560" cy="512640"/>
              </p14:xfrm>
            </p:contentPart>
          </mc:Choice>
          <mc:Fallback>
            <p:pic>
              <p:nvPicPr>
                <p:cNvPr id="96" name="Ink 95">
                  <a:extLst>
                    <a:ext uri="{FF2B5EF4-FFF2-40B4-BE49-F238E27FC236}">
                      <a16:creationId xmlns:a16="http://schemas.microsoft.com/office/drawing/2014/main" id="{76C6CF2B-4E3C-A836-4AF7-EC8AD1797DED}"/>
                    </a:ext>
                  </a:extLst>
                </p:cNvPr>
                <p:cNvPicPr/>
                <p:nvPr/>
              </p:nvPicPr>
              <p:blipFill>
                <a:blip r:embed="rId168"/>
                <a:stretch>
                  <a:fillRect/>
                </a:stretch>
              </p:blipFill>
              <p:spPr>
                <a:xfrm>
                  <a:off x="9069595" y="5814190"/>
                  <a:ext cx="244800" cy="52488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97" name="Ink 96">
                  <a:extLst>
                    <a:ext uri="{FF2B5EF4-FFF2-40B4-BE49-F238E27FC236}">
                      <a16:creationId xmlns:a16="http://schemas.microsoft.com/office/drawing/2014/main" id="{91298617-889F-EE3F-FCA0-BDED5D89D3E4}"/>
                    </a:ext>
                  </a:extLst>
                </p14:cNvPr>
                <p14:cNvContentPartPr/>
                <p14:nvPr/>
              </p14:nvContentPartPr>
              <p14:xfrm>
                <a:off x="9323755" y="6038830"/>
                <a:ext cx="214560" cy="106920"/>
              </p14:xfrm>
            </p:contentPart>
          </mc:Choice>
          <mc:Fallback>
            <p:pic>
              <p:nvPicPr>
                <p:cNvPr id="97" name="Ink 96">
                  <a:extLst>
                    <a:ext uri="{FF2B5EF4-FFF2-40B4-BE49-F238E27FC236}">
                      <a16:creationId xmlns:a16="http://schemas.microsoft.com/office/drawing/2014/main" id="{91298617-889F-EE3F-FCA0-BDED5D89D3E4}"/>
                    </a:ext>
                  </a:extLst>
                </p:cNvPr>
                <p:cNvPicPr/>
                <p:nvPr/>
              </p:nvPicPr>
              <p:blipFill>
                <a:blip r:embed="rId170"/>
                <a:stretch>
                  <a:fillRect/>
                </a:stretch>
              </p:blipFill>
              <p:spPr>
                <a:xfrm>
                  <a:off x="9317635" y="6032710"/>
                  <a:ext cx="22680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98" name="Ink 97">
                  <a:extLst>
                    <a:ext uri="{FF2B5EF4-FFF2-40B4-BE49-F238E27FC236}">
                      <a16:creationId xmlns:a16="http://schemas.microsoft.com/office/drawing/2014/main" id="{20A1D856-F026-ECFE-1A78-70B73301F369}"/>
                    </a:ext>
                  </a:extLst>
                </p14:cNvPr>
                <p14:cNvContentPartPr/>
                <p14:nvPr/>
              </p14:nvContentPartPr>
              <p14:xfrm>
                <a:off x="8023435" y="6378310"/>
                <a:ext cx="1982160" cy="217800"/>
              </p14:xfrm>
            </p:contentPart>
          </mc:Choice>
          <mc:Fallback>
            <p:pic>
              <p:nvPicPr>
                <p:cNvPr id="98" name="Ink 97">
                  <a:extLst>
                    <a:ext uri="{FF2B5EF4-FFF2-40B4-BE49-F238E27FC236}">
                      <a16:creationId xmlns:a16="http://schemas.microsoft.com/office/drawing/2014/main" id="{20A1D856-F026-ECFE-1A78-70B73301F369}"/>
                    </a:ext>
                  </a:extLst>
                </p:cNvPr>
                <p:cNvPicPr/>
                <p:nvPr/>
              </p:nvPicPr>
              <p:blipFill>
                <a:blip r:embed="rId172"/>
                <a:stretch>
                  <a:fillRect/>
                </a:stretch>
              </p:blipFill>
              <p:spPr>
                <a:xfrm>
                  <a:off x="8017315" y="6372190"/>
                  <a:ext cx="1994400" cy="230040"/>
                </a:xfrm>
                <a:prstGeom prst="rect">
                  <a:avLst/>
                </a:prstGeom>
              </p:spPr>
            </p:pic>
          </mc:Fallback>
        </mc:AlternateContent>
      </p:grpSp>
    </p:spTree>
    <p:extLst>
      <p:ext uri="{BB962C8B-B14F-4D97-AF65-F5344CB8AC3E}">
        <p14:creationId xmlns:p14="http://schemas.microsoft.com/office/powerpoint/2010/main" val="4019643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Chi- Square distribution</a:t>
            </a:r>
          </a:p>
        </p:txBody>
      </p:sp>
      <p:sp>
        <p:nvSpPr>
          <p:cNvPr id="4" name="Content Placeholder 1">
            <a:extLst>
              <a:ext uri="{FF2B5EF4-FFF2-40B4-BE49-F238E27FC236}">
                <a16:creationId xmlns:a16="http://schemas.microsoft.com/office/drawing/2014/main" id="{6765B551-C0EC-4CB5-995D-B5FEEFB5D2EA}"/>
              </a:ext>
            </a:extLst>
          </p:cNvPr>
          <p:cNvSpPr txBox="1">
            <a:spLocks/>
          </p:cNvSpPr>
          <p:nvPr/>
        </p:nvSpPr>
        <p:spPr>
          <a:xfrm>
            <a:off x="304800" y="1493839"/>
            <a:ext cx="6019800" cy="3078161"/>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50000"/>
              </a:lnSpc>
              <a:spcBef>
                <a:spcPts val="0"/>
              </a:spcBef>
              <a:buFont typeface="Wingdings" panose="05000000000000000000" pitchFamily="2" charset="2"/>
              <a:buChar char="v"/>
            </a:pPr>
            <a:r>
              <a:rPr lang="en-IN" sz="2400" dirty="0"/>
              <a:t>Chi-Square distribution curve is not symmetrical, and hence not a normal curve.</a:t>
            </a:r>
          </a:p>
          <a:p>
            <a:pPr marL="342900" indent="-342900" algn="just">
              <a:lnSpc>
                <a:spcPct val="150000"/>
              </a:lnSpc>
              <a:spcBef>
                <a:spcPts val="0"/>
              </a:spcBef>
              <a:buFont typeface="Wingdings" panose="05000000000000000000" pitchFamily="2" charset="2"/>
              <a:buChar char="v"/>
            </a:pPr>
            <a:r>
              <a:rPr lang="en-IN" sz="2400" dirty="0"/>
              <a:t> Chi-Square varies from 0 to ∞(Curve lies entirely in first quadrant).</a:t>
            </a:r>
          </a:p>
          <a:p>
            <a:pPr marL="342900" indent="-342900" algn="just">
              <a:lnSpc>
                <a:spcPct val="150000"/>
              </a:lnSpc>
              <a:spcBef>
                <a:spcPts val="0"/>
              </a:spcBef>
              <a:buFont typeface="Wingdings" panose="05000000000000000000" pitchFamily="2" charset="2"/>
              <a:buChar char="v"/>
            </a:pPr>
            <a:r>
              <a:rPr lang="en-IN" sz="2400" dirty="0"/>
              <a:t>It depends only on degrees of freedom k.</a:t>
            </a:r>
          </a:p>
          <a:p>
            <a:pPr marL="342900" indent="-342900" algn="just">
              <a:lnSpc>
                <a:spcPct val="150000"/>
              </a:lnSpc>
              <a:spcBef>
                <a:spcPts val="0"/>
              </a:spcBef>
              <a:buFont typeface="Wingdings" panose="05000000000000000000" pitchFamily="2" charset="2"/>
              <a:buChar char="v"/>
            </a:pPr>
            <a:r>
              <a:rPr lang="en-IN" sz="2400" dirty="0"/>
              <a:t>It is very important in estimation and hypothesis testing.</a:t>
            </a:r>
          </a:p>
          <a:p>
            <a:pPr marL="342900" indent="-342900" algn="just">
              <a:lnSpc>
                <a:spcPct val="150000"/>
              </a:lnSpc>
              <a:spcBef>
                <a:spcPts val="0"/>
              </a:spcBef>
              <a:buFont typeface="Wingdings" panose="05000000000000000000" pitchFamily="2" charset="2"/>
              <a:buChar char="v"/>
            </a:pPr>
            <a:r>
              <a:rPr lang="en-IN" sz="2400" dirty="0"/>
              <a:t>It is used in sampling distributions of the sample variance, analysis of variance.</a:t>
            </a:r>
          </a:p>
          <a:p>
            <a:pPr marL="342900" indent="-342900" algn="just">
              <a:lnSpc>
                <a:spcPct val="150000"/>
              </a:lnSpc>
              <a:spcBef>
                <a:spcPts val="0"/>
              </a:spcBef>
              <a:buFont typeface="Wingdings" panose="05000000000000000000" pitchFamily="2" charset="2"/>
              <a:buChar char="v"/>
            </a:pPr>
            <a:r>
              <a:rPr lang="en-IN" sz="2400" dirty="0"/>
              <a:t>It is used as a measure of goodness of fit.</a:t>
            </a:r>
          </a:p>
        </p:txBody>
      </p:sp>
      <p:pic>
        <p:nvPicPr>
          <p:cNvPr id="3" name="Picture 2">
            <a:extLst>
              <a:ext uri="{FF2B5EF4-FFF2-40B4-BE49-F238E27FC236}">
                <a16:creationId xmlns:a16="http://schemas.microsoft.com/office/drawing/2014/main" id="{2ABBCE90-4954-4FBF-BF57-F09FA61ED90F}"/>
              </a:ext>
            </a:extLst>
          </p:cNvPr>
          <p:cNvPicPr>
            <a:picLocks noChangeAspect="1"/>
          </p:cNvPicPr>
          <p:nvPr/>
        </p:nvPicPr>
        <p:blipFill>
          <a:blip r:embed="rId2"/>
          <a:stretch>
            <a:fillRect/>
          </a:stretch>
        </p:blipFill>
        <p:spPr>
          <a:xfrm>
            <a:off x="6858000" y="1676400"/>
            <a:ext cx="4950474" cy="365760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4906631-7AEF-349F-835A-AEED64BD7041}"/>
                  </a:ext>
                </a:extLst>
              </p14:cNvPr>
              <p14:cNvContentPartPr/>
              <p14:nvPr/>
            </p14:nvContentPartPr>
            <p14:xfrm>
              <a:off x="797875" y="2401030"/>
              <a:ext cx="5100480" cy="61200"/>
            </p14:xfrm>
          </p:contentPart>
        </mc:Choice>
        <mc:Fallback>
          <p:pic>
            <p:nvPicPr>
              <p:cNvPr id="5" name="Ink 4">
                <a:extLst>
                  <a:ext uri="{FF2B5EF4-FFF2-40B4-BE49-F238E27FC236}">
                    <a16:creationId xmlns:a16="http://schemas.microsoft.com/office/drawing/2014/main" id="{B4906631-7AEF-349F-835A-AEED64BD7041}"/>
                  </a:ext>
                </a:extLst>
              </p:cNvPr>
              <p:cNvPicPr/>
              <p:nvPr/>
            </p:nvPicPr>
            <p:blipFill>
              <a:blip r:embed="rId4"/>
              <a:stretch>
                <a:fillRect/>
              </a:stretch>
            </p:blipFill>
            <p:spPr>
              <a:xfrm>
                <a:off x="791755" y="2394910"/>
                <a:ext cx="511272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06065EE2-964D-79BD-ADAB-E9274CA4A0E7}"/>
                  </a:ext>
                </a:extLst>
              </p14:cNvPr>
              <p14:cNvContentPartPr/>
              <p14:nvPr/>
            </p14:nvContentPartPr>
            <p14:xfrm>
              <a:off x="730555" y="2723950"/>
              <a:ext cx="3302640" cy="16920"/>
            </p14:xfrm>
          </p:contentPart>
        </mc:Choice>
        <mc:Fallback>
          <p:pic>
            <p:nvPicPr>
              <p:cNvPr id="7" name="Ink 6">
                <a:extLst>
                  <a:ext uri="{FF2B5EF4-FFF2-40B4-BE49-F238E27FC236}">
                    <a16:creationId xmlns:a16="http://schemas.microsoft.com/office/drawing/2014/main" id="{06065EE2-964D-79BD-ADAB-E9274CA4A0E7}"/>
                  </a:ext>
                </a:extLst>
              </p:cNvPr>
              <p:cNvPicPr/>
              <p:nvPr/>
            </p:nvPicPr>
            <p:blipFill>
              <a:blip r:embed="rId6"/>
              <a:stretch>
                <a:fillRect/>
              </a:stretch>
            </p:blipFill>
            <p:spPr>
              <a:xfrm>
                <a:off x="724435" y="2717830"/>
                <a:ext cx="33148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4AF4A8EE-E6D4-74FF-6131-449904D08FFA}"/>
                  </a:ext>
                </a:extLst>
              </p14:cNvPr>
              <p14:cNvContentPartPr/>
              <p14:nvPr/>
            </p14:nvContentPartPr>
            <p14:xfrm>
              <a:off x="2296915" y="3082510"/>
              <a:ext cx="2843280" cy="43920"/>
            </p14:xfrm>
          </p:contentPart>
        </mc:Choice>
        <mc:Fallback>
          <p:pic>
            <p:nvPicPr>
              <p:cNvPr id="8" name="Ink 7">
                <a:extLst>
                  <a:ext uri="{FF2B5EF4-FFF2-40B4-BE49-F238E27FC236}">
                    <a16:creationId xmlns:a16="http://schemas.microsoft.com/office/drawing/2014/main" id="{4AF4A8EE-E6D4-74FF-6131-449904D08FFA}"/>
                  </a:ext>
                </a:extLst>
              </p:cNvPr>
              <p:cNvPicPr/>
              <p:nvPr/>
            </p:nvPicPr>
            <p:blipFill>
              <a:blip r:embed="rId8"/>
              <a:stretch>
                <a:fillRect/>
              </a:stretch>
            </p:blipFill>
            <p:spPr>
              <a:xfrm>
                <a:off x="2290795" y="3076390"/>
                <a:ext cx="28555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B03BF3FE-F7E0-CA3D-B815-D8C96D53605D}"/>
                  </a:ext>
                </a:extLst>
              </p14:cNvPr>
              <p14:cNvContentPartPr/>
              <p14:nvPr/>
            </p14:nvContentPartPr>
            <p14:xfrm>
              <a:off x="1788595" y="3701350"/>
              <a:ext cx="7560" cy="6480"/>
            </p14:xfrm>
          </p:contentPart>
        </mc:Choice>
        <mc:Fallback>
          <p:pic>
            <p:nvPicPr>
              <p:cNvPr id="9" name="Ink 8">
                <a:extLst>
                  <a:ext uri="{FF2B5EF4-FFF2-40B4-BE49-F238E27FC236}">
                    <a16:creationId xmlns:a16="http://schemas.microsoft.com/office/drawing/2014/main" id="{B03BF3FE-F7E0-CA3D-B815-D8C96D53605D}"/>
                  </a:ext>
                </a:extLst>
              </p:cNvPr>
              <p:cNvPicPr/>
              <p:nvPr/>
            </p:nvPicPr>
            <p:blipFill>
              <a:blip r:embed="rId10"/>
              <a:stretch>
                <a:fillRect/>
              </a:stretch>
            </p:blipFill>
            <p:spPr>
              <a:xfrm>
                <a:off x="1782475" y="3695230"/>
                <a:ext cx="1980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7B876458-EB2C-8D99-206B-591959A9F9A9}"/>
                  </a:ext>
                </a:extLst>
              </p14:cNvPr>
              <p14:cNvContentPartPr/>
              <p14:nvPr/>
            </p14:nvContentPartPr>
            <p14:xfrm>
              <a:off x="1930435" y="3304630"/>
              <a:ext cx="4355280" cy="63360"/>
            </p14:xfrm>
          </p:contentPart>
        </mc:Choice>
        <mc:Fallback>
          <p:pic>
            <p:nvPicPr>
              <p:cNvPr id="10" name="Ink 9">
                <a:extLst>
                  <a:ext uri="{FF2B5EF4-FFF2-40B4-BE49-F238E27FC236}">
                    <a16:creationId xmlns:a16="http://schemas.microsoft.com/office/drawing/2014/main" id="{7B876458-EB2C-8D99-206B-591959A9F9A9}"/>
                  </a:ext>
                </a:extLst>
              </p:cNvPr>
              <p:cNvPicPr/>
              <p:nvPr/>
            </p:nvPicPr>
            <p:blipFill>
              <a:blip r:embed="rId12"/>
              <a:stretch>
                <a:fillRect/>
              </a:stretch>
            </p:blipFill>
            <p:spPr>
              <a:xfrm>
                <a:off x="1924315" y="3298510"/>
                <a:ext cx="436752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D96226B8-50A5-A376-A7C4-000B22BE4F2B}"/>
                  </a:ext>
                </a:extLst>
              </p14:cNvPr>
              <p14:cNvContentPartPr/>
              <p14:nvPr/>
            </p14:nvContentPartPr>
            <p14:xfrm>
              <a:off x="638395" y="3588310"/>
              <a:ext cx="956880" cy="58320"/>
            </p14:xfrm>
          </p:contentPart>
        </mc:Choice>
        <mc:Fallback>
          <p:pic>
            <p:nvPicPr>
              <p:cNvPr id="11" name="Ink 10">
                <a:extLst>
                  <a:ext uri="{FF2B5EF4-FFF2-40B4-BE49-F238E27FC236}">
                    <a16:creationId xmlns:a16="http://schemas.microsoft.com/office/drawing/2014/main" id="{D96226B8-50A5-A376-A7C4-000B22BE4F2B}"/>
                  </a:ext>
                </a:extLst>
              </p:cNvPr>
              <p:cNvPicPr/>
              <p:nvPr/>
            </p:nvPicPr>
            <p:blipFill>
              <a:blip r:embed="rId14"/>
              <a:stretch>
                <a:fillRect/>
              </a:stretch>
            </p:blipFill>
            <p:spPr>
              <a:xfrm>
                <a:off x="632275" y="3582190"/>
                <a:ext cx="96912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50E673CE-7EAB-EA88-169C-226F400B4677}"/>
                  </a:ext>
                </a:extLst>
              </p14:cNvPr>
              <p14:cNvContentPartPr/>
              <p14:nvPr/>
            </p14:nvContentPartPr>
            <p14:xfrm>
              <a:off x="3648715" y="1089550"/>
              <a:ext cx="5190480" cy="75600"/>
            </p14:xfrm>
          </p:contentPart>
        </mc:Choice>
        <mc:Fallback>
          <p:pic>
            <p:nvPicPr>
              <p:cNvPr id="12" name="Ink 11">
                <a:extLst>
                  <a:ext uri="{FF2B5EF4-FFF2-40B4-BE49-F238E27FC236}">
                    <a16:creationId xmlns:a16="http://schemas.microsoft.com/office/drawing/2014/main" id="{50E673CE-7EAB-EA88-169C-226F400B4677}"/>
                  </a:ext>
                </a:extLst>
              </p:cNvPr>
              <p:cNvPicPr/>
              <p:nvPr/>
            </p:nvPicPr>
            <p:blipFill>
              <a:blip r:embed="rId16"/>
              <a:stretch>
                <a:fillRect/>
              </a:stretch>
            </p:blipFill>
            <p:spPr>
              <a:xfrm>
                <a:off x="3642595" y="1083430"/>
                <a:ext cx="5202720" cy="87840"/>
              </a:xfrm>
              <a:prstGeom prst="rect">
                <a:avLst/>
              </a:prstGeom>
            </p:spPr>
          </p:pic>
        </mc:Fallback>
      </mc:AlternateContent>
    </p:spTree>
    <p:extLst>
      <p:ext uri="{BB962C8B-B14F-4D97-AF65-F5344CB8AC3E}">
        <p14:creationId xmlns:p14="http://schemas.microsoft.com/office/powerpoint/2010/main" val="1488784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t-distribution</a:t>
            </a:r>
          </a:p>
        </p:txBody>
      </p:sp>
      <p:sp>
        <p:nvSpPr>
          <p:cNvPr id="5" name="Content Placeholder 1"/>
          <p:cNvSpPr txBox="1">
            <a:spLocks/>
          </p:cNvSpPr>
          <p:nvPr/>
        </p:nvSpPr>
        <p:spPr>
          <a:xfrm>
            <a:off x="609600" y="1153341"/>
            <a:ext cx="107442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7030A0"/>
                </a:solidFill>
              </a:rPr>
              <a:t>Use: If we come across the variable of the form “normal by square root of chi-square upon </a:t>
            </a:r>
            <a:r>
              <a:rPr lang="en-US" b="1" dirty="0" err="1">
                <a:solidFill>
                  <a:srgbClr val="7030A0"/>
                </a:solidFill>
              </a:rPr>
              <a:t>dof</a:t>
            </a:r>
            <a:r>
              <a:rPr lang="en-US" b="1" dirty="0">
                <a:solidFill>
                  <a:srgbClr val="7030A0"/>
                </a:solidFill>
              </a:rPr>
              <a:t>”</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r>
              <a:rPr lang="en-US" b="1" dirty="0">
                <a:solidFill>
                  <a:srgbClr val="7030A0"/>
                </a:solidFill>
              </a:rPr>
              <a:t>                            </a:t>
            </a:r>
          </a:p>
          <a:p>
            <a:pPr marL="0" indent="0">
              <a:buNone/>
            </a:pPr>
            <a:r>
              <a:rPr lang="en-US" b="1" dirty="0">
                <a:solidFill>
                  <a:srgbClr val="7030A0"/>
                </a:solidFill>
              </a:rPr>
              <a:t>Where Numerator follows Z distribution and denominator follows chi-Square with n-1 </a:t>
            </a:r>
            <a:r>
              <a:rPr lang="en-US" b="1" dirty="0" err="1">
                <a:solidFill>
                  <a:srgbClr val="7030A0"/>
                </a:solidFill>
              </a:rPr>
              <a:t>dof</a:t>
            </a:r>
            <a:r>
              <a:rPr lang="en-US" b="1" dirty="0">
                <a:solidFill>
                  <a:srgbClr val="7030A0"/>
                </a:solidFill>
              </a:rPr>
              <a:t>. </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p:txBody>
      </p:sp>
      <mc:AlternateContent xmlns:mc="http://schemas.openxmlformats.org/markup-compatibility/2006" xmlns:a14="http://schemas.microsoft.com/office/drawing/2010/main">
        <mc:Choice Requires="a14">
          <p:sp>
            <p:nvSpPr>
              <p:cNvPr id="6" name="Rectangle 5"/>
              <p:cNvSpPr/>
              <p:nvPr/>
            </p:nvSpPr>
            <p:spPr>
              <a:xfrm>
                <a:off x="4724400" y="5555620"/>
                <a:ext cx="1413272" cy="9093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m:rPr>
                              <m:sty m:val="p"/>
                            </m:rPr>
                            <a:rPr lang="en-IN">
                              <a:latin typeface="Cambria Math" panose="02040503050406030204" pitchFamily="18" charset="0"/>
                            </a:rPr>
                            <m:t>t</m:t>
                          </m:r>
                        </m:e>
                        <m:sub>
                          <m:r>
                            <m:rPr>
                              <m:sty m:val="p"/>
                            </m:rPr>
                            <a:rPr lang="en-US" b="0" i="0" smtClean="0">
                              <a:latin typeface="Cambria Math" panose="02040503050406030204" pitchFamily="18" charset="0"/>
                            </a:rPr>
                            <m:t>k</m:t>
                          </m:r>
                        </m:sub>
                      </m:sSub>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𝑧</m:t>
                          </m:r>
                        </m:num>
                        <m:den>
                          <m:rad>
                            <m:radPr>
                              <m:degHide m:val="on"/>
                              <m:ctrlPr>
                                <a:rPr lang="en-IN" i="1">
                                  <a:latin typeface="Cambria Math" panose="02040503050406030204" pitchFamily="18" charset="0"/>
                                </a:rPr>
                              </m:ctrlPr>
                            </m:radPr>
                            <m:deg/>
                            <m:e>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𝑘</m:t>
                                      </m:r>
                                    </m:sub>
                                    <m:sup>
                                      <m:r>
                                        <a:rPr lang="en-IN" i="0">
                                          <a:latin typeface="Cambria Math" panose="02040503050406030204" pitchFamily="18" charset="0"/>
                                        </a:rPr>
                                        <m:t>2</m:t>
                                      </m:r>
                                    </m:sup>
                                  </m:sSubSup>
                                </m:num>
                                <m:den>
                                  <m:r>
                                    <a:rPr lang="en-IN" i="1">
                                      <a:latin typeface="Cambria Math" panose="02040503050406030204" pitchFamily="18" charset="0"/>
                                    </a:rPr>
                                    <m:t>𝑘</m:t>
                                  </m:r>
                                </m:den>
                              </m:f>
                            </m:e>
                          </m:rad>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4724400" y="5555620"/>
                <a:ext cx="1413272" cy="909352"/>
              </a:xfrm>
              <a:prstGeom prst="rect">
                <a:avLst/>
              </a:prstGeom>
              <a:blipFill>
                <a:blip r:embed="rId3"/>
                <a:stretch>
                  <a:fillRect/>
                </a:stretch>
              </a:blipFill>
            </p:spPr>
            <p:txBody>
              <a:bodyPr/>
              <a:lstStyle/>
              <a:p>
                <a:r>
                  <a:rPr lang="en-IN">
                    <a:noFill/>
                  </a:rPr>
                  <a:t> </a:t>
                </a:r>
              </a:p>
            </p:txBody>
          </p:sp>
        </mc:Fallback>
      </mc:AlternateContent>
      <p:graphicFrame>
        <p:nvGraphicFramePr>
          <p:cNvPr id="7" name="Object 6"/>
          <p:cNvGraphicFramePr>
            <a:graphicFrameLocks noChangeAspect="1"/>
          </p:cNvGraphicFramePr>
          <p:nvPr>
            <p:extLst>
              <p:ext uri="{D42A27DB-BD31-4B8C-83A1-F6EECF244321}">
                <p14:modId xmlns:p14="http://schemas.microsoft.com/office/powerpoint/2010/main" val="1887444901"/>
              </p:ext>
            </p:extLst>
          </p:nvPr>
        </p:nvGraphicFramePr>
        <p:xfrm>
          <a:off x="1295400" y="2743200"/>
          <a:ext cx="2312304" cy="777589"/>
        </p:xfrm>
        <a:graphic>
          <a:graphicData uri="http://schemas.openxmlformats.org/presentationml/2006/ole">
            <mc:AlternateContent xmlns:mc="http://schemas.openxmlformats.org/markup-compatibility/2006">
              <mc:Choice xmlns:v="urn:schemas-microsoft-com:vml" Requires="v">
                <p:oleObj name="Equation" r:id="rId4" imgW="1434960" imgH="482400" progId="Equation.DSMT4">
                  <p:embed/>
                </p:oleObj>
              </mc:Choice>
              <mc:Fallback>
                <p:oleObj name="Equation" r:id="rId4" imgW="1434960" imgH="482400" progId="Equation.DSMT4">
                  <p:embed/>
                  <p:pic>
                    <p:nvPicPr>
                      <p:cNvPr id="10" name="Object 9"/>
                      <p:cNvPicPr>
                        <a:picLocks noChangeAspect="1" noChangeArrowheads="1"/>
                      </p:cNvPicPr>
                      <p:nvPr/>
                    </p:nvPicPr>
                    <p:blipFill>
                      <a:blip r:embed="rId5"/>
                      <a:srcRect/>
                      <a:stretch>
                        <a:fillRect/>
                      </a:stretch>
                    </p:blipFill>
                    <p:spPr bwMode="auto">
                      <a:xfrm>
                        <a:off x="1295400" y="2743200"/>
                        <a:ext cx="2312304" cy="77758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8" name="Rectangle 7"/>
              <p:cNvSpPr/>
              <p:nvPr/>
            </p:nvSpPr>
            <p:spPr>
              <a:xfrm>
                <a:off x="5411986" y="2400060"/>
                <a:ext cx="2740494" cy="15728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𝑡</m:t>
                      </m:r>
                      <m:r>
                        <a:rPr lang="en-IN" i="0">
                          <a:latin typeface="Cambria Math" panose="02040503050406030204" pitchFamily="18" charset="0"/>
                        </a:rPr>
                        <m:t>=</m:t>
                      </m:r>
                      <m:f>
                        <m:fPr>
                          <m:ctrlPr>
                            <a:rPr lang="en-IN" i="1">
                              <a:latin typeface="Cambria Math" panose="02040503050406030204" pitchFamily="18" charset="0"/>
                            </a:rPr>
                          </m:ctrlPr>
                        </m:fPr>
                        <m:num>
                          <m:d>
                            <m:dPr>
                              <m:begChr m:val=""/>
                              <m:ctrlPr>
                                <a:rPr lang="en-IN" i="1">
                                  <a:latin typeface="Cambria Math" panose="02040503050406030204" pitchFamily="18" charset="0"/>
                                </a:rPr>
                              </m:ctrlPr>
                            </m:dPr>
                            <m:e>
                              <m:rad>
                                <m:radPr>
                                  <m:degHide m:val="on"/>
                                  <m:ctrlPr>
                                    <a:rPr lang="en-IN" i="1">
                                      <a:latin typeface="Cambria Math" panose="02040503050406030204" pitchFamily="18" charset="0"/>
                                    </a:rPr>
                                  </m:ctrlPr>
                                </m:radPr>
                                <m:deg/>
                                <m:e>
                                  <m:d>
                                    <m:dPr>
                                      <m:endChr m:val=""/>
                                      <m:ctrlPr>
                                        <a:rPr lang="en-IN" i="1">
                                          <a:latin typeface="Cambria Math" panose="02040503050406030204" pitchFamily="18" charset="0"/>
                                        </a:rPr>
                                      </m:ctrlPr>
                                    </m:dPr>
                                    <m:e>
                                      <m:bar>
                                        <m:barPr>
                                          <m:pos m:val="top"/>
                                          <m:ctrlPr>
                                            <a:rPr lang="en-IN" i="1">
                                              <a:latin typeface="Cambria Math" panose="02040503050406030204" pitchFamily="18" charset="0"/>
                                            </a:rPr>
                                          </m:ctrlPr>
                                        </m:barPr>
                                        <m:e>
                                          <m:r>
                                            <a:rPr lang="en-IN" i="1">
                                              <a:latin typeface="Cambria Math" panose="02040503050406030204" pitchFamily="18" charset="0"/>
                                            </a:rPr>
                                            <m:t>𝑥</m:t>
                                          </m:r>
                                        </m:e>
                                      </m:bar>
                                      <m:r>
                                        <a:rPr lang="en-IN" i="0">
                                          <a:latin typeface="Cambria Math" panose="02040503050406030204" pitchFamily="18" charset="0"/>
                                        </a:rPr>
                                        <m:t>−</m:t>
                                      </m:r>
                                      <m:r>
                                        <a:rPr lang="en-IN" i="1">
                                          <a:latin typeface="Cambria Math" panose="02040503050406030204" pitchFamily="18" charset="0"/>
                                        </a:rPr>
                                        <m:t>𝜇</m:t>
                                      </m:r>
                                      <m:f>
                                        <m:fPr>
                                          <m:type m:val="lin"/>
                                          <m:ctrlPr>
                                            <a:rPr lang="en-IN" i="1">
                                              <a:latin typeface="Cambria Math" panose="02040503050406030204" pitchFamily="18" charset="0"/>
                                            </a:rPr>
                                          </m:ctrlPr>
                                        </m:fPr>
                                        <m:num>
                                          <m:r>
                                            <a:rPr lang="en-IN" i="0">
                                              <a:latin typeface="Cambria Math" panose="02040503050406030204" pitchFamily="18" charset="0"/>
                                            </a:rPr>
                                            <m:t>)</m:t>
                                          </m:r>
                                        </m:num>
                                        <m:den>
                                          <m:rad>
                                            <m:radPr>
                                              <m:degHide m:val="on"/>
                                              <m:ctrlPr>
                                                <a:rPr lang="en-IN" i="1">
                                                  <a:latin typeface="Cambria Math" panose="02040503050406030204" pitchFamily="18" charset="0"/>
                                                </a:rPr>
                                              </m:ctrlPr>
                                            </m:radPr>
                                            <m:deg/>
                                            <m:e>
                                              <m:d>
                                                <m:dPr>
                                                  <m:ctrlPr>
                                                    <a:rPr lang="en-IN" i="1">
                                                      <a:latin typeface="Cambria Math" panose="02040503050406030204" pitchFamily="18" charset="0"/>
                                                    </a:rPr>
                                                  </m:ctrlPr>
                                                </m:dPr>
                                                <m:e>
                                                  <m:f>
                                                    <m:fPr>
                                                      <m:type m:val="lin"/>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i="0">
                                                              <a:latin typeface="Cambria Math" panose="02040503050406030204" pitchFamily="18" charset="0"/>
                                                            </a:rPr>
                                                            <m:t>2</m:t>
                                                          </m:r>
                                                        </m:sup>
                                                      </m:sSup>
                                                    </m:num>
                                                    <m:den>
                                                      <m:r>
                                                        <a:rPr lang="en-IN" i="1">
                                                          <a:latin typeface="Cambria Math" panose="02040503050406030204" pitchFamily="18" charset="0"/>
                                                        </a:rPr>
                                                        <m:t>𝑛</m:t>
                                                      </m:r>
                                                    </m:den>
                                                  </m:f>
                                                </m:e>
                                              </m:d>
                                            </m:e>
                                          </m:rad>
                                        </m:den>
                                      </m:f>
                                    </m:e>
                                  </m:d>
                                </m:e>
                              </m:rad>
                            </m:e>
                          </m:d>
                        </m:num>
                        <m:den>
                          <m:rad>
                            <m:radPr>
                              <m:degHide m:val="on"/>
                              <m:ctrlPr>
                                <a:rPr lang="en-IN" i="1">
                                  <a:latin typeface="Cambria Math" panose="02040503050406030204" pitchFamily="18" charset="0"/>
                                </a:rPr>
                              </m:ctrlPr>
                            </m:radPr>
                            <m:deg/>
                            <m:e>
                              <m:d>
                                <m:dPr>
                                  <m:endChr m:val=""/>
                                  <m:ctrlPr>
                                    <a:rPr lang="en-IN" i="1">
                                      <a:latin typeface="Cambria Math" panose="02040503050406030204" pitchFamily="18" charset="0"/>
                                    </a:rPr>
                                  </m:ctrlPr>
                                </m:dPr>
                                <m:e>
                                  <m:f>
                                    <m:fPr>
                                      <m:type m:val="lin"/>
                                      <m:ctrlPr>
                                        <a:rPr lang="en-IN" i="1">
                                          <a:latin typeface="Cambria Math" panose="02040503050406030204" pitchFamily="18" charset="0"/>
                                        </a:rPr>
                                      </m:ctrlPr>
                                    </m:fPr>
                                    <m:num>
                                      <m:f>
                                        <m:fPr>
                                          <m:ctrlPr>
                                            <a:rPr lang="en-IN" i="1">
                                              <a:latin typeface="Cambria Math" panose="02040503050406030204" pitchFamily="18" charset="0"/>
                                            </a:rPr>
                                          </m:ctrlPr>
                                        </m:fPr>
                                        <m:num>
                                          <m:r>
                                            <a:rPr lang="en-IN" i="1">
                                              <a:latin typeface="Cambria Math" panose="02040503050406030204" pitchFamily="18" charset="0"/>
                                            </a:rPr>
                                            <m:t>𝑛</m:t>
                                          </m:r>
                                          <m:r>
                                            <a:rPr lang="en-IN" i="0">
                                              <a:latin typeface="Cambria Math" panose="02040503050406030204" pitchFamily="18" charset="0"/>
                                            </a:rPr>
                                            <m:t>−1)</m:t>
                                          </m:r>
                                          <m:sSup>
                                            <m:sSupPr>
                                              <m:ctrlPr>
                                                <a:rPr lang="en-IN" i="1">
                                                  <a:latin typeface="Cambria Math" panose="02040503050406030204" pitchFamily="18" charset="0"/>
                                                </a:rPr>
                                              </m:ctrlPr>
                                            </m:sSupPr>
                                            <m:e>
                                              <m:r>
                                                <a:rPr lang="en-IN" i="1">
                                                  <a:latin typeface="Cambria Math" panose="02040503050406030204" pitchFamily="18" charset="0"/>
                                                </a:rPr>
                                                <m:t>𝑠</m:t>
                                              </m:r>
                                            </m:e>
                                            <m:sup>
                                              <m:r>
                                                <a:rPr lang="en-IN" i="0">
                                                  <a:latin typeface="Cambria Math" panose="02040503050406030204" pitchFamily="18" charset="0"/>
                                                </a:rPr>
                                                <m:t>2</m:t>
                                              </m:r>
                                            </m:sup>
                                          </m:sSup>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i="0">
                                                  <a:latin typeface="Cambria Math" panose="02040503050406030204" pitchFamily="18" charset="0"/>
                                                </a:rPr>
                                                <m:t>2</m:t>
                                              </m:r>
                                            </m:sup>
                                          </m:sSup>
                                        </m:den>
                                      </m:f>
                                    </m:num>
                                    <m:den>
                                      <m:f>
                                        <m:fPr>
                                          <m:ctrlPr>
                                            <a:rPr lang="en-IN" i="1">
                                              <a:latin typeface="Cambria Math" panose="02040503050406030204" pitchFamily="18" charset="0"/>
                                            </a:rPr>
                                          </m:ctrlPr>
                                        </m:fPr>
                                        <m:num>
                                          <m:r>
                                            <a:rPr lang="en-IN" i="0">
                                              <a:latin typeface="Cambria Math" panose="02040503050406030204" pitchFamily="18" charset="0"/>
                                            </a:rPr>
                                            <m:t>1</m:t>
                                          </m:r>
                                        </m:num>
                                        <m:den>
                                          <m:d>
                                            <m:dPr>
                                              <m:ctrlPr>
                                                <a:rPr lang="en-IN" i="1">
                                                  <a:latin typeface="Cambria Math" panose="02040503050406030204" pitchFamily="18" charset="0"/>
                                                </a:rPr>
                                              </m:ctrlPr>
                                            </m:dPr>
                                            <m:e>
                                              <m:r>
                                                <a:rPr lang="en-IN" i="1">
                                                  <a:latin typeface="Cambria Math" panose="02040503050406030204" pitchFamily="18" charset="0"/>
                                                </a:rPr>
                                                <m:t>𝑛</m:t>
                                              </m:r>
                                              <m:r>
                                                <a:rPr lang="en-IN" i="0">
                                                  <a:latin typeface="Cambria Math" panose="02040503050406030204" pitchFamily="18" charset="0"/>
                                                </a:rPr>
                                                <m:t>−1</m:t>
                                              </m:r>
                                            </m:e>
                                          </m:d>
                                        </m:den>
                                      </m:f>
                                    </m:den>
                                  </m:f>
                                </m:e>
                              </m:d>
                            </m:e>
                          </m:rad>
                        </m:den>
                      </m:f>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5411986" y="2400060"/>
                <a:ext cx="2740494" cy="1572866"/>
              </a:xfrm>
              <a:prstGeom prst="rect">
                <a:avLst/>
              </a:prstGeom>
              <a:blipFill>
                <a:blip r:embed="rId6"/>
                <a:stretch>
                  <a:fillRect/>
                </a:stretch>
              </a:blipFill>
            </p:spPr>
            <p:txBody>
              <a:bodyPr/>
              <a:lstStyle/>
              <a:p>
                <a:r>
                  <a:rPr lang="en-IN">
                    <a:noFill/>
                  </a:rPr>
                  <a:t> </a:t>
                </a:r>
              </a:p>
            </p:txBody>
          </p:sp>
        </mc:Fallback>
      </mc:AlternateContent>
      <p:graphicFrame>
        <p:nvGraphicFramePr>
          <p:cNvPr id="9" name="Object 8"/>
          <p:cNvGraphicFramePr>
            <a:graphicFrameLocks noChangeAspect="1"/>
          </p:cNvGraphicFramePr>
          <p:nvPr>
            <p:extLst>
              <p:ext uri="{D42A27DB-BD31-4B8C-83A1-F6EECF244321}">
                <p14:modId xmlns:p14="http://schemas.microsoft.com/office/powerpoint/2010/main" val="1687512381"/>
              </p:ext>
            </p:extLst>
          </p:nvPr>
        </p:nvGraphicFramePr>
        <p:xfrm>
          <a:off x="1219200" y="5499479"/>
          <a:ext cx="1855661" cy="901321"/>
        </p:xfrm>
        <a:graphic>
          <a:graphicData uri="http://schemas.openxmlformats.org/presentationml/2006/ole">
            <mc:AlternateContent xmlns:mc="http://schemas.openxmlformats.org/markup-compatibility/2006">
              <mc:Choice xmlns:v="urn:schemas-microsoft-com:vml" Requires="v">
                <p:oleObj name="Equation" r:id="rId7" imgW="999617" imgH="486336" progId="Equation.DSMT4">
                  <p:embed/>
                </p:oleObj>
              </mc:Choice>
              <mc:Fallback>
                <p:oleObj name="Equation" r:id="rId7" imgW="999617" imgH="486336" progId="Equation.DSMT4">
                  <p:embed/>
                  <p:pic>
                    <p:nvPicPr>
                      <p:cNvPr id="14" name="Object 13"/>
                      <p:cNvPicPr/>
                      <p:nvPr/>
                    </p:nvPicPr>
                    <p:blipFill>
                      <a:blip r:embed="rId8"/>
                      <a:stretch>
                        <a:fillRect/>
                      </a:stretch>
                    </p:blipFill>
                    <p:spPr>
                      <a:xfrm>
                        <a:off x="1219200" y="5499479"/>
                        <a:ext cx="1855661" cy="901321"/>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58FBE689-74CA-B2B5-8B2A-118A1D51DD63}"/>
              </a:ext>
            </a:extLst>
          </p:cNvPr>
          <p:cNvGrpSpPr/>
          <p:nvPr/>
        </p:nvGrpSpPr>
        <p:grpSpPr>
          <a:xfrm>
            <a:off x="4775515" y="1623016"/>
            <a:ext cx="6311160" cy="138240"/>
            <a:chOff x="4775515" y="1623016"/>
            <a:chExt cx="6311160" cy="138240"/>
          </a:xfrm>
        </p:grpSpPr>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C0DBC8C7-EF1C-7591-A6A2-3A5FA764B55D}"/>
                    </a:ext>
                  </a:extLst>
                </p14:cNvPr>
                <p14:cNvContentPartPr/>
                <p14:nvPr/>
              </p14:nvContentPartPr>
              <p14:xfrm>
                <a:off x="4775515" y="1689256"/>
                <a:ext cx="2732040" cy="72000"/>
              </p14:xfrm>
            </p:contentPart>
          </mc:Choice>
          <mc:Fallback>
            <p:pic>
              <p:nvPicPr>
                <p:cNvPr id="3" name="Ink 2">
                  <a:extLst>
                    <a:ext uri="{FF2B5EF4-FFF2-40B4-BE49-F238E27FC236}">
                      <a16:creationId xmlns:a16="http://schemas.microsoft.com/office/drawing/2014/main" id="{C0DBC8C7-EF1C-7591-A6A2-3A5FA764B55D}"/>
                    </a:ext>
                  </a:extLst>
                </p:cNvPr>
                <p:cNvPicPr/>
                <p:nvPr/>
              </p:nvPicPr>
              <p:blipFill>
                <a:blip r:embed="rId10"/>
                <a:stretch>
                  <a:fillRect/>
                </a:stretch>
              </p:blipFill>
              <p:spPr>
                <a:xfrm>
                  <a:off x="4769395" y="1683136"/>
                  <a:ext cx="27442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CF194601-DB88-C7B1-72BE-5C40FAC9172F}"/>
                    </a:ext>
                  </a:extLst>
                </p14:cNvPr>
                <p14:cNvContentPartPr/>
                <p14:nvPr/>
              </p14:nvContentPartPr>
              <p14:xfrm>
                <a:off x="7867195" y="1623016"/>
                <a:ext cx="3219480" cy="80640"/>
              </p14:xfrm>
            </p:contentPart>
          </mc:Choice>
          <mc:Fallback>
            <p:pic>
              <p:nvPicPr>
                <p:cNvPr id="4" name="Ink 3">
                  <a:extLst>
                    <a:ext uri="{FF2B5EF4-FFF2-40B4-BE49-F238E27FC236}">
                      <a16:creationId xmlns:a16="http://schemas.microsoft.com/office/drawing/2014/main" id="{CF194601-DB88-C7B1-72BE-5C40FAC9172F}"/>
                    </a:ext>
                  </a:extLst>
                </p:cNvPr>
                <p:cNvPicPr/>
                <p:nvPr/>
              </p:nvPicPr>
              <p:blipFill>
                <a:blip r:embed="rId12"/>
                <a:stretch>
                  <a:fillRect/>
                </a:stretch>
              </p:blipFill>
              <p:spPr>
                <a:xfrm>
                  <a:off x="7861075" y="1616896"/>
                  <a:ext cx="3231720" cy="92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D66F5255-08CE-87D2-0BA1-FFC7ACECAE99}"/>
                  </a:ext>
                </a:extLst>
              </p14:cNvPr>
              <p14:cNvContentPartPr/>
              <p14:nvPr/>
            </p14:nvContentPartPr>
            <p14:xfrm>
              <a:off x="634435" y="2033776"/>
              <a:ext cx="3427920" cy="720"/>
            </p14:xfrm>
          </p:contentPart>
        </mc:Choice>
        <mc:Fallback>
          <p:pic>
            <p:nvPicPr>
              <p:cNvPr id="12" name="Ink 11">
                <a:extLst>
                  <a:ext uri="{FF2B5EF4-FFF2-40B4-BE49-F238E27FC236}">
                    <a16:creationId xmlns:a16="http://schemas.microsoft.com/office/drawing/2014/main" id="{D66F5255-08CE-87D2-0BA1-FFC7ACECAE99}"/>
                  </a:ext>
                </a:extLst>
              </p:cNvPr>
              <p:cNvPicPr/>
              <p:nvPr/>
            </p:nvPicPr>
            <p:blipFill>
              <a:blip r:embed="rId14"/>
              <a:stretch>
                <a:fillRect/>
              </a:stretch>
            </p:blipFill>
            <p:spPr>
              <a:xfrm>
                <a:off x="628315" y="2021536"/>
                <a:ext cx="34401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937B30B8-E3A2-BF25-1FE6-648CF1389BEB}"/>
                  </a:ext>
                </a:extLst>
              </p14:cNvPr>
              <p14:cNvContentPartPr/>
              <p14:nvPr/>
            </p14:nvContentPartPr>
            <p14:xfrm>
              <a:off x="3610915" y="698176"/>
              <a:ext cx="2999880" cy="129240"/>
            </p14:xfrm>
          </p:contentPart>
        </mc:Choice>
        <mc:Fallback>
          <p:pic>
            <p:nvPicPr>
              <p:cNvPr id="13" name="Ink 12">
                <a:extLst>
                  <a:ext uri="{FF2B5EF4-FFF2-40B4-BE49-F238E27FC236}">
                    <a16:creationId xmlns:a16="http://schemas.microsoft.com/office/drawing/2014/main" id="{937B30B8-E3A2-BF25-1FE6-648CF1389BEB}"/>
                  </a:ext>
                </a:extLst>
              </p:cNvPr>
              <p:cNvPicPr/>
              <p:nvPr/>
            </p:nvPicPr>
            <p:blipFill>
              <a:blip r:embed="rId16"/>
              <a:stretch>
                <a:fillRect/>
              </a:stretch>
            </p:blipFill>
            <p:spPr>
              <a:xfrm>
                <a:off x="3604795" y="692056"/>
                <a:ext cx="30121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4" name="Ink 43">
                <a:extLst>
                  <a:ext uri="{FF2B5EF4-FFF2-40B4-BE49-F238E27FC236}">
                    <a16:creationId xmlns:a16="http://schemas.microsoft.com/office/drawing/2014/main" id="{28FBFC84-8F28-FCC9-9F73-5DA42CDE5E52}"/>
                  </a:ext>
                </a:extLst>
              </p14:cNvPr>
              <p14:cNvContentPartPr/>
              <p14:nvPr/>
            </p14:nvContentPartPr>
            <p14:xfrm>
              <a:off x="1226635" y="2952136"/>
              <a:ext cx="235440" cy="360360"/>
            </p14:xfrm>
          </p:contentPart>
        </mc:Choice>
        <mc:Fallback>
          <p:pic>
            <p:nvPicPr>
              <p:cNvPr id="44" name="Ink 43">
                <a:extLst>
                  <a:ext uri="{FF2B5EF4-FFF2-40B4-BE49-F238E27FC236}">
                    <a16:creationId xmlns:a16="http://schemas.microsoft.com/office/drawing/2014/main" id="{28FBFC84-8F28-FCC9-9F73-5DA42CDE5E52}"/>
                  </a:ext>
                </a:extLst>
              </p:cNvPr>
              <p:cNvPicPr/>
              <p:nvPr/>
            </p:nvPicPr>
            <p:blipFill>
              <a:blip r:embed="rId18"/>
              <a:stretch>
                <a:fillRect/>
              </a:stretch>
            </p:blipFill>
            <p:spPr>
              <a:xfrm>
                <a:off x="1220515" y="2946016"/>
                <a:ext cx="247680" cy="372600"/>
              </a:xfrm>
              <a:prstGeom prst="rect">
                <a:avLst/>
              </a:prstGeom>
            </p:spPr>
          </p:pic>
        </mc:Fallback>
      </mc:AlternateContent>
      <p:grpSp>
        <p:nvGrpSpPr>
          <p:cNvPr id="71" name="Group 70">
            <a:extLst>
              <a:ext uri="{FF2B5EF4-FFF2-40B4-BE49-F238E27FC236}">
                <a16:creationId xmlns:a16="http://schemas.microsoft.com/office/drawing/2014/main" id="{57364F62-6AB3-B028-309D-C3D7299F25D7}"/>
              </a:ext>
            </a:extLst>
          </p:cNvPr>
          <p:cNvGrpSpPr/>
          <p:nvPr/>
        </p:nvGrpSpPr>
        <p:grpSpPr>
          <a:xfrm>
            <a:off x="1359475" y="3162736"/>
            <a:ext cx="9749520" cy="2012040"/>
            <a:chOff x="1359475" y="3162736"/>
            <a:chExt cx="9749520" cy="2012040"/>
          </a:xfrm>
        </p:grpSpPr>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C2E0E797-D988-FC37-FEF2-579363EBC39C}"/>
                    </a:ext>
                  </a:extLst>
                </p14:cNvPr>
                <p14:cNvContentPartPr/>
                <p14:nvPr/>
              </p14:nvContentPartPr>
              <p14:xfrm>
                <a:off x="1668355" y="3979216"/>
                <a:ext cx="206280" cy="354960"/>
              </p14:xfrm>
            </p:contentPart>
          </mc:Choice>
          <mc:Fallback>
            <p:pic>
              <p:nvPicPr>
                <p:cNvPr id="14" name="Ink 13">
                  <a:extLst>
                    <a:ext uri="{FF2B5EF4-FFF2-40B4-BE49-F238E27FC236}">
                      <a16:creationId xmlns:a16="http://schemas.microsoft.com/office/drawing/2014/main" id="{C2E0E797-D988-FC37-FEF2-579363EBC39C}"/>
                    </a:ext>
                  </a:extLst>
                </p:cNvPr>
                <p:cNvPicPr/>
                <p:nvPr/>
              </p:nvPicPr>
              <p:blipFill>
                <a:blip r:embed="rId20"/>
                <a:stretch>
                  <a:fillRect/>
                </a:stretch>
              </p:blipFill>
              <p:spPr>
                <a:xfrm>
                  <a:off x="1662235" y="3973096"/>
                  <a:ext cx="21852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C7297593-F2FA-B226-C2CF-517AA91E4DD5}"/>
                    </a:ext>
                  </a:extLst>
                </p14:cNvPr>
                <p14:cNvContentPartPr/>
                <p14:nvPr/>
              </p14:nvContentPartPr>
              <p14:xfrm>
                <a:off x="1639555" y="4063816"/>
                <a:ext cx="306000" cy="183240"/>
              </p14:xfrm>
            </p:contentPart>
          </mc:Choice>
          <mc:Fallback>
            <p:pic>
              <p:nvPicPr>
                <p:cNvPr id="15" name="Ink 14">
                  <a:extLst>
                    <a:ext uri="{FF2B5EF4-FFF2-40B4-BE49-F238E27FC236}">
                      <a16:creationId xmlns:a16="http://schemas.microsoft.com/office/drawing/2014/main" id="{C7297593-F2FA-B226-C2CF-517AA91E4DD5}"/>
                    </a:ext>
                  </a:extLst>
                </p:cNvPr>
                <p:cNvPicPr/>
                <p:nvPr/>
              </p:nvPicPr>
              <p:blipFill>
                <a:blip r:embed="rId22"/>
                <a:stretch>
                  <a:fillRect/>
                </a:stretch>
              </p:blipFill>
              <p:spPr>
                <a:xfrm>
                  <a:off x="1633435" y="4057696"/>
                  <a:ext cx="3182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ACFA9C2F-EBA1-FB5C-DC0B-932C22CFEC5E}"/>
                    </a:ext>
                  </a:extLst>
                </p14:cNvPr>
                <p14:cNvContentPartPr/>
                <p14:nvPr/>
              </p14:nvContentPartPr>
              <p14:xfrm>
                <a:off x="1609315" y="3847456"/>
                <a:ext cx="261720" cy="19080"/>
              </p14:xfrm>
            </p:contentPart>
          </mc:Choice>
          <mc:Fallback>
            <p:pic>
              <p:nvPicPr>
                <p:cNvPr id="16" name="Ink 15">
                  <a:extLst>
                    <a:ext uri="{FF2B5EF4-FFF2-40B4-BE49-F238E27FC236}">
                      <a16:creationId xmlns:a16="http://schemas.microsoft.com/office/drawing/2014/main" id="{ACFA9C2F-EBA1-FB5C-DC0B-932C22CFEC5E}"/>
                    </a:ext>
                  </a:extLst>
                </p:cNvPr>
                <p:cNvPicPr/>
                <p:nvPr/>
              </p:nvPicPr>
              <p:blipFill>
                <a:blip r:embed="rId24"/>
                <a:stretch>
                  <a:fillRect/>
                </a:stretch>
              </p:blipFill>
              <p:spPr>
                <a:xfrm>
                  <a:off x="1603195" y="3841336"/>
                  <a:ext cx="2739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71D69710-D585-AA9D-720B-707FCD871379}"/>
                    </a:ext>
                  </a:extLst>
                </p14:cNvPr>
                <p14:cNvContentPartPr/>
                <p14:nvPr/>
              </p14:nvContentPartPr>
              <p14:xfrm>
                <a:off x="2176675" y="4136536"/>
                <a:ext cx="244800" cy="27360"/>
              </p14:xfrm>
            </p:contentPart>
          </mc:Choice>
          <mc:Fallback>
            <p:pic>
              <p:nvPicPr>
                <p:cNvPr id="17" name="Ink 16">
                  <a:extLst>
                    <a:ext uri="{FF2B5EF4-FFF2-40B4-BE49-F238E27FC236}">
                      <a16:creationId xmlns:a16="http://schemas.microsoft.com/office/drawing/2014/main" id="{71D69710-D585-AA9D-720B-707FCD871379}"/>
                    </a:ext>
                  </a:extLst>
                </p:cNvPr>
                <p:cNvPicPr/>
                <p:nvPr/>
              </p:nvPicPr>
              <p:blipFill>
                <a:blip r:embed="rId26"/>
                <a:stretch>
                  <a:fillRect/>
                </a:stretch>
              </p:blipFill>
              <p:spPr>
                <a:xfrm>
                  <a:off x="2170555" y="4130416"/>
                  <a:ext cx="2570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194CD1E9-AE60-2579-B829-6879E0CAFEE8}"/>
                    </a:ext>
                  </a:extLst>
                </p14:cNvPr>
                <p14:cNvContentPartPr/>
                <p14:nvPr/>
              </p14:nvContentPartPr>
              <p14:xfrm>
                <a:off x="2583475" y="4002976"/>
                <a:ext cx="365760" cy="237240"/>
              </p14:xfrm>
            </p:contentPart>
          </mc:Choice>
          <mc:Fallback>
            <p:pic>
              <p:nvPicPr>
                <p:cNvPr id="18" name="Ink 17">
                  <a:extLst>
                    <a:ext uri="{FF2B5EF4-FFF2-40B4-BE49-F238E27FC236}">
                      <a16:creationId xmlns:a16="http://schemas.microsoft.com/office/drawing/2014/main" id="{194CD1E9-AE60-2579-B829-6879E0CAFEE8}"/>
                    </a:ext>
                  </a:extLst>
                </p:cNvPr>
                <p:cNvPicPr/>
                <p:nvPr/>
              </p:nvPicPr>
              <p:blipFill>
                <a:blip r:embed="rId28"/>
                <a:stretch>
                  <a:fillRect/>
                </a:stretch>
              </p:blipFill>
              <p:spPr>
                <a:xfrm>
                  <a:off x="2577355" y="3996856"/>
                  <a:ext cx="37800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0D8E7471-C73C-DD1C-FE70-E68FACA2A88E}"/>
                    </a:ext>
                  </a:extLst>
                </p14:cNvPr>
                <p14:cNvContentPartPr/>
                <p14:nvPr/>
              </p14:nvContentPartPr>
              <p14:xfrm>
                <a:off x="1453435" y="4376656"/>
                <a:ext cx="1790640" cy="36000"/>
              </p14:xfrm>
            </p:contentPart>
          </mc:Choice>
          <mc:Fallback>
            <p:pic>
              <p:nvPicPr>
                <p:cNvPr id="19" name="Ink 18">
                  <a:extLst>
                    <a:ext uri="{FF2B5EF4-FFF2-40B4-BE49-F238E27FC236}">
                      <a16:creationId xmlns:a16="http://schemas.microsoft.com/office/drawing/2014/main" id="{0D8E7471-C73C-DD1C-FE70-E68FACA2A88E}"/>
                    </a:ext>
                  </a:extLst>
                </p:cNvPr>
                <p:cNvPicPr/>
                <p:nvPr/>
              </p:nvPicPr>
              <p:blipFill>
                <a:blip r:embed="rId30"/>
                <a:stretch>
                  <a:fillRect/>
                </a:stretch>
              </p:blipFill>
              <p:spPr>
                <a:xfrm>
                  <a:off x="1447315" y="4370536"/>
                  <a:ext cx="180288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1713B30A-AE32-DDC9-39CD-3654E07A6633}"/>
                    </a:ext>
                  </a:extLst>
                </p14:cNvPr>
                <p14:cNvContentPartPr/>
                <p14:nvPr/>
              </p14:nvContentPartPr>
              <p14:xfrm>
                <a:off x="2140675" y="4486096"/>
                <a:ext cx="157320" cy="180360"/>
              </p14:xfrm>
            </p:contentPart>
          </mc:Choice>
          <mc:Fallback>
            <p:pic>
              <p:nvPicPr>
                <p:cNvPr id="20" name="Ink 19">
                  <a:extLst>
                    <a:ext uri="{FF2B5EF4-FFF2-40B4-BE49-F238E27FC236}">
                      <a16:creationId xmlns:a16="http://schemas.microsoft.com/office/drawing/2014/main" id="{1713B30A-AE32-DDC9-39CD-3654E07A6633}"/>
                    </a:ext>
                  </a:extLst>
                </p:cNvPr>
                <p:cNvPicPr/>
                <p:nvPr/>
              </p:nvPicPr>
              <p:blipFill>
                <a:blip r:embed="rId32"/>
                <a:stretch>
                  <a:fillRect/>
                </a:stretch>
              </p:blipFill>
              <p:spPr>
                <a:xfrm>
                  <a:off x="2134555" y="4479976"/>
                  <a:ext cx="16956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7FFA483D-75BD-320A-E40F-127F6BCA48F1}"/>
                    </a:ext>
                  </a:extLst>
                </p14:cNvPr>
                <p14:cNvContentPartPr/>
                <p14:nvPr/>
              </p14:nvContentPartPr>
              <p14:xfrm>
                <a:off x="2289715" y="4441816"/>
                <a:ext cx="304560" cy="509760"/>
              </p14:xfrm>
            </p:contentPart>
          </mc:Choice>
          <mc:Fallback>
            <p:pic>
              <p:nvPicPr>
                <p:cNvPr id="21" name="Ink 20">
                  <a:extLst>
                    <a:ext uri="{FF2B5EF4-FFF2-40B4-BE49-F238E27FC236}">
                      <a16:creationId xmlns:a16="http://schemas.microsoft.com/office/drawing/2014/main" id="{7FFA483D-75BD-320A-E40F-127F6BCA48F1}"/>
                    </a:ext>
                  </a:extLst>
                </p:cNvPr>
                <p:cNvPicPr/>
                <p:nvPr/>
              </p:nvPicPr>
              <p:blipFill>
                <a:blip r:embed="rId34"/>
                <a:stretch>
                  <a:fillRect/>
                </a:stretch>
              </p:blipFill>
              <p:spPr>
                <a:xfrm>
                  <a:off x="2283595" y="4435696"/>
                  <a:ext cx="316800" cy="522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1D715760-2E3D-C5E8-2D35-6A89D3F60E60}"/>
                    </a:ext>
                  </a:extLst>
                </p14:cNvPr>
                <p14:cNvContentPartPr/>
                <p14:nvPr/>
              </p14:nvContentPartPr>
              <p14:xfrm>
                <a:off x="2514355" y="4492576"/>
                <a:ext cx="533160" cy="455040"/>
              </p14:xfrm>
            </p:contentPart>
          </mc:Choice>
          <mc:Fallback>
            <p:pic>
              <p:nvPicPr>
                <p:cNvPr id="22" name="Ink 21">
                  <a:extLst>
                    <a:ext uri="{FF2B5EF4-FFF2-40B4-BE49-F238E27FC236}">
                      <a16:creationId xmlns:a16="http://schemas.microsoft.com/office/drawing/2014/main" id="{1D715760-2E3D-C5E8-2D35-6A89D3F60E60}"/>
                    </a:ext>
                  </a:extLst>
                </p:cNvPr>
                <p:cNvPicPr/>
                <p:nvPr/>
              </p:nvPicPr>
              <p:blipFill>
                <a:blip r:embed="rId36"/>
                <a:stretch>
                  <a:fillRect/>
                </a:stretch>
              </p:blipFill>
              <p:spPr>
                <a:xfrm>
                  <a:off x="2508235" y="4486456"/>
                  <a:ext cx="545400" cy="4672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1053BD4F-2E9C-8186-F0AA-436A78139B88}"/>
                    </a:ext>
                  </a:extLst>
                </p14:cNvPr>
                <p14:cNvContentPartPr/>
                <p14:nvPr/>
              </p14:nvContentPartPr>
              <p14:xfrm>
                <a:off x="2784355" y="4694896"/>
                <a:ext cx="138600" cy="136080"/>
              </p14:xfrm>
            </p:contentPart>
          </mc:Choice>
          <mc:Fallback>
            <p:pic>
              <p:nvPicPr>
                <p:cNvPr id="23" name="Ink 22">
                  <a:extLst>
                    <a:ext uri="{FF2B5EF4-FFF2-40B4-BE49-F238E27FC236}">
                      <a16:creationId xmlns:a16="http://schemas.microsoft.com/office/drawing/2014/main" id="{1053BD4F-2E9C-8186-F0AA-436A78139B88}"/>
                    </a:ext>
                  </a:extLst>
                </p:cNvPr>
                <p:cNvPicPr/>
                <p:nvPr/>
              </p:nvPicPr>
              <p:blipFill>
                <a:blip r:embed="rId38"/>
                <a:stretch>
                  <a:fillRect/>
                </a:stretch>
              </p:blipFill>
              <p:spPr>
                <a:xfrm>
                  <a:off x="2778235" y="4688776"/>
                  <a:ext cx="1508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62FB6341-BF73-15D7-1ABF-08C778B0C3B4}"/>
                    </a:ext>
                  </a:extLst>
                </p14:cNvPr>
                <p14:cNvContentPartPr/>
                <p14:nvPr/>
              </p14:nvContentPartPr>
              <p14:xfrm>
                <a:off x="2863195" y="4368376"/>
                <a:ext cx="150480" cy="794160"/>
              </p14:xfrm>
            </p:contentPart>
          </mc:Choice>
          <mc:Fallback>
            <p:pic>
              <p:nvPicPr>
                <p:cNvPr id="24" name="Ink 23">
                  <a:extLst>
                    <a:ext uri="{FF2B5EF4-FFF2-40B4-BE49-F238E27FC236}">
                      <a16:creationId xmlns:a16="http://schemas.microsoft.com/office/drawing/2014/main" id="{62FB6341-BF73-15D7-1ABF-08C778B0C3B4}"/>
                    </a:ext>
                  </a:extLst>
                </p:cNvPr>
                <p:cNvPicPr/>
                <p:nvPr/>
              </p:nvPicPr>
              <p:blipFill>
                <a:blip r:embed="rId40"/>
                <a:stretch>
                  <a:fillRect/>
                </a:stretch>
              </p:blipFill>
              <p:spPr>
                <a:xfrm>
                  <a:off x="2857075" y="4362256"/>
                  <a:ext cx="162720" cy="8064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A25E0EA9-FA1B-DF06-372A-131C5CF60CA8}"/>
                    </a:ext>
                  </a:extLst>
                </p14:cNvPr>
                <p14:cNvContentPartPr/>
                <p14:nvPr/>
              </p14:nvContentPartPr>
              <p14:xfrm>
                <a:off x="2096035" y="4311136"/>
                <a:ext cx="9720" cy="10800"/>
              </p14:xfrm>
            </p:contentPart>
          </mc:Choice>
          <mc:Fallback>
            <p:pic>
              <p:nvPicPr>
                <p:cNvPr id="26" name="Ink 25">
                  <a:extLst>
                    <a:ext uri="{FF2B5EF4-FFF2-40B4-BE49-F238E27FC236}">
                      <a16:creationId xmlns:a16="http://schemas.microsoft.com/office/drawing/2014/main" id="{A25E0EA9-FA1B-DF06-372A-131C5CF60CA8}"/>
                    </a:ext>
                  </a:extLst>
                </p:cNvPr>
                <p:cNvPicPr/>
                <p:nvPr/>
              </p:nvPicPr>
              <p:blipFill>
                <a:blip r:embed="rId42"/>
                <a:stretch>
                  <a:fillRect/>
                </a:stretch>
              </p:blipFill>
              <p:spPr>
                <a:xfrm>
                  <a:off x="2089915" y="4305016"/>
                  <a:ext cx="219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A98A3739-90AD-31C5-A4AF-F6DBA4ECBE18}"/>
                    </a:ext>
                  </a:extLst>
                </p14:cNvPr>
                <p14:cNvContentPartPr/>
                <p14:nvPr/>
              </p14:nvContentPartPr>
              <p14:xfrm>
                <a:off x="1943035" y="4386736"/>
                <a:ext cx="310680" cy="742680"/>
              </p14:xfrm>
            </p:contentPart>
          </mc:Choice>
          <mc:Fallback>
            <p:pic>
              <p:nvPicPr>
                <p:cNvPr id="27" name="Ink 26">
                  <a:extLst>
                    <a:ext uri="{FF2B5EF4-FFF2-40B4-BE49-F238E27FC236}">
                      <a16:creationId xmlns:a16="http://schemas.microsoft.com/office/drawing/2014/main" id="{A98A3739-90AD-31C5-A4AF-F6DBA4ECBE18}"/>
                    </a:ext>
                  </a:extLst>
                </p:cNvPr>
                <p:cNvPicPr/>
                <p:nvPr/>
              </p:nvPicPr>
              <p:blipFill>
                <a:blip r:embed="rId44"/>
                <a:stretch>
                  <a:fillRect/>
                </a:stretch>
              </p:blipFill>
              <p:spPr>
                <a:xfrm>
                  <a:off x="1936915" y="4380616"/>
                  <a:ext cx="322920" cy="7549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C7CE3B6B-6B99-C88C-E4FB-7CE423DD7257}"/>
                    </a:ext>
                  </a:extLst>
                </p14:cNvPr>
                <p14:cNvContentPartPr/>
                <p14:nvPr/>
              </p14:nvContentPartPr>
              <p14:xfrm>
                <a:off x="2950315" y="4341376"/>
                <a:ext cx="559080" cy="84240"/>
              </p14:xfrm>
            </p:contentPart>
          </mc:Choice>
          <mc:Fallback>
            <p:pic>
              <p:nvPicPr>
                <p:cNvPr id="29" name="Ink 28">
                  <a:extLst>
                    <a:ext uri="{FF2B5EF4-FFF2-40B4-BE49-F238E27FC236}">
                      <a16:creationId xmlns:a16="http://schemas.microsoft.com/office/drawing/2014/main" id="{C7CE3B6B-6B99-C88C-E4FB-7CE423DD7257}"/>
                    </a:ext>
                  </a:extLst>
                </p:cNvPr>
                <p:cNvPicPr/>
                <p:nvPr/>
              </p:nvPicPr>
              <p:blipFill>
                <a:blip r:embed="rId46"/>
                <a:stretch>
                  <a:fillRect/>
                </a:stretch>
              </p:blipFill>
              <p:spPr>
                <a:xfrm>
                  <a:off x="2944195" y="4335256"/>
                  <a:ext cx="5713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AE0FF19A-BD47-CBD2-9BE6-2AF7666AD0BB}"/>
                    </a:ext>
                  </a:extLst>
                </p14:cNvPr>
                <p14:cNvContentPartPr/>
                <p14:nvPr/>
              </p14:nvContentPartPr>
              <p14:xfrm>
                <a:off x="1359475" y="3735496"/>
                <a:ext cx="744840" cy="777960"/>
              </p14:xfrm>
            </p:contentPart>
          </mc:Choice>
          <mc:Fallback>
            <p:pic>
              <p:nvPicPr>
                <p:cNvPr id="31" name="Ink 30">
                  <a:extLst>
                    <a:ext uri="{FF2B5EF4-FFF2-40B4-BE49-F238E27FC236}">
                      <a16:creationId xmlns:a16="http://schemas.microsoft.com/office/drawing/2014/main" id="{AE0FF19A-BD47-CBD2-9BE6-2AF7666AD0BB}"/>
                    </a:ext>
                  </a:extLst>
                </p:cNvPr>
                <p:cNvPicPr/>
                <p:nvPr/>
              </p:nvPicPr>
              <p:blipFill>
                <a:blip r:embed="rId48"/>
                <a:stretch>
                  <a:fillRect/>
                </a:stretch>
              </p:blipFill>
              <p:spPr>
                <a:xfrm>
                  <a:off x="1353355" y="3729376"/>
                  <a:ext cx="757080" cy="7902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2F52B107-C6A9-3D2D-CC60-3CFA14D3511F}"/>
                    </a:ext>
                  </a:extLst>
                </p14:cNvPr>
                <p14:cNvContentPartPr/>
                <p14:nvPr/>
              </p14:nvContentPartPr>
              <p14:xfrm>
                <a:off x="2058595" y="3697336"/>
                <a:ext cx="708840" cy="167400"/>
              </p14:xfrm>
            </p:contentPart>
          </mc:Choice>
          <mc:Fallback>
            <p:pic>
              <p:nvPicPr>
                <p:cNvPr id="32" name="Ink 31">
                  <a:extLst>
                    <a:ext uri="{FF2B5EF4-FFF2-40B4-BE49-F238E27FC236}">
                      <a16:creationId xmlns:a16="http://schemas.microsoft.com/office/drawing/2014/main" id="{2F52B107-C6A9-3D2D-CC60-3CFA14D3511F}"/>
                    </a:ext>
                  </a:extLst>
                </p:cNvPr>
                <p:cNvPicPr/>
                <p:nvPr/>
              </p:nvPicPr>
              <p:blipFill>
                <a:blip r:embed="rId50"/>
                <a:stretch>
                  <a:fillRect/>
                </a:stretch>
              </p:blipFill>
              <p:spPr>
                <a:xfrm>
                  <a:off x="2052475" y="3691216"/>
                  <a:ext cx="72108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FB2A6628-F6EA-6A23-E470-05D6F9385E14}"/>
                    </a:ext>
                  </a:extLst>
                </p14:cNvPr>
                <p14:cNvContentPartPr/>
                <p14:nvPr/>
              </p14:nvContentPartPr>
              <p14:xfrm>
                <a:off x="2623075" y="3540016"/>
                <a:ext cx="176760" cy="316080"/>
              </p14:xfrm>
            </p:contentPart>
          </mc:Choice>
          <mc:Fallback>
            <p:pic>
              <p:nvPicPr>
                <p:cNvPr id="33" name="Ink 32">
                  <a:extLst>
                    <a:ext uri="{FF2B5EF4-FFF2-40B4-BE49-F238E27FC236}">
                      <a16:creationId xmlns:a16="http://schemas.microsoft.com/office/drawing/2014/main" id="{FB2A6628-F6EA-6A23-E470-05D6F9385E14}"/>
                    </a:ext>
                  </a:extLst>
                </p:cNvPr>
                <p:cNvPicPr/>
                <p:nvPr/>
              </p:nvPicPr>
              <p:blipFill>
                <a:blip r:embed="rId52"/>
                <a:stretch>
                  <a:fillRect/>
                </a:stretch>
              </p:blipFill>
              <p:spPr>
                <a:xfrm>
                  <a:off x="2616955" y="3533896"/>
                  <a:ext cx="18900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BDB0830B-7539-465D-2820-F9DCD7092B25}"/>
                    </a:ext>
                  </a:extLst>
                </p14:cNvPr>
                <p14:cNvContentPartPr/>
                <p14:nvPr/>
              </p14:nvContentPartPr>
              <p14:xfrm>
                <a:off x="3058675" y="3509776"/>
                <a:ext cx="175320" cy="300600"/>
              </p14:xfrm>
            </p:contentPart>
          </mc:Choice>
          <mc:Fallback>
            <p:pic>
              <p:nvPicPr>
                <p:cNvPr id="34" name="Ink 33">
                  <a:extLst>
                    <a:ext uri="{FF2B5EF4-FFF2-40B4-BE49-F238E27FC236}">
                      <a16:creationId xmlns:a16="http://schemas.microsoft.com/office/drawing/2014/main" id="{BDB0830B-7539-465D-2820-F9DCD7092B25}"/>
                    </a:ext>
                  </a:extLst>
                </p:cNvPr>
                <p:cNvPicPr/>
                <p:nvPr/>
              </p:nvPicPr>
              <p:blipFill>
                <a:blip r:embed="rId54"/>
                <a:stretch>
                  <a:fillRect/>
                </a:stretch>
              </p:blipFill>
              <p:spPr>
                <a:xfrm>
                  <a:off x="3052555" y="3503656"/>
                  <a:ext cx="18756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0E2B0FB1-9340-3E48-A54C-5854EF6DEE74}"/>
                    </a:ext>
                  </a:extLst>
                </p14:cNvPr>
                <p14:cNvContentPartPr/>
                <p14:nvPr/>
              </p14:nvContentPartPr>
              <p14:xfrm>
                <a:off x="3315355" y="3370456"/>
                <a:ext cx="592560" cy="560520"/>
              </p14:xfrm>
            </p:contentPart>
          </mc:Choice>
          <mc:Fallback>
            <p:pic>
              <p:nvPicPr>
                <p:cNvPr id="35" name="Ink 34">
                  <a:extLst>
                    <a:ext uri="{FF2B5EF4-FFF2-40B4-BE49-F238E27FC236}">
                      <a16:creationId xmlns:a16="http://schemas.microsoft.com/office/drawing/2014/main" id="{0E2B0FB1-9340-3E48-A54C-5854EF6DEE74}"/>
                    </a:ext>
                  </a:extLst>
                </p:cNvPr>
                <p:cNvPicPr/>
                <p:nvPr/>
              </p:nvPicPr>
              <p:blipFill>
                <a:blip r:embed="rId56"/>
                <a:stretch>
                  <a:fillRect/>
                </a:stretch>
              </p:blipFill>
              <p:spPr>
                <a:xfrm>
                  <a:off x="3309235" y="3364336"/>
                  <a:ext cx="604800" cy="5727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FB624C12-F4C9-CDDF-1C2D-F920FEC55FF7}"/>
                    </a:ext>
                  </a:extLst>
                </p14:cNvPr>
                <p14:cNvContentPartPr/>
                <p14:nvPr/>
              </p14:nvContentPartPr>
              <p14:xfrm>
                <a:off x="3995035" y="3290536"/>
                <a:ext cx="83520" cy="399960"/>
              </p14:xfrm>
            </p:contentPart>
          </mc:Choice>
          <mc:Fallback>
            <p:pic>
              <p:nvPicPr>
                <p:cNvPr id="36" name="Ink 35">
                  <a:extLst>
                    <a:ext uri="{FF2B5EF4-FFF2-40B4-BE49-F238E27FC236}">
                      <a16:creationId xmlns:a16="http://schemas.microsoft.com/office/drawing/2014/main" id="{FB624C12-F4C9-CDDF-1C2D-F920FEC55FF7}"/>
                    </a:ext>
                  </a:extLst>
                </p:cNvPr>
                <p:cNvPicPr/>
                <p:nvPr/>
              </p:nvPicPr>
              <p:blipFill>
                <a:blip r:embed="rId58"/>
                <a:stretch>
                  <a:fillRect/>
                </a:stretch>
              </p:blipFill>
              <p:spPr>
                <a:xfrm>
                  <a:off x="3988915" y="3284416"/>
                  <a:ext cx="9576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4996D72E-2FFD-11DD-6632-8A65A6D858B4}"/>
                    </a:ext>
                  </a:extLst>
                </p14:cNvPr>
                <p14:cNvContentPartPr/>
                <p14:nvPr/>
              </p14:nvContentPartPr>
              <p14:xfrm>
                <a:off x="4112395" y="3526696"/>
                <a:ext cx="103680" cy="94320"/>
              </p14:xfrm>
            </p:contentPart>
          </mc:Choice>
          <mc:Fallback>
            <p:pic>
              <p:nvPicPr>
                <p:cNvPr id="37" name="Ink 36">
                  <a:extLst>
                    <a:ext uri="{FF2B5EF4-FFF2-40B4-BE49-F238E27FC236}">
                      <a16:creationId xmlns:a16="http://schemas.microsoft.com/office/drawing/2014/main" id="{4996D72E-2FFD-11DD-6632-8A65A6D858B4}"/>
                    </a:ext>
                  </a:extLst>
                </p:cNvPr>
                <p:cNvPicPr/>
                <p:nvPr/>
              </p:nvPicPr>
              <p:blipFill>
                <a:blip r:embed="rId60"/>
                <a:stretch>
                  <a:fillRect/>
                </a:stretch>
              </p:blipFill>
              <p:spPr>
                <a:xfrm>
                  <a:off x="4106275" y="3520576"/>
                  <a:ext cx="11592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0A263542-8B03-A3C4-DD94-38A386CB9701}"/>
                    </a:ext>
                  </a:extLst>
                </p14:cNvPr>
                <p14:cNvContentPartPr/>
                <p14:nvPr/>
              </p14:nvContentPartPr>
              <p14:xfrm>
                <a:off x="4433515" y="3430216"/>
                <a:ext cx="324360" cy="207360"/>
              </p14:xfrm>
            </p:contentPart>
          </mc:Choice>
          <mc:Fallback>
            <p:pic>
              <p:nvPicPr>
                <p:cNvPr id="38" name="Ink 37">
                  <a:extLst>
                    <a:ext uri="{FF2B5EF4-FFF2-40B4-BE49-F238E27FC236}">
                      <a16:creationId xmlns:a16="http://schemas.microsoft.com/office/drawing/2014/main" id="{0A263542-8B03-A3C4-DD94-38A386CB9701}"/>
                    </a:ext>
                  </a:extLst>
                </p:cNvPr>
                <p:cNvPicPr/>
                <p:nvPr/>
              </p:nvPicPr>
              <p:blipFill>
                <a:blip r:embed="rId62"/>
                <a:stretch>
                  <a:fillRect/>
                </a:stretch>
              </p:blipFill>
              <p:spPr>
                <a:xfrm>
                  <a:off x="4427395" y="3424096"/>
                  <a:ext cx="33660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9" name="Ink 38">
                  <a:extLst>
                    <a:ext uri="{FF2B5EF4-FFF2-40B4-BE49-F238E27FC236}">
                      <a16:creationId xmlns:a16="http://schemas.microsoft.com/office/drawing/2014/main" id="{9A7F505D-4FFC-CC7F-C4FB-5867DFB4870B}"/>
                    </a:ext>
                  </a:extLst>
                </p14:cNvPr>
                <p14:cNvContentPartPr/>
                <p14:nvPr/>
              </p14:nvContentPartPr>
              <p14:xfrm>
                <a:off x="4778035" y="3398176"/>
                <a:ext cx="126720" cy="136080"/>
              </p14:xfrm>
            </p:contentPart>
          </mc:Choice>
          <mc:Fallback>
            <p:pic>
              <p:nvPicPr>
                <p:cNvPr id="39" name="Ink 38">
                  <a:extLst>
                    <a:ext uri="{FF2B5EF4-FFF2-40B4-BE49-F238E27FC236}">
                      <a16:creationId xmlns:a16="http://schemas.microsoft.com/office/drawing/2014/main" id="{9A7F505D-4FFC-CC7F-C4FB-5867DFB4870B}"/>
                    </a:ext>
                  </a:extLst>
                </p:cNvPr>
                <p:cNvPicPr/>
                <p:nvPr/>
              </p:nvPicPr>
              <p:blipFill>
                <a:blip r:embed="rId64"/>
                <a:stretch>
                  <a:fillRect/>
                </a:stretch>
              </p:blipFill>
              <p:spPr>
                <a:xfrm>
                  <a:off x="4771915" y="3392056"/>
                  <a:ext cx="1389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0" name="Ink 39">
                  <a:extLst>
                    <a:ext uri="{FF2B5EF4-FFF2-40B4-BE49-F238E27FC236}">
                      <a16:creationId xmlns:a16="http://schemas.microsoft.com/office/drawing/2014/main" id="{859400BD-B740-ED81-679E-E95D719502BC}"/>
                    </a:ext>
                  </a:extLst>
                </p14:cNvPr>
                <p14:cNvContentPartPr/>
                <p14:nvPr/>
              </p14:nvContentPartPr>
              <p14:xfrm>
                <a:off x="4918435" y="3351016"/>
                <a:ext cx="372600" cy="149760"/>
              </p14:xfrm>
            </p:contentPart>
          </mc:Choice>
          <mc:Fallback>
            <p:pic>
              <p:nvPicPr>
                <p:cNvPr id="40" name="Ink 39">
                  <a:extLst>
                    <a:ext uri="{FF2B5EF4-FFF2-40B4-BE49-F238E27FC236}">
                      <a16:creationId xmlns:a16="http://schemas.microsoft.com/office/drawing/2014/main" id="{859400BD-B740-ED81-679E-E95D719502BC}"/>
                    </a:ext>
                  </a:extLst>
                </p:cNvPr>
                <p:cNvPicPr/>
                <p:nvPr/>
              </p:nvPicPr>
              <p:blipFill>
                <a:blip r:embed="rId66"/>
                <a:stretch>
                  <a:fillRect/>
                </a:stretch>
              </p:blipFill>
              <p:spPr>
                <a:xfrm>
                  <a:off x="4912315" y="3344896"/>
                  <a:ext cx="3848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1" name="Ink 40">
                  <a:extLst>
                    <a:ext uri="{FF2B5EF4-FFF2-40B4-BE49-F238E27FC236}">
                      <a16:creationId xmlns:a16="http://schemas.microsoft.com/office/drawing/2014/main" id="{90DF41C5-F94A-DF5D-C993-B5E9C877C825}"/>
                    </a:ext>
                  </a:extLst>
                </p14:cNvPr>
                <p14:cNvContentPartPr/>
                <p14:nvPr/>
              </p14:nvContentPartPr>
              <p14:xfrm>
                <a:off x="3259555" y="3610576"/>
                <a:ext cx="2143440" cy="336960"/>
              </p14:xfrm>
            </p:contentPart>
          </mc:Choice>
          <mc:Fallback>
            <p:pic>
              <p:nvPicPr>
                <p:cNvPr id="41" name="Ink 40">
                  <a:extLst>
                    <a:ext uri="{FF2B5EF4-FFF2-40B4-BE49-F238E27FC236}">
                      <a16:creationId xmlns:a16="http://schemas.microsoft.com/office/drawing/2014/main" id="{90DF41C5-F94A-DF5D-C993-B5E9C877C825}"/>
                    </a:ext>
                  </a:extLst>
                </p:cNvPr>
                <p:cNvPicPr/>
                <p:nvPr/>
              </p:nvPicPr>
              <p:blipFill>
                <a:blip r:embed="rId68"/>
                <a:stretch>
                  <a:fillRect/>
                </a:stretch>
              </p:blipFill>
              <p:spPr>
                <a:xfrm>
                  <a:off x="3253435" y="3604456"/>
                  <a:ext cx="215568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39E76A83-2BCD-81B4-2E86-685255832E59}"/>
                    </a:ext>
                  </a:extLst>
                </p14:cNvPr>
                <p14:cNvContentPartPr/>
                <p14:nvPr/>
              </p14:nvContentPartPr>
              <p14:xfrm>
                <a:off x="8681875" y="3560896"/>
                <a:ext cx="2127600" cy="83520"/>
              </p14:xfrm>
            </p:contentPart>
          </mc:Choice>
          <mc:Fallback>
            <p:pic>
              <p:nvPicPr>
                <p:cNvPr id="43" name="Ink 42">
                  <a:extLst>
                    <a:ext uri="{FF2B5EF4-FFF2-40B4-BE49-F238E27FC236}">
                      <a16:creationId xmlns:a16="http://schemas.microsoft.com/office/drawing/2014/main" id="{39E76A83-2BCD-81B4-2E86-685255832E59}"/>
                    </a:ext>
                  </a:extLst>
                </p:cNvPr>
                <p:cNvPicPr/>
                <p:nvPr/>
              </p:nvPicPr>
              <p:blipFill>
                <a:blip r:embed="rId70"/>
                <a:stretch>
                  <a:fillRect/>
                </a:stretch>
              </p:blipFill>
              <p:spPr>
                <a:xfrm>
                  <a:off x="8675755" y="3554776"/>
                  <a:ext cx="213984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636DD1A2-030C-6555-1D99-8C6D1DD4C03D}"/>
                    </a:ext>
                  </a:extLst>
                </p14:cNvPr>
                <p14:cNvContentPartPr/>
                <p14:nvPr/>
              </p14:nvContentPartPr>
              <p14:xfrm>
                <a:off x="1565755" y="3162736"/>
                <a:ext cx="802080" cy="362880"/>
              </p14:xfrm>
            </p:contentPart>
          </mc:Choice>
          <mc:Fallback>
            <p:pic>
              <p:nvPicPr>
                <p:cNvPr id="45" name="Ink 44">
                  <a:extLst>
                    <a:ext uri="{FF2B5EF4-FFF2-40B4-BE49-F238E27FC236}">
                      <a16:creationId xmlns:a16="http://schemas.microsoft.com/office/drawing/2014/main" id="{636DD1A2-030C-6555-1D99-8C6D1DD4C03D}"/>
                    </a:ext>
                  </a:extLst>
                </p:cNvPr>
                <p:cNvPicPr/>
                <p:nvPr/>
              </p:nvPicPr>
              <p:blipFill>
                <a:blip r:embed="rId72"/>
                <a:stretch>
                  <a:fillRect/>
                </a:stretch>
              </p:blipFill>
              <p:spPr>
                <a:xfrm>
                  <a:off x="1559635" y="3156616"/>
                  <a:ext cx="81432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0217D3F4-42F8-993A-75C5-3F71318D695A}"/>
                    </a:ext>
                  </a:extLst>
                </p14:cNvPr>
                <p14:cNvContentPartPr/>
                <p14:nvPr/>
              </p14:nvContentPartPr>
              <p14:xfrm>
                <a:off x="4100875" y="4310416"/>
                <a:ext cx="148680" cy="178200"/>
              </p14:xfrm>
            </p:contentPart>
          </mc:Choice>
          <mc:Fallback>
            <p:pic>
              <p:nvPicPr>
                <p:cNvPr id="46" name="Ink 45">
                  <a:extLst>
                    <a:ext uri="{FF2B5EF4-FFF2-40B4-BE49-F238E27FC236}">
                      <a16:creationId xmlns:a16="http://schemas.microsoft.com/office/drawing/2014/main" id="{0217D3F4-42F8-993A-75C5-3F71318D695A}"/>
                    </a:ext>
                  </a:extLst>
                </p:cNvPr>
                <p:cNvPicPr/>
                <p:nvPr/>
              </p:nvPicPr>
              <p:blipFill>
                <a:blip r:embed="rId74"/>
                <a:stretch>
                  <a:fillRect/>
                </a:stretch>
              </p:blipFill>
              <p:spPr>
                <a:xfrm>
                  <a:off x="4094755" y="4304296"/>
                  <a:ext cx="1609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6D3B7C97-D79D-1DD8-1614-BAA33AA9353B}"/>
                    </a:ext>
                  </a:extLst>
                </p14:cNvPr>
                <p14:cNvContentPartPr/>
                <p14:nvPr/>
              </p14:nvContentPartPr>
              <p14:xfrm>
                <a:off x="4159555" y="4227616"/>
                <a:ext cx="312480" cy="631080"/>
              </p14:xfrm>
            </p:contentPart>
          </mc:Choice>
          <mc:Fallback>
            <p:pic>
              <p:nvPicPr>
                <p:cNvPr id="47" name="Ink 46">
                  <a:extLst>
                    <a:ext uri="{FF2B5EF4-FFF2-40B4-BE49-F238E27FC236}">
                      <a16:creationId xmlns:a16="http://schemas.microsoft.com/office/drawing/2014/main" id="{6D3B7C97-D79D-1DD8-1614-BAA33AA9353B}"/>
                    </a:ext>
                  </a:extLst>
                </p:cNvPr>
                <p:cNvPicPr/>
                <p:nvPr/>
              </p:nvPicPr>
              <p:blipFill>
                <a:blip r:embed="rId76"/>
                <a:stretch>
                  <a:fillRect/>
                </a:stretch>
              </p:blipFill>
              <p:spPr>
                <a:xfrm>
                  <a:off x="4153435" y="4221496"/>
                  <a:ext cx="324720" cy="6433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2243CE9B-C7F5-382D-B697-9379EB610DA4}"/>
                    </a:ext>
                  </a:extLst>
                </p14:cNvPr>
                <p14:cNvContentPartPr/>
                <p14:nvPr/>
              </p14:nvContentPartPr>
              <p14:xfrm>
                <a:off x="4415155" y="4360096"/>
                <a:ext cx="451800" cy="385200"/>
              </p14:xfrm>
            </p:contentPart>
          </mc:Choice>
          <mc:Fallback>
            <p:pic>
              <p:nvPicPr>
                <p:cNvPr id="49" name="Ink 48">
                  <a:extLst>
                    <a:ext uri="{FF2B5EF4-FFF2-40B4-BE49-F238E27FC236}">
                      <a16:creationId xmlns:a16="http://schemas.microsoft.com/office/drawing/2014/main" id="{2243CE9B-C7F5-382D-B697-9379EB610DA4}"/>
                    </a:ext>
                  </a:extLst>
                </p:cNvPr>
                <p:cNvPicPr/>
                <p:nvPr/>
              </p:nvPicPr>
              <p:blipFill>
                <a:blip r:embed="rId78"/>
                <a:stretch>
                  <a:fillRect/>
                </a:stretch>
              </p:blipFill>
              <p:spPr>
                <a:xfrm>
                  <a:off x="4409035" y="4353976"/>
                  <a:ext cx="464040" cy="3974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0" name="Ink 49">
                  <a:extLst>
                    <a:ext uri="{FF2B5EF4-FFF2-40B4-BE49-F238E27FC236}">
                      <a16:creationId xmlns:a16="http://schemas.microsoft.com/office/drawing/2014/main" id="{9C8277BB-7E54-A3DF-4CE8-ADE8BAE79A5A}"/>
                    </a:ext>
                  </a:extLst>
                </p14:cNvPr>
                <p14:cNvContentPartPr/>
                <p14:nvPr/>
              </p14:nvContentPartPr>
              <p14:xfrm>
                <a:off x="4653835" y="4536496"/>
                <a:ext cx="181440" cy="144360"/>
              </p14:xfrm>
            </p:contentPart>
          </mc:Choice>
          <mc:Fallback>
            <p:pic>
              <p:nvPicPr>
                <p:cNvPr id="50" name="Ink 49">
                  <a:extLst>
                    <a:ext uri="{FF2B5EF4-FFF2-40B4-BE49-F238E27FC236}">
                      <a16:creationId xmlns:a16="http://schemas.microsoft.com/office/drawing/2014/main" id="{9C8277BB-7E54-A3DF-4CE8-ADE8BAE79A5A}"/>
                    </a:ext>
                  </a:extLst>
                </p:cNvPr>
                <p:cNvPicPr/>
                <p:nvPr/>
              </p:nvPicPr>
              <p:blipFill>
                <a:blip r:embed="rId80"/>
                <a:stretch>
                  <a:fillRect/>
                </a:stretch>
              </p:blipFill>
              <p:spPr>
                <a:xfrm>
                  <a:off x="4647715" y="4530376"/>
                  <a:ext cx="19368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1" name="Ink 50">
                  <a:extLst>
                    <a:ext uri="{FF2B5EF4-FFF2-40B4-BE49-F238E27FC236}">
                      <a16:creationId xmlns:a16="http://schemas.microsoft.com/office/drawing/2014/main" id="{AFF11708-A077-ADE2-EC70-DCC313162777}"/>
                    </a:ext>
                  </a:extLst>
                </p14:cNvPr>
                <p14:cNvContentPartPr/>
                <p14:nvPr/>
              </p14:nvContentPartPr>
              <p14:xfrm>
                <a:off x="5048395" y="4460536"/>
                <a:ext cx="151560" cy="3600"/>
              </p14:xfrm>
            </p:contentPart>
          </mc:Choice>
          <mc:Fallback>
            <p:pic>
              <p:nvPicPr>
                <p:cNvPr id="51" name="Ink 50">
                  <a:extLst>
                    <a:ext uri="{FF2B5EF4-FFF2-40B4-BE49-F238E27FC236}">
                      <a16:creationId xmlns:a16="http://schemas.microsoft.com/office/drawing/2014/main" id="{AFF11708-A077-ADE2-EC70-DCC313162777}"/>
                    </a:ext>
                  </a:extLst>
                </p:cNvPr>
                <p:cNvPicPr/>
                <p:nvPr/>
              </p:nvPicPr>
              <p:blipFill>
                <a:blip r:embed="rId82"/>
                <a:stretch>
                  <a:fillRect/>
                </a:stretch>
              </p:blipFill>
              <p:spPr>
                <a:xfrm>
                  <a:off x="5042275" y="4454416"/>
                  <a:ext cx="16380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2" name="Ink 51">
                  <a:extLst>
                    <a:ext uri="{FF2B5EF4-FFF2-40B4-BE49-F238E27FC236}">
                      <a16:creationId xmlns:a16="http://schemas.microsoft.com/office/drawing/2014/main" id="{F281B77A-B639-4E7B-4B09-8A9A94A9BC37}"/>
                    </a:ext>
                  </a:extLst>
                </p14:cNvPr>
                <p14:cNvContentPartPr/>
                <p14:nvPr/>
              </p14:nvContentPartPr>
              <p14:xfrm>
                <a:off x="5096995" y="4505896"/>
                <a:ext cx="211680" cy="34560"/>
              </p14:xfrm>
            </p:contentPart>
          </mc:Choice>
          <mc:Fallback>
            <p:pic>
              <p:nvPicPr>
                <p:cNvPr id="52" name="Ink 51">
                  <a:extLst>
                    <a:ext uri="{FF2B5EF4-FFF2-40B4-BE49-F238E27FC236}">
                      <a16:creationId xmlns:a16="http://schemas.microsoft.com/office/drawing/2014/main" id="{F281B77A-B639-4E7B-4B09-8A9A94A9BC37}"/>
                    </a:ext>
                  </a:extLst>
                </p:cNvPr>
                <p:cNvPicPr/>
                <p:nvPr/>
              </p:nvPicPr>
              <p:blipFill>
                <a:blip r:embed="rId84"/>
                <a:stretch>
                  <a:fillRect/>
                </a:stretch>
              </p:blipFill>
              <p:spPr>
                <a:xfrm>
                  <a:off x="5090875" y="4499776"/>
                  <a:ext cx="2239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7F071ADF-5715-6D55-341F-FA0F1D61E7D5}"/>
                    </a:ext>
                  </a:extLst>
                </p14:cNvPr>
                <p14:cNvContentPartPr/>
                <p14:nvPr/>
              </p14:nvContentPartPr>
              <p14:xfrm>
                <a:off x="5607115" y="4302856"/>
                <a:ext cx="168480" cy="225360"/>
              </p14:xfrm>
            </p:contentPart>
          </mc:Choice>
          <mc:Fallback>
            <p:pic>
              <p:nvPicPr>
                <p:cNvPr id="54" name="Ink 53">
                  <a:extLst>
                    <a:ext uri="{FF2B5EF4-FFF2-40B4-BE49-F238E27FC236}">
                      <a16:creationId xmlns:a16="http://schemas.microsoft.com/office/drawing/2014/main" id="{7F071ADF-5715-6D55-341F-FA0F1D61E7D5}"/>
                    </a:ext>
                  </a:extLst>
                </p:cNvPr>
                <p:cNvPicPr/>
                <p:nvPr/>
              </p:nvPicPr>
              <p:blipFill>
                <a:blip r:embed="rId86"/>
                <a:stretch>
                  <a:fillRect/>
                </a:stretch>
              </p:blipFill>
              <p:spPr>
                <a:xfrm>
                  <a:off x="5600995" y="4296736"/>
                  <a:ext cx="18072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6" name="Ink 55">
                  <a:extLst>
                    <a:ext uri="{FF2B5EF4-FFF2-40B4-BE49-F238E27FC236}">
                      <a16:creationId xmlns:a16="http://schemas.microsoft.com/office/drawing/2014/main" id="{C706F09C-0F2E-DF11-FAF6-0EF7ECD709FF}"/>
                    </a:ext>
                  </a:extLst>
                </p14:cNvPr>
                <p14:cNvContentPartPr/>
                <p14:nvPr/>
              </p14:nvContentPartPr>
              <p14:xfrm>
                <a:off x="5833195" y="4132216"/>
                <a:ext cx="577800" cy="550080"/>
              </p14:xfrm>
            </p:contentPart>
          </mc:Choice>
          <mc:Fallback>
            <p:pic>
              <p:nvPicPr>
                <p:cNvPr id="56" name="Ink 55">
                  <a:extLst>
                    <a:ext uri="{FF2B5EF4-FFF2-40B4-BE49-F238E27FC236}">
                      <a16:creationId xmlns:a16="http://schemas.microsoft.com/office/drawing/2014/main" id="{C706F09C-0F2E-DF11-FAF6-0EF7ECD709FF}"/>
                    </a:ext>
                  </a:extLst>
                </p:cNvPr>
                <p:cNvPicPr/>
                <p:nvPr/>
              </p:nvPicPr>
              <p:blipFill>
                <a:blip r:embed="rId88"/>
                <a:stretch>
                  <a:fillRect/>
                </a:stretch>
              </p:blipFill>
              <p:spPr>
                <a:xfrm>
                  <a:off x="5827075" y="4126096"/>
                  <a:ext cx="590040" cy="5623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7" name="Ink 56">
                  <a:extLst>
                    <a:ext uri="{FF2B5EF4-FFF2-40B4-BE49-F238E27FC236}">
                      <a16:creationId xmlns:a16="http://schemas.microsoft.com/office/drawing/2014/main" id="{543315C5-B1C7-1BB3-5D18-3AA81313CDD8}"/>
                    </a:ext>
                  </a:extLst>
                </p14:cNvPr>
                <p14:cNvContentPartPr/>
                <p14:nvPr/>
              </p14:nvContentPartPr>
              <p14:xfrm>
                <a:off x="6426115" y="4143016"/>
                <a:ext cx="43920" cy="363240"/>
              </p14:xfrm>
            </p:contentPart>
          </mc:Choice>
          <mc:Fallback>
            <p:pic>
              <p:nvPicPr>
                <p:cNvPr id="57" name="Ink 56">
                  <a:extLst>
                    <a:ext uri="{FF2B5EF4-FFF2-40B4-BE49-F238E27FC236}">
                      <a16:creationId xmlns:a16="http://schemas.microsoft.com/office/drawing/2014/main" id="{543315C5-B1C7-1BB3-5D18-3AA81313CDD8}"/>
                    </a:ext>
                  </a:extLst>
                </p:cNvPr>
                <p:cNvPicPr/>
                <p:nvPr/>
              </p:nvPicPr>
              <p:blipFill>
                <a:blip r:embed="rId90"/>
                <a:stretch>
                  <a:fillRect/>
                </a:stretch>
              </p:blipFill>
              <p:spPr>
                <a:xfrm>
                  <a:off x="6419995" y="4136896"/>
                  <a:ext cx="5616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8" name="Ink 57">
                  <a:extLst>
                    <a:ext uri="{FF2B5EF4-FFF2-40B4-BE49-F238E27FC236}">
                      <a16:creationId xmlns:a16="http://schemas.microsoft.com/office/drawing/2014/main" id="{5B459853-90E5-F127-8DC6-441154860910}"/>
                    </a:ext>
                  </a:extLst>
                </p14:cNvPr>
                <p14:cNvContentPartPr/>
                <p14:nvPr/>
              </p14:nvContentPartPr>
              <p14:xfrm>
                <a:off x="6499555" y="4357576"/>
                <a:ext cx="211680" cy="137160"/>
              </p14:xfrm>
            </p:contentPart>
          </mc:Choice>
          <mc:Fallback>
            <p:pic>
              <p:nvPicPr>
                <p:cNvPr id="58" name="Ink 57">
                  <a:extLst>
                    <a:ext uri="{FF2B5EF4-FFF2-40B4-BE49-F238E27FC236}">
                      <a16:creationId xmlns:a16="http://schemas.microsoft.com/office/drawing/2014/main" id="{5B459853-90E5-F127-8DC6-441154860910}"/>
                    </a:ext>
                  </a:extLst>
                </p:cNvPr>
                <p:cNvPicPr/>
                <p:nvPr/>
              </p:nvPicPr>
              <p:blipFill>
                <a:blip r:embed="rId92"/>
                <a:stretch>
                  <a:fillRect/>
                </a:stretch>
              </p:blipFill>
              <p:spPr>
                <a:xfrm>
                  <a:off x="6493435" y="4351456"/>
                  <a:ext cx="2239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9" name="Ink 58">
                  <a:extLst>
                    <a:ext uri="{FF2B5EF4-FFF2-40B4-BE49-F238E27FC236}">
                      <a16:creationId xmlns:a16="http://schemas.microsoft.com/office/drawing/2014/main" id="{D2797750-D34B-430A-C14B-EF7862762E3C}"/>
                    </a:ext>
                  </a:extLst>
                </p14:cNvPr>
                <p14:cNvContentPartPr/>
                <p14:nvPr/>
              </p14:nvContentPartPr>
              <p14:xfrm>
                <a:off x="6882955" y="4282336"/>
                <a:ext cx="121680" cy="250200"/>
              </p14:xfrm>
            </p:contentPart>
          </mc:Choice>
          <mc:Fallback>
            <p:pic>
              <p:nvPicPr>
                <p:cNvPr id="59" name="Ink 58">
                  <a:extLst>
                    <a:ext uri="{FF2B5EF4-FFF2-40B4-BE49-F238E27FC236}">
                      <a16:creationId xmlns:a16="http://schemas.microsoft.com/office/drawing/2014/main" id="{D2797750-D34B-430A-C14B-EF7862762E3C}"/>
                    </a:ext>
                  </a:extLst>
                </p:cNvPr>
                <p:cNvPicPr/>
                <p:nvPr/>
              </p:nvPicPr>
              <p:blipFill>
                <a:blip r:embed="rId94"/>
                <a:stretch>
                  <a:fillRect/>
                </a:stretch>
              </p:blipFill>
              <p:spPr>
                <a:xfrm>
                  <a:off x="6876835" y="4276216"/>
                  <a:ext cx="13392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0" name="Ink 59">
                  <a:extLst>
                    <a:ext uri="{FF2B5EF4-FFF2-40B4-BE49-F238E27FC236}">
                      <a16:creationId xmlns:a16="http://schemas.microsoft.com/office/drawing/2014/main" id="{946324EC-C558-F65F-41CD-2DEAD2918A8B}"/>
                    </a:ext>
                  </a:extLst>
                </p14:cNvPr>
                <p14:cNvContentPartPr/>
                <p14:nvPr/>
              </p14:nvContentPartPr>
              <p14:xfrm>
                <a:off x="7046755" y="4385656"/>
                <a:ext cx="510120" cy="118440"/>
              </p14:xfrm>
            </p:contentPart>
          </mc:Choice>
          <mc:Fallback>
            <p:pic>
              <p:nvPicPr>
                <p:cNvPr id="60" name="Ink 59">
                  <a:extLst>
                    <a:ext uri="{FF2B5EF4-FFF2-40B4-BE49-F238E27FC236}">
                      <a16:creationId xmlns:a16="http://schemas.microsoft.com/office/drawing/2014/main" id="{946324EC-C558-F65F-41CD-2DEAD2918A8B}"/>
                    </a:ext>
                  </a:extLst>
                </p:cNvPr>
                <p:cNvPicPr/>
                <p:nvPr/>
              </p:nvPicPr>
              <p:blipFill>
                <a:blip r:embed="rId96"/>
                <a:stretch>
                  <a:fillRect/>
                </a:stretch>
              </p:blipFill>
              <p:spPr>
                <a:xfrm>
                  <a:off x="7040635" y="4379536"/>
                  <a:ext cx="5223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1" name="Ink 60">
                  <a:extLst>
                    <a:ext uri="{FF2B5EF4-FFF2-40B4-BE49-F238E27FC236}">
                      <a16:creationId xmlns:a16="http://schemas.microsoft.com/office/drawing/2014/main" id="{E280C9B5-798A-72E0-6E0B-7989DA3E0164}"/>
                    </a:ext>
                  </a:extLst>
                </p14:cNvPr>
                <p14:cNvContentPartPr/>
                <p14:nvPr/>
              </p14:nvContentPartPr>
              <p14:xfrm>
                <a:off x="7534915" y="4196296"/>
                <a:ext cx="65520" cy="10800"/>
              </p14:xfrm>
            </p:contentPart>
          </mc:Choice>
          <mc:Fallback>
            <p:pic>
              <p:nvPicPr>
                <p:cNvPr id="61" name="Ink 60">
                  <a:extLst>
                    <a:ext uri="{FF2B5EF4-FFF2-40B4-BE49-F238E27FC236}">
                      <a16:creationId xmlns:a16="http://schemas.microsoft.com/office/drawing/2014/main" id="{E280C9B5-798A-72E0-6E0B-7989DA3E0164}"/>
                    </a:ext>
                  </a:extLst>
                </p:cNvPr>
                <p:cNvPicPr/>
                <p:nvPr/>
              </p:nvPicPr>
              <p:blipFill>
                <a:blip r:embed="rId98"/>
                <a:stretch>
                  <a:fillRect/>
                </a:stretch>
              </p:blipFill>
              <p:spPr>
                <a:xfrm>
                  <a:off x="7528795" y="4190176"/>
                  <a:ext cx="777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2" name="Ink 61">
                  <a:extLst>
                    <a:ext uri="{FF2B5EF4-FFF2-40B4-BE49-F238E27FC236}">
                      <a16:creationId xmlns:a16="http://schemas.microsoft.com/office/drawing/2014/main" id="{1E046603-CCC9-D543-2C06-721B37E8BC36}"/>
                    </a:ext>
                  </a:extLst>
                </p14:cNvPr>
                <p14:cNvContentPartPr/>
                <p14:nvPr/>
              </p14:nvContentPartPr>
              <p14:xfrm>
                <a:off x="7589275" y="4370896"/>
                <a:ext cx="388080" cy="124200"/>
              </p14:xfrm>
            </p:contentPart>
          </mc:Choice>
          <mc:Fallback>
            <p:pic>
              <p:nvPicPr>
                <p:cNvPr id="62" name="Ink 61">
                  <a:extLst>
                    <a:ext uri="{FF2B5EF4-FFF2-40B4-BE49-F238E27FC236}">
                      <a16:creationId xmlns:a16="http://schemas.microsoft.com/office/drawing/2014/main" id="{1E046603-CCC9-D543-2C06-721B37E8BC36}"/>
                    </a:ext>
                  </a:extLst>
                </p:cNvPr>
                <p:cNvPicPr/>
                <p:nvPr/>
              </p:nvPicPr>
              <p:blipFill>
                <a:blip r:embed="rId100"/>
                <a:stretch>
                  <a:fillRect/>
                </a:stretch>
              </p:blipFill>
              <p:spPr>
                <a:xfrm>
                  <a:off x="7583155" y="4364776"/>
                  <a:ext cx="4003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3" name="Ink 62">
                  <a:extLst>
                    <a:ext uri="{FF2B5EF4-FFF2-40B4-BE49-F238E27FC236}">
                      <a16:creationId xmlns:a16="http://schemas.microsoft.com/office/drawing/2014/main" id="{497534A6-CF09-B247-15F7-258D48E79F7E}"/>
                    </a:ext>
                  </a:extLst>
                </p14:cNvPr>
                <p14:cNvContentPartPr/>
                <p14:nvPr/>
              </p14:nvContentPartPr>
              <p14:xfrm>
                <a:off x="8094355" y="4302856"/>
                <a:ext cx="144720" cy="129960"/>
              </p14:xfrm>
            </p:contentPart>
          </mc:Choice>
          <mc:Fallback>
            <p:pic>
              <p:nvPicPr>
                <p:cNvPr id="63" name="Ink 62">
                  <a:extLst>
                    <a:ext uri="{FF2B5EF4-FFF2-40B4-BE49-F238E27FC236}">
                      <a16:creationId xmlns:a16="http://schemas.microsoft.com/office/drawing/2014/main" id="{497534A6-CF09-B247-15F7-258D48E79F7E}"/>
                    </a:ext>
                  </a:extLst>
                </p:cNvPr>
                <p:cNvPicPr/>
                <p:nvPr/>
              </p:nvPicPr>
              <p:blipFill>
                <a:blip r:embed="rId102"/>
                <a:stretch>
                  <a:fillRect/>
                </a:stretch>
              </p:blipFill>
              <p:spPr>
                <a:xfrm>
                  <a:off x="8088235" y="4296736"/>
                  <a:ext cx="1569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4" name="Ink 63">
                  <a:extLst>
                    <a:ext uri="{FF2B5EF4-FFF2-40B4-BE49-F238E27FC236}">
                      <a16:creationId xmlns:a16="http://schemas.microsoft.com/office/drawing/2014/main" id="{545C7B76-3A2E-E635-29C8-450E1689D571}"/>
                    </a:ext>
                  </a:extLst>
                </p14:cNvPr>
                <p14:cNvContentPartPr/>
                <p14:nvPr/>
              </p14:nvContentPartPr>
              <p14:xfrm>
                <a:off x="8224675" y="4344256"/>
                <a:ext cx="177840" cy="96840"/>
              </p14:xfrm>
            </p:contentPart>
          </mc:Choice>
          <mc:Fallback>
            <p:pic>
              <p:nvPicPr>
                <p:cNvPr id="64" name="Ink 63">
                  <a:extLst>
                    <a:ext uri="{FF2B5EF4-FFF2-40B4-BE49-F238E27FC236}">
                      <a16:creationId xmlns:a16="http://schemas.microsoft.com/office/drawing/2014/main" id="{545C7B76-3A2E-E635-29C8-450E1689D571}"/>
                    </a:ext>
                  </a:extLst>
                </p:cNvPr>
                <p:cNvPicPr/>
                <p:nvPr/>
              </p:nvPicPr>
              <p:blipFill>
                <a:blip r:embed="rId104"/>
                <a:stretch>
                  <a:fillRect/>
                </a:stretch>
              </p:blipFill>
              <p:spPr>
                <a:xfrm>
                  <a:off x="8218555" y="4338136"/>
                  <a:ext cx="1900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5" name="Ink 64">
                  <a:extLst>
                    <a:ext uri="{FF2B5EF4-FFF2-40B4-BE49-F238E27FC236}">
                      <a16:creationId xmlns:a16="http://schemas.microsoft.com/office/drawing/2014/main" id="{63AFB803-C522-4E22-A47D-CB6BE8E73C82}"/>
                    </a:ext>
                  </a:extLst>
                </p14:cNvPr>
                <p14:cNvContentPartPr/>
                <p14:nvPr/>
              </p14:nvContentPartPr>
              <p14:xfrm>
                <a:off x="8466595" y="4432456"/>
                <a:ext cx="21960" cy="18000"/>
              </p14:xfrm>
            </p:contentPart>
          </mc:Choice>
          <mc:Fallback>
            <p:pic>
              <p:nvPicPr>
                <p:cNvPr id="65" name="Ink 64">
                  <a:extLst>
                    <a:ext uri="{FF2B5EF4-FFF2-40B4-BE49-F238E27FC236}">
                      <a16:creationId xmlns:a16="http://schemas.microsoft.com/office/drawing/2014/main" id="{63AFB803-C522-4E22-A47D-CB6BE8E73C82}"/>
                    </a:ext>
                  </a:extLst>
                </p:cNvPr>
                <p:cNvPicPr/>
                <p:nvPr/>
              </p:nvPicPr>
              <p:blipFill>
                <a:blip r:embed="rId106"/>
                <a:stretch>
                  <a:fillRect/>
                </a:stretch>
              </p:blipFill>
              <p:spPr>
                <a:xfrm>
                  <a:off x="8460475" y="4426336"/>
                  <a:ext cx="342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6" name="Ink 65">
                  <a:extLst>
                    <a:ext uri="{FF2B5EF4-FFF2-40B4-BE49-F238E27FC236}">
                      <a16:creationId xmlns:a16="http://schemas.microsoft.com/office/drawing/2014/main" id="{0E3BECEB-0662-D35A-D9CC-1284BE99095D}"/>
                    </a:ext>
                  </a:extLst>
                </p14:cNvPr>
                <p14:cNvContentPartPr/>
                <p14:nvPr/>
              </p14:nvContentPartPr>
              <p14:xfrm>
                <a:off x="5552395" y="4587616"/>
                <a:ext cx="3369600" cy="142200"/>
              </p14:xfrm>
            </p:contentPart>
          </mc:Choice>
          <mc:Fallback>
            <p:pic>
              <p:nvPicPr>
                <p:cNvPr id="66" name="Ink 65">
                  <a:extLst>
                    <a:ext uri="{FF2B5EF4-FFF2-40B4-BE49-F238E27FC236}">
                      <a16:creationId xmlns:a16="http://schemas.microsoft.com/office/drawing/2014/main" id="{0E3BECEB-0662-D35A-D9CC-1284BE99095D}"/>
                    </a:ext>
                  </a:extLst>
                </p:cNvPr>
                <p:cNvPicPr/>
                <p:nvPr/>
              </p:nvPicPr>
              <p:blipFill>
                <a:blip r:embed="rId108"/>
                <a:stretch>
                  <a:fillRect/>
                </a:stretch>
              </p:blipFill>
              <p:spPr>
                <a:xfrm>
                  <a:off x="5546275" y="4581496"/>
                  <a:ext cx="33818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8" name="Ink 67">
                  <a:extLst>
                    <a:ext uri="{FF2B5EF4-FFF2-40B4-BE49-F238E27FC236}">
                      <a16:creationId xmlns:a16="http://schemas.microsoft.com/office/drawing/2014/main" id="{3F7C4F68-BCCD-49BB-80FA-DFEBBDB5F4D5}"/>
                    </a:ext>
                  </a:extLst>
                </p14:cNvPr>
                <p14:cNvContentPartPr/>
                <p14:nvPr/>
              </p14:nvContentPartPr>
              <p14:xfrm>
                <a:off x="3525595" y="4940776"/>
                <a:ext cx="3114000" cy="145440"/>
              </p14:xfrm>
            </p:contentPart>
          </mc:Choice>
          <mc:Fallback>
            <p:pic>
              <p:nvPicPr>
                <p:cNvPr id="68" name="Ink 67">
                  <a:extLst>
                    <a:ext uri="{FF2B5EF4-FFF2-40B4-BE49-F238E27FC236}">
                      <a16:creationId xmlns:a16="http://schemas.microsoft.com/office/drawing/2014/main" id="{3F7C4F68-BCCD-49BB-80FA-DFEBBDB5F4D5}"/>
                    </a:ext>
                  </a:extLst>
                </p:cNvPr>
                <p:cNvPicPr/>
                <p:nvPr/>
              </p:nvPicPr>
              <p:blipFill>
                <a:blip r:embed="rId110"/>
                <a:stretch>
                  <a:fillRect/>
                </a:stretch>
              </p:blipFill>
              <p:spPr>
                <a:xfrm>
                  <a:off x="3519475" y="4934656"/>
                  <a:ext cx="312624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9" name="Ink 68">
                  <a:extLst>
                    <a:ext uri="{FF2B5EF4-FFF2-40B4-BE49-F238E27FC236}">
                      <a16:creationId xmlns:a16="http://schemas.microsoft.com/office/drawing/2014/main" id="{D6D310CE-24FE-4A68-6115-1E06850FF989}"/>
                    </a:ext>
                  </a:extLst>
                </p14:cNvPr>
                <p14:cNvContentPartPr/>
                <p14:nvPr/>
              </p14:nvContentPartPr>
              <p14:xfrm>
                <a:off x="7334035" y="5102056"/>
                <a:ext cx="3774960" cy="72720"/>
              </p14:xfrm>
            </p:contentPart>
          </mc:Choice>
          <mc:Fallback>
            <p:pic>
              <p:nvPicPr>
                <p:cNvPr id="69" name="Ink 68">
                  <a:extLst>
                    <a:ext uri="{FF2B5EF4-FFF2-40B4-BE49-F238E27FC236}">
                      <a16:creationId xmlns:a16="http://schemas.microsoft.com/office/drawing/2014/main" id="{D6D310CE-24FE-4A68-6115-1E06850FF989}"/>
                    </a:ext>
                  </a:extLst>
                </p:cNvPr>
                <p:cNvPicPr/>
                <p:nvPr/>
              </p:nvPicPr>
              <p:blipFill>
                <a:blip r:embed="rId112"/>
                <a:stretch>
                  <a:fillRect/>
                </a:stretch>
              </p:blipFill>
              <p:spPr>
                <a:xfrm>
                  <a:off x="7327915" y="5095936"/>
                  <a:ext cx="3787200" cy="84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3">
            <p14:nvContentPartPr>
              <p14:cNvPr id="70" name="Ink 69">
                <a:extLst>
                  <a:ext uri="{FF2B5EF4-FFF2-40B4-BE49-F238E27FC236}">
                    <a16:creationId xmlns:a16="http://schemas.microsoft.com/office/drawing/2014/main" id="{CEE78B53-7CAC-308A-E170-154A7719CA12}"/>
                  </a:ext>
                </a:extLst>
              </p14:cNvPr>
              <p14:cNvContentPartPr/>
              <p14:nvPr/>
            </p14:nvContentPartPr>
            <p14:xfrm>
              <a:off x="572875" y="5446936"/>
              <a:ext cx="3211920" cy="211680"/>
            </p14:xfrm>
          </p:contentPart>
        </mc:Choice>
        <mc:Fallback>
          <p:pic>
            <p:nvPicPr>
              <p:cNvPr id="70" name="Ink 69">
                <a:extLst>
                  <a:ext uri="{FF2B5EF4-FFF2-40B4-BE49-F238E27FC236}">
                    <a16:creationId xmlns:a16="http://schemas.microsoft.com/office/drawing/2014/main" id="{CEE78B53-7CAC-308A-E170-154A7719CA12}"/>
                  </a:ext>
                </a:extLst>
              </p:cNvPr>
              <p:cNvPicPr/>
              <p:nvPr/>
            </p:nvPicPr>
            <p:blipFill>
              <a:blip r:embed="rId114"/>
              <a:stretch>
                <a:fillRect/>
              </a:stretch>
            </p:blipFill>
            <p:spPr>
              <a:xfrm>
                <a:off x="566755" y="5440816"/>
                <a:ext cx="3224160" cy="223920"/>
              </a:xfrm>
              <a:prstGeom prst="rect">
                <a:avLst/>
              </a:prstGeom>
            </p:spPr>
          </p:pic>
        </mc:Fallback>
      </mc:AlternateContent>
      <p:grpSp>
        <p:nvGrpSpPr>
          <p:cNvPr id="119" name="Group 118">
            <a:extLst>
              <a:ext uri="{FF2B5EF4-FFF2-40B4-BE49-F238E27FC236}">
                <a16:creationId xmlns:a16="http://schemas.microsoft.com/office/drawing/2014/main" id="{11A9D67E-92D5-BACB-A831-ADDE2B1F4CC3}"/>
              </a:ext>
            </a:extLst>
          </p:cNvPr>
          <p:cNvGrpSpPr/>
          <p:nvPr/>
        </p:nvGrpSpPr>
        <p:grpSpPr>
          <a:xfrm>
            <a:off x="7574155" y="5439736"/>
            <a:ext cx="3323160" cy="1139760"/>
            <a:chOff x="7574155" y="5439736"/>
            <a:chExt cx="3323160" cy="1139760"/>
          </a:xfrm>
        </p:grpSpPr>
        <mc:AlternateContent xmlns:mc="http://schemas.openxmlformats.org/markup-compatibility/2006">
          <mc:Choice xmlns:p14="http://schemas.microsoft.com/office/powerpoint/2010/main" Requires="p14">
            <p:contentPart p14:bwMode="auto" r:id="rId115">
              <p14:nvContentPartPr>
                <p14:cNvPr id="102" name="Ink 101">
                  <a:extLst>
                    <a:ext uri="{FF2B5EF4-FFF2-40B4-BE49-F238E27FC236}">
                      <a16:creationId xmlns:a16="http://schemas.microsoft.com/office/drawing/2014/main" id="{5C14B1CA-5762-CE23-7C5C-C36323F91A1F}"/>
                    </a:ext>
                  </a:extLst>
                </p14:cNvPr>
                <p14:cNvContentPartPr/>
                <p14:nvPr/>
              </p14:nvContentPartPr>
              <p14:xfrm>
                <a:off x="7574155" y="6048496"/>
                <a:ext cx="2643120" cy="296280"/>
              </p14:xfrm>
            </p:contentPart>
          </mc:Choice>
          <mc:Fallback>
            <p:pic>
              <p:nvPicPr>
                <p:cNvPr id="102" name="Ink 101">
                  <a:extLst>
                    <a:ext uri="{FF2B5EF4-FFF2-40B4-BE49-F238E27FC236}">
                      <a16:creationId xmlns:a16="http://schemas.microsoft.com/office/drawing/2014/main" id="{5C14B1CA-5762-CE23-7C5C-C36323F91A1F}"/>
                    </a:ext>
                  </a:extLst>
                </p:cNvPr>
                <p:cNvPicPr/>
                <p:nvPr/>
              </p:nvPicPr>
              <p:blipFill>
                <a:blip r:embed="rId116"/>
                <a:stretch>
                  <a:fillRect/>
                </a:stretch>
              </p:blipFill>
              <p:spPr>
                <a:xfrm>
                  <a:off x="7568035" y="6042376"/>
                  <a:ext cx="265536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103" name="Ink 102">
                  <a:extLst>
                    <a:ext uri="{FF2B5EF4-FFF2-40B4-BE49-F238E27FC236}">
                      <a16:creationId xmlns:a16="http://schemas.microsoft.com/office/drawing/2014/main" id="{4C6759EA-199C-B2E5-38B7-75A31EBDC540}"/>
                    </a:ext>
                  </a:extLst>
                </p14:cNvPr>
                <p14:cNvContentPartPr/>
                <p14:nvPr/>
              </p14:nvContentPartPr>
              <p14:xfrm>
                <a:off x="7867915" y="6233536"/>
                <a:ext cx="60480" cy="292320"/>
              </p14:xfrm>
            </p:contentPart>
          </mc:Choice>
          <mc:Fallback>
            <p:pic>
              <p:nvPicPr>
                <p:cNvPr id="103" name="Ink 102">
                  <a:extLst>
                    <a:ext uri="{FF2B5EF4-FFF2-40B4-BE49-F238E27FC236}">
                      <a16:creationId xmlns:a16="http://schemas.microsoft.com/office/drawing/2014/main" id="{4C6759EA-199C-B2E5-38B7-75A31EBDC540}"/>
                    </a:ext>
                  </a:extLst>
                </p:cNvPr>
                <p:cNvPicPr/>
                <p:nvPr/>
              </p:nvPicPr>
              <p:blipFill>
                <a:blip r:embed="rId118"/>
                <a:stretch>
                  <a:fillRect/>
                </a:stretch>
              </p:blipFill>
              <p:spPr>
                <a:xfrm>
                  <a:off x="7861795" y="6227416"/>
                  <a:ext cx="7272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04" name="Ink 103">
                  <a:extLst>
                    <a:ext uri="{FF2B5EF4-FFF2-40B4-BE49-F238E27FC236}">
                      <a16:creationId xmlns:a16="http://schemas.microsoft.com/office/drawing/2014/main" id="{D43884EF-0586-D517-CA84-EF18101E4EA4}"/>
                    </a:ext>
                  </a:extLst>
                </p14:cNvPr>
                <p14:cNvContentPartPr/>
                <p14:nvPr/>
              </p14:nvContentPartPr>
              <p14:xfrm>
                <a:off x="8237995" y="6195376"/>
                <a:ext cx="59040" cy="274680"/>
              </p14:xfrm>
            </p:contentPart>
          </mc:Choice>
          <mc:Fallback>
            <p:pic>
              <p:nvPicPr>
                <p:cNvPr id="104" name="Ink 103">
                  <a:extLst>
                    <a:ext uri="{FF2B5EF4-FFF2-40B4-BE49-F238E27FC236}">
                      <a16:creationId xmlns:a16="http://schemas.microsoft.com/office/drawing/2014/main" id="{D43884EF-0586-D517-CA84-EF18101E4EA4}"/>
                    </a:ext>
                  </a:extLst>
                </p:cNvPr>
                <p:cNvPicPr/>
                <p:nvPr/>
              </p:nvPicPr>
              <p:blipFill>
                <a:blip r:embed="rId120"/>
                <a:stretch>
                  <a:fillRect/>
                </a:stretch>
              </p:blipFill>
              <p:spPr>
                <a:xfrm>
                  <a:off x="8231875" y="6189256"/>
                  <a:ext cx="712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105" name="Ink 104">
                  <a:extLst>
                    <a:ext uri="{FF2B5EF4-FFF2-40B4-BE49-F238E27FC236}">
                      <a16:creationId xmlns:a16="http://schemas.microsoft.com/office/drawing/2014/main" id="{BD635E4B-4106-B439-8F6D-B2FFDAB16FEF}"/>
                    </a:ext>
                  </a:extLst>
                </p14:cNvPr>
                <p14:cNvContentPartPr/>
                <p14:nvPr/>
              </p14:nvContentPartPr>
              <p14:xfrm>
                <a:off x="8722195" y="6125896"/>
                <a:ext cx="41760" cy="235440"/>
              </p14:xfrm>
            </p:contentPart>
          </mc:Choice>
          <mc:Fallback>
            <p:pic>
              <p:nvPicPr>
                <p:cNvPr id="105" name="Ink 104">
                  <a:extLst>
                    <a:ext uri="{FF2B5EF4-FFF2-40B4-BE49-F238E27FC236}">
                      <a16:creationId xmlns:a16="http://schemas.microsoft.com/office/drawing/2014/main" id="{BD635E4B-4106-B439-8F6D-B2FFDAB16FEF}"/>
                    </a:ext>
                  </a:extLst>
                </p:cNvPr>
                <p:cNvPicPr/>
                <p:nvPr/>
              </p:nvPicPr>
              <p:blipFill>
                <a:blip r:embed="rId122"/>
                <a:stretch>
                  <a:fillRect/>
                </a:stretch>
              </p:blipFill>
              <p:spPr>
                <a:xfrm>
                  <a:off x="8716075" y="6119776"/>
                  <a:ext cx="540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106" name="Ink 105">
                  <a:extLst>
                    <a:ext uri="{FF2B5EF4-FFF2-40B4-BE49-F238E27FC236}">
                      <a16:creationId xmlns:a16="http://schemas.microsoft.com/office/drawing/2014/main" id="{D739E35D-B20D-CB9A-8EF2-E4DD5DBC33B6}"/>
                    </a:ext>
                  </a:extLst>
                </p14:cNvPr>
                <p14:cNvContentPartPr/>
                <p14:nvPr/>
              </p14:nvContentPartPr>
              <p14:xfrm>
                <a:off x="9110275" y="6126616"/>
                <a:ext cx="42840" cy="246240"/>
              </p14:xfrm>
            </p:contentPart>
          </mc:Choice>
          <mc:Fallback>
            <p:pic>
              <p:nvPicPr>
                <p:cNvPr id="106" name="Ink 105">
                  <a:extLst>
                    <a:ext uri="{FF2B5EF4-FFF2-40B4-BE49-F238E27FC236}">
                      <a16:creationId xmlns:a16="http://schemas.microsoft.com/office/drawing/2014/main" id="{D739E35D-B20D-CB9A-8EF2-E4DD5DBC33B6}"/>
                    </a:ext>
                  </a:extLst>
                </p:cNvPr>
                <p:cNvPicPr/>
                <p:nvPr/>
              </p:nvPicPr>
              <p:blipFill>
                <a:blip r:embed="rId124"/>
                <a:stretch>
                  <a:fillRect/>
                </a:stretch>
              </p:blipFill>
              <p:spPr>
                <a:xfrm>
                  <a:off x="9104155" y="6120496"/>
                  <a:ext cx="550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107" name="Ink 106">
                  <a:extLst>
                    <a:ext uri="{FF2B5EF4-FFF2-40B4-BE49-F238E27FC236}">
                      <a16:creationId xmlns:a16="http://schemas.microsoft.com/office/drawing/2014/main" id="{6110EB51-7500-E940-1878-222FC4CA413C}"/>
                    </a:ext>
                  </a:extLst>
                </p14:cNvPr>
                <p14:cNvContentPartPr/>
                <p14:nvPr/>
              </p14:nvContentPartPr>
              <p14:xfrm>
                <a:off x="9577195" y="6030856"/>
                <a:ext cx="18000" cy="207360"/>
              </p14:xfrm>
            </p:contentPart>
          </mc:Choice>
          <mc:Fallback>
            <p:pic>
              <p:nvPicPr>
                <p:cNvPr id="107" name="Ink 106">
                  <a:extLst>
                    <a:ext uri="{FF2B5EF4-FFF2-40B4-BE49-F238E27FC236}">
                      <a16:creationId xmlns:a16="http://schemas.microsoft.com/office/drawing/2014/main" id="{6110EB51-7500-E940-1878-222FC4CA413C}"/>
                    </a:ext>
                  </a:extLst>
                </p:cNvPr>
                <p:cNvPicPr/>
                <p:nvPr/>
              </p:nvPicPr>
              <p:blipFill>
                <a:blip r:embed="rId126"/>
                <a:stretch>
                  <a:fillRect/>
                </a:stretch>
              </p:blipFill>
              <p:spPr>
                <a:xfrm>
                  <a:off x="9571075" y="6024736"/>
                  <a:ext cx="302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108" name="Ink 107">
                  <a:extLst>
                    <a:ext uri="{FF2B5EF4-FFF2-40B4-BE49-F238E27FC236}">
                      <a16:creationId xmlns:a16="http://schemas.microsoft.com/office/drawing/2014/main" id="{2B8C6FBE-307B-AD8B-E176-DC5CD28360D7}"/>
                    </a:ext>
                  </a:extLst>
                </p14:cNvPr>
                <p14:cNvContentPartPr/>
                <p14:nvPr/>
              </p14:nvContentPartPr>
              <p14:xfrm>
                <a:off x="10029715" y="5986216"/>
                <a:ext cx="51120" cy="265320"/>
              </p14:xfrm>
            </p:contentPart>
          </mc:Choice>
          <mc:Fallback>
            <p:pic>
              <p:nvPicPr>
                <p:cNvPr id="108" name="Ink 107">
                  <a:extLst>
                    <a:ext uri="{FF2B5EF4-FFF2-40B4-BE49-F238E27FC236}">
                      <a16:creationId xmlns:a16="http://schemas.microsoft.com/office/drawing/2014/main" id="{2B8C6FBE-307B-AD8B-E176-DC5CD28360D7}"/>
                    </a:ext>
                  </a:extLst>
                </p:cNvPr>
                <p:cNvPicPr/>
                <p:nvPr/>
              </p:nvPicPr>
              <p:blipFill>
                <a:blip r:embed="rId128"/>
                <a:stretch>
                  <a:fillRect/>
                </a:stretch>
              </p:blipFill>
              <p:spPr>
                <a:xfrm>
                  <a:off x="10023595" y="5980096"/>
                  <a:ext cx="6336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09" name="Ink 108">
                  <a:extLst>
                    <a:ext uri="{FF2B5EF4-FFF2-40B4-BE49-F238E27FC236}">
                      <a16:creationId xmlns:a16="http://schemas.microsoft.com/office/drawing/2014/main" id="{E8064524-7314-036F-C927-E99BD745DDDF}"/>
                    </a:ext>
                  </a:extLst>
                </p14:cNvPr>
                <p14:cNvContentPartPr/>
                <p14:nvPr/>
              </p14:nvContentPartPr>
              <p14:xfrm>
                <a:off x="10432195" y="5981896"/>
                <a:ext cx="10800" cy="259200"/>
              </p14:xfrm>
            </p:contentPart>
          </mc:Choice>
          <mc:Fallback>
            <p:pic>
              <p:nvPicPr>
                <p:cNvPr id="109" name="Ink 108">
                  <a:extLst>
                    <a:ext uri="{FF2B5EF4-FFF2-40B4-BE49-F238E27FC236}">
                      <a16:creationId xmlns:a16="http://schemas.microsoft.com/office/drawing/2014/main" id="{E8064524-7314-036F-C927-E99BD745DDDF}"/>
                    </a:ext>
                  </a:extLst>
                </p:cNvPr>
                <p:cNvPicPr/>
                <p:nvPr/>
              </p:nvPicPr>
              <p:blipFill>
                <a:blip r:embed="rId130"/>
                <a:stretch>
                  <a:fillRect/>
                </a:stretch>
              </p:blipFill>
              <p:spPr>
                <a:xfrm>
                  <a:off x="10426075" y="5975776"/>
                  <a:ext cx="2304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10" name="Ink 109">
                  <a:extLst>
                    <a:ext uri="{FF2B5EF4-FFF2-40B4-BE49-F238E27FC236}">
                      <a16:creationId xmlns:a16="http://schemas.microsoft.com/office/drawing/2014/main" id="{006B72F0-BB59-8468-29AE-50DE3DD75284}"/>
                    </a:ext>
                  </a:extLst>
                </p14:cNvPr>
                <p14:cNvContentPartPr/>
                <p14:nvPr/>
              </p14:nvContentPartPr>
              <p14:xfrm>
                <a:off x="10006675" y="5984056"/>
                <a:ext cx="890640" cy="128160"/>
              </p14:xfrm>
            </p:contentPart>
          </mc:Choice>
          <mc:Fallback>
            <p:pic>
              <p:nvPicPr>
                <p:cNvPr id="110" name="Ink 109">
                  <a:extLst>
                    <a:ext uri="{FF2B5EF4-FFF2-40B4-BE49-F238E27FC236}">
                      <a16:creationId xmlns:a16="http://schemas.microsoft.com/office/drawing/2014/main" id="{006B72F0-BB59-8468-29AE-50DE3DD75284}"/>
                    </a:ext>
                  </a:extLst>
                </p:cNvPr>
                <p:cNvPicPr/>
                <p:nvPr/>
              </p:nvPicPr>
              <p:blipFill>
                <a:blip r:embed="rId132"/>
                <a:stretch>
                  <a:fillRect/>
                </a:stretch>
              </p:blipFill>
              <p:spPr>
                <a:xfrm>
                  <a:off x="10000555" y="5977936"/>
                  <a:ext cx="9028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12" name="Ink 111">
                  <a:extLst>
                    <a:ext uri="{FF2B5EF4-FFF2-40B4-BE49-F238E27FC236}">
                      <a16:creationId xmlns:a16="http://schemas.microsoft.com/office/drawing/2014/main" id="{E303A8BC-03A6-5978-ED5F-7A0E6B66017B}"/>
                    </a:ext>
                  </a:extLst>
                </p14:cNvPr>
                <p14:cNvContentPartPr/>
                <p14:nvPr/>
              </p14:nvContentPartPr>
              <p14:xfrm>
                <a:off x="8928115" y="5987296"/>
                <a:ext cx="10800" cy="8640"/>
              </p14:xfrm>
            </p:contentPart>
          </mc:Choice>
          <mc:Fallback>
            <p:pic>
              <p:nvPicPr>
                <p:cNvPr id="112" name="Ink 111">
                  <a:extLst>
                    <a:ext uri="{FF2B5EF4-FFF2-40B4-BE49-F238E27FC236}">
                      <a16:creationId xmlns:a16="http://schemas.microsoft.com/office/drawing/2014/main" id="{E303A8BC-03A6-5978-ED5F-7A0E6B66017B}"/>
                    </a:ext>
                  </a:extLst>
                </p:cNvPr>
                <p:cNvPicPr/>
                <p:nvPr/>
              </p:nvPicPr>
              <p:blipFill>
                <a:blip r:embed="rId134"/>
                <a:stretch>
                  <a:fillRect/>
                </a:stretch>
              </p:blipFill>
              <p:spPr>
                <a:xfrm>
                  <a:off x="8921995" y="5981176"/>
                  <a:ext cx="230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13" name="Ink 112">
                  <a:extLst>
                    <a:ext uri="{FF2B5EF4-FFF2-40B4-BE49-F238E27FC236}">
                      <a16:creationId xmlns:a16="http://schemas.microsoft.com/office/drawing/2014/main" id="{C64A1DAF-4B7C-CA67-868D-D95510EBCE63}"/>
                    </a:ext>
                  </a:extLst>
                </p14:cNvPr>
                <p14:cNvContentPartPr/>
                <p14:nvPr/>
              </p14:nvContentPartPr>
              <p14:xfrm>
                <a:off x="9200275" y="6020416"/>
                <a:ext cx="11880" cy="4680"/>
              </p14:xfrm>
            </p:contentPart>
          </mc:Choice>
          <mc:Fallback>
            <p:pic>
              <p:nvPicPr>
                <p:cNvPr id="113" name="Ink 112">
                  <a:extLst>
                    <a:ext uri="{FF2B5EF4-FFF2-40B4-BE49-F238E27FC236}">
                      <a16:creationId xmlns:a16="http://schemas.microsoft.com/office/drawing/2014/main" id="{C64A1DAF-4B7C-CA67-868D-D95510EBCE63}"/>
                    </a:ext>
                  </a:extLst>
                </p:cNvPr>
                <p:cNvPicPr/>
                <p:nvPr/>
              </p:nvPicPr>
              <p:blipFill>
                <a:blip r:embed="rId136"/>
                <a:stretch>
                  <a:fillRect/>
                </a:stretch>
              </p:blipFill>
              <p:spPr>
                <a:xfrm>
                  <a:off x="9194155" y="6014296"/>
                  <a:ext cx="2412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14" name="Ink 113">
                  <a:extLst>
                    <a:ext uri="{FF2B5EF4-FFF2-40B4-BE49-F238E27FC236}">
                      <a16:creationId xmlns:a16="http://schemas.microsoft.com/office/drawing/2014/main" id="{8609FF8A-62D9-CDEB-56DD-2A503D60566D}"/>
                    </a:ext>
                  </a:extLst>
                </p14:cNvPr>
                <p14:cNvContentPartPr/>
                <p14:nvPr/>
              </p14:nvContentPartPr>
              <p14:xfrm>
                <a:off x="8956195" y="6003856"/>
                <a:ext cx="18720" cy="108000"/>
              </p14:xfrm>
            </p:contentPart>
          </mc:Choice>
          <mc:Fallback>
            <p:pic>
              <p:nvPicPr>
                <p:cNvPr id="114" name="Ink 113">
                  <a:extLst>
                    <a:ext uri="{FF2B5EF4-FFF2-40B4-BE49-F238E27FC236}">
                      <a16:creationId xmlns:a16="http://schemas.microsoft.com/office/drawing/2014/main" id="{8609FF8A-62D9-CDEB-56DD-2A503D60566D}"/>
                    </a:ext>
                  </a:extLst>
                </p:cNvPr>
                <p:cNvPicPr/>
                <p:nvPr/>
              </p:nvPicPr>
              <p:blipFill>
                <a:blip r:embed="rId138"/>
                <a:stretch>
                  <a:fillRect/>
                </a:stretch>
              </p:blipFill>
              <p:spPr>
                <a:xfrm>
                  <a:off x="8950075" y="5997736"/>
                  <a:ext cx="309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15" name="Ink 114">
                  <a:extLst>
                    <a:ext uri="{FF2B5EF4-FFF2-40B4-BE49-F238E27FC236}">
                      <a16:creationId xmlns:a16="http://schemas.microsoft.com/office/drawing/2014/main" id="{F3B1471B-2B42-BCAC-1DF2-575FA031660B}"/>
                    </a:ext>
                  </a:extLst>
                </p14:cNvPr>
                <p14:cNvContentPartPr/>
                <p14:nvPr/>
              </p14:nvContentPartPr>
              <p14:xfrm>
                <a:off x="8982115" y="6142456"/>
                <a:ext cx="40680" cy="437040"/>
              </p14:xfrm>
            </p:contentPart>
          </mc:Choice>
          <mc:Fallback>
            <p:pic>
              <p:nvPicPr>
                <p:cNvPr id="115" name="Ink 114">
                  <a:extLst>
                    <a:ext uri="{FF2B5EF4-FFF2-40B4-BE49-F238E27FC236}">
                      <a16:creationId xmlns:a16="http://schemas.microsoft.com/office/drawing/2014/main" id="{F3B1471B-2B42-BCAC-1DF2-575FA031660B}"/>
                    </a:ext>
                  </a:extLst>
                </p:cNvPr>
                <p:cNvPicPr/>
                <p:nvPr/>
              </p:nvPicPr>
              <p:blipFill>
                <a:blip r:embed="rId140"/>
                <a:stretch>
                  <a:fillRect/>
                </a:stretch>
              </p:blipFill>
              <p:spPr>
                <a:xfrm>
                  <a:off x="8975995" y="6136336"/>
                  <a:ext cx="52920" cy="44928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16" name="Ink 115">
                  <a:extLst>
                    <a:ext uri="{FF2B5EF4-FFF2-40B4-BE49-F238E27FC236}">
                      <a16:creationId xmlns:a16="http://schemas.microsoft.com/office/drawing/2014/main" id="{67CA72AC-F8E4-F7D4-B485-8341EA27759D}"/>
                    </a:ext>
                  </a:extLst>
                </p14:cNvPr>
                <p14:cNvContentPartPr/>
                <p14:nvPr/>
              </p14:nvContentPartPr>
              <p14:xfrm>
                <a:off x="8862955" y="5589856"/>
                <a:ext cx="48600" cy="322200"/>
              </p14:xfrm>
            </p:contentPart>
          </mc:Choice>
          <mc:Fallback>
            <p:pic>
              <p:nvPicPr>
                <p:cNvPr id="116" name="Ink 115">
                  <a:extLst>
                    <a:ext uri="{FF2B5EF4-FFF2-40B4-BE49-F238E27FC236}">
                      <a16:creationId xmlns:a16="http://schemas.microsoft.com/office/drawing/2014/main" id="{67CA72AC-F8E4-F7D4-B485-8341EA27759D}"/>
                    </a:ext>
                  </a:extLst>
                </p:cNvPr>
                <p:cNvPicPr/>
                <p:nvPr/>
              </p:nvPicPr>
              <p:blipFill>
                <a:blip r:embed="rId142"/>
                <a:stretch>
                  <a:fillRect/>
                </a:stretch>
              </p:blipFill>
              <p:spPr>
                <a:xfrm>
                  <a:off x="8856835" y="5583736"/>
                  <a:ext cx="6084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17" name="Ink 116">
                  <a:extLst>
                    <a:ext uri="{FF2B5EF4-FFF2-40B4-BE49-F238E27FC236}">
                      <a16:creationId xmlns:a16="http://schemas.microsoft.com/office/drawing/2014/main" id="{26378107-84FC-7EB6-D1FB-C1BAAA6FAD3D}"/>
                    </a:ext>
                  </a:extLst>
                </p14:cNvPr>
                <p14:cNvContentPartPr/>
                <p14:nvPr/>
              </p14:nvContentPartPr>
              <p14:xfrm>
                <a:off x="8792395" y="5748256"/>
                <a:ext cx="224640" cy="114120"/>
              </p14:xfrm>
            </p:contentPart>
          </mc:Choice>
          <mc:Fallback>
            <p:pic>
              <p:nvPicPr>
                <p:cNvPr id="117" name="Ink 116">
                  <a:extLst>
                    <a:ext uri="{FF2B5EF4-FFF2-40B4-BE49-F238E27FC236}">
                      <a16:creationId xmlns:a16="http://schemas.microsoft.com/office/drawing/2014/main" id="{26378107-84FC-7EB6-D1FB-C1BAAA6FAD3D}"/>
                    </a:ext>
                  </a:extLst>
                </p:cNvPr>
                <p:cNvPicPr/>
                <p:nvPr/>
              </p:nvPicPr>
              <p:blipFill>
                <a:blip r:embed="rId144"/>
                <a:stretch>
                  <a:fillRect/>
                </a:stretch>
              </p:blipFill>
              <p:spPr>
                <a:xfrm>
                  <a:off x="8786275" y="5742136"/>
                  <a:ext cx="2368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18" name="Ink 117">
                  <a:extLst>
                    <a:ext uri="{FF2B5EF4-FFF2-40B4-BE49-F238E27FC236}">
                      <a16:creationId xmlns:a16="http://schemas.microsoft.com/office/drawing/2014/main" id="{15B2FDD3-246E-3F84-C68D-3723A6CBD7DA}"/>
                    </a:ext>
                  </a:extLst>
                </p14:cNvPr>
                <p14:cNvContentPartPr/>
                <p14:nvPr/>
              </p14:nvContentPartPr>
              <p14:xfrm>
                <a:off x="8764675" y="5439736"/>
                <a:ext cx="220680" cy="71640"/>
              </p14:xfrm>
            </p:contentPart>
          </mc:Choice>
          <mc:Fallback>
            <p:pic>
              <p:nvPicPr>
                <p:cNvPr id="118" name="Ink 117">
                  <a:extLst>
                    <a:ext uri="{FF2B5EF4-FFF2-40B4-BE49-F238E27FC236}">
                      <a16:creationId xmlns:a16="http://schemas.microsoft.com/office/drawing/2014/main" id="{15B2FDD3-246E-3F84-C68D-3723A6CBD7DA}"/>
                    </a:ext>
                  </a:extLst>
                </p:cNvPr>
                <p:cNvPicPr/>
                <p:nvPr/>
              </p:nvPicPr>
              <p:blipFill>
                <a:blip r:embed="rId146"/>
                <a:stretch>
                  <a:fillRect/>
                </a:stretch>
              </p:blipFill>
              <p:spPr>
                <a:xfrm>
                  <a:off x="8758555" y="5433616"/>
                  <a:ext cx="232920" cy="83880"/>
                </a:xfrm>
                <a:prstGeom prst="rect">
                  <a:avLst/>
                </a:prstGeom>
              </p:spPr>
            </p:pic>
          </mc:Fallback>
        </mc:AlternateContent>
      </p:grpSp>
      <p:grpSp>
        <p:nvGrpSpPr>
          <p:cNvPr id="141" name="Group 140">
            <a:extLst>
              <a:ext uri="{FF2B5EF4-FFF2-40B4-BE49-F238E27FC236}">
                <a16:creationId xmlns:a16="http://schemas.microsoft.com/office/drawing/2014/main" id="{7BE70839-8594-06E1-1D40-2AC89E80B199}"/>
              </a:ext>
            </a:extLst>
          </p:cNvPr>
          <p:cNvGrpSpPr/>
          <p:nvPr/>
        </p:nvGrpSpPr>
        <p:grpSpPr>
          <a:xfrm>
            <a:off x="9017035" y="1614736"/>
            <a:ext cx="3059280" cy="2153160"/>
            <a:chOff x="9017035" y="1614736"/>
            <a:chExt cx="3059280" cy="2153160"/>
          </a:xfrm>
        </p:grpSpPr>
        <mc:AlternateContent xmlns:mc="http://schemas.openxmlformats.org/markup-compatibility/2006">
          <mc:Choice xmlns:p14="http://schemas.microsoft.com/office/powerpoint/2010/main" Requires="p14">
            <p:contentPart p14:bwMode="auto" r:id="rId147">
              <p14:nvContentPartPr>
                <p14:cNvPr id="72" name="Ink 71">
                  <a:extLst>
                    <a:ext uri="{FF2B5EF4-FFF2-40B4-BE49-F238E27FC236}">
                      <a16:creationId xmlns:a16="http://schemas.microsoft.com/office/drawing/2014/main" id="{218BFDB3-7AC2-3F10-698C-FB70312DCFBB}"/>
                    </a:ext>
                  </a:extLst>
                </p14:cNvPr>
                <p14:cNvContentPartPr/>
                <p14:nvPr/>
              </p14:nvContentPartPr>
              <p14:xfrm>
                <a:off x="9017035" y="2097136"/>
                <a:ext cx="162000" cy="255240"/>
              </p14:xfrm>
            </p:contentPart>
          </mc:Choice>
          <mc:Fallback>
            <p:pic>
              <p:nvPicPr>
                <p:cNvPr id="72" name="Ink 71">
                  <a:extLst>
                    <a:ext uri="{FF2B5EF4-FFF2-40B4-BE49-F238E27FC236}">
                      <a16:creationId xmlns:a16="http://schemas.microsoft.com/office/drawing/2014/main" id="{218BFDB3-7AC2-3F10-698C-FB70312DCFBB}"/>
                    </a:ext>
                  </a:extLst>
                </p:cNvPr>
                <p:cNvPicPr/>
                <p:nvPr/>
              </p:nvPicPr>
              <p:blipFill>
                <a:blip r:embed="rId148"/>
                <a:stretch>
                  <a:fillRect/>
                </a:stretch>
              </p:blipFill>
              <p:spPr>
                <a:xfrm>
                  <a:off x="9010915" y="2091016"/>
                  <a:ext cx="17424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73" name="Ink 72">
                  <a:extLst>
                    <a:ext uri="{FF2B5EF4-FFF2-40B4-BE49-F238E27FC236}">
                      <a16:creationId xmlns:a16="http://schemas.microsoft.com/office/drawing/2014/main" id="{84210172-C956-81F0-46E3-4C1E00DE6663}"/>
                    </a:ext>
                  </a:extLst>
                </p14:cNvPr>
                <p14:cNvContentPartPr/>
                <p14:nvPr/>
              </p14:nvContentPartPr>
              <p14:xfrm>
                <a:off x="9381715" y="2152936"/>
                <a:ext cx="146160" cy="26280"/>
              </p14:xfrm>
            </p:contentPart>
          </mc:Choice>
          <mc:Fallback>
            <p:pic>
              <p:nvPicPr>
                <p:cNvPr id="73" name="Ink 72">
                  <a:extLst>
                    <a:ext uri="{FF2B5EF4-FFF2-40B4-BE49-F238E27FC236}">
                      <a16:creationId xmlns:a16="http://schemas.microsoft.com/office/drawing/2014/main" id="{84210172-C956-81F0-46E3-4C1E00DE6663}"/>
                    </a:ext>
                  </a:extLst>
                </p:cNvPr>
                <p:cNvPicPr/>
                <p:nvPr/>
              </p:nvPicPr>
              <p:blipFill>
                <a:blip r:embed="rId150"/>
                <a:stretch>
                  <a:fillRect/>
                </a:stretch>
              </p:blipFill>
              <p:spPr>
                <a:xfrm>
                  <a:off x="9375595" y="2146816"/>
                  <a:ext cx="15840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74" name="Ink 73">
                  <a:extLst>
                    <a:ext uri="{FF2B5EF4-FFF2-40B4-BE49-F238E27FC236}">
                      <a16:creationId xmlns:a16="http://schemas.microsoft.com/office/drawing/2014/main" id="{99770750-BE5A-481C-AA9A-CA005A0A64D6}"/>
                    </a:ext>
                  </a:extLst>
                </p14:cNvPr>
                <p14:cNvContentPartPr/>
                <p14:nvPr/>
              </p14:nvContentPartPr>
              <p14:xfrm>
                <a:off x="9425995" y="2199736"/>
                <a:ext cx="146160" cy="45000"/>
              </p14:xfrm>
            </p:contentPart>
          </mc:Choice>
          <mc:Fallback>
            <p:pic>
              <p:nvPicPr>
                <p:cNvPr id="74" name="Ink 73">
                  <a:extLst>
                    <a:ext uri="{FF2B5EF4-FFF2-40B4-BE49-F238E27FC236}">
                      <a16:creationId xmlns:a16="http://schemas.microsoft.com/office/drawing/2014/main" id="{99770750-BE5A-481C-AA9A-CA005A0A64D6}"/>
                    </a:ext>
                  </a:extLst>
                </p:cNvPr>
                <p:cNvPicPr/>
                <p:nvPr/>
              </p:nvPicPr>
              <p:blipFill>
                <a:blip r:embed="rId152"/>
                <a:stretch>
                  <a:fillRect/>
                </a:stretch>
              </p:blipFill>
              <p:spPr>
                <a:xfrm>
                  <a:off x="9419875" y="2193616"/>
                  <a:ext cx="15840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75" name="Ink 74">
                  <a:extLst>
                    <a:ext uri="{FF2B5EF4-FFF2-40B4-BE49-F238E27FC236}">
                      <a16:creationId xmlns:a16="http://schemas.microsoft.com/office/drawing/2014/main" id="{563EA00A-87DF-1D32-E209-F4E0DD6D10C0}"/>
                    </a:ext>
                  </a:extLst>
                </p14:cNvPr>
                <p14:cNvContentPartPr/>
                <p14:nvPr/>
              </p14:nvContentPartPr>
              <p14:xfrm>
                <a:off x="10000195" y="1929376"/>
                <a:ext cx="13320" cy="123480"/>
              </p14:xfrm>
            </p:contentPart>
          </mc:Choice>
          <mc:Fallback>
            <p:pic>
              <p:nvPicPr>
                <p:cNvPr id="75" name="Ink 74">
                  <a:extLst>
                    <a:ext uri="{FF2B5EF4-FFF2-40B4-BE49-F238E27FC236}">
                      <a16:creationId xmlns:a16="http://schemas.microsoft.com/office/drawing/2014/main" id="{563EA00A-87DF-1D32-E209-F4E0DD6D10C0}"/>
                    </a:ext>
                  </a:extLst>
                </p:cNvPr>
                <p:cNvPicPr/>
                <p:nvPr/>
              </p:nvPicPr>
              <p:blipFill>
                <a:blip r:embed="rId154"/>
                <a:stretch>
                  <a:fillRect/>
                </a:stretch>
              </p:blipFill>
              <p:spPr>
                <a:xfrm>
                  <a:off x="9994075" y="1923256"/>
                  <a:ext cx="255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76" name="Ink 75">
                  <a:extLst>
                    <a:ext uri="{FF2B5EF4-FFF2-40B4-BE49-F238E27FC236}">
                      <a16:creationId xmlns:a16="http://schemas.microsoft.com/office/drawing/2014/main" id="{ED14EDEA-DA8D-E179-600C-EBDA28BCF27D}"/>
                    </a:ext>
                  </a:extLst>
                </p14:cNvPr>
                <p14:cNvContentPartPr/>
                <p14:nvPr/>
              </p14:nvContentPartPr>
              <p14:xfrm>
                <a:off x="9797875" y="2143576"/>
                <a:ext cx="701640" cy="51120"/>
              </p14:xfrm>
            </p:contentPart>
          </mc:Choice>
          <mc:Fallback>
            <p:pic>
              <p:nvPicPr>
                <p:cNvPr id="76" name="Ink 75">
                  <a:extLst>
                    <a:ext uri="{FF2B5EF4-FFF2-40B4-BE49-F238E27FC236}">
                      <a16:creationId xmlns:a16="http://schemas.microsoft.com/office/drawing/2014/main" id="{ED14EDEA-DA8D-E179-600C-EBDA28BCF27D}"/>
                    </a:ext>
                  </a:extLst>
                </p:cNvPr>
                <p:cNvPicPr/>
                <p:nvPr/>
              </p:nvPicPr>
              <p:blipFill>
                <a:blip r:embed="rId156"/>
                <a:stretch>
                  <a:fillRect/>
                </a:stretch>
              </p:blipFill>
              <p:spPr>
                <a:xfrm>
                  <a:off x="9791755" y="2137456"/>
                  <a:ext cx="71388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77" name="Ink 76">
                  <a:extLst>
                    <a:ext uri="{FF2B5EF4-FFF2-40B4-BE49-F238E27FC236}">
                      <a16:creationId xmlns:a16="http://schemas.microsoft.com/office/drawing/2014/main" id="{6D8D2683-85BA-C631-487A-118F61216FEE}"/>
                    </a:ext>
                  </a:extLst>
                </p14:cNvPr>
                <p14:cNvContentPartPr/>
                <p14:nvPr/>
              </p14:nvContentPartPr>
              <p14:xfrm>
                <a:off x="9789595" y="2408896"/>
                <a:ext cx="144000" cy="129240"/>
              </p14:xfrm>
            </p:contentPart>
          </mc:Choice>
          <mc:Fallback>
            <p:pic>
              <p:nvPicPr>
                <p:cNvPr id="77" name="Ink 76">
                  <a:extLst>
                    <a:ext uri="{FF2B5EF4-FFF2-40B4-BE49-F238E27FC236}">
                      <a16:creationId xmlns:a16="http://schemas.microsoft.com/office/drawing/2014/main" id="{6D8D2683-85BA-C631-487A-118F61216FEE}"/>
                    </a:ext>
                  </a:extLst>
                </p:cNvPr>
                <p:cNvPicPr/>
                <p:nvPr/>
              </p:nvPicPr>
              <p:blipFill>
                <a:blip r:embed="rId158"/>
                <a:stretch>
                  <a:fillRect/>
                </a:stretch>
              </p:blipFill>
              <p:spPr>
                <a:xfrm>
                  <a:off x="9783475" y="2402776"/>
                  <a:ext cx="1562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78" name="Ink 77">
                  <a:extLst>
                    <a:ext uri="{FF2B5EF4-FFF2-40B4-BE49-F238E27FC236}">
                      <a16:creationId xmlns:a16="http://schemas.microsoft.com/office/drawing/2014/main" id="{494B4003-F7BC-14EC-D6E6-51E34B510E17}"/>
                    </a:ext>
                  </a:extLst>
                </p14:cNvPr>
                <p14:cNvContentPartPr/>
                <p14:nvPr/>
              </p14:nvContentPartPr>
              <p14:xfrm>
                <a:off x="10122595" y="2435536"/>
                <a:ext cx="102960" cy="18360"/>
              </p14:xfrm>
            </p:contentPart>
          </mc:Choice>
          <mc:Fallback>
            <p:pic>
              <p:nvPicPr>
                <p:cNvPr id="78" name="Ink 77">
                  <a:extLst>
                    <a:ext uri="{FF2B5EF4-FFF2-40B4-BE49-F238E27FC236}">
                      <a16:creationId xmlns:a16="http://schemas.microsoft.com/office/drawing/2014/main" id="{494B4003-F7BC-14EC-D6E6-51E34B510E17}"/>
                    </a:ext>
                  </a:extLst>
                </p:cNvPr>
                <p:cNvPicPr/>
                <p:nvPr/>
              </p:nvPicPr>
              <p:blipFill>
                <a:blip r:embed="rId160"/>
                <a:stretch>
                  <a:fillRect/>
                </a:stretch>
              </p:blipFill>
              <p:spPr>
                <a:xfrm>
                  <a:off x="10116475" y="2429416"/>
                  <a:ext cx="1152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79" name="Ink 78">
                  <a:extLst>
                    <a:ext uri="{FF2B5EF4-FFF2-40B4-BE49-F238E27FC236}">
                      <a16:creationId xmlns:a16="http://schemas.microsoft.com/office/drawing/2014/main" id="{662D8EFC-E7E3-C47B-FB08-78FF629D46CB}"/>
                    </a:ext>
                  </a:extLst>
                </p14:cNvPr>
                <p14:cNvContentPartPr/>
                <p14:nvPr/>
              </p14:nvContentPartPr>
              <p14:xfrm>
                <a:off x="10338955" y="2386216"/>
                <a:ext cx="24480" cy="105480"/>
              </p14:xfrm>
            </p:contentPart>
          </mc:Choice>
          <mc:Fallback>
            <p:pic>
              <p:nvPicPr>
                <p:cNvPr id="79" name="Ink 78">
                  <a:extLst>
                    <a:ext uri="{FF2B5EF4-FFF2-40B4-BE49-F238E27FC236}">
                      <a16:creationId xmlns:a16="http://schemas.microsoft.com/office/drawing/2014/main" id="{662D8EFC-E7E3-C47B-FB08-78FF629D46CB}"/>
                    </a:ext>
                  </a:extLst>
                </p:cNvPr>
                <p:cNvPicPr/>
                <p:nvPr/>
              </p:nvPicPr>
              <p:blipFill>
                <a:blip r:embed="rId162"/>
                <a:stretch>
                  <a:fillRect/>
                </a:stretch>
              </p:blipFill>
              <p:spPr>
                <a:xfrm>
                  <a:off x="10332835" y="2380096"/>
                  <a:ext cx="367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80" name="Ink 79">
                  <a:extLst>
                    <a:ext uri="{FF2B5EF4-FFF2-40B4-BE49-F238E27FC236}">
                      <a16:creationId xmlns:a16="http://schemas.microsoft.com/office/drawing/2014/main" id="{F8CCA602-3715-8E0F-BDAC-213CD97839E0}"/>
                    </a:ext>
                  </a:extLst>
                </p14:cNvPr>
                <p14:cNvContentPartPr/>
                <p14:nvPr/>
              </p14:nvContentPartPr>
              <p14:xfrm>
                <a:off x="10344355" y="2215576"/>
                <a:ext cx="93960" cy="564120"/>
              </p14:xfrm>
            </p:contentPart>
          </mc:Choice>
          <mc:Fallback>
            <p:pic>
              <p:nvPicPr>
                <p:cNvPr id="80" name="Ink 79">
                  <a:extLst>
                    <a:ext uri="{FF2B5EF4-FFF2-40B4-BE49-F238E27FC236}">
                      <a16:creationId xmlns:a16="http://schemas.microsoft.com/office/drawing/2014/main" id="{F8CCA602-3715-8E0F-BDAC-213CD97839E0}"/>
                    </a:ext>
                  </a:extLst>
                </p:cNvPr>
                <p:cNvPicPr/>
                <p:nvPr/>
              </p:nvPicPr>
              <p:blipFill>
                <a:blip r:embed="rId164"/>
                <a:stretch>
                  <a:fillRect/>
                </a:stretch>
              </p:blipFill>
              <p:spPr>
                <a:xfrm>
                  <a:off x="10338235" y="2209456"/>
                  <a:ext cx="106200" cy="57636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81" name="Ink 80">
                  <a:extLst>
                    <a:ext uri="{FF2B5EF4-FFF2-40B4-BE49-F238E27FC236}">
                      <a16:creationId xmlns:a16="http://schemas.microsoft.com/office/drawing/2014/main" id="{109BCFA2-51B4-08FA-480E-B20DC77D1A81}"/>
                    </a:ext>
                  </a:extLst>
                </p14:cNvPr>
                <p14:cNvContentPartPr/>
                <p14:nvPr/>
              </p14:nvContentPartPr>
              <p14:xfrm>
                <a:off x="9666835" y="2265256"/>
                <a:ext cx="204840" cy="511200"/>
              </p14:xfrm>
            </p:contentPart>
          </mc:Choice>
          <mc:Fallback>
            <p:pic>
              <p:nvPicPr>
                <p:cNvPr id="81" name="Ink 80">
                  <a:extLst>
                    <a:ext uri="{FF2B5EF4-FFF2-40B4-BE49-F238E27FC236}">
                      <a16:creationId xmlns:a16="http://schemas.microsoft.com/office/drawing/2014/main" id="{109BCFA2-51B4-08FA-480E-B20DC77D1A81}"/>
                    </a:ext>
                  </a:extLst>
                </p:cNvPr>
                <p:cNvPicPr/>
                <p:nvPr/>
              </p:nvPicPr>
              <p:blipFill>
                <a:blip r:embed="rId166"/>
                <a:stretch>
                  <a:fillRect/>
                </a:stretch>
              </p:blipFill>
              <p:spPr>
                <a:xfrm>
                  <a:off x="9660715" y="2259136"/>
                  <a:ext cx="21708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83" name="Ink 82">
                  <a:extLst>
                    <a:ext uri="{FF2B5EF4-FFF2-40B4-BE49-F238E27FC236}">
                      <a16:creationId xmlns:a16="http://schemas.microsoft.com/office/drawing/2014/main" id="{E288CC44-EC18-8350-BF76-4084D5786AB2}"/>
                    </a:ext>
                  </a:extLst>
                </p14:cNvPr>
                <p14:cNvContentPartPr/>
                <p14:nvPr/>
              </p14:nvContentPartPr>
              <p14:xfrm>
                <a:off x="10635235" y="1893016"/>
                <a:ext cx="399960" cy="315000"/>
              </p14:xfrm>
            </p:contentPart>
          </mc:Choice>
          <mc:Fallback>
            <p:pic>
              <p:nvPicPr>
                <p:cNvPr id="83" name="Ink 82">
                  <a:extLst>
                    <a:ext uri="{FF2B5EF4-FFF2-40B4-BE49-F238E27FC236}">
                      <a16:creationId xmlns:a16="http://schemas.microsoft.com/office/drawing/2014/main" id="{E288CC44-EC18-8350-BF76-4084D5786AB2}"/>
                    </a:ext>
                  </a:extLst>
                </p:cNvPr>
                <p:cNvPicPr/>
                <p:nvPr/>
              </p:nvPicPr>
              <p:blipFill>
                <a:blip r:embed="rId168"/>
                <a:stretch>
                  <a:fillRect/>
                </a:stretch>
              </p:blipFill>
              <p:spPr>
                <a:xfrm>
                  <a:off x="10629115" y="1886896"/>
                  <a:ext cx="41220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84" name="Ink 83">
                  <a:extLst>
                    <a:ext uri="{FF2B5EF4-FFF2-40B4-BE49-F238E27FC236}">
                      <a16:creationId xmlns:a16="http://schemas.microsoft.com/office/drawing/2014/main" id="{541A7606-2ABB-0C75-9E55-B3D835512AEC}"/>
                    </a:ext>
                  </a:extLst>
                </p14:cNvPr>
                <p14:cNvContentPartPr/>
                <p14:nvPr/>
              </p14:nvContentPartPr>
              <p14:xfrm>
                <a:off x="10652875" y="2405656"/>
                <a:ext cx="14760" cy="125640"/>
              </p14:xfrm>
            </p:contentPart>
          </mc:Choice>
          <mc:Fallback>
            <p:pic>
              <p:nvPicPr>
                <p:cNvPr id="84" name="Ink 83">
                  <a:extLst>
                    <a:ext uri="{FF2B5EF4-FFF2-40B4-BE49-F238E27FC236}">
                      <a16:creationId xmlns:a16="http://schemas.microsoft.com/office/drawing/2014/main" id="{541A7606-2ABB-0C75-9E55-B3D835512AEC}"/>
                    </a:ext>
                  </a:extLst>
                </p:cNvPr>
                <p:cNvPicPr/>
                <p:nvPr/>
              </p:nvPicPr>
              <p:blipFill>
                <a:blip r:embed="rId170"/>
                <a:stretch>
                  <a:fillRect/>
                </a:stretch>
              </p:blipFill>
              <p:spPr>
                <a:xfrm>
                  <a:off x="10646755" y="2399536"/>
                  <a:ext cx="270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85" name="Ink 84">
                  <a:extLst>
                    <a:ext uri="{FF2B5EF4-FFF2-40B4-BE49-F238E27FC236}">
                      <a16:creationId xmlns:a16="http://schemas.microsoft.com/office/drawing/2014/main" id="{B94E4938-46BC-2DFC-1EB6-187D7F7537E4}"/>
                    </a:ext>
                  </a:extLst>
                </p14:cNvPr>
                <p14:cNvContentPartPr/>
                <p14:nvPr/>
              </p14:nvContentPartPr>
              <p14:xfrm>
                <a:off x="10665115" y="2217016"/>
                <a:ext cx="9720" cy="31320"/>
              </p14:xfrm>
            </p:contentPart>
          </mc:Choice>
          <mc:Fallback>
            <p:pic>
              <p:nvPicPr>
                <p:cNvPr id="85" name="Ink 84">
                  <a:extLst>
                    <a:ext uri="{FF2B5EF4-FFF2-40B4-BE49-F238E27FC236}">
                      <a16:creationId xmlns:a16="http://schemas.microsoft.com/office/drawing/2014/main" id="{B94E4938-46BC-2DFC-1EB6-187D7F7537E4}"/>
                    </a:ext>
                  </a:extLst>
                </p:cNvPr>
                <p:cNvPicPr/>
                <p:nvPr/>
              </p:nvPicPr>
              <p:blipFill>
                <a:blip r:embed="rId172"/>
                <a:stretch>
                  <a:fillRect/>
                </a:stretch>
              </p:blipFill>
              <p:spPr>
                <a:xfrm>
                  <a:off x="10658995" y="2210896"/>
                  <a:ext cx="2196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86" name="Ink 85">
                  <a:extLst>
                    <a:ext uri="{FF2B5EF4-FFF2-40B4-BE49-F238E27FC236}">
                      <a16:creationId xmlns:a16="http://schemas.microsoft.com/office/drawing/2014/main" id="{3FB6D52D-9C2B-0700-9360-601DAB7FAE54}"/>
                    </a:ext>
                  </a:extLst>
                </p14:cNvPr>
                <p14:cNvContentPartPr/>
                <p14:nvPr/>
              </p14:nvContentPartPr>
              <p14:xfrm>
                <a:off x="10817395" y="2396296"/>
                <a:ext cx="113040" cy="3600"/>
              </p14:xfrm>
            </p:contentPart>
          </mc:Choice>
          <mc:Fallback>
            <p:pic>
              <p:nvPicPr>
                <p:cNvPr id="86" name="Ink 85">
                  <a:extLst>
                    <a:ext uri="{FF2B5EF4-FFF2-40B4-BE49-F238E27FC236}">
                      <a16:creationId xmlns:a16="http://schemas.microsoft.com/office/drawing/2014/main" id="{3FB6D52D-9C2B-0700-9360-601DAB7FAE54}"/>
                    </a:ext>
                  </a:extLst>
                </p:cNvPr>
                <p:cNvPicPr/>
                <p:nvPr/>
              </p:nvPicPr>
              <p:blipFill>
                <a:blip r:embed="rId174"/>
                <a:stretch>
                  <a:fillRect/>
                </a:stretch>
              </p:blipFill>
              <p:spPr>
                <a:xfrm>
                  <a:off x="10811275" y="2390176"/>
                  <a:ext cx="12528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87" name="Ink 86">
                  <a:extLst>
                    <a:ext uri="{FF2B5EF4-FFF2-40B4-BE49-F238E27FC236}">
                      <a16:creationId xmlns:a16="http://schemas.microsoft.com/office/drawing/2014/main" id="{15F62B87-659A-D357-7185-560262527BE7}"/>
                    </a:ext>
                  </a:extLst>
                </p14:cNvPr>
                <p14:cNvContentPartPr/>
                <p14:nvPr/>
              </p14:nvContentPartPr>
              <p14:xfrm>
                <a:off x="10818475" y="2448856"/>
                <a:ext cx="137880" cy="8640"/>
              </p14:xfrm>
            </p:contentPart>
          </mc:Choice>
          <mc:Fallback>
            <p:pic>
              <p:nvPicPr>
                <p:cNvPr id="87" name="Ink 86">
                  <a:extLst>
                    <a:ext uri="{FF2B5EF4-FFF2-40B4-BE49-F238E27FC236}">
                      <a16:creationId xmlns:a16="http://schemas.microsoft.com/office/drawing/2014/main" id="{15F62B87-659A-D357-7185-560262527BE7}"/>
                    </a:ext>
                  </a:extLst>
                </p:cNvPr>
                <p:cNvPicPr/>
                <p:nvPr/>
              </p:nvPicPr>
              <p:blipFill>
                <a:blip r:embed="rId176"/>
                <a:stretch>
                  <a:fillRect/>
                </a:stretch>
              </p:blipFill>
              <p:spPr>
                <a:xfrm>
                  <a:off x="10812355" y="2442736"/>
                  <a:ext cx="1501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88" name="Ink 87">
                  <a:extLst>
                    <a:ext uri="{FF2B5EF4-FFF2-40B4-BE49-F238E27FC236}">
                      <a16:creationId xmlns:a16="http://schemas.microsoft.com/office/drawing/2014/main" id="{C934F55E-80D6-D252-8706-0A24B3274D72}"/>
                    </a:ext>
                  </a:extLst>
                </p14:cNvPr>
                <p14:cNvContentPartPr/>
                <p14:nvPr/>
              </p14:nvContentPartPr>
              <p14:xfrm>
                <a:off x="11050315" y="2377576"/>
                <a:ext cx="28440" cy="123480"/>
              </p14:xfrm>
            </p:contentPart>
          </mc:Choice>
          <mc:Fallback>
            <p:pic>
              <p:nvPicPr>
                <p:cNvPr id="88" name="Ink 87">
                  <a:extLst>
                    <a:ext uri="{FF2B5EF4-FFF2-40B4-BE49-F238E27FC236}">
                      <a16:creationId xmlns:a16="http://schemas.microsoft.com/office/drawing/2014/main" id="{C934F55E-80D6-D252-8706-0A24B3274D72}"/>
                    </a:ext>
                  </a:extLst>
                </p:cNvPr>
                <p:cNvPicPr/>
                <p:nvPr/>
              </p:nvPicPr>
              <p:blipFill>
                <a:blip r:embed="rId178"/>
                <a:stretch>
                  <a:fillRect/>
                </a:stretch>
              </p:blipFill>
              <p:spPr>
                <a:xfrm>
                  <a:off x="11044195" y="2371456"/>
                  <a:ext cx="406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89" name="Ink 88">
                  <a:extLst>
                    <a:ext uri="{FF2B5EF4-FFF2-40B4-BE49-F238E27FC236}">
                      <a16:creationId xmlns:a16="http://schemas.microsoft.com/office/drawing/2014/main" id="{7C212B85-11C9-DEEC-EA46-AD538E4D9632}"/>
                    </a:ext>
                  </a:extLst>
                </p14:cNvPr>
                <p14:cNvContentPartPr/>
                <p14:nvPr/>
              </p14:nvContentPartPr>
              <p14:xfrm>
                <a:off x="10651795" y="1752256"/>
                <a:ext cx="172080" cy="128520"/>
              </p14:xfrm>
            </p:contentPart>
          </mc:Choice>
          <mc:Fallback>
            <p:pic>
              <p:nvPicPr>
                <p:cNvPr id="89" name="Ink 88">
                  <a:extLst>
                    <a:ext uri="{FF2B5EF4-FFF2-40B4-BE49-F238E27FC236}">
                      <a16:creationId xmlns:a16="http://schemas.microsoft.com/office/drawing/2014/main" id="{7C212B85-11C9-DEEC-EA46-AD538E4D9632}"/>
                    </a:ext>
                  </a:extLst>
                </p:cNvPr>
                <p:cNvPicPr/>
                <p:nvPr/>
              </p:nvPicPr>
              <p:blipFill>
                <a:blip r:embed="rId180"/>
                <a:stretch>
                  <a:fillRect/>
                </a:stretch>
              </p:blipFill>
              <p:spPr>
                <a:xfrm>
                  <a:off x="10645675" y="1746136"/>
                  <a:ext cx="1843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90" name="Ink 89">
                  <a:extLst>
                    <a:ext uri="{FF2B5EF4-FFF2-40B4-BE49-F238E27FC236}">
                      <a16:creationId xmlns:a16="http://schemas.microsoft.com/office/drawing/2014/main" id="{58BCBEA5-3F55-FDF9-2ACB-A6E68DA0B6F7}"/>
                    </a:ext>
                  </a:extLst>
                </p14:cNvPr>
                <p14:cNvContentPartPr/>
                <p14:nvPr/>
              </p14:nvContentPartPr>
              <p14:xfrm>
                <a:off x="11152555" y="1751896"/>
                <a:ext cx="177480" cy="627480"/>
              </p14:xfrm>
            </p:contentPart>
          </mc:Choice>
          <mc:Fallback>
            <p:pic>
              <p:nvPicPr>
                <p:cNvPr id="90" name="Ink 89">
                  <a:extLst>
                    <a:ext uri="{FF2B5EF4-FFF2-40B4-BE49-F238E27FC236}">
                      <a16:creationId xmlns:a16="http://schemas.microsoft.com/office/drawing/2014/main" id="{58BCBEA5-3F55-FDF9-2ACB-A6E68DA0B6F7}"/>
                    </a:ext>
                  </a:extLst>
                </p:cNvPr>
                <p:cNvPicPr/>
                <p:nvPr/>
              </p:nvPicPr>
              <p:blipFill>
                <a:blip r:embed="rId182"/>
                <a:stretch>
                  <a:fillRect/>
                </a:stretch>
              </p:blipFill>
              <p:spPr>
                <a:xfrm>
                  <a:off x="11146435" y="1745776"/>
                  <a:ext cx="189720" cy="6397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91" name="Ink 90">
                  <a:extLst>
                    <a:ext uri="{FF2B5EF4-FFF2-40B4-BE49-F238E27FC236}">
                      <a16:creationId xmlns:a16="http://schemas.microsoft.com/office/drawing/2014/main" id="{8CA98D1B-5AA9-ABDA-C3AC-8DD7CF9045F5}"/>
                    </a:ext>
                  </a:extLst>
                </p14:cNvPr>
                <p14:cNvContentPartPr/>
                <p14:nvPr/>
              </p14:nvContentPartPr>
              <p14:xfrm>
                <a:off x="11259475" y="1865296"/>
                <a:ext cx="125640" cy="285840"/>
              </p14:xfrm>
            </p:contentPart>
          </mc:Choice>
          <mc:Fallback>
            <p:pic>
              <p:nvPicPr>
                <p:cNvPr id="91" name="Ink 90">
                  <a:extLst>
                    <a:ext uri="{FF2B5EF4-FFF2-40B4-BE49-F238E27FC236}">
                      <a16:creationId xmlns:a16="http://schemas.microsoft.com/office/drawing/2014/main" id="{8CA98D1B-5AA9-ABDA-C3AC-8DD7CF9045F5}"/>
                    </a:ext>
                  </a:extLst>
                </p:cNvPr>
                <p:cNvPicPr/>
                <p:nvPr/>
              </p:nvPicPr>
              <p:blipFill>
                <a:blip r:embed="rId184"/>
                <a:stretch>
                  <a:fillRect/>
                </a:stretch>
              </p:blipFill>
              <p:spPr>
                <a:xfrm>
                  <a:off x="11253355" y="1859176"/>
                  <a:ext cx="13788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92" name="Ink 91">
                  <a:extLst>
                    <a:ext uri="{FF2B5EF4-FFF2-40B4-BE49-F238E27FC236}">
                      <a16:creationId xmlns:a16="http://schemas.microsoft.com/office/drawing/2014/main" id="{7E6F7E59-9C87-0494-1CAA-81FB41909EDC}"/>
                    </a:ext>
                  </a:extLst>
                </p14:cNvPr>
                <p14:cNvContentPartPr/>
                <p14:nvPr/>
              </p14:nvContentPartPr>
              <p14:xfrm>
                <a:off x="11226355" y="1915336"/>
                <a:ext cx="142200" cy="248400"/>
              </p14:xfrm>
            </p:contentPart>
          </mc:Choice>
          <mc:Fallback>
            <p:pic>
              <p:nvPicPr>
                <p:cNvPr id="92" name="Ink 91">
                  <a:extLst>
                    <a:ext uri="{FF2B5EF4-FFF2-40B4-BE49-F238E27FC236}">
                      <a16:creationId xmlns:a16="http://schemas.microsoft.com/office/drawing/2014/main" id="{7E6F7E59-9C87-0494-1CAA-81FB41909EDC}"/>
                    </a:ext>
                  </a:extLst>
                </p:cNvPr>
                <p:cNvPicPr/>
                <p:nvPr/>
              </p:nvPicPr>
              <p:blipFill>
                <a:blip r:embed="rId186"/>
                <a:stretch>
                  <a:fillRect/>
                </a:stretch>
              </p:blipFill>
              <p:spPr>
                <a:xfrm>
                  <a:off x="11220235" y="1909216"/>
                  <a:ext cx="15444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93" name="Ink 92">
                  <a:extLst>
                    <a:ext uri="{FF2B5EF4-FFF2-40B4-BE49-F238E27FC236}">
                      <a16:creationId xmlns:a16="http://schemas.microsoft.com/office/drawing/2014/main" id="{5A23D8DA-F91B-A5A0-E392-41B9303EB6F0}"/>
                    </a:ext>
                  </a:extLst>
                </p14:cNvPr>
                <p14:cNvContentPartPr/>
                <p14:nvPr/>
              </p14:nvContentPartPr>
              <p14:xfrm>
                <a:off x="11442715" y="2179936"/>
                <a:ext cx="32400" cy="152640"/>
              </p14:xfrm>
            </p:contentPart>
          </mc:Choice>
          <mc:Fallback>
            <p:pic>
              <p:nvPicPr>
                <p:cNvPr id="93" name="Ink 92">
                  <a:extLst>
                    <a:ext uri="{FF2B5EF4-FFF2-40B4-BE49-F238E27FC236}">
                      <a16:creationId xmlns:a16="http://schemas.microsoft.com/office/drawing/2014/main" id="{5A23D8DA-F91B-A5A0-E392-41B9303EB6F0}"/>
                    </a:ext>
                  </a:extLst>
                </p:cNvPr>
                <p:cNvPicPr/>
                <p:nvPr/>
              </p:nvPicPr>
              <p:blipFill>
                <a:blip r:embed="rId188"/>
                <a:stretch>
                  <a:fillRect/>
                </a:stretch>
              </p:blipFill>
              <p:spPr>
                <a:xfrm>
                  <a:off x="11436595" y="2173816"/>
                  <a:ext cx="446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94" name="Ink 93">
                  <a:extLst>
                    <a:ext uri="{FF2B5EF4-FFF2-40B4-BE49-F238E27FC236}">
                      <a16:creationId xmlns:a16="http://schemas.microsoft.com/office/drawing/2014/main" id="{D9D09480-C9F2-FF1F-303B-0B9B60091FD8}"/>
                    </a:ext>
                  </a:extLst>
                </p14:cNvPr>
                <p14:cNvContentPartPr/>
                <p14:nvPr/>
              </p14:nvContentPartPr>
              <p14:xfrm>
                <a:off x="11416795" y="2043136"/>
                <a:ext cx="11880" cy="6480"/>
              </p14:xfrm>
            </p:contentPart>
          </mc:Choice>
          <mc:Fallback>
            <p:pic>
              <p:nvPicPr>
                <p:cNvPr id="94" name="Ink 93">
                  <a:extLst>
                    <a:ext uri="{FF2B5EF4-FFF2-40B4-BE49-F238E27FC236}">
                      <a16:creationId xmlns:a16="http://schemas.microsoft.com/office/drawing/2014/main" id="{D9D09480-C9F2-FF1F-303B-0B9B60091FD8}"/>
                    </a:ext>
                  </a:extLst>
                </p:cNvPr>
                <p:cNvPicPr/>
                <p:nvPr/>
              </p:nvPicPr>
              <p:blipFill>
                <a:blip r:embed="rId190"/>
                <a:stretch>
                  <a:fillRect/>
                </a:stretch>
              </p:blipFill>
              <p:spPr>
                <a:xfrm>
                  <a:off x="11410675" y="2037016"/>
                  <a:ext cx="2412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95" name="Ink 94">
                  <a:extLst>
                    <a:ext uri="{FF2B5EF4-FFF2-40B4-BE49-F238E27FC236}">
                      <a16:creationId xmlns:a16="http://schemas.microsoft.com/office/drawing/2014/main" id="{772F6F56-2EA4-68DE-291B-9B148B0BD8B3}"/>
                    </a:ext>
                  </a:extLst>
                </p14:cNvPr>
                <p14:cNvContentPartPr/>
                <p14:nvPr/>
              </p14:nvContentPartPr>
              <p14:xfrm>
                <a:off x="11540635" y="2042416"/>
                <a:ext cx="144720" cy="27720"/>
              </p14:xfrm>
            </p:contentPart>
          </mc:Choice>
          <mc:Fallback>
            <p:pic>
              <p:nvPicPr>
                <p:cNvPr id="95" name="Ink 94">
                  <a:extLst>
                    <a:ext uri="{FF2B5EF4-FFF2-40B4-BE49-F238E27FC236}">
                      <a16:creationId xmlns:a16="http://schemas.microsoft.com/office/drawing/2014/main" id="{772F6F56-2EA4-68DE-291B-9B148B0BD8B3}"/>
                    </a:ext>
                  </a:extLst>
                </p:cNvPr>
                <p:cNvPicPr/>
                <p:nvPr/>
              </p:nvPicPr>
              <p:blipFill>
                <a:blip r:embed="rId192"/>
                <a:stretch>
                  <a:fillRect/>
                </a:stretch>
              </p:blipFill>
              <p:spPr>
                <a:xfrm>
                  <a:off x="11534515" y="2036296"/>
                  <a:ext cx="1569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96" name="Ink 95">
                  <a:extLst>
                    <a:ext uri="{FF2B5EF4-FFF2-40B4-BE49-F238E27FC236}">
                      <a16:creationId xmlns:a16="http://schemas.microsoft.com/office/drawing/2014/main" id="{8BBF9B67-E6E5-1A92-3EE8-F2E8941977EB}"/>
                    </a:ext>
                  </a:extLst>
                </p14:cNvPr>
                <p14:cNvContentPartPr/>
                <p14:nvPr/>
              </p14:nvContentPartPr>
              <p14:xfrm>
                <a:off x="11823595" y="1868176"/>
                <a:ext cx="121320" cy="323280"/>
              </p14:xfrm>
            </p:contentPart>
          </mc:Choice>
          <mc:Fallback>
            <p:pic>
              <p:nvPicPr>
                <p:cNvPr id="96" name="Ink 95">
                  <a:extLst>
                    <a:ext uri="{FF2B5EF4-FFF2-40B4-BE49-F238E27FC236}">
                      <a16:creationId xmlns:a16="http://schemas.microsoft.com/office/drawing/2014/main" id="{8BBF9B67-E6E5-1A92-3EE8-F2E8941977EB}"/>
                    </a:ext>
                  </a:extLst>
                </p:cNvPr>
                <p:cNvPicPr/>
                <p:nvPr/>
              </p:nvPicPr>
              <p:blipFill>
                <a:blip r:embed="rId194"/>
                <a:stretch>
                  <a:fillRect/>
                </a:stretch>
              </p:blipFill>
              <p:spPr>
                <a:xfrm>
                  <a:off x="11817475" y="1862056"/>
                  <a:ext cx="13356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97" name="Ink 96">
                  <a:extLst>
                    <a:ext uri="{FF2B5EF4-FFF2-40B4-BE49-F238E27FC236}">
                      <a16:creationId xmlns:a16="http://schemas.microsoft.com/office/drawing/2014/main" id="{19D6A3D0-85FB-24A1-DF1C-FB4DA8FE9275}"/>
                    </a:ext>
                  </a:extLst>
                </p14:cNvPr>
                <p14:cNvContentPartPr/>
                <p14:nvPr/>
              </p14:nvContentPartPr>
              <p14:xfrm>
                <a:off x="11776435" y="1932256"/>
                <a:ext cx="185040" cy="194760"/>
              </p14:xfrm>
            </p:contentPart>
          </mc:Choice>
          <mc:Fallback>
            <p:pic>
              <p:nvPicPr>
                <p:cNvPr id="97" name="Ink 96">
                  <a:extLst>
                    <a:ext uri="{FF2B5EF4-FFF2-40B4-BE49-F238E27FC236}">
                      <a16:creationId xmlns:a16="http://schemas.microsoft.com/office/drawing/2014/main" id="{19D6A3D0-85FB-24A1-DF1C-FB4DA8FE9275}"/>
                    </a:ext>
                  </a:extLst>
                </p:cNvPr>
                <p:cNvPicPr/>
                <p:nvPr/>
              </p:nvPicPr>
              <p:blipFill>
                <a:blip r:embed="rId196"/>
                <a:stretch>
                  <a:fillRect/>
                </a:stretch>
              </p:blipFill>
              <p:spPr>
                <a:xfrm>
                  <a:off x="11770315" y="1926136"/>
                  <a:ext cx="1972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98" name="Ink 97">
                  <a:extLst>
                    <a:ext uri="{FF2B5EF4-FFF2-40B4-BE49-F238E27FC236}">
                      <a16:creationId xmlns:a16="http://schemas.microsoft.com/office/drawing/2014/main" id="{8CB23FA2-61ED-6D8B-F9AF-CED71AE4CAC9}"/>
                    </a:ext>
                  </a:extLst>
                </p14:cNvPr>
                <p14:cNvContentPartPr/>
                <p14:nvPr/>
              </p14:nvContentPartPr>
              <p14:xfrm>
                <a:off x="11726395" y="1805176"/>
                <a:ext cx="135000" cy="11880"/>
              </p14:xfrm>
            </p:contentPart>
          </mc:Choice>
          <mc:Fallback>
            <p:pic>
              <p:nvPicPr>
                <p:cNvPr id="98" name="Ink 97">
                  <a:extLst>
                    <a:ext uri="{FF2B5EF4-FFF2-40B4-BE49-F238E27FC236}">
                      <a16:creationId xmlns:a16="http://schemas.microsoft.com/office/drawing/2014/main" id="{8CB23FA2-61ED-6D8B-F9AF-CED71AE4CAC9}"/>
                    </a:ext>
                  </a:extLst>
                </p:cNvPr>
                <p:cNvPicPr/>
                <p:nvPr/>
              </p:nvPicPr>
              <p:blipFill>
                <a:blip r:embed="rId198"/>
                <a:stretch>
                  <a:fillRect/>
                </a:stretch>
              </p:blipFill>
              <p:spPr>
                <a:xfrm>
                  <a:off x="11720275" y="1799056"/>
                  <a:ext cx="1472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99" name="Ink 98">
                  <a:extLst>
                    <a:ext uri="{FF2B5EF4-FFF2-40B4-BE49-F238E27FC236}">
                      <a16:creationId xmlns:a16="http://schemas.microsoft.com/office/drawing/2014/main" id="{488C7607-4DF3-AE87-6804-3AD238FC2673}"/>
                    </a:ext>
                  </a:extLst>
                </p14:cNvPr>
                <p14:cNvContentPartPr/>
                <p14:nvPr/>
              </p14:nvContentPartPr>
              <p14:xfrm>
                <a:off x="11909275" y="1671976"/>
                <a:ext cx="127440" cy="765720"/>
              </p14:xfrm>
            </p:contentPart>
          </mc:Choice>
          <mc:Fallback>
            <p:pic>
              <p:nvPicPr>
                <p:cNvPr id="99" name="Ink 98">
                  <a:extLst>
                    <a:ext uri="{FF2B5EF4-FFF2-40B4-BE49-F238E27FC236}">
                      <a16:creationId xmlns:a16="http://schemas.microsoft.com/office/drawing/2014/main" id="{488C7607-4DF3-AE87-6804-3AD238FC2673}"/>
                    </a:ext>
                  </a:extLst>
                </p:cNvPr>
                <p:cNvPicPr/>
                <p:nvPr/>
              </p:nvPicPr>
              <p:blipFill>
                <a:blip r:embed="rId200"/>
                <a:stretch>
                  <a:fillRect/>
                </a:stretch>
              </p:blipFill>
              <p:spPr>
                <a:xfrm>
                  <a:off x="11903155" y="1665856"/>
                  <a:ext cx="139680" cy="77796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00" name="Ink 99">
                  <a:extLst>
                    <a:ext uri="{FF2B5EF4-FFF2-40B4-BE49-F238E27FC236}">
                      <a16:creationId xmlns:a16="http://schemas.microsoft.com/office/drawing/2014/main" id="{6431F310-EEFE-06F9-9BD1-B96D35AE525A}"/>
                    </a:ext>
                  </a:extLst>
                </p14:cNvPr>
                <p14:cNvContentPartPr/>
                <p14:nvPr/>
              </p14:nvContentPartPr>
              <p14:xfrm>
                <a:off x="11930155" y="1614736"/>
                <a:ext cx="146160" cy="108000"/>
              </p14:xfrm>
            </p:contentPart>
          </mc:Choice>
          <mc:Fallback>
            <p:pic>
              <p:nvPicPr>
                <p:cNvPr id="100" name="Ink 99">
                  <a:extLst>
                    <a:ext uri="{FF2B5EF4-FFF2-40B4-BE49-F238E27FC236}">
                      <a16:creationId xmlns:a16="http://schemas.microsoft.com/office/drawing/2014/main" id="{6431F310-EEFE-06F9-9BD1-B96D35AE525A}"/>
                    </a:ext>
                  </a:extLst>
                </p:cNvPr>
                <p:cNvPicPr/>
                <p:nvPr/>
              </p:nvPicPr>
              <p:blipFill>
                <a:blip r:embed="rId202"/>
                <a:stretch>
                  <a:fillRect/>
                </a:stretch>
              </p:blipFill>
              <p:spPr>
                <a:xfrm>
                  <a:off x="11924035" y="1608616"/>
                  <a:ext cx="15840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20" name="Ink 119">
                  <a:extLst>
                    <a:ext uri="{FF2B5EF4-FFF2-40B4-BE49-F238E27FC236}">
                      <a16:creationId xmlns:a16="http://schemas.microsoft.com/office/drawing/2014/main" id="{73BCEBAE-FEA1-1182-07C8-8D46E00B5E86}"/>
                    </a:ext>
                  </a:extLst>
                </p14:cNvPr>
                <p14:cNvContentPartPr/>
                <p14:nvPr/>
              </p14:nvContentPartPr>
              <p14:xfrm>
                <a:off x="9729835" y="3148696"/>
                <a:ext cx="136440" cy="361080"/>
              </p14:xfrm>
            </p:contentPart>
          </mc:Choice>
          <mc:Fallback>
            <p:pic>
              <p:nvPicPr>
                <p:cNvPr id="120" name="Ink 119">
                  <a:extLst>
                    <a:ext uri="{FF2B5EF4-FFF2-40B4-BE49-F238E27FC236}">
                      <a16:creationId xmlns:a16="http://schemas.microsoft.com/office/drawing/2014/main" id="{73BCEBAE-FEA1-1182-07C8-8D46E00B5E86}"/>
                    </a:ext>
                  </a:extLst>
                </p:cNvPr>
                <p:cNvPicPr/>
                <p:nvPr/>
              </p:nvPicPr>
              <p:blipFill>
                <a:blip r:embed="rId204"/>
                <a:stretch>
                  <a:fillRect/>
                </a:stretch>
              </p:blipFill>
              <p:spPr>
                <a:xfrm>
                  <a:off x="9723715" y="3142576"/>
                  <a:ext cx="148680"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21" name="Ink 120">
                  <a:extLst>
                    <a:ext uri="{FF2B5EF4-FFF2-40B4-BE49-F238E27FC236}">
                      <a16:creationId xmlns:a16="http://schemas.microsoft.com/office/drawing/2014/main" id="{37AAD1FB-8A2A-B5AE-CA70-18DBDDCFE7D0}"/>
                    </a:ext>
                  </a:extLst>
                </p14:cNvPr>
                <p14:cNvContentPartPr/>
                <p14:nvPr/>
              </p14:nvContentPartPr>
              <p14:xfrm>
                <a:off x="9642355" y="3273976"/>
                <a:ext cx="329760" cy="186120"/>
              </p14:xfrm>
            </p:contentPart>
          </mc:Choice>
          <mc:Fallback>
            <p:pic>
              <p:nvPicPr>
                <p:cNvPr id="121" name="Ink 120">
                  <a:extLst>
                    <a:ext uri="{FF2B5EF4-FFF2-40B4-BE49-F238E27FC236}">
                      <a16:creationId xmlns:a16="http://schemas.microsoft.com/office/drawing/2014/main" id="{37AAD1FB-8A2A-B5AE-CA70-18DBDDCFE7D0}"/>
                    </a:ext>
                  </a:extLst>
                </p:cNvPr>
                <p:cNvPicPr/>
                <p:nvPr/>
              </p:nvPicPr>
              <p:blipFill>
                <a:blip r:embed="rId206"/>
                <a:stretch>
                  <a:fillRect/>
                </a:stretch>
              </p:blipFill>
              <p:spPr>
                <a:xfrm>
                  <a:off x="9636235" y="3267856"/>
                  <a:ext cx="34200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22" name="Ink 121">
                  <a:extLst>
                    <a:ext uri="{FF2B5EF4-FFF2-40B4-BE49-F238E27FC236}">
                      <a16:creationId xmlns:a16="http://schemas.microsoft.com/office/drawing/2014/main" id="{44461F51-C403-9AC1-5C44-E14A7FD73C12}"/>
                    </a:ext>
                  </a:extLst>
                </p14:cNvPr>
                <p14:cNvContentPartPr/>
                <p14:nvPr/>
              </p14:nvContentPartPr>
              <p14:xfrm>
                <a:off x="9559195" y="3039976"/>
                <a:ext cx="288720" cy="27360"/>
              </p14:xfrm>
            </p:contentPart>
          </mc:Choice>
          <mc:Fallback>
            <p:pic>
              <p:nvPicPr>
                <p:cNvPr id="122" name="Ink 121">
                  <a:extLst>
                    <a:ext uri="{FF2B5EF4-FFF2-40B4-BE49-F238E27FC236}">
                      <a16:creationId xmlns:a16="http://schemas.microsoft.com/office/drawing/2014/main" id="{44461F51-C403-9AC1-5C44-E14A7FD73C12}"/>
                    </a:ext>
                  </a:extLst>
                </p:cNvPr>
                <p:cNvPicPr/>
                <p:nvPr/>
              </p:nvPicPr>
              <p:blipFill>
                <a:blip r:embed="rId208"/>
                <a:stretch>
                  <a:fillRect/>
                </a:stretch>
              </p:blipFill>
              <p:spPr>
                <a:xfrm>
                  <a:off x="9553075" y="3033856"/>
                  <a:ext cx="3009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3" name="Ink 122">
                  <a:extLst>
                    <a:ext uri="{FF2B5EF4-FFF2-40B4-BE49-F238E27FC236}">
                      <a16:creationId xmlns:a16="http://schemas.microsoft.com/office/drawing/2014/main" id="{510ED028-9B71-0452-8E25-AB4ABD0AE120}"/>
                    </a:ext>
                  </a:extLst>
                </p14:cNvPr>
                <p14:cNvContentPartPr/>
                <p14:nvPr/>
              </p14:nvContentPartPr>
              <p14:xfrm>
                <a:off x="10249675" y="3250216"/>
                <a:ext cx="122400" cy="14760"/>
              </p14:xfrm>
            </p:contentPart>
          </mc:Choice>
          <mc:Fallback>
            <p:pic>
              <p:nvPicPr>
                <p:cNvPr id="123" name="Ink 122">
                  <a:extLst>
                    <a:ext uri="{FF2B5EF4-FFF2-40B4-BE49-F238E27FC236}">
                      <a16:creationId xmlns:a16="http://schemas.microsoft.com/office/drawing/2014/main" id="{510ED028-9B71-0452-8E25-AB4ABD0AE120}"/>
                    </a:ext>
                  </a:extLst>
                </p:cNvPr>
                <p:cNvPicPr/>
                <p:nvPr/>
              </p:nvPicPr>
              <p:blipFill>
                <a:blip r:embed="rId210"/>
                <a:stretch>
                  <a:fillRect/>
                </a:stretch>
              </p:blipFill>
              <p:spPr>
                <a:xfrm>
                  <a:off x="10243555" y="3244096"/>
                  <a:ext cx="13464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4" name="Ink 123">
                  <a:extLst>
                    <a:ext uri="{FF2B5EF4-FFF2-40B4-BE49-F238E27FC236}">
                      <a16:creationId xmlns:a16="http://schemas.microsoft.com/office/drawing/2014/main" id="{CFD03C14-D5A9-3EF9-94C4-38201606195A}"/>
                    </a:ext>
                  </a:extLst>
                </p14:cNvPr>
                <p14:cNvContentPartPr/>
                <p14:nvPr/>
              </p14:nvContentPartPr>
              <p14:xfrm>
                <a:off x="10311235" y="3320776"/>
                <a:ext cx="141120" cy="26280"/>
              </p14:xfrm>
            </p:contentPart>
          </mc:Choice>
          <mc:Fallback>
            <p:pic>
              <p:nvPicPr>
                <p:cNvPr id="124" name="Ink 123">
                  <a:extLst>
                    <a:ext uri="{FF2B5EF4-FFF2-40B4-BE49-F238E27FC236}">
                      <a16:creationId xmlns:a16="http://schemas.microsoft.com/office/drawing/2014/main" id="{CFD03C14-D5A9-3EF9-94C4-38201606195A}"/>
                    </a:ext>
                  </a:extLst>
                </p:cNvPr>
                <p:cNvPicPr/>
                <p:nvPr/>
              </p:nvPicPr>
              <p:blipFill>
                <a:blip r:embed="rId212"/>
                <a:stretch>
                  <a:fillRect/>
                </a:stretch>
              </p:blipFill>
              <p:spPr>
                <a:xfrm>
                  <a:off x="10305115" y="3314656"/>
                  <a:ext cx="15336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5" name="Ink 124">
                  <a:extLst>
                    <a:ext uri="{FF2B5EF4-FFF2-40B4-BE49-F238E27FC236}">
                      <a16:creationId xmlns:a16="http://schemas.microsoft.com/office/drawing/2014/main" id="{8D405FF3-F17F-AF5B-3778-ADBFD9F47C7C}"/>
                    </a:ext>
                  </a:extLst>
                </p14:cNvPr>
                <p14:cNvContentPartPr/>
                <p14:nvPr/>
              </p14:nvContentPartPr>
              <p14:xfrm>
                <a:off x="10614355" y="2829736"/>
                <a:ext cx="405360" cy="341640"/>
              </p14:xfrm>
            </p:contentPart>
          </mc:Choice>
          <mc:Fallback>
            <p:pic>
              <p:nvPicPr>
                <p:cNvPr id="125" name="Ink 124">
                  <a:extLst>
                    <a:ext uri="{FF2B5EF4-FFF2-40B4-BE49-F238E27FC236}">
                      <a16:creationId xmlns:a16="http://schemas.microsoft.com/office/drawing/2014/main" id="{8D405FF3-F17F-AF5B-3778-ADBFD9F47C7C}"/>
                    </a:ext>
                  </a:extLst>
                </p:cNvPr>
                <p:cNvPicPr/>
                <p:nvPr/>
              </p:nvPicPr>
              <p:blipFill>
                <a:blip r:embed="rId214"/>
                <a:stretch>
                  <a:fillRect/>
                </a:stretch>
              </p:blipFill>
              <p:spPr>
                <a:xfrm>
                  <a:off x="10608235" y="2823616"/>
                  <a:ext cx="41760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6" name="Ink 125">
                  <a:extLst>
                    <a:ext uri="{FF2B5EF4-FFF2-40B4-BE49-F238E27FC236}">
                      <a16:creationId xmlns:a16="http://schemas.microsoft.com/office/drawing/2014/main" id="{59029951-EE17-6B26-AA93-4651CCFDDDF3}"/>
                    </a:ext>
                  </a:extLst>
                </p14:cNvPr>
                <p14:cNvContentPartPr/>
                <p14:nvPr/>
              </p14:nvContentPartPr>
              <p14:xfrm>
                <a:off x="10484755" y="3349576"/>
                <a:ext cx="29520" cy="133200"/>
              </p14:xfrm>
            </p:contentPart>
          </mc:Choice>
          <mc:Fallback>
            <p:pic>
              <p:nvPicPr>
                <p:cNvPr id="126" name="Ink 125">
                  <a:extLst>
                    <a:ext uri="{FF2B5EF4-FFF2-40B4-BE49-F238E27FC236}">
                      <a16:creationId xmlns:a16="http://schemas.microsoft.com/office/drawing/2014/main" id="{59029951-EE17-6B26-AA93-4651CCFDDDF3}"/>
                    </a:ext>
                  </a:extLst>
                </p:cNvPr>
                <p:cNvPicPr/>
                <p:nvPr/>
              </p:nvPicPr>
              <p:blipFill>
                <a:blip r:embed="rId216"/>
                <a:stretch>
                  <a:fillRect/>
                </a:stretch>
              </p:blipFill>
              <p:spPr>
                <a:xfrm>
                  <a:off x="10478635" y="3343456"/>
                  <a:ext cx="417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7" name="Ink 126">
                  <a:extLst>
                    <a:ext uri="{FF2B5EF4-FFF2-40B4-BE49-F238E27FC236}">
                      <a16:creationId xmlns:a16="http://schemas.microsoft.com/office/drawing/2014/main" id="{4A85D915-FB9C-A20E-CC9E-BFF6FB9F024E}"/>
                    </a:ext>
                  </a:extLst>
                </p14:cNvPr>
                <p14:cNvContentPartPr/>
                <p14:nvPr/>
              </p14:nvContentPartPr>
              <p14:xfrm>
                <a:off x="10486195" y="3208816"/>
                <a:ext cx="18000" cy="13680"/>
              </p14:xfrm>
            </p:contentPart>
          </mc:Choice>
          <mc:Fallback>
            <p:pic>
              <p:nvPicPr>
                <p:cNvPr id="127" name="Ink 126">
                  <a:extLst>
                    <a:ext uri="{FF2B5EF4-FFF2-40B4-BE49-F238E27FC236}">
                      <a16:creationId xmlns:a16="http://schemas.microsoft.com/office/drawing/2014/main" id="{4A85D915-FB9C-A20E-CC9E-BFF6FB9F024E}"/>
                    </a:ext>
                  </a:extLst>
                </p:cNvPr>
                <p:cNvPicPr/>
                <p:nvPr/>
              </p:nvPicPr>
              <p:blipFill>
                <a:blip r:embed="rId218"/>
                <a:stretch>
                  <a:fillRect/>
                </a:stretch>
              </p:blipFill>
              <p:spPr>
                <a:xfrm>
                  <a:off x="10480075" y="3202696"/>
                  <a:ext cx="302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28" name="Ink 127">
                  <a:extLst>
                    <a:ext uri="{FF2B5EF4-FFF2-40B4-BE49-F238E27FC236}">
                      <a16:creationId xmlns:a16="http://schemas.microsoft.com/office/drawing/2014/main" id="{F032793D-2D2C-5955-D45A-71E40DE0C74A}"/>
                    </a:ext>
                  </a:extLst>
                </p14:cNvPr>
                <p14:cNvContentPartPr/>
                <p14:nvPr/>
              </p14:nvContentPartPr>
              <p14:xfrm>
                <a:off x="10574035" y="3383416"/>
                <a:ext cx="135000" cy="38520"/>
              </p14:xfrm>
            </p:contentPart>
          </mc:Choice>
          <mc:Fallback>
            <p:pic>
              <p:nvPicPr>
                <p:cNvPr id="128" name="Ink 127">
                  <a:extLst>
                    <a:ext uri="{FF2B5EF4-FFF2-40B4-BE49-F238E27FC236}">
                      <a16:creationId xmlns:a16="http://schemas.microsoft.com/office/drawing/2014/main" id="{F032793D-2D2C-5955-D45A-71E40DE0C74A}"/>
                    </a:ext>
                  </a:extLst>
                </p:cNvPr>
                <p:cNvPicPr/>
                <p:nvPr/>
              </p:nvPicPr>
              <p:blipFill>
                <a:blip r:embed="rId220"/>
                <a:stretch>
                  <a:fillRect/>
                </a:stretch>
              </p:blipFill>
              <p:spPr>
                <a:xfrm>
                  <a:off x="10567915" y="3377296"/>
                  <a:ext cx="1472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9" name="Ink 128">
                  <a:extLst>
                    <a:ext uri="{FF2B5EF4-FFF2-40B4-BE49-F238E27FC236}">
                      <a16:creationId xmlns:a16="http://schemas.microsoft.com/office/drawing/2014/main" id="{BC7401CD-04B0-085B-48F1-4586D8950243}"/>
                    </a:ext>
                  </a:extLst>
                </p14:cNvPr>
                <p14:cNvContentPartPr/>
                <p14:nvPr/>
              </p14:nvContentPartPr>
              <p14:xfrm>
                <a:off x="10623715" y="3421216"/>
                <a:ext cx="165960" cy="51120"/>
              </p14:xfrm>
            </p:contentPart>
          </mc:Choice>
          <mc:Fallback>
            <p:pic>
              <p:nvPicPr>
                <p:cNvPr id="129" name="Ink 128">
                  <a:extLst>
                    <a:ext uri="{FF2B5EF4-FFF2-40B4-BE49-F238E27FC236}">
                      <a16:creationId xmlns:a16="http://schemas.microsoft.com/office/drawing/2014/main" id="{BC7401CD-04B0-085B-48F1-4586D8950243}"/>
                    </a:ext>
                  </a:extLst>
                </p:cNvPr>
                <p:cNvPicPr/>
                <p:nvPr/>
              </p:nvPicPr>
              <p:blipFill>
                <a:blip r:embed="rId222"/>
                <a:stretch>
                  <a:fillRect/>
                </a:stretch>
              </p:blipFill>
              <p:spPr>
                <a:xfrm>
                  <a:off x="10617595" y="3415096"/>
                  <a:ext cx="17820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0" name="Ink 129">
                  <a:extLst>
                    <a:ext uri="{FF2B5EF4-FFF2-40B4-BE49-F238E27FC236}">
                      <a16:creationId xmlns:a16="http://schemas.microsoft.com/office/drawing/2014/main" id="{68B44227-DA97-310C-B8D3-5A31D0E940A9}"/>
                    </a:ext>
                  </a:extLst>
                </p14:cNvPr>
                <p14:cNvContentPartPr/>
                <p14:nvPr/>
              </p14:nvContentPartPr>
              <p14:xfrm>
                <a:off x="10917835" y="3323656"/>
                <a:ext cx="11880" cy="79920"/>
              </p14:xfrm>
            </p:contentPart>
          </mc:Choice>
          <mc:Fallback>
            <p:pic>
              <p:nvPicPr>
                <p:cNvPr id="130" name="Ink 129">
                  <a:extLst>
                    <a:ext uri="{FF2B5EF4-FFF2-40B4-BE49-F238E27FC236}">
                      <a16:creationId xmlns:a16="http://schemas.microsoft.com/office/drawing/2014/main" id="{68B44227-DA97-310C-B8D3-5A31D0E940A9}"/>
                    </a:ext>
                  </a:extLst>
                </p:cNvPr>
                <p:cNvPicPr/>
                <p:nvPr/>
              </p:nvPicPr>
              <p:blipFill>
                <a:blip r:embed="rId224"/>
                <a:stretch>
                  <a:fillRect/>
                </a:stretch>
              </p:blipFill>
              <p:spPr>
                <a:xfrm>
                  <a:off x="10911715" y="3317536"/>
                  <a:ext cx="241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1" name="Ink 130">
                  <a:extLst>
                    <a:ext uri="{FF2B5EF4-FFF2-40B4-BE49-F238E27FC236}">
                      <a16:creationId xmlns:a16="http://schemas.microsoft.com/office/drawing/2014/main" id="{C5590CD6-7D4E-2E04-ED44-E6F8CF207E70}"/>
                    </a:ext>
                  </a:extLst>
                </p14:cNvPr>
                <p14:cNvContentPartPr/>
                <p14:nvPr/>
              </p14:nvContentPartPr>
              <p14:xfrm>
                <a:off x="10616155" y="2663416"/>
                <a:ext cx="209880" cy="180360"/>
              </p14:xfrm>
            </p:contentPart>
          </mc:Choice>
          <mc:Fallback>
            <p:pic>
              <p:nvPicPr>
                <p:cNvPr id="131" name="Ink 130">
                  <a:extLst>
                    <a:ext uri="{FF2B5EF4-FFF2-40B4-BE49-F238E27FC236}">
                      <a16:creationId xmlns:a16="http://schemas.microsoft.com/office/drawing/2014/main" id="{C5590CD6-7D4E-2E04-ED44-E6F8CF207E70}"/>
                    </a:ext>
                  </a:extLst>
                </p:cNvPr>
                <p:cNvPicPr/>
                <p:nvPr/>
              </p:nvPicPr>
              <p:blipFill>
                <a:blip r:embed="rId226"/>
                <a:stretch>
                  <a:fillRect/>
                </a:stretch>
              </p:blipFill>
              <p:spPr>
                <a:xfrm>
                  <a:off x="10610035" y="2657296"/>
                  <a:ext cx="22212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2" name="Ink 131">
                  <a:extLst>
                    <a:ext uri="{FF2B5EF4-FFF2-40B4-BE49-F238E27FC236}">
                      <a16:creationId xmlns:a16="http://schemas.microsoft.com/office/drawing/2014/main" id="{F458CF47-1C2E-A969-FBF3-F4E464456B53}"/>
                    </a:ext>
                  </a:extLst>
                </p14:cNvPr>
                <p14:cNvContentPartPr/>
                <p14:nvPr/>
              </p14:nvContentPartPr>
              <p14:xfrm>
                <a:off x="11283235" y="2822896"/>
                <a:ext cx="175320" cy="364320"/>
              </p14:xfrm>
            </p:contentPart>
          </mc:Choice>
          <mc:Fallback>
            <p:pic>
              <p:nvPicPr>
                <p:cNvPr id="132" name="Ink 131">
                  <a:extLst>
                    <a:ext uri="{FF2B5EF4-FFF2-40B4-BE49-F238E27FC236}">
                      <a16:creationId xmlns:a16="http://schemas.microsoft.com/office/drawing/2014/main" id="{F458CF47-1C2E-A969-FBF3-F4E464456B53}"/>
                    </a:ext>
                  </a:extLst>
                </p:cNvPr>
                <p:cNvPicPr/>
                <p:nvPr/>
              </p:nvPicPr>
              <p:blipFill>
                <a:blip r:embed="rId228"/>
                <a:stretch>
                  <a:fillRect/>
                </a:stretch>
              </p:blipFill>
              <p:spPr>
                <a:xfrm>
                  <a:off x="11277115" y="2816776"/>
                  <a:ext cx="187560" cy="37656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3" name="Ink 132">
                  <a:extLst>
                    <a:ext uri="{FF2B5EF4-FFF2-40B4-BE49-F238E27FC236}">
                      <a16:creationId xmlns:a16="http://schemas.microsoft.com/office/drawing/2014/main" id="{EE8828CD-56DB-BBB3-5043-953C9340AF06}"/>
                    </a:ext>
                  </a:extLst>
                </p14:cNvPr>
                <p14:cNvContentPartPr/>
                <p14:nvPr/>
              </p14:nvContentPartPr>
              <p14:xfrm>
                <a:off x="11202595" y="2937736"/>
                <a:ext cx="237600" cy="205560"/>
              </p14:xfrm>
            </p:contentPart>
          </mc:Choice>
          <mc:Fallback>
            <p:pic>
              <p:nvPicPr>
                <p:cNvPr id="133" name="Ink 132">
                  <a:extLst>
                    <a:ext uri="{FF2B5EF4-FFF2-40B4-BE49-F238E27FC236}">
                      <a16:creationId xmlns:a16="http://schemas.microsoft.com/office/drawing/2014/main" id="{EE8828CD-56DB-BBB3-5043-953C9340AF06}"/>
                    </a:ext>
                  </a:extLst>
                </p:cNvPr>
                <p:cNvPicPr/>
                <p:nvPr/>
              </p:nvPicPr>
              <p:blipFill>
                <a:blip r:embed="rId230"/>
                <a:stretch>
                  <a:fillRect/>
                </a:stretch>
              </p:blipFill>
              <p:spPr>
                <a:xfrm>
                  <a:off x="11196475" y="2931616"/>
                  <a:ext cx="24984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4" name="Ink 133">
                  <a:extLst>
                    <a:ext uri="{FF2B5EF4-FFF2-40B4-BE49-F238E27FC236}">
                      <a16:creationId xmlns:a16="http://schemas.microsoft.com/office/drawing/2014/main" id="{9AA149C8-C911-B441-8A1B-FDFCC4EA8316}"/>
                    </a:ext>
                  </a:extLst>
                </p14:cNvPr>
                <p14:cNvContentPartPr/>
                <p14:nvPr/>
              </p14:nvContentPartPr>
              <p14:xfrm>
                <a:off x="11571955" y="3147616"/>
                <a:ext cx="11880" cy="94680"/>
              </p14:xfrm>
            </p:contentPart>
          </mc:Choice>
          <mc:Fallback>
            <p:pic>
              <p:nvPicPr>
                <p:cNvPr id="134" name="Ink 133">
                  <a:extLst>
                    <a:ext uri="{FF2B5EF4-FFF2-40B4-BE49-F238E27FC236}">
                      <a16:creationId xmlns:a16="http://schemas.microsoft.com/office/drawing/2014/main" id="{9AA149C8-C911-B441-8A1B-FDFCC4EA8316}"/>
                    </a:ext>
                  </a:extLst>
                </p:cNvPr>
                <p:cNvPicPr/>
                <p:nvPr/>
              </p:nvPicPr>
              <p:blipFill>
                <a:blip r:embed="rId232"/>
                <a:stretch>
                  <a:fillRect/>
                </a:stretch>
              </p:blipFill>
              <p:spPr>
                <a:xfrm>
                  <a:off x="11565835" y="3141496"/>
                  <a:ext cx="2412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5" name="Ink 134">
                  <a:extLst>
                    <a:ext uri="{FF2B5EF4-FFF2-40B4-BE49-F238E27FC236}">
                      <a16:creationId xmlns:a16="http://schemas.microsoft.com/office/drawing/2014/main" id="{2EBDC441-46E9-56C2-6CD6-868FDB344A6B}"/>
                    </a:ext>
                  </a:extLst>
                </p14:cNvPr>
                <p14:cNvContentPartPr/>
                <p14:nvPr/>
              </p14:nvContentPartPr>
              <p14:xfrm>
                <a:off x="11554315" y="2980936"/>
                <a:ext cx="15840" cy="18000"/>
              </p14:xfrm>
            </p:contentPart>
          </mc:Choice>
          <mc:Fallback>
            <p:pic>
              <p:nvPicPr>
                <p:cNvPr id="135" name="Ink 134">
                  <a:extLst>
                    <a:ext uri="{FF2B5EF4-FFF2-40B4-BE49-F238E27FC236}">
                      <a16:creationId xmlns:a16="http://schemas.microsoft.com/office/drawing/2014/main" id="{2EBDC441-46E9-56C2-6CD6-868FDB344A6B}"/>
                    </a:ext>
                  </a:extLst>
                </p:cNvPr>
                <p:cNvPicPr/>
                <p:nvPr/>
              </p:nvPicPr>
              <p:blipFill>
                <a:blip r:embed="rId234"/>
                <a:stretch>
                  <a:fillRect/>
                </a:stretch>
              </p:blipFill>
              <p:spPr>
                <a:xfrm>
                  <a:off x="11548195" y="2974816"/>
                  <a:ext cx="280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6" name="Ink 135">
                  <a:extLst>
                    <a:ext uri="{FF2B5EF4-FFF2-40B4-BE49-F238E27FC236}">
                      <a16:creationId xmlns:a16="http://schemas.microsoft.com/office/drawing/2014/main" id="{21E48F1A-6EA9-E75A-9C5B-8156566D9985}"/>
                    </a:ext>
                  </a:extLst>
                </p14:cNvPr>
                <p14:cNvContentPartPr/>
                <p14:nvPr/>
              </p14:nvContentPartPr>
              <p14:xfrm>
                <a:off x="10287475" y="3455056"/>
                <a:ext cx="1768320" cy="89280"/>
              </p14:xfrm>
            </p:contentPart>
          </mc:Choice>
          <mc:Fallback>
            <p:pic>
              <p:nvPicPr>
                <p:cNvPr id="136" name="Ink 135">
                  <a:extLst>
                    <a:ext uri="{FF2B5EF4-FFF2-40B4-BE49-F238E27FC236}">
                      <a16:creationId xmlns:a16="http://schemas.microsoft.com/office/drawing/2014/main" id="{21E48F1A-6EA9-E75A-9C5B-8156566D9985}"/>
                    </a:ext>
                  </a:extLst>
                </p:cNvPr>
                <p:cNvPicPr/>
                <p:nvPr/>
              </p:nvPicPr>
              <p:blipFill>
                <a:blip r:embed="rId236"/>
                <a:stretch>
                  <a:fillRect/>
                </a:stretch>
              </p:blipFill>
              <p:spPr>
                <a:xfrm>
                  <a:off x="10281355" y="3448936"/>
                  <a:ext cx="17805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7" name="Ink 136">
                  <a:extLst>
                    <a:ext uri="{FF2B5EF4-FFF2-40B4-BE49-F238E27FC236}">
                      <a16:creationId xmlns:a16="http://schemas.microsoft.com/office/drawing/2014/main" id="{4D65391B-FCC8-316F-D79F-1F820C305FEA}"/>
                    </a:ext>
                  </a:extLst>
                </p14:cNvPr>
                <p14:cNvContentPartPr/>
                <p14:nvPr/>
              </p14:nvContentPartPr>
              <p14:xfrm>
                <a:off x="11227435" y="3605896"/>
                <a:ext cx="180360" cy="162000"/>
              </p14:xfrm>
            </p:contentPart>
          </mc:Choice>
          <mc:Fallback>
            <p:pic>
              <p:nvPicPr>
                <p:cNvPr id="137" name="Ink 136">
                  <a:extLst>
                    <a:ext uri="{FF2B5EF4-FFF2-40B4-BE49-F238E27FC236}">
                      <a16:creationId xmlns:a16="http://schemas.microsoft.com/office/drawing/2014/main" id="{4D65391B-FCC8-316F-D79F-1F820C305FEA}"/>
                    </a:ext>
                  </a:extLst>
                </p:cNvPr>
                <p:cNvPicPr/>
                <p:nvPr/>
              </p:nvPicPr>
              <p:blipFill>
                <a:blip r:embed="rId238"/>
                <a:stretch>
                  <a:fillRect/>
                </a:stretch>
              </p:blipFill>
              <p:spPr>
                <a:xfrm>
                  <a:off x="11221315" y="3599776"/>
                  <a:ext cx="19260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40" name="Ink 139">
                  <a:extLst>
                    <a:ext uri="{FF2B5EF4-FFF2-40B4-BE49-F238E27FC236}">
                      <a16:creationId xmlns:a16="http://schemas.microsoft.com/office/drawing/2014/main" id="{33C4151F-FB55-C4A7-3F92-F5B7EE2B0D55}"/>
                    </a:ext>
                  </a:extLst>
                </p14:cNvPr>
                <p14:cNvContentPartPr/>
                <p14:nvPr/>
              </p14:nvContentPartPr>
              <p14:xfrm>
                <a:off x="9048355" y="2082736"/>
                <a:ext cx="125640" cy="79200"/>
              </p14:xfrm>
            </p:contentPart>
          </mc:Choice>
          <mc:Fallback>
            <p:pic>
              <p:nvPicPr>
                <p:cNvPr id="140" name="Ink 139">
                  <a:extLst>
                    <a:ext uri="{FF2B5EF4-FFF2-40B4-BE49-F238E27FC236}">
                      <a16:creationId xmlns:a16="http://schemas.microsoft.com/office/drawing/2014/main" id="{33C4151F-FB55-C4A7-3F92-F5B7EE2B0D55}"/>
                    </a:ext>
                  </a:extLst>
                </p:cNvPr>
                <p:cNvPicPr/>
                <p:nvPr/>
              </p:nvPicPr>
              <p:blipFill>
                <a:blip r:embed="rId240"/>
                <a:stretch>
                  <a:fillRect/>
                </a:stretch>
              </p:blipFill>
              <p:spPr>
                <a:xfrm>
                  <a:off x="9042235" y="2076616"/>
                  <a:ext cx="137880" cy="91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1">
            <p14:nvContentPartPr>
              <p14:cNvPr id="142" name="Ink 141">
                <a:extLst>
                  <a:ext uri="{FF2B5EF4-FFF2-40B4-BE49-F238E27FC236}">
                    <a16:creationId xmlns:a16="http://schemas.microsoft.com/office/drawing/2014/main" id="{00B0F8D5-CCEC-30E2-80C0-5276225AAF1C}"/>
                  </a:ext>
                </a:extLst>
              </p14:cNvPr>
              <p14:cNvContentPartPr/>
              <p14:nvPr/>
            </p14:nvContentPartPr>
            <p14:xfrm>
              <a:off x="1039435" y="6051376"/>
              <a:ext cx="305640" cy="88200"/>
            </p14:xfrm>
          </p:contentPart>
        </mc:Choice>
        <mc:Fallback>
          <p:pic>
            <p:nvPicPr>
              <p:cNvPr id="142" name="Ink 141">
                <a:extLst>
                  <a:ext uri="{FF2B5EF4-FFF2-40B4-BE49-F238E27FC236}">
                    <a16:creationId xmlns:a16="http://schemas.microsoft.com/office/drawing/2014/main" id="{00B0F8D5-CCEC-30E2-80C0-5276225AAF1C}"/>
                  </a:ext>
                </a:extLst>
              </p:cNvPr>
              <p:cNvPicPr/>
              <p:nvPr/>
            </p:nvPicPr>
            <p:blipFill>
              <a:blip r:embed="rId242"/>
              <a:stretch>
                <a:fillRect/>
              </a:stretch>
            </p:blipFill>
            <p:spPr>
              <a:xfrm>
                <a:off x="1033315" y="6045256"/>
                <a:ext cx="3178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44" name="Ink 143">
                <a:extLst>
                  <a:ext uri="{FF2B5EF4-FFF2-40B4-BE49-F238E27FC236}">
                    <a16:creationId xmlns:a16="http://schemas.microsoft.com/office/drawing/2014/main" id="{7F8C6ABF-D612-BCB3-CA28-47F6B025DA81}"/>
                  </a:ext>
                </a:extLst>
              </p14:cNvPr>
              <p14:cNvContentPartPr/>
              <p14:nvPr/>
            </p14:nvContentPartPr>
            <p14:xfrm>
              <a:off x="2085595" y="5564296"/>
              <a:ext cx="387720" cy="387720"/>
            </p14:xfrm>
          </p:contentPart>
        </mc:Choice>
        <mc:Fallback>
          <p:pic>
            <p:nvPicPr>
              <p:cNvPr id="144" name="Ink 143">
                <a:extLst>
                  <a:ext uri="{FF2B5EF4-FFF2-40B4-BE49-F238E27FC236}">
                    <a16:creationId xmlns:a16="http://schemas.microsoft.com/office/drawing/2014/main" id="{7F8C6ABF-D612-BCB3-CA28-47F6B025DA81}"/>
                  </a:ext>
                </a:extLst>
              </p:cNvPr>
              <p:cNvPicPr/>
              <p:nvPr/>
            </p:nvPicPr>
            <p:blipFill>
              <a:blip r:embed="rId244"/>
              <a:stretch>
                <a:fillRect/>
              </a:stretch>
            </p:blipFill>
            <p:spPr>
              <a:xfrm>
                <a:off x="2079475" y="5558176"/>
                <a:ext cx="399960" cy="399960"/>
              </a:xfrm>
              <a:prstGeom prst="rect">
                <a:avLst/>
              </a:prstGeom>
            </p:spPr>
          </p:pic>
        </mc:Fallback>
      </mc:AlternateContent>
      <p:grpSp>
        <p:nvGrpSpPr>
          <p:cNvPr id="148" name="Group 147">
            <a:extLst>
              <a:ext uri="{FF2B5EF4-FFF2-40B4-BE49-F238E27FC236}">
                <a16:creationId xmlns:a16="http://schemas.microsoft.com/office/drawing/2014/main" id="{68CA12E2-8F16-5116-EC52-0763A4618104}"/>
              </a:ext>
            </a:extLst>
          </p:cNvPr>
          <p:cNvGrpSpPr/>
          <p:nvPr/>
        </p:nvGrpSpPr>
        <p:grpSpPr>
          <a:xfrm>
            <a:off x="1871395" y="5973256"/>
            <a:ext cx="1191960" cy="435600"/>
            <a:chOff x="1871395" y="5973256"/>
            <a:chExt cx="1191960" cy="435600"/>
          </a:xfrm>
        </p:grpSpPr>
        <mc:AlternateContent xmlns:mc="http://schemas.openxmlformats.org/markup-compatibility/2006">
          <mc:Choice xmlns:p14="http://schemas.microsoft.com/office/powerpoint/2010/main" Requires="p14">
            <p:contentPart p14:bwMode="auto" r:id="rId245">
              <p14:nvContentPartPr>
                <p14:cNvPr id="145" name="Ink 144">
                  <a:extLst>
                    <a:ext uri="{FF2B5EF4-FFF2-40B4-BE49-F238E27FC236}">
                      <a16:creationId xmlns:a16="http://schemas.microsoft.com/office/drawing/2014/main" id="{36B3142D-1333-603D-929D-56977F169339}"/>
                    </a:ext>
                  </a:extLst>
                </p14:cNvPr>
                <p14:cNvContentPartPr/>
                <p14:nvPr/>
              </p14:nvContentPartPr>
              <p14:xfrm>
                <a:off x="1871395" y="6274936"/>
                <a:ext cx="527400" cy="133920"/>
              </p14:xfrm>
            </p:contentPart>
          </mc:Choice>
          <mc:Fallback>
            <p:pic>
              <p:nvPicPr>
                <p:cNvPr id="145" name="Ink 144">
                  <a:extLst>
                    <a:ext uri="{FF2B5EF4-FFF2-40B4-BE49-F238E27FC236}">
                      <a16:creationId xmlns:a16="http://schemas.microsoft.com/office/drawing/2014/main" id="{36B3142D-1333-603D-929D-56977F169339}"/>
                    </a:ext>
                  </a:extLst>
                </p:cNvPr>
                <p:cNvPicPr/>
                <p:nvPr/>
              </p:nvPicPr>
              <p:blipFill>
                <a:blip r:embed="rId246"/>
                <a:stretch>
                  <a:fillRect/>
                </a:stretch>
              </p:blipFill>
              <p:spPr>
                <a:xfrm>
                  <a:off x="1865275" y="6268816"/>
                  <a:ext cx="5396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46" name="Ink 145">
                  <a:extLst>
                    <a:ext uri="{FF2B5EF4-FFF2-40B4-BE49-F238E27FC236}">
                      <a16:creationId xmlns:a16="http://schemas.microsoft.com/office/drawing/2014/main" id="{E2EEBA09-2635-0B20-4C14-742DFB6111D2}"/>
                    </a:ext>
                  </a:extLst>
                </p14:cNvPr>
                <p14:cNvContentPartPr/>
                <p14:nvPr/>
              </p14:nvContentPartPr>
              <p14:xfrm>
                <a:off x="2404555" y="5973256"/>
                <a:ext cx="658800" cy="410760"/>
              </p14:xfrm>
            </p:contentPart>
          </mc:Choice>
          <mc:Fallback>
            <p:pic>
              <p:nvPicPr>
                <p:cNvPr id="146" name="Ink 145">
                  <a:extLst>
                    <a:ext uri="{FF2B5EF4-FFF2-40B4-BE49-F238E27FC236}">
                      <a16:creationId xmlns:a16="http://schemas.microsoft.com/office/drawing/2014/main" id="{E2EEBA09-2635-0B20-4C14-742DFB6111D2}"/>
                    </a:ext>
                  </a:extLst>
                </p:cNvPr>
                <p:cNvPicPr/>
                <p:nvPr/>
              </p:nvPicPr>
              <p:blipFill>
                <a:blip r:embed="rId248"/>
                <a:stretch>
                  <a:fillRect/>
                </a:stretch>
              </p:blipFill>
              <p:spPr>
                <a:xfrm>
                  <a:off x="2398435" y="5967136"/>
                  <a:ext cx="671040" cy="42300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47" name="Ink 146">
                  <a:extLst>
                    <a:ext uri="{FF2B5EF4-FFF2-40B4-BE49-F238E27FC236}">
                      <a16:creationId xmlns:a16="http://schemas.microsoft.com/office/drawing/2014/main" id="{14BBED11-DA62-F058-6277-4E4A0D923801}"/>
                    </a:ext>
                  </a:extLst>
                </p14:cNvPr>
                <p14:cNvContentPartPr/>
                <p14:nvPr/>
              </p14:nvContentPartPr>
              <p14:xfrm>
                <a:off x="2705875" y="5985136"/>
                <a:ext cx="186840" cy="19080"/>
              </p14:xfrm>
            </p:contentPart>
          </mc:Choice>
          <mc:Fallback>
            <p:pic>
              <p:nvPicPr>
                <p:cNvPr id="147" name="Ink 146">
                  <a:extLst>
                    <a:ext uri="{FF2B5EF4-FFF2-40B4-BE49-F238E27FC236}">
                      <a16:creationId xmlns:a16="http://schemas.microsoft.com/office/drawing/2014/main" id="{14BBED11-DA62-F058-6277-4E4A0D923801}"/>
                    </a:ext>
                  </a:extLst>
                </p:cNvPr>
                <p:cNvPicPr/>
                <p:nvPr/>
              </p:nvPicPr>
              <p:blipFill>
                <a:blip r:embed="rId250"/>
                <a:stretch>
                  <a:fillRect/>
                </a:stretch>
              </p:blipFill>
              <p:spPr>
                <a:xfrm>
                  <a:off x="2699755" y="5979016"/>
                  <a:ext cx="199080" cy="31320"/>
                </a:xfrm>
                <a:prstGeom prst="rect">
                  <a:avLst/>
                </a:prstGeom>
              </p:spPr>
            </p:pic>
          </mc:Fallback>
        </mc:AlternateContent>
      </p:grpSp>
    </p:spTree>
    <p:extLst>
      <p:ext uri="{BB962C8B-B14F-4D97-AF65-F5344CB8AC3E}">
        <p14:creationId xmlns:p14="http://schemas.microsoft.com/office/powerpoint/2010/main" val="260072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t-distribution</a:t>
            </a:r>
          </a:p>
        </p:txBody>
      </p:sp>
      <mc:AlternateContent xmlns:mc="http://schemas.openxmlformats.org/markup-compatibility/2006" xmlns:a14="http://schemas.microsoft.com/office/drawing/2010/main">
        <mc:Choice Requires="a14">
          <p:sp>
            <p:nvSpPr>
              <p:cNvPr id="5" name="Rectangle 4"/>
              <p:cNvSpPr/>
              <p:nvPr/>
            </p:nvSpPr>
            <p:spPr>
              <a:xfrm>
                <a:off x="533400" y="1219200"/>
                <a:ext cx="8229600" cy="6572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IN" smtClean="0"/>
                        <m:t>If</m:t>
                      </m:r>
                      <m:r>
                        <m:rPr>
                          <m:nor/>
                        </m:rPr>
                        <a:rPr lang="en-IN" smtClean="0"/>
                        <m:t> </m:t>
                      </m:r>
                      <m:r>
                        <m:rPr>
                          <m:sty m:val="p"/>
                        </m:rPr>
                        <a:rPr lang="en-IN" i="0">
                          <a:latin typeface="Cambria Math" panose="02040503050406030204" pitchFamily="18" charset="0"/>
                        </a:rPr>
                        <m:t>z</m:t>
                      </m:r>
                      <m:r>
                        <m:rPr>
                          <m:nor/>
                        </m:rPr>
                        <a:rPr lang="en-IN" i="1">
                          <a:latin typeface="Cambria Math" panose="02040503050406030204" pitchFamily="18" charset="0"/>
                        </a:rPr>
                        <m:t> </m:t>
                      </m:r>
                      <m:r>
                        <m:rPr>
                          <m:nor/>
                        </m:rPr>
                        <a:rPr lang="en-IN" i="1">
                          <a:latin typeface="Cambria Math" panose="02040503050406030204" pitchFamily="18" charset="0"/>
                        </a:rPr>
                        <m:t>and</m:t>
                      </m:r>
                      <m:r>
                        <m:rPr>
                          <m:nor/>
                        </m:rPr>
                        <a:rPr lang="en-IN" i="1">
                          <a:latin typeface="Cambria Math" panose="02040503050406030204" pitchFamily="18" charset="0"/>
                        </a:rPr>
                        <m:t> </m:t>
                      </m:r>
                      <m:sSubSup>
                        <m:sSubSupPr>
                          <m:ctrlPr>
                            <a:rPr lang="en-IN" i="1">
                              <a:latin typeface="Cambria Math" panose="02040503050406030204" pitchFamily="18" charset="0"/>
                            </a:rPr>
                          </m:ctrlPr>
                        </m:sSubSupPr>
                        <m:e>
                          <m:r>
                            <a:rPr lang="en-IN" i="1">
                              <a:latin typeface="Cambria Math" panose="02040503050406030204" pitchFamily="18" charset="0"/>
                            </a:rPr>
                            <m:t>𝜒</m:t>
                          </m:r>
                        </m:e>
                        <m:sub>
                          <m:r>
                            <a:rPr lang="en-US" b="0" i="1" smtClean="0">
                              <a:latin typeface="Cambria Math" panose="02040503050406030204" pitchFamily="18" charset="0"/>
                            </a:rPr>
                            <m:t>𝑘</m:t>
                          </m:r>
                        </m:sub>
                        <m:sup>
                          <m:r>
                            <a:rPr lang="en-IN" i="0">
                              <a:latin typeface="Cambria Math" panose="02040503050406030204" pitchFamily="18" charset="0"/>
                            </a:rPr>
                            <m:t>2</m:t>
                          </m:r>
                        </m:sup>
                      </m:sSubSup>
                      <m:r>
                        <m:rPr>
                          <m:nor/>
                        </m:rPr>
                        <a:rPr lang="en-IN" i="1">
                          <a:latin typeface="Cambria Math" panose="02040503050406030204" pitchFamily="18" charset="0"/>
                        </a:rPr>
                        <m:t> </m:t>
                      </m:r>
                      <m:r>
                        <m:rPr>
                          <m:nor/>
                        </m:rPr>
                        <a:rPr lang="en-IN" i="1">
                          <a:latin typeface="Cambria Math" panose="02040503050406030204" pitchFamily="18" charset="0"/>
                        </a:rPr>
                        <m:t>are</m:t>
                      </m:r>
                      <m:r>
                        <m:rPr>
                          <m:nor/>
                        </m:rPr>
                        <a:rPr lang="en-IN" i="1">
                          <a:latin typeface="Cambria Math" panose="02040503050406030204" pitchFamily="18" charset="0"/>
                        </a:rPr>
                        <m:t> </m:t>
                      </m:r>
                      <m:r>
                        <m:rPr>
                          <m:nor/>
                        </m:rPr>
                        <a:rPr lang="en-IN" i="1">
                          <a:latin typeface="Cambria Math" panose="02040503050406030204" pitchFamily="18" charset="0"/>
                        </a:rPr>
                        <m:t>independent</m:t>
                      </m:r>
                      <m:r>
                        <m:rPr>
                          <m:nor/>
                        </m:rPr>
                        <a:rPr lang="en-IN" i="1">
                          <a:latin typeface="Cambria Math" panose="02040503050406030204" pitchFamily="18" charset="0"/>
                        </a:rPr>
                        <m:t> </m:t>
                      </m:r>
                      <m:r>
                        <m:rPr>
                          <m:nor/>
                        </m:rPr>
                        <a:rPr lang="en-US" b="0" i="1" smtClean="0">
                          <a:latin typeface="Cambria Math" panose="02040503050406030204" pitchFamily="18" charset="0"/>
                        </a:rPr>
                        <m:t> </m:t>
                      </m:r>
                      <m:r>
                        <m:rPr>
                          <m:nor/>
                        </m:rPr>
                        <a:rPr lang="en-US" b="0" i="1" smtClean="0">
                          <a:latin typeface="Cambria Math" panose="02040503050406030204" pitchFamily="18" charset="0"/>
                        </a:rPr>
                        <m:t>normal</m:t>
                      </m:r>
                      <m:r>
                        <m:rPr>
                          <m:nor/>
                        </m:rPr>
                        <a:rPr lang="en-US" b="0" i="1" smtClean="0">
                          <a:latin typeface="Cambria Math" panose="02040503050406030204" pitchFamily="18" charset="0"/>
                        </a:rPr>
                        <m:t> </m:t>
                      </m:r>
                      <m:r>
                        <m:rPr>
                          <m:nor/>
                        </m:rPr>
                        <a:rPr lang="en-IN" i="1">
                          <a:latin typeface="Cambria Math" panose="02040503050406030204" pitchFamily="18" charset="0"/>
                        </a:rPr>
                        <m:t> </m:t>
                      </m:r>
                      <m:r>
                        <m:rPr>
                          <m:nor/>
                        </m:rPr>
                        <a:rPr lang="en-IN" i="1">
                          <a:latin typeface="Cambria Math" panose="02040503050406030204" pitchFamily="18" charset="0"/>
                        </a:rPr>
                        <m:t>and</m:t>
                      </m:r>
                      <m:r>
                        <m:rPr>
                          <m:nor/>
                        </m:rPr>
                        <a:rPr lang="en-IN" i="1">
                          <a:latin typeface="Cambria Math" panose="02040503050406030204" pitchFamily="18" charset="0"/>
                        </a:rPr>
                        <m:t> </m:t>
                      </m:r>
                      <m:r>
                        <m:rPr>
                          <m:nor/>
                        </m:rPr>
                        <a:rPr lang="en-IN" i="1">
                          <a:latin typeface="Cambria Math" panose="02040503050406030204" pitchFamily="18" charset="0"/>
                        </a:rPr>
                        <m:t>chi</m:t>
                      </m:r>
                      <m:r>
                        <m:rPr>
                          <m:nor/>
                        </m:rPr>
                        <a:rPr lang="en-IN" i="1">
                          <a:latin typeface="Cambria Math" panose="02040503050406030204" pitchFamily="18" charset="0"/>
                        </a:rPr>
                        <m:t>−</m:t>
                      </m:r>
                      <m:r>
                        <m:rPr>
                          <m:nor/>
                        </m:rPr>
                        <a:rPr lang="en-IN" i="1">
                          <a:latin typeface="Cambria Math" panose="02040503050406030204" pitchFamily="18" charset="0"/>
                        </a:rPr>
                        <m:t>square</m:t>
                      </m:r>
                      <m:r>
                        <m:rPr>
                          <m:nor/>
                        </m:rPr>
                        <a:rPr lang="en-IN" i="1">
                          <a:latin typeface="Cambria Math" panose="02040503050406030204" pitchFamily="18" charset="0"/>
                        </a:rPr>
                        <m:t> </m:t>
                      </m:r>
                      <m:r>
                        <m:rPr>
                          <m:nor/>
                        </m:rPr>
                        <a:rPr lang="en-IN" i="1">
                          <a:latin typeface="Cambria Math" panose="02040503050406030204" pitchFamily="18" charset="0"/>
                        </a:rPr>
                        <m:t>variables</m:t>
                      </m:r>
                      <m:r>
                        <m:rPr>
                          <m:nor/>
                        </m:rPr>
                        <a:rPr lang="en-IN" i="1">
                          <a:latin typeface="Cambria Math" panose="02040503050406030204" pitchFamily="18" charset="0"/>
                        </a:rPr>
                        <m:t>, </m:t>
                      </m:r>
                      <m:r>
                        <m:rPr>
                          <m:nor/>
                        </m:rPr>
                        <a:rPr lang="en-IN" i="1">
                          <a:latin typeface="Cambria Math" panose="02040503050406030204" pitchFamily="18" charset="0"/>
                        </a:rPr>
                        <m:t>respectively</m:t>
                      </m:r>
                      <m:r>
                        <m:rPr>
                          <m:nor/>
                        </m:rPr>
                        <a:rPr lang="en-IN" i="1">
                          <a:latin typeface="Cambria Math" panose="02040503050406030204" pitchFamily="18" charset="0"/>
                        </a:rPr>
                        <m:t>.</m:t>
                      </m:r>
                      <m:r>
                        <m:rPr>
                          <m:nor/>
                        </m:rPr>
                        <a:rPr lang="en-US" b="0" i="1" smtClean="0">
                          <a:latin typeface="Cambria Math" panose="02040503050406030204" pitchFamily="18" charset="0"/>
                        </a:rPr>
                        <m:t> </m:t>
                      </m:r>
                      <m:r>
                        <m:rPr>
                          <m:nor/>
                        </m:rPr>
                        <a:rPr lang="en-US" b="0" i="1" smtClean="0">
                          <a:latin typeface="Cambria Math" panose="02040503050406030204" pitchFamily="18" charset="0"/>
                        </a:rPr>
                        <m:t>then</m:t>
                      </m:r>
                      <m:r>
                        <m:rPr>
                          <m:nor/>
                        </m:rPr>
                        <a:rPr lang="en-US" b="0" i="1" smtClean="0">
                          <a:latin typeface="Cambria Math" panose="02040503050406030204" pitchFamily="18" charset="0"/>
                        </a:rPr>
                        <m:t> </m:t>
                      </m:r>
                    </m:oMath>
                  </m:oMathPara>
                </a14:m>
                <a:endParaRPr lang="en-US" b="0" dirty="0"/>
              </a:p>
              <a:p>
                <a:r>
                  <a:rPr lang="en-US" dirty="0"/>
                  <a:t> the random variable</a:t>
                </a:r>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533400" y="1219200"/>
                <a:ext cx="8229600" cy="657296"/>
              </a:xfrm>
              <a:prstGeom prst="rect">
                <a:avLst/>
              </a:prstGeom>
              <a:blipFill>
                <a:blip r:embed="rId2"/>
                <a:stretch>
                  <a:fillRect b="-138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8138" y="2032631"/>
                <a:ext cx="1413272" cy="9093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m:rPr>
                              <m:sty m:val="p"/>
                            </m:rPr>
                            <a:rPr lang="en-IN">
                              <a:latin typeface="Cambria Math" panose="02040503050406030204" pitchFamily="18" charset="0"/>
                            </a:rPr>
                            <m:t>t</m:t>
                          </m:r>
                        </m:e>
                        <m:sub>
                          <m:r>
                            <m:rPr>
                              <m:sty m:val="p"/>
                            </m:rPr>
                            <a:rPr lang="en-US" b="0" i="0" smtClean="0">
                              <a:latin typeface="Cambria Math" panose="02040503050406030204" pitchFamily="18" charset="0"/>
                            </a:rPr>
                            <m:t>k</m:t>
                          </m:r>
                        </m:sub>
                      </m:sSub>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𝑧</m:t>
                          </m:r>
                        </m:num>
                        <m:den>
                          <m:rad>
                            <m:radPr>
                              <m:degHide m:val="on"/>
                              <m:ctrlPr>
                                <a:rPr lang="en-IN" i="1">
                                  <a:latin typeface="Cambria Math" panose="02040503050406030204" pitchFamily="18" charset="0"/>
                                </a:rPr>
                              </m:ctrlPr>
                            </m:radPr>
                            <m:deg/>
                            <m:e>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𝑘</m:t>
                                      </m:r>
                                    </m:sub>
                                    <m:sup>
                                      <m:r>
                                        <a:rPr lang="en-IN" i="0">
                                          <a:latin typeface="Cambria Math" panose="02040503050406030204" pitchFamily="18" charset="0"/>
                                        </a:rPr>
                                        <m:t>2</m:t>
                                      </m:r>
                                    </m:sup>
                                  </m:sSubSup>
                                </m:num>
                                <m:den>
                                  <m:r>
                                    <a:rPr lang="en-IN" i="1">
                                      <a:latin typeface="Cambria Math" panose="02040503050406030204" pitchFamily="18" charset="0"/>
                                    </a:rPr>
                                    <m:t>𝑘</m:t>
                                  </m:r>
                                </m:den>
                              </m:f>
                            </m:e>
                          </m:rad>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1058138" y="2032631"/>
                <a:ext cx="1413272" cy="909352"/>
              </a:xfrm>
              <a:prstGeom prst="rect">
                <a:avLst/>
              </a:prstGeom>
              <a:blipFill>
                <a:blip r:embed="rId3"/>
                <a:stretch>
                  <a:fillRect/>
                </a:stretch>
              </a:blipFill>
            </p:spPr>
            <p:txBody>
              <a:bodyPr/>
              <a:lstStyle/>
              <a:p>
                <a:r>
                  <a:rPr lang="en-IN">
                    <a:noFill/>
                  </a:rPr>
                  <a:t> </a:t>
                </a:r>
              </a:p>
            </p:txBody>
          </p:sp>
        </mc:Fallback>
      </mc:AlternateContent>
      <p:sp>
        <p:nvSpPr>
          <p:cNvPr id="7" name="TextBox 6"/>
          <p:cNvSpPr txBox="1"/>
          <p:nvPr/>
        </p:nvSpPr>
        <p:spPr>
          <a:xfrm>
            <a:off x="2719387" y="2154163"/>
            <a:ext cx="4467225" cy="369332"/>
          </a:xfrm>
          <a:prstGeom prst="rect">
            <a:avLst/>
          </a:prstGeom>
          <a:noFill/>
        </p:spPr>
        <p:txBody>
          <a:bodyPr wrap="square" rtlCol="0">
            <a:spAutoFit/>
          </a:bodyPr>
          <a:lstStyle/>
          <a:p>
            <a:r>
              <a:rPr lang="en-US" dirty="0"/>
              <a:t>follows t distribution with k </a:t>
            </a:r>
            <a:r>
              <a:rPr lang="en-US" dirty="0" err="1"/>
              <a:t>dof</a:t>
            </a:r>
            <a:r>
              <a:rPr lang="en-US" dirty="0"/>
              <a:t>. The pdf of t is</a:t>
            </a:r>
            <a:endParaRPr lang="en-IN" dirty="0"/>
          </a:p>
        </p:txBody>
      </p:sp>
      <mc:AlternateContent xmlns:mc="http://schemas.openxmlformats.org/markup-compatibility/2006" xmlns:a14="http://schemas.microsoft.com/office/drawing/2010/main">
        <mc:Choice Requires="a14">
          <p:sp>
            <p:nvSpPr>
              <p:cNvPr id="8" name="Rectangle 7"/>
              <p:cNvSpPr/>
              <p:nvPr/>
            </p:nvSpPr>
            <p:spPr>
              <a:xfrm>
                <a:off x="5189764" y="2487307"/>
                <a:ext cx="3418820" cy="11183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𝑓</m:t>
                      </m:r>
                      <m:r>
                        <a:rPr lang="en-IN" i="0">
                          <a:latin typeface="Cambria Math" panose="02040503050406030204" pitchFamily="18" charset="0"/>
                        </a:rPr>
                        <m:t>(</m:t>
                      </m:r>
                      <m:r>
                        <m:rPr>
                          <m:sty m:val="p"/>
                        </m:rPr>
                        <a:rPr lang="en-IN" i="0">
                          <a:latin typeface="Cambria Math" panose="02040503050406030204" pitchFamily="18" charset="0"/>
                        </a:rPr>
                        <m:t>t</m:t>
                      </m:r>
                      <m:r>
                        <a:rPr lang="en-IN" i="0">
                          <a:latin typeface="Cambria Math" panose="02040503050406030204" pitchFamily="18" charset="0"/>
                        </a:rPr>
                        <m:t>)=</m:t>
                      </m:r>
                      <m:f>
                        <m:fPr>
                          <m:ctrlPr>
                            <a:rPr lang="en-IN" i="1">
                              <a:latin typeface="Cambria Math" panose="02040503050406030204" pitchFamily="18" charset="0"/>
                            </a:rPr>
                          </m:ctrlPr>
                        </m:fPr>
                        <m:num>
                          <m:d>
                            <m:dPr>
                              <m:begChr m:val=""/>
                              <m:endChr m:val="]"/>
                              <m:ctrlPr>
                                <a:rPr lang="en-IN" i="1">
                                  <a:latin typeface="Cambria Math" panose="02040503050406030204" pitchFamily="18" charset="0"/>
                                </a:rPr>
                              </m:ctrlPr>
                            </m:dPr>
                            <m:e>
                              <m:r>
                                <m:rPr>
                                  <m:sty m:val="p"/>
                                </m:rPr>
                                <a:rPr lang="en-IN" i="0">
                                  <a:latin typeface="Cambria Math" panose="02040503050406030204" pitchFamily="18" charset="0"/>
                                </a:rPr>
                                <m:t>Γ</m:t>
                              </m:r>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𝑘</m:t>
                                  </m:r>
                                  <m:r>
                                    <a:rPr lang="en-IN" i="0">
                                      <a:latin typeface="Cambria Math" panose="02040503050406030204" pitchFamily="18" charset="0"/>
                                    </a:rPr>
                                    <m:t>+1</m:t>
                                  </m:r>
                                </m:num>
                                <m:den>
                                  <m:r>
                                    <a:rPr lang="en-IN" i="0">
                                      <a:latin typeface="Cambria Math" panose="02040503050406030204" pitchFamily="18" charset="0"/>
                                    </a:rPr>
                                    <m:t>2</m:t>
                                  </m:r>
                                </m:den>
                              </m:f>
                            </m:e>
                          </m:d>
                        </m:num>
                        <m:den>
                          <m:d>
                            <m:dPr>
                              <m:begChr m:val=""/>
                              <m:ctrlPr>
                                <a:rPr lang="en-IN" i="1">
                                  <a:latin typeface="Cambria Math" panose="02040503050406030204" pitchFamily="18" charset="0"/>
                                </a:rPr>
                              </m:ctrlPr>
                            </m:dPr>
                            <m:e>
                              <m:rad>
                                <m:radPr>
                                  <m:degHide m:val="on"/>
                                  <m:ctrlPr>
                                    <a:rPr lang="en-IN" i="1">
                                      <a:latin typeface="Cambria Math" panose="02040503050406030204" pitchFamily="18" charset="0"/>
                                    </a:rPr>
                                  </m:ctrlPr>
                                </m:radPr>
                                <m:deg/>
                                <m:e>
                                  <m:r>
                                    <a:rPr lang="en-IN" i="1">
                                      <a:latin typeface="Cambria Math" panose="02040503050406030204" pitchFamily="18" charset="0"/>
                                    </a:rPr>
                                    <m:t>𝑘</m:t>
                                  </m:r>
                                  <m:r>
                                    <a:rPr lang="en-IN" i="1">
                                      <a:latin typeface="Cambria Math" panose="02040503050406030204" pitchFamily="18" charset="0"/>
                                    </a:rPr>
                                    <m:t>𝜋</m:t>
                                  </m:r>
                                </m:e>
                              </m:rad>
                              <m:r>
                                <m:rPr>
                                  <m:sty m:val="p"/>
                                </m:rPr>
                                <a:rPr lang="en-IN" i="0">
                                  <a:latin typeface="Cambria Math" panose="02040503050406030204" pitchFamily="18" charset="0"/>
                                </a:rPr>
                                <m:t>Γ</m:t>
                              </m:r>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𝑘</m:t>
                                  </m:r>
                                </m:num>
                                <m:den>
                                  <m:r>
                                    <a:rPr lang="en-IN" i="0">
                                      <a:latin typeface="Cambria Math" panose="02040503050406030204" pitchFamily="18" charset="0"/>
                                    </a:rPr>
                                    <m:t>2</m:t>
                                  </m:r>
                                </m:den>
                              </m:f>
                            </m:e>
                          </m:d>
                        </m:den>
                      </m:f>
                      <m:f>
                        <m:fPr>
                          <m:ctrlPr>
                            <a:rPr lang="en-IN" i="1">
                              <a:latin typeface="Cambria Math" panose="02040503050406030204" pitchFamily="18" charset="0"/>
                            </a:rPr>
                          </m:ctrlPr>
                        </m:fPr>
                        <m:num>
                          <m:r>
                            <a:rPr lang="en-IN" i="0">
                              <a:latin typeface="Cambria Math" panose="02040503050406030204" pitchFamily="18" charset="0"/>
                            </a:rPr>
                            <m:t>1</m:t>
                          </m:r>
                        </m:num>
                        <m:den>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a:rPr lang="en-IN" i="0">
                                      <a:latin typeface="Cambria Math" panose="02040503050406030204" pitchFamily="18" charset="0"/>
                                    </a:rPr>
                                    <m:t>(</m:t>
                                  </m:r>
                                  <m:f>
                                    <m:fPr>
                                      <m:type m:val="lin"/>
                                      <m:ctrlPr>
                                        <a:rPr lang="en-IN" i="1">
                                          <a:latin typeface="Cambria Math" panose="02040503050406030204" pitchFamily="18" charset="0"/>
                                        </a:rPr>
                                      </m:ctrlPr>
                                    </m:fPr>
                                    <m:num>
                                      <m:sSup>
                                        <m:sSupPr>
                                          <m:ctrlPr>
                                            <a:rPr lang="en-IN" i="1">
                                              <a:latin typeface="Cambria Math" panose="02040503050406030204" pitchFamily="18" charset="0"/>
                                            </a:rPr>
                                          </m:ctrlPr>
                                        </m:sSupPr>
                                        <m:e>
                                          <m:r>
                                            <m:rPr>
                                              <m:sty m:val="p"/>
                                            </m:rPr>
                                            <a:rPr lang="en-IN" i="0">
                                              <a:latin typeface="Cambria Math" panose="02040503050406030204" pitchFamily="18" charset="0"/>
                                            </a:rPr>
                                            <m:t>t</m:t>
                                          </m:r>
                                        </m:e>
                                        <m:sup>
                                          <m:r>
                                            <a:rPr lang="en-IN" i="0">
                                              <a:latin typeface="Cambria Math" panose="02040503050406030204" pitchFamily="18" charset="0"/>
                                            </a:rPr>
                                            <m:t>2</m:t>
                                          </m:r>
                                        </m:sup>
                                      </m:sSup>
                                    </m:num>
                                    <m:den>
                                      <m:r>
                                        <a:rPr lang="en-IN" i="1">
                                          <a:latin typeface="Cambria Math" panose="02040503050406030204" pitchFamily="18" charset="0"/>
                                        </a:rPr>
                                        <m:t>𝑘</m:t>
                                      </m:r>
                                    </m:den>
                                  </m:f>
                                  <m:r>
                                    <a:rPr lang="en-IN" i="0">
                                      <a:latin typeface="Cambria Math" panose="02040503050406030204" pitchFamily="18" charset="0"/>
                                    </a:rPr>
                                    <m:t>)+1</m:t>
                                  </m:r>
                                </m:e>
                              </m:d>
                            </m:e>
                            <m:sup>
                              <m:f>
                                <m:fPr>
                                  <m:ctrlPr>
                                    <a:rPr lang="en-IN" i="1">
                                      <a:latin typeface="Cambria Math" panose="02040503050406030204" pitchFamily="18" charset="0"/>
                                    </a:rPr>
                                  </m:ctrlPr>
                                </m:fPr>
                                <m:num>
                                  <m:r>
                                    <a:rPr lang="en-IN" i="1">
                                      <a:latin typeface="Cambria Math" panose="02040503050406030204" pitchFamily="18" charset="0"/>
                                    </a:rPr>
                                    <m:t>𝑘</m:t>
                                  </m:r>
                                  <m:r>
                                    <a:rPr lang="en-IN" i="0">
                                      <a:latin typeface="Cambria Math" panose="02040503050406030204" pitchFamily="18" charset="0"/>
                                    </a:rPr>
                                    <m:t>+1</m:t>
                                  </m:r>
                                </m:num>
                                <m:den>
                                  <m:r>
                                    <a:rPr lang="en-IN" i="0">
                                      <a:latin typeface="Cambria Math" panose="02040503050406030204" pitchFamily="18" charset="0"/>
                                    </a:rPr>
                                    <m:t>2</m:t>
                                  </m:r>
                                </m:den>
                              </m:f>
                            </m:sup>
                          </m:sSup>
                        </m:den>
                      </m:f>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5189764" y="2487307"/>
                <a:ext cx="3418820" cy="1118383"/>
              </a:xfrm>
              <a:prstGeom prst="rect">
                <a:avLst/>
              </a:prstGeom>
              <a:blipFill>
                <a:blip r:embed="rId4"/>
                <a:stretch>
                  <a:fillRect/>
                </a:stretch>
              </a:blipFill>
            </p:spPr>
            <p:txBody>
              <a:bodyPr/>
              <a:lstStyle/>
              <a:p>
                <a:r>
                  <a:rPr lang="en-IN">
                    <a:noFill/>
                  </a:rPr>
                  <a:t> </a:t>
                </a:r>
              </a:p>
            </p:txBody>
          </p:sp>
        </mc:Fallback>
      </mc:AlternateContent>
      <p:pic>
        <p:nvPicPr>
          <p:cNvPr id="9" name="Content Placeholder 5">
            <a:extLst>
              <a:ext uri="{FF2B5EF4-FFF2-40B4-BE49-F238E27FC236}">
                <a16:creationId xmlns:a16="http://schemas.microsoft.com/office/drawing/2014/main" id="{E0E371FC-99B4-4486-AE76-4ECF7C249CDA}"/>
              </a:ext>
            </a:extLst>
          </p:cNvPr>
          <p:cNvPicPr>
            <a:picLocks noChangeAspect="1"/>
          </p:cNvPicPr>
          <p:nvPr/>
        </p:nvPicPr>
        <p:blipFill>
          <a:blip r:embed="rId5"/>
          <a:stretch>
            <a:fillRect/>
          </a:stretch>
        </p:blipFill>
        <p:spPr>
          <a:xfrm>
            <a:off x="5181600" y="3733800"/>
            <a:ext cx="4187243" cy="2590800"/>
          </a:xfrm>
          <a:prstGeom prst="rect">
            <a:avLst/>
          </a:prstGeom>
        </p:spPr>
      </p:pic>
      <p:pic>
        <p:nvPicPr>
          <p:cNvPr id="10" name="Picture 9"/>
          <p:cNvPicPr>
            <a:picLocks noChangeAspect="1"/>
          </p:cNvPicPr>
          <p:nvPr/>
        </p:nvPicPr>
        <p:blipFill>
          <a:blip r:embed="rId6"/>
          <a:stretch>
            <a:fillRect/>
          </a:stretch>
        </p:blipFill>
        <p:spPr>
          <a:xfrm>
            <a:off x="533400" y="3605690"/>
            <a:ext cx="4500866" cy="2520486"/>
          </a:xfrm>
          <a:prstGeom prst="rect">
            <a:avLst/>
          </a:prstGeom>
        </p:spPr>
      </p:pic>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5E245824-3B8D-A20C-5F8C-D1021252BFA7}"/>
                  </a:ext>
                </a:extLst>
              </p14:cNvPr>
              <p14:cNvContentPartPr/>
              <p14:nvPr/>
            </p14:nvContentPartPr>
            <p14:xfrm>
              <a:off x="4563835" y="1561510"/>
              <a:ext cx="2099160" cy="74880"/>
            </p14:xfrm>
          </p:contentPart>
        </mc:Choice>
        <mc:Fallback>
          <p:pic>
            <p:nvPicPr>
              <p:cNvPr id="3" name="Ink 2">
                <a:extLst>
                  <a:ext uri="{FF2B5EF4-FFF2-40B4-BE49-F238E27FC236}">
                    <a16:creationId xmlns:a16="http://schemas.microsoft.com/office/drawing/2014/main" id="{5E245824-3B8D-A20C-5F8C-D1021252BFA7}"/>
                  </a:ext>
                </a:extLst>
              </p:cNvPr>
              <p:cNvPicPr/>
              <p:nvPr/>
            </p:nvPicPr>
            <p:blipFill>
              <a:blip r:embed="rId8"/>
              <a:stretch>
                <a:fillRect/>
              </a:stretch>
            </p:blipFill>
            <p:spPr>
              <a:xfrm>
                <a:off x="4557715" y="1555390"/>
                <a:ext cx="21114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CFF0763B-B523-2B5E-7807-7DC7AE405EE9}"/>
                  </a:ext>
                </a:extLst>
              </p14:cNvPr>
              <p14:cNvContentPartPr/>
              <p14:nvPr/>
            </p14:nvContentPartPr>
            <p14:xfrm>
              <a:off x="2831875" y="2561590"/>
              <a:ext cx="2923200" cy="108000"/>
            </p14:xfrm>
          </p:contentPart>
        </mc:Choice>
        <mc:Fallback>
          <p:pic>
            <p:nvPicPr>
              <p:cNvPr id="4" name="Ink 3">
                <a:extLst>
                  <a:ext uri="{FF2B5EF4-FFF2-40B4-BE49-F238E27FC236}">
                    <a16:creationId xmlns:a16="http://schemas.microsoft.com/office/drawing/2014/main" id="{CFF0763B-B523-2B5E-7807-7DC7AE405EE9}"/>
                  </a:ext>
                </a:extLst>
              </p:cNvPr>
              <p:cNvPicPr/>
              <p:nvPr/>
            </p:nvPicPr>
            <p:blipFill>
              <a:blip r:embed="rId10"/>
              <a:stretch>
                <a:fillRect/>
              </a:stretch>
            </p:blipFill>
            <p:spPr>
              <a:xfrm>
                <a:off x="2825755" y="2555470"/>
                <a:ext cx="2935440" cy="120240"/>
              </a:xfrm>
              <a:prstGeom prst="rect">
                <a:avLst/>
              </a:prstGeom>
            </p:spPr>
          </p:pic>
        </mc:Fallback>
      </mc:AlternateContent>
      <p:grpSp>
        <p:nvGrpSpPr>
          <p:cNvPr id="13" name="Group 12">
            <a:extLst>
              <a:ext uri="{FF2B5EF4-FFF2-40B4-BE49-F238E27FC236}">
                <a16:creationId xmlns:a16="http://schemas.microsoft.com/office/drawing/2014/main" id="{23EA6750-59EE-D070-E07E-A24DAD8E97A7}"/>
              </a:ext>
            </a:extLst>
          </p:cNvPr>
          <p:cNvGrpSpPr/>
          <p:nvPr/>
        </p:nvGrpSpPr>
        <p:grpSpPr>
          <a:xfrm>
            <a:off x="2935555" y="4260070"/>
            <a:ext cx="679320" cy="39960"/>
            <a:chOff x="2935555" y="4260070"/>
            <a:chExt cx="679320" cy="39960"/>
          </a:xfrm>
        </p:grpSpPr>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6D7EF6C5-F61A-F174-2E75-CD2A74601EB9}"/>
                    </a:ext>
                  </a:extLst>
                </p14:cNvPr>
                <p14:cNvContentPartPr/>
                <p14:nvPr/>
              </p14:nvContentPartPr>
              <p14:xfrm>
                <a:off x="2935555" y="4275910"/>
                <a:ext cx="679320" cy="24120"/>
              </p14:xfrm>
            </p:contentPart>
          </mc:Choice>
          <mc:Fallback>
            <p:pic>
              <p:nvPicPr>
                <p:cNvPr id="11" name="Ink 10">
                  <a:extLst>
                    <a:ext uri="{FF2B5EF4-FFF2-40B4-BE49-F238E27FC236}">
                      <a16:creationId xmlns:a16="http://schemas.microsoft.com/office/drawing/2014/main" id="{6D7EF6C5-F61A-F174-2E75-CD2A74601EB9}"/>
                    </a:ext>
                  </a:extLst>
                </p:cNvPr>
                <p:cNvPicPr/>
                <p:nvPr/>
              </p:nvPicPr>
              <p:blipFill>
                <a:blip r:embed="rId12"/>
                <a:stretch>
                  <a:fillRect/>
                </a:stretch>
              </p:blipFill>
              <p:spPr>
                <a:xfrm>
                  <a:off x="2929435" y="4269790"/>
                  <a:ext cx="69156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DE09AEEE-A5DD-8BCC-9C7F-D49CE3B63857}"/>
                    </a:ext>
                  </a:extLst>
                </p14:cNvPr>
                <p14:cNvContentPartPr/>
                <p14:nvPr/>
              </p14:nvContentPartPr>
              <p14:xfrm>
                <a:off x="3430195" y="4260070"/>
                <a:ext cx="15840" cy="15840"/>
              </p14:xfrm>
            </p:contentPart>
          </mc:Choice>
          <mc:Fallback>
            <p:pic>
              <p:nvPicPr>
                <p:cNvPr id="12" name="Ink 11">
                  <a:extLst>
                    <a:ext uri="{FF2B5EF4-FFF2-40B4-BE49-F238E27FC236}">
                      <a16:creationId xmlns:a16="http://schemas.microsoft.com/office/drawing/2014/main" id="{DE09AEEE-A5DD-8BCC-9C7F-D49CE3B63857}"/>
                    </a:ext>
                  </a:extLst>
                </p:cNvPr>
                <p:cNvPicPr/>
                <p:nvPr/>
              </p:nvPicPr>
              <p:blipFill>
                <a:blip r:embed="rId14"/>
                <a:stretch>
                  <a:fillRect/>
                </a:stretch>
              </p:blipFill>
              <p:spPr>
                <a:xfrm>
                  <a:off x="3424075" y="4253950"/>
                  <a:ext cx="28080" cy="28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B5737C8F-115E-0324-9794-720158BE50D9}"/>
                  </a:ext>
                </a:extLst>
              </p14:cNvPr>
              <p14:cNvContentPartPr/>
              <p14:nvPr/>
            </p14:nvContentPartPr>
            <p14:xfrm>
              <a:off x="3381595" y="4845070"/>
              <a:ext cx="780120" cy="43920"/>
            </p14:xfrm>
          </p:contentPart>
        </mc:Choice>
        <mc:Fallback>
          <p:pic>
            <p:nvPicPr>
              <p:cNvPr id="14" name="Ink 13">
                <a:extLst>
                  <a:ext uri="{FF2B5EF4-FFF2-40B4-BE49-F238E27FC236}">
                    <a16:creationId xmlns:a16="http://schemas.microsoft.com/office/drawing/2014/main" id="{B5737C8F-115E-0324-9794-720158BE50D9}"/>
                  </a:ext>
                </a:extLst>
              </p:cNvPr>
              <p:cNvPicPr/>
              <p:nvPr/>
            </p:nvPicPr>
            <p:blipFill>
              <a:blip r:embed="rId16"/>
              <a:stretch>
                <a:fillRect/>
              </a:stretch>
            </p:blipFill>
            <p:spPr>
              <a:xfrm>
                <a:off x="3375475" y="4838950"/>
                <a:ext cx="79236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98942C72-798F-CE46-E58D-2273BEC0E7E2}"/>
                  </a:ext>
                </a:extLst>
              </p14:cNvPr>
              <p14:cNvContentPartPr/>
              <p14:nvPr/>
            </p14:nvContentPartPr>
            <p14:xfrm>
              <a:off x="3373315" y="5072950"/>
              <a:ext cx="1909440" cy="39600"/>
            </p14:xfrm>
          </p:contentPart>
        </mc:Choice>
        <mc:Fallback>
          <p:pic>
            <p:nvPicPr>
              <p:cNvPr id="15" name="Ink 14">
                <a:extLst>
                  <a:ext uri="{FF2B5EF4-FFF2-40B4-BE49-F238E27FC236}">
                    <a16:creationId xmlns:a16="http://schemas.microsoft.com/office/drawing/2014/main" id="{98942C72-798F-CE46-E58D-2273BEC0E7E2}"/>
                  </a:ext>
                </a:extLst>
              </p:cNvPr>
              <p:cNvPicPr/>
              <p:nvPr/>
            </p:nvPicPr>
            <p:blipFill>
              <a:blip r:embed="rId18"/>
              <a:stretch>
                <a:fillRect/>
              </a:stretch>
            </p:blipFill>
            <p:spPr>
              <a:xfrm>
                <a:off x="3367195" y="5066830"/>
                <a:ext cx="192168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7" name="Ink 26">
                <a:extLst>
                  <a:ext uri="{FF2B5EF4-FFF2-40B4-BE49-F238E27FC236}">
                    <a16:creationId xmlns:a16="http://schemas.microsoft.com/office/drawing/2014/main" id="{917A9CC8-FBF2-9ACC-F7D9-E20EAFBEBB91}"/>
                  </a:ext>
                </a:extLst>
              </p14:cNvPr>
              <p14:cNvContentPartPr/>
              <p14:nvPr/>
            </p14:nvContentPartPr>
            <p14:xfrm>
              <a:off x="8465155" y="5539870"/>
              <a:ext cx="849600" cy="51480"/>
            </p14:xfrm>
          </p:contentPart>
        </mc:Choice>
        <mc:Fallback>
          <p:pic>
            <p:nvPicPr>
              <p:cNvPr id="27" name="Ink 26">
                <a:extLst>
                  <a:ext uri="{FF2B5EF4-FFF2-40B4-BE49-F238E27FC236}">
                    <a16:creationId xmlns:a16="http://schemas.microsoft.com/office/drawing/2014/main" id="{917A9CC8-FBF2-9ACC-F7D9-E20EAFBEBB91}"/>
                  </a:ext>
                </a:extLst>
              </p:cNvPr>
              <p:cNvPicPr/>
              <p:nvPr/>
            </p:nvPicPr>
            <p:blipFill>
              <a:blip r:embed="rId20"/>
              <a:stretch>
                <a:fillRect/>
              </a:stretch>
            </p:blipFill>
            <p:spPr>
              <a:xfrm>
                <a:off x="8459035" y="5533750"/>
                <a:ext cx="8618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2" name="Ink 31">
                <a:extLst>
                  <a:ext uri="{FF2B5EF4-FFF2-40B4-BE49-F238E27FC236}">
                    <a16:creationId xmlns:a16="http://schemas.microsoft.com/office/drawing/2014/main" id="{6083F23F-9F40-F83D-3810-DFEEF4B9815B}"/>
                  </a:ext>
                </a:extLst>
              </p14:cNvPr>
              <p14:cNvContentPartPr/>
              <p14:nvPr/>
            </p14:nvContentPartPr>
            <p14:xfrm>
              <a:off x="10027555" y="2844910"/>
              <a:ext cx="6840" cy="12960"/>
            </p14:xfrm>
          </p:contentPart>
        </mc:Choice>
        <mc:Fallback>
          <p:pic>
            <p:nvPicPr>
              <p:cNvPr id="32" name="Ink 31">
                <a:extLst>
                  <a:ext uri="{FF2B5EF4-FFF2-40B4-BE49-F238E27FC236}">
                    <a16:creationId xmlns:a16="http://schemas.microsoft.com/office/drawing/2014/main" id="{6083F23F-9F40-F83D-3810-DFEEF4B9815B}"/>
                  </a:ext>
                </a:extLst>
              </p:cNvPr>
              <p:cNvPicPr/>
              <p:nvPr/>
            </p:nvPicPr>
            <p:blipFill>
              <a:blip r:embed="rId22"/>
              <a:stretch>
                <a:fillRect/>
              </a:stretch>
            </p:blipFill>
            <p:spPr>
              <a:xfrm>
                <a:off x="10021435" y="2838790"/>
                <a:ext cx="19080" cy="25200"/>
              </a:xfrm>
              <a:prstGeom prst="rect">
                <a:avLst/>
              </a:prstGeom>
            </p:spPr>
          </p:pic>
        </mc:Fallback>
      </mc:AlternateContent>
      <p:grpSp>
        <p:nvGrpSpPr>
          <p:cNvPr id="75" name="Group 74">
            <a:extLst>
              <a:ext uri="{FF2B5EF4-FFF2-40B4-BE49-F238E27FC236}">
                <a16:creationId xmlns:a16="http://schemas.microsoft.com/office/drawing/2014/main" id="{1A16A93E-71D2-7DE6-6E17-B5359BB77D15}"/>
              </a:ext>
            </a:extLst>
          </p:cNvPr>
          <p:cNvGrpSpPr/>
          <p:nvPr/>
        </p:nvGrpSpPr>
        <p:grpSpPr>
          <a:xfrm>
            <a:off x="10453795" y="5915710"/>
            <a:ext cx="708480" cy="421920"/>
            <a:chOff x="10453795" y="5915710"/>
            <a:chExt cx="708480" cy="421920"/>
          </a:xfrm>
        </p:grpSpPr>
        <mc:AlternateContent xmlns:mc="http://schemas.openxmlformats.org/markup-compatibility/2006">
          <mc:Choice xmlns:p14="http://schemas.microsoft.com/office/powerpoint/2010/main" Requires="p14">
            <p:contentPart p14:bwMode="auto" r:id="rId23">
              <p14:nvContentPartPr>
                <p14:cNvPr id="69" name="Ink 68">
                  <a:extLst>
                    <a:ext uri="{FF2B5EF4-FFF2-40B4-BE49-F238E27FC236}">
                      <a16:creationId xmlns:a16="http://schemas.microsoft.com/office/drawing/2014/main" id="{EB71B514-60C4-DC37-D593-4BCEDF6E33FE}"/>
                    </a:ext>
                  </a:extLst>
                </p14:cNvPr>
                <p14:cNvContentPartPr/>
                <p14:nvPr/>
              </p14:nvContentPartPr>
              <p14:xfrm>
                <a:off x="10453795" y="5915710"/>
                <a:ext cx="401400" cy="421920"/>
              </p14:xfrm>
            </p:contentPart>
          </mc:Choice>
          <mc:Fallback>
            <p:pic>
              <p:nvPicPr>
                <p:cNvPr id="69" name="Ink 68">
                  <a:extLst>
                    <a:ext uri="{FF2B5EF4-FFF2-40B4-BE49-F238E27FC236}">
                      <a16:creationId xmlns:a16="http://schemas.microsoft.com/office/drawing/2014/main" id="{EB71B514-60C4-DC37-D593-4BCEDF6E33FE}"/>
                    </a:ext>
                  </a:extLst>
                </p:cNvPr>
                <p:cNvPicPr/>
                <p:nvPr/>
              </p:nvPicPr>
              <p:blipFill>
                <a:blip r:embed="rId24"/>
                <a:stretch>
                  <a:fillRect/>
                </a:stretch>
              </p:blipFill>
              <p:spPr>
                <a:xfrm>
                  <a:off x="10447675" y="5909590"/>
                  <a:ext cx="41364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70" name="Ink 69">
                  <a:extLst>
                    <a:ext uri="{FF2B5EF4-FFF2-40B4-BE49-F238E27FC236}">
                      <a16:creationId xmlns:a16="http://schemas.microsoft.com/office/drawing/2014/main" id="{EA873632-78A0-92BF-70FF-0ABB595C0E9E}"/>
                    </a:ext>
                  </a:extLst>
                </p14:cNvPr>
                <p14:cNvContentPartPr/>
                <p14:nvPr/>
              </p14:nvContentPartPr>
              <p14:xfrm>
                <a:off x="10886515" y="6067630"/>
                <a:ext cx="81360" cy="220680"/>
              </p14:xfrm>
            </p:contentPart>
          </mc:Choice>
          <mc:Fallback>
            <p:pic>
              <p:nvPicPr>
                <p:cNvPr id="70" name="Ink 69">
                  <a:extLst>
                    <a:ext uri="{FF2B5EF4-FFF2-40B4-BE49-F238E27FC236}">
                      <a16:creationId xmlns:a16="http://schemas.microsoft.com/office/drawing/2014/main" id="{EA873632-78A0-92BF-70FF-0ABB595C0E9E}"/>
                    </a:ext>
                  </a:extLst>
                </p:cNvPr>
                <p:cNvPicPr/>
                <p:nvPr/>
              </p:nvPicPr>
              <p:blipFill>
                <a:blip r:embed="rId26"/>
                <a:stretch>
                  <a:fillRect/>
                </a:stretch>
              </p:blipFill>
              <p:spPr>
                <a:xfrm>
                  <a:off x="10880395" y="6061510"/>
                  <a:ext cx="9360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71" name="Ink 70">
                  <a:extLst>
                    <a:ext uri="{FF2B5EF4-FFF2-40B4-BE49-F238E27FC236}">
                      <a16:creationId xmlns:a16="http://schemas.microsoft.com/office/drawing/2014/main" id="{3CEBB849-CA71-9C07-ACB0-33CBF0A49AC9}"/>
                    </a:ext>
                  </a:extLst>
                </p14:cNvPr>
                <p14:cNvContentPartPr/>
                <p14:nvPr/>
              </p14:nvContentPartPr>
              <p14:xfrm>
                <a:off x="11025475" y="5941270"/>
                <a:ext cx="73800" cy="364680"/>
              </p14:xfrm>
            </p:contentPart>
          </mc:Choice>
          <mc:Fallback>
            <p:pic>
              <p:nvPicPr>
                <p:cNvPr id="71" name="Ink 70">
                  <a:extLst>
                    <a:ext uri="{FF2B5EF4-FFF2-40B4-BE49-F238E27FC236}">
                      <a16:creationId xmlns:a16="http://schemas.microsoft.com/office/drawing/2014/main" id="{3CEBB849-CA71-9C07-ACB0-33CBF0A49AC9}"/>
                    </a:ext>
                  </a:extLst>
                </p:cNvPr>
                <p:cNvPicPr/>
                <p:nvPr/>
              </p:nvPicPr>
              <p:blipFill>
                <a:blip r:embed="rId28"/>
                <a:stretch>
                  <a:fillRect/>
                </a:stretch>
              </p:blipFill>
              <p:spPr>
                <a:xfrm>
                  <a:off x="11019355" y="5935150"/>
                  <a:ext cx="8604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72" name="Ink 71">
                  <a:extLst>
                    <a:ext uri="{FF2B5EF4-FFF2-40B4-BE49-F238E27FC236}">
                      <a16:creationId xmlns:a16="http://schemas.microsoft.com/office/drawing/2014/main" id="{2F21AEA4-FB88-A03B-11D1-AA353278F89C}"/>
                    </a:ext>
                  </a:extLst>
                </p14:cNvPr>
                <p14:cNvContentPartPr/>
                <p14:nvPr/>
              </p14:nvContentPartPr>
              <p14:xfrm>
                <a:off x="11016115" y="6060430"/>
                <a:ext cx="146160" cy="79200"/>
              </p14:xfrm>
            </p:contentPart>
          </mc:Choice>
          <mc:Fallback>
            <p:pic>
              <p:nvPicPr>
                <p:cNvPr id="72" name="Ink 71">
                  <a:extLst>
                    <a:ext uri="{FF2B5EF4-FFF2-40B4-BE49-F238E27FC236}">
                      <a16:creationId xmlns:a16="http://schemas.microsoft.com/office/drawing/2014/main" id="{2F21AEA4-FB88-A03B-11D1-AA353278F89C}"/>
                    </a:ext>
                  </a:extLst>
                </p:cNvPr>
                <p:cNvPicPr/>
                <p:nvPr/>
              </p:nvPicPr>
              <p:blipFill>
                <a:blip r:embed="rId30"/>
                <a:stretch>
                  <a:fillRect/>
                </a:stretch>
              </p:blipFill>
              <p:spPr>
                <a:xfrm>
                  <a:off x="11009995" y="6054310"/>
                  <a:ext cx="158400" cy="91440"/>
                </a:xfrm>
                <a:prstGeom prst="rect">
                  <a:avLst/>
                </a:prstGeom>
              </p:spPr>
            </p:pic>
          </mc:Fallback>
        </mc:AlternateContent>
      </p:grpSp>
      <p:grpSp>
        <p:nvGrpSpPr>
          <p:cNvPr id="74" name="Group 73">
            <a:extLst>
              <a:ext uri="{FF2B5EF4-FFF2-40B4-BE49-F238E27FC236}">
                <a16:creationId xmlns:a16="http://schemas.microsoft.com/office/drawing/2014/main" id="{CB590F70-DE1B-D68D-FA00-BD60F79C8BE1}"/>
              </a:ext>
            </a:extLst>
          </p:cNvPr>
          <p:cNvGrpSpPr/>
          <p:nvPr/>
        </p:nvGrpSpPr>
        <p:grpSpPr>
          <a:xfrm>
            <a:off x="7628875" y="1700110"/>
            <a:ext cx="4501440" cy="4014000"/>
            <a:chOff x="7628875" y="1700110"/>
            <a:chExt cx="4501440" cy="4014000"/>
          </a:xfrm>
        </p:grpSpPr>
        <mc:AlternateContent xmlns:mc="http://schemas.openxmlformats.org/markup-compatibility/2006">
          <mc:Choice xmlns:p14="http://schemas.microsoft.com/office/powerpoint/2010/main" Requires="p14">
            <p:contentPart p14:bwMode="auto" r:id="rId31">
              <p14:nvContentPartPr>
                <p14:cNvPr id="16" name="Ink 15">
                  <a:extLst>
                    <a:ext uri="{FF2B5EF4-FFF2-40B4-BE49-F238E27FC236}">
                      <a16:creationId xmlns:a16="http://schemas.microsoft.com/office/drawing/2014/main" id="{404A4FCD-421D-79AE-A9DA-500802096433}"/>
                    </a:ext>
                  </a:extLst>
                </p14:cNvPr>
                <p14:cNvContentPartPr/>
                <p14:nvPr/>
              </p14:nvContentPartPr>
              <p14:xfrm>
                <a:off x="7791595" y="1933030"/>
                <a:ext cx="257040" cy="348480"/>
              </p14:xfrm>
            </p:contentPart>
          </mc:Choice>
          <mc:Fallback>
            <p:pic>
              <p:nvPicPr>
                <p:cNvPr id="16" name="Ink 15">
                  <a:extLst>
                    <a:ext uri="{FF2B5EF4-FFF2-40B4-BE49-F238E27FC236}">
                      <a16:creationId xmlns:a16="http://schemas.microsoft.com/office/drawing/2014/main" id="{404A4FCD-421D-79AE-A9DA-500802096433}"/>
                    </a:ext>
                  </a:extLst>
                </p:cNvPr>
                <p:cNvPicPr/>
                <p:nvPr/>
              </p:nvPicPr>
              <p:blipFill>
                <a:blip r:embed="rId32"/>
                <a:stretch>
                  <a:fillRect/>
                </a:stretch>
              </p:blipFill>
              <p:spPr>
                <a:xfrm>
                  <a:off x="7785475" y="1926910"/>
                  <a:ext cx="26928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7" name="Ink 16">
                  <a:extLst>
                    <a:ext uri="{FF2B5EF4-FFF2-40B4-BE49-F238E27FC236}">
                      <a16:creationId xmlns:a16="http://schemas.microsoft.com/office/drawing/2014/main" id="{1A66D288-2635-F137-B2A7-DE09F4EEFD68}"/>
                    </a:ext>
                  </a:extLst>
                </p14:cNvPr>
                <p14:cNvContentPartPr/>
                <p14:nvPr/>
              </p14:nvContentPartPr>
              <p14:xfrm>
                <a:off x="8051875" y="2104750"/>
                <a:ext cx="151200" cy="162000"/>
              </p14:xfrm>
            </p:contentPart>
          </mc:Choice>
          <mc:Fallback>
            <p:pic>
              <p:nvPicPr>
                <p:cNvPr id="17" name="Ink 16">
                  <a:extLst>
                    <a:ext uri="{FF2B5EF4-FFF2-40B4-BE49-F238E27FC236}">
                      <a16:creationId xmlns:a16="http://schemas.microsoft.com/office/drawing/2014/main" id="{1A66D288-2635-F137-B2A7-DE09F4EEFD68}"/>
                    </a:ext>
                  </a:extLst>
                </p:cNvPr>
                <p:cNvPicPr/>
                <p:nvPr/>
              </p:nvPicPr>
              <p:blipFill>
                <a:blip r:embed="rId34"/>
                <a:stretch>
                  <a:fillRect/>
                </a:stretch>
              </p:blipFill>
              <p:spPr>
                <a:xfrm>
                  <a:off x="8045755" y="2098630"/>
                  <a:ext cx="16344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8" name="Ink 17">
                  <a:extLst>
                    <a:ext uri="{FF2B5EF4-FFF2-40B4-BE49-F238E27FC236}">
                      <a16:creationId xmlns:a16="http://schemas.microsoft.com/office/drawing/2014/main" id="{7922566F-28E9-0946-37C2-FF20B1D8FB3E}"/>
                    </a:ext>
                  </a:extLst>
                </p14:cNvPr>
                <p14:cNvContentPartPr/>
                <p14:nvPr/>
              </p14:nvContentPartPr>
              <p14:xfrm>
                <a:off x="8195875" y="1990990"/>
                <a:ext cx="403560" cy="277560"/>
              </p14:xfrm>
            </p:contentPart>
          </mc:Choice>
          <mc:Fallback>
            <p:pic>
              <p:nvPicPr>
                <p:cNvPr id="18" name="Ink 17">
                  <a:extLst>
                    <a:ext uri="{FF2B5EF4-FFF2-40B4-BE49-F238E27FC236}">
                      <a16:creationId xmlns:a16="http://schemas.microsoft.com/office/drawing/2014/main" id="{7922566F-28E9-0946-37C2-FF20B1D8FB3E}"/>
                    </a:ext>
                  </a:extLst>
                </p:cNvPr>
                <p:cNvPicPr/>
                <p:nvPr/>
              </p:nvPicPr>
              <p:blipFill>
                <a:blip r:embed="rId36"/>
                <a:stretch>
                  <a:fillRect/>
                </a:stretch>
              </p:blipFill>
              <p:spPr>
                <a:xfrm>
                  <a:off x="8189755" y="1984870"/>
                  <a:ext cx="41580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9" name="Ink 18">
                  <a:extLst>
                    <a:ext uri="{FF2B5EF4-FFF2-40B4-BE49-F238E27FC236}">
                      <a16:creationId xmlns:a16="http://schemas.microsoft.com/office/drawing/2014/main" id="{28D148AD-84B9-0D37-B50C-524F59090167}"/>
                    </a:ext>
                  </a:extLst>
                </p14:cNvPr>
                <p14:cNvContentPartPr/>
                <p14:nvPr/>
              </p14:nvContentPartPr>
              <p14:xfrm>
                <a:off x="8653795" y="2194030"/>
                <a:ext cx="34560" cy="67680"/>
              </p14:xfrm>
            </p:contentPart>
          </mc:Choice>
          <mc:Fallback>
            <p:pic>
              <p:nvPicPr>
                <p:cNvPr id="19" name="Ink 18">
                  <a:extLst>
                    <a:ext uri="{FF2B5EF4-FFF2-40B4-BE49-F238E27FC236}">
                      <a16:creationId xmlns:a16="http://schemas.microsoft.com/office/drawing/2014/main" id="{28D148AD-84B9-0D37-B50C-524F59090167}"/>
                    </a:ext>
                  </a:extLst>
                </p:cNvPr>
                <p:cNvPicPr/>
                <p:nvPr/>
              </p:nvPicPr>
              <p:blipFill>
                <a:blip r:embed="rId38"/>
                <a:stretch>
                  <a:fillRect/>
                </a:stretch>
              </p:blipFill>
              <p:spPr>
                <a:xfrm>
                  <a:off x="8647675" y="2187910"/>
                  <a:ext cx="4680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0" name="Ink 19">
                  <a:extLst>
                    <a:ext uri="{FF2B5EF4-FFF2-40B4-BE49-F238E27FC236}">
                      <a16:creationId xmlns:a16="http://schemas.microsoft.com/office/drawing/2014/main" id="{AF5DF792-F598-13A0-0E90-4EDE7C323796}"/>
                    </a:ext>
                  </a:extLst>
                </p14:cNvPr>
                <p14:cNvContentPartPr/>
                <p14:nvPr/>
              </p14:nvContentPartPr>
              <p14:xfrm>
                <a:off x="8577115" y="1891630"/>
                <a:ext cx="56160" cy="16920"/>
              </p14:xfrm>
            </p:contentPart>
          </mc:Choice>
          <mc:Fallback>
            <p:pic>
              <p:nvPicPr>
                <p:cNvPr id="20" name="Ink 19">
                  <a:extLst>
                    <a:ext uri="{FF2B5EF4-FFF2-40B4-BE49-F238E27FC236}">
                      <a16:creationId xmlns:a16="http://schemas.microsoft.com/office/drawing/2014/main" id="{AF5DF792-F598-13A0-0E90-4EDE7C323796}"/>
                    </a:ext>
                  </a:extLst>
                </p:cNvPr>
                <p:cNvPicPr/>
                <p:nvPr/>
              </p:nvPicPr>
              <p:blipFill>
                <a:blip r:embed="rId40"/>
                <a:stretch>
                  <a:fillRect/>
                </a:stretch>
              </p:blipFill>
              <p:spPr>
                <a:xfrm>
                  <a:off x="8570995" y="1885510"/>
                  <a:ext cx="684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1" name="Ink 20">
                  <a:extLst>
                    <a:ext uri="{FF2B5EF4-FFF2-40B4-BE49-F238E27FC236}">
                      <a16:creationId xmlns:a16="http://schemas.microsoft.com/office/drawing/2014/main" id="{FD5A37B7-3843-495C-33EA-2705004178A2}"/>
                    </a:ext>
                  </a:extLst>
                </p14:cNvPr>
                <p14:cNvContentPartPr/>
                <p14:nvPr/>
              </p14:nvContentPartPr>
              <p14:xfrm>
                <a:off x="8691235" y="2092510"/>
                <a:ext cx="360720" cy="200880"/>
              </p14:xfrm>
            </p:contentPart>
          </mc:Choice>
          <mc:Fallback>
            <p:pic>
              <p:nvPicPr>
                <p:cNvPr id="21" name="Ink 20">
                  <a:extLst>
                    <a:ext uri="{FF2B5EF4-FFF2-40B4-BE49-F238E27FC236}">
                      <a16:creationId xmlns:a16="http://schemas.microsoft.com/office/drawing/2014/main" id="{FD5A37B7-3843-495C-33EA-2705004178A2}"/>
                    </a:ext>
                  </a:extLst>
                </p:cNvPr>
                <p:cNvPicPr/>
                <p:nvPr/>
              </p:nvPicPr>
              <p:blipFill>
                <a:blip r:embed="rId42"/>
                <a:stretch>
                  <a:fillRect/>
                </a:stretch>
              </p:blipFill>
              <p:spPr>
                <a:xfrm>
                  <a:off x="8685115" y="2086390"/>
                  <a:ext cx="3729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2" name="Ink 21">
                  <a:extLst>
                    <a:ext uri="{FF2B5EF4-FFF2-40B4-BE49-F238E27FC236}">
                      <a16:creationId xmlns:a16="http://schemas.microsoft.com/office/drawing/2014/main" id="{1BA02A20-14B1-D613-7DD4-4EBFFADCAAD1}"/>
                    </a:ext>
                  </a:extLst>
                </p14:cNvPr>
                <p14:cNvContentPartPr/>
                <p14:nvPr/>
              </p14:nvContentPartPr>
              <p14:xfrm>
                <a:off x="9232315" y="1843390"/>
                <a:ext cx="24480" cy="417240"/>
              </p14:xfrm>
            </p:contentPart>
          </mc:Choice>
          <mc:Fallback>
            <p:pic>
              <p:nvPicPr>
                <p:cNvPr id="22" name="Ink 21">
                  <a:extLst>
                    <a:ext uri="{FF2B5EF4-FFF2-40B4-BE49-F238E27FC236}">
                      <a16:creationId xmlns:a16="http://schemas.microsoft.com/office/drawing/2014/main" id="{1BA02A20-14B1-D613-7DD4-4EBFFADCAAD1}"/>
                    </a:ext>
                  </a:extLst>
                </p:cNvPr>
                <p:cNvPicPr/>
                <p:nvPr/>
              </p:nvPicPr>
              <p:blipFill>
                <a:blip r:embed="rId44"/>
                <a:stretch>
                  <a:fillRect/>
                </a:stretch>
              </p:blipFill>
              <p:spPr>
                <a:xfrm>
                  <a:off x="9226195" y="1837270"/>
                  <a:ext cx="3672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3" name="Ink 22">
                  <a:extLst>
                    <a:ext uri="{FF2B5EF4-FFF2-40B4-BE49-F238E27FC236}">
                      <a16:creationId xmlns:a16="http://schemas.microsoft.com/office/drawing/2014/main" id="{4D047823-9615-74C4-8506-D8D1BE2B4AE8}"/>
                    </a:ext>
                  </a:extLst>
                </p14:cNvPr>
                <p14:cNvContentPartPr/>
                <p14:nvPr/>
              </p14:nvContentPartPr>
              <p14:xfrm>
                <a:off x="9206755" y="1700110"/>
                <a:ext cx="796320" cy="599040"/>
              </p14:xfrm>
            </p:contentPart>
          </mc:Choice>
          <mc:Fallback>
            <p:pic>
              <p:nvPicPr>
                <p:cNvPr id="23" name="Ink 22">
                  <a:extLst>
                    <a:ext uri="{FF2B5EF4-FFF2-40B4-BE49-F238E27FC236}">
                      <a16:creationId xmlns:a16="http://schemas.microsoft.com/office/drawing/2014/main" id="{4D047823-9615-74C4-8506-D8D1BE2B4AE8}"/>
                    </a:ext>
                  </a:extLst>
                </p:cNvPr>
                <p:cNvPicPr/>
                <p:nvPr/>
              </p:nvPicPr>
              <p:blipFill>
                <a:blip r:embed="rId46"/>
                <a:stretch>
                  <a:fillRect/>
                </a:stretch>
              </p:blipFill>
              <p:spPr>
                <a:xfrm>
                  <a:off x="9200635" y="1693990"/>
                  <a:ext cx="808560" cy="6112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4" name="Ink 23">
                  <a:extLst>
                    <a:ext uri="{FF2B5EF4-FFF2-40B4-BE49-F238E27FC236}">
                      <a16:creationId xmlns:a16="http://schemas.microsoft.com/office/drawing/2014/main" id="{773C7420-96DE-5A55-E7EB-98C69025E946}"/>
                    </a:ext>
                  </a:extLst>
                </p14:cNvPr>
                <p14:cNvContentPartPr/>
                <p14:nvPr/>
              </p14:nvContentPartPr>
              <p14:xfrm>
                <a:off x="9490435" y="1917550"/>
                <a:ext cx="46800" cy="33480"/>
              </p14:xfrm>
            </p:contentPart>
          </mc:Choice>
          <mc:Fallback>
            <p:pic>
              <p:nvPicPr>
                <p:cNvPr id="24" name="Ink 23">
                  <a:extLst>
                    <a:ext uri="{FF2B5EF4-FFF2-40B4-BE49-F238E27FC236}">
                      <a16:creationId xmlns:a16="http://schemas.microsoft.com/office/drawing/2014/main" id="{773C7420-96DE-5A55-E7EB-98C69025E946}"/>
                    </a:ext>
                  </a:extLst>
                </p:cNvPr>
                <p:cNvPicPr/>
                <p:nvPr/>
              </p:nvPicPr>
              <p:blipFill>
                <a:blip r:embed="rId48"/>
                <a:stretch>
                  <a:fillRect/>
                </a:stretch>
              </p:blipFill>
              <p:spPr>
                <a:xfrm>
                  <a:off x="9484315" y="1911430"/>
                  <a:ext cx="590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5" name="Ink 24">
                  <a:extLst>
                    <a:ext uri="{FF2B5EF4-FFF2-40B4-BE49-F238E27FC236}">
                      <a16:creationId xmlns:a16="http://schemas.microsoft.com/office/drawing/2014/main" id="{0B11DBED-8B43-7E3E-DC0F-3A44F9127FC5}"/>
                    </a:ext>
                  </a:extLst>
                </p14:cNvPr>
                <p14:cNvContentPartPr/>
                <p14:nvPr/>
              </p14:nvContentPartPr>
              <p14:xfrm>
                <a:off x="7628875" y="2331550"/>
                <a:ext cx="3234240" cy="141120"/>
              </p14:xfrm>
            </p:contentPart>
          </mc:Choice>
          <mc:Fallback>
            <p:pic>
              <p:nvPicPr>
                <p:cNvPr id="25" name="Ink 24">
                  <a:extLst>
                    <a:ext uri="{FF2B5EF4-FFF2-40B4-BE49-F238E27FC236}">
                      <a16:creationId xmlns:a16="http://schemas.microsoft.com/office/drawing/2014/main" id="{0B11DBED-8B43-7E3E-DC0F-3A44F9127FC5}"/>
                    </a:ext>
                  </a:extLst>
                </p:cNvPr>
                <p:cNvPicPr/>
                <p:nvPr/>
              </p:nvPicPr>
              <p:blipFill>
                <a:blip r:embed="rId50"/>
                <a:stretch>
                  <a:fillRect/>
                </a:stretch>
              </p:blipFill>
              <p:spPr>
                <a:xfrm>
                  <a:off x="7622755" y="2325430"/>
                  <a:ext cx="324648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4" name="Ink 33">
                  <a:extLst>
                    <a:ext uri="{FF2B5EF4-FFF2-40B4-BE49-F238E27FC236}">
                      <a16:creationId xmlns:a16="http://schemas.microsoft.com/office/drawing/2014/main" id="{EBE9B8F4-B135-5CC1-E22E-2DF7499FDFFD}"/>
                    </a:ext>
                  </a:extLst>
                </p14:cNvPr>
                <p14:cNvContentPartPr/>
                <p14:nvPr/>
              </p14:nvContentPartPr>
              <p14:xfrm>
                <a:off x="9362995" y="2886670"/>
                <a:ext cx="183600" cy="236520"/>
              </p14:xfrm>
            </p:contentPart>
          </mc:Choice>
          <mc:Fallback>
            <p:pic>
              <p:nvPicPr>
                <p:cNvPr id="34" name="Ink 33">
                  <a:extLst>
                    <a:ext uri="{FF2B5EF4-FFF2-40B4-BE49-F238E27FC236}">
                      <a16:creationId xmlns:a16="http://schemas.microsoft.com/office/drawing/2014/main" id="{EBE9B8F4-B135-5CC1-E22E-2DF7499FDFFD}"/>
                    </a:ext>
                  </a:extLst>
                </p:cNvPr>
                <p:cNvPicPr/>
                <p:nvPr/>
              </p:nvPicPr>
              <p:blipFill>
                <a:blip r:embed="rId52"/>
                <a:stretch>
                  <a:fillRect/>
                </a:stretch>
              </p:blipFill>
              <p:spPr>
                <a:xfrm>
                  <a:off x="9356875" y="2880550"/>
                  <a:ext cx="19584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055331AA-B0CC-C5DF-A2C1-5E0B9B428F1E}"/>
                    </a:ext>
                  </a:extLst>
                </p14:cNvPr>
                <p14:cNvContentPartPr/>
                <p14:nvPr/>
              </p14:nvContentPartPr>
              <p14:xfrm>
                <a:off x="9287395" y="2898910"/>
                <a:ext cx="306360" cy="180360"/>
              </p14:xfrm>
            </p:contentPart>
          </mc:Choice>
          <mc:Fallback>
            <p:pic>
              <p:nvPicPr>
                <p:cNvPr id="35" name="Ink 34">
                  <a:extLst>
                    <a:ext uri="{FF2B5EF4-FFF2-40B4-BE49-F238E27FC236}">
                      <a16:creationId xmlns:a16="http://schemas.microsoft.com/office/drawing/2014/main" id="{055331AA-B0CC-C5DF-A2C1-5E0B9B428F1E}"/>
                    </a:ext>
                  </a:extLst>
                </p:cNvPr>
                <p:cNvPicPr/>
                <p:nvPr/>
              </p:nvPicPr>
              <p:blipFill>
                <a:blip r:embed="rId54"/>
                <a:stretch>
                  <a:fillRect/>
                </a:stretch>
              </p:blipFill>
              <p:spPr>
                <a:xfrm>
                  <a:off x="9281275" y="2892790"/>
                  <a:ext cx="3186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F64C6DE2-CE73-8EF6-19DE-D8E61F22F7AF}"/>
                    </a:ext>
                  </a:extLst>
                </p14:cNvPr>
                <p14:cNvContentPartPr/>
                <p14:nvPr/>
              </p14:nvContentPartPr>
              <p14:xfrm>
                <a:off x="9289195" y="2752030"/>
                <a:ext cx="318600" cy="15840"/>
              </p14:xfrm>
            </p:contentPart>
          </mc:Choice>
          <mc:Fallback>
            <p:pic>
              <p:nvPicPr>
                <p:cNvPr id="36" name="Ink 35">
                  <a:extLst>
                    <a:ext uri="{FF2B5EF4-FFF2-40B4-BE49-F238E27FC236}">
                      <a16:creationId xmlns:a16="http://schemas.microsoft.com/office/drawing/2014/main" id="{F64C6DE2-CE73-8EF6-19DE-D8E61F22F7AF}"/>
                    </a:ext>
                  </a:extLst>
                </p:cNvPr>
                <p:cNvPicPr/>
                <p:nvPr/>
              </p:nvPicPr>
              <p:blipFill>
                <a:blip r:embed="rId56"/>
                <a:stretch>
                  <a:fillRect/>
                </a:stretch>
              </p:blipFill>
              <p:spPr>
                <a:xfrm>
                  <a:off x="9283075" y="2745910"/>
                  <a:ext cx="3308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16E49DAB-B90D-A1B3-0FF0-49242DD71DB6}"/>
                    </a:ext>
                  </a:extLst>
                </p14:cNvPr>
                <p14:cNvContentPartPr/>
                <p14:nvPr/>
              </p14:nvContentPartPr>
              <p14:xfrm>
                <a:off x="9893995" y="3005470"/>
                <a:ext cx="208440" cy="22320"/>
              </p14:xfrm>
            </p:contentPart>
          </mc:Choice>
          <mc:Fallback>
            <p:pic>
              <p:nvPicPr>
                <p:cNvPr id="37" name="Ink 36">
                  <a:extLst>
                    <a:ext uri="{FF2B5EF4-FFF2-40B4-BE49-F238E27FC236}">
                      <a16:creationId xmlns:a16="http://schemas.microsoft.com/office/drawing/2014/main" id="{16E49DAB-B90D-A1B3-0FF0-49242DD71DB6}"/>
                    </a:ext>
                  </a:extLst>
                </p:cNvPr>
                <p:cNvPicPr/>
                <p:nvPr/>
              </p:nvPicPr>
              <p:blipFill>
                <a:blip r:embed="rId58"/>
                <a:stretch>
                  <a:fillRect/>
                </a:stretch>
              </p:blipFill>
              <p:spPr>
                <a:xfrm>
                  <a:off x="9887875" y="2999350"/>
                  <a:ext cx="22068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28DFEC7D-84A7-423E-36D3-A2145A4B3A64}"/>
                    </a:ext>
                  </a:extLst>
                </p14:cNvPr>
                <p14:cNvContentPartPr/>
                <p14:nvPr/>
              </p14:nvContentPartPr>
              <p14:xfrm>
                <a:off x="10203595" y="2838070"/>
                <a:ext cx="374040" cy="247680"/>
              </p14:xfrm>
            </p:contentPart>
          </mc:Choice>
          <mc:Fallback>
            <p:pic>
              <p:nvPicPr>
                <p:cNvPr id="38" name="Ink 37">
                  <a:extLst>
                    <a:ext uri="{FF2B5EF4-FFF2-40B4-BE49-F238E27FC236}">
                      <a16:creationId xmlns:a16="http://schemas.microsoft.com/office/drawing/2014/main" id="{28DFEC7D-84A7-423E-36D3-A2145A4B3A64}"/>
                    </a:ext>
                  </a:extLst>
                </p:cNvPr>
                <p:cNvPicPr/>
                <p:nvPr/>
              </p:nvPicPr>
              <p:blipFill>
                <a:blip r:embed="rId60"/>
                <a:stretch>
                  <a:fillRect/>
                </a:stretch>
              </p:blipFill>
              <p:spPr>
                <a:xfrm>
                  <a:off x="10197475" y="2831950"/>
                  <a:ext cx="38628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9" name="Ink 38">
                  <a:extLst>
                    <a:ext uri="{FF2B5EF4-FFF2-40B4-BE49-F238E27FC236}">
                      <a16:creationId xmlns:a16="http://schemas.microsoft.com/office/drawing/2014/main" id="{84C725B5-2BC0-879E-2457-0655BC32A767}"/>
                    </a:ext>
                  </a:extLst>
                </p14:cNvPr>
                <p14:cNvContentPartPr/>
                <p14:nvPr/>
              </p14:nvContentPartPr>
              <p14:xfrm>
                <a:off x="9236635" y="3148750"/>
                <a:ext cx="1663560" cy="75600"/>
              </p14:xfrm>
            </p:contentPart>
          </mc:Choice>
          <mc:Fallback>
            <p:pic>
              <p:nvPicPr>
                <p:cNvPr id="39" name="Ink 38">
                  <a:extLst>
                    <a:ext uri="{FF2B5EF4-FFF2-40B4-BE49-F238E27FC236}">
                      <a16:creationId xmlns:a16="http://schemas.microsoft.com/office/drawing/2014/main" id="{84C725B5-2BC0-879E-2457-0655BC32A767}"/>
                    </a:ext>
                  </a:extLst>
                </p:cNvPr>
                <p:cNvPicPr/>
                <p:nvPr/>
              </p:nvPicPr>
              <p:blipFill>
                <a:blip r:embed="rId62"/>
                <a:stretch>
                  <a:fillRect/>
                </a:stretch>
              </p:blipFill>
              <p:spPr>
                <a:xfrm>
                  <a:off x="9230515" y="3142630"/>
                  <a:ext cx="167580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A40BFD88-F8CF-7D29-D111-F73103A883C9}"/>
                    </a:ext>
                  </a:extLst>
                </p14:cNvPr>
                <p14:cNvContentPartPr/>
                <p14:nvPr/>
              </p14:nvContentPartPr>
              <p14:xfrm>
                <a:off x="9831715" y="3290950"/>
                <a:ext cx="232560" cy="216000"/>
              </p14:xfrm>
            </p:contentPart>
          </mc:Choice>
          <mc:Fallback>
            <p:pic>
              <p:nvPicPr>
                <p:cNvPr id="40" name="Ink 39">
                  <a:extLst>
                    <a:ext uri="{FF2B5EF4-FFF2-40B4-BE49-F238E27FC236}">
                      <a16:creationId xmlns:a16="http://schemas.microsoft.com/office/drawing/2014/main" id="{A40BFD88-F8CF-7D29-D111-F73103A883C9}"/>
                    </a:ext>
                  </a:extLst>
                </p:cNvPr>
                <p:cNvPicPr/>
                <p:nvPr/>
              </p:nvPicPr>
              <p:blipFill>
                <a:blip r:embed="rId64"/>
                <a:stretch>
                  <a:fillRect/>
                </a:stretch>
              </p:blipFill>
              <p:spPr>
                <a:xfrm>
                  <a:off x="9825595" y="3284830"/>
                  <a:ext cx="2448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92586AA0-158B-D404-C742-2B90F73D4F30}"/>
                    </a:ext>
                  </a:extLst>
                </p14:cNvPr>
                <p14:cNvContentPartPr/>
                <p14:nvPr/>
              </p14:nvContentPartPr>
              <p14:xfrm>
                <a:off x="9892915" y="3312190"/>
                <a:ext cx="389520" cy="614880"/>
              </p14:xfrm>
            </p:contentPart>
          </mc:Choice>
          <mc:Fallback>
            <p:pic>
              <p:nvPicPr>
                <p:cNvPr id="41" name="Ink 40">
                  <a:extLst>
                    <a:ext uri="{FF2B5EF4-FFF2-40B4-BE49-F238E27FC236}">
                      <a16:creationId xmlns:a16="http://schemas.microsoft.com/office/drawing/2014/main" id="{92586AA0-158B-D404-C742-2B90F73D4F30}"/>
                    </a:ext>
                  </a:extLst>
                </p:cNvPr>
                <p:cNvPicPr/>
                <p:nvPr/>
              </p:nvPicPr>
              <p:blipFill>
                <a:blip r:embed="rId66"/>
                <a:stretch>
                  <a:fillRect/>
                </a:stretch>
              </p:blipFill>
              <p:spPr>
                <a:xfrm>
                  <a:off x="9886795" y="3306070"/>
                  <a:ext cx="401760" cy="6271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CA773B6D-4D2B-6349-6E54-C402AFA59B90}"/>
                    </a:ext>
                  </a:extLst>
                </p14:cNvPr>
                <p14:cNvContentPartPr/>
                <p14:nvPr/>
              </p14:nvContentPartPr>
              <p14:xfrm>
                <a:off x="10066795" y="3499390"/>
                <a:ext cx="458280" cy="434880"/>
              </p14:xfrm>
            </p:contentPart>
          </mc:Choice>
          <mc:Fallback>
            <p:pic>
              <p:nvPicPr>
                <p:cNvPr id="42" name="Ink 41">
                  <a:extLst>
                    <a:ext uri="{FF2B5EF4-FFF2-40B4-BE49-F238E27FC236}">
                      <a16:creationId xmlns:a16="http://schemas.microsoft.com/office/drawing/2014/main" id="{CA773B6D-4D2B-6349-6E54-C402AFA59B90}"/>
                    </a:ext>
                  </a:extLst>
                </p:cNvPr>
                <p:cNvPicPr/>
                <p:nvPr/>
              </p:nvPicPr>
              <p:blipFill>
                <a:blip r:embed="rId68"/>
                <a:stretch>
                  <a:fillRect/>
                </a:stretch>
              </p:blipFill>
              <p:spPr>
                <a:xfrm>
                  <a:off x="10060675" y="3493270"/>
                  <a:ext cx="470520" cy="4471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E35645B5-DE8B-C9F8-0161-9680E3FDCE90}"/>
                    </a:ext>
                  </a:extLst>
                </p14:cNvPr>
                <p14:cNvContentPartPr/>
                <p14:nvPr/>
              </p14:nvContentPartPr>
              <p14:xfrm>
                <a:off x="10304035" y="3672910"/>
                <a:ext cx="150480" cy="175320"/>
              </p14:xfrm>
            </p:contentPart>
          </mc:Choice>
          <mc:Fallback>
            <p:pic>
              <p:nvPicPr>
                <p:cNvPr id="43" name="Ink 42">
                  <a:extLst>
                    <a:ext uri="{FF2B5EF4-FFF2-40B4-BE49-F238E27FC236}">
                      <a16:creationId xmlns:a16="http://schemas.microsoft.com/office/drawing/2014/main" id="{E35645B5-DE8B-C9F8-0161-9680E3FDCE90}"/>
                    </a:ext>
                  </a:extLst>
                </p:cNvPr>
                <p:cNvPicPr/>
                <p:nvPr/>
              </p:nvPicPr>
              <p:blipFill>
                <a:blip r:embed="rId70"/>
                <a:stretch>
                  <a:fillRect/>
                </a:stretch>
              </p:blipFill>
              <p:spPr>
                <a:xfrm>
                  <a:off x="10297915" y="3666790"/>
                  <a:ext cx="1627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EEA4DB3A-9D2B-4FE8-2C51-EFBD2D3F572E}"/>
                    </a:ext>
                  </a:extLst>
                </p14:cNvPr>
                <p14:cNvContentPartPr/>
                <p14:nvPr/>
              </p14:nvContentPartPr>
              <p14:xfrm>
                <a:off x="10899115" y="3099790"/>
                <a:ext cx="198360" cy="4680"/>
              </p14:xfrm>
            </p:contentPart>
          </mc:Choice>
          <mc:Fallback>
            <p:pic>
              <p:nvPicPr>
                <p:cNvPr id="45" name="Ink 44">
                  <a:extLst>
                    <a:ext uri="{FF2B5EF4-FFF2-40B4-BE49-F238E27FC236}">
                      <a16:creationId xmlns:a16="http://schemas.microsoft.com/office/drawing/2014/main" id="{EEA4DB3A-9D2B-4FE8-2C51-EFBD2D3F572E}"/>
                    </a:ext>
                  </a:extLst>
                </p:cNvPr>
                <p:cNvPicPr/>
                <p:nvPr/>
              </p:nvPicPr>
              <p:blipFill>
                <a:blip r:embed="rId72"/>
                <a:stretch>
                  <a:fillRect/>
                </a:stretch>
              </p:blipFill>
              <p:spPr>
                <a:xfrm>
                  <a:off x="10892995" y="3093670"/>
                  <a:ext cx="21060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DF15A194-0184-CC35-6951-2B1D1FE354FD}"/>
                    </a:ext>
                  </a:extLst>
                </p14:cNvPr>
                <p14:cNvContentPartPr/>
                <p14:nvPr/>
              </p14:nvContentPartPr>
              <p14:xfrm>
                <a:off x="10992355" y="3040750"/>
                <a:ext cx="133200" cy="269640"/>
              </p14:xfrm>
            </p:contentPart>
          </mc:Choice>
          <mc:Fallback>
            <p:pic>
              <p:nvPicPr>
                <p:cNvPr id="46" name="Ink 45">
                  <a:extLst>
                    <a:ext uri="{FF2B5EF4-FFF2-40B4-BE49-F238E27FC236}">
                      <a16:creationId xmlns:a16="http://schemas.microsoft.com/office/drawing/2014/main" id="{DF15A194-0184-CC35-6951-2B1D1FE354FD}"/>
                    </a:ext>
                  </a:extLst>
                </p:cNvPr>
                <p:cNvPicPr/>
                <p:nvPr/>
              </p:nvPicPr>
              <p:blipFill>
                <a:blip r:embed="rId74"/>
                <a:stretch>
                  <a:fillRect/>
                </a:stretch>
              </p:blipFill>
              <p:spPr>
                <a:xfrm>
                  <a:off x="10986235" y="3034630"/>
                  <a:ext cx="14544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CC9CD5DB-9B08-D54D-832E-9EBD82024444}"/>
                    </a:ext>
                  </a:extLst>
                </p14:cNvPr>
                <p14:cNvContentPartPr/>
                <p14:nvPr/>
              </p14:nvContentPartPr>
              <p14:xfrm>
                <a:off x="11272075" y="2856790"/>
                <a:ext cx="181440" cy="280440"/>
              </p14:xfrm>
            </p:contentPart>
          </mc:Choice>
          <mc:Fallback>
            <p:pic>
              <p:nvPicPr>
                <p:cNvPr id="47" name="Ink 46">
                  <a:extLst>
                    <a:ext uri="{FF2B5EF4-FFF2-40B4-BE49-F238E27FC236}">
                      <a16:creationId xmlns:a16="http://schemas.microsoft.com/office/drawing/2014/main" id="{CC9CD5DB-9B08-D54D-832E-9EBD82024444}"/>
                    </a:ext>
                  </a:extLst>
                </p:cNvPr>
                <p:cNvPicPr/>
                <p:nvPr/>
              </p:nvPicPr>
              <p:blipFill>
                <a:blip r:embed="rId76"/>
                <a:stretch>
                  <a:fillRect/>
                </a:stretch>
              </p:blipFill>
              <p:spPr>
                <a:xfrm>
                  <a:off x="11265955" y="2850670"/>
                  <a:ext cx="19368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8" name="Ink 47">
                  <a:extLst>
                    <a:ext uri="{FF2B5EF4-FFF2-40B4-BE49-F238E27FC236}">
                      <a16:creationId xmlns:a16="http://schemas.microsoft.com/office/drawing/2014/main" id="{63845D37-E0DC-909C-13B0-275457ABE363}"/>
                    </a:ext>
                  </a:extLst>
                </p14:cNvPr>
                <p14:cNvContentPartPr/>
                <p14:nvPr/>
              </p14:nvContentPartPr>
              <p14:xfrm>
                <a:off x="11231395" y="2921950"/>
                <a:ext cx="240840" cy="176760"/>
              </p14:xfrm>
            </p:contentPart>
          </mc:Choice>
          <mc:Fallback>
            <p:pic>
              <p:nvPicPr>
                <p:cNvPr id="48" name="Ink 47">
                  <a:extLst>
                    <a:ext uri="{FF2B5EF4-FFF2-40B4-BE49-F238E27FC236}">
                      <a16:creationId xmlns:a16="http://schemas.microsoft.com/office/drawing/2014/main" id="{63845D37-E0DC-909C-13B0-275457ABE363}"/>
                    </a:ext>
                  </a:extLst>
                </p:cNvPr>
                <p:cNvPicPr/>
                <p:nvPr/>
              </p:nvPicPr>
              <p:blipFill>
                <a:blip r:embed="rId78"/>
                <a:stretch>
                  <a:fillRect/>
                </a:stretch>
              </p:blipFill>
              <p:spPr>
                <a:xfrm>
                  <a:off x="11225275" y="2915830"/>
                  <a:ext cx="2530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9" name="Ink 48">
                  <a:extLst>
                    <a:ext uri="{FF2B5EF4-FFF2-40B4-BE49-F238E27FC236}">
                      <a16:creationId xmlns:a16="http://schemas.microsoft.com/office/drawing/2014/main" id="{2BA704F5-CA21-4615-4657-C104B07C0CDD}"/>
                    </a:ext>
                  </a:extLst>
                </p14:cNvPr>
                <p14:cNvContentPartPr/>
                <p14:nvPr/>
              </p14:nvContentPartPr>
              <p14:xfrm>
                <a:off x="11195035" y="2692990"/>
                <a:ext cx="277920" cy="15120"/>
              </p14:xfrm>
            </p:contentPart>
          </mc:Choice>
          <mc:Fallback>
            <p:pic>
              <p:nvPicPr>
                <p:cNvPr id="49" name="Ink 48">
                  <a:extLst>
                    <a:ext uri="{FF2B5EF4-FFF2-40B4-BE49-F238E27FC236}">
                      <a16:creationId xmlns:a16="http://schemas.microsoft.com/office/drawing/2014/main" id="{2BA704F5-CA21-4615-4657-C104B07C0CDD}"/>
                    </a:ext>
                  </a:extLst>
                </p:cNvPr>
                <p:cNvPicPr/>
                <p:nvPr/>
              </p:nvPicPr>
              <p:blipFill>
                <a:blip r:embed="rId80"/>
                <a:stretch>
                  <a:fillRect/>
                </a:stretch>
              </p:blipFill>
              <p:spPr>
                <a:xfrm>
                  <a:off x="11188915" y="2686870"/>
                  <a:ext cx="2901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0" name="Ink 49">
                  <a:extLst>
                    <a:ext uri="{FF2B5EF4-FFF2-40B4-BE49-F238E27FC236}">
                      <a16:creationId xmlns:a16="http://schemas.microsoft.com/office/drawing/2014/main" id="{5BA7A267-A533-3F7C-107C-D4F97BC094AA}"/>
                    </a:ext>
                  </a:extLst>
                </p14:cNvPr>
                <p14:cNvContentPartPr/>
                <p14:nvPr/>
              </p14:nvContentPartPr>
              <p14:xfrm>
                <a:off x="11607235" y="3020230"/>
                <a:ext cx="166320" cy="39600"/>
              </p14:xfrm>
            </p:contentPart>
          </mc:Choice>
          <mc:Fallback>
            <p:pic>
              <p:nvPicPr>
                <p:cNvPr id="50" name="Ink 49">
                  <a:extLst>
                    <a:ext uri="{FF2B5EF4-FFF2-40B4-BE49-F238E27FC236}">
                      <a16:creationId xmlns:a16="http://schemas.microsoft.com/office/drawing/2014/main" id="{5BA7A267-A533-3F7C-107C-D4F97BC094AA}"/>
                    </a:ext>
                  </a:extLst>
                </p:cNvPr>
                <p:cNvPicPr/>
                <p:nvPr/>
              </p:nvPicPr>
              <p:blipFill>
                <a:blip r:embed="rId82"/>
                <a:stretch>
                  <a:fillRect/>
                </a:stretch>
              </p:blipFill>
              <p:spPr>
                <a:xfrm>
                  <a:off x="11601115" y="3014110"/>
                  <a:ext cx="1785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1" name="Ink 50">
                  <a:extLst>
                    <a:ext uri="{FF2B5EF4-FFF2-40B4-BE49-F238E27FC236}">
                      <a16:creationId xmlns:a16="http://schemas.microsoft.com/office/drawing/2014/main" id="{B3C52A3C-9E2B-47B5-A194-596CD33A2F6F}"/>
                    </a:ext>
                  </a:extLst>
                </p14:cNvPr>
                <p14:cNvContentPartPr/>
                <p14:nvPr/>
              </p14:nvContentPartPr>
              <p14:xfrm>
                <a:off x="11803795" y="2897830"/>
                <a:ext cx="326520" cy="226440"/>
              </p14:xfrm>
            </p:contentPart>
          </mc:Choice>
          <mc:Fallback>
            <p:pic>
              <p:nvPicPr>
                <p:cNvPr id="51" name="Ink 50">
                  <a:extLst>
                    <a:ext uri="{FF2B5EF4-FFF2-40B4-BE49-F238E27FC236}">
                      <a16:creationId xmlns:a16="http://schemas.microsoft.com/office/drawing/2014/main" id="{B3C52A3C-9E2B-47B5-A194-596CD33A2F6F}"/>
                    </a:ext>
                  </a:extLst>
                </p:cNvPr>
                <p:cNvPicPr/>
                <p:nvPr/>
              </p:nvPicPr>
              <p:blipFill>
                <a:blip r:embed="rId84"/>
                <a:stretch>
                  <a:fillRect/>
                </a:stretch>
              </p:blipFill>
              <p:spPr>
                <a:xfrm>
                  <a:off x="11797675" y="2891710"/>
                  <a:ext cx="3387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2" name="Ink 51">
                  <a:extLst>
                    <a:ext uri="{FF2B5EF4-FFF2-40B4-BE49-F238E27FC236}">
                      <a16:creationId xmlns:a16="http://schemas.microsoft.com/office/drawing/2014/main" id="{8E08E102-27BC-19DB-787C-866A254F6EB7}"/>
                    </a:ext>
                  </a:extLst>
                </p14:cNvPr>
                <p14:cNvContentPartPr/>
                <p14:nvPr/>
              </p14:nvContentPartPr>
              <p14:xfrm>
                <a:off x="11210875" y="3158830"/>
                <a:ext cx="897120" cy="79920"/>
              </p14:xfrm>
            </p:contentPart>
          </mc:Choice>
          <mc:Fallback>
            <p:pic>
              <p:nvPicPr>
                <p:cNvPr id="52" name="Ink 51">
                  <a:extLst>
                    <a:ext uri="{FF2B5EF4-FFF2-40B4-BE49-F238E27FC236}">
                      <a16:creationId xmlns:a16="http://schemas.microsoft.com/office/drawing/2014/main" id="{8E08E102-27BC-19DB-787C-866A254F6EB7}"/>
                    </a:ext>
                  </a:extLst>
                </p:cNvPr>
                <p:cNvPicPr/>
                <p:nvPr/>
              </p:nvPicPr>
              <p:blipFill>
                <a:blip r:embed="rId86"/>
                <a:stretch>
                  <a:fillRect/>
                </a:stretch>
              </p:blipFill>
              <p:spPr>
                <a:xfrm>
                  <a:off x="11204755" y="3152710"/>
                  <a:ext cx="9093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3" name="Ink 52">
                  <a:extLst>
                    <a:ext uri="{FF2B5EF4-FFF2-40B4-BE49-F238E27FC236}">
                      <a16:creationId xmlns:a16="http://schemas.microsoft.com/office/drawing/2014/main" id="{C4DE1314-529C-A82D-8AE2-2B369FAFF17D}"/>
                    </a:ext>
                  </a:extLst>
                </p14:cNvPr>
                <p14:cNvContentPartPr/>
                <p14:nvPr/>
              </p14:nvContentPartPr>
              <p14:xfrm>
                <a:off x="11516875" y="3358630"/>
                <a:ext cx="245880" cy="229680"/>
              </p14:xfrm>
            </p:contentPart>
          </mc:Choice>
          <mc:Fallback>
            <p:pic>
              <p:nvPicPr>
                <p:cNvPr id="53" name="Ink 52">
                  <a:extLst>
                    <a:ext uri="{FF2B5EF4-FFF2-40B4-BE49-F238E27FC236}">
                      <a16:creationId xmlns:a16="http://schemas.microsoft.com/office/drawing/2014/main" id="{C4DE1314-529C-A82D-8AE2-2B369FAFF17D}"/>
                    </a:ext>
                  </a:extLst>
                </p:cNvPr>
                <p:cNvPicPr/>
                <p:nvPr/>
              </p:nvPicPr>
              <p:blipFill>
                <a:blip r:embed="rId88"/>
                <a:stretch>
                  <a:fillRect/>
                </a:stretch>
              </p:blipFill>
              <p:spPr>
                <a:xfrm>
                  <a:off x="11510755" y="3352510"/>
                  <a:ext cx="2581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5" name="Ink 54">
                  <a:extLst>
                    <a:ext uri="{FF2B5EF4-FFF2-40B4-BE49-F238E27FC236}">
                      <a16:creationId xmlns:a16="http://schemas.microsoft.com/office/drawing/2014/main" id="{D29B53E3-33B6-158C-BADC-8D470F8142D2}"/>
                    </a:ext>
                  </a:extLst>
                </p14:cNvPr>
                <p14:cNvContentPartPr/>
                <p14:nvPr/>
              </p14:nvContentPartPr>
              <p14:xfrm>
                <a:off x="11065795" y="2439550"/>
                <a:ext cx="1055880" cy="1451520"/>
              </p14:xfrm>
            </p:contentPart>
          </mc:Choice>
          <mc:Fallback>
            <p:pic>
              <p:nvPicPr>
                <p:cNvPr id="55" name="Ink 54">
                  <a:extLst>
                    <a:ext uri="{FF2B5EF4-FFF2-40B4-BE49-F238E27FC236}">
                      <a16:creationId xmlns:a16="http://schemas.microsoft.com/office/drawing/2014/main" id="{D29B53E3-33B6-158C-BADC-8D470F8142D2}"/>
                    </a:ext>
                  </a:extLst>
                </p:cNvPr>
                <p:cNvPicPr/>
                <p:nvPr/>
              </p:nvPicPr>
              <p:blipFill>
                <a:blip r:embed="rId90"/>
                <a:stretch>
                  <a:fillRect/>
                </a:stretch>
              </p:blipFill>
              <p:spPr>
                <a:xfrm>
                  <a:off x="11059675" y="2433430"/>
                  <a:ext cx="1068120" cy="14637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6" name="Ink 55">
                  <a:extLst>
                    <a:ext uri="{FF2B5EF4-FFF2-40B4-BE49-F238E27FC236}">
                      <a16:creationId xmlns:a16="http://schemas.microsoft.com/office/drawing/2014/main" id="{EEA06DED-70B0-AC24-DB32-72A5D86A00C9}"/>
                    </a:ext>
                  </a:extLst>
                </p14:cNvPr>
                <p14:cNvContentPartPr/>
                <p14:nvPr/>
              </p14:nvContentPartPr>
              <p14:xfrm>
                <a:off x="11314195" y="3936070"/>
                <a:ext cx="214560" cy="695880"/>
              </p14:xfrm>
            </p:contentPart>
          </mc:Choice>
          <mc:Fallback>
            <p:pic>
              <p:nvPicPr>
                <p:cNvPr id="56" name="Ink 55">
                  <a:extLst>
                    <a:ext uri="{FF2B5EF4-FFF2-40B4-BE49-F238E27FC236}">
                      <a16:creationId xmlns:a16="http://schemas.microsoft.com/office/drawing/2014/main" id="{EEA06DED-70B0-AC24-DB32-72A5D86A00C9}"/>
                    </a:ext>
                  </a:extLst>
                </p:cNvPr>
                <p:cNvPicPr/>
                <p:nvPr/>
              </p:nvPicPr>
              <p:blipFill>
                <a:blip r:embed="rId92"/>
                <a:stretch>
                  <a:fillRect/>
                </a:stretch>
              </p:blipFill>
              <p:spPr>
                <a:xfrm>
                  <a:off x="11308075" y="3929950"/>
                  <a:ext cx="226800" cy="7081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7" name="Ink 56">
                  <a:extLst>
                    <a:ext uri="{FF2B5EF4-FFF2-40B4-BE49-F238E27FC236}">
                      <a16:creationId xmlns:a16="http://schemas.microsoft.com/office/drawing/2014/main" id="{24D29212-0E90-FD65-4491-46B3F4C6C403}"/>
                    </a:ext>
                  </a:extLst>
                </p14:cNvPr>
                <p14:cNvContentPartPr/>
                <p14:nvPr/>
              </p14:nvContentPartPr>
              <p14:xfrm>
                <a:off x="11261275" y="3919150"/>
                <a:ext cx="361080" cy="326880"/>
              </p14:xfrm>
            </p:contentPart>
          </mc:Choice>
          <mc:Fallback>
            <p:pic>
              <p:nvPicPr>
                <p:cNvPr id="57" name="Ink 56">
                  <a:extLst>
                    <a:ext uri="{FF2B5EF4-FFF2-40B4-BE49-F238E27FC236}">
                      <a16:creationId xmlns:a16="http://schemas.microsoft.com/office/drawing/2014/main" id="{24D29212-0E90-FD65-4491-46B3F4C6C403}"/>
                    </a:ext>
                  </a:extLst>
                </p:cNvPr>
                <p:cNvPicPr/>
                <p:nvPr/>
              </p:nvPicPr>
              <p:blipFill>
                <a:blip r:embed="rId94"/>
                <a:stretch>
                  <a:fillRect/>
                </a:stretch>
              </p:blipFill>
              <p:spPr>
                <a:xfrm>
                  <a:off x="11255155" y="3913030"/>
                  <a:ext cx="37332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8" name="Ink 57">
                  <a:extLst>
                    <a:ext uri="{FF2B5EF4-FFF2-40B4-BE49-F238E27FC236}">
                      <a16:creationId xmlns:a16="http://schemas.microsoft.com/office/drawing/2014/main" id="{89A243D7-5149-73CD-1F92-23FA58B9EF34}"/>
                    </a:ext>
                  </a:extLst>
                </p14:cNvPr>
                <p14:cNvContentPartPr/>
                <p14:nvPr/>
              </p14:nvContentPartPr>
              <p14:xfrm>
                <a:off x="10347235" y="5015710"/>
                <a:ext cx="158760" cy="223200"/>
              </p14:xfrm>
            </p:contentPart>
          </mc:Choice>
          <mc:Fallback>
            <p:pic>
              <p:nvPicPr>
                <p:cNvPr id="58" name="Ink 57">
                  <a:extLst>
                    <a:ext uri="{FF2B5EF4-FFF2-40B4-BE49-F238E27FC236}">
                      <a16:creationId xmlns:a16="http://schemas.microsoft.com/office/drawing/2014/main" id="{89A243D7-5149-73CD-1F92-23FA58B9EF34}"/>
                    </a:ext>
                  </a:extLst>
                </p:cNvPr>
                <p:cNvPicPr/>
                <p:nvPr/>
              </p:nvPicPr>
              <p:blipFill>
                <a:blip r:embed="rId96"/>
                <a:stretch>
                  <a:fillRect/>
                </a:stretch>
              </p:blipFill>
              <p:spPr>
                <a:xfrm>
                  <a:off x="10341115" y="5009590"/>
                  <a:ext cx="1710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9" name="Ink 58">
                  <a:extLst>
                    <a:ext uri="{FF2B5EF4-FFF2-40B4-BE49-F238E27FC236}">
                      <a16:creationId xmlns:a16="http://schemas.microsoft.com/office/drawing/2014/main" id="{646771A2-C861-0EC5-EF04-75C5ABC24271}"/>
                    </a:ext>
                  </a:extLst>
                </p14:cNvPr>
                <p14:cNvContentPartPr/>
                <p14:nvPr/>
              </p14:nvContentPartPr>
              <p14:xfrm>
                <a:off x="10606435" y="4805110"/>
                <a:ext cx="26640" cy="438480"/>
              </p14:xfrm>
            </p:contentPart>
          </mc:Choice>
          <mc:Fallback>
            <p:pic>
              <p:nvPicPr>
                <p:cNvPr id="59" name="Ink 58">
                  <a:extLst>
                    <a:ext uri="{FF2B5EF4-FFF2-40B4-BE49-F238E27FC236}">
                      <a16:creationId xmlns:a16="http://schemas.microsoft.com/office/drawing/2014/main" id="{646771A2-C861-0EC5-EF04-75C5ABC24271}"/>
                    </a:ext>
                  </a:extLst>
                </p:cNvPr>
                <p:cNvPicPr/>
                <p:nvPr/>
              </p:nvPicPr>
              <p:blipFill>
                <a:blip r:embed="rId98"/>
                <a:stretch>
                  <a:fillRect/>
                </a:stretch>
              </p:blipFill>
              <p:spPr>
                <a:xfrm>
                  <a:off x="10600315" y="4798990"/>
                  <a:ext cx="38880" cy="4507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0" name="Ink 59">
                  <a:extLst>
                    <a:ext uri="{FF2B5EF4-FFF2-40B4-BE49-F238E27FC236}">
                      <a16:creationId xmlns:a16="http://schemas.microsoft.com/office/drawing/2014/main" id="{D6893794-462F-D5CA-87A0-414EB18095A5}"/>
                    </a:ext>
                  </a:extLst>
                </p14:cNvPr>
                <p14:cNvContentPartPr/>
                <p14:nvPr/>
              </p14:nvContentPartPr>
              <p14:xfrm>
                <a:off x="10566835" y="5036950"/>
                <a:ext cx="580320" cy="104400"/>
              </p14:xfrm>
            </p:contentPart>
          </mc:Choice>
          <mc:Fallback>
            <p:pic>
              <p:nvPicPr>
                <p:cNvPr id="60" name="Ink 59">
                  <a:extLst>
                    <a:ext uri="{FF2B5EF4-FFF2-40B4-BE49-F238E27FC236}">
                      <a16:creationId xmlns:a16="http://schemas.microsoft.com/office/drawing/2014/main" id="{D6893794-462F-D5CA-87A0-414EB18095A5}"/>
                    </a:ext>
                  </a:extLst>
                </p:cNvPr>
                <p:cNvPicPr/>
                <p:nvPr/>
              </p:nvPicPr>
              <p:blipFill>
                <a:blip r:embed="rId100"/>
                <a:stretch>
                  <a:fillRect/>
                </a:stretch>
              </p:blipFill>
              <p:spPr>
                <a:xfrm>
                  <a:off x="10560715" y="5030830"/>
                  <a:ext cx="59256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1" name="Ink 60">
                  <a:extLst>
                    <a:ext uri="{FF2B5EF4-FFF2-40B4-BE49-F238E27FC236}">
                      <a16:creationId xmlns:a16="http://schemas.microsoft.com/office/drawing/2014/main" id="{E0E573F6-3A8C-FA6E-C0B9-D2F3109C814F}"/>
                    </a:ext>
                  </a:extLst>
                </p14:cNvPr>
                <p14:cNvContentPartPr/>
                <p14:nvPr/>
              </p14:nvContentPartPr>
              <p14:xfrm>
                <a:off x="11205835" y="4778830"/>
                <a:ext cx="118080" cy="363600"/>
              </p14:xfrm>
            </p:contentPart>
          </mc:Choice>
          <mc:Fallback>
            <p:pic>
              <p:nvPicPr>
                <p:cNvPr id="61" name="Ink 60">
                  <a:extLst>
                    <a:ext uri="{FF2B5EF4-FFF2-40B4-BE49-F238E27FC236}">
                      <a16:creationId xmlns:a16="http://schemas.microsoft.com/office/drawing/2014/main" id="{E0E573F6-3A8C-FA6E-C0B9-D2F3109C814F}"/>
                    </a:ext>
                  </a:extLst>
                </p:cNvPr>
                <p:cNvPicPr/>
                <p:nvPr/>
              </p:nvPicPr>
              <p:blipFill>
                <a:blip r:embed="rId102"/>
                <a:stretch>
                  <a:fillRect/>
                </a:stretch>
              </p:blipFill>
              <p:spPr>
                <a:xfrm>
                  <a:off x="11199715" y="4772710"/>
                  <a:ext cx="13032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2" name="Ink 61">
                  <a:extLst>
                    <a:ext uri="{FF2B5EF4-FFF2-40B4-BE49-F238E27FC236}">
                      <a16:creationId xmlns:a16="http://schemas.microsoft.com/office/drawing/2014/main" id="{6B2C3649-3CC2-D52B-9CFB-2DBA1EEAF567}"/>
                    </a:ext>
                  </a:extLst>
                </p14:cNvPr>
                <p14:cNvContentPartPr/>
                <p14:nvPr/>
              </p14:nvContentPartPr>
              <p14:xfrm>
                <a:off x="11330395" y="4919590"/>
                <a:ext cx="427320" cy="180720"/>
              </p14:xfrm>
            </p:contentPart>
          </mc:Choice>
          <mc:Fallback>
            <p:pic>
              <p:nvPicPr>
                <p:cNvPr id="62" name="Ink 61">
                  <a:extLst>
                    <a:ext uri="{FF2B5EF4-FFF2-40B4-BE49-F238E27FC236}">
                      <a16:creationId xmlns:a16="http://schemas.microsoft.com/office/drawing/2014/main" id="{6B2C3649-3CC2-D52B-9CFB-2DBA1EEAF567}"/>
                    </a:ext>
                  </a:extLst>
                </p:cNvPr>
                <p:cNvPicPr/>
                <p:nvPr/>
              </p:nvPicPr>
              <p:blipFill>
                <a:blip r:embed="rId104"/>
                <a:stretch>
                  <a:fillRect/>
                </a:stretch>
              </p:blipFill>
              <p:spPr>
                <a:xfrm>
                  <a:off x="11324275" y="4913470"/>
                  <a:ext cx="43956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3" name="Ink 62">
                  <a:extLst>
                    <a:ext uri="{FF2B5EF4-FFF2-40B4-BE49-F238E27FC236}">
                      <a16:creationId xmlns:a16="http://schemas.microsoft.com/office/drawing/2014/main" id="{A016C26D-CD8B-0A37-E79E-80C394672308}"/>
                    </a:ext>
                  </a:extLst>
                </p14:cNvPr>
                <p14:cNvContentPartPr/>
                <p14:nvPr/>
              </p14:nvContentPartPr>
              <p14:xfrm>
                <a:off x="11761315" y="4798990"/>
                <a:ext cx="164880" cy="218880"/>
              </p14:xfrm>
            </p:contentPart>
          </mc:Choice>
          <mc:Fallback>
            <p:pic>
              <p:nvPicPr>
                <p:cNvPr id="63" name="Ink 62">
                  <a:extLst>
                    <a:ext uri="{FF2B5EF4-FFF2-40B4-BE49-F238E27FC236}">
                      <a16:creationId xmlns:a16="http://schemas.microsoft.com/office/drawing/2014/main" id="{A016C26D-CD8B-0A37-E79E-80C394672308}"/>
                    </a:ext>
                  </a:extLst>
                </p:cNvPr>
                <p:cNvPicPr/>
                <p:nvPr/>
              </p:nvPicPr>
              <p:blipFill>
                <a:blip r:embed="rId106"/>
                <a:stretch>
                  <a:fillRect/>
                </a:stretch>
              </p:blipFill>
              <p:spPr>
                <a:xfrm>
                  <a:off x="11755195" y="4792870"/>
                  <a:ext cx="1771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5" name="Ink 64">
                  <a:extLst>
                    <a:ext uri="{FF2B5EF4-FFF2-40B4-BE49-F238E27FC236}">
                      <a16:creationId xmlns:a16="http://schemas.microsoft.com/office/drawing/2014/main" id="{2D3E9C69-A81F-F011-497B-6AA8FDA70C1D}"/>
                    </a:ext>
                  </a:extLst>
                </p14:cNvPr>
                <p14:cNvContentPartPr/>
                <p14:nvPr/>
              </p14:nvContentPartPr>
              <p14:xfrm>
                <a:off x="10190995" y="5480830"/>
                <a:ext cx="425880" cy="203040"/>
              </p14:xfrm>
            </p:contentPart>
          </mc:Choice>
          <mc:Fallback>
            <p:pic>
              <p:nvPicPr>
                <p:cNvPr id="65" name="Ink 64">
                  <a:extLst>
                    <a:ext uri="{FF2B5EF4-FFF2-40B4-BE49-F238E27FC236}">
                      <a16:creationId xmlns:a16="http://schemas.microsoft.com/office/drawing/2014/main" id="{2D3E9C69-A81F-F011-497B-6AA8FDA70C1D}"/>
                    </a:ext>
                  </a:extLst>
                </p:cNvPr>
                <p:cNvPicPr/>
                <p:nvPr/>
              </p:nvPicPr>
              <p:blipFill>
                <a:blip r:embed="rId108"/>
                <a:stretch>
                  <a:fillRect/>
                </a:stretch>
              </p:blipFill>
              <p:spPr>
                <a:xfrm>
                  <a:off x="10184875" y="5474710"/>
                  <a:ext cx="4381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6" name="Ink 65">
                  <a:extLst>
                    <a:ext uri="{FF2B5EF4-FFF2-40B4-BE49-F238E27FC236}">
                      <a16:creationId xmlns:a16="http://schemas.microsoft.com/office/drawing/2014/main" id="{7CAE5BA6-F4BA-4757-544C-539E8FB2EB17}"/>
                    </a:ext>
                  </a:extLst>
                </p14:cNvPr>
                <p14:cNvContentPartPr/>
                <p14:nvPr/>
              </p14:nvContentPartPr>
              <p14:xfrm>
                <a:off x="10703635" y="5602510"/>
                <a:ext cx="140760" cy="111600"/>
              </p14:xfrm>
            </p:contentPart>
          </mc:Choice>
          <mc:Fallback>
            <p:pic>
              <p:nvPicPr>
                <p:cNvPr id="66" name="Ink 65">
                  <a:extLst>
                    <a:ext uri="{FF2B5EF4-FFF2-40B4-BE49-F238E27FC236}">
                      <a16:creationId xmlns:a16="http://schemas.microsoft.com/office/drawing/2014/main" id="{7CAE5BA6-F4BA-4757-544C-539E8FB2EB17}"/>
                    </a:ext>
                  </a:extLst>
                </p:cNvPr>
                <p:cNvPicPr/>
                <p:nvPr/>
              </p:nvPicPr>
              <p:blipFill>
                <a:blip r:embed="rId110"/>
                <a:stretch>
                  <a:fillRect/>
                </a:stretch>
              </p:blipFill>
              <p:spPr>
                <a:xfrm>
                  <a:off x="10697515" y="5596390"/>
                  <a:ext cx="1530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7" name="Ink 66">
                  <a:extLst>
                    <a:ext uri="{FF2B5EF4-FFF2-40B4-BE49-F238E27FC236}">
                      <a16:creationId xmlns:a16="http://schemas.microsoft.com/office/drawing/2014/main" id="{F21E14A5-80B2-1954-B922-6BD8E80B0CE0}"/>
                    </a:ext>
                  </a:extLst>
                </p14:cNvPr>
                <p14:cNvContentPartPr/>
                <p14:nvPr/>
              </p14:nvContentPartPr>
              <p14:xfrm>
                <a:off x="10896955" y="5576950"/>
                <a:ext cx="241200" cy="135000"/>
              </p14:xfrm>
            </p:contentPart>
          </mc:Choice>
          <mc:Fallback>
            <p:pic>
              <p:nvPicPr>
                <p:cNvPr id="67" name="Ink 66">
                  <a:extLst>
                    <a:ext uri="{FF2B5EF4-FFF2-40B4-BE49-F238E27FC236}">
                      <a16:creationId xmlns:a16="http://schemas.microsoft.com/office/drawing/2014/main" id="{F21E14A5-80B2-1954-B922-6BD8E80B0CE0}"/>
                    </a:ext>
                  </a:extLst>
                </p:cNvPr>
                <p:cNvPicPr/>
                <p:nvPr/>
              </p:nvPicPr>
              <p:blipFill>
                <a:blip r:embed="rId112"/>
                <a:stretch>
                  <a:fillRect/>
                </a:stretch>
              </p:blipFill>
              <p:spPr>
                <a:xfrm>
                  <a:off x="10890835" y="5570830"/>
                  <a:ext cx="25344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8" name="Ink 67">
                  <a:extLst>
                    <a:ext uri="{FF2B5EF4-FFF2-40B4-BE49-F238E27FC236}">
                      <a16:creationId xmlns:a16="http://schemas.microsoft.com/office/drawing/2014/main" id="{60E50696-C08F-BA1A-BCFB-E3B5614015E0}"/>
                    </a:ext>
                  </a:extLst>
                </p14:cNvPr>
                <p14:cNvContentPartPr/>
                <p14:nvPr/>
              </p14:nvContentPartPr>
              <p14:xfrm>
                <a:off x="11216995" y="5267350"/>
                <a:ext cx="313920" cy="430920"/>
              </p14:xfrm>
            </p:contentPart>
          </mc:Choice>
          <mc:Fallback>
            <p:pic>
              <p:nvPicPr>
                <p:cNvPr id="68" name="Ink 67">
                  <a:extLst>
                    <a:ext uri="{FF2B5EF4-FFF2-40B4-BE49-F238E27FC236}">
                      <a16:creationId xmlns:a16="http://schemas.microsoft.com/office/drawing/2014/main" id="{60E50696-C08F-BA1A-BCFB-E3B5614015E0}"/>
                    </a:ext>
                  </a:extLst>
                </p:cNvPr>
                <p:cNvPicPr/>
                <p:nvPr/>
              </p:nvPicPr>
              <p:blipFill>
                <a:blip r:embed="rId114"/>
                <a:stretch>
                  <a:fillRect/>
                </a:stretch>
              </p:blipFill>
              <p:spPr>
                <a:xfrm>
                  <a:off x="11210875" y="5261230"/>
                  <a:ext cx="326160" cy="4431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3" name="Ink 72">
                  <a:extLst>
                    <a:ext uri="{FF2B5EF4-FFF2-40B4-BE49-F238E27FC236}">
                      <a16:creationId xmlns:a16="http://schemas.microsoft.com/office/drawing/2014/main" id="{6642001C-E8EA-3F82-CC25-2C5C5D04E9DC}"/>
                    </a:ext>
                  </a:extLst>
                </p14:cNvPr>
                <p14:cNvContentPartPr/>
                <p14:nvPr/>
              </p14:nvContentPartPr>
              <p14:xfrm>
                <a:off x="8921635" y="2522710"/>
                <a:ext cx="1886760" cy="1679760"/>
              </p14:xfrm>
            </p:contentPart>
          </mc:Choice>
          <mc:Fallback>
            <p:pic>
              <p:nvPicPr>
                <p:cNvPr id="73" name="Ink 72">
                  <a:extLst>
                    <a:ext uri="{FF2B5EF4-FFF2-40B4-BE49-F238E27FC236}">
                      <a16:creationId xmlns:a16="http://schemas.microsoft.com/office/drawing/2014/main" id="{6642001C-E8EA-3F82-CC25-2C5C5D04E9DC}"/>
                    </a:ext>
                  </a:extLst>
                </p:cNvPr>
                <p:cNvPicPr/>
                <p:nvPr/>
              </p:nvPicPr>
              <p:blipFill>
                <a:blip r:embed="rId116"/>
                <a:stretch>
                  <a:fillRect/>
                </a:stretch>
              </p:blipFill>
              <p:spPr>
                <a:xfrm>
                  <a:off x="8915515" y="2516590"/>
                  <a:ext cx="1899000" cy="1692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7">
            <p14:nvContentPartPr>
              <p14:cNvPr id="77" name="Ink 76">
                <a:extLst>
                  <a:ext uri="{FF2B5EF4-FFF2-40B4-BE49-F238E27FC236}">
                    <a16:creationId xmlns:a16="http://schemas.microsoft.com/office/drawing/2014/main" id="{D67AFAF9-A0AE-4945-5302-F3E57CB35A16}"/>
                  </a:ext>
                </a:extLst>
              </p14:cNvPr>
              <p14:cNvContentPartPr/>
              <p14:nvPr/>
            </p14:nvContentPartPr>
            <p14:xfrm>
              <a:off x="9633194" y="3098909"/>
              <a:ext cx="1047562" cy="1047562"/>
            </p14:xfrm>
          </p:contentPart>
        </mc:Choice>
        <mc:Fallback>
          <p:pic>
            <p:nvPicPr>
              <p:cNvPr id="77" name="Ink 76">
                <a:extLst>
                  <a:ext uri="{FF2B5EF4-FFF2-40B4-BE49-F238E27FC236}">
                    <a16:creationId xmlns:a16="http://schemas.microsoft.com/office/drawing/2014/main" id="{D67AFAF9-A0AE-4945-5302-F3E57CB35A16}"/>
                  </a:ext>
                </a:extLst>
              </p:cNvPr>
              <p:cNvPicPr/>
              <p:nvPr/>
            </p:nvPicPr>
            <p:blipFill>
              <a:blip r:embed="rId118"/>
              <a:stretch>
                <a:fillRect/>
              </a:stretch>
            </p:blipFill>
            <p:spPr>
              <a:xfrm>
                <a:off x="9627074" y="3092789"/>
                <a:ext cx="1059802" cy="1059802"/>
              </a:xfrm>
              <a:prstGeom prst="rect">
                <a:avLst/>
              </a:prstGeom>
            </p:spPr>
          </p:pic>
        </mc:Fallback>
      </mc:AlternateContent>
    </p:spTree>
    <p:extLst>
      <p:ext uri="{BB962C8B-B14F-4D97-AF65-F5344CB8AC3E}">
        <p14:creationId xmlns:p14="http://schemas.microsoft.com/office/powerpoint/2010/main" val="29499391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r>
                  <a:rPr lang="en-IN" dirty="0">
                    <a:solidFill>
                      <a:schemeClr val="bg1"/>
                    </a:solidFill>
                  </a:rPr>
                  <a:t>Introduction to t-distribution (Sampling distribution of mean when </a:t>
                </a:r>
                <a14:m>
                  <m:oMath xmlns:m="http://schemas.openxmlformats.org/officeDocument/2006/math">
                    <m:r>
                      <a:rPr lang="en-IN" i="1">
                        <a:solidFill>
                          <a:schemeClr val="bg1"/>
                        </a:solidFill>
                        <a:latin typeface="Cambria Math" panose="02040503050406030204" pitchFamily="18" charset="0"/>
                        <a:ea typeface="Cambria Math" panose="02040503050406030204" pitchFamily="18" charset="0"/>
                      </a:rPr>
                      <m:t>𝝈</m:t>
                    </m:r>
                  </m:oMath>
                </a14:m>
                <a:r>
                  <a:rPr lang="en-IN" dirty="0">
                    <a:solidFill>
                      <a:schemeClr val="bg1"/>
                    </a:solidFill>
                  </a:rPr>
                  <a:t> unknown)</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439" t="-21429" r="-719" b="-30952"/>
                </a:stretch>
              </a:blipFill>
            </p:spPr>
            <p:txBody>
              <a:bodyPr/>
              <a:lstStyle/>
              <a:p>
                <a:r>
                  <a:rPr lang="en-IN">
                    <a:noFill/>
                  </a:rPr>
                  <a:t> </a:t>
                </a:r>
              </a:p>
            </p:txBody>
          </p:sp>
        </mc:Fallback>
      </mc:AlternateContent>
      <p:sp>
        <p:nvSpPr>
          <p:cNvPr id="5" name="Content Placeholder 1">
            <a:extLst>
              <a:ext uri="{FF2B5EF4-FFF2-40B4-BE49-F238E27FC236}">
                <a16:creationId xmlns:a16="http://schemas.microsoft.com/office/drawing/2014/main" id="{6765B551-C0EC-4CB5-995D-B5FEEFB5D2EA}"/>
              </a:ext>
            </a:extLst>
          </p:cNvPr>
          <p:cNvSpPr txBox="1">
            <a:spLocks/>
          </p:cNvSpPr>
          <p:nvPr/>
        </p:nvSpPr>
        <p:spPr>
          <a:xfrm>
            <a:off x="762000" y="1143000"/>
            <a:ext cx="84582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spcBef>
                <a:spcPts val="0"/>
              </a:spcBef>
            </a:pPr>
            <a:r>
              <a:rPr lang="en-US" sz="2000"/>
              <a:t>The t-distribution, also known as the </a:t>
            </a:r>
            <a:r>
              <a:rPr lang="en-US" sz="2000" b="1"/>
              <a:t>Student's t-distribution</a:t>
            </a:r>
            <a:r>
              <a:rPr lang="en-US" sz="2000"/>
              <a:t>, is a type of probability distribution that is similar to the normal distribution with its bell shape but has heavier tails.</a:t>
            </a:r>
          </a:p>
          <a:p>
            <a:pPr marL="342900" indent="-342900">
              <a:lnSpc>
                <a:spcPct val="150000"/>
              </a:lnSpc>
              <a:spcBef>
                <a:spcPts val="0"/>
              </a:spcBef>
            </a:pPr>
            <a:r>
              <a:rPr lang="en-US" sz="2000"/>
              <a:t>It is used for estimating population parameters for </a:t>
            </a:r>
            <a:r>
              <a:rPr lang="en-US" sz="2000" b="1"/>
              <a:t>small sample sizes when </a:t>
            </a:r>
            <a:r>
              <a:rPr lang="en-US" sz="2000" b="1">
                <a:latin typeface="+mj-lt"/>
              </a:rPr>
              <a:t>we don't know the standard deviation</a:t>
            </a:r>
            <a:r>
              <a:rPr lang="en-US" sz="2000">
                <a:latin typeface="+mj-lt"/>
              </a:rPr>
              <a:t>.</a:t>
            </a:r>
          </a:p>
          <a:p>
            <a:endParaRPr lang="en-US"/>
          </a:p>
          <a:p>
            <a:endParaRPr lang="en-US"/>
          </a:p>
          <a:p>
            <a:endParaRPr lang="en-US"/>
          </a:p>
          <a:p>
            <a:endParaRPr lang="en-US"/>
          </a:p>
          <a:p>
            <a:endParaRPr lang="en-US"/>
          </a:p>
          <a:p>
            <a:r>
              <a:rPr lang="en-IN"/>
              <a:t>Where sample S.D. is calculated by formula</a:t>
            </a:r>
          </a:p>
          <a:p>
            <a:endParaRPr lang="en-IN" dirty="0"/>
          </a:p>
        </p:txBody>
      </p:sp>
      <p:pic>
        <p:nvPicPr>
          <p:cNvPr id="6" name="Picture 5">
            <a:extLst>
              <a:ext uri="{FF2B5EF4-FFF2-40B4-BE49-F238E27FC236}">
                <a16:creationId xmlns:a16="http://schemas.microsoft.com/office/drawing/2014/main" id="{D8D8F599-F809-4834-AA15-CE7F9014DC51}"/>
              </a:ext>
            </a:extLst>
          </p:cNvPr>
          <p:cNvPicPr>
            <a:picLocks noChangeAspect="1"/>
          </p:cNvPicPr>
          <p:nvPr/>
        </p:nvPicPr>
        <p:blipFill>
          <a:blip r:embed="rId4"/>
          <a:stretch>
            <a:fillRect/>
          </a:stretch>
        </p:blipFill>
        <p:spPr>
          <a:xfrm>
            <a:off x="1066800" y="3152329"/>
            <a:ext cx="6151229" cy="1449832"/>
          </a:xfrm>
          <a:prstGeom prst="rect">
            <a:avLst/>
          </a:prstGeom>
        </p:spPr>
      </p:pic>
      <p:graphicFrame>
        <p:nvGraphicFramePr>
          <p:cNvPr id="7" name="Object 6">
            <a:extLst>
              <a:ext uri="{FF2B5EF4-FFF2-40B4-BE49-F238E27FC236}">
                <a16:creationId xmlns:a16="http://schemas.microsoft.com/office/drawing/2014/main" id="{2C6983CD-298E-47E5-A5F3-D40110B5E48C}"/>
              </a:ext>
            </a:extLst>
          </p:cNvPr>
          <p:cNvGraphicFramePr>
            <a:graphicFrameLocks noChangeAspect="1"/>
          </p:cNvGraphicFramePr>
          <p:nvPr>
            <p:extLst>
              <p:ext uri="{D42A27DB-BD31-4B8C-83A1-F6EECF244321}">
                <p14:modId xmlns:p14="http://schemas.microsoft.com/office/powerpoint/2010/main" val="449470295"/>
              </p:ext>
            </p:extLst>
          </p:nvPr>
        </p:nvGraphicFramePr>
        <p:xfrm>
          <a:off x="5883082" y="4910406"/>
          <a:ext cx="2669893" cy="848779"/>
        </p:xfrm>
        <a:graphic>
          <a:graphicData uri="http://schemas.openxmlformats.org/presentationml/2006/ole">
            <mc:AlternateContent xmlns:mc="http://schemas.openxmlformats.org/markup-compatibility/2006">
              <mc:Choice xmlns:v="urn:schemas-microsoft-com:vml" Requires="v">
                <p:oleObj name="Equation" r:id="rId5" imgW="1358640" imgH="431640" progId="Equation.DSMT4">
                  <p:embed/>
                </p:oleObj>
              </mc:Choice>
              <mc:Fallback>
                <p:oleObj name="Equation" r:id="rId5" imgW="1358640" imgH="431640" progId="Equation.DSMT4">
                  <p:embed/>
                  <p:pic>
                    <p:nvPicPr>
                      <p:cNvPr id="8" name="Object 7">
                        <a:extLst>
                          <a:ext uri="{FF2B5EF4-FFF2-40B4-BE49-F238E27FC236}">
                            <a16:creationId xmlns:a16="http://schemas.microsoft.com/office/drawing/2014/main" id="{2C6983CD-298E-47E5-A5F3-D40110B5E4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3082" y="4910406"/>
                        <a:ext cx="2669893" cy="848779"/>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21D758F6-AAE5-3E22-D791-B0675F48CD41}"/>
                  </a:ext>
                </a:extLst>
              </p14:cNvPr>
              <p14:cNvContentPartPr/>
              <p14:nvPr/>
            </p14:nvContentPartPr>
            <p14:xfrm>
              <a:off x="6000595" y="2988910"/>
              <a:ext cx="3241800" cy="82080"/>
            </p14:xfrm>
          </p:contentPart>
        </mc:Choice>
        <mc:Fallback>
          <p:pic>
            <p:nvPicPr>
              <p:cNvPr id="3" name="Ink 2">
                <a:extLst>
                  <a:ext uri="{FF2B5EF4-FFF2-40B4-BE49-F238E27FC236}">
                    <a16:creationId xmlns:a16="http://schemas.microsoft.com/office/drawing/2014/main" id="{21D758F6-AAE5-3E22-D791-B0675F48CD41}"/>
                  </a:ext>
                </a:extLst>
              </p:cNvPr>
              <p:cNvPicPr/>
              <p:nvPr/>
            </p:nvPicPr>
            <p:blipFill>
              <a:blip r:embed="rId8"/>
              <a:stretch>
                <a:fillRect/>
              </a:stretch>
            </p:blipFill>
            <p:spPr>
              <a:xfrm>
                <a:off x="5994475" y="2982790"/>
                <a:ext cx="325404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91804845-669D-3563-21A0-307B0C4FD126}"/>
                  </a:ext>
                </a:extLst>
              </p14:cNvPr>
              <p14:cNvContentPartPr/>
              <p14:nvPr/>
            </p14:nvContentPartPr>
            <p14:xfrm>
              <a:off x="6129115" y="3634030"/>
              <a:ext cx="1226160" cy="74880"/>
            </p14:xfrm>
          </p:contentPart>
        </mc:Choice>
        <mc:Fallback>
          <p:pic>
            <p:nvPicPr>
              <p:cNvPr id="4" name="Ink 3">
                <a:extLst>
                  <a:ext uri="{FF2B5EF4-FFF2-40B4-BE49-F238E27FC236}">
                    <a16:creationId xmlns:a16="http://schemas.microsoft.com/office/drawing/2014/main" id="{91804845-669D-3563-21A0-307B0C4FD126}"/>
                  </a:ext>
                </a:extLst>
              </p:cNvPr>
              <p:cNvPicPr/>
              <p:nvPr/>
            </p:nvPicPr>
            <p:blipFill>
              <a:blip r:embed="rId10"/>
              <a:stretch>
                <a:fillRect/>
              </a:stretch>
            </p:blipFill>
            <p:spPr>
              <a:xfrm>
                <a:off x="6122995" y="3627910"/>
                <a:ext cx="12384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1FC3C93A-5292-8635-C134-EE65DE62F0FF}"/>
                  </a:ext>
                </a:extLst>
              </p14:cNvPr>
              <p14:cNvContentPartPr/>
              <p14:nvPr/>
            </p14:nvContentPartPr>
            <p14:xfrm>
              <a:off x="2950315" y="4194910"/>
              <a:ext cx="2202480" cy="133920"/>
            </p14:xfrm>
          </p:contentPart>
        </mc:Choice>
        <mc:Fallback>
          <p:pic>
            <p:nvPicPr>
              <p:cNvPr id="8" name="Ink 7">
                <a:extLst>
                  <a:ext uri="{FF2B5EF4-FFF2-40B4-BE49-F238E27FC236}">
                    <a16:creationId xmlns:a16="http://schemas.microsoft.com/office/drawing/2014/main" id="{1FC3C93A-5292-8635-C134-EE65DE62F0FF}"/>
                  </a:ext>
                </a:extLst>
              </p:cNvPr>
              <p:cNvPicPr/>
              <p:nvPr/>
            </p:nvPicPr>
            <p:blipFill>
              <a:blip r:embed="rId12"/>
              <a:stretch>
                <a:fillRect/>
              </a:stretch>
            </p:blipFill>
            <p:spPr>
              <a:xfrm>
                <a:off x="2944195" y="4188790"/>
                <a:ext cx="22147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4A7BB169-7511-D4A0-0E22-3A0DF56FFDD1}"/>
                  </a:ext>
                </a:extLst>
              </p14:cNvPr>
              <p14:cNvContentPartPr/>
              <p14:nvPr/>
            </p14:nvContentPartPr>
            <p14:xfrm>
              <a:off x="1921075" y="4129750"/>
              <a:ext cx="425520" cy="403560"/>
            </p14:xfrm>
          </p:contentPart>
        </mc:Choice>
        <mc:Fallback>
          <p:pic>
            <p:nvPicPr>
              <p:cNvPr id="9" name="Ink 8">
                <a:extLst>
                  <a:ext uri="{FF2B5EF4-FFF2-40B4-BE49-F238E27FC236}">
                    <a16:creationId xmlns:a16="http://schemas.microsoft.com/office/drawing/2014/main" id="{4A7BB169-7511-D4A0-0E22-3A0DF56FFDD1}"/>
                  </a:ext>
                </a:extLst>
              </p:cNvPr>
              <p:cNvPicPr/>
              <p:nvPr/>
            </p:nvPicPr>
            <p:blipFill>
              <a:blip r:embed="rId14"/>
              <a:stretch>
                <a:fillRect/>
              </a:stretch>
            </p:blipFill>
            <p:spPr>
              <a:xfrm>
                <a:off x="1914955" y="4123630"/>
                <a:ext cx="437760" cy="415800"/>
              </a:xfrm>
              <a:prstGeom prst="rect">
                <a:avLst/>
              </a:prstGeom>
            </p:spPr>
          </p:pic>
        </mc:Fallback>
      </mc:AlternateContent>
      <p:grpSp>
        <p:nvGrpSpPr>
          <p:cNvPr id="12" name="Group 11">
            <a:extLst>
              <a:ext uri="{FF2B5EF4-FFF2-40B4-BE49-F238E27FC236}">
                <a16:creationId xmlns:a16="http://schemas.microsoft.com/office/drawing/2014/main" id="{88F9A9DF-3152-1F02-70F0-37917B364937}"/>
              </a:ext>
            </a:extLst>
          </p:cNvPr>
          <p:cNvGrpSpPr/>
          <p:nvPr/>
        </p:nvGrpSpPr>
        <p:grpSpPr>
          <a:xfrm>
            <a:off x="5791795" y="5552110"/>
            <a:ext cx="455760" cy="79920"/>
            <a:chOff x="5791795" y="5552110"/>
            <a:chExt cx="455760" cy="79920"/>
          </a:xfrm>
        </p:grpSpPr>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3F300C75-CC78-4B88-C7E2-E77784A34D88}"/>
                    </a:ext>
                  </a:extLst>
                </p14:cNvPr>
                <p14:cNvContentPartPr/>
                <p14:nvPr/>
              </p14:nvContentPartPr>
              <p14:xfrm>
                <a:off x="5791795" y="5575510"/>
                <a:ext cx="304920" cy="38520"/>
              </p14:xfrm>
            </p:contentPart>
          </mc:Choice>
          <mc:Fallback>
            <p:pic>
              <p:nvPicPr>
                <p:cNvPr id="10" name="Ink 9">
                  <a:extLst>
                    <a:ext uri="{FF2B5EF4-FFF2-40B4-BE49-F238E27FC236}">
                      <a16:creationId xmlns:a16="http://schemas.microsoft.com/office/drawing/2014/main" id="{3F300C75-CC78-4B88-C7E2-E77784A34D88}"/>
                    </a:ext>
                  </a:extLst>
                </p:cNvPr>
                <p:cNvPicPr/>
                <p:nvPr/>
              </p:nvPicPr>
              <p:blipFill>
                <a:blip r:embed="rId16"/>
                <a:stretch>
                  <a:fillRect/>
                </a:stretch>
              </p:blipFill>
              <p:spPr>
                <a:xfrm>
                  <a:off x="5785675" y="5569390"/>
                  <a:ext cx="3171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4FD311EB-33C7-CECA-D4F8-E57C397D9687}"/>
                    </a:ext>
                  </a:extLst>
                </p14:cNvPr>
                <p14:cNvContentPartPr/>
                <p14:nvPr/>
              </p14:nvContentPartPr>
              <p14:xfrm>
                <a:off x="5912755" y="5552110"/>
                <a:ext cx="334800" cy="79920"/>
              </p14:xfrm>
            </p:contentPart>
          </mc:Choice>
          <mc:Fallback>
            <p:pic>
              <p:nvPicPr>
                <p:cNvPr id="11" name="Ink 10">
                  <a:extLst>
                    <a:ext uri="{FF2B5EF4-FFF2-40B4-BE49-F238E27FC236}">
                      <a16:creationId xmlns:a16="http://schemas.microsoft.com/office/drawing/2014/main" id="{4FD311EB-33C7-CECA-D4F8-E57C397D9687}"/>
                    </a:ext>
                  </a:extLst>
                </p:cNvPr>
                <p:cNvPicPr/>
                <p:nvPr/>
              </p:nvPicPr>
              <p:blipFill>
                <a:blip r:embed="rId18"/>
                <a:stretch>
                  <a:fillRect/>
                </a:stretch>
              </p:blipFill>
              <p:spPr>
                <a:xfrm>
                  <a:off x="5906635" y="5545990"/>
                  <a:ext cx="347040" cy="92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24D431B6-5CBF-953E-CB95-97614767255F}"/>
                  </a:ext>
                </a:extLst>
              </p14:cNvPr>
              <p14:cNvContentPartPr/>
              <p14:nvPr/>
            </p14:nvContentPartPr>
            <p14:xfrm>
              <a:off x="3346675" y="6624550"/>
              <a:ext cx="4344840" cy="46440"/>
            </p14:xfrm>
          </p:contentPart>
        </mc:Choice>
        <mc:Fallback>
          <p:pic>
            <p:nvPicPr>
              <p:cNvPr id="13" name="Ink 12">
                <a:extLst>
                  <a:ext uri="{FF2B5EF4-FFF2-40B4-BE49-F238E27FC236}">
                    <a16:creationId xmlns:a16="http://schemas.microsoft.com/office/drawing/2014/main" id="{24D431B6-5CBF-953E-CB95-97614767255F}"/>
                  </a:ext>
                </a:extLst>
              </p:cNvPr>
              <p:cNvPicPr/>
              <p:nvPr/>
            </p:nvPicPr>
            <p:blipFill>
              <a:blip r:embed="rId20"/>
              <a:stretch>
                <a:fillRect/>
              </a:stretch>
            </p:blipFill>
            <p:spPr>
              <a:xfrm>
                <a:off x="3340555" y="6618430"/>
                <a:ext cx="4357080" cy="58680"/>
              </a:xfrm>
              <a:prstGeom prst="rect">
                <a:avLst/>
              </a:prstGeom>
            </p:spPr>
          </p:pic>
        </mc:Fallback>
      </mc:AlternateContent>
    </p:spTree>
    <p:extLst>
      <p:ext uri="{BB962C8B-B14F-4D97-AF65-F5344CB8AC3E}">
        <p14:creationId xmlns:p14="http://schemas.microsoft.com/office/powerpoint/2010/main" val="123614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F-distribution </a:t>
            </a:r>
          </a:p>
        </p:txBody>
      </p:sp>
      <p:sp>
        <p:nvSpPr>
          <p:cNvPr id="5" name="Content Placeholder 1">
            <a:extLst>
              <a:ext uri="{FF2B5EF4-FFF2-40B4-BE49-F238E27FC236}">
                <a16:creationId xmlns:a16="http://schemas.microsoft.com/office/drawing/2014/main" id="{AA10DC6E-E1E7-49AD-8B7D-1736FA2A06F4}"/>
              </a:ext>
            </a:extLst>
          </p:cNvPr>
          <p:cNvSpPr txBox="1">
            <a:spLocks/>
          </p:cNvSpPr>
          <p:nvPr/>
        </p:nvSpPr>
        <p:spPr>
          <a:xfrm>
            <a:off x="228600" y="2438400"/>
            <a:ext cx="82296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pdf for a random variable </a:t>
            </a:r>
            <a:r>
              <a:rPr lang="en-US" i="1" dirty="0"/>
              <a:t>X</a:t>
            </a:r>
            <a:r>
              <a:rPr lang="en-US" dirty="0"/>
              <a:t> ~ </a:t>
            </a:r>
            <a:r>
              <a:rPr lang="en-US" i="1" dirty="0"/>
              <a:t>F</a:t>
            </a:r>
            <a:r>
              <a:rPr lang="en-US" dirty="0"/>
              <a:t> (</a:t>
            </a:r>
            <a:r>
              <a:rPr lang="en-US" i="1" dirty="0"/>
              <a:t>n</a:t>
            </a:r>
            <a:r>
              <a:rPr lang="en-US" baseline="-25000" dirty="0"/>
              <a:t>1</a:t>
            </a:r>
            <a:r>
              <a:rPr lang="en-US" dirty="0"/>
              <a:t>, </a:t>
            </a:r>
            <a:r>
              <a:rPr lang="en-US" i="1" dirty="0"/>
              <a:t>n</a:t>
            </a:r>
            <a:r>
              <a:rPr lang="en-US" baseline="-25000" dirty="0"/>
              <a:t>2</a:t>
            </a:r>
            <a:r>
              <a:rPr lang="en-US" dirty="0"/>
              <a:t>) is given by</a:t>
            </a:r>
          </a:p>
          <a:p>
            <a:pPr marL="285750" indent="-285750"/>
            <a:endParaRPr lang="en-US" dirty="0"/>
          </a:p>
          <a:p>
            <a:pPr marL="285750" indent="-285750"/>
            <a:endParaRPr lang="en-IN" dirty="0"/>
          </a:p>
          <a:p>
            <a:pPr marL="285750" indent="-285750"/>
            <a:endParaRPr lang="en-IN" dirty="0"/>
          </a:p>
        </p:txBody>
      </p:sp>
      <p:sp>
        <p:nvSpPr>
          <p:cNvPr id="6" name="Content Placeholder 2">
            <a:extLst>
              <a:ext uri="{FF2B5EF4-FFF2-40B4-BE49-F238E27FC236}">
                <a16:creationId xmlns:a16="http://schemas.microsoft.com/office/drawing/2014/main" id="{5CD6C390-16F2-4921-A2C5-7E5DE777E1CE}"/>
              </a:ext>
            </a:extLst>
          </p:cNvPr>
          <p:cNvSpPr txBox="1">
            <a:spLocks/>
          </p:cNvSpPr>
          <p:nvPr/>
        </p:nvSpPr>
        <p:spPr>
          <a:xfrm>
            <a:off x="152400" y="1110166"/>
            <a:ext cx="11430000" cy="1143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7030A0"/>
                </a:solidFill>
              </a:rPr>
              <a:t>Use when come across ratio of two chi- square variables and want to check which population have more variability.</a:t>
            </a:r>
          </a:p>
          <a:p>
            <a:endParaRPr lang="en-IN" dirty="0">
              <a:solidFill>
                <a:srgbClr val="00B0F0"/>
              </a:solidFill>
            </a:endParaRPr>
          </a:p>
        </p:txBody>
      </p:sp>
      <p:pic>
        <p:nvPicPr>
          <p:cNvPr id="7" name="Picture 4" descr="F Distribution - an overview | ScienceDirect Topics">
            <a:extLst>
              <a:ext uri="{FF2B5EF4-FFF2-40B4-BE49-F238E27FC236}">
                <a16:creationId xmlns:a16="http://schemas.microsoft.com/office/drawing/2014/main" id="{75DD409F-C18D-4F2B-80BD-7D4DAFBAF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3276600"/>
            <a:ext cx="3581400" cy="34396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Rectangle 7"/>
              <p:cNvSpPr/>
              <p:nvPr/>
            </p:nvSpPr>
            <p:spPr>
              <a:xfrm>
                <a:off x="453546" y="3467757"/>
                <a:ext cx="6248400" cy="9823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0">
                          <a:latin typeface="Cambria Math" panose="02040503050406030204" pitchFamily="18" charset="0"/>
                        </a:rPr>
                        <m:t>=</m:t>
                      </m:r>
                      <m:f>
                        <m:fPr>
                          <m:ctrlPr>
                            <a:rPr lang="en-US" i="1">
                              <a:latin typeface="Cambria Math" panose="02040503050406030204" pitchFamily="18" charset="0"/>
                            </a:rPr>
                          </m:ctrlPr>
                        </m:fPr>
                        <m:num>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e>
                          </m:d>
                        </m:num>
                        <m:den>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e>
                          </m:d>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e>
                          </m:d>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den>
                              </m:f>
                            </m:e>
                          </m:d>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sup>
                      </m:sSup>
                      <m:sSup>
                        <m:sSupPr>
                          <m:ctrlPr>
                            <a:rPr lang="en-US" i="1">
                              <a:latin typeface="Cambria Math" panose="02040503050406030204" pitchFamily="18" charset="0"/>
                            </a:rPr>
                          </m:ctrlPr>
                        </m:sSupPr>
                        <m:e>
                          <m:r>
                            <a:rPr lang="en-US" i="1">
                              <a:latin typeface="Cambria Math" panose="02040503050406030204" pitchFamily="18" charset="0"/>
                            </a:rPr>
                            <m:t>𝑥</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r>
                            <a:rPr lang="en-US" i="0">
                              <a:latin typeface="Cambria Math" panose="02040503050406030204" pitchFamily="18" charset="0"/>
                            </a:rPr>
                            <m:t>−1</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den>
                              </m:f>
                              <m:r>
                                <a:rPr lang="en-US" i="1">
                                  <a:latin typeface="Cambria Math" panose="02040503050406030204" pitchFamily="18" charset="0"/>
                                </a:rPr>
                                <m:t>𝑥</m:t>
                              </m:r>
                            </m:e>
                          </m:d>
                        </m:e>
                        <m:sup>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sup>
                      </m:sSup>
                      <m:r>
                        <a:rPr lang="en-US" i="0">
                          <a:latin typeface="Cambria Math" panose="02040503050406030204" pitchFamily="18" charset="0"/>
                        </a:rPr>
                        <m:t>  ,</m:t>
                      </m:r>
                      <m:r>
                        <a:rPr lang="en-US" i="1">
                          <a:latin typeface="Cambria Math" panose="02040503050406030204" pitchFamily="18" charset="0"/>
                        </a:rPr>
                        <m:t>𝑥</m:t>
                      </m:r>
                      <m:r>
                        <a:rPr lang="en-US" i="0">
                          <a:latin typeface="Cambria Math" panose="02040503050406030204" pitchFamily="18" charset="0"/>
                        </a:rPr>
                        <m:t>&gt;0</m:t>
                      </m:r>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53546" y="3467757"/>
                <a:ext cx="6248400" cy="9823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15446" y="4986886"/>
                <a:ext cx="7412277" cy="1569660"/>
              </a:xfrm>
              <a:prstGeom prst="rect">
                <a:avLst/>
              </a:prstGeom>
            </p:spPr>
            <p:txBody>
              <a:bodyPr wrap="square">
                <a:spAutoFit/>
              </a:bodyPr>
              <a:lstStyle/>
              <a:p>
                <a:pPr marL="285750" indent="-285750">
                  <a:buFont typeface="Arial" panose="020B0604020202020204" pitchFamily="34" charset="0"/>
                  <a:buChar char="•"/>
                </a:pPr>
                <a:r>
                  <a:rPr lang="en-IN" sz="2400" dirty="0"/>
                  <a:t>F- distribution curve lies entirely in first quadrant.</a:t>
                </a:r>
              </a:p>
              <a:p>
                <a:pPr marL="285750" indent="-285750">
                  <a:buFont typeface="Arial" panose="020B0604020202020204" pitchFamily="34" charset="0"/>
                  <a:buChar char="•"/>
                </a:pPr>
                <a:r>
                  <a:rPr lang="en-IN" sz="2400" dirty="0"/>
                  <a:t>The F- curve depends not only on the two parameters </a:t>
                </a:r>
                <a14:m>
                  <m:oMath xmlns:m="http://schemas.openxmlformats.org/officeDocument/2006/math">
                    <m:r>
                      <a:rPr lang="en-IN" sz="2400" i="1">
                        <a:latin typeface="Cambria Math" panose="02040503050406030204" pitchFamily="18" charset="0"/>
                        <a:ea typeface="Cambria Math" panose="02040503050406030204" pitchFamily="18" charset="0"/>
                      </a:rPr>
                      <m:t>𝜗</m:t>
                    </m:r>
                    <m:r>
                      <a:rPr lang="en-IN" sz="2400" i="1" baseline="-25000">
                        <a:latin typeface="Cambria Math" panose="02040503050406030204" pitchFamily="18" charset="0"/>
                        <a:ea typeface="Cambria Math" panose="02040503050406030204" pitchFamily="18" charset="0"/>
                      </a:rPr>
                      <m:t>1</m:t>
                    </m:r>
                  </m:oMath>
                </a14:m>
                <a:r>
                  <a:rPr lang="en-IN" sz="2400" dirty="0"/>
                  <a:t> and </a:t>
                </a:r>
                <a14:m>
                  <m:oMath xmlns:m="http://schemas.openxmlformats.org/officeDocument/2006/math">
                    <m:r>
                      <a:rPr lang="en-IN" sz="2400" i="1">
                        <a:latin typeface="Cambria Math" panose="02040503050406030204" pitchFamily="18" charset="0"/>
                        <a:ea typeface="Cambria Math" panose="02040503050406030204" pitchFamily="18" charset="0"/>
                      </a:rPr>
                      <m:t>𝜗</m:t>
                    </m:r>
                  </m:oMath>
                </a14:m>
                <a:r>
                  <a:rPr lang="en-IN" sz="2400" baseline="-25000" dirty="0"/>
                  <a:t>2</a:t>
                </a:r>
                <a:r>
                  <a:rPr lang="en-IN" sz="2400" dirty="0"/>
                  <a:t> but also on the order in which they are stated. </a:t>
                </a:r>
              </a:p>
            </p:txBody>
          </p:sp>
        </mc:Choice>
        <mc:Fallback xmlns="">
          <p:sp>
            <p:nvSpPr>
              <p:cNvPr id="9" name="Rectangle 8"/>
              <p:cNvSpPr>
                <a:spLocks noRot="1" noChangeAspect="1" noMove="1" noResize="1" noEditPoints="1" noAdjustHandles="1" noChangeArrowheads="1" noChangeShapeType="1" noTextEdit="1"/>
              </p:cNvSpPr>
              <p:nvPr/>
            </p:nvSpPr>
            <p:spPr>
              <a:xfrm>
                <a:off x="415446" y="4986886"/>
                <a:ext cx="7412277" cy="1569660"/>
              </a:xfrm>
              <a:prstGeom prst="rect">
                <a:avLst/>
              </a:prstGeom>
              <a:blipFill>
                <a:blip r:embed="rId4"/>
                <a:stretch>
                  <a:fillRect l="-1069" t="-3101" b="-7752"/>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F20FC3BF-DE2D-E5F5-54E7-29173353105A}"/>
                  </a:ext>
                </a:extLst>
              </p14:cNvPr>
              <p14:cNvContentPartPr/>
              <p14:nvPr/>
            </p14:nvContentPartPr>
            <p14:xfrm>
              <a:off x="5435395" y="1526162"/>
              <a:ext cx="5212440" cy="67680"/>
            </p14:xfrm>
          </p:contentPart>
        </mc:Choice>
        <mc:Fallback>
          <p:pic>
            <p:nvPicPr>
              <p:cNvPr id="3" name="Ink 2">
                <a:extLst>
                  <a:ext uri="{FF2B5EF4-FFF2-40B4-BE49-F238E27FC236}">
                    <a16:creationId xmlns:a16="http://schemas.microsoft.com/office/drawing/2014/main" id="{F20FC3BF-DE2D-E5F5-54E7-29173353105A}"/>
                  </a:ext>
                </a:extLst>
              </p:cNvPr>
              <p:cNvPicPr/>
              <p:nvPr/>
            </p:nvPicPr>
            <p:blipFill>
              <a:blip r:embed="rId6"/>
              <a:stretch>
                <a:fillRect/>
              </a:stretch>
            </p:blipFill>
            <p:spPr>
              <a:xfrm>
                <a:off x="5429275" y="1520042"/>
                <a:ext cx="52246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D75D7DEF-D4D9-52D9-B211-148DC5B9C106}"/>
                  </a:ext>
                </a:extLst>
              </p14:cNvPr>
              <p14:cNvContentPartPr/>
              <p14:nvPr/>
            </p14:nvContentPartPr>
            <p14:xfrm>
              <a:off x="333475" y="1873922"/>
              <a:ext cx="5594040" cy="201960"/>
            </p14:xfrm>
          </p:contentPart>
        </mc:Choice>
        <mc:Fallback>
          <p:pic>
            <p:nvPicPr>
              <p:cNvPr id="4" name="Ink 3">
                <a:extLst>
                  <a:ext uri="{FF2B5EF4-FFF2-40B4-BE49-F238E27FC236}">
                    <a16:creationId xmlns:a16="http://schemas.microsoft.com/office/drawing/2014/main" id="{D75D7DEF-D4D9-52D9-B211-148DC5B9C106}"/>
                  </a:ext>
                </a:extLst>
              </p:cNvPr>
              <p:cNvPicPr/>
              <p:nvPr/>
            </p:nvPicPr>
            <p:blipFill>
              <a:blip r:embed="rId8"/>
              <a:stretch>
                <a:fillRect/>
              </a:stretch>
            </p:blipFill>
            <p:spPr>
              <a:xfrm>
                <a:off x="327355" y="1867802"/>
                <a:ext cx="5606280" cy="214200"/>
              </a:xfrm>
              <a:prstGeom prst="rect">
                <a:avLst/>
              </a:prstGeom>
            </p:spPr>
          </p:pic>
        </mc:Fallback>
      </mc:AlternateContent>
      <p:grpSp>
        <p:nvGrpSpPr>
          <p:cNvPr id="15" name="Group 14">
            <a:extLst>
              <a:ext uri="{FF2B5EF4-FFF2-40B4-BE49-F238E27FC236}">
                <a16:creationId xmlns:a16="http://schemas.microsoft.com/office/drawing/2014/main" id="{B1CF430A-C721-A3D1-8F08-43826FB04780}"/>
              </a:ext>
            </a:extLst>
          </p:cNvPr>
          <p:cNvGrpSpPr/>
          <p:nvPr/>
        </p:nvGrpSpPr>
        <p:grpSpPr>
          <a:xfrm>
            <a:off x="5530795" y="2847362"/>
            <a:ext cx="869040" cy="144720"/>
            <a:chOff x="5530795" y="2847362"/>
            <a:chExt cx="869040" cy="144720"/>
          </a:xfrm>
        </p:grpSpPr>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F15BE71A-12E8-A8CD-34EF-01F8679EF911}"/>
                    </a:ext>
                  </a:extLst>
                </p14:cNvPr>
                <p14:cNvContentPartPr/>
                <p14:nvPr/>
              </p14:nvContentPartPr>
              <p14:xfrm>
                <a:off x="5568955" y="2884082"/>
                <a:ext cx="367920" cy="75600"/>
              </p14:xfrm>
            </p:contentPart>
          </mc:Choice>
          <mc:Fallback>
            <p:pic>
              <p:nvPicPr>
                <p:cNvPr id="10" name="Ink 9">
                  <a:extLst>
                    <a:ext uri="{FF2B5EF4-FFF2-40B4-BE49-F238E27FC236}">
                      <a16:creationId xmlns:a16="http://schemas.microsoft.com/office/drawing/2014/main" id="{F15BE71A-12E8-A8CD-34EF-01F8679EF911}"/>
                    </a:ext>
                  </a:extLst>
                </p:cNvPr>
                <p:cNvPicPr/>
                <p:nvPr/>
              </p:nvPicPr>
              <p:blipFill>
                <a:blip r:embed="rId10"/>
                <a:stretch>
                  <a:fillRect/>
                </a:stretch>
              </p:blipFill>
              <p:spPr>
                <a:xfrm>
                  <a:off x="5562835" y="2877962"/>
                  <a:ext cx="38016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70C255D7-5944-900C-11E7-5521812EB8B3}"/>
                    </a:ext>
                  </a:extLst>
                </p14:cNvPr>
                <p14:cNvContentPartPr/>
                <p14:nvPr/>
              </p14:nvContentPartPr>
              <p14:xfrm>
                <a:off x="5530795" y="2847362"/>
                <a:ext cx="392040" cy="144720"/>
              </p14:xfrm>
            </p:contentPart>
          </mc:Choice>
          <mc:Fallback>
            <p:pic>
              <p:nvPicPr>
                <p:cNvPr id="11" name="Ink 10">
                  <a:extLst>
                    <a:ext uri="{FF2B5EF4-FFF2-40B4-BE49-F238E27FC236}">
                      <a16:creationId xmlns:a16="http://schemas.microsoft.com/office/drawing/2014/main" id="{70C255D7-5944-900C-11E7-5521812EB8B3}"/>
                    </a:ext>
                  </a:extLst>
                </p:cNvPr>
                <p:cNvPicPr/>
                <p:nvPr/>
              </p:nvPicPr>
              <p:blipFill>
                <a:blip r:embed="rId12"/>
                <a:stretch>
                  <a:fillRect/>
                </a:stretch>
              </p:blipFill>
              <p:spPr>
                <a:xfrm>
                  <a:off x="5524675" y="2841242"/>
                  <a:ext cx="40428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D5BC2B8C-1662-8B5A-31DB-A95824AB0D99}"/>
                    </a:ext>
                  </a:extLst>
                </p14:cNvPr>
                <p14:cNvContentPartPr/>
                <p14:nvPr/>
              </p14:nvContentPartPr>
              <p14:xfrm>
                <a:off x="6086275" y="2867522"/>
                <a:ext cx="309240" cy="88200"/>
              </p14:xfrm>
            </p:contentPart>
          </mc:Choice>
          <mc:Fallback>
            <p:pic>
              <p:nvPicPr>
                <p:cNvPr id="13" name="Ink 12">
                  <a:extLst>
                    <a:ext uri="{FF2B5EF4-FFF2-40B4-BE49-F238E27FC236}">
                      <a16:creationId xmlns:a16="http://schemas.microsoft.com/office/drawing/2014/main" id="{D5BC2B8C-1662-8B5A-31DB-A95824AB0D99}"/>
                    </a:ext>
                  </a:extLst>
                </p:cNvPr>
                <p:cNvPicPr/>
                <p:nvPr/>
              </p:nvPicPr>
              <p:blipFill>
                <a:blip r:embed="rId14"/>
                <a:stretch>
                  <a:fillRect/>
                </a:stretch>
              </p:blipFill>
              <p:spPr>
                <a:xfrm>
                  <a:off x="6080155" y="2861402"/>
                  <a:ext cx="3214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45A9FDB4-522F-7503-05EB-ADBD1F4B07E6}"/>
                    </a:ext>
                  </a:extLst>
                </p14:cNvPr>
                <p14:cNvContentPartPr/>
                <p14:nvPr/>
              </p14:nvContentPartPr>
              <p14:xfrm>
                <a:off x="6071155" y="2907842"/>
                <a:ext cx="328680" cy="74880"/>
              </p14:xfrm>
            </p:contentPart>
          </mc:Choice>
          <mc:Fallback>
            <p:pic>
              <p:nvPicPr>
                <p:cNvPr id="14" name="Ink 13">
                  <a:extLst>
                    <a:ext uri="{FF2B5EF4-FFF2-40B4-BE49-F238E27FC236}">
                      <a16:creationId xmlns:a16="http://schemas.microsoft.com/office/drawing/2014/main" id="{45A9FDB4-522F-7503-05EB-ADBD1F4B07E6}"/>
                    </a:ext>
                  </a:extLst>
                </p:cNvPr>
                <p:cNvPicPr/>
                <p:nvPr/>
              </p:nvPicPr>
              <p:blipFill>
                <a:blip r:embed="rId16"/>
                <a:stretch>
                  <a:fillRect/>
                </a:stretch>
              </p:blipFill>
              <p:spPr>
                <a:xfrm>
                  <a:off x="6065035" y="2901722"/>
                  <a:ext cx="340920" cy="87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6" name="Ink 15">
                <a:extLst>
                  <a:ext uri="{FF2B5EF4-FFF2-40B4-BE49-F238E27FC236}">
                    <a16:creationId xmlns:a16="http://schemas.microsoft.com/office/drawing/2014/main" id="{C441C73B-3745-CEB9-9969-1813E89C7137}"/>
                  </a:ext>
                </a:extLst>
              </p14:cNvPr>
              <p14:cNvContentPartPr/>
              <p14:nvPr/>
            </p14:nvContentPartPr>
            <p14:xfrm>
              <a:off x="459475" y="3264602"/>
              <a:ext cx="6135480" cy="1384920"/>
            </p14:xfrm>
          </p:contentPart>
        </mc:Choice>
        <mc:Fallback>
          <p:pic>
            <p:nvPicPr>
              <p:cNvPr id="16" name="Ink 15">
                <a:extLst>
                  <a:ext uri="{FF2B5EF4-FFF2-40B4-BE49-F238E27FC236}">
                    <a16:creationId xmlns:a16="http://schemas.microsoft.com/office/drawing/2014/main" id="{C441C73B-3745-CEB9-9969-1813E89C7137}"/>
                  </a:ext>
                </a:extLst>
              </p:cNvPr>
              <p:cNvPicPr/>
              <p:nvPr/>
            </p:nvPicPr>
            <p:blipFill>
              <a:blip r:embed="rId18"/>
              <a:stretch>
                <a:fillRect/>
              </a:stretch>
            </p:blipFill>
            <p:spPr>
              <a:xfrm>
                <a:off x="453355" y="3258482"/>
                <a:ext cx="6147720" cy="13971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 name="Ink 16">
                <a:extLst>
                  <a:ext uri="{FF2B5EF4-FFF2-40B4-BE49-F238E27FC236}">
                    <a16:creationId xmlns:a16="http://schemas.microsoft.com/office/drawing/2014/main" id="{0602BABE-D688-E8D1-1FED-8CAEC52E9124}"/>
                  </a:ext>
                </a:extLst>
              </p14:cNvPr>
              <p14:cNvContentPartPr/>
              <p14:nvPr/>
            </p14:nvContentPartPr>
            <p14:xfrm>
              <a:off x="770515" y="5329202"/>
              <a:ext cx="6170400" cy="96120"/>
            </p14:xfrm>
          </p:contentPart>
        </mc:Choice>
        <mc:Fallback>
          <p:pic>
            <p:nvPicPr>
              <p:cNvPr id="17" name="Ink 16">
                <a:extLst>
                  <a:ext uri="{FF2B5EF4-FFF2-40B4-BE49-F238E27FC236}">
                    <a16:creationId xmlns:a16="http://schemas.microsoft.com/office/drawing/2014/main" id="{0602BABE-D688-E8D1-1FED-8CAEC52E9124}"/>
                  </a:ext>
                </a:extLst>
              </p:cNvPr>
              <p:cNvPicPr/>
              <p:nvPr/>
            </p:nvPicPr>
            <p:blipFill>
              <a:blip r:embed="rId20"/>
              <a:stretch>
                <a:fillRect/>
              </a:stretch>
            </p:blipFill>
            <p:spPr>
              <a:xfrm>
                <a:off x="764395" y="5323082"/>
                <a:ext cx="61826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8" name="Ink 17">
                <a:extLst>
                  <a:ext uri="{FF2B5EF4-FFF2-40B4-BE49-F238E27FC236}">
                    <a16:creationId xmlns:a16="http://schemas.microsoft.com/office/drawing/2014/main" id="{E5CE9B34-F55D-7BF3-6952-39F55DF7D63E}"/>
                  </a:ext>
                </a:extLst>
              </p14:cNvPr>
              <p14:cNvContentPartPr/>
              <p14:nvPr/>
            </p14:nvContentPartPr>
            <p14:xfrm>
              <a:off x="2578075" y="5706842"/>
              <a:ext cx="4968360" cy="84240"/>
            </p14:xfrm>
          </p:contentPart>
        </mc:Choice>
        <mc:Fallback>
          <p:pic>
            <p:nvPicPr>
              <p:cNvPr id="18" name="Ink 17">
                <a:extLst>
                  <a:ext uri="{FF2B5EF4-FFF2-40B4-BE49-F238E27FC236}">
                    <a16:creationId xmlns:a16="http://schemas.microsoft.com/office/drawing/2014/main" id="{E5CE9B34-F55D-7BF3-6952-39F55DF7D63E}"/>
                  </a:ext>
                </a:extLst>
              </p:cNvPr>
              <p:cNvPicPr/>
              <p:nvPr/>
            </p:nvPicPr>
            <p:blipFill>
              <a:blip r:embed="rId22"/>
              <a:stretch>
                <a:fillRect/>
              </a:stretch>
            </p:blipFill>
            <p:spPr>
              <a:xfrm>
                <a:off x="2571955" y="5700722"/>
                <a:ext cx="498060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9" name="Ink 18">
                <a:extLst>
                  <a:ext uri="{FF2B5EF4-FFF2-40B4-BE49-F238E27FC236}">
                    <a16:creationId xmlns:a16="http://schemas.microsoft.com/office/drawing/2014/main" id="{4E22697B-CAC9-256D-C9C6-C8A199D4B621}"/>
                  </a:ext>
                </a:extLst>
              </p14:cNvPr>
              <p14:cNvContentPartPr/>
              <p14:nvPr/>
            </p14:nvContentPartPr>
            <p14:xfrm>
              <a:off x="2280355" y="6164042"/>
              <a:ext cx="4465800" cy="66960"/>
            </p14:xfrm>
          </p:contentPart>
        </mc:Choice>
        <mc:Fallback>
          <p:pic>
            <p:nvPicPr>
              <p:cNvPr id="19" name="Ink 18">
                <a:extLst>
                  <a:ext uri="{FF2B5EF4-FFF2-40B4-BE49-F238E27FC236}">
                    <a16:creationId xmlns:a16="http://schemas.microsoft.com/office/drawing/2014/main" id="{4E22697B-CAC9-256D-C9C6-C8A199D4B621}"/>
                  </a:ext>
                </a:extLst>
              </p:cNvPr>
              <p:cNvPicPr/>
              <p:nvPr/>
            </p:nvPicPr>
            <p:blipFill>
              <a:blip r:embed="rId24"/>
              <a:stretch>
                <a:fillRect/>
              </a:stretch>
            </p:blipFill>
            <p:spPr>
              <a:xfrm>
                <a:off x="2274235" y="6157922"/>
                <a:ext cx="447804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0" name="Ink 19">
                <a:extLst>
                  <a:ext uri="{FF2B5EF4-FFF2-40B4-BE49-F238E27FC236}">
                    <a16:creationId xmlns:a16="http://schemas.microsoft.com/office/drawing/2014/main" id="{4A9B93F5-1493-4274-F3AB-4C9F7721D90A}"/>
                  </a:ext>
                </a:extLst>
              </p14:cNvPr>
              <p14:cNvContentPartPr/>
              <p14:nvPr/>
            </p14:nvContentPartPr>
            <p14:xfrm>
              <a:off x="667555" y="6477242"/>
              <a:ext cx="1467360" cy="169560"/>
            </p14:xfrm>
          </p:contentPart>
        </mc:Choice>
        <mc:Fallback>
          <p:pic>
            <p:nvPicPr>
              <p:cNvPr id="20" name="Ink 19">
                <a:extLst>
                  <a:ext uri="{FF2B5EF4-FFF2-40B4-BE49-F238E27FC236}">
                    <a16:creationId xmlns:a16="http://schemas.microsoft.com/office/drawing/2014/main" id="{4A9B93F5-1493-4274-F3AB-4C9F7721D90A}"/>
                  </a:ext>
                </a:extLst>
              </p:cNvPr>
              <p:cNvPicPr/>
              <p:nvPr/>
            </p:nvPicPr>
            <p:blipFill>
              <a:blip r:embed="rId26"/>
              <a:stretch>
                <a:fillRect/>
              </a:stretch>
            </p:blipFill>
            <p:spPr>
              <a:xfrm>
                <a:off x="661435" y="6471122"/>
                <a:ext cx="1479600" cy="181800"/>
              </a:xfrm>
              <a:prstGeom prst="rect">
                <a:avLst/>
              </a:prstGeom>
            </p:spPr>
          </p:pic>
        </mc:Fallback>
      </mc:AlternateContent>
      <p:grpSp>
        <p:nvGrpSpPr>
          <p:cNvPr id="56" name="Group 55">
            <a:extLst>
              <a:ext uri="{FF2B5EF4-FFF2-40B4-BE49-F238E27FC236}">
                <a16:creationId xmlns:a16="http://schemas.microsoft.com/office/drawing/2014/main" id="{4507B04F-F990-F883-9362-DD34E57A372E}"/>
              </a:ext>
            </a:extLst>
          </p:cNvPr>
          <p:cNvGrpSpPr/>
          <p:nvPr/>
        </p:nvGrpSpPr>
        <p:grpSpPr>
          <a:xfrm>
            <a:off x="7330795" y="1560362"/>
            <a:ext cx="4413600" cy="1658520"/>
            <a:chOff x="7330795" y="1560362"/>
            <a:chExt cx="4413600" cy="1658520"/>
          </a:xfrm>
        </p:grpSpPr>
        <mc:AlternateContent xmlns:mc="http://schemas.openxmlformats.org/markup-compatibility/2006">
          <mc:Choice xmlns:p14="http://schemas.microsoft.com/office/powerpoint/2010/main" Requires="p14">
            <p:contentPart p14:bwMode="auto" r:id="rId27">
              <p14:nvContentPartPr>
                <p14:cNvPr id="21" name="Ink 20">
                  <a:extLst>
                    <a:ext uri="{FF2B5EF4-FFF2-40B4-BE49-F238E27FC236}">
                      <a16:creationId xmlns:a16="http://schemas.microsoft.com/office/drawing/2014/main" id="{50F5E8E0-B893-9FAB-6518-E3EDA989F9B0}"/>
                    </a:ext>
                  </a:extLst>
                </p14:cNvPr>
                <p14:cNvContentPartPr/>
                <p14:nvPr/>
              </p14:nvContentPartPr>
              <p14:xfrm>
                <a:off x="7358155" y="1901642"/>
                <a:ext cx="43560" cy="325080"/>
              </p14:xfrm>
            </p:contentPart>
          </mc:Choice>
          <mc:Fallback>
            <p:pic>
              <p:nvPicPr>
                <p:cNvPr id="21" name="Ink 20">
                  <a:extLst>
                    <a:ext uri="{FF2B5EF4-FFF2-40B4-BE49-F238E27FC236}">
                      <a16:creationId xmlns:a16="http://schemas.microsoft.com/office/drawing/2014/main" id="{50F5E8E0-B893-9FAB-6518-E3EDA989F9B0}"/>
                    </a:ext>
                  </a:extLst>
                </p:cNvPr>
                <p:cNvPicPr/>
                <p:nvPr/>
              </p:nvPicPr>
              <p:blipFill>
                <a:blip r:embed="rId28"/>
                <a:stretch>
                  <a:fillRect/>
                </a:stretch>
              </p:blipFill>
              <p:spPr>
                <a:xfrm>
                  <a:off x="7352035" y="1895522"/>
                  <a:ext cx="5580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2" name="Ink 21">
                  <a:extLst>
                    <a:ext uri="{FF2B5EF4-FFF2-40B4-BE49-F238E27FC236}">
                      <a16:creationId xmlns:a16="http://schemas.microsoft.com/office/drawing/2014/main" id="{A9EB1B02-D205-8D6A-6922-23636E576FB9}"/>
                    </a:ext>
                  </a:extLst>
                </p14:cNvPr>
                <p14:cNvContentPartPr/>
                <p14:nvPr/>
              </p14:nvContentPartPr>
              <p14:xfrm>
                <a:off x="7330795" y="1898762"/>
                <a:ext cx="235080" cy="39600"/>
              </p14:xfrm>
            </p:contentPart>
          </mc:Choice>
          <mc:Fallback>
            <p:pic>
              <p:nvPicPr>
                <p:cNvPr id="22" name="Ink 21">
                  <a:extLst>
                    <a:ext uri="{FF2B5EF4-FFF2-40B4-BE49-F238E27FC236}">
                      <a16:creationId xmlns:a16="http://schemas.microsoft.com/office/drawing/2014/main" id="{A9EB1B02-D205-8D6A-6922-23636E576FB9}"/>
                    </a:ext>
                  </a:extLst>
                </p:cNvPr>
                <p:cNvPicPr/>
                <p:nvPr/>
              </p:nvPicPr>
              <p:blipFill>
                <a:blip r:embed="rId30"/>
                <a:stretch>
                  <a:fillRect/>
                </a:stretch>
              </p:blipFill>
              <p:spPr>
                <a:xfrm>
                  <a:off x="7324675" y="1892642"/>
                  <a:ext cx="2473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891389CB-7E06-74D6-A4FB-90680D7FE572}"/>
                    </a:ext>
                  </a:extLst>
                </p14:cNvPr>
                <p14:cNvContentPartPr/>
                <p14:nvPr/>
              </p14:nvContentPartPr>
              <p14:xfrm>
                <a:off x="7393075" y="1986602"/>
                <a:ext cx="158760" cy="67680"/>
              </p14:xfrm>
            </p:contentPart>
          </mc:Choice>
          <mc:Fallback>
            <p:pic>
              <p:nvPicPr>
                <p:cNvPr id="23" name="Ink 22">
                  <a:extLst>
                    <a:ext uri="{FF2B5EF4-FFF2-40B4-BE49-F238E27FC236}">
                      <a16:creationId xmlns:a16="http://schemas.microsoft.com/office/drawing/2014/main" id="{891389CB-7E06-74D6-A4FB-90680D7FE572}"/>
                    </a:ext>
                  </a:extLst>
                </p:cNvPr>
                <p:cNvPicPr/>
                <p:nvPr/>
              </p:nvPicPr>
              <p:blipFill>
                <a:blip r:embed="rId32"/>
                <a:stretch>
                  <a:fillRect/>
                </a:stretch>
              </p:blipFill>
              <p:spPr>
                <a:xfrm>
                  <a:off x="7386955" y="1980482"/>
                  <a:ext cx="17100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4" name="Ink 23">
                  <a:extLst>
                    <a:ext uri="{FF2B5EF4-FFF2-40B4-BE49-F238E27FC236}">
                      <a16:creationId xmlns:a16="http://schemas.microsoft.com/office/drawing/2014/main" id="{95AB9FDD-6D8F-5055-ADCE-71C99D9A9FBE}"/>
                    </a:ext>
                  </a:extLst>
                </p14:cNvPr>
                <p14:cNvContentPartPr/>
                <p14:nvPr/>
              </p14:nvContentPartPr>
              <p14:xfrm>
                <a:off x="7627795" y="1755842"/>
                <a:ext cx="240480" cy="618480"/>
              </p14:xfrm>
            </p:contentPart>
          </mc:Choice>
          <mc:Fallback>
            <p:pic>
              <p:nvPicPr>
                <p:cNvPr id="24" name="Ink 23">
                  <a:extLst>
                    <a:ext uri="{FF2B5EF4-FFF2-40B4-BE49-F238E27FC236}">
                      <a16:creationId xmlns:a16="http://schemas.microsoft.com/office/drawing/2014/main" id="{95AB9FDD-6D8F-5055-ADCE-71C99D9A9FBE}"/>
                    </a:ext>
                  </a:extLst>
                </p:cNvPr>
                <p:cNvPicPr/>
                <p:nvPr/>
              </p:nvPicPr>
              <p:blipFill>
                <a:blip r:embed="rId34"/>
                <a:stretch>
                  <a:fillRect/>
                </a:stretch>
              </p:blipFill>
              <p:spPr>
                <a:xfrm>
                  <a:off x="7621675" y="1749722"/>
                  <a:ext cx="252720" cy="630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BF0DD9EE-8362-0C24-AE7F-6FA83ADA0471}"/>
                    </a:ext>
                  </a:extLst>
                </p14:cNvPr>
                <p14:cNvContentPartPr/>
                <p14:nvPr/>
              </p14:nvContentPartPr>
              <p14:xfrm>
                <a:off x="7799515" y="1941962"/>
                <a:ext cx="147600" cy="207720"/>
              </p14:xfrm>
            </p:contentPart>
          </mc:Choice>
          <mc:Fallback>
            <p:pic>
              <p:nvPicPr>
                <p:cNvPr id="25" name="Ink 24">
                  <a:extLst>
                    <a:ext uri="{FF2B5EF4-FFF2-40B4-BE49-F238E27FC236}">
                      <a16:creationId xmlns:a16="http://schemas.microsoft.com/office/drawing/2014/main" id="{BF0DD9EE-8362-0C24-AE7F-6FA83ADA0471}"/>
                    </a:ext>
                  </a:extLst>
                </p:cNvPr>
                <p:cNvPicPr/>
                <p:nvPr/>
              </p:nvPicPr>
              <p:blipFill>
                <a:blip r:embed="rId36"/>
                <a:stretch>
                  <a:fillRect/>
                </a:stretch>
              </p:blipFill>
              <p:spPr>
                <a:xfrm>
                  <a:off x="7793395" y="1935842"/>
                  <a:ext cx="1598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7146E21A-7299-C679-6CF2-367E0536F80A}"/>
                    </a:ext>
                  </a:extLst>
                </p14:cNvPr>
                <p14:cNvContentPartPr/>
                <p14:nvPr/>
              </p14:nvContentPartPr>
              <p14:xfrm>
                <a:off x="8012995" y="2173082"/>
                <a:ext cx="52200" cy="226080"/>
              </p14:xfrm>
            </p:contentPart>
          </mc:Choice>
          <mc:Fallback>
            <p:pic>
              <p:nvPicPr>
                <p:cNvPr id="26" name="Ink 25">
                  <a:extLst>
                    <a:ext uri="{FF2B5EF4-FFF2-40B4-BE49-F238E27FC236}">
                      <a16:creationId xmlns:a16="http://schemas.microsoft.com/office/drawing/2014/main" id="{7146E21A-7299-C679-6CF2-367E0536F80A}"/>
                    </a:ext>
                  </a:extLst>
                </p:cNvPr>
                <p:cNvPicPr/>
                <p:nvPr/>
              </p:nvPicPr>
              <p:blipFill>
                <a:blip r:embed="rId38"/>
                <a:stretch>
                  <a:fillRect/>
                </a:stretch>
              </p:blipFill>
              <p:spPr>
                <a:xfrm>
                  <a:off x="8006875" y="2166962"/>
                  <a:ext cx="6444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B25F6915-0480-0DBB-28C2-D02C2E8F0E4E}"/>
                    </a:ext>
                  </a:extLst>
                </p14:cNvPr>
                <p14:cNvContentPartPr/>
                <p14:nvPr/>
              </p14:nvContentPartPr>
              <p14:xfrm>
                <a:off x="8147635" y="2229962"/>
                <a:ext cx="97560" cy="286200"/>
              </p14:xfrm>
            </p:contentPart>
          </mc:Choice>
          <mc:Fallback>
            <p:pic>
              <p:nvPicPr>
                <p:cNvPr id="27" name="Ink 26">
                  <a:extLst>
                    <a:ext uri="{FF2B5EF4-FFF2-40B4-BE49-F238E27FC236}">
                      <a16:creationId xmlns:a16="http://schemas.microsoft.com/office/drawing/2014/main" id="{B25F6915-0480-0DBB-28C2-D02C2E8F0E4E}"/>
                    </a:ext>
                  </a:extLst>
                </p:cNvPr>
                <p:cNvPicPr/>
                <p:nvPr/>
              </p:nvPicPr>
              <p:blipFill>
                <a:blip r:embed="rId40"/>
                <a:stretch>
                  <a:fillRect/>
                </a:stretch>
              </p:blipFill>
              <p:spPr>
                <a:xfrm>
                  <a:off x="8141515" y="2223842"/>
                  <a:ext cx="10980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CD34E965-4767-2E39-79F6-0BAE03345B4E}"/>
                    </a:ext>
                  </a:extLst>
                </p14:cNvPr>
                <p14:cNvContentPartPr/>
                <p14:nvPr/>
              </p14:nvContentPartPr>
              <p14:xfrm>
                <a:off x="8366155" y="1900922"/>
                <a:ext cx="222840" cy="239400"/>
              </p14:xfrm>
            </p:contentPart>
          </mc:Choice>
          <mc:Fallback>
            <p:pic>
              <p:nvPicPr>
                <p:cNvPr id="28" name="Ink 27">
                  <a:extLst>
                    <a:ext uri="{FF2B5EF4-FFF2-40B4-BE49-F238E27FC236}">
                      <a16:creationId xmlns:a16="http://schemas.microsoft.com/office/drawing/2014/main" id="{CD34E965-4767-2E39-79F6-0BAE03345B4E}"/>
                    </a:ext>
                  </a:extLst>
                </p:cNvPr>
                <p:cNvPicPr/>
                <p:nvPr/>
              </p:nvPicPr>
              <p:blipFill>
                <a:blip r:embed="rId42"/>
                <a:stretch>
                  <a:fillRect/>
                </a:stretch>
              </p:blipFill>
              <p:spPr>
                <a:xfrm>
                  <a:off x="8360035" y="1894802"/>
                  <a:ext cx="23508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C5541654-6C28-C988-BB9F-D0F25150FC53}"/>
                    </a:ext>
                  </a:extLst>
                </p14:cNvPr>
                <p14:cNvContentPartPr/>
                <p14:nvPr/>
              </p14:nvContentPartPr>
              <p14:xfrm>
                <a:off x="8607355" y="2037002"/>
                <a:ext cx="242640" cy="149760"/>
              </p14:xfrm>
            </p:contentPart>
          </mc:Choice>
          <mc:Fallback>
            <p:pic>
              <p:nvPicPr>
                <p:cNvPr id="29" name="Ink 28">
                  <a:extLst>
                    <a:ext uri="{FF2B5EF4-FFF2-40B4-BE49-F238E27FC236}">
                      <a16:creationId xmlns:a16="http://schemas.microsoft.com/office/drawing/2014/main" id="{C5541654-6C28-C988-BB9F-D0F25150FC53}"/>
                    </a:ext>
                  </a:extLst>
                </p:cNvPr>
                <p:cNvPicPr/>
                <p:nvPr/>
              </p:nvPicPr>
              <p:blipFill>
                <a:blip r:embed="rId44"/>
                <a:stretch>
                  <a:fillRect/>
                </a:stretch>
              </p:blipFill>
              <p:spPr>
                <a:xfrm>
                  <a:off x="8601235" y="2030882"/>
                  <a:ext cx="25488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36950870-9DB0-9D2A-56C8-534778BB371C}"/>
                    </a:ext>
                  </a:extLst>
                </p14:cNvPr>
                <p14:cNvContentPartPr/>
                <p14:nvPr/>
              </p14:nvContentPartPr>
              <p14:xfrm>
                <a:off x="8718955" y="1741442"/>
                <a:ext cx="148320" cy="826560"/>
              </p14:xfrm>
            </p:contentPart>
          </mc:Choice>
          <mc:Fallback>
            <p:pic>
              <p:nvPicPr>
                <p:cNvPr id="30" name="Ink 29">
                  <a:extLst>
                    <a:ext uri="{FF2B5EF4-FFF2-40B4-BE49-F238E27FC236}">
                      <a16:creationId xmlns:a16="http://schemas.microsoft.com/office/drawing/2014/main" id="{36950870-9DB0-9D2A-56C8-534778BB371C}"/>
                    </a:ext>
                  </a:extLst>
                </p:cNvPr>
                <p:cNvPicPr/>
                <p:nvPr/>
              </p:nvPicPr>
              <p:blipFill>
                <a:blip r:embed="rId46"/>
                <a:stretch>
                  <a:fillRect/>
                </a:stretch>
              </p:blipFill>
              <p:spPr>
                <a:xfrm>
                  <a:off x="8712835" y="1735322"/>
                  <a:ext cx="160560" cy="8388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0BF9E86B-FF4E-1FEE-52C4-96FB149CC8F9}"/>
                    </a:ext>
                  </a:extLst>
                </p14:cNvPr>
                <p14:cNvContentPartPr/>
                <p14:nvPr/>
              </p14:nvContentPartPr>
              <p14:xfrm>
                <a:off x="9142315" y="1963922"/>
                <a:ext cx="211320" cy="208440"/>
              </p14:xfrm>
            </p:contentPart>
          </mc:Choice>
          <mc:Fallback>
            <p:pic>
              <p:nvPicPr>
                <p:cNvPr id="31" name="Ink 30">
                  <a:extLst>
                    <a:ext uri="{FF2B5EF4-FFF2-40B4-BE49-F238E27FC236}">
                      <a16:creationId xmlns:a16="http://schemas.microsoft.com/office/drawing/2014/main" id="{0BF9E86B-FF4E-1FEE-52C4-96FB149CC8F9}"/>
                    </a:ext>
                  </a:extLst>
                </p:cNvPr>
                <p:cNvPicPr/>
                <p:nvPr/>
              </p:nvPicPr>
              <p:blipFill>
                <a:blip r:embed="rId48"/>
                <a:stretch>
                  <a:fillRect/>
                </a:stretch>
              </p:blipFill>
              <p:spPr>
                <a:xfrm>
                  <a:off x="9136195" y="1957802"/>
                  <a:ext cx="2235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B8D4CA62-52A2-6EB6-819D-96EDAD8F3A7B}"/>
                    </a:ext>
                  </a:extLst>
                </p14:cNvPr>
                <p14:cNvContentPartPr/>
                <p14:nvPr/>
              </p14:nvContentPartPr>
              <p14:xfrm>
                <a:off x="9184795" y="1688522"/>
                <a:ext cx="27360" cy="23040"/>
              </p14:xfrm>
            </p:contentPart>
          </mc:Choice>
          <mc:Fallback>
            <p:pic>
              <p:nvPicPr>
                <p:cNvPr id="32" name="Ink 31">
                  <a:extLst>
                    <a:ext uri="{FF2B5EF4-FFF2-40B4-BE49-F238E27FC236}">
                      <a16:creationId xmlns:a16="http://schemas.microsoft.com/office/drawing/2014/main" id="{B8D4CA62-52A2-6EB6-819D-96EDAD8F3A7B}"/>
                    </a:ext>
                  </a:extLst>
                </p:cNvPr>
                <p:cNvPicPr/>
                <p:nvPr/>
              </p:nvPicPr>
              <p:blipFill>
                <a:blip r:embed="rId50"/>
                <a:stretch>
                  <a:fillRect/>
                </a:stretch>
              </p:blipFill>
              <p:spPr>
                <a:xfrm>
                  <a:off x="9178675" y="1682402"/>
                  <a:ext cx="396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27350364-491D-387D-AD6C-806007135BBE}"/>
                    </a:ext>
                  </a:extLst>
                </p14:cNvPr>
                <p14:cNvContentPartPr/>
                <p14:nvPr/>
              </p14:nvContentPartPr>
              <p14:xfrm>
                <a:off x="9709675" y="1760162"/>
                <a:ext cx="321840" cy="313920"/>
              </p14:xfrm>
            </p:contentPart>
          </mc:Choice>
          <mc:Fallback>
            <p:pic>
              <p:nvPicPr>
                <p:cNvPr id="33" name="Ink 32">
                  <a:extLst>
                    <a:ext uri="{FF2B5EF4-FFF2-40B4-BE49-F238E27FC236}">
                      <a16:creationId xmlns:a16="http://schemas.microsoft.com/office/drawing/2014/main" id="{27350364-491D-387D-AD6C-806007135BBE}"/>
                    </a:ext>
                  </a:extLst>
                </p:cNvPr>
                <p:cNvPicPr/>
                <p:nvPr/>
              </p:nvPicPr>
              <p:blipFill>
                <a:blip r:embed="rId52"/>
                <a:stretch>
                  <a:fillRect/>
                </a:stretch>
              </p:blipFill>
              <p:spPr>
                <a:xfrm>
                  <a:off x="9703555" y="1754042"/>
                  <a:ext cx="33408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9DB9D7EF-C0DD-15AF-CDC0-62F918F5C0A3}"/>
                    </a:ext>
                  </a:extLst>
                </p14:cNvPr>
                <p14:cNvContentPartPr/>
                <p14:nvPr/>
              </p14:nvContentPartPr>
              <p14:xfrm>
                <a:off x="10023235" y="1657562"/>
                <a:ext cx="33480" cy="37800"/>
              </p14:xfrm>
            </p:contentPart>
          </mc:Choice>
          <mc:Fallback>
            <p:pic>
              <p:nvPicPr>
                <p:cNvPr id="34" name="Ink 33">
                  <a:extLst>
                    <a:ext uri="{FF2B5EF4-FFF2-40B4-BE49-F238E27FC236}">
                      <a16:creationId xmlns:a16="http://schemas.microsoft.com/office/drawing/2014/main" id="{9DB9D7EF-C0DD-15AF-CDC0-62F918F5C0A3}"/>
                    </a:ext>
                  </a:extLst>
                </p:cNvPr>
                <p:cNvPicPr/>
                <p:nvPr/>
              </p:nvPicPr>
              <p:blipFill>
                <a:blip r:embed="rId54"/>
                <a:stretch>
                  <a:fillRect/>
                </a:stretch>
              </p:blipFill>
              <p:spPr>
                <a:xfrm>
                  <a:off x="10017115" y="1651442"/>
                  <a:ext cx="4572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B24E7EF1-EDAF-C1EB-8988-84F68AA37CE4}"/>
                    </a:ext>
                  </a:extLst>
                </p14:cNvPr>
                <p14:cNvContentPartPr/>
                <p14:nvPr/>
              </p14:nvContentPartPr>
              <p14:xfrm>
                <a:off x="10142755" y="1611842"/>
                <a:ext cx="126360" cy="515880"/>
              </p14:xfrm>
            </p:contentPart>
          </mc:Choice>
          <mc:Fallback>
            <p:pic>
              <p:nvPicPr>
                <p:cNvPr id="35" name="Ink 34">
                  <a:extLst>
                    <a:ext uri="{FF2B5EF4-FFF2-40B4-BE49-F238E27FC236}">
                      <a16:creationId xmlns:a16="http://schemas.microsoft.com/office/drawing/2014/main" id="{B24E7EF1-EDAF-C1EB-8988-84F68AA37CE4}"/>
                    </a:ext>
                  </a:extLst>
                </p:cNvPr>
                <p:cNvPicPr/>
                <p:nvPr/>
              </p:nvPicPr>
              <p:blipFill>
                <a:blip r:embed="rId56"/>
                <a:stretch>
                  <a:fillRect/>
                </a:stretch>
              </p:blipFill>
              <p:spPr>
                <a:xfrm>
                  <a:off x="10136635" y="1605722"/>
                  <a:ext cx="138600" cy="5281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CD7D3610-BC7C-A289-811C-65C0BFE9279D}"/>
                    </a:ext>
                  </a:extLst>
                </p14:cNvPr>
                <p14:cNvContentPartPr/>
                <p14:nvPr/>
              </p14:nvContentPartPr>
              <p14:xfrm>
                <a:off x="10200355" y="1917122"/>
                <a:ext cx="87480" cy="21960"/>
              </p14:xfrm>
            </p:contentPart>
          </mc:Choice>
          <mc:Fallback>
            <p:pic>
              <p:nvPicPr>
                <p:cNvPr id="36" name="Ink 35">
                  <a:extLst>
                    <a:ext uri="{FF2B5EF4-FFF2-40B4-BE49-F238E27FC236}">
                      <a16:creationId xmlns:a16="http://schemas.microsoft.com/office/drawing/2014/main" id="{CD7D3610-BC7C-A289-811C-65C0BFE9279D}"/>
                    </a:ext>
                  </a:extLst>
                </p:cNvPr>
                <p:cNvPicPr/>
                <p:nvPr/>
              </p:nvPicPr>
              <p:blipFill>
                <a:blip r:embed="rId58"/>
                <a:stretch>
                  <a:fillRect/>
                </a:stretch>
              </p:blipFill>
              <p:spPr>
                <a:xfrm>
                  <a:off x="10194235" y="1911002"/>
                  <a:ext cx="997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59F9B98E-7AD2-D607-F567-5EB2F640D3C1}"/>
                    </a:ext>
                  </a:extLst>
                </p14:cNvPr>
                <p14:cNvContentPartPr/>
                <p14:nvPr/>
              </p14:nvContentPartPr>
              <p14:xfrm>
                <a:off x="10329955" y="1560362"/>
                <a:ext cx="186840" cy="588960"/>
              </p14:xfrm>
            </p:contentPart>
          </mc:Choice>
          <mc:Fallback>
            <p:pic>
              <p:nvPicPr>
                <p:cNvPr id="37" name="Ink 36">
                  <a:extLst>
                    <a:ext uri="{FF2B5EF4-FFF2-40B4-BE49-F238E27FC236}">
                      <a16:creationId xmlns:a16="http://schemas.microsoft.com/office/drawing/2014/main" id="{59F9B98E-7AD2-D607-F567-5EB2F640D3C1}"/>
                    </a:ext>
                  </a:extLst>
                </p:cNvPr>
                <p:cNvPicPr/>
                <p:nvPr/>
              </p:nvPicPr>
              <p:blipFill>
                <a:blip r:embed="rId60"/>
                <a:stretch>
                  <a:fillRect/>
                </a:stretch>
              </p:blipFill>
              <p:spPr>
                <a:xfrm>
                  <a:off x="10323835" y="1554242"/>
                  <a:ext cx="199080" cy="6012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9C8FD53C-5520-1BB8-F826-1FD461CF97DD}"/>
                    </a:ext>
                  </a:extLst>
                </p14:cNvPr>
                <p14:cNvContentPartPr/>
                <p14:nvPr/>
              </p14:nvContentPartPr>
              <p14:xfrm>
                <a:off x="10379635" y="1922522"/>
                <a:ext cx="64440" cy="19080"/>
              </p14:xfrm>
            </p:contentPart>
          </mc:Choice>
          <mc:Fallback>
            <p:pic>
              <p:nvPicPr>
                <p:cNvPr id="38" name="Ink 37">
                  <a:extLst>
                    <a:ext uri="{FF2B5EF4-FFF2-40B4-BE49-F238E27FC236}">
                      <a16:creationId xmlns:a16="http://schemas.microsoft.com/office/drawing/2014/main" id="{9C8FD53C-5520-1BB8-F826-1FD461CF97DD}"/>
                    </a:ext>
                  </a:extLst>
                </p:cNvPr>
                <p:cNvPicPr/>
                <p:nvPr/>
              </p:nvPicPr>
              <p:blipFill>
                <a:blip r:embed="rId62"/>
                <a:stretch>
                  <a:fillRect/>
                </a:stretch>
              </p:blipFill>
              <p:spPr>
                <a:xfrm>
                  <a:off x="10373515" y="1916402"/>
                  <a:ext cx="766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9" name="Ink 38">
                  <a:extLst>
                    <a:ext uri="{FF2B5EF4-FFF2-40B4-BE49-F238E27FC236}">
                      <a16:creationId xmlns:a16="http://schemas.microsoft.com/office/drawing/2014/main" id="{81932E77-E56D-DE69-F708-3CB788B44BCB}"/>
                    </a:ext>
                  </a:extLst>
                </p14:cNvPr>
                <p14:cNvContentPartPr/>
                <p14:nvPr/>
              </p14:nvContentPartPr>
              <p14:xfrm>
                <a:off x="10497715" y="1865642"/>
                <a:ext cx="405000" cy="178200"/>
              </p14:xfrm>
            </p:contentPart>
          </mc:Choice>
          <mc:Fallback>
            <p:pic>
              <p:nvPicPr>
                <p:cNvPr id="39" name="Ink 38">
                  <a:extLst>
                    <a:ext uri="{FF2B5EF4-FFF2-40B4-BE49-F238E27FC236}">
                      <a16:creationId xmlns:a16="http://schemas.microsoft.com/office/drawing/2014/main" id="{81932E77-E56D-DE69-F708-3CB788B44BCB}"/>
                    </a:ext>
                  </a:extLst>
                </p:cNvPr>
                <p:cNvPicPr/>
                <p:nvPr/>
              </p:nvPicPr>
              <p:blipFill>
                <a:blip r:embed="rId64"/>
                <a:stretch>
                  <a:fillRect/>
                </a:stretch>
              </p:blipFill>
              <p:spPr>
                <a:xfrm>
                  <a:off x="10491595" y="1859522"/>
                  <a:ext cx="4172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0" name="Ink 39">
                  <a:extLst>
                    <a:ext uri="{FF2B5EF4-FFF2-40B4-BE49-F238E27FC236}">
                      <a16:creationId xmlns:a16="http://schemas.microsoft.com/office/drawing/2014/main" id="{3793C3CC-74B2-0DCE-E948-FA67AD4D87ED}"/>
                    </a:ext>
                  </a:extLst>
                </p14:cNvPr>
                <p14:cNvContentPartPr/>
                <p14:nvPr/>
              </p14:nvContentPartPr>
              <p14:xfrm>
                <a:off x="10874275" y="1630922"/>
                <a:ext cx="427680" cy="468000"/>
              </p14:xfrm>
            </p:contentPart>
          </mc:Choice>
          <mc:Fallback>
            <p:pic>
              <p:nvPicPr>
                <p:cNvPr id="40" name="Ink 39">
                  <a:extLst>
                    <a:ext uri="{FF2B5EF4-FFF2-40B4-BE49-F238E27FC236}">
                      <a16:creationId xmlns:a16="http://schemas.microsoft.com/office/drawing/2014/main" id="{3793C3CC-74B2-0DCE-E948-FA67AD4D87ED}"/>
                    </a:ext>
                  </a:extLst>
                </p:cNvPr>
                <p:cNvPicPr/>
                <p:nvPr/>
              </p:nvPicPr>
              <p:blipFill>
                <a:blip r:embed="rId66"/>
                <a:stretch>
                  <a:fillRect/>
                </a:stretch>
              </p:blipFill>
              <p:spPr>
                <a:xfrm>
                  <a:off x="10868155" y="1624802"/>
                  <a:ext cx="43992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1" name="Ink 40">
                  <a:extLst>
                    <a:ext uri="{FF2B5EF4-FFF2-40B4-BE49-F238E27FC236}">
                      <a16:creationId xmlns:a16="http://schemas.microsoft.com/office/drawing/2014/main" id="{9F79CC86-BDAE-2895-BD92-74480F0F6DF9}"/>
                    </a:ext>
                  </a:extLst>
                </p14:cNvPr>
                <p14:cNvContentPartPr/>
                <p14:nvPr/>
              </p14:nvContentPartPr>
              <p14:xfrm>
                <a:off x="11271715" y="1807682"/>
                <a:ext cx="62640" cy="9720"/>
              </p14:xfrm>
            </p:contentPart>
          </mc:Choice>
          <mc:Fallback>
            <p:pic>
              <p:nvPicPr>
                <p:cNvPr id="41" name="Ink 40">
                  <a:extLst>
                    <a:ext uri="{FF2B5EF4-FFF2-40B4-BE49-F238E27FC236}">
                      <a16:creationId xmlns:a16="http://schemas.microsoft.com/office/drawing/2014/main" id="{9F79CC86-BDAE-2895-BD92-74480F0F6DF9}"/>
                    </a:ext>
                  </a:extLst>
                </p:cNvPr>
                <p:cNvPicPr/>
                <p:nvPr/>
              </p:nvPicPr>
              <p:blipFill>
                <a:blip r:embed="rId68"/>
                <a:stretch>
                  <a:fillRect/>
                </a:stretch>
              </p:blipFill>
              <p:spPr>
                <a:xfrm>
                  <a:off x="11265595" y="1801562"/>
                  <a:ext cx="748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2" name="Ink 41">
                  <a:extLst>
                    <a:ext uri="{FF2B5EF4-FFF2-40B4-BE49-F238E27FC236}">
                      <a16:creationId xmlns:a16="http://schemas.microsoft.com/office/drawing/2014/main" id="{4A46F1B5-E67A-CFE4-5E55-C1CAA337265C}"/>
                    </a:ext>
                  </a:extLst>
                </p14:cNvPr>
                <p14:cNvContentPartPr/>
                <p14:nvPr/>
              </p14:nvContentPartPr>
              <p14:xfrm>
                <a:off x="8946835" y="2460002"/>
                <a:ext cx="95760" cy="455400"/>
              </p14:xfrm>
            </p:contentPart>
          </mc:Choice>
          <mc:Fallback>
            <p:pic>
              <p:nvPicPr>
                <p:cNvPr id="42" name="Ink 41">
                  <a:extLst>
                    <a:ext uri="{FF2B5EF4-FFF2-40B4-BE49-F238E27FC236}">
                      <a16:creationId xmlns:a16="http://schemas.microsoft.com/office/drawing/2014/main" id="{4A46F1B5-E67A-CFE4-5E55-C1CAA337265C}"/>
                    </a:ext>
                  </a:extLst>
                </p:cNvPr>
                <p:cNvPicPr/>
                <p:nvPr/>
              </p:nvPicPr>
              <p:blipFill>
                <a:blip r:embed="rId70"/>
                <a:stretch>
                  <a:fillRect/>
                </a:stretch>
              </p:blipFill>
              <p:spPr>
                <a:xfrm>
                  <a:off x="8940715" y="2453882"/>
                  <a:ext cx="108000" cy="4676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3" name="Ink 42">
                  <a:extLst>
                    <a:ext uri="{FF2B5EF4-FFF2-40B4-BE49-F238E27FC236}">
                      <a16:creationId xmlns:a16="http://schemas.microsoft.com/office/drawing/2014/main" id="{3C2B68E9-5AC5-B878-9118-D15A254656B6}"/>
                    </a:ext>
                  </a:extLst>
                </p14:cNvPr>
                <p14:cNvContentPartPr/>
                <p14:nvPr/>
              </p14:nvContentPartPr>
              <p14:xfrm>
                <a:off x="8841355" y="2722802"/>
                <a:ext cx="199080" cy="21240"/>
              </p14:xfrm>
            </p:contentPart>
          </mc:Choice>
          <mc:Fallback>
            <p:pic>
              <p:nvPicPr>
                <p:cNvPr id="43" name="Ink 42">
                  <a:extLst>
                    <a:ext uri="{FF2B5EF4-FFF2-40B4-BE49-F238E27FC236}">
                      <a16:creationId xmlns:a16="http://schemas.microsoft.com/office/drawing/2014/main" id="{3C2B68E9-5AC5-B878-9118-D15A254656B6}"/>
                    </a:ext>
                  </a:extLst>
                </p:cNvPr>
                <p:cNvPicPr/>
                <p:nvPr/>
              </p:nvPicPr>
              <p:blipFill>
                <a:blip r:embed="rId72"/>
                <a:stretch>
                  <a:fillRect/>
                </a:stretch>
              </p:blipFill>
              <p:spPr>
                <a:xfrm>
                  <a:off x="8835235" y="2716682"/>
                  <a:ext cx="2113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4" name="Ink 43">
                  <a:extLst>
                    <a:ext uri="{FF2B5EF4-FFF2-40B4-BE49-F238E27FC236}">
                      <a16:creationId xmlns:a16="http://schemas.microsoft.com/office/drawing/2014/main" id="{6B623F3D-F5F7-D6F0-C020-6C19455AFFDB}"/>
                    </a:ext>
                  </a:extLst>
                </p14:cNvPr>
                <p14:cNvContentPartPr/>
                <p14:nvPr/>
              </p14:nvContentPartPr>
              <p14:xfrm>
                <a:off x="9139435" y="2690042"/>
                <a:ext cx="137520" cy="141840"/>
              </p14:xfrm>
            </p:contentPart>
          </mc:Choice>
          <mc:Fallback>
            <p:pic>
              <p:nvPicPr>
                <p:cNvPr id="44" name="Ink 43">
                  <a:extLst>
                    <a:ext uri="{FF2B5EF4-FFF2-40B4-BE49-F238E27FC236}">
                      <a16:creationId xmlns:a16="http://schemas.microsoft.com/office/drawing/2014/main" id="{6B623F3D-F5F7-D6F0-C020-6C19455AFFDB}"/>
                    </a:ext>
                  </a:extLst>
                </p:cNvPr>
                <p:cNvPicPr/>
                <p:nvPr/>
              </p:nvPicPr>
              <p:blipFill>
                <a:blip r:embed="rId74"/>
                <a:stretch>
                  <a:fillRect/>
                </a:stretch>
              </p:blipFill>
              <p:spPr>
                <a:xfrm>
                  <a:off x="9133315" y="2683922"/>
                  <a:ext cx="1497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5" name="Ink 44">
                  <a:extLst>
                    <a:ext uri="{FF2B5EF4-FFF2-40B4-BE49-F238E27FC236}">
                      <a16:creationId xmlns:a16="http://schemas.microsoft.com/office/drawing/2014/main" id="{E71151D4-B8A5-E65B-9808-B6A9B4B34AB9}"/>
                    </a:ext>
                  </a:extLst>
                </p14:cNvPr>
                <p14:cNvContentPartPr/>
                <p14:nvPr/>
              </p14:nvContentPartPr>
              <p14:xfrm>
                <a:off x="9375235" y="2680682"/>
                <a:ext cx="466920" cy="174600"/>
              </p14:xfrm>
            </p:contentPart>
          </mc:Choice>
          <mc:Fallback>
            <p:pic>
              <p:nvPicPr>
                <p:cNvPr id="45" name="Ink 44">
                  <a:extLst>
                    <a:ext uri="{FF2B5EF4-FFF2-40B4-BE49-F238E27FC236}">
                      <a16:creationId xmlns:a16="http://schemas.microsoft.com/office/drawing/2014/main" id="{E71151D4-B8A5-E65B-9808-B6A9B4B34AB9}"/>
                    </a:ext>
                  </a:extLst>
                </p:cNvPr>
                <p:cNvPicPr/>
                <p:nvPr/>
              </p:nvPicPr>
              <p:blipFill>
                <a:blip r:embed="rId76"/>
                <a:stretch>
                  <a:fillRect/>
                </a:stretch>
              </p:blipFill>
              <p:spPr>
                <a:xfrm>
                  <a:off x="9369115" y="2674562"/>
                  <a:ext cx="47916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6" name="Ink 45">
                  <a:extLst>
                    <a:ext uri="{FF2B5EF4-FFF2-40B4-BE49-F238E27FC236}">
                      <a16:creationId xmlns:a16="http://schemas.microsoft.com/office/drawing/2014/main" id="{929CA2D8-2093-C60F-8DB8-400BB3D243FA}"/>
                    </a:ext>
                  </a:extLst>
                </p14:cNvPr>
                <p14:cNvContentPartPr/>
                <p14:nvPr/>
              </p14:nvContentPartPr>
              <p14:xfrm>
                <a:off x="10179475" y="2540642"/>
                <a:ext cx="50400" cy="286920"/>
              </p14:xfrm>
            </p:contentPart>
          </mc:Choice>
          <mc:Fallback>
            <p:pic>
              <p:nvPicPr>
                <p:cNvPr id="46" name="Ink 45">
                  <a:extLst>
                    <a:ext uri="{FF2B5EF4-FFF2-40B4-BE49-F238E27FC236}">
                      <a16:creationId xmlns:a16="http://schemas.microsoft.com/office/drawing/2014/main" id="{929CA2D8-2093-C60F-8DB8-400BB3D243FA}"/>
                    </a:ext>
                  </a:extLst>
                </p:cNvPr>
                <p:cNvPicPr/>
                <p:nvPr/>
              </p:nvPicPr>
              <p:blipFill>
                <a:blip r:embed="rId78"/>
                <a:stretch>
                  <a:fillRect/>
                </a:stretch>
              </p:blipFill>
              <p:spPr>
                <a:xfrm>
                  <a:off x="10173355" y="2534522"/>
                  <a:ext cx="6264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EF3FD3DE-8C68-B2FB-BD3D-B0169D3B029F}"/>
                    </a:ext>
                  </a:extLst>
                </p14:cNvPr>
                <p14:cNvContentPartPr/>
                <p14:nvPr/>
              </p14:nvContentPartPr>
              <p14:xfrm>
                <a:off x="10200355" y="2472242"/>
                <a:ext cx="175320" cy="11880"/>
              </p14:xfrm>
            </p:contentPart>
          </mc:Choice>
          <mc:Fallback>
            <p:pic>
              <p:nvPicPr>
                <p:cNvPr id="47" name="Ink 46">
                  <a:extLst>
                    <a:ext uri="{FF2B5EF4-FFF2-40B4-BE49-F238E27FC236}">
                      <a16:creationId xmlns:a16="http://schemas.microsoft.com/office/drawing/2014/main" id="{EF3FD3DE-8C68-B2FB-BD3D-B0169D3B029F}"/>
                    </a:ext>
                  </a:extLst>
                </p:cNvPr>
                <p:cNvPicPr/>
                <p:nvPr/>
              </p:nvPicPr>
              <p:blipFill>
                <a:blip r:embed="rId80"/>
                <a:stretch>
                  <a:fillRect/>
                </a:stretch>
              </p:blipFill>
              <p:spPr>
                <a:xfrm>
                  <a:off x="10194235" y="2466122"/>
                  <a:ext cx="18756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33357718-A82E-D0FF-0E3A-D0E3E810924D}"/>
                    </a:ext>
                  </a:extLst>
                </p14:cNvPr>
                <p14:cNvContentPartPr/>
                <p14:nvPr/>
              </p14:nvContentPartPr>
              <p14:xfrm>
                <a:off x="10174435" y="2578802"/>
                <a:ext cx="165960" cy="53280"/>
              </p14:xfrm>
            </p:contentPart>
          </mc:Choice>
          <mc:Fallback>
            <p:pic>
              <p:nvPicPr>
                <p:cNvPr id="48" name="Ink 47">
                  <a:extLst>
                    <a:ext uri="{FF2B5EF4-FFF2-40B4-BE49-F238E27FC236}">
                      <a16:creationId xmlns:a16="http://schemas.microsoft.com/office/drawing/2014/main" id="{33357718-A82E-D0FF-0E3A-D0E3E810924D}"/>
                    </a:ext>
                  </a:extLst>
                </p:cNvPr>
                <p:cNvPicPr/>
                <p:nvPr/>
              </p:nvPicPr>
              <p:blipFill>
                <a:blip r:embed="rId82"/>
                <a:stretch>
                  <a:fillRect/>
                </a:stretch>
              </p:blipFill>
              <p:spPr>
                <a:xfrm>
                  <a:off x="10168315" y="2572682"/>
                  <a:ext cx="17820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0E793477-ED02-7FAB-7A79-FAF69AEDB5D9}"/>
                    </a:ext>
                  </a:extLst>
                </p14:cNvPr>
                <p14:cNvContentPartPr/>
                <p14:nvPr/>
              </p14:nvContentPartPr>
              <p14:xfrm>
                <a:off x="10476835" y="2349842"/>
                <a:ext cx="206640" cy="630000"/>
              </p14:xfrm>
            </p:contentPart>
          </mc:Choice>
          <mc:Fallback>
            <p:pic>
              <p:nvPicPr>
                <p:cNvPr id="49" name="Ink 48">
                  <a:extLst>
                    <a:ext uri="{FF2B5EF4-FFF2-40B4-BE49-F238E27FC236}">
                      <a16:creationId xmlns:a16="http://schemas.microsoft.com/office/drawing/2014/main" id="{0E793477-ED02-7FAB-7A79-FAF69AEDB5D9}"/>
                    </a:ext>
                  </a:extLst>
                </p:cNvPr>
                <p:cNvPicPr/>
                <p:nvPr/>
              </p:nvPicPr>
              <p:blipFill>
                <a:blip r:embed="rId84"/>
                <a:stretch>
                  <a:fillRect/>
                </a:stretch>
              </p:blipFill>
              <p:spPr>
                <a:xfrm>
                  <a:off x="10470715" y="2343722"/>
                  <a:ext cx="218880" cy="642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0" name="Ink 49">
                  <a:extLst>
                    <a:ext uri="{FF2B5EF4-FFF2-40B4-BE49-F238E27FC236}">
                      <a16:creationId xmlns:a16="http://schemas.microsoft.com/office/drawing/2014/main" id="{84E161D0-C19F-EBE4-656B-9629A817A5B7}"/>
                    </a:ext>
                  </a:extLst>
                </p14:cNvPr>
                <p14:cNvContentPartPr/>
                <p14:nvPr/>
              </p14:nvContentPartPr>
              <p14:xfrm>
                <a:off x="10607875" y="2577722"/>
                <a:ext cx="170640" cy="139320"/>
              </p14:xfrm>
            </p:contentPart>
          </mc:Choice>
          <mc:Fallback>
            <p:pic>
              <p:nvPicPr>
                <p:cNvPr id="50" name="Ink 49">
                  <a:extLst>
                    <a:ext uri="{FF2B5EF4-FFF2-40B4-BE49-F238E27FC236}">
                      <a16:creationId xmlns:a16="http://schemas.microsoft.com/office/drawing/2014/main" id="{84E161D0-C19F-EBE4-656B-9629A817A5B7}"/>
                    </a:ext>
                  </a:extLst>
                </p:cNvPr>
                <p:cNvPicPr/>
                <p:nvPr/>
              </p:nvPicPr>
              <p:blipFill>
                <a:blip r:embed="rId86"/>
                <a:stretch>
                  <a:fillRect/>
                </a:stretch>
              </p:blipFill>
              <p:spPr>
                <a:xfrm>
                  <a:off x="10601755" y="2571602"/>
                  <a:ext cx="1828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1" name="Ink 50">
                  <a:extLst>
                    <a:ext uri="{FF2B5EF4-FFF2-40B4-BE49-F238E27FC236}">
                      <a16:creationId xmlns:a16="http://schemas.microsoft.com/office/drawing/2014/main" id="{1F6CFC6A-ACC8-55A8-4DC6-B1A057048928}"/>
                    </a:ext>
                  </a:extLst>
                </p14:cNvPr>
                <p14:cNvContentPartPr/>
                <p14:nvPr/>
              </p14:nvContentPartPr>
              <p14:xfrm>
                <a:off x="10856635" y="2683562"/>
                <a:ext cx="249840" cy="146520"/>
              </p14:xfrm>
            </p:contentPart>
          </mc:Choice>
          <mc:Fallback>
            <p:pic>
              <p:nvPicPr>
                <p:cNvPr id="51" name="Ink 50">
                  <a:extLst>
                    <a:ext uri="{FF2B5EF4-FFF2-40B4-BE49-F238E27FC236}">
                      <a16:creationId xmlns:a16="http://schemas.microsoft.com/office/drawing/2014/main" id="{1F6CFC6A-ACC8-55A8-4DC6-B1A057048928}"/>
                    </a:ext>
                  </a:extLst>
                </p:cNvPr>
                <p:cNvPicPr/>
                <p:nvPr/>
              </p:nvPicPr>
              <p:blipFill>
                <a:blip r:embed="rId88"/>
                <a:stretch>
                  <a:fillRect/>
                </a:stretch>
              </p:blipFill>
              <p:spPr>
                <a:xfrm>
                  <a:off x="10850515" y="2677442"/>
                  <a:ext cx="26208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2" name="Ink 51">
                  <a:extLst>
                    <a:ext uri="{FF2B5EF4-FFF2-40B4-BE49-F238E27FC236}">
                      <a16:creationId xmlns:a16="http://schemas.microsoft.com/office/drawing/2014/main" id="{A4F2D323-9B3C-4E7F-0543-450AE420B0F7}"/>
                    </a:ext>
                  </a:extLst>
                </p14:cNvPr>
                <p14:cNvContentPartPr/>
                <p14:nvPr/>
              </p14:nvContentPartPr>
              <p14:xfrm>
                <a:off x="11065795" y="2831522"/>
                <a:ext cx="114120" cy="228240"/>
              </p14:xfrm>
            </p:contentPart>
          </mc:Choice>
          <mc:Fallback>
            <p:pic>
              <p:nvPicPr>
                <p:cNvPr id="52" name="Ink 51">
                  <a:extLst>
                    <a:ext uri="{FF2B5EF4-FFF2-40B4-BE49-F238E27FC236}">
                      <a16:creationId xmlns:a16="http://schemas.microsoft.com/office/drawing/2014/main" id="{A4F2D323-9B3C-4E7F-0543-450AE420B0F7}"/>
                    </a:ext>
                  </a:extLst>
                </p:cNvPr>
                <p:cNvPicPr/>
                <p:nvPr/>
              </p:nvPicPr>
              <p:blipFill>
                <a:blip r:embed="rId90"/>
                <a:stretch>
                  <a:fillRect/>
                </a:stretch>
              </p:blipFill>
              <p:spPr>
                <a:xfrm>
                  <a:off x="11059675" y="2825402"/>
                  <a:ext cx="1263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3" name="Ink 52">
                  <a:extLst>
                    <a:ext uri="{FF2B5EF4-FFF2-40B4-BE49-F238E27FC236}">
                      <a16:creationId xmlns:a16="http://schemas.microsoft.com/office/drawing/2014/main" id="{D185DE97-3255-060C-06FA-13A1A4F2E079}"/>
                    </a:ext>
                  </a:extLst>
                </p14:cNvPr>
                <p14:cNvContentPartPr/>
                <p14:nvPr/>
              </p14:nvContentPartPr>
              <p14:xfrm>
                <a:off x="11336515" y="2586722"/>
                <a:ext cx="111600" cy="175680"/>
              </p14:xfrm>
            </p:contentPart>
          </mc:Choice>
          <mc:Fallback>
            <p:pic>
              <p:nvPicPr>
                <p:cNvPr id="53" name="Ink 52">
                  <a:extLst>
                    <a:ext uri="{FF2B5EF4-FFF2-40B4-BE49-F238E27FC236}">
                      <a16:creationId xmlns:a16="http://schemas.microsoft.com/office/drawing/2014/main" id="{D185DE97-3255-060C-06FA-13A1A4F2E079}"/>
                    </a:ext>
                  </a:extLst>
                </p:cNvPr>
                <p:cNvPicPr/>
                <p:nvPr/>
              </p:nvPicPr>
              <p:blipFill>
                <a:blip r:embed="rId92"/>
                <a:stretch>
                  <a:fillRect/>
                </a:stretch>
              </p:blipFill>
              <p:spPr>
                <a:xfrm>
                  <a:off x="11330395" y="2580602"/>
                  <a:ext cx="1238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4" name="Ink 53">
                  <a:extLst>
                    <a:ext uri="{FF2B5EF4-FFF2-40B4-BE49-F238E27FC236}">
                      <a16:creationId xmlns:a16="http://schemas.microsoft.com/office/drawing/2014/main" id="{B6E2C05B-3BB3-646A-4B9F-25E548ED2724}"/>
                    </a:ext>
                  </a:extLst>
                </p14:cNvPr>
                <p14:cNvContentPartPr/>
                <p14:nvPr/>
              </p14:nvContentPartPr>
              <p14:xfrm>
                <a:off x="11580235" y="2743322"/>
                <a:ext cx="46800" cy="114120"/>
              </p14:xfrm>
            </p:contentPart>
          </mc:Choice>
          <mc:Fallback>
            <p:pic>
              <p:nvPicPr>
                <p:cNvPr id="54" name="Ink 53">
                  <a:extLst>
                    <a:ext uri="{FF2B5EF4-FFF2-40B4-BE49-F238E27FC236}">
                      <a16:creationId xmlns:a16="http://schemas.microsoft.com/office/drawing/2014/main" id="{B6E2C05B-3BB3-646A-4B9F-25E548ED2724}"/>
                    </a:ext>
                  </a:extLst>
                </p:cNvPr>
                <p:cNvPicPr/>
                <p:nvPr/>
              </p:nvPicPr>
              <p:blipFill>
                <a:blip r:embed="rId94"/>
                <a:stretch>
                  <a:fillRect/>
                </a:stretch>
              </p:blipFill>
              <p:spPr>
                <a:xfrm>
                  <a:off x="11574115" y="2737202"/>
                  <a:ext cx="5904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5" name="Ink 54">
                  <a:extLst>
                    <a:ext uri="{FF2B5EF4-FFF2-40B4-BE49-F238E27FC236}">
                      <a16:creationId xmlns:a16="http://schemas.microsoft.com/office/drawing/2014/main" id="{D6EF53DE-2274-EACE-B9FB-A7C9E0C63918}"/>
                    </a:ext>
                  </a:extLst>
                </p14:cNvPr>
                <p14:cNvContentPartPr/>
                <p14:nvPr/>
              </p14:nvContentPartPr>
              <p14:xfrm>
                <a:off x="11544955" y="2263082"/>
                <a:ext cx="199440" cy="955800"/>
              </p14:xfrm>
            </p:contentPart>
          </mc:Choice>
          <mc:Fallback>
            <p:pic>
              <p:nvPicPr>
                <p:cNvPr id="55" name="Ink 54">
                  <a:extLst>
                    <a:ext uri="{FF2B5EF4-FFF2-40B4-BE49-F238E27FC236}">
                      <a16:creationId xmlns:a16="http://schemas.microsoft.com/office/drawing/2014/main" id="{D6EF53DE-2274-EACE-B9FB-A7C9E0C63918}"/>
                    </a:ext>
                  </a:extLst>
                </p:cNvPr>
                <p:cNvPicPr/>
                <p:nvPr/>
              </p:nvPicPr>
              <p:blipFill>
                <a:blip r:embed="rId96"/>
                <a:stretch>
                  <a:fillRect/>
                </a:stretch>
              </p:blipFill>
              <p:spPr>
                <a:xfrm>
                  <a:off x="11538835" y="2256962"/>
                  <a:ext cx="211680" cy="968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7">
            <p14:nvContentPartPr>
              <p14:cNvPr id="58" name="Ink 57">
                <a:extLst>
                  <a:ext uri="{FF2B5EF4-FFF2-40B4-BE49-F238E27FC236}">
                    <a16:creationId xmlns:a16="http://schemas.microsoft.com/office/drawing/2014/main" id="{98D7C751-BFD1-C366-1720-169196790AA8}"/>
                  </a:ext>
                </a:extLst>
              </p14:cNvPr>
              <p14:cNvContentPartPr/>
              <p14:nvPr/>
            </p14:nvContentPartPr>
            <p14:xfrm>
              <a:off x="9433195" y="4554842"/>
              <a:ext cx="742680" cy="75600"/>
            </p14:xfrm>
          </p:contentPart>
        </mc:Choice>
        <mc:Fallback>
          <p:pic>
            <p:nvPicPr>
              <p:cNvPr id="58" name="Ink 57">
                <a:extLst>
                  <a:ext uri="{FF2B5EF4-FFF2-40B4-BE49-F238E27FC236}">
                    <a16:creationId xmlns:a16="http://schemas.microsoft.com/office/drawing/2014/main" id="{98D7C751-BFD1-C366-1720-169196790AA8}"/>
                  </a:ext>
                </a:extLst>
              </p:cNvPr>
              <p:cNvPicPr/>
              <p:nvPr/>
            </p:nvPicPr>
            <p:blipFill>
              <a:blip r:embed="rId98"/>
              <a:stretch>
                <a:fillRect/>
              </a:stretch>
            </p:blipFill>
            <p:spPr>
              <a:xfrm>
                <a:off x="9427075" y="4548722"/>
                <a:ext cx="75492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9" name="Ink 58">
                <a:extLst>
                  <a:ext uri="{FF2B5EF4-FFF2-40B4-BE49-F238E27FC236}">
                    <a16:creationId xmlns:a16="http://schemas.microsoft.com/office/drawing/2014/main" id="{4A50AAF5-9164-A5F1-0118-31FFC9C21D46}"/>
                  </a:ext>
                </a:extLst>
              </p14:cNvPr>
              <p14:cNvContentPartPr/>
              <p14:nvPr/>
            </p14:nvContentPartPr>
            <p14:xfrm>
              <a:off x="11423995" y="6430802"/>
              <a:ext cx="360" cy="360"/>
            </p14:xfrm>
          </p:contentPart>
        </mc:Choice>
        <mc:Fallback>
          <p:pic>
            <p:nvPicPr>
              <p:cNvPr id="59" name="Ink 58">
                <a:extLst>
                  <a:ext uri="{FF2B5EF4-FFF2-40B4-BE49-F238E27FC236}">
                    <a16:creationId xmlns:a16="http://schemas.microsoft.com/office/drawing/2014/main" id="{4A50AAF5-9164-A5F1-0118-31FFC9C21D46}"/>
                  </a:ext>
                </a:extLst>
              </p:cNvPr>
              <p:cNvPicPr/>
              <p:nvPr/>
            </p:nvPicPr>
            <p:blipFill>
              <a:blip r:embed="rId100"/>
              <a:stretch>
                <a:fillRect/>
              </a:stretch>
            </p:blipFill>
            <p:spPr>
              <a:xfrm>
                <a:off x="11417875" y="642468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0" name="Ink 59">
                <a:extLst>
                  <a:ext uri="{FF2B5EF4-FFF2-40B4-BE49-F238E27FC236}">
                    <a16:creationId xmlns:a16="http://schemas.microsoft.com/office/drawing/2014/main" id="{17161427-E81C-1027-7CC8-664C243CE2AB}"/>
                  </a:ext>
                </a:extLst>
              </p14:cNvPr>
              <p14:cNvContentPartPr/>
              <p14:nvPr/>
            </p14:nvContentPartPr>
            <p14:xfrm>
              <a:off x="11394835" y="6549602"/>
              <a:ext cx="360" cy="360"/>
            </p14:xfrm>
          </p:contentPart>
        </mc:Choice>
        <mc:Fallback>
          <p:pic>
            <p:nvPicPr>
              <p:cNvPr id="60" name="Ink 59">
                <a:extLst>
                  <a:ext uri="{FF2B5EF4-FFF2-40B4-BE49-F238E27FC236}">
                    <a16:creationId xmlns:a16="http://schemas.microsoft.com/office/drawing/2014/main" id="{17161427-E81C-1027-7CC8-664C243CE2AB}"/>
                  </a:ext>
                </a:extLst>
              </p:cNvPr>
              <p:cNvPicPr/>
              <p:nvPr/>
            </p:nvPicPr>
            <p:blipFill>
              <a:blip r:embed="rId100"/>
              <a:stretch>
                <a:fillRect/>
              </a:stretch>
            </p:blipFill>
            <p:spPr>
              <a:xfrm>
                <a:off x="11388715" y="6543482"/>
                <a:ext cx="12600" cy="12600"/>
              </a:xfrm>
              <a:prstGeom prst="rect">
                <a:avLst/>
              </a:prstGeom>
            </p:spPr>
          </p:pic>
        </mc:Fallback>
      </mc:AlternateContent>
    </p:spTree>
    <p:extLst>
      <p:ext uri="{BB962C8B-B14F-4D97-AF65-F5344CB8AC3E}">
        <p14:creationId xmlns:p14="http://schemas.microsoft.com/office/powerpoint/2010/main" val="1740892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F-distribution </a:t>
            </a:r>
          </a:p>
        </p:txBody>
      </p:sp>
      <mc:AlternateContent xmlns:mc="http://schemas.openxmlformats.org/markup-compatibility/2006" xmlns:a14="http://schemas.microsoft.com/office/drawing/2010/main">
        <mc:Choice Requires="a14">
          <p:sp>
            <p:nvSpPr>
              <p:cNvPr id="10" name="Content Placeholder 1">
                <a:extLst>
                  <a:ext uri="{FF2B5EF4-FFF2-40B4-BE49-F238E27FC236}">
                    <a16:creationId xmlns:a16="http://schemas.microsoft.com/office/drawing/2014/main" id="{6765B551-C0EC-4CB5-995D-B5FEEFB5D2EA}"/>
                  </a:ext>
                </a:extLst>
              </p:cNvPr>
              <p:cNvSpPr txBox="1">
                <a:spLocks/>
              </p:cNvSpPr>
              <p:nvPr/>
            </p:nvSpPr>
            <p:spPr>
              <a:xfrm>
                <a:off x="228600" y="1143000"/>
                <a:ext cx="11506200" cy="4525963"/>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50000"/>
                  </a:lnSpc>
                  <a:spcBef>
                    <a:spcPts val="0"/>
                  </a:spcBef>
                  <a:buFont typeface="Wingdings" panose="05000000000000000000" pitchFamily="2" charset="2"/>
                  <a:buChar char="v"/>
                </a:pPr>
                <a:r>
                  <a:rPr lang="en-US" dirty="0"/>
                  <a:t>    The F-distribution was </a:t>
                </a:r>
                <a:r>
                  <a:rPr lang="en-US" b="1" dirty="0"/>
                  <a:t>developed by Fisher to study the behavior of two variances from random samples taken from two independent normal populations</a:t>
                </a:r>
                <a:r>
                  <a:rPr lang="en-US" dirty="0"/>
                  <a:t>.</a:t>
                </a:r>
              </a:p>
              <a:p>
                <a:pPr marL="285750" indent="-285750" algn="just">
                  <a:lnSpc>
                    <a:spcPct val="150000"/>
                  </a:lnSpc>
                  <a:spcBef>
                    <a:spcPts val="0"/>
                  </a:spcBef>
                  <a:buFont typeface="Wingdings" panose="05000000000000000000" pitchFamily="2" charset="2"/>
                  <a:buChar char="v"/>
                </a:pPr>
                <a:r>
                  <a:rPr lang="en-US" dirty="0"/>
                  <a:t>    In applied problems we may be interested in knowing whether the population variances are equal or not, based on the response of the random samples.</a:t>
                </a:r>
              </a:p>
              <a:p>
                <a:pPr marL="285750" indent="-285750" algn="just">
                  <a:lnSpc>
                    <a:spcPct val="150000"/>
                  </a:lnSpc>
                  <a:spcBef>
                    <a:spcPts val="0"/>
                  </a:spcBef>
                  <a:buFont typeface="Wingdings" panose="05000000000000000000" pitchFamily="2" charset="2"/>
                  <a:buChar char="v"/>
                </a:pPr>
                <a:r>
                  <a:rPr lang="en-US" dirty="0"/>
                  <a:t>    If S</a:t>
                </a:r>
                <a:r>
                  <a:rPr lang="en-US" baseline="-25000" dirty="0"/>
                  <a:t>1</a:t>
                </a:r>
                <a:r>
                  <a:rPr lang="en-US" baseline="30000" dirty="0"/>
                  <a:t>2  </a:t>
                </a:r>
                <a:r>
                  <a:rPr lang="en-US" dirty="0"/>
                  <a:t>and S</a:t>
                </a:r>
                <a:r>
                  <a:rPr lang="en-US" baseline="-25000" dirty="0"/>
                  <a:t>2</a:t>
                </a:r>
                <a:r>
                  <a:rPr lang="en-US" baseline="30000" dirty="0"/>
                  <a:t>2 </a:t>
                </a:r>
                <a:r>
                  <a:rPr lang="en-US" dirty="0"/>
                  <a:t> are variances of independent random sample of size n</a:t>
                </a:r>
                <a:r>
                  <a:rPr lang="en-US" baseline="-25000" dirty="0"/>
                  <a:t>1 </a:t>
                </a:r>
                <a:r>
                  <a:rPr lang="en-US" dirty="0"/>
                  <a:t>and n</a:t>
                </a:r>
                <a:r>
                  <a:rPr lang="en-US" baseline="-25000" dirty="0"/>
                  <a:t>2 </a:t>
                </a:r>
                <a:r>
                  <a:rPr lang="en-US" dirty="0"/>
                  <a:t>from a normal populations with variances σ</a:t>
                </a:r>
                <a:r>
                  <a:rPr lang="en-US" baseline="-25000" dirty="0"/>
                  <a:t>1</a:t>
                </a:r>
                <a:r>
                  <a:rPr lang="en-US" baseline="30000" dirty="0"/>
                  <a:t>2</a:t>
                </a:r>
                <a:r>
                  <a:rPr lang="en-US" dirty="0"/>
                  <a:t> and σ</a:t>
                </a:r>
                <a:r>
                  <a:rPr lang="en-US" baseline="-25000" dirty="0"/>
                  <a:t>2</a:t>
                </a:r>
                <a:r>
                  <a:rPr lang="en-US" baseline="30000" dirty="0"/>
                  <a:t>2</a:t>
                </a:r>
                <a:r>
                  <a:rPr lang="en-US" dirty="0"/>
                  <a:t>, then</a:t>
                </a:r>
              </a:p>
              <a:p>
                <a:pPr algn="just">
                  <a:lnSpc>
                    <a:spcPct val="150000"/>
                  </a:lnSpc>
                  <a:spcBef>
                    <a:spcPts val="0"/>
                  </a:spcBef>
                </a:pPr>
                <a:endParaRPr lang="en-US" dirty="0"/>
              </a:p>
              <a:p>
                <a:pPr algn="just">
                  <a:lnSpc>
                    <a:spcPct val="150000"/>
                  </a:lnSpc>
                  <a:spcBef>
                    <a:spcPts val="0"/>
                  </a:spcBef>
                </a:pPr>
                <a:endParaRPr lang="en-US" dirty="0"/>
              </a:p>
              <a:p>
                <a:pPr algn="just">
                  <a:lnSpc>
                    <a:spcPct val="150000"/>
                  </a:lnSpc>
                  <a:spcBef>
                    <a:spcPts val="0"/>
                  </a:spcBef>
                </a:pPr>
                <a:r>
                  <a:rPr lang="en-US" dirty="0"/>
                  <a:t>     which follows F –distribution with </a:t>
                </a:r>
                <a14:m>
                  <m:oMath xmlns:m="http://schemas.openxmlformats.org/officeDocument/2006/math">
                    <m:r>
                      <a:rPr lang="en-IN" i="1">
                        <a:latin typeface="Cambria Math" panose="02040503050406030204" pitchFamily="18" charset="0"/>
                        <a:ea typeface="Cambria Math" panose="02040503050406030204" pitchFamily="18" charset="0"/>
                      </a:rPr>
                      <m:t>𝜗</m:t>
                    </m:r>
                    <m:r>
                      <a:rPr lang="en-IN" i="1" baseline="-25000" smtClean="0">
                        <a:latin typeface="Cambria Math" panose="02040503050406030204" pitchFamily="18" charset="0"/>
                        <a:ea typeface="Cambria Math" panose="02040503050406030204" pitchFamily="18" charset="0"/>
                      </a:rPr>
                      <m:t>1</m:t>
                    </m:r>
                  </m:oMath>
                </a14:m>
                <a:r>
                  <a:rPr lang="en-IN" dirty="0"/>
                  <a:t> = n</a:t>
                </a:r>
                <a:r>
                  <a:rPr lang="en-IN" baseline="-25000" dirty="0"/>
                  <a:t>1</a:t>
                </a:r>
                <a:r>
                  <a:rPr lang="en-IN" dirty="0"/>
                  <a:t>-1 and </a:t>
                </a:r>
                <a14:m>
                  <m:oMath xmlns:m="http://schemas.openxmlformats.org/officeDocument/2006/math">
                    <m:r>
                      <a:rPr lang="en-IN" i="1">
                        <a:latin typeface="Cambria Math" panose="02040503050406030204" pitchFamily="18" charset="0"/>
                        <a:ea typeface="Cambria Math" panose="02040503050406030204" pitchFamily="18" charset="0"/>
                      </a:rPr>
                      <m:t>𝜗</m:t>
                    </m:r>
                  </m:oMath>
                </a14:m>
                <a:r>
                  <a:rPr lang="en-IN" baseline="-25000" dirty="0"/>
                  <a:t>2</a:t>
                </a:r>
                <a:r>
                  <a:rPr lang="en-IN" dirty="0"/>
                  <a:t>=n</a:t>
                </a:r>
                <a:r>
                  <a:rPr lang="en-IN" baseline="-25000" dirty="0"/>
                  <a:t>2</a:t>
                </a:r>
                <a:r>
                  <a:rPr lang="en-IN" dirty="0"/>
                  <a:t>-1 </a:t>
                </a:r>
                <a:r>
                  <a:rPr lang="en-IN" dirty="0" err="1"/>
                  <a:t>d.o.f</a:t>
                </a:r>
                <a:r>
                  <a:rPr lang="en-IN" dirty="0"/>
                  <a:t>.</a:t>
                </a:r>
              </a:p>
            </p:txBody>
          </p:sp>
        </mc:Choice>
        <mc:Fallback xmlns="">
          <p:sp>
            <p:nvSpPr>
              <p:cNvPr id="10" name="Content Placeholder 1">
                <a:extLst>
                  <a:ext uri="{FF2B5EF4-FFF2-40B4-BE49-F238E27FC236}">
                    <a16:creationId xmlns:a16="http://schemas.microsoft.com/office/drawing/2014/main" id="{6765B551-C0EC-4CB5-995D-B5FEEFB5D2EA}"/>
                  </a:ext>
                </a:extLst>
              </p:cNvPr>
              <p:cNvSpPr txBox="1">
                <a:spLocks noRot="1" noChangeAspect="1" noMove="1" noResize="1" noEditPoints="1" noAdjustHandles="1" noChangeArrowheads="1" noChangeShapeType="1" noTextEdit="1"/>
              </p:cNvSpPr>
              <p:nvPr/>
            </p:nvSpPr>
            <p:spPr>
              <a:xfrm>
                <a:off x="228600" y="1143000"/>
                <a:ext cx="11506200" cy="4525963"/>
              </a:xfrm>
              <a:prstGeom prst="rect">
                <a:avLst/>
              </a:prstGeom>
              <a:blipFill>
                <a:blip r:embed="rId2"/>
                <a:stretch>
                  <a:fillRect l="-742" r="-7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F652EEA-9D85-43A2-8255-C5B89461CA50}"/>
                  </a:ext>
                </a:extLst>
              </p:cNvPr>
              <p:cNvSpPr/>
              <p:nvPr/>
            </p:nvSpPr>
            <p:spPr>
              <a:xfrm>
                <a:off x="3810000" y="4114800"/>
                <a:ext cx="1676400" cy="7187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𝐹</m:t>
                      </m:r>
                      <m:r>
                        <a:rPr lang="en-IN" i="0">
                          <a:latin typeface="Cambria Math" panose="02040503050406030204" pitchFamily="18" charset="0"/>
                        </a:rPr>
                        <m:t>=</m:t>
                      </m:r>
                      <m:f>
                        <m:fPr>
                          <m:ctrlPr>
                            <a:rPr lang="en-IN" i="1">
                              <a:latin typeface="Cambria Math" panose="02040503050406030204" pitchFamily="18" charset="0"/>
                            </a:rPr>
                          </m:ctrlPr>
                        </m:fPr>
                        <m:num>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𝑆</m:t>
                                  </m:r>
                                </m:e>
                                <m:sub>
                                  <m:r>
                                    <a:rPr lang="en-IN" i="0">
                                      <a:latin typeface="Cambria Math" panose="02040503050406030204" pitchFamily="18" charset="0"/>
                                    </a:rPr>
                                    <m:t>1</m:t>
                                  </m:r>
                                </m:sub>
                                <m:sup>
                                  <m:r>
                                    <a:rPr lang="en-IN" i="0">
                                      <a:latin typeface="Cambria Math" panose="02040503050406030204" pitchFamily="18" charset="0"/>
                                    </a:rPr>
                                    <m:t>2</m:t>
                                  </m:r>
                                </m:sup>
                              </m:sSubSup>
                            </m:num>
                            <m:den>
                              <m:sSubSup>
                                <m:sSubSupPr>
                                  <m:ctrlPr>
                                    <a:rPr lang="en-IN" i="1">
                                      <a:latin typeface="Cambria Math" panose="02040503050406030204" pitchFamily="18" charset="0"/>
                                    </a:rPr>
                                  </m:ctrlPr>
                                </m:sSubSupPr>
                                <m:e>
                                  <m:r>
                                    <a:rPr lang="en-IN" i="1">
                                      <a:latin typeface="Cambria Math" panose="02040503050406030204" pitchFamily="18" charset="0"/>
                                    </a:rPr>
                                    <m:t>𝜎</m:t>
                                  </m:r>
                                </m:e>
                                <m:sub>
                                  <m:r>
                                    <a:rPr lang="en-IN" i="0">
                                      <a:latin typeface="Cambria Math" panose="02040503050406030204" pitchFamily="18" charset="0"/>
                                    </a:rPr>
                                    <m:t>1</m:t>
                                  </m:r>
                                </m:sub>
                                <m:sup>
                                  <m:r>
                                    <a:rPr lang="en-IN" i="0">
                                      <a:latin typeface="Cambria Math" panose="02040503050406030204" pitchFamily="18" charset="0"/>
                                    </a:rPr>
                                    <m:t>2</m:t>
                                  </m:r>
                                </m:sup>
                              </m:sSubSup>
                            </m:den>
                          </m:f>
                        </m:num>
                        <m:den>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𝑆</m:t>
                                  </m:r>
                                </m:e>
                                <m:sub>
                                  <m:r>
                                    <a:rPr lang="en-IN" i="0">
                                      <a:latin typeface="Cambria Math" panose="02040503050406030204" pitchFamily="18" charset="0"/>
                                    </a:rPr>
                                    <m:t>2</m:t>
                                  </m:r>
                                </m:sub>
                                <m:sup>
                                  <m:r>
                                    <a:rPr lang="en-IN" i="0">
                                      <a:latin typeface="Cambria Math" panose="02040503050406030204" pitchFamily="18" charset="0"/>
                                    </a:rPr>
                                    <m:t>2</m:t>
                                  </m:r>
                                </m:sup>
                              </m:sSubSup>
                            </m:num>
                            <m:den>
                              <m:sSubSup>
                                <m:sSubSupPr>
                                  <m:ctrlPr>
                                    <a:rPr lang="en-IN" i="1">
                                      <a:latin typeface="Cambria Math" panose="02040503050406030204" pitchFamily="18" charset="0"/>
                                    </a:rPr>
                                  </m:ctrlPr>
                                </m:sSubSupPr>
                                <m:e>
                                  <m:r>
                                    <a:rPr lang="en-IN" i="1">
                                      <a:latin typeface="Cambria Math" panose="02040503050406030204" pitchFamily="18" charset="0"/>
                                    </a:rPr>
                                    <m:t>𝜎</m:t>
                                  </m:r>
                                </m:e>
                                <m:sub>
                                  <m:r>
                                    <a:rPr lang="en-IN" i="0">
                                      <a:latin typeface="Cambria Math" panose="02040503050406030204" pitchFamily="18" charset="0"/>
                                    </a:rPr>
                                    <m:t>2</m:t>
                                  </m:r>
                                </m:sub>
                                <m:sup>
                                  <m:r>
                                    <a:rPr lang="en-IN" i="0">
                                      <a:latin typeface="Cambria Math" panose="02040503050406030204" pitchFamily="18" charset="0"/>
                                    </a:rPr>
                                    <m:t>2</m:t>
                                  </m:r>
                                </m:sup>
                              </m:sSubSup>
                            </m:den>
                          </m:f>
                        </m:den>
                      </m:f>
                    </m:oMath>
                  </m:oMathPara>
                </a14:m>
                <a:endParaRPr lang="en-IN" dirty="0"/>
              </a:p>
            </p:txBody>
          </p:sp>
        </mc:Choice>
        <mc:Fallback xmlns="">
          <p:sp>
            <p:nvSpPr>
              <p:cNvPr id="11" name="Rectangle 10">
                <a:extLst>
                  <a:ext uri="{FF2B5EF4-FFF2-40B4-BE49-F238E27FC236}">
                    <a16:creationId xmlns:a16="http://schemas.microsoft.com/office/drawing/2014/main" id="{FF652EEA-9D85-43A2-8255-C5B89461CA50}"/>
                  </a:ext>
                </a:extLst>
              </p:cNvPr>
              <p:cNvSpPr>
                <a:spLocks noRot="1" noChangeAspect="1" noMove="1" noResize="1" noEditPoints="1" noAdjustHandles="1" noChangeArrowheads="1" noChangeShapeType="1" noTextEdit="1"/>
              </p:cNvSpPr>
              <p:nvPr/>
            </p:nvSpPr>
            <p:spPr>
              <a:xfrm>
                <a:off x="3810000" y="4114800"/>
                <a:ext cx="1676400" cy="71878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EC6BB57-ED53-CD9C-A8A2-0A05E73B8141}"/>
                  </a:ext>
                </a:extLst>
              </p14:cNvPr>
              <p14:cNvContentPartPr/>
              <p14:nvPr/>
            </p14:nvContentPartPr>
            <p14:xfrm>
              <a:off x="3842755" y="1549270"/>
              <a:ext cx="7938360" cy="137880"/>
            </p14:xfrm>
          </p:contentPart>
        </mc:Choice>
        <mc:Fallback>
          <p:pic>
            <p:nvPicPr>
              <p:cNvPr id="3" name="Ink 2">
                <a:extLst>
                  <a:ext uri="{FF2B5EF4-FFF2-40B4-BE49-F238E27FC236}">
                    <a16:creationId xmlns:a16="http://schemas.microsoft.com/office/drawing/2014/main" id="{1EC6BB57-ED53-CD9C-A8A2-0A05E73B8141}"/>
                  </a:ext>
                </a:extLst>
              </p:cNvPr>
              <p:cNvPicPr/>
              <p:nvPr/>
            </p:nvPicPr>
            <p:blipFill>
              <a:blip r:embed="rId5"/>
              <a:stretch>
                <a:fillRect/>
              </a:stretch>
            </p:blipFill>
            <p:spPr>
              <a:xfrm>
                <a:off x="3836635" y="1543150"/>
                <a:ext cx="795060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17BE4B3A-C658-5EB3-2493-00543CC6A43F}"/>
                  </a:ext>
                </a:extLst>
              </p14:cNvPr>
              <p14:cNvContentPartPr/>
              <p14:nvPr/>
            </p14:nvContentPartPr>
            <p14:xfrm>
              <a:off x="582955" y="2053270"/>
              <a:ext cx="9109080" cy="114120"/>
            </p14:xfrm>
          </p:contentPart>
        </mc:Choice>
        <mc:Fallback>
          <p:pic>
            <p:nvPicPr>
              <p:cNvPr id="4" name="Ink 3">
                <a:extLst>
                  <a:ext uri="{FF2B5EF4-FFF2-40B4-BE49-F238E27FC236}">
                    <a16:creationId xmlns:a16="http://schemas.microsoft.com/office/drawing/2014/main" id="{17BE4B3A-C658-5EB3-2493-00543CC6A43F}"/>
                  </a:ext>
                </a:extLst>
              </p:cNvPr>
              <p:cNvPicPr/>
              <p:nvPr/>
            </p:nvPicPr>
            <p:blipFill>
              <a:blip r:embed="rId7"/>
              <a:stretch>
                <a:fillRect/>
              </a:stretch>
            </p:blipFill>
            <p:spPr>
              <a:xfrm>
                <a:off x="576835" y="2047150"/>
                <a:ext cx="91213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B623D0B1-DB26-C941-16A7-2E928A13DCD3}"/>
                  </a:ext>
                </a:extLst>
              </p14:cNvPr>
              <p14:cNvContentPartPr/>
              <p14:nvPr/>
            </p14:nvContentPartPr>
            <p14:xfrm>
              <a:off x="9631195" y="2598670"/>
              <a:ext cx="2148480" cy="164160"/>
            </p14:xfrm>
          </p:contentPart>
        </mc:Choice>
        <mc:Fallback>
          <p:pic>
            <p:nvPicPr>
              <p:cNvPr id="5" name="Ink 4">
                <a:extLst>
                  <a:ext uri="{FF2B5EF4-FFF2-40B4-BE49-F238E27FC236}">
                    <a16:creationId xmlns:a16="http://schemas.microsoft.com/office/drawing/2014/main" id="{B623D0B1-DB26-C941-16A7-2E928A13DCD3}"/>
                  </a:ext>
                </a:extLst>
              </p:cNvPr>
              <p:cNvPicPr/>
              <p:nvPr/>
            </p:nvPicPr>
            <p:blipFill>
              <a:blip r:embed="rId9"/>
              <a:stretch>
                <a:fillRect/>
              </a:stretch>
            </p:blipFill>
            <p:spPr>
              <a:xfrm>
                <a:off x="9625075" y="2592550"/>
                <a:ext cx="216072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01D0C770-9B62-6B99-9D0F-DC78F22FBDDD}"/>
                  </a:ext>
                </a:extLst>
              </p14:cNvPr>
              <p14:cNvContentPartPr/>
              <p14:nvPr/>
            </p14:nvContentPartPr>
            <p14:xfrm>
              <a:off x="491515" y="3113110"/>
              <a:ext cx="3627720" cy="37080"/>
            </p14:xfrm>
          </p:contentPart>
        </mc:Choice>
        <mc:Fallback>
          <p:pic>
            <p:nvPicPr>
              <p:cNvPr id="6" name="Ink 5">
                <a:extLst>
                  <a:ext uri="{FF2B5EF4-FFF2-40B4-BE49-F238E27FC236}">
                    <a16:creationId xmlns:a16="http://schemas.microsoft.com/office/drawing/2014/main" id="{01D0C770-9B62-6B99-9D0F-DC78F22FBDDD}"/>
                  </a:ext>
                </a:extLst>
              </p:cNvPr>
              <p:cNvPicPr/>
              <p:nvPr/>
            </p:nvPicPr>
            <p:blipFill>
              <a:blip r:embed="rId11"/>
              <a:stretch>
                <a:fillRect/>
              </a:stretch>
            </p:blipFill>
            <p:spPr>
              <a:xfrm>
                <a:off x="485395" y="3106990"/>
                <a:ext cx="36399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CEBCA910-172D-2ACB-BA08-3B25702C2B3D}"/>
                  </a:ext>
                </a:extLst>
              </p14:cNvPr>
              <p14:cNvContentPartPr/>
              <p14:nvPr/>
            </p14:nvContentPartPr>
            <p14:xfrm>
              <a:off x="1139515" y="3520990"/>
              <a:ext cx="418680" cy="64440"/>
            </p14:xfrm>
          </p:contentPart>
        </mc:Choice>
        <mc:Fallback>
          <p:pic>
            <p:nvPicPr>
              <p:cNvPr id="7" name="Ink 6">
                <a:extLst>
                  <a:ext uri="{FF2B5EF4-FFF2-40B4-BE49-F238E27FC236}">
                    <a16:creationId xmlns:a16="http://schemas.microsoft.com/office/drawing/2014/main" id="{CEBCA910-172D-2ACB-BA08-3B25702C2B3D}"/>
                  </a:ext>
                </a:extLst>
              </p:cNvPr>
              <p:cNvPicPr/>
              <p:nvPr/>
            </p:nvPicPr>
            <p:blipFill>
              <a:blip r:embed="rId13"/>
              <a:stretch>
                <a:fillRect/>
              </a:stretch>
            </p:blipFill>
            <p:spPr>
              <a:xfrm>
                <a:off x="1133395" y="3514870"/>
                <a:ext cx="43092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941A5998-E67B-5C36-83D7-E57A2509B209}"/>
                  </a:ext>
                </a:extLst>
              </p14:cNvPr>
              <p14:cNvContentPartPr/>
              <p14:nvPr/>
            </p14:nvContentPartPr>
            <p14:xfrm>
              <a:off x="2075155" y="3487870"/>
              <a:ext cx="523440" cy="71640"/>
            </p14:xfrm>
          </p:contentPart>
        </mc:Choice>
        <mc:Fallback>
          <p:pic>
            <p:nvPicPr>
              <p:cNvPr id="9" name="Ink 8">
                <a:extLst>
                  <a:ext uri="{FF2B5EF4-FFF2-40B4-BE49-F238E27FC236}">
                    <a16:creationId xmlns:a16="http://schemas.microsoft.com/office/drawing/2014/main" id="{941A5998-E67B-5C36-83D7-E57A2509B209}"/>
                  </a:ext>
                </a:extLst>
              </p:cNvPr>
              <p:cNvPicPr/>
              <p:nvPr/>
            </p:nvPicPr>
            <p:blipFill>
              <a:blip r:embed="rId15"/>
              <a:stretch>
                <a:fillRect/>
              </a:stretch>
            </p:blipFill>
            <p:spPr>
              <a:xfrm>
                <a:off x="2069035" y="3481750"/>
                <a:ext cx="535680" cy="83880"/>
              </a:xfrm>
              <a:prstGeom prst="rect">
                <a:avLst/>
              </a:prstGeom>
            </p:spPr>
          </p:pic>
        </mc:Fallback>
      </mc:AlternateContent>
      <p:grpSp>
        <p:nvGrpSpPr>
          <p:cNvPr id="15" name="Group 14">
            <a:extLst>
              <a:ext uri="{FF2B5EF4-FFF2-40B4-BE49-F238E27FC236}">
                <a16:creationId xmlns:a16="http://schemas.microsoft.com/office/drawing/2014/main" id="{52DFEE0A-8F17-65A4-BC04-68016C4A5447}"/>
              </a:ext>
            </a:extLst>
          </p:cNvPr>
          <p:cNvGrpSpPr/>
          <p:nvPr/>
        </p:nvGrpSpPr>
        <p:grpSpPr>
          <a:xfrm>
            <a:off x="3252355" y="3529270"/>
            <a:ext cx="7740720" cy="97920"/>
            <a:chOff x="3252355" y="3529270"/>
            <a:chExt cx="7740720" cy="97920"/>
          </a:xfrm>
        </p:grpSpPr>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6BF9CA9C-0DDE-3966-43AD-669FC028A0D2}"/>
                    </a:ext>
                  </a:extLst>
                </p14:cNvPr>
                <p14:cNvContentPartPr/>
                <p14:nvPr/>
              </p14:nvContentPartPr>
              <p14:xfrm>
                <a:off x="3252355" y="3529270"/>
                <a:ext cx="5194800" cy="89280"/>
              </p14:xfrm>
            </p:contentPart>
          </mc:Choice>
          <mc:Fallback>
            <p:pic>
              <p:nvPicPr>
                <p:cNvPr id="12" name="Ink 11">
                  <a:extLst>
                    <a:ext uri="{FF2B5EF4-FFF2-40B4-BE49-F238E27FC236}">
                      <a16:creationId xmlns:a16="http://schemas.microsoft.com/office/drawing/2014/main" id="{6BF9CA9C-0DDE-3966-43AD-669FC028A0D2}"/>
                    </a:ext>
                  </a:extLst>
                </p:cNvPr>
                <p:cNvPicPr/>
                <p:nvPr/>
              </p:nvPicPr>
              <p:blipFill>
                <a:blip r:embed="rId17"/>
                <a:stretch>
                  <a:fillRect/>
                </a:stretch>
              </p:blipFill>
              <p:spPr>
                <a:xfrm>
                  <a:off x="3246235" y="3523150"/>
                  <a:ext cx="52070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360773BA-ED64-A09D-FD4C-0873930FF376}"/>
                    </a:ext>
                  </a:extLst>
                </p14:cNvPr>
                <p14:cNvContentPartPr/>
                <p14:nvPr/>
              </p14:nvContentPartPr>
              <p14:xfrm>
                <a:off x="8307115" y="3544030"/>
                <a:ext cx="1640160" cy="83160"/>
              </p14:xfrm>
            </p:contentPart>
          </mc:Choice>
          <mc:Fallback>
            <p:pic>
              <p:nvPicPr>
                <p:cNvPr id="13" name="Ink 12">
                  <a:extLst>
                    <a:ext uri="{FF2B5EF4-FFF2-40B4-BE49-F238E27FC236}">
                      <a16:creationId xmlns:a16="http://schemas.microsoft.com/office/drawing/2014/main" id="{360773BA-ED64-A09D-FD4C-0873930FF376}"/>
                    </a:ext>
                  </a:extLst>
                </p:cNvPr>
                <p:cNvPicPr/>
                <p:nvPr/>
              </p:nvPicPr>
              <p:blipFill>
                <a:blip r:embed="rId19"/>
                <a:stretch>
                  <a:fillRect/>
                </a:stretch>
              </p:blipFill>
              <p:spPr>
                <a:xfrm>
                  <a:off x="8300995" y="3537910"/>
                  <a:ext cx="16524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521DEE12-3EB6-4C75-4299-57A7CBF39A71}"/>
                    </a:ext>
                  </a:extLst>
                </p14:cNvPr>
                <p14:cNvContentPartPr/>
                <p14:nvPr/>
              </p14:nvContentPartPr>
              <p14:xfrm>
                <a:off x="9622915" y="3540070"/>
                <a:ext cx="1370160" cy="44640"/>
              </p14:xfrm>
            </p:contentPart>
          </mc:Choice>
          <mc:Fallback>
            <p:pic>
              <p:nvPicPr>
                <p:cNvPr id="14" name="Ink 13">
                  <a:extLst>
                    <a:ext uri="{FF2B5EF4-FFF2-40B4-BE49-F238E27FC236}">
                      <a16:creationId xmlns:a16="http://schemas.microsoft.com/office/drawing/2014/main" id="{521DEE12-3EB6-4C75-4299-57A7CBF39A71}"/>
                    </a:ext>
                  </a:extLst>
                </p:cNvPr>
                <p:cNvPicPr/>
                <p:nvPr/>
              </p:nvPicPr>
              <p:blipFill>
                <a:blip r:embed="rId21"/>
                <a:stretch>
                  <a:fillRect/>
                </a:stretch>
              </p:blipFill>
              <p:spPr>
                <a:xfrm>
                  <a:off x="9616795" y="3533950"/>
                  <a:ext cx="1382400" cy="56880"/>
                </a:xfrm>
                <a:prstGeom prst="rect">
                  <a:avLst/>
                </a:prstGeom>
              </p:spPr>
            </p:pic>
          </mc:Fallback>
        </mc:AlternateContent>
      </p:grpSp>
      <p:grpSp>
        <p:nvGrpSpPr>
          <p:cNvPr id="18" name="Group 17">
            <a:extLst>
              <a:ext uri="{FF2B5EF4-FFF2-40B4-BE49-F238E27FC236}">
                <a16:creationId xmlns:a16="http://schemas.microsoft.com/office/drawing/2014/main" id="{A59EE86E-6CC9-A4FC-5F4F-35F2F0354D08}"/>
              </a:ext>
            </a:extLst>
          </p:cNvPr>
          <p:cNvGrpSpPr/>
          <p:nvPr/>
        </p:nvGrpSpPr>
        <p:grpSpPr>
          <a:xfrm>
            <a:off x="4427035" y="4088710"/>
            <a:ext cx="901080" cy="847800"/>
            <a:chOff x="4427035" y="4088710"/>
            <a:chExt cx="901080" cy="847800"/>
          </a:xfrm>
        </p:grpSpPr>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91231501-2379-FC73-5E73-545411E74894}"/>
                    </a:ext>
                  </a:extLst>
                </p14:cNvPr>
                <p14:cNvContentPartPr/>
                <p14:nvPr/>
              </p14:nvContentPartPr>
              <p14:xfrm>
                <a:off x="4436395" y="4088710"/>
                <a:ext cx="891720" cy="442440"/>
              </p14:xfrm>
            </p:contentPart>
          </mc:Choice>
          <mc:Fallback>
            <p:pic>
              <p:nvPicPr>
                <p:cNvPr id="16" name="Ink 15">
                  <a:extLst>
                    <a:ext uri="{FF2B5EF4-FFF2-40B4-BE49-F238E27FC236}">
                      <a16:creationId xmlns:a16="http://schemas.microsoft.com/office/drawing/2014/main" id="{91231501-2379-FC73-5E73-545411E74894}"/>
                    </a:ext>
                  </a:extLst>
                </p:cNvPr>
                <p:cNvPicPr/>
                <p:nvPr/>
              </p:nvPicPr>
              <p:blipFill>
                <a:blip r:embed="rId23"/>
                <a:stretch>
                  <a:fillRect/>
                </a:stretch>
              </p:blipFill>
              <p:spPr>
                <a:xfrm>
                  <a:off x="4430275" y="4082590"/>
                  <a:ext cx="903960" cy="454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7DEC76FD-1B6D-ECFE-48D4-BB7703ADCC69}"/>
                    </a:ext>
                  </a:extLst>
                </p14:cNvPr>
                <p14:cNvContentPartPr/>
                <p14:nvPr/>
              </p14:nvContentPartPr>
              <p14:xfrm>
                <a:off x="4427035" y="4472830"/>
                <a:ext cx="862920" cy="463680"/>
              </p14:xfrm>
            </p:contentPart>
          </mc:Choice>
          <mc:Fallback>
            <p:pic>
              <p:nvPicPr>
                <p:cNvPr id="17" name="Ink 16">
                  <a:extLst>
                    <a:ext uri="{FF2B5EF4-FFF2-40B4-BE49-F238E27FC236}">
                      <a16:creationId xmlns:a16="http://schemas.microsoft.com/office/drawing/2014/main" id="{7DEC76FD-1B6D-ECFE-48D4-BB7703ADCC69}"/>
                    </a:ext>
                  </a:extLst>
                </p:cNvPr>
                <p:cNvPicPr/>
                <p:nvPr/>
              </p:nvPicPr>
              <p:blipFill>
                <a:blip r:embed="rId25"/>
                <a:stretch>
                  <a:fillRect/>
                </a:stretch>
              </p:blipFill>
              <p:spPr>
                <a:xfrm>
                  <a:off x="4420915" y="4466710"/>
                  <a:ext cx="875160" cy="47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3294A1B2-8298-D2C8-4434-E7580101EA9C}"/>
                  </a:ext>
                </a:extLst>
              </p14:cNvPr>
              <p14:cNvContentPartPr/>
              <p14:nvPr/>
            </p14:nvContentPartPr>
            <p14:xfrm>
              <a:off x="2552515" y="5495230"/>
              <a:ext cx="6280920" cy="114480"/>
            </p14:xfrm>
          </p:contentPart>
        </mc:Choice>
        <mc:Fallback>
          <p:pic>
            <p:nvPicPr>
              <p:cNvPr id="19" name="Ink 18">
                <a:extLst>
                  <a:ext uri="{FF2B5EF4-FFF2-40B4-BE49-F238E27FC236}">
                    <a16:creationId xmlns:a16="http://schemas.microsoft.com/office/drawing/2014/main" id="{3294A1B2-8298-D2C8-4434-E7580101EA9C}"/>
                  </a:ext>
                </a:extLst>
              </p:cNvPr>
              <p:cNvPicPr/>
              <p:nvPr/>
            </p:nvPicPr>
            <p:blipFill>
              <a:blip r:embed="rId27"/>
              <a:stretch>
                <a:fillRect/>
              </a:stretch>
            </p:blipFill>
            <p:spPr>
              <a:xfrm>
                <a:off x="2546395" y="5489110"/>
                <a:ext cx="6293160" cy="126720"/>
              </a:xfrm>
              <a:prstGeom prst="rect">
                <a:avLst/>
              </a:prstGeom>
            </p:spPr>
          </p:pic>
        </mc:Fallback>
      </mc:AlternateContent>
    </p:spTree>
    <p:extLst>
      <p:ext uri="{BB962C8B-B14F-4D97-AF65-F5344CB8AC3E}">
        <p14:creationId xmlns:p14="http://schemas.microsoft.com/office/powerpoint/2010/main" val="35212082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1:</a:t>
            </a:r>
            <a:endParaRPr lang="en-IN" dirty="0"/>
          </a:p>
        </p:txBody>
      </p:sp>
      <p:sp>
        <p:nvSpPr>
          <p:cNvPr id="7" name="Rectangle 6"/>
          <p:cNvSpPr/>
          <p:nvPr/>
        </p:nvSpPr>
        <p:spPr>
          <a:xfrm>
            <a:off x="838200" y="1447800"/>
            <a:ext cx="10515600" cy="3416320"/>
          </a:xfrm>
          <a:prstGeom prst="rect">
            <a:avLst/>
          </a:prstGeom>
        </p:spPr>
        <p:txBody>
          <a:bodyPr wrap="square">
            <a:spAutoFit/>
          </a:bodyPr>
          <a:lstStyle/>
          <a:p>
            <a:r>
              <a:rPr lang="en-US" sz="2400" dirty="0"/>
              <a:t>In a factory, 8% of all machines break down at least once a year. Use the Poisson approximation to the binomial distribution to determine the probabilities that among 25 machines (randomly chosen in the factory):</a:t>
            </a:r>
          </a:p>
          <a:p>
            <a:endParaRPr lang="en-US" sz="2400" dirty="0"/>
          </a:p>
          <a:p>
            <a:pPr marL="342900" indent="-342900">
              <a:buAutoNum type="alphaLcParenBoth"/>
            </a:pPr>
            <a:r>
              <a:rPr lang="en-US" sz="2400" dirty="0"/>
              <a:t>5 will break down at least once a year;</a:t>
            </a:r>
          </a:p>
          <a:p>
            <a:pPr marL="342900" indent="-342900">
              <a:buAutoNum type="alphaLcParenBoth"/>
            </a:pPr>
            <a:endParaRPr lang="en-US" sz="2400" dirty="0"/>
          </a:p>
          <a:p>
            <a:pPr marL="342900" indent="-342900">
              <a:buAutoNum type="alphaLcParenBoth"/>
            </a:pPr>
            <a:r>
              <a:rPr lang="en-US" sz="2400" dirty="0"/>
              <a:t> at least 4 will break down once a year:</a:t>
            </a:r>
          </a:p>
          <a:p>
            <a:pPr marL="342900" indent="-342900">
              <a:buAutoNum type="alphaLcParenBoth"/>
            </a:pPr>
            <a:endParaRPr lang="en-US" sz="2400" dirty="0"/>
          </a:p>
          <a:p>
            <a:pPr marL="342900" indent="-342900">
              <a:buAutoNum type="alphaLcParenBoth"/>
            </a:pPr>
            <a:r>
              <a:rPr lang="en-US" sz="2400" dirty="0"/>
              <a:t> anywhere from 3 to 8, inclusive, will break down at least once a year.</a:t>
            </a:r>
          </a:p>
        </p:txBody>
      </p:sp>
    </p:spTree>
    <p:extLst>
      <p:ext uri="{BB962C8B-B14F-4D97-AF65-F5344CB8AC3E}">
        <p14:creationId xmlns:p14="http://schemas.microsoft.com/office/powerpoint/2010/main" val="2475999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BC2BE7D3-7154-2617-0460-0E2EEB7D31C6}"/>
                  </a:ext>
                </a:extLst>
              </p:cNvPr>
              <p:cNvSpPr txBox="1"/>
              <p:nvPr/>
            </p:nvSpPr>
            <p:spPr>
              <a:xfrm>
                <a:off x="685800" y="1600200"/>
                <a:ext cx="7391400"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IN" sz="3200" i="1" smtClean="0">
                          <a:latin typeface="Cambria Math" panose="02040503050406030204" pitchFamily="18" charset="0"/>
                          <a:ea typeface="Cambria Math" panose="02040503050406030204" pitchFamily="18" charset="0"/>
                        </a:rPr>
                        <m:t>𝜆</m:t>
                      </m:r>
                      <m:r>
                        <a:rPr lang="en-IN" sz="3200" b="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𝑛𝑝</m:t>
                      </m:r>
                      <m:r>
                        <a:rPr lang="en-IN" sz="3200" b="0" i="1" smtClean="0">
                          <a:latin typeface="Cambria Math" panose="02040503050406030204" pitchFamily="18" charset="0"/>
                          <a:ea typeface="Cambria Math" panose="02040503050406030204" pitchFamily="18" charset="0"/>
                        </a:rPr>
                        <m:t>=25×0.08=2</m:t>
                      </m:r>
                    </m:oMath>
                  </m:oMathPara>
                </a14:m>
                <a:endParaRPr lang="en-IN" sz="3200" dirty="0"/>
              </a:p>
              <a:p>
                <a:r>
                  <a:rPr lang="en-IN" sz="3200" dirty="0"/>
                  <a:t>Apply Poisson distribution</a:t>
                </a:r>
              </a:p>
              <a:p>
                <a:r>
                  <a:rPr lang="en-IN" sz="3200" dirty="0"/>
                  <a:t>a)P(X=5)</a:t>
                </a:r>
              </a:p>
              <a:p>
                <a:r>
                  <a:rPr lang="en-IN" sz="3200" dirty="0"/>
                  <a:t>b)P(X</a:t>
                </a:r>
                <a14:m>
                  <m:oMath xmlns:m="http://schemas.openxmlformats.org/officeDocument/2006/math">
                    <m:r>
                      <a:rPr lang="en-IN" sz="320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4)=1−</m:t>
                    </m:r>
                    <m:r>
                      <a:rPr lang="en-IN" sz="3200" b="0" i="1" smtClean="0">
                        <a:latin typeface="Cambria Math" panose="02040503050406030204" pitchFamily="18" charset="0"/>
                        <a:ea typeface="Cambria Math" panose="02040503050406030204" pitchFamily="18" charset="0"/>
                      </a:rPr>
                      <m:t>𝑃</m:t>
                    </m:r>
                    <m:r>
                      <a:rPr lang="en-IN" sz="3200" b="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𝑋</m:t>
                    </m:r>
                    <m:r>
                      <a:rPr lang="en-IN" sz="3200" b="0" i="1" smtClean="0">
                        <a:latin typeface="Cambria Math" panose="02040503050406030204" pitchFamily="18" charset="0"/>
                        <a:ea typeface="Cambria Math" panose="02040503050406030204" pitchFamily="18" charset="0"/>
                      </a:rPr>
                      <m:t>&lt;4)</m:t>
                    </m:r>
                  </m:oMath>
                </a14:m>
                <a:endParaRPr lang="en-IN" sz="3200" b="0" dirty="0">
                  <a:ea typeface="Cambria Math" panose="02040503050406030204" pitchFamily="18" charset="0"/>
                </a:endParaRPr>
              </a:p>
              <a:p>
                <a:r>
                  <a:rPr lang="en-IN" sz="3200" dirty="0"/>
                  <a:t>c) P(3</a:t>
                </a:r>
                <a14:m>
                  <m:oMath xmlns:m="http://schemas.openxmlformats.org/officeDocument/2006/math">
                    <m:r>
                      <a:rPr lang="en-IN" sz="320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𝑥</m:t>
                    </m:r>
                    <m:r>
                      <a:rPr lang="en-IN" sz="3200" b="0" i="1" smtClean="0">
                        <a:latin typeface="Cambria Math" panose="02040503050406030204" pitchFamily="18" charset="0"/>
                        <a:ea typeface="Cambria Math" panose="02040503050406030204" pitchFamily="18" charset="0"/>
                      </a:rPr>
                      <m:t>≤8)</m:t>
                    </m:r>
                  </m:oMath>
                </a14:m>
                <a:r>
                  <a:rPr lang="en-IN" sz="3200" dirty="0"/>
                  <a:t>=P(3)+P(4)+P(5)+P(6)+P(7)+P(8)</a:t>
                </a:r>
              </a:p>
            </p:txBody>
          </p:sp>
        </mc:Choice>
        <mc:Fallback xmlns="">
          <p:sp>
            <p:nvSpPr>
              <p:cNvPr id="5" name="TextBox 3">
                <a:extLst>
                  <a:ext uri="{FF2B5EF4-FFF2-40B4-BE49-F238E27FC236}">
                    <a16:creationId xmlns:a16="http://schemas.microsoft.com/office/drawing/2014/main" id="{BC2BE7D3-7154-2617-0460-0E2EEB7D31C6}"/>
                  </a:ext>
                </a:extLst>
              </p:cNvPr>
              <p:cNvSpPr txBox="1">
                <a:spLocks noRot="1" noChangeAspect="1" noMove="1" noResize="1" noEditPoints="1" noAdjustHandles="1" noChangeArrowheads="1" noChangeShapeType="1" noTextEdit="1"/>
              </p:cNvSpPr>
              <p:nvPr/>
            </p:nvSpPr>
            <p:spPr>
              <a:xfrm>
                <a:off x="685800" y="1600200"/>
                <a:ext cx="7391400" cy="3046988"/>
              </a:xfrm>
              <a:prstGeom prst="rect">
                <a:avLst/>
              </a:prstGeom>
              <a:blipFill>
                <a:blip r:embed="rId2"/>
                <a:stretch>
                  <a:fillRect l="-2145" b="-5812"/>
                </a:stretch>
              </a:blipFill>
            </p:spPr>
            <p:txBody>
              <a:bodyPr/>
              <a:lstStyle/>
              <a:p>
                <a:r>
                  <a:rPr lang="en-IN">
                    <a:noFill/>
                  </a:rPr>
                  <a:t> </a:t>
                </a:r>
              </a:p>
            </p:txBody>
          </p:sp>
        </mc:Fallback>
      </mc:AlternateContent>
    </p:spTree>
    <p:extLst>
      <p:ext uri="{BB962C8B-B14F-4D97-AF65-F5344CB8AC3E}">
        <p14:creationId xmlns:p14="http://schemas.microsoft.com/office/powerpoint/2010/main" val="596348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2:</a:t>
            </a:r>
            <a:endParaRPr lang="en-IN" dirty="0"/>
          </a:p>
        </p:txBody>
      </p:sp>
      <p:sp>
        <p:nvSpPr>
          <p:cNvPr id="3" name="TextBox 2"/>
          <p:cNvSpPr txBox="1"/>
          <p:nvPr/>
        </p:nvSpPr>
        <p:spPr>
          <a:xfrm>
            <a:off x="685800" y="1469518"/>
            <a:ext cx="7772400" cy="2251065"/>
          </a:xfrm>
          <a:prstGeom prst="rect">
            <a:avLst/>
          </a:prstGeom>
          <a:noFill/>
        </p:spPr>
        <p:txBody>
          <a:bodyPr wrap="square" rtlCol="0">
            <a:spAutoFit/>
          </a:bodyPr>
          <a:lstStyle/>
          <a:p>
            <a:pPr algn="just">
              <a:lnSpc>
                <a:spcPct val="150000"/>
              </a:lnSpc>
            </a:pPr>
            <a:r>
              <a:rPr lang="en-US" sz="2400" dirty="0">
                <a:cs typeface="Times New Roman" pitchFamily="18" charset="0"/>
              </a:rPr>
              <a:t>The average number of trucks arriving on any one day at a truck depot in a certain city is known to be 12. what is the probability that on a given day fewer than nine trucks will arrive at this depot?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3D64B1-761D-71A4-D93D-827F161A31EA}"/>
                  </a:ext>
                </a:extLst>
              </p:cNvPr>
              <p:cNvSpPr txBox="1"/>
              <p:nvPr/>
            </p:nvSpPr>
            <p:spPr>
              <a:xfrm>
                <a:off x="685800" y="4209390"/>
                <a:ext cx="7010400" cy="1323439"/>
              </a:xfrm>
              <a:prstGeom prst="rect">
                <a:avLst/>
              </a:prstGeom>
              <a:noFill/>
            </p:spPr>
            <p:txBody>
              <a:bodyPr wrap="square">
                <a:spAutoFit/>
              </a:bodyPr>
              <a:lstStyle/>
              <a:p>
                <a:r>
                  <a:rPr lang="en-IN" sz="2000" dirty="0"/>
                  <a:t>Hint : </a:t>
                </a:r>
                <a14:m>
                  <m:oMath xmlns:m="http://schemas.openxmlformats.org/officeDocument/2006/math">
                    <m:r>
                      <a:rPr lang="en-IN" sz="2000" i="1" smtClean="0">
                        <a:latin typeface="Cambria Math" panose="02040503050406030204" pitchFamily="18" charset="0"/>
                        <a:ea typeface="Cambria Math" panose="02040503050406030204" pitchFamily="18" charset="0"/>
                      </a:rPr>
                      <m:t>𝜆</m:t>
                    </m:r>
                  </m:oMath>
                </a14:m>
                <a:r>
                  <a:rPr lang="en-IN" sz="2000" dirty="0"/>
                  <a:t> =12</a:t>
                </a:r>
              </a:p>
              <a:p>
                <a:endParaRPr lang="en-IN" sz="2000" dirty="0"/>
              </a:p>
              <a:p>
                <a:r>
                  <a:rPr lang="en-IN" sz="2000" dirty="0"/>
                  <a:t>Apply Poisson distribution</a:t>
                </a:r>
              </a:p>
              <a:p>
                <a:r>
                  <a:rPr lang="en-IN" sz="2000" dirty="0"/>
                  <a:t>P(x&lt;9) =P(x</a:t>
                </a:r>
                <a14:m>
                  <m:oMath xmlns:m="http://schemas.openxmlformats.org/officeDocument/2006/math">
                    <m:r>
                      <a:rPr lang="en-IN" sz="2000" i="1" smtClean="0">
                        <a:latin typeface="Cambria Math" panose="02040503050406030204" pitchFamily="18" charset="0"/>
                        <a:ea typeface="Cambria Math" panose="02040503050406030204" pitchFamily="18" charset="0"/>
                      </a:rPr>
                      <m:t>≤</m:t>
                    </m:r>
                  </m:oMath>
                </a14:m>
                <a:r>
                  <a:rPr lang="en-IN" sz="2000" dirty="0"/>
                  <a:t>8)=P(0)+P(1)+P(2)+P(3)+P(4)+P(5)+P(6)+P(7)+P(8)</a:t>
                </a:r>
              </a:p>
            </p:txBody>
          </p:sp>
        </mc:Choice>
        <mc:Fallback xmlns="">
          <p:sp>
            <p:nvSpPr>
              <p:cNvPr id="4" name="TextBox 3">
                <a:extLst>
                  <a:ext uri="{FF2B5EF4-FFF2-40B4-BE49-F238E27FC236}">
                    <a16:creationId xmlns:a16="http://schemas.microsoft.com/office/drawing/2014/main" id="{C93D64B1-761D-71A4-D93D-827F161A31EA}"/>
                  </a:ext>
                </a:extLst>
              </p:cNvPr>
              <p:cNvSpPr txBox="1">
                <a:spLocks noRot="1" noChangeAspect="1" noMove="1" noResize="1" noEditPoints="1" noAdjustHandles="1" noChangeArrowheads="1" noChangeShapeType="1" noTextEdit="1"/>
              </p:cNvSpPr>
              <p:nvPr/>
            </p:nvSpPr>
            <p:spPr>
              <a:xfrm>
                <a:off x="685800" y="4209390"/>
                <a:ext cx="7010400" cy="1323439"/>
              </a:xfrm>
              <a:prstGeom prst="rect">
                <a:avLst/>
              </a:prstGeom>
              <a:blipFill>
                <a:blip r:embed="rId2"/>
                <a:stretch>
                  <a:fillRect l="-957" t="-2765" b="-7373"/>
                </a:stretch>
              </a:blipFill>
            </p:spPr>
            <p:txBody>
              <a:bodyPr/>
              <a:lstStyle/>
              <a:p>
                <a:r>
                  <a:rPr lang="en-IN">
                    <a:noFill/>
                  </a:rPr>
                  <a:t> </a:t>
                </a:r>
              </a:p>
            </p:txBody>
          </p:sp>
        </mc:Fallback>
      </mc:AlternateContent>
    </p:spTree>
    <p:extLst>
      <p:ext uri="{BB962C8B-B14F-4D97-AF65-F5344CB8AC3E}">
        <p14:creationId xmlns:p14="http://schemas.microsoft.com/office/powerpoint/2010/main" val="11758331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3:</a:t>
            </a:r>
            <a:endParaRPr lang="en-IN" dirty="0"/>
          </a:p>
        </p:txBody>
      </p:sp>
      <p:sp>
        <p:nvSpPr>
          <p:cNvPr id="3" name="TextBox 2"/>
          <p:cNvSpPr txBox="1"/>
          <p:nvPr/>
        </p:nvSpPr>
        <p:spPr>
          <a:xfrm>
            <a:off x="457200" y="1295400"/>
            <a:ext cx="10896600" cy="1754326"/>
          </a:xfrm>
          <a:prstGeom prst="rect">
            <a:avLst/>
          </a:prstGeom>
          <a:noFill/>
        </p:spPr>
        <p:txBody>
          <a:bodyPr wrap="square" rtlCol="0">
            <a:spAutoFit/>
          </a:bodyPr>
          <a:lstStyle/>
          <a:p>
            <a:pPr algn="just">
              <a:lnSpc>
                <a:spcPct val="150000"/>
              </a:lnSpc>
            </a:pPr>
            <a:r>
              <a:rPr lang="en-US" sz="2400" dirty="0">
                <a:cs typeface="Times New Roman" pitchFamily="18" charset="0"/>
              </a:rPr>
              <a:t>A certain kind of sheet metal has on the average, five defects per 10 square feet. If we assume a Poisson distribution, what is the probability that a 15-square-foot sheet of the metal will have at least six defects?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5F0CBE-3B9B-DF84-E70E-6A858341D4C1}"/>
                  </a:ext>
                </a:extLst>
              </p:cNvPr>
              <p:cNvSpPr txBox="1"/>
              <p:nvPr/>
            </p:nvSpPr>
            <p:spPr>
              <a:xfrm>
                <a:off x="314826" y="3820666"/>
                <a:ext cx="4572000" cy="1015663"/>
              </a:xfrm>
              <a:prstGeom prst="rect">
                <a:avLst/>
              </a:prstGeom>
              <a:noFill/>
            </p:spPr>
            <p:txBody>
              <a:bodyPr wrap="square">
                <a:spAutoFit/>
              </a:bodyPr>
              <a:lstStyle/>
              <a:p>
                <a:r>
                  <a:rPr lang="en-US" sz="1800" dirty="0">
                    <a:cs typeface="Times New Roman" pitchFamily="18" charset="0"/>
                  </a:rPr>
                  <a:t>    </a:t>
                </a:r>
                <a:r>
                  <a:rPr lang="en-US" sz="2000" dirty="0">
                    <a:cs typeface="Times New Roman" pitchFamily="18" charset="0"/>
                  </a:rPr>
                  <a:t>Hint :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itchFamily="18" charset="0"/>
                      </a:rPr>
                      <m:t>𝜆</m:t>
                    </m:r>
                    <m:r>
                      <a:rPr lang="en-IN" sz="2000" b="0" i="1" smtClean="0">
                        <a:latin typeface="Cambria Math" panose="02040503050406030204" pitchFamily="18" charset="0"/>
                        <a:ea typeface="Cambria Math" panose="02040503050406030204" pitchFamily="18" charset="0"/>
                        <a:cs typeface="Times New Roman" pitchFamily="18" charset="0"/>
                      </a:rPr>
                      <m:t>=(15)5</m:t>
                    </m:r>
                  </m:oMath>
                </a14:m>
                <a:r>
                  <a:rPr lang="en-US" sz="2000" dirty="0">
                    <a:cs typeface="Times New Roman" pitchFamily="18" charset="0"/>
                  </a:rPr>
                  <a:t>/10=7.5</a:t>
                </a:r>
              </a:p>
              <a:p>
                <a:endParaRPr lang="en-US" sz="2000" dirty="0">
                  <a:cs typeface="Times New Roman" pitchFamily="18" charset="0"/>
                </a:endParaRPr>
              </a:p>
              <a:p>
                <a:r>
                  <a:rPr lang="en-US" sz="2000" dirty="0">
                    <a:cs typeface="Times New Roman" pitchFamily="18" charset="0"/>
                  </a:rPr>
                  <a:t>    P(X</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itchFamily="18" charset="0"/>
                      </a:rPr>
                      <m:t>≥</m:t>
                    </m:r>
                    <m:r>
                      <a:rPr lang="en-IN" sz="2000" b="0" i="1" smtClean="0">
                        <a:latin typeface="Cambria Math" panose="02040503050406030204" pitchFamily="18" charset="0"/>
                        <a:ea typeface="Cambria Math" panose="02040503050406030204" pitchFamily="18" charset="0"/>
                        <a:cs typeface="Times New Roman" pitchFamily="18" charset="0"/>
                      </a:rPr>
                      <m:t>6)=1−</m:t>
                    </m:r>
                    <m:r>
                      <a:rPr lang="en-IN" sz="2000" b="0" i="1" smtClean="0">
                        <a:latin typeface="Cambria Math" panose="02040503050406030204" pitchFamily="18" charset="0"/>
                        <a:ea typeface="Cambria Math" panose="02040503050406030204" pitchFamily="18" charset="0"/>
                        <a:cs typeface="Times New Roman" pitchFamily="18" charset="0"/>
                      </a:rPr>
                      <m:t>𝑃</m:t>
                    </m:r>
                    <m:r>
                      <a:rPr lang="en-IN" sz="2000" b="0" i="1" smtClean="0">
                        <a:latin typeface="Cambria Math" panose="02040503050406030204" pitchFamily="18" charset="0"/>
                        <a:ea typeface="Cambria Math" panose="02040503050406030204" pitchFamily="18" charset="0"/>
                        <a:cs typeface="Times New Roman" pitchFamily="18" charset="0"/>
                      </a:rPr>
                      <m:t>(</m:t>
                    </m:r>
                    <m:r>
                      <a:rPr lang="en-IN" sz="2000" b="0" i="1" smtClean="0">
                        <a:latin typeface="Cambria Math" panose="02040503050406030204" pitchFamily="18" charset="0"/>
                        <a:ea typeface="Cambria Math" panose="02040503050406030204" pitchFamily="18" charset="0"/>
                        <a:cs typeface="Times New Roman" pitchFamily="18" charset="0"/>
                      </a:rPr>
                      <m:t>𝑋</m:t>
                    </m:r>
                    <m:r>
                      <a:rPr lang="en-IN" sz="2000" b="0" i="1" smtClean="0">
                        <a:latin typeface="Cambria Math" panose="02040503050406030204" pitchFamily="18" charset="0"/>
                        <a:ea typeface="Cambria Math" panose="02040503050406030204" pitchFamily="18" charset="0"/>
                        <a:cs typeface="Times New Roman" pitchFamily="18" charset="0"/>
                      </a:rPr>
                      <m:t>&lt;6)</m:t>
                    </m:r>
                  </m:oMath>
                </a14:m>
                <a:endParaRPr lang="en-US" sz="2000" dirty="0">
                  <a:cs typeface="Times New Roman" pitchFamily="18" charset="0"/>
                </a:endParaRPr>
              </a:p>
            </p:txBody>
          </p:sp>
        </mc:Choice>
        <mc:Fallback xmlns="">
          <p:sp>
            <p:nvSpPr>
              <p:cNvPr id="4" name="TextBox 3">
                <a:extLst>
                  <a:ext uri="{FF2B5EF4-FFF2-40B4-BE49-F238E27FC236}">
                    <a16:creationId xmlns:a16="http://schemas.microsoft.com/office/drawing/2014/main" id="{B15F0CBE-3B9B-DF84-E70E-6A858341D4C1}"/>
                  </a:ext>
                </a:extLst>
              </p:cNvPr>
              <p:cNvSpPr txBox="1">
                <a:spLocks noRot="1" noChangeAspect="1" noMove="1" noResize="1" noEditPoints="1" noAdjustHandles="1" noChangeArrowheads="1" noChangeShapeType="1" noTextEdit="1"/>
              </p:cNvSpPr>
              <p:nvPr/>
            </p:nvSpPr>
            <p:spPr>
              <a:xfrm>
                <a:off x="314826" y="3820666"/>
                <a:ext cx="4572000" cy="1015663"/>
              </a:xfrm>
              <a:prstGeom prst="rect">
                <a:avLst/>
              </a:prstGeom>
              <a:blipFill>
                <a:blip r:embed="rId2"/>
                <a:stretch>
                  <a:fillRect t="-3614" b="-10241"/>
                </a:stretch>
              </a:blipFill>
            </p:spPr>
            <p:txBody>
              <a:bodyPr/>
              <a:lstStyle/>
              <a:p>
                <a:r>
                  <a:rPr lang="en-IN">
                    <a:noFill/>
                  </a:rPr>
                  <a:t> </a:t>
                </a:r>
              </a:p>
            </p:txBody>
          </p:sp>
        </mc:Fallback>
      </mc:AlternateContent>
    </p:spTree>
    <p:extLst>
      <p:ext uri="{BB962C8B-B14F-4D97-AF65-F5344CB8AC3E}">
        <p14:creationId xmlns:p14="http://schemas.microsoft.com/office/powerpoint/2010/main" val="498097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4:</a:t>
            </a:r>
            <a:endParaRPr lang="en-IN" dirty="0"/>
          </a:p>
        </p:txBody>
      </p:sp>
      <p:sp>
        <p:nvSpPr>
          <p:cNvPr id="3" name="Content Placeholder 1">
            <a:extLst>
              <a:ext uri="{FF2B5EF4-FFF2-40B4-BE49-F238E27FC236}">
                <a16:creationId xmlns:a16="http://schemas.microsoft.com/office/drawing/2014/main" id="{9BF1361A-A906-3372-C7AD-C89FA3C0DF0C}"/>
              </a:ext>
            </a:extLst>
          </p:cNvPr>
          <p:cNvSpPr txBox="1">
            <a:spLocks/>
          </p:cNvSpPr>
          <p:nvPr/>
        </p:nvSpPr>
        <p:spPr>
          <a:xfrm>
            <a:off x="76200" y="1066800"/>
            <a:ext cx="11734800" cy="4754459"/>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400" dirty="0"/>
              <a:t>What is the probability that a standard normal variate Z will be</a:t>
            </a:r>
          </a:p>
          <a:p>
            <a:pPr marL="0" indent="0">
              <a:buNone/>
            </a:pPr>
            <a:r>
              <a:rPr lang="en-US" sz="6400" dirty="0"/>
              <a:t> (</a:t>
            </a:r>
            <a:r>
              <a:rPr lang="en-US" sz="6400" dirty="0" err="1"/>
              <a:t>i</a:t>
            </a:r>
            <a:r>
              <a:rPr lang="en-US" sz="6400" dirty="0"/>
              <a:t>) greater than 1.09 </a:t>
            </a:r>
          </a:p>
          <a:p>
            <a:pPr marL="0" indent="0">
              <a:buNone/>
            </a:pPr>
            <a:r>
              <a:rPr lang="en-US" sz="6400" dirty="0"/>
              <a:t>(ii) less than –1.65</a:t>
            </a:r>
          </a:p>
          <a:p>
            <a:pPr marL="0" indent="0">
              <a:buNone/>
            </a:pPr>
            <a:r>
              <a:rPr lang="en-US" sz="6400" dirty="0"/>
              <a:t> (iii) lying between –1.00 and 1.96 </a:t>
            </a:r>
          </a:p>
          <a:p>
            <a:pPr marL="0" indent="0">
              <a:buNone/>
            </a:pPr>
            <a:r>
              <a:rPr lang="en-US" sz="6400" dirty="0"/>
              <a:t>(iv) lying between 1.25 and 2.75</a:t>
            </a:r>
          </a:p>
          <a:p>
            <a:pPr marL="0" indent="0">
              <a:buNone/>
            </a:pPr>
            <a:endParaRPr lang="en-US" sz="6400" dirty="0"/>
          </a:p>
          <a:p>
            <a:pPr marL="0" indent="0">
              <a:buNone/>
            </a:pPr>
            <a:r>
              <a:rPr lang="en-US" sz="6400" dirty="0">
                <a:solidFill>
                  <a:srgbClr val="FF0000"/>
                </a:solidFill>
              </a:rPr>
              <a:t>Solution : </a:t>
            </a:r>
          </a:p>
          <a:p>
            <a:pPr marL="0" indent="0">
              <a:buNone/>
            </a:pPr>
            <a:r>
              <a:rPr lang="en-US" sz="6400" dirty="0"/>
              <a:t>(</a:t>
            </a:r>
            <a:r>
              <a:rPr lang="en-US" sz="6400" dirty="0" err="1"/>
              <a:t>i</a:t>
            </a:r>
            <a:r>
              <a:rPr lang="en-US" sz="6400" dirty="0"/>
              <a:t>) greater than 1.09</a:t>
            </a:r>
          </a:p>
          <a:p>
            <a:pPr marL="0" indent="0">
              <a:buNone/>
            </a:pPr>
            <a:r>
              <a:rPr lang="en-US" sz="6400" dirty="0"/>
              <a:t> The total area under the curve is equal to 1 , so that the total area to the right Z = 0 is 0.5 (since the curve is symmetrical).</a:t>
            </a:r>
          </a:p>
          <a:p>
            <a:pPr marL="0" indent="0">
              <a:buNone/>
            </a:pPr>
            <a:r>
              <a:rPr lang="en-US" sz="6400" dirty="0"/>
              <a:t> The area between Z = 0 and 1.09 (from tables) is 0.3621</a:t>
            </a:r>
          </a:p>
          <a:p>
            <a:pPr marL="0" indent="0">
              <a:buNone/>
            </a:pPr>
            <a:r>
              <a:rPr lang="en-US" sz="6400" dirty="0"/>
              <a:t>P(Z &gt; 1.09) = 0.5000 – 0.3621 = 0.1379 </a:t>
            </a:r>
          </a:p>
          <a:p>
            <a:pPr marL="0" indent="0">
              <a:buNone/>
            </a:pPr>
            <a:r>
              <a:rPr lang="en-US" sz="6400" dirty="0"/>
              <a:t>The shaded area to the right of Z = 1.09 is the probability that Z will be greater than 1.09.</a:t>
            </a:r>
          </a:p>
          <a:p>
            <a:pPr marL="0" indent="0">
              <a:buNone/>
            </a:pPr>
            <a:endParaRPr lang="en-US" sz="6400" dirty="0"/>
          </a:p>
          <a:p>
            <a:pPr marL="0" indent="0">
              <a:buNone/>
            </a:pPr>
            <a:r>
              <a:rPr lang="en-US" sz="6400" dirty="0"/>
              <a:t>(ii) less than –1.65 </a:t>
            </a:r>
          </a:p>
          <a:p>
            <a:pPr marL="0" indent="0">
              <a:buNone/>
            </a:pPr>
            <a:r>
              <a:rPr lang="en-US" sz="6400" dirty="0"/>
              <a:t>The area between –1.65 and 0 is the same as area between 0 and 1.65. </a:t>
            </a:r>
          </a:p>
          <a:p>
            <a:pPr marL="0" indent="0">
              <a:buNone/>
            </a:pPr>
            <a:r>
              <a:rPr lang="en-US" sz="6400" dirty="0"/>
              <a:t>In the table the area between zero and 1.65 is 0.4505 </a:t>
            </a:r>
          </a:p>
          <a:p>
            <a:pPr marL="0" indent="0">
              <a:buNone/>
            </a:pPr>
            <a:r>
              <a:rPr lang="en-US" sz="6400" dirty="0"/>
              <a:t>(from the table). Since the area to the left of zero is 0.5,</a:t>
            </a:r>
          </a:p>
          <a:p>
            <a:pPr marL="0" indent="0">
              <a:buNone/>
            </a:pPr>
            <a:r>
              <a:rPr lang="en-US" sz="6400" dirty="0"/>
              <a:t> P(Z&lt; 1.65) = 0.5000 – 0.4505 = 0.0495</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endParaRPr lang="en-IN" dirty="0"/>
          </a:p>
        </p:txBody>
      </p:sp>
      <p:pic>
        <p:nvPicPr>
          <p:cNvPr id="4" name="Picture 3">
            <a:extLst>
              <a:ext uri="{FF2B5EF4-FFF2-40B4-BE49-F238E27FC236}">
                <a16:creationId xmlns:a16="http://schemas.microsoft.com/office/drawing/2014/main" id="{9FE1C6C4-A60A-40A7-DDF9-AEDE38D942C1}"/>
              </a:ext>
            </a:extLst>
          </p:cNvPr>
          <p:cNvPicPr>
            <a:picLocks noChangeAspect="1"/>
          </p:cNvPicPr>
          <p:nvPr/>
        </p:nvPicPr>
        <p:blipFill>
          <a:blip r:embed="rId2"/>
          <a:stretch>
            <a:fillRect/>
          </a:stretch>
        </p:blipFill>
        <p:spPr>
          <a:xfrm>
            <a:off x="7696200" y="1295400"/>
            <a:ext cx="2372930" cy="1651819"/>
          </a:xfrm>
          <a:prstGeom prst="rect">
            <a:avLst/>
          </a:prstGeom>
        </p:spPr>
      </p:pic>
      <p:pic>
        <p:nvPicPr>
          <p:cNvPr id="5" name="Content Placeholder 4">
            <a:extLst>
              <a:ext uri="{FF2B5EF4-FFF2-40B4-BE49-F238E27FC236}">
                <a16:creationId xmlns:a16="http://schemas.microsoft.com/office/drawing/2014/main" id="{637D0D8D-93DD-0DA4-F534-1C5E0D471BA0}"/>
              </a:ext>
            </a:extLst>
          </p:cNvPr>
          <p:cNvPicPr>
            <a:picLocks noChangeAspect="1"/>
          </p:cNvPicPr>
          <p:nvPr/>
        </p:nvPicPr>
        <p:blipFill>
          <a:blip r:embed="rId3"/>
          <a:stretch>
            <a:fillRect/>
          </a:stretch>
        </p:blipFill>
        <p:spPr>
          <a:xfrm>
            <a:off x="8341464" y="4522375"/>
            <a:ext cx="2372929" cy="1212595"/>
          </a:xfrm>
          <a:prstGeom prst="rect">
            <a:avLst/>
          </a:prstGeom>
          <a:gradFill rotWithShape="1">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lin ang="16200000" scaled="1"/>
          </a:gradFill>
          <a:ln w="9525" cap="flat" cmpd="sng" algn="ctr">
            <a:noFill/>
            <a:prstDash val="solid"/>
          </a:ln>
          <a:effectLst>
            <a:softEdge rad="50800"/>
          </a:effectLst>
        </p:spPr>
      </p:pic>
    </p:spTree>
    <p:extLst>
      <p:ext uri="{BB962C8B-B14F-4D97-AF65-F5344CB8AC3E}">
        <p14:creationId xmlns:p14="http://schemas.microsoft.com/office/powerpoint/2010/main" val="2295674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Solution:</a:t>
            </a:r>
            <a:endParaRPr lang="en-IN" dirty="0"/>
          </a:p>
        </p:txBody>
      </p:sp>
      <p:sp>
        <p:nvSpPr>
          <p:cNvPr id="3" name="Content Placeholder 6">
            <a:extLst>
              <a:ext uri="{FF2B5EF4-FFF2-40B4-BE49-F238E27FC236}">
                <a16:creationId xmlns:a16="http://schemas.microsoft.com/office/drawing/2014/main" id="{E715D171-ED0F-4B71-3554-72604430D2B1}"/>
              </a:ext>
            </a:extLst>
          </p:cNvPr>
          <p:cNvSpPr txBox="1">
            <a:spLocks/>
          </p:cNvSpPr>
          <p:nvPr/>
        </p:nvSpPr>
        <p:spPr>
          <a:xfrm>
            <a:off x="381000" y="1219200"/>
            <a:ext cx="8839200" cy="490728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(iii) lying between –1.00 and 1.96 </a:t>
            </a:r>
          </a:p>
          <a:p>
            <a:r>
              <a:rPr lang="en-US" sz="1800" dirty="0"/>
              <a:t>The probability that the random variable Z in between –1.00 and 1.96 is found by adding the corresponding areas :</a:t>
            </a:r>
          </a:p>
          <a:p>
            <a:r>
              <a:rPr lang="en-US" sz="1800" dirty="0"/>
              <a:t>Area between –1.00 and 1.96 = area between (–1.00 and 0) + area </a:t>
            </a:r>
            <a:r>
              <a:rPr lang="en-US" sz="1800" dirty="0" err="1"/>
              <a:t>betwn</a:t>
            </a:r>
            <a:r>
              <a:rPr lang="en-US" sz="1800" dirty="0"/>
              <a:t> (0 and 1.96) P(–1.00 &lt; Z &lt; 1.96) = P(–1.00 &lt; Z &lt; 0) + P(0 &lt; Z &lt; 1.96)  = 0.8163</a:t>
            </a:r>
          </a:p>
          <a:p>
            <a:endParaRPr lang="en-US" sz="1800" dirty="0"/>
          </a:p>
          <a:p>
            <a:r>
              <a:rPr lang="en-US" sz="1800" dirty="0"/>
              <a:t>(iv) lying between 1.25 and 2.75:</a:t>
            </a:r>
          </a:p>
          <a:p>
            <a:r>
              <a:rPr lang="en-US" sz="1800" dirty="0"/>
              <a:t> Area between Z = 1.25 and 2.75 = area between (z = 0 and z = 2.75) – area between (z=0 and z = 1.25)</a:t>
            </a:r>
          </a:p>
          <a:p>
            <a:r>
              <a:rPr lang="pl-PL" sz="1800" dirty="0"/>
              <a:t>P(1.25 &lt; Z &lt; 2.75) = P(0 &lt; Z &lt; 2.75) – P(0 &lt; Z &lt; 1.25)  = 0.1026</a:t>
            </a:r>
            <a:endParaRPr lang="en-IN" sz="1800" dirty="0"/>
          </a:p>
        </p:txBody>
      </p:sp>
      <p:pic>
        <p:nvPicPr>
          <p:cNvPr id="4" name="Picture 3">
            <a:extLst>
              <a:ext uri="{FF2B5EF4-FFF2-40B4-BE49-F238E27FC236}">
                <a16:creationId xmlns:a16="http://schemas.microsoft.com/office/drawing/2014/main" id="{CB7DB7D6-8BE3-BBDB-5C8E-BEBEA50CDD0E}"/>
              </a:ext>
            </a:extLst>
          </p:cNvPr>
          <p:cNvPicPr>
            <a:picLocks noChangeAspect="1"/>
          </p:cNvPicPr>
          <p:nvPr/>
        </p:nvPicPr>
        <p:blipFill>
          <a:blip r:embed="rId2"/>
          <a:stretch>
            <a:fillRect/>
          </a:stretch>
        </p:blipFill>
        <p:spPr>
          <a:xfrm>
            <a:off x="6019800" y="4678681"/>
            <a:ext cx="2536363" cy="1524000"/>
          </a:xfrm>
          <a:prstGeom prst="rect">
            <a:avLst/>
          </a:prstGeom>
        </p:spPr>
      </p:pic>
    </p:spTree>
    <p:extLst>
      <p:ext uri="{BB962C8B-B14F-4D97-AF65-F5344CB8AC3E}">
        <p14:creationId xmlns:p14="http://schemas.microsoft.com/office/powerpoint/2010/main" val="17213569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5:</a:t>
            </a:r>
            <a:endParaRPr lang="en-IN" dirty="0"/>
          </a:p>
        </p:txBody>
      </p:sp>
      <p:sp>
        <p:nvSpPr>
          <p:cNvPr id="3" name="Content Placeholder 1"/>
          <p:cNvSpPr txBox="1">
            <a:spLocks/>
          </p:cNvSpPr>
          <p:nvPr/>
        </p:nvSpPr>
        <p:spPr>
          <a:xfrm>
            <a:off x="304800" y="1493839"/>
            <a:ext cx="91440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t>The length of life of an instrument produced by a machine has a normal distribution with a mean of 12 months and a standard deviation of 2 months. Find the probability that an instrument produced by this machine will last</a:t>
            </a:r>
            <a:br>
              <a:rPr lang="en-US" sz="2400" dirty="0"/>
            </a:br>
            <a:r>
              <a:rPr lang="en-US" sz="2400" dirty="0"/>
              <a:t>a) less than 7 months.</a:t>
            </a:r>
            <a:br>
              <a:rPr lang="en-US" sz="2400" dirty="0"/>
            </a:br>
            <a:r>
              <a:rPr lang="en-US" sz="2400" dirty="0"/>
              <a:t>b) between 7 and 12 months.</a:t>
            </a:r>
          </a:p>
          <a:p>
            <a:pPr marL="0" indent="0">
              <a:buNone/>
            </a:pPr>
            <a:endParaRPr lang="en-US" sz="2400" dirty="0"/>
          </a:p>
          <a:p>
            <a:pPr marL="0" indent="0">
              <a:buNone/>
            </a:pPr>
            <a:r>
              <a:rPr lang="en-US" sz="2400" dirty="0">
                <a:solidFill>
                  <a:srgbClr val="FF0000"/>
                </a:solidFill>
              </a:rPr>
              <a:t>Solution:</a:t>
            </a:r>
            <a:r>
              <a:rPr lang="en-US" sz="2400" dirty="0"/>
              <a:t> </a:t>
            </a:r>
            <a:r>
              <a:rPr lang="pl-PL" sz="2400" dirty="0"/>
              <a:t>a) P(x &lt; 7) = P(z &lt; -2.5)= 0.0062</a:t>
            </a:r>
            <a:endParaRPr lang="en-IN" sz="2400" dirty="0"/>
          </a:p>
          <a:p>
            <a:pPr marL="0" indent="0">
              <a:buNone/>
            </a:pPr>
            <a:r>
              <a:rPr lang="en-IN" sz="2400" dirty="0"/>
              <a:t>Hint: b) P( 7&lt; x &lt;12) =</a:t>
            </a:r>
            <a:r>
              <a:rPr lang="pl-PL" sz="2400" dirty="0"/>
              <a:t> P(-2.5 &lt; z &lt; 0)= 0.4938</a:t>
            </a:r>
            <a:endParaRPr lang="en-IN" sz="2400" dirty="0"/>
          </a:p>
          <a:p>
            <a:pPr marL="0" indent="0">
              <a:buNone/>
            </a:pPr>
            <a:endParaRPr lang="en-IN" dirty="0"/>
          </a:p>
          <a:p>
            <a:endParaRPr lang="en-IN" dirty="0"/>
          </a:p>
          <a:p>
            <a:endParaRPr lang="en-IN" dirty="0"/>
          </a:p>
          <a:p>
            <a:pPr marL="0" indent="0">
              <a:buNone/>
            </a:pPr>
            <a:br>
              <a:rPr lang="pl-PL" dirty="0"/>
            </a:br>
            <a:r>
              <a:rPr lang="pl-PL" dirty="0"/>
              <a:t> </a:t>
            </a:r>
          </a:p>
          <a:p>
            <a:endParaRPr lang="en-US" dirty="0"/>
          </a:p>
        </p:txBody>
      </p:sp>
    </p:spTree>
    <p:extLst>
      <p:ext uri="{BB962C8B-B14F-4D97-AF65-F5344CB8AC3E}">
        <p14:creationId xmlns:p14="http://schemas.microsoft.com/office/powerpoint/2010/main" val="15155743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6:</a:t>
            </a:r>
            <a:endParaRPr lang="en-IN" dirty="0"/>
          </a:p>
        </p:txBody>
      </p:sp>
      <p:sp>
        <p:nvSpPr>
          <p:cNvPr id="3" name="Rectangle 2"/>
          <p:cNvSpPr/>
          <p:nvPr/>
        </p:nvSpPr>
        <p:spPr>
          <a:xfrm>
            <a:off x="304800" y="1371600"/>
            <a:ext cx="11353800" cy="5206069"/>
          </a:xfrm>
          <a:prstGeom prst="rect">
            <a:avLst/>
          </a:prstGeom>
        </p:spPr>
        <p:txBody>
          <a:bodyPr wrap="square" lIns="77751" tIns="38876" rIns="77751" bIns="38876">
            <a:spAutoFit/>
          </a:bodyPr>
          <a:lstStyle/>
          <a:p>
            <a:pPr>
              <a:lnSpc>
                <a:spcPct val="150000"/>
              </a:lnSpc>
              <a:spcBef>
                <a:spcPct val="20000"/>
              </a:spcBef>
              <a:buClr>
                <a:schemeClr val="tx1"/>
              </a:buClr>
              <a:buSzPct val="75000"/>
              <a:defRPr/>
            </a:pPr>
            <a:r>
              <a:rPr lang="en-US" sz="2800" dirty="0"/>
              <a:t>A computer crashes on average once every 4 months;</a:t>
            </a:r>
            <a:br>
              <a:rPr lang="en-US" sz="2800" dirty="0"/>
            </a:br>
            <a:r>
              <a:rPr lang="en-US" sz="2800" dirty="0"/>
              <a:t>a) What is the probability that it will not crash in a period of 4 months?</a:t>
            </a:r>
            <a:br>
              <a:rPr lang="en-US" sz="2800" dirty="0"/>
            </a:br>
            <a:r>
              <a:rPr lang="en-US" sz="2800" dirty="0"/>
              <a:t>b) What is the probability that it will crash once in a period of 4 months?</a:t>
            </a:r>
            <a:br>
              <a:rPr lang="en-US" sz="2800" dirty="0"/>
            </a:br>
            <a:r>
              <a:rPr lang="en-US" sz="2800" dirty="0"/>
              <a:t>c) What is the probability that it will crash twice in a period of 4 months?</a:t>
            </a:r>
            <a:br>
              <a:rPr lang="en-US" sz="2800" dirty="0"/>
            </a:br>
            <a:r>
              <a:rPr lang="en-US" sz="2800" dirty="0"/>
              <a:t>d) What is the probability that it will crash three times in a period of 4 months?</a:t>
            </a:r>
          </a:p>
          <a:p>
            <a:pPr>
              <a:lnSpc>
                <a:spcPct val="150000"/>
              </a:lnSpc>
              <a:spcBef>
                <a:spcPct val="20000"/>
              </a:spcBef>
              <a:buClr>
                <a:schemeClr val="tx1"/>
              </a:buClr>
              <a:buSzPct val="75000"/>
              <a:defRPr/>
            </a:pPr>
            <a:r>
              <a:rPr lang="en-US" sz="2800" dirty="0">
                <a:cs typeface="Times New Roman" pitchFamily="18" charset="0"/>
              </a:rPr>
              <a:t>Hint: </a:t>
            </a:r>
          </a:p>
          <a:p>
            <a:pPr marL="437351" indent="-437351">
              <a:spcBef>
                <a:spcPct val="20000"/>
              </a:spcBef>
              <a:buClr>
                <a:schemeClr val="tx1"/>
              </a:buClr>
              <a:buSzPct val="75000"/>
              <a:defRPr/>
            </a:pPr>
            <a:endParaRPr lang="en-US" sz="2800" dirty="0">
              <a:latin typeface="Times New Roman" pitchFamily="18" charset="0"/>
              <a:cs typeface="Times New Roman"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578884465"/>
              </p:ext>
            </p:extLst>
          </p:nvPr>
        </p:nvGraphicFramePr>
        <p:xfrm>
          <a:off x="1524000" y="5257800"/>
          <a:ext cx="2851150" cy="965200"/>
        </p:xfrm>
        <a:graphic>
          <a:graphicData uri="http://schemas.openxmlformats.org/presentationml/2006/ole">
            <mc:AlternateContent xmlns:mc="http://schemas.openxmlformats.org/markup-compatibility/2006">
              <mc:Choice xmlns:v="urn:schemas-microsoft-com:vml" Requires="v">
                <p:oleObj name="Equation" r:id="rId2" imgW="2850990" imgH="965200" progId="Equation.DSMT4">
                  <p:embed/>
                </p:oleObj>
              </mc:Choice>
              <mc:Fallback>
                <p:oleObj name="Equation" r:id="rId2" imgW="2850990" imgH="965200" progId="Equation.DSMT4">
                  <p:embed/>
                  <p:pic>
                    <p:nvPicPr>
                      <p:cNvPr id="0" name=""/>
                      <p:cNvPicPr/>
                      <p:nvPr/>
                    </p:nvPicPr>
                    <p:blipFill>
                      <a:blip r:embed="rId3"/>
                      <a:stretch>
                        <a:fillRect/>
                      </a:stretch>
                    </p:blipFill>
                    <p:spPr>
                      <a:xfrm>
                        <a:off x="1524000" y="5257800"/>
                        <a:ext cx="2851150" cy="965200"/>
                      </a:xfrm>
                      <a:prstGeom prst="rect">
                        <a:avLst/>
                      </a:prstGeom>
                    </p:spPr>
                  </p:pic>
                </p:oleObj>
              </mc:Fallback>
            </mc:AlternateContent>
          </a:graphicData>
        </a:graphic>
      </p:graphicFrame>
    </p:spTree>
    <p:extLst>
      <p:ext uri="{BB962C8B-B14F-4D97-AF65-F5344CB8AC3E}">
        <p14:creationId xmlns:p14="http://schemas.microsoft.com/office/powerpoint/2010/main" val="22295155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 :</a:t>
            </a:r>
            <a:endParaRPr lang="en-IN" dirty="0"/>
          </a:p>
        </p:txBody>
      </p:sp>
      <p:sp>
        <p:nvSpPr>
          <p:cNvPr id="5" name="Content Placeholder 1">
            <a:extLst>
              <a:ext uri="{FF2B5EF4-FFF2-40B4-BE49-F238E27FC236}">
                <a16:creationId xmlns:a16="http://schemas.microsoft.com/office/drawing/2014/main" id="{BF4001D4-975C-83AA-DD6B-10688458F6DA}"/>
              </a:ext>
            </a:extLst>
          </p:cNvPr>
          <p:cNvSpPr txBox="1">
            <a:spLocks/>
          </p:cNvSpPr>
          <p:nvPr/>
        </p:nvSpPr>
        <p:spPr>
          <a:xfrm>
            <a:off x="304800" y="1143000"/>
            <a:ext cx="113538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base">
              <a:buNone/>
            </a:pPr>
            <a:r>
              <a:rPr lang="en-US" sz="2400" dirty="0"/>
              <a:t>7. </a:t>
            </a:r>
            <a:r>
              <a:rPr lang="en-US" sz="2400" b="1" i="0" dirty="0">
                <a:solidFill>
                  <a:srgbClr val="273239"/>
                </a:solidFill>
                <a:effectLst/>
                <a:cs typeface="Arial" panose="020B0604020202020204" pitchFamily="34" charset="0"/>
              </a:rPr>
              <a:t>If mean of the binomial distribution is 20 and the number of observations is 30. Find the variance and standard deviation.</a:t>
            </a:r>
          </a:p>
          <a:p>
            <a:pPr marL="0" indent="0" algn="just">
              <a:buNone/>
            </a:pPr>
            <a:r>
              <a:rPr lang="en-US" sz="2400" dirty="0"/>
              <a:t>Hint: n =30, np = 20;</a:t>
            </a:r>
          </a:p>
          <a:p>
            <a:pPr marL="0" indent="0" algn="just">
              <a:buNone/>
            </a:pPr>
            <a:endParaRPr lang="en-US" sz="2400" dirty="0"/>
          </a:p>
          <a:p>
            <a:pPr marL="0" indent="0" algn="just">
              <a:buNone/>
            </a:pPr>
            <a:r>
              <a:rPr lang="en-US" sz="2400" dirty="0"/>
              <a:t>8. </a:t>
            </a:r>
            <a:r>
              <a:rPr lang="en-US" sz="2400" b="1" i="0" dirty="0">
                <a:solidFill>
                  <a:srgbClr val="273239"/>
                </a:solidFill>
                <a:effectLst/>
              </a:rPr>
              <a:t>The probability of a boy hitting a target is 0.2. How Many times must he fire so that the probability of his hitting the target at least once is greater than 2/3.</a:t>
            </a:r>
          </a:p>
          <a:p>
            <a:pPr marL="0" indent="0" algn="just">
              <a:buNone/>
            </a:pPr>
            <a:r>
              <a:rPr lang="en-US" sz="2400" b="1" dirty="0">
                <a:solidFill>
                  <a:srgbClr val="273239"/>
                </a:solidFill>
              </a:rPr>
              <a:t>Hint: p= 0.2; P(X&gt;=1) = 2/3, find n.</a:t>
            </a:r>
          </a:p>
          <a:p>
            <a:pPr marL="0" indent="0" algn="just">
              <a:buNone/>
            </a:pPr>
            <a:endParaRPr lang="en-US" sz="2400" b="1" i="0" dirty="0">
              <a:solidFill>
                <a:srgbClr val="273239"/>
              </a:solidFill>
              <a:effectLst/>
            </a:endParaRPr>
          </a:p>
          <a:p>
            <a:pPr marL="0" indent="0" algn="just" fontAlgn="base">
              <a:spcAft>
                <a:spcPts val="1500"/>
              </a:spcAft>
              <a:buNone/>
            </a:pPr>
            <a:r>
              <a:rPr lang="en-US" sz="2400" dirty="0">
                <a:cs typeface="Arial" panose="020B0604020202020204" pitchFamily="34" charset="0"/>
              </a:rPr>
              <a:t>9. </a:t>
            </a:r>
            <a:r>
              <a:rPr lang="en-US" sz="2400" b="1" i="0" dirty="0">
                <a:solidFill>
                  <a:srgbClr val="444444"/>
                </a:solidFill>
                <a:effectLst/>
                <a:cs typeface="Arial" panose="020B0604020202020204" pitchFamily="34" charset="0"/>
              </a:rPr>
              <a:t>A box of candies has many different colors in it. There is a 15% chance of getting a pink candy. What is the probability that exactly 4 candies in a box are pink out of 10?</a:t>
            </a:r>
          </a:p>
          <a:p>
            <a:pPr marL="0" indent="0" algn="just" fontAlgn="base">
              <a:spcAft>
                <a:spcPts val="1500"/>
              </a:spcAft>
              <a:buNone/>
            </a:pPr>
            <a:r>
              <a:rPr lang="en-US" sz="2400" b="0" i="0" dirty="0">
                <a:solidFill>
                  <a:srgbClr val="444444"/>
                </a:solidFill>
                <a:effectLst/>
                <a:cs typeface="Arial" panose="020B0604020202020204" pitchFamily="34" charset="0"/>
              </a:rPr>
              <a:t>Hint: </a:t>
            </a:r>
            <a:r>
              <a:rPr lang="en-US" sz="2400" b="1" i="0" dirty="0">
                <a:solidFill>
                  <a:srgbClr val="444444"/>
                </a:solidFill>
                <a:effectLst/>
                <a:cs typeface="Arial" panose="020B0604020202020204" pitchFamily="34" charset="0"/>
              </a:rPr>
              <a:t>n = 10, p=0.15, q=0.85, x=4, </a:t>
            </a:r>
            <a:r>
              <a:rPr lang="en-US" sz="2400" b="1" i="0" dirty="0">
                <a:solidFill>
                  <a:srgbClr val="FF0000"/>
                </a:solidFill>
                <a:effectLst/>
                <a:cs typeface="Arial" panose="020B0604020202020204" pitchFamily="34" charset="0"/>
              </a:rPr>
              <a:t>Solution:</a:t>
            </a:r>
            <a:r>
              <a:rPr lang="en-US" sz="2400" b="1" i="0" dirty="0">
                <a:solidFill>
                  <a:srgbClr val="444444"/>
                </a:solidFill>
                <a:effectLst/>
                <a:cs typeface="Arial" panose="020B0604020202020204" pitchFamily="34" charset="0"/>
              </a:rPr>
              <a:t> P(x=4)= 0.04;</a:t>
            </a:r>
            <a:endParaRPr lang="en-US" sz="2400" b="0" i="0" dirty="0">
              <a:solidFill>
                <a:srgbClr val="444444"/>
              </a:solidFill>
              <a:effectLst/>
              <a:cs typeface="Arial" panose="020B0604020202020204" pitchFamily="34" charset="0"/>
            </a:endParaRPr>
          </a:p>
          <a:p>
            <a:pPr marL="0" indent="0">
              <a:buNone/>
            </a:pPr>
            <a:endParaRPr lang="en-US" sz="2400" dirty="0"/>
          </a:p>
        </p:txBody>
      </p:sp>
    </p:spTree>
    <p:extLst>
      <p:ext uri="{BB962C8B-B14F-4D97-AF65-F5344CB8AC3E}">
        <p14:creationId xmlns:p14="http://schemas.microsoft.com/office/powerpoint/2010/main" val="9904801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 </a:t>
            </a:r>
            <a:endParaRPr lang="en-IN" dirty="0"/>
          </a:p>
        </p:txBody>
      </p:sp>
      <p:sp>
        <p:nvSpPr>
          <p:cNvPr id="3" name="Text Placeholder 2"/>
          <p:cNvSpPr>
            <a:spLocks noGrp="1"/>
          </p:cNvSpPr>
          <p:nvPr>
            <p:ph type="body" sz="quarter" idx="13"/>
          </p:nvPr>
        </p:nvSpPr>
        <p:spPr>
          <a:xfrm>
            <a:off x="381000" y="1295400"/>
            <a:ext cx="11277600" cy="2728913"/>
          </a:xfrm>
        </p:spPr>
        <p:txBody>
          <a:bodyPr>
            <a:normAutofit/>
          </a:bodyPr>
          <a:lstStyle/>
          <a:p>
            <a:pPr>
              <a:buFont typeface="Wingdings" panose="05000000000000000000" pitchFamily="2" charset="2"/>
              <a:buChar char="Ø"/>
            </a:pPr>
            <a:r>
              <a:rPr lang="en-IN" sz="2400" dirty="0">
                <a:latin typeface="+mn-lt"/>
              </a:rPr>
              <a:t>Find the binomial distribution if the mean is 6 and variance is 4.</a:t>
            </a:r>
          </a:p>
          <a:p>
            <a:pPr marL="0" indent="0">
              <a:buNone/>
            </a:pPr>
            <a:r>
              <a:rPr lang="en-IN" sz="2400" dirty="0">
                <a:solidFill>
                  <a:srgbClr val="FF0000"/>
                </a:solidFill>
                <a:latin typeface="+mn-lt"/>
              </a:rPr>
              <a:t>   Solution:</a:t>
            </a:r>
            <a:r>
              <a:rPr lang="en-IN" sz="2400" dirty="0">
                <a:latin typeface="+mn-lt"/>
              </a:rPr>
              <a:t> n=18, p=1/3;</a:t>
            </a:r>
          </a:p>
          <a:p>
            <a:pPr marL="0" indent="0">
              <a:buNone/>
            </a:pPr>
            <a:endParaRPr lang="en-IN" sz="2800" dirty="0"/>
          </a:p>
        </p:txBody>
      </p:sp>
    </p:spTree>
    <p:extLst>
      <p:ext uri="{BB962C8B-B14F-4D97-AF65-F5344CB8AC3E}">
        <p14:creationId xmlns:p14="http://schemas.microsoft.com/office/powerpoint/2010/main" val="141967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11:</a:t>
            </a:r>
            <a:endParaRPr lang="en-IN" dirty="0"/>
          </a:p>
        </p:txBody>
      </p:sp>
      <p:sp>
        <p:nvSpPr>
          <p:cNvPr id="5" name="Content Placeholder 3"/>
          <p:cNvSpPr txBox="1">
            <a:spLocks/>
          </p:cNvSpPr>
          <p:nvPr/>
        </p:nvSpPr>
        <p:spPr>
          <a:xfrm>
            <a:off x="533400" y="1143000"/>
            <a:ext cx="10896600" cy="490728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In a large number of parts manufactured by a machine , the mean number of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defectives in a sample of 20 is 2.  Out of 1000 such samples , how many would be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expected to contain </a:t>
            </a:r>
            <a:r>
              <a:rPr kumimoji="0" lang="en-IN" sz="2400" b="1" i="0" u="none" strike="noStrike" kern="1200" cap="none" spc="0" normalizeH="0" baseline="0" noProof="0" dirty="0" err="1">
                <a:ln>
                  <a:noFill/>
                </a:ln>
                <a:solidFill>
                  <a:prstClr val="black"/>
                </a:solidFill>
                <a:effectLst/>
                <a:uLnTx/>
                <a:uFillTx/>
                <a:latin typeface="Calibri"/>
                <a:ea typeface="+mn-ea"/>
                <a:cs typeface="+mn-cs"/>
              </a:rPr>
              <a:t>atleast</a:t>
            </a:r>
            <a:r>
              <a:rPr kumimoji="0" lang="en-IN" sz="2400" b="1" i="0" u="none" strike="noStrike" kern="1200" cap="none" spc="0" normalizeH="0" baseline="0" noProof="0" dirty="0">
                <a:ln>
                  <a:noFill/>
                </a:ln>
                <a:solidFill>
                  <a:prstClr val="black"/>
                </a:solidFill>
                <a:effectLst/>
                <a:uLnTx/>
                <a:uFillTx/>
                <a:latin typeface="Calibri"/>
                <a:ea typeface="+mn-ea"/>
                <a:cs typeface="+mn-cs"/>
              </a:rPr>
              <a:t> 3 defective parts.</a:t>
            </a:r>
            <a:r>
              <a:rPr kumimoji="0" lang="en-IN" sz="2400" b="0" i="0" u="none" strike="noStrike" kern="1200" cap="none" spc="0" normalizeH="0" baseline="0" noProof="0" dirty="0">
                <a:ln>
                  <a:noFill/>
                </a:ln>
                <a:solidFill>
                  <a:srgbClr val="00B050"/>
                </a:solidFill>
                <a:effectLst/>
                <a:uLnTx/>
                <a:uFillTx/>
                <a:latin typeface="Calibri"/>
                <a:ea typeface="+mn-ea"/>
                <a:cs typeface="+mn-cs"/>
              </a:rPr>
              <a:t>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rgbClr val="00B050"/>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rgbClr val="FF0000"/>
                </a:solidFill>
                <a:effectLst/>
                <a:uLnTx/>
                <a:uFillTx/>
                <a:latin typeface="Calibri"/>
                <a:ea typeface="+mn-ea"/>
                <a:cs typeface="+mn-cs"/>
              </a:rPr>
              <a:t>Sol: </a:t>
            </a:r>
            <a:r>
              <a:rPr kumimoji="0" lang="en-IN" sz="2400" b="0" i="0" u="none" strike="noStrike" kern="1200" cap="none" spc="0" normalizeH="0" baseline="0" noProof="0" dirty="0">
                <a:ln>
                  <a:noFill/>
                </a:ln>
                <a:solidFill>
                  <a:prstClr val="black"/>
                </a:solidFill>
                <a:effectLst/>
                <a:uLnTx/>
                <a:uFillTx/>
                <a:latin typeface="Calibri"/>
                <a:ea typeface="+mn-ea"/>
                <a:cs typeface="+mn-cs"/>
              </a:rPr>
              <a:t>Given n=20;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mn-cs"/>
              </a:rPr>
              <a:t>Therefore the probability that there are at least 3 defective parts in a sample of 20 is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mn-cs"/>
              </a:rPr>
              <a:t>Hence out of 1000 samples we get 0.323*1000=323 samples</a:t>
            </a:r>
          </a:p>
        </p:txBody>
      </p:sp>
      <p:graphicFrame>
        <p:nvGraphicFramePr>
          <p:cNvPr id="6" name="Object 5"/>
          <p:cNvGraphicFramePr>
            <a:graphicFrameLocks noChangeAspect="1"/>
          </p:cNvGraphicFramePr>
          <p:nvPr/>
        </p:nvGraphicFramePr>
        <p:xfrm>
          <a:off x="1524000" y="4419600"/>
          <a:ext cx="5949950" cy="984250"/>
        </p:xfrm>
        <a:graphic>
          <a:graphicData uri="http://schemas.openxmlformats.org/presentationml/2006/ole">
            <mc:AlternateContent xmlns:mc="http://schemas.openxmlformats.org/markup-compatibility/2006">
              <mc:Choice xmlns:v="urn:schemas-microsoft-com:vml" Requires="v">
                <p:oleObj name="Equation" r:id="rId2" imgW="5949857" imgH="984149" progId="Equation.DSMT4">
                  <p:embed/>
                </p:oleObj>
              </mc:Choice>
              <mc:Fallback>
                <p:oleObj name="Equation" r:id="rId2" imgW="5949857" imgH="984149" progId="Equation.DSMT4">
                  <p:embed/>
                  <p:pic>
                    <p:nvPicPr>
                      <p:cNvPr id="6" name="Object 5"/>
                      <p:cNvPicPr/>
                      <p:nvPr/>
                    </p:nvPicPr>
                    <p:blipFill>
                      <a:blip r:embed="rId3"/>
                      <a:stretch>
                        <a:fillRect/>
                      </a:stretch>
                    </p:blipFill>
                    <p:spPr>
                      <a:xfrm>
                        <a:off x="1524000" y="4419600"/>
                        <a:ext cx="5949950" cy="98425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3505200" y="2951298"/>
          <a:ext cx="5289550" cy="857250"/>
        </p:xfrm>
        <a:graphic>
          <a:graphicData uri="http://schemas.openxmlformats.org/presentationml/2006/ole">
            <mc:AlternateContent xmlns:mc="http://schemas.openxmlformats.org/markup-compatibility/2006">
              <mc:Choice xmlns:v="urn:schemas-microsoft-com:vml" Requires="v">
                <p:oleObj name="Equation" r:id="rId4" imgW="5289390" imgH="857149" progId="Equation.DSMT4">
                  <p:embed/>
                </p:oleObj>
              </mc:Choice>
              <mc:Fallback>
                <p:oleObj name="Equation" r:id="rId4" imgW="5289390" imgH="857149" progId="Equation.DSMT4">
                  <p:embed/>
                  <p:pic>
                    <p:nvPicPr>
                      <p:cNvPr id="7" name="Object 6"/>
                      <p:cNvPicPr/>
                      <p:nvPr/>
                    </p:nvPicPr>
                    <p:blipFill>
                      <a:blip r:embed="rId5"/>
                      <a:stretch>
                        <a:fillRect/>
                      </a:stretch>
                    </p:blipFill>
                    <p:spPr>
                      <a:xfrm>
                        <a:off x="3505200" y="2951298"/>
                        <a:ext cx="5289550" cy="857250"/>
                      </a:xfrm>
                      <a:prstGeom prst="rect">
                        <a:avLst/>
                      </a:prstGeom>
                    </p:spPr>
                  </p:pic>
                </p:oleObj>
              </mc:Fallback>
            </mc:AlternateContent>
          </a:graphicData>
        </a:graphic>
      </p:graphicFrame>
    </p:spTree>
    <p:extLst>
      <p:ext uri="{BB962C8B-B14F-4D97-AF65-F5344CB8AC3E}">
        <p14:creationId xmlns:p14="http://schemas.microsoft.com/office/powerpoint/2010/main" val="46864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1000"/>
                                        <p:tgtEl>
                                          <p:spTgt spid="5">
                                            <p:txEl>
                                              <p:pRg st="4" end="4"/>
                                            </p:txEl>
                                          </p:spTgt>
                                        </p:tgtEl>
                                      </p:cBhvr>
                                    </p:animEffect>
                                    <p:anim calcmode="lin" valueType="num">
                                      <p:cBhvr>
                                        <p:cTn id="2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endParaRPr lang="en-IN" dirty="0"/>
          </a:p>
        </p:txBody>
      </p:sp>
      <p:sp>
        <p:nvSpPr>
          <p:cNvPr id="5" name="Content Placeholder 1">
            <a:extLst>
              <a:ext uri="{FF2B5EF4-FFF2-40B4-BE49-F238E27FC236}">
                <a16:creationId xmlns:a16="http://schemas.microsoft.com/office/drawing/2014/main" id="{2C1B4B33-06F2-9F33-EC20-B0C3F76963F2}"/>
              </a:ext>
            </a:extLst>
          </p:cNvPr>
          <p:cNvSpPr txBox="1">
            <a:spLocks/>
          </p:cNvSpPr>
          <p:nvPr/>
        </p:nvSpPr>
        <p:spPr>
          <a:xfrm>
            <a:off x="685800" y="1143000"/>
            <a:ext cx="104394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The number of customers arriving at a cafeteria at an average rate of 0.3 per minute.</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(a) Find the probability that exactly 2 customers arrive in a 10-minute span.</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(b) Find the probability that 2 or more customers arrive in a 10-minute span.</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(c) Find the probability that exactly one customer arrives in a 5-minute span and one customer arrives in the next 5-minute span.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83936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pic>
        <p:nvPicPr>
          <p:cNvPr id="5" name="Content Placeholder 3">
            <a:extLst>
              <a:ext uri="{FF2B5EF4-FFF2-40B4-BE49-F238E27FC236}">
                <a16:creationId xmlns:a16="http://schemas.microsoft.com/office/drawing/2014/main" id="{E53354CD-322A-01A4-8D5B-958952623277}"/>
              </a:ext>
            </a:extLst>
          </p:cNvPr>
          <p:cNvPicPr>
            <a:picLocks noChangeAspect="1"/>
          </p:cNvPicPr>
          <p:nvPr/>
        </p:nvPicPr>
        <p:blipFill>
          <a:blip r:embed="rId2"/>
          <a:stretch>
            <a:fillRect/>
          </a:stretch>
        </p:blipFill>
        <p:spPr>
          <a:xfrm>
            <a:off x="685800" y="1143000"/>
            <a:ext cx="10746657" cy="5033989"/>
          </a:xfrm>
          <a:prstGeom prst="rect">
            <a:avLst/>
          </a:prstGeom>
        </p:spPr>
      </p:pic>
    </p:spTree>
    <p:extLst>
      <p:ext uri="{BB962C8B-B14F-4D97-AF65-F5344CB8AC3E}">
        <p14:creationId xmlns:p14="http://schemas.microsoft.com/office/powerpoint/2010/main" val="1022130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endParaRPr lang="en-IN" dirty="0"/>
          </a:p>
        </p:txBody>
      </p:sp>
      <p:sp>
        <p:nvSpPr>
          <p:cNvPr id="5" name="Content Placeholder 1"/>
          <p:cNvSpPr txBox="1">
            <a:spLocks/>
          </p:cNvSpPr>
          <p:nvPr/>
        </p:nvSpPr>
        <p:spPr>
          <a:xfrm>
            <a:off x="685800" y="1295400"/>
            <a:ext cx="10591800" cy="38100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Butterfly-style valves used in heating and ventilating industries have a high flow coefficient. Flow coefficient can be modeled by a normal distribution with mean 496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C</a:t>
            </a:r>
            <a:r>
              <a:rPr kumimoji="0" lang="en-US" sz="2000" b="0" i="0" u="none" strike="noStrike" kern="1200" cap="none" spc="0" normalizeH="0" baseline="-25000" noProof="0" dirty="0" err="1">
                <a:ln>
                  <a:noFill/>
                </a:ln>
                <a:solidFill>
                  <a:prstClr val="black"/>
                </a:solidFill>
                <a:effectLst/>
                <a:uLnTx/>
                <a:uFillTx/>
                <a:latin typeface="Calibri"/>
                <a:ea typeface="+mn-ea"/>
                <a:cs typeface="+mn-cs"/>
              </a:rPr>
              <a:t>v</a:t>
            </a:r>
            <a:r>
              <a:rPr kumimoji="0" lang="en-US" sz="2000" b="0" i="0" u="none" strike="noStrike" kern="1200" cap="none" spc="0" normalizeH="0" baseline="-2500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prstClr val="black"/>
                </a:solidFill>
                <a:effectLst/>
                <a:uLnTx/>
                <a:uFillTx/>
                <a:latin typeface="Calibri"/>
                <a:ea typeface="+mn-ea"/>
                <a:cs typeface="+mn-cs"/>
              </a:rPr>
              <a:t>and standard deviation 25C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r>
              <a:rPr kumimoji="0" lang="en-US" sz="2000" b="0" i="0" u="none" strike="noStrike" kern="1200" cap="none" spc="0" normalizeH="0" baseline="0" noProof="0" dirty="0">
                <a:ln>
                  <a:noFill/>
                </a:ln>
                <a:solidFill>
                  <a:prstClr val="black"/>
                </a:solidFill>
                <a:effectLst/>
                <a:uLnTx/>
                <a:uFillTx/>
                <a:latin typeface="Calibri"/>
                <a:ea typeface="+mn-ea"/>
                <a:cs typeface="+mn-cs"/>
              </a:rPr>
              <a:t>. Find the probability that a valve will have a flow coefficient of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atleast</a:t>
            </a:r>
            <a:r>
              <a:rPr kumimoji="0" lang="en-US" sz="2000" b="0" i="0" u="none" strike="noStrike" kern="1200" cap="none" spc="0" normalizeH="0" baseline="0" noProof="0" dirty="0">
                <a:ln>
                  <a:noFill/>
                </a:ln>
                <a:solidFill>
                  <a:prstClr val="black"/>
                </a:solidFill>
                <a:effectLst/>
                <a:uLnTx/>
                <a:uFillTx/>
                <a:latin typeface="Calibri"/>
                <a:ea typeface="+mn-ea"/>
                <a:cs typeface="+mn-cs"/>
              </a:rPr>
              <a:t> 450C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P(X &gt; 450) = P[( 450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496) /25] = P(Z &gt; -1.84) = 1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F(-1.84) = 1- 00329 = .9671</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 between 445.5 and 522C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P(445.5 &lt;X &lt;522) = P(-2.02 &lt;Z &lt;1.04) = F(1.04)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F(-2.02)= 0.8508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0.0217                          </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                                =0.8291</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616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14:</a:t>
            </a:r>
            <a:endParaRPr lang="en-IN" dirty="0"/>
          </a:p>
        </p:txBody>
      </p:sp>
      <mc:AlternateContent xmlns:mc="http://schemas.openxmlformats.org/markup-compatibility/2006" xmlns:a14="http://schemas.microsoft.com/office/drawing/2010/main">
        <mc:Choice Requires="a14">
          <p:sp>
            <p:nvSpPr>
              <p:cNvPr id="5" name="Rectangle 4"/>
              <p:cNvSpPr/>
              <p:nvPr/>
            </p:nvSpPr>
            <p:spPr>
              <a:xfrm>
                <a:off x="838200" y="1295400"/>
                <a:ext cx="10058400" cy="42301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srgbClr val="C00000"/>
                    </a:solidFill>
                    <a:effectLst/>
                    <a:uLnTx/>
                    <a:uFillTx/>
                    <a:latin typeface="Calibri"/>
                    <a:ea typeface="+mn-ea"/>
                    <a:cs typeface="+mn-cs"/>
                  </a:rPr>
                  <a:t>If 62% of all clouds seeded with silver iodide show spectacular growth, What is the probability that among 40 clouds seeded with silver iodide at most 20 will show spectacular growth by normal approximation?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srgbClr val="C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Calibri"/>
                    <a:ea typeface="+mn-ea"/>
                    <a:cs typeface="+mn-cs"/>
                  </a:rPr>
                  <a:t>Soln</a:t>
                </a: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𝐻𝑒𝑟𝑒</m:t>
                    </m:r>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𝑛</m:t>
                    </m:r>
                    <m:r>
                      <a:rPr kumimoji="0" lang="en-US" sz="2100" b="0" i="1" u="none" strike="noStrike" kern="1200" cap="none" spc="0" normalizeH="0" baseline="0" noProof="0">
                        <a:ln>
                          <a:noFill/>
                        </a:ln>
                        <a:solidFill>
                          <a:prstClr val="black"/>
                        </a:solidFill>
                        <a:effectLst/>
                        <a:uLnTx/>
                        <a:uFillTx/>
                        <a:latin typeface="Cambria Math"/>
                        <a:ea typeface="+mn-ea"/>
                        <a:cs typeface="+mn-cs"/>
                      </a:rPr>
                      <m:t>=40,   </m:t>
                    </m:r>
                    <m:r>
                      <a:rPr kumimoji="0" lang="en-US" sz="2100" b="0" i="1" u="none" strike="noStrike" kern="1200" cap="none" spc="0" normalizeH="0" baseline="0" noProof="0">
                        <a:ln>
                          <a:noFill/>
                        </a:ln>
                        <a:solidFill>
                          <a:prstClr val="black"/>
                        </a:solidFill>
                        <a:effectLst/>
                        <a:uLnTx/>
                        <a:uFillTx/>
                        <a:latin typeface="Cambria Math"/>
                        <a:ea typeface="+mn-ea"/>
                        <a:cs typeface="+mn-cs"/>
                      </a:rPr>
                      <m:t>𝑝</m:t>
                    </m:r>
                    <m:r>
                      <a:rPr kumimoji="0" lang="en-US" sz="2100" b="0" i="1" u="none" strike="noStrike" kern="1200" cap="none" spc="0" normalizeH="0" baseline="0" noProof="0">
                        <a:ln>
                          <a:noFill/>
                        </a:ln>
                        <a:solidFill>
                          <a:prstClr val="black"/>
                        </a:solidFill>
                        <a:effectLst/>
                        <a:uLnTx/>
                        <a:uFillTx/>
                        <a:latin typeface="Cambria Math"/>
                        <a:ea typeface="+mn-ea"/>
                        <a:cs typeface="+mn-cs"/>
                      </a:rPr>
                      <m:t>=0.62,  </m:t>
                    </m:r>
                    <m:r>
                      <a:rPr kumimoji="0" lang="en-US" sz="2100" b="0" i="1" u="none" strike="noStrike" kern="1200" cap="none" spc="0" normalizeH="0" baseline="0" noProof="0">
                        <a:ln>
                          <a:noFill/>
                        </a:ln>
                        <a:solidFill>
                          <a:prstClr val="black"/>
                        </a:solidFill>
                        <a:effectLst/>
                        <a:uLnTx/>
                        <a:uFillTx/>
                        <a:latin typeface="Cambria Math"/>
                        <a:ea typeface="+mn-ea"/>
                        <a:cs typeface="+mn-cs"/>
                      </a:rPr>
                      <m:t>𝑞</m:t>
                    </m:r>
                    <m:r>
                      <a:rPr kumimoji="0" lang="en-US" sz="2100" b="0" i="1" u="none" strike="noStrike" kern="1200" cap="none" spc="0" normalizeH="0" baseline="0" noProof="0">
                        <a:ln>
                          <a:noFill/>
                        </a:ln>
                        <a:solidFill>
                          <a:prstClr val="black"/>
                        </a:solidFill>
                        <a:effectLst/>
                        <a:uLnTx/>
                        <a:uFillTx/>
                        <a:latin typeface="Cambria Math"/>
                        <a:ea typeface="+mn-ea"/>
                        <a:cs typeface="+mn-cs"/>
                      </a:rPr>
                      <m:t>=0.38,  </m:t>
                    </m:r>
                  </m:oMath>
                </a14:m>
                <a:endParaRPr kumimoji="0" lang="en-US" sz="2100" b="0"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𝜇</m:t>
                    </m:r>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𝑛𝑝</m:t>
                    </m:r>
                    <m:r>
                      <a:rPr kumimoji="0" lang="en-US" sz="2100" b="0" i="1" u="none" strike="noStrike" kern="1200" cap="none" spc="0" normalizeH="0" baseline="0" noProof="0">
                        <a:ln>
                          <a:noFill/>
                        </a:ln>
                        <a:solidFill>
                          <a:prstClr val="black"/>
                        </a:solidFill>
                        <a:effectLst/>
                        <a:uLnTx/>
                        <a:uFillTx/>
                        <a:latin typeface="Cambria Math"/>
                        <a:ea typeface="+mn-ea"/>
                        <a:cs typeface="+mn-cs"/>
                      </a:rPr>
                      <m:t>=24.8,   </m:t>
                    </m:r>
                    <m:sSup>
                      <m:sSup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100" b="0" i="1" u="none" strike="noStrike" kern="1200" cap="none" spc="0" normalizeH="0" baseline="0" noProof="0">
                            <a:ln>
                              <a:noFill/>
                            </a:ln>
                            <a:solidFill>
                              <a:prstClr val="black"/>
                            </a:solidFill>
                            <a:effectLst/>
                            <a:uLnTx/>
                            <a:uFillTx/>
                            <a:latin typeface="Cambria Math"/>
                            <a:ea typeface="+mn-ea"/>
                            <a:cs typeface="+mn-cs"/>
                          </a:rPr>
                          <m:t>𝜎</m:t>
                        </m:r>
                      </m:e>
                      <m:sup>
                        <m:r>
                          <a:rPr kumimoji="0" lang="en-US" sz="21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𝑛𝑝𝑞</m:t>
                    </m:r>
                    <m:r>
                      <a:rPr kumimoji="0" lang="en-US" sz="2100" b="0" i="1" u="none" strike="noStrike" kern="1200" cap="none" spc="0" normalizeH="0" baseline="0" noProof="0">
                        <a:ln>
                          <a:noFill/>
                        </a:ln>
                        <a:solidFill>
                          <a:prstClr val="black"/>
                        </a:solidFill>
                        <a:effectLst/>
                        <a:uLnTx/>
                        <a:uFillTx/>
                        <a:latin typeface="Cambria Math"/>
                        <a:ea typeface="+mn-ea"/>
                        <a:cs typeface="+mn-cs"/>
                      </a:rPr>
                      <m:t>=9.424,   </m:t>
                    </m:r>
                    <m:r>
                      <a:rPr kumimoji="0" lang="en-US" sz="2100" b="0" i="1" u="none" strike="noStrike" kern="1200" cap="none" spc="0" normalizeH="0" baseline="0" noProof="0">
                        <a:ln>
                          <a:noFill/>
                        </a:ln>
                        <a:solidFill>
                          <a:prstClr val="black"/>
                        </a:solidFill>
                        <a:effectLst/>
                        <a:uLnTx/>
                        <a:uFillTx/>
                        <a:latin typeface="Cambria Math"/>
                        <a:ea typeface="+mn-ea"/>
                        <a:cs typeface="+mn-cs"/>
                      </a:rPr>
                      <m:t>𝜎</m:t>
                    </m:r>
                    <m:r>
                      <a:rPr kumimoji="0" lang="en-US" sz="2100" b="0" i="1" u="none" strike="noStrike" kern="1200" cap="none" spc="0" normalizeH="0" baseline="0" noProof="0">
                        <a:ln>
                          <a:noFill/>
                        </a:ln>
                        <a:solidFill>
                          <a:prstClr val="black"/>
                        </a:solidFill>
                        <a:effectLst/>
                        <a:uLnTx/>
                        <a:uFillTx/>
                        <a:latin typeface="Cambria Math"/>
                        <a:ea typeface="+mn-ea"/>
                        <a:cs typeface="+mn-cs"/>
                      </a:rPr>
                      <m:t>=3.0699</m:t>
                    </m:r>
                  </m:oMath>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100" b="0" i="1" u="none" strike="noStrike" kern="1200" cap="none" spc="0" normalizeH="0" baseline="0" noProof="0">
                          <a:ln>
                            <a:noFill/>
                          </a:ln>
                          <a:solidFill>
                            <a:srgbClr val="3333FF"/>
                          </a:solidFill>
                          <a:effectLst/>
                          <a:uLnTx/>
                          <a:uFillTx/>
                          <a:latin typeface="Cambria Math"/>
                          <a:ea typeface="+mn-ea"/>
                          <a:cs typeface="+mn-cs"/>
                        </a:rPr>
                        <m:t>𝑛𝑝</m:t>
                      </m:r>
                      <m:r>
                        <a:rPr kumimoji="0" lang="en-US" sz="2100" b="0" i="1" u="none" strike="noStrike" kern="1200" cap="none" spc="0" normalizeH="0" baseline="0" noProof="0">
                          <a:ln>
                            <a:noFill/>
                          </a:ln>
                          <a:solidFill>
                            <a:srgbClr val="3333FF"/>
                          </a:solidFill>
                          <a:effectLst/>
                          <a:uLnTx/>
                          <a:uFillTx/>
                          <a:latin typeface="Cambria Math"/>
                          <a:ea typeface="+mn-ea"/>
                          <a:cs typeface="+mn-cs"/>
                        </a:rPr>
                        <m:t>≥15  </m:t>
                      </m:r>
                      <m:r>
                        <a:rPr kumimoji="0" lang="en-US" sz="2100" b="0" i="1" u="none" strike="noStrike" kern="1200" cap="none" spc="0" normalizeH="0" baseline="0" noProof="0">
                          <a:ln>
                            <a:noFill/>
                          </a:ln>
                          <a:solidFill>
                            <a:srgbClr val="3333FF"/>
                          </a:solidFill>
                          <a:effectLst/>
                          <a:uLnTx/>
                          <a:uFillTx/>
                          <a:latin typeface="Cambria Math"/>
                          <a:ea typeface="+mn-ea"/>
                          <a:cs typeface="+mn-cs"/>
                        </a:rPr>
                        <m:t>𝑎𝑛𝑑</m:t>
                      </m:r>
                      <m:r>
                        <a:rPr kumimoji="0" lang="en-US" sz="2100" b="0" i="1" u="none" strike="noStrike" kern="1200" cap="none" spc="0" normalizeH="0" baseline="0" noProof="0">
                          <a:ln>
                            <a:noFill/>
                          </a:ln>
                          <a:solidFill>
                            <a:srgbClr val="3333FF"/>
                          </a:solidFill>
                          <a:effectLst/>
                          <a:uLnTx/>
                          <a:uFillTx/>
                          <a:latin typeface="Cambria Math"/>
                          <a:ea typeface="+mn-ea"/>
                          <a:cs typeface="+mn-cs"/>
                        </a:rPr>
                        <m:t> </m:t>
                      </m:r>
                      <m:r>
                        <a:rPr kumimoji="0" lang="en-US" sz="2100" b="0" i="1" u="none" strike="noStrike" kern="1200" cap="none" spc="0" normalizeH="0" baseline="0" noProof="0">
                          <a:ln>
                            <a:noFill/>
                          </a:ln>
                          <a:solidFill>
                            <a:srgbClr val="3333FF"/>
                          </a:solidFill>
                          <a:effectLst/>
                          <a:uLnTx/>
                          <a:uFillTx/>
                          <a:latin typeface="Cambria Math"/>
                          <a:ea typeface="+mn-ea"/>
                          <a:cs typeface="+mn-cs"/>
                        </a:rPr>
                        <m:t>𝑛𝑞</m:t>
                      </m:r>
                      <m:r>
                        <a:rPr kumimoji="0" lang="en-US" sz="2100" b="0" i="1" u="none" strike="noStrike" kern="1200" cap="none" spc="0" normalizeH="0" baseline="0" noProof="0">
                          <a:ln>
                            <a:noFill/>
                          </a:ln>
                          <a:solidFill>
                            <a:srgbClr val="3333FF"/>
                          </a:solidFill>
                          <a:effectLst/>
                          <a:uLnTx/>
                          <a:uFillTx/>
                          <a:latin typeface="Cambria Math"/>
                          <a:ea typeface="+mn-ea"/>
                          <a:cs typeface="+mn-cs"/>
                        </a:rPr>
                        <m:t>≥15</m:t>
                      </m:r>
                    </m:oMath>
                  </m:oMathPara>
                </a14:m>
                <a:endParaRPr kumimoji="0" lang="en-US" sz="2100" b="0" i="0" u="none" strike="noStrike" kern="1200" cap="none" spc="0" normalizeH="0" baseline="0" noProof="0" dirty="0">
                  <a:ln>
                    <a:noFill/>
                  </a:ln>
                  <a:solidFill>
                    <a:srgbClr val="3333FF"/>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3333FF"/>
                    </a:solidFill>
                    <a:effectLst/>
                    <a:uLnTx/>
                    <a:uFillTx/>
                    <a:latin typeface="Calibri"/>
                    <a:ea typeface="+mn-ea"/>
                    <a:cs typeface="+mn-cs"/>
                  </a:rPr>
                  <a:t>Therefore, we will use normal approximation to binomial distribution.</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m:t>
                          </m:r>
                        </m:e>
                      </m:d>
                      <m:r>
                        <a:rPr kumimoji="0" lang="en-US" sz="21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𝑊h𝑒𝑛</m:t>
                      </m:r>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  </m:t>
                      </m:r>
                      <m:r>
                        <a:rPr kumimoji="0" lang="en-US" sz="2100" b="0" i="1" u="none" strike="noStrike" kern="1200" cap="none" spc="0" normalizeH="0" baseline="0" noProof="0">
                          <a:ln>
                            <a:noFill/>
                          </a:ln>
                          <a:solidFill>
                            <a:prstClr val="black"/>
                          </a:solidFill>
                          <a:effectLst/>
                          <a:uLnTx/>
                          <a:uFillTx/>
                          <a:latin typeface="Cambria Math"/>
                          <a:ea typeface="+mn-ea"/>
                          <a:cs typeface="+mn-cs"/>
                        </a:rPr>
                        <m:t>𝑍</m:t>
                      </m:r>
                      <m:r>
                        <a:rPr kumimoji="0" lang="en-US" sz="21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𝜇</m:t>
                          </m:r>
                        </m:num>
                        <m:den>
                          <m:r>
                            <a:rPr kumimoji="0" lang="en-US" sz="2100" b="0" i="1" u="none" strike="noStrike" kern="1200" cap="none" spc="0" normalizeH="0" baseline="0" noProof="0">
                              <a:ln>
                                <a:noFill/>
                              </a:ln>
                              <a:solidFill>
                                <a:prstClr val="black"/>
                              </a:solidFill>
                              <a:effectLst/>
                              <a:uLnTx/>
                              <a:uFillTx/>
                              <a:latin typeface="Cambria Math"/>
                              <a:ea typeface="+mn-ea"/>
                              <a:cs typeface="+mn-cs"/>
                            </a:rPr>
                            <m:t>𝜎</m:t>
                          </m:r>
                        </m:den>
                      </m:f>
                      <m:r>
                        <a:rPr kumimoji="0" lang="en-US" sz="21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100" b="0" i="1" u="none" strike="noStrike" kern="1200" cap="none" spc="0" normalizeH="0" baseline="0" noProof="0">
                              <a:ln>
                                <a:noFill/>
                              </a:ln>
                              <a:solidFill>
                                <a:prstClr val="black"/>
                              </a:solidFill>
                              <a:effectLst/>
                              <a:uLnTx/>
                              <a:uFillTx/>
                              <a:latin typeface="Cambria Math"/>
                              <a:ea typeface="+mn-ea"/>
                              <a:cs typeface="+mn-cs"/>
                            </a:rPr>
                            <m:t>20.5−24.8</m:t>
                          </m:r>
                        </m:num>
                        <m:den>
                          <m:r>
                            <a:rPr kumimoji="0" lang="en-US" sz="2100" b="0" i="1" u="none" strike="noStrike" kern="1200" cap="none" spc="0" normalizeH="0" baseline="0" noProof="0">
                              <a:ln>
                                <a:noFill/>
                              </a:ln>
                              <a:solidFill>
                                <a:prstClr val="black"/>
                              </a:solidFill>
                              <a:effectLst/>
                              <a:uLnTx/>
                              <a:uFillTx/>
                              <a:latin typeface="Cambria Math"/>
                              <a:ea typeface="+mn-ea"/>
                              <a:cs typeface="+mn-cs"/>
                            </a:rPr>
                            <m:t>3.0699</m:t>
                          </m:r>
                        </m:den>
                      </m:f>
                      <m:r>
                        <a:rPr kumimoji="0" lang="en-US" sz="2100" b="0" i="1" u="none" strike="noStrike" kern="1200" cap="none" spc="0" normalizeH="0" baseline="0" noProof="0">
                          <a:ln>
                            <a:noFill/>
                          </a:ln>
                          <a:solidFill>
                            <a:prstClr val="black"/>
                          </a:solidFill>
                          <a:effectLst/>
                          <a:uLnTx/>
                          <a:uFillTx/>
                          <a:latin typeface="Cambria Math"/>
                          <a:ea typeface="+mn-ea"/>
                          <a:cs typeface="+mn-cs"/>
                        </a:rPr>
                        <m:t>=−1.40</m:t>
                      </m:r>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m:t>
                          </m:r>
                        </m:e>
                      </m:d>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𝑍</m:t>
                          </m:r>
                          <m:r>
                            <a:rPr kumimoji="0" lang="en-US" sz="2100" b="0" i="1" u="none" strike="noStrike" kern="1200" cap="none" spc="0" normalizeH="0" baseline="0" noProof="0">
                              <a:ln>
                                <a:noFill/>
                              </a:ln>
                              <a:solidFill>
                                <a:prstClr val="black"/>
                              </a:solidFill>
                              <a:effectLst/>
                              <a:uLnTx/>
                              <a:uFillTx/>
                              <a:latin typeface="Cambria Math"/>
                              <a:ea typeface="+mn-ea"/>
                              <a:cs typeface="+mn-cs"/>
                            </a:rPr>
                            <m:t>≤−1.40</m:t>
                          </m:r>
                        </m:e>
                      </m:d>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𝐹</m:t>
                    </m:r>
                    <m:d>
                      <m:dPr>
                        <m:ctrlPr>
                          <a:rPr kumimoji="0" lang="en-US" sz="2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−1.40</m:t>
                        </m:r>
                      </m:e>
                    </m:d>
                  </m:oMath>
                </a14:m>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100" b="0" i="1" u="none" strike="noStrike" kern="1200" cap="none" spc="0" normalizeH="0" baseline="0" noProof="0">
                        <a:ln>
                          <a:noFill/>
                        </a:ln>
                        <a:solidFill>
                          <a:srgbClr val="00B0F0"/>
                        </a:solidFill>
                        <a:effectLst/>
                        <a:uLnTx/>
                        <a:uFillTx/>
                        <a:latin typeface="Cambria Math"/>
                        <a:ea typeface="+mn-ea"/>
                        <a:cs typeface="+mn-cs"/>
                      </a:rPr>
                      <m:t>0.808 </m:t>
                    </m:r>
                  </m:oMath>
                </a14:m>
                <a:endParaRPr kumimoji="0" lang="en-US" sz="21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838200" y="1295400"/>
                <a:ext cx="10058400" cy="4230132"/>
              </a:xfrm>
              <a:prstGeom prst="rect">
                <a:avLst/>
              </a:prstGeom>
              <a:blipFill>
                <a:blip r:embed="rId2"/>
                <a:stretch>
                  <a:fillRect l="-727" t="-577" r="-606"/>
                </a:stretch>
              </a:blipFill>
            </p:spPr>
            <p:txBody>
              <a:bodyPr/>
              <a:lstStyle/>
              <a:p>
                <a:r>
                  <a:rPr lang="en-IN">
                    <a:noFill/>
                  </a:rPr>
                  <a:t> </a:t>
                </a:r>
              </a:p>
            </p:txBody>
          </p:sp>
        </mc:Fallback>
      </mc:AlternateContent>
    </p:spTree>
    <p:extLst>
      <p:ext uri="{BB962C8B-B14F-4D97-AF65-F5344CB8AC3E}">
        <p14:creationId xmlns:p14="http://schemas.microsoft.com/office/powerpoint/2010/main" val="1783825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g20eba3b860f_0_98"/>
          <p:cNvSpPr txBox="1">
            <a:spLocks noGrp="1"/>
          </p:cNvSpPr>
          <p:nvPr>
            <p:ph type="title"/>
          </p:nvPr>
        </p:nvSpPr>
        <p:spPr>
          <a:xfrm>
            <a:off x="7887900" y="5191200"/>
            <a:ext cx="3770700" cy="9048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50860"/>
              </a:buClr>
              <a:buSzPct val="100000"/>
              <a:buFont typeface="Helvetica Neue"/>
              <a:buNone/>
            </a:pPr>
            <a:r>
              <a:rPr lang="en-US" dirty="0"/>
              <a:t>Thank You!</a:t>
            </a:r>
            <a:endParaRPr dirty="0"/>
          </a:p>
        </p:txBody>
      </p:sp>
    </p:spTree>
    <p:extLst>
      <p:ext uri="{BB962C8B-B14F-4D97-AF65-F5344CB8AC3E}">
        <p14:creationId xmlns:p14="http://schemas.microsoft.com/office/powerpoint/2010/main" val="4209639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E6AEA61E-DCD4-46CD-B21F-816F1318F8A1}"/>
</file>

<file path=customXml/itemProps2.xml><?xml version="1.0" encoding="utf-8"?>
<ds:datastoreItem xmlns:ds="http://schemas.openxmlformats.org/officeDocument/2006/customXml" ds:itemID="{4A10CB2A-1800-45F2-8435-C2BD3C686D73}"/>
</file>

<file path=customXml/itemProps3.xml><?xml version="1.0" encoding="utf-8"?>
<ds:datastoreItem xmlns:ds="http://schemas.openxmlformats.org/officeDocument/2006/customXml" ds:itemID="{39AB89DA-DEDF-4374-8AA4-125E6778BF43}"/>
</file>

<file path=docProps/app.xml><?xml version="1.0" encoding="utf-8"?>
<Properties xmlns="http://schemas.openxmlformats.org/officeDocument/2006/extended-properties" xmlns:vt="http://schemas.openxmlformats.org/officeDocument/2006/docPropsVTypes">
  <Template>Office Theme</Template>
  <TotalTime>15723</TotalTime>
  <Words>5660</Words>
  <Application>Microsoft Office PowerPoint</Application>
  <PresentationFormat>Widescreen</PresentationFormat>
  <Paragraphs>539</Paragraphs>
  <Slides>69</Slides>
  <Notes>2</Notes>
  <HiddenSlides>0</HiddenSlides>
  <MMClips>0</MMClips>
  <ScaleCrop>false</ScaleCrop>
  <HeadingPairs>
    <vt:vector size="8" baseType="variant">
      <vt:variant>
        <vt:lpstr>Fonts Used</vt:lpstr>
      </vt:variant>
      <vt:variant>
        <vt:i4>20</vt:i4>
      </vt:variant>
      <vt:variant>
        <vt:lpstr>Theme</vt:lpstr>
      </vt:variant>
      <vt:variant>
        <vt:i4>3</vt:i4>
      </vt:variant>
      <vt:variant>
        <vt:lpstr>Embedded OLE Servers</vt:lpstr>
      </vt:variant>
      <vt:variant>
        <vt:i4>2</vt:i4>
      </vt:variant>
      <vt:variant>
        <vt:lpstr>Slide Titles</vt:lpstr>
      </vt:variant>
      <vt:variant>
        <vt:i4>69</vt:i4>
      </vt:variant>
    </vt:vector>
  </HeadingPairs>
  <TitlesOfParts>
    <vt:vector size="94" baseType="lpstr">
      <vt:lpstr>Arial</vt:lpstr>
      <vt:lpstr>Arial MT</vt:lpstr>
      <vt:lpstr>Calibri</vt:lpstr>
      <vt:lpstr>Calibri body</vt:lpstr>
      <vt:lpstr>Calibri Light</vt:lpstr>
      <vt:lpstr>Cambria</vt:lpstr>
      <vt:lpstr>Cambria Math</vt:lpstr>
      <vt:lpstr>Courier New</vt:lpstr>
      <vt:lpstr>Gilmer</vt:lpstr>
      <vt:lpstr>Helvetica</vt:lpstr>
      <vt:lpstr>Helvetica Light</vt:lpstr>
      <vt:lpstr>Helvetica Neue</vt:lpstr>
      <vt:lpstr>Inter</vt:lpstr>
      <vt:lpstr>Nunito</vt:lpstr>
      <vt:lpstr>Open Sans</vt:lpstr>
      <vt:lpstr>Symbol</vt:lpstr>
      <vt:lpstr>Tahoma</vt:lpstr>
      <vt:lpstr>Times New Roman</vt:lpstr>
      <vt:lpstr>Ubuntu</vt:lpstr>
      <vt:lpstr>Wingdings</vt:lpstr>
      <vt:lpstr>Office Theme</vt:lpstr>
      <vt:lpstr>1_Office Theme</vt:lpstr>
      <vt:lpstr>2_Office Theme</vt:lpstr>
      <vt:lpstr>Equation</vt:lpstr>
      <vt:lpstr>Equation.3</vt:lpstr>
      <vt:lpstr>Introduction to Statistical Methods(ISM)</vt:lpstr>
      <vt:lpstr>PowerPoint Presentation</vt:lpstr>
      <vt:lpstr>Bernoulli Distribution</vt:lpstr>
      <vt:lpstr>Bernoulli Distribution</vt:lpstr>
      <vt:lpstr>Bernoulli Distribution</vt:lpstr>
      <vt:lpstr>Mean &amp; Variance of Bernoulli distribution</vt:lpstr>
      <vt:lpstr>Bernoulli distribution: Applications</vt:lpstr>
      <vt:lpstr>Binomial  Distribution </vt:lpstr>
      <vt:lpstr>Mean &amp; Variance</vt:lpstr>
      <vt:lpstr>Binomial Distribution-Check:</vt:lpstr>
      <vt:lpstr>Example 1:</vt:lpstr>
      <vt:lpstr>Solution:</vt:lpstr>
      <vt:lpstr>Example 2:</vt:lpstr>
      <vt:lpstr>Example 3:</vt:lpstr>
      <vt:lpstr>Example 4:</vt:lpstr>
      <vt:lpstr>Solution:</vt:lpstr>
      <vt:lpstr>Recall : Binomial Distribution</vt:lpstr>
      <vt:lpstr>      Poisson Distribution</vt:lpstr>
      <vt:lpstr>Example 5:</vt:lpstr>
      <vt:lpstr>Example 6:</vt:lpstr>
      <vt:lpstr>Mean and Variance</vt:lpstr>
      <vt:lpstr>Poisson approximation to Binomial distribution :</vt:lpstr>
      <vt:lpstr>Example 7:</vt:lpstr>
      <vt:lpstr>Example 8:</vt:lpstr>
      <vt:lpstr>Solution:</vt:lpstr>
      <vt:lpstr>     Poisson Distribution: Applications</vt:lpstr>
      <vt:lpstr>RECALL:  Continuous Random Variables</vt:lpstr>
      <vt:lpstr>Normal Distribution:</vt:lpstr>
      <vt:lpstr>Normal Distribution</vt:lpstr>
      <vt:lpstr>Normal Distribution</vt:lpstr>
      <vt:lpstr>Area under normal curve</vt:lpstr>
      <vt:lpstr>Normal Distribution: Mean and Variance</vt:lpstr>
      <vt:lpstr>Why Standard Normal Distribution?</vt:lpstr>
      <vt:lpstr>Why Standard Normal Distribution?</vt:lpstr>
      <vt:lpstr>Standard Normal Distribution</vt:lpstr>
      <vt:lpstr>PowerPoint Presentation</vt:lpstr>
      <vt:lpstr>Example 9</vt:lpstr>
      <vt:lpstr>Example 10:</vt:lpstr>
      <vt:lpstr>Example 11:</vt:lpstr>
      <vt:lpstr>Example 12:</vt:lpstr>
      <vt:lpstr>Example 13:</vt:lpstr>
      <vt:lpstr>Normal Approximation to a Binomial Distribution</vt:lpstr>
      <vt:lpstr>Normal Approximation to a Binomial Distribution</vt:lpstr>
      <vt:lpstr>Example 14:</vt:lpstr>
      <vt:lpstr>PowerPoint Presentation</vt:lpstr>
      <vt:lpstr>Example 15:</vt:lpstr>
      <vt:lpstr>Introduction to Chi- Square distribution</vt:lpstr>
      <vt:lpstr>Introduction to Chi- Square distribution</vt:lpstr>
      <vt:lpstr>Introduction to t-distribution</vt:lpstr>
      <vt:lpstr>Introduction to t-distribution</vt:lpstr>
      <vt:lpstr>Introduction to t-distribution (Sampling distribution of mean when σ unknown)</vt:lpstr>
      <vt:lpstr>Introduction to F-distribution </vt:lpstr>
      <vt:lpstr>Introduction to F-distribution </vt:lpstr>
      <vt:lpstr>Practice Problem 1:</vt:lpstr>
      <vt:lpstr>Solution:</vt:lpstr>
      <vt:lpstr>Practice Problem 2:</vt:lpstr>
      <vt:lpstr>Practice Problem 3:</vt:lpstr>
      <vt:lpstr>Practice Problem 4:</vt:lpstr>
      <vt:lpstr>Solution:</vt:lpstr>
      <vt:lpstr>Practice Problem 5:</vt:lpstr>
      <vt:lpstr>Practice Problem 6:</vt:lpstr>
      <vt:lpstr>Practice Problems :</vt:lpstr>
      <vt:lpstr>Example 10: </vt:lpstr>
      <vt:lpstr>Example 11:</vt:lpstr>
      <vt:lpstr>Example 12:</vt:lpstr>
      <vt:lpstr>Solution:</vt:lpstr>
      <vt:lpstr>Example 13:</vt:lpstr>
      <vt:lpstr>Example 14: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Srinath Naidu .</cp:lastModifiedBy>
  <cp:revision>613</cp:revision>
  <dcterms:created xsi:type="dcterms:W3CDTF">2018-10-16T06:13:57Z</dcterms:created>
  <dcterms:modified xsi:type="dcterms:W3CDTF">2026-06-06T05:29:56Z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